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7" r:id="rId2"/>
    <p:sldId id="268" r:id="rId3"/>
    <p:sldId id="272" r:id="rId4"/>
    <p:sldId id="273" r:id="rId5"/>
    <p:sldId id="274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64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F0AC"/>
    <a:srgbClr val="5757AF"/>
    <a:srgbClr val="2EE196"/>
    <a:srgbClr val="E3EFFD"/>
    <a:srgbClr val="92B2CC"/>
    <a:srgbClr val="EEF5FB"/>
    <a:srgbClr val="CFCFFC"/>
    <a:srgbClr val="B4B4EE"/>
    <a:srgbClr val="6F7DFF"/>
    <a:srgbClr val="E5E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3"/>
    <p:restoredTop sz="96667"/>
  </p:normalViewPr>
  <p:slideViewPr>
    <p:cSldViewPr snapToGrid="0" showGuides="1">
      <p:cViewPr>
        <p:scale>
          <a:sx n="130" d="100"/>
          <a:sy n="130" d="100"/>
        </p:scale>
        <p:origin x="632" y="528"/>
      </p:cViewPr>
      <p:guideLst>
        <p:guide orient="horz" pos="709"/>
        <p:guide pos="64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dirty="0"/>
              <a:t>GPT</a:t>
            </a:r>
            <a:r>
              <a:rPr lang="en-US" altLang="zh-CN" baseline="0" dirty="0"/>
              <a:t> – 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Fidelity(Abs.)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Sheet1!$B$1:$D$1</c:f>
              <c:strCache>
                <c:ptCount val="3"/>
                <c:pt idx="0">
                  <c:v>GPT-5</c:v>
                </c:pt>
                <c:pt idx="1">
                  <c:v>GPT-5-mini</c:v>
                </c:pt>
                <c:pt idx="2">
                  <c:v>GPT-5-nano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0.7591</c:v>
                </c:pt>
                <c:pt idx="1">
                  <c:v>0.85089999999999999</c:v>
                </c:pt>
                <c:pt idx="2">
                  <c:v>0.81879999999999997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1EE-4D4A-A8F0-CFC37907B550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Engagement(Abs.)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Sheet1!$B$1:$D$1</c:f>
              <c:strCache>
                <c:ptCount val="3"/>
                <c:pt idx="0">
                  <c:v>GPT-5</c:v>
                </c:pt>
                <c:pt idx="1">
                  <c:v>GPT-5-mini</c:v>
                </c:pt>
                <c:pt idx="2">
                  <c:v>GPT-5-nano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0.66349999999999998</c:v>
                </c:pt>
                <c:pt idx="1">
                  <c:v>0.63990000000000002</c:v>
                </c:pt>
                <c:pt idx="2">
                  <c:v>0.6008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1EE-4D4A-A8F0-CFC37907B550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Engagement (Pref.)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Sheet1!$B$1:$D$1</c:f>
              <c:strCache>
                <c:ptCount val="3"/>
                <c:pt idx="0">
                  <c:v>GPT-5</c:v>
                </c:pt>
                <c:pt idx="1">
                  <c:v>GPT-5-mini</c:v>
                </c:pt>
                <c:pt idx="2">
                  <c:v>GPT-5-nano</c:v>
                </c:pt>
              </c:strCache>
            </c:strRef>
          </c:cat>
          <c:val>
            <c:numRef>
              <c:f>Sheet1!$B$4:$D$4</c:f>
              <c:numCache>
                <c:formatCode>General</c:formatCode>
                <c:ptCount val="3"/>
                <c:pt idx="0">
                  <c:v>0.99809999999999999</c:v>
                </c:pt>
                <c:pt idx="1">
                  <c:v>0.97470000000000001</c:v>
                </c:pt>
                <c:pt idx="2">
                  <c:v>0.96290000000000009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1EE-4D4A-A8F0-CFC37907B550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Alignment(Abs.)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Sheet1!$B$1:$D$1</c:f>
              <c:strCache>
                <c:ptCount val="3"/>
                <c:pt idx="0">
                  <c:v>GPT-5</c:v>
                </c:pt>
                <c:pt idx="1">
                  <c:v>GPT-5-mini</c:v>
                </c:pt>
                <c:pt idx="2">
                  <c:v>GPT-5-nano</c:v>
                </c:pt>
              </c:strCache>
            </c:strRef>
          </c:cat>
          <c:val>
            <c:numRef>
              <c:f>Sheet1!$B$5:$D$5</c:f>
              <c:numCache>
                <c:formatCode>General</c:formatCode>
                <c:ptCount val="3"/>
                <c:pt idx="0">
                  <c:v>0.71779999999999999</c:v>
                </c:pt>
                <c:pt idx="1">
                  <c:v>0.68410000000000004</c:v>
                </c:pt>
                <c:pt idx="2">
                  <c:v>0.67710000000000004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B1EE-4D4A-A8F0-CFC37907B550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Alignment (Pref.) 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Sheet1!$B$1:$D$1</c:f>
              <c:strCache>
                <c:ptCount val="3"/>
                <c:pt idx="0">
                  <c:v>GPT-5</c:v>
                </c:pt>
                <c:pt idx="1">
                  <c:v>GPT-5-mini</c:v>
                </c:pt>
                <c:pt idx="2">
                  <c:v>GPT-5-nano</c:v>
                </c:pt>
              </c:strCache>
            </c:strRef>
          </c:cat>
          <c:val>
            <c:numRef>
              <c:f>Sheet1!$B$6:$D$6</c:f>
              <c:numCache>
                <c:formatCode>General</c:formatCode>
                <c:ptCount val="3"/>
                <c:pt idx="0">
                  <c:v>0.98439999999999994</c:v>
                </c:pt>
                <c:pt idx="1">
                  <c:v>0.9375</c:v>
                </c:pt>
                <c:pt idx="2">
                  <c:v>0.89840000000000009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B1EE-4D4A-A8F0-CFC37907B5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6673423"/>
        <c:axId val="756676303"/>
      </c:lineChart>
      <c:catAx>
        <c:axId val="75667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6676303"/>
        <c:crosses val="autoZero"/>
        <c:auto val="1"/>
        <c:lblAlgn val="ctr"/>
        <c:lblOffset val="100"/>
        <c:noMultiLvlLbl val="0"/>
      </c:catAx>
      <c:valAx>
        <c:axId val="756676303"/>
        <c:scaling>
          <c:orientation val="minMax"/>
          <c:max val="1"/>
          <c:min val="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6673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07493698172548"/>
          <c:y val="4.2520526731014599E-2"/>
          <c:w val="0.83600644632467958"/>
          <c:h val="0.67733372860885743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NeurIPS</c:v>
                </c:pt>
              </c:strCache>
            </c:strRef>
          </c:tx>
          <c:spPr>
            <a:ln w="12700" cap="rnd">
              <a:solidFill>
                <a:srgbClr val="5757AF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rgbClr val="5757AF"/>
              </a:solidFill>
              <a:ln w="12700">
                <a:solidFill>
                  <a:srgbClr val="5757AF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Sheet1!$B$2:$H$2</c:f>
              <c:numCache>
                <c:formatCode>General</c:formatCode>
                <c:ptCount val="7"/>
                <c:pt idx="0">
                  <c:v>1009</c:v>
                </c:pt>
                <c:pt idx="1">
                  <c:v>1427</c:v>
                </c:pt>
                <c:pt idx="2">
                  <c:v>1899</c:v>
                </c:pt>
                <c:pt idx="3">
                  <c:v>2334</c:v>
                </c:pt>
                <c:pt idx="4">
                  <c:v>2671</c:v>
                </c:pt>
                <c:pt idx="5">
                  <c:v>3218</c:v>
                </c:pt>
                <c:pt idx="6">
                  <c:v>4035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82-456F-9544-B1FE9C0D837B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CVPR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triangle"/>
            <c:size val="7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  <c:pt idx="0">
                  <c:v>979</c:v>
                </c:pt>
                <c:pt idx="1">
                  <c:v>1300</c:v>
                </c:pt>
                <c:pt idx="2">
                  <c:v>1467</c:v>
                </c:pt>
                <c:pt idx="3">
                  <c:v>1661</c:v>
                </c:pt>
                <c:pt idx="4">
                  <c:v>2062</c:v>
                </c:pt>
                <c:pt idx="5">
                  <c:v>2359</c:v>
                </c:pt>
                <c:pt idx="6">
                  <c:v>2719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82-456F-9544-B1FE9C0D837B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ICCV</c:v>
                </c:pt>
              </c:strCache>
            </c:strRef>
          </c:tx>
          <c:spPr>
            <a:ln w="12700" cap="rnd">
              <a:solidFill>
                <a:schemeClr val="accent4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4"/>
              </a:solidFill>
              <a:ln w="12700">
                <a:solidFill>
                  <a:schemeClr val="accent4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  <c:pt idx="1">
                  <c:v>1062</c:v>
                </c:pt>
                <c:pt idx="3">
                  <c:v>1612</c:v>
                </c:pt>
                <c:pt idx="5">
                  <c:v>2155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582-456F-9544-B1FE9C0D837B}"/>
            </c:ext>
          </c:extLst>
        </c:ser>
        <c:ser>
          <c:idx val="4"/>
          <c:order val="3"/>
          <c:tx>
            <c:strRef>
              <c:f>Sheet1!$A$6</c:f>
              <c:strCache>
                <c:ptCount val="1"/>
                <c:pt idx="0">
                  <c:v>ICML</c:v>
                </c:pt>
              </c:strCache>
            </c:strRef>
          </c:tx>
          <c:spPr>
            <a:ln w="1270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12700">
                <a:solidFill>
                  <a:schemeClr val="accent6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Sheet1!$B$6:$H$6</c:f>
              <c:numCache>
                <c:formatCode>General</c:formatCode>
                <c:ptCount val="7"/>
                <c:pt idx="0">
                  <c:v>621</c:v>
                </c:pt>
                <c:pt idx="1">
                  <c:v>773</c:v>
                </c:pt>
                <c:pt idx="2">
                  <c:v>1084</c:v>
                </c:pt>
                <c:pt idx="3">
                  <c:v>1183</c:v>
                </c:pt>
                <c:pt idx="4">
                  <c:v>1233</c:v>
                </c:pt>
                <c:pt idx="5">
                  <c:v>1828</c:v>
                </c:pt>
                <c:pt idx="6">
                  <c:v>2944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582-456F-9544-B1FE9C0D837B}"/>
            </c:ext>
          </c:extLst>
        </c:ser>
        <c:ser>
          <c:idx val="5"/>
          <c:order val="4"/>
          <c:tx>
            <c:strRef>
              <c:f>Sheet1!$A$7</c:f>
              <c:strCache>
                <c:ptCount val="1"/>
                <c:pt idx="0">
                  <c:v>ICLR</c:v>
                </c:pt>
              </c:strCache>
            </c:strRef>
          </c:tx>
          <c:spPr>
            <a:ln w="12700" cap="rnd">
              <a:solidFill>
                <a:schemeClr val="accent5"/>
              </a:solidFill>
              <a:round/>
            </a:ln>
            <a:effectLst/>
          </c:spPr>
          <c:marker>
            <c:symbol val="triangle"/>
            <c:size val="7"/>
            <c:spPr>
              <a:solidFill>
                <a:schemeClr val="accent5"/>
              </a:solidFill>
              <a:ln w="12700">
                <a:solidFill>
                  <a:schemeClr val="accent5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Sheet1!$B$7:$H$7</c:f>
              <c:numCache>
                <c:formatCode>General</c:formatCode>
                <c:ptCount val="7"/>
                <c:pt idx="0">
                  <c:v>337</c:v>
                </c:pt>
                <c:pt idx="1">
                  <c:v>502</c:v>
                </c:pt>
                <c:pt idx="2">
                  <c:v>687</c:v>
                </c:pt>
                <c:pt idx="3">
                  <c:v>860</c:v>
                </c:pt>
                <c:pt idx="4">
                  <c:v>1095</c:v>
                </c:pt>
                <c:pt idx="5">
                  <c:v>1575</c:v>
                </c:pt>
                <c:pt idx="6">
                  <c:v>2260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10-2848-B011-EA73549883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6650383"/>
        <c:axId val="756642223"/>
      </c:lineChart>
      <c:catAx>
        <c:axId val="756650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STIX Two Text Medium" pitchFamily="2" charset="0"/>
                <a:ea typeface="+mn-ea"/>
                <a:cs typeface="+mn-cs"/>
              </a:defRPr>
            </a:pPr>
            <a:endParaRPr lang="zh-CN"/>
          </a:p>
        </c:txPr>
        <c:crossAx val="756642223"/>
        <c:crosses val="autoZero"/>
        <c:auto val="1"/>
        <c:lblAlgn val="ctr"/>
        <c:lblOffset val="100"/>
        <c:noMultiLvlLbl val="0"/>
      </c:catAx>
      <c:valAx>
        <c:axId val="756642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STIX Two Text Medium" pitchFamily="2" charset="0"/>
                <a:ea typeface="+mn-ea"/>
                <a:cs typeface="+mn-cs"/>
              </a:defRPr>
            </a:pPr>
            <a:endParaRPr lang="zh-CN"/>
          </a:p>
        </c:txPr>
        <c:crossAx val="756650383"/>
        <c:crosses val="autoZero"/>
        <c:crossBetween val="between"/>
      </c:valAx>
      <c:spPr>
        <a:noFill/>
        <a:ln w="12700"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15911510104007151"/>
          <c:y val="5.9945724693438264E-2"/>
          <c:w val="0.26054212685519529"/>
          <c:h val="0.31770838406171165"/>
        </c:manualLayout>
      </c:layout>
      <c:overlay val="0"/>
      <c:spPr>
        <a:solidFill>
          <a:schemeClr val="bg1"/>
        </a:solidFill>
        <a:ln w="127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STIX Two Text" pitchFamily="2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1568098303366"/>
          <c:y val="4.2520526731014599E-2"/>
          <c:w val="0.81665924468574169"/>
          <c:h val="0.37678239230162364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_akhaliq</c:v>
                </c:pt>
              </c:strCache>
            </c:strRef>
          </c:tx>
          <c:spPr>
            <a:ln w="12700" cap="rnd">
              <a:solidFill>
                <a:srgbClr val="5757AF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rgbClr val="5757AF"/>
              </a:solidFill>
              <a:ln w="12700">
                <a:solidFill>
                  <a:srgbClr val="5757AF"/>
                </a:solidFill>
              </a:ln>
              <a:effectLst/>
            </c:spPr>
          </c:marker>
          <c:cat>
            <c:strRef>
              <c:f>Sheet1!$B$1:$I$1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2025.1-7</c:v>
                </c:pt>
              </c:strCache>
            </c:strRef>
          </c:cat>
          <c:val>
            <c:numRef>
              <c:f>Sheet1!$B$2:$I$2</c:f>
              <c:numCache>
                <c:formatCode>General</c:formatCode>
                <c:ptCount val="8"/>
                <c:pt idx="4">
                  <c:v>3642</c:v>
                </c:pt>
                <c:pt idx="5">
                  <c:v>4207</c:v>
                </c:pt>
                <c:pt idx="6">
                  <c:v>7242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AA-7B41-ABFD-BB2ADA6FC090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arankomatsuzaki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triangle"/>
            <c:size val="7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Sheet1!$B$1:$I$1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2025.1-7</c:v>
                </c:pt>
              </c:strCache>
            </c:strRef>
          </c:cat>
          <c:val>
            <c:numRef>
              <c:f>Sheet1!$B$3:$I$3</c:f>
              <c:numCache>
                <c:formatCode>General</c:formatCode>
                <c:ptCount val="8"/>
                <c:pt idx="4">
                  <c:v>689</c:v>
                </c:pt>
                <c:pt idx="5">
                  <c:v>1196</c:v>
                </c:pt>
                <c:pt idx="6">
                  <c:v>840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AA-7B41-ABFD-BB2ADA6FC090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LLM 翰林院</c:v>
                </c:pt>
              </c:strCache>
            </c:strRef>
          </c:tx>
          <c:spPr>
            <a:ln w="12700" cap="rnd">
              <a:solidFill>
                <a:schemeClr val="accent4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4"/>
              </a:solidFill>
              <a:ln w="12700">
                <a:solidFill>
                  <a:schemeClr val="accent4"/>
                </a:solidFill>
              </a:ln>
              <a:effectLst/>
            </c:spPr>
          </c:marker>
          <c:cat>
            <c:strRef>
              <c:f>Sheet1!$B$1:$I$1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2025.1-7</c:v>
                </c:pt>
              </c:strCache>
            </c:strRef>
          </c:cat>
          <c:val>
            <c:numRef>
              <c:f>Sheet1!$B$4:$I$4</c:f>
              <c:numCache>
                <c:formatCode>General</c:formatCode>
                <c:ptCount val="8"/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6398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AA-7B41-ABFD-BB2ADA6FC090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大模型任我行</c:v>
                </c:pt>
              </c:strCache>
            </c:strRef>
          </c:tx>
          <c:spPr>
            <a:ln w="1270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12700">
                <a:solidFill>
                  <a:schemeClr val="accent6"/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accent6"/>
                </a:solidFill>
                <a:ln w="12700">
                  <a:solidFill>
                    <a:schemeClr val="accent6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DBAA-7B41-ABFD-BB2ADA6FC09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accent6"/>
                </a:solidFill>
                <a:ln w="12700">
                  <a:solidFill>
                    <a:schemeClr val="accent6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DBAA-7B41-ABFD-BB2ADA6FC09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accent6"/>
                </a:solidFill>
                <a:ln w="12700">
                  <a:solidFill>
                    <a:schemeClr val="accent6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DBAA-7B41-ABFD-BB2ADA6FC090}"/>
              </c:ext>
            </c:extLst>
          </c:dPt>
          <c:cat>
            <c:strRef>
              <c:f>Sheet1!$B$1:$I$1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2025.1-7</c:v>
                </c:pt>
              </c:strCache>
            </c:strRef>
          </c:cat>
          <c:val>
            <c:numRef>
              <c:f>Sheet1!$B$5:$I$5</c:f>
              <c:numCache>
                <c:formatCode>General</c:formatCode>
                <c:ptCount val="8"/>
                <c:pt idx="4">
                  <c:v>0</c:v>
                </c:pt>
                <c:pt idx="5">
                  <c:v>0</c:v>
                </c:pt>
                <c:pt idx="6">
                  <c:v>765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BAA-7B41-ABFD-BB2ADA6FC090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🎃量子之心</c:v>
                </c:pt>
              </c:strCache>
            </c:strRef>
          </c:tx>
          <c:spPr>
            <a:ln w="12700" cap="rnd">
              <a:solidFill>
                <a:schemeClr val="accent5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5"/>
              </a:solidFill>
              <a:ln w="12700">
                <a:solidFill>
                  <a:schemeClr val="accent5"/>
                </a:solidFill>
              </a:ln>
              <a:effectLst/>
            </c:spPr>
          </c:marker>
          <c:cat>
            <c:strRef>
              <c:f>Sheet1!$B$1:$I$1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2025.1-7</c:v>
                </c:pt>
              </c:strCache>
            </c:strRef>
          </c:cat>
          <c:val>
            <c:numRef>
              <c:f>Sheet1!$B$6:$I$6</c:f>
              <c:numCache>
                <c:formatCode>General</c:formatCode>
                <c:ptCount val="8"/>
                <c:pt idx="4">
                  <c:v>0</c:v>
                </c:pt>
                <c:pt idx="5">
                  <c:v>0</c:v>
                </c:pt>
                <c:pt idx="6">
                  <c:v>184</c:v>
                </c:pt>
                <c:pt idx="7">
                  <c:v>9071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DBAA-7B41-ABFD-BB2ADA6FC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6650383"/>
        <c:axId val="756642223"/>
      </c:lineChart>
      <c:catAx>
        <c:axId val="756650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STIX Two Text Medium" pitchFamily="2" charset="0"/>
                <a:ea typeface="+mn-ea"/>
                <a:cs typeface="+mn-cs"/>
              </a:defRPr>
            </a:pPr>
            <a:endParaRPr lang="zh-CN"/>
          </a:p>
        </c:txPr>
        <c:crossAx val="756642223"/>
        <c:crosses val="autoZero"/>
        <c:auto val="1"/>
        <c:lblAlgn val="ctr"/>
        <c:lblOffset val="100"/>
        <c:noMultiLvlLbl val="0"/>
      </c:catAx>
      <c:valAx>
        <c:axId val="756642223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STIX Two Text Medium" pitchFamily="2" charset="0"/>
                <a:ea typeface="+mn-ea"/>
                <a:cs typeface="+mn-cs"/>
              </a:defRPr>
            </a:pPr>
            <a:endParaRPr lang="zh-CN"/>
          </a:p>
        </c:txPr>
        <c:crossAx val="756650383"/>
        <c:crosses val="autoZero"/>
        <c:crossBetween val="between"/>
        <c:majorUnit val="2000"/>
      </c:valAx>
      <c:spPr>
        <a:noFill/>
        <a:ln w="12700"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17544174499170556"/>
          <c:y val="6.767672955362275E-2"/>
          <c:w val="0.38462462088761407"/>
          <c:h val="0.31770838406171165"/>
        </c:manualLayout>
      </c:layout>
      <c:overlay val="0"/>
      <c:spPr>
        <a:solidFill>
          <a:schemeClr val="bg1"/>
        </a:solidFill>
        <a:ln w="127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STIX Two Text Medium" pitchFamily="2" charset="0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span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190024520120374"/>
          <c:y val="9.5786688077163715E-2"/>
          <c:w val="0.6962427744541464"/>
          <c:h val="0.6873756387569380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5757AF"/>
              </a:solidFill>
              <a:ln w="9525">
                <a:noFill/>
              </a:ln>
              <a:effectLst/>
            </c:spPr>
          </c:marker>
          <c:xVal>
            <c:numRef>
              <c:f>Sheet1!$A$2:$A$159</c:f>
              <c:numCache>
                <c:formatCode>General</c:formatCode>
                <c:ptCount val="158"/>
                <c:pt idx="0">
                  <c:v>2025.1666666666667</c:v>
                </c:pt>
                <c:pt idx="1">
                  <c:v>2024.25</c:v>
                </c:pt>
                <c:pt idx="2">
                  <c:v>2024.3333333333333</c:v>
                </c:pt>
                <c:pt idx="3">
                  <c:v>2024.3333333333333</c:v>
                </c:pt>
                <c:pt idx="4">
                  <c:v>2024.9166666666667</c:v>
                </c:pt>
                <c:pt idx="5">
                  <c:v>2023.25</c:v>
                </c:pt>
                <c:pt idx="6">
                  <c:v>2023.75</c:v>
                </c:pt>
                <c:pt idx="7">
                  <c:v>2023.5</c:v>
                </c:pt>
                <c:pt idx="8">
                  <c:v>2022.25</c:v>
                </c:pt>
                <c:pt idx="9">
                  <c:v>2025.3333333333333</c:v>
                </c:pt>
                <c:pt idx="10">
                  <c:v>2023.75</c:v>
                </c:pt>
                <c:pt idx="11">
                  <c:v>2025.3333333333333</c:v>
                </c:pt>
                <c:pt idx="12">
                  <c:v>2025.9166666666667</c:v>
                </c:pt>
                <c:pt idx="13">
                  <c:v>2021.6666666666667</c:v>
                </c:pt>
                <c:pt idx="14">
                  <c:v>2024.5833333333333</c:v>
                </c:pt>
                <c:pt idx="15">
                  <c:v>2024.6666666666667</c:v>
                </c:pt>
                <c:pt idx="16">
                  <c:v>2024.4166666666667</c:v>
                </c:pt>
                <c:pt idx="17">
                  <c:v>2024.9166666666667</c:v>
                </c:pt>
                <c:pt idx="18">
                  <c:v>2024.75</c:v>
                </c:pt>
                <c:pt idx="19">
                  <c:v>2025.5</c:v>
                </c:pt>
                <c:pt idx="20">
                  <c:v>2025.0833333333333</c:v>
                </c:pt>
                <c:pt idx="21">
                  <c:v>2025.0833333333333</c:v>
                </c:pt>
                <c:pt idx="22">
                  <c:v>2025.0833333333333</c:v>
                </c:pt>
                <c:pt idx="23">
                  <c:v>2025.25</c:v>
                </c:pt>
                <c:pt idx="24">
                  <c:v>2024.9166666666667</c:v>
                </c:pt>
                <c:pt idx="25">
                  <c:v>2022.3333333333333</c:v>
                </c:pt>
                <c:pt idx="26">
                  <c:v>2024.5833333333333</c:v>
                </c:pt>
                <c:pt idx="27">
                  <c:v>2025.5</c:v>
                </c:pt>
                <c:pt idx="28">
                  <c:v>2025.3333333333333</c:v>
                </c:pt>
                <c:pt idx="29">
                  <c:v>2024.25</c:v>
                </c:pt>
                <c:pt idx="30">
                  <c:v>2025.25</c:v>
                </c:pt>
                <c:pt idx="31">
                  <c:v>2025.25</c:v>
                </c:pt>
                <c:pt idx="32">
                  <c:v>2025.25</c:v>
                </c:pt>
                <c:pt idx="33">
                  <c:v>2025.1666666666667</c:v>
                </c:pt>
                <c:pt idx="34">
                  <c:v>2025.1666666666667</c:v>
                </c:pt>
                <c:pt idx="35">
                  <c:v>2025.1666666666667</c:v>
                </c:pt>
                <c:pt idx="36">
                  <c:v>2025.1666666666667</c:v>
                </c:pt>
                <c:pt idx="37">
                  <c:v>2023.5</c:v>
                </c:pt>
                <c:pt idx="38">
                  <c:v>2022.9166666666667</c:v>
                </c:pt>
                <c:pt idx="39">
                  <c:v>2024.25</c:v>
                </c:pt>
                <c:pt idx="40">
                  <c:v>2022.6666666666667</c:v>
                </c:pt>
                <c:pt idx="41">
                  <c:v>2023.6666666666667</c:v>
                </c:pt>
                <c:pt idx="42">
                  <c:v>2022.1666666666667</c:v>
                </c:pt>
                <c:pt idx="43">
                  <c:v>2021.1666666666667</c:v>
                </c:pt>
                <c:pt idx="44">
                  <c:v>2023.75</c:v>
                </c:pt>
                <c:pt idx="45">
                  <c:v>2021.3333333333333</c:v>
                </c:pt>
                <c:pt idx="46">
                  <c:v>2024.1666666666667</c:v>
                </c:pt>
                <c:pt idx="47">
                  <c:v>2021.9166666666667</c:v>
                </c:pt>
                <c:pt idx="48">
                  <c:v>2023.75</c:v>
                </c:pt>
                <c:pt idx="49">
                  <c:v>2024.9166666666667</c:v>
                </c:pt>
                <c:pt idx="50">
                  <c:v>2024.5</c:v>
                </c:pt>
                <c:pt idx="51">
                  <c:v>2021.9166666666667</c:v>
                </c:pt>
                <c:pt idx="52">
                  <c:v>2025.3333333333333</c:v>
                </c:pt>
                <c:pt idx="53">
                  <c:v>2022.75</c:v>
                </c:pt>
                <c:pt idx="54">
                  <c:v>2022.6666666666667</c:v>
                </c:pt>
                <c:pt idx="55">
                  <c:v>2025.3333333333333</c:v>
                </c:pt>
                <c:pt idx="56">
                  <c:v>2025.3333333333333</c:v>
                </c:pt>
                <c:pt idx="57">
                  <c:v>2025.5833333333333</c:v>
                </c:pt>
                <c:pt idx="58">
                  <c:v>2025.5</c:v>
                </c:pt>
                <c:pt idx="59">
                  <c:v>2025.25</c:v>
                </c:pt>
                <c:pt idx="60">
                  <c:v>2025.5</c:v>
                </c:pt>
                <c:pt idx="61">
                  <c:v>2025.5</c:v>
                </c:pt>
                <c:pt idx="62">
                  <c:v>2025.1666666666667</c:v>
                </c:pt>
                <c:pt idx="63">
                  <c:v>2025.1666666666667</c:v>
                </c:pt>
                <c:pt idx="64">
                  <c:v>2025.0833333333333</c:v>
                </c:pt>
                <c:pt idx="65">
                  <c:v>2025.0833333333333</c:v>
                </c:pt>
                <c:pt idx="66">
                  <c:v>2025</c:v>
                </c:pt>
                <c:pt idx="67">
                  <c:v>2025</c:v>
                </c:pt>
                <c:pt idx="68">
                  <c:v>2025</c:v>
                </c:pt>
                <c:pt idx="69">
                  <c:v>2025</c:v>
                </c:pt>
                <c:pt idx="70">
                  <c:v>2025</c:v>
                </c:pt>
                <c:pt idx="71">
                  <c:v>2025</c:v>
                </c:pt>
                <c:pt idx="72">
                  <c:v>2025</c:v>
                </c:pt>
                <c:pt idx="73">
                  <c:v>2024.9166666666667</c:v>
                </c:pt>
                <c:pt idx="74">
                  <c:v>2024.9166666666667</c:v>
                </c:pt>
                <c:pt idx="75">
                  <c:v>2024.9166666666667</c:v>
                </c:pt>
                <c:pt idx="76">
                  <c:v>2024.9166666666667</c:v>
                </c:pt>
                <c:pt idx="77">
                  <c:v>2024.9166666666667</c:v>
                </c:pt>
                <c:pt idx="78">
                  <c:v>2024.9166666666667</c:v>
                </c:pt>
                <c:pt idx="79">
                  <c:v>2024.9166666666667</c:v>
                </c:pt>
                <c:pt idx="80">
                  <c:v>2024.9166666666667</c:v>
                </c:pt>
                <c:pt idx="81">
                  <c:v>2024.9166666666667</c:v>
                </c:pt>
                <c:pt idx="82">
                  <c:v>2024.9166666666667</c:v>
                </c:pt>
                <c:pt idx="83">
                  <c:v>2024.9166666666667</c:v>
                </c:pt>
                <c:pt idx="84">
                  <c:v>2024.9166666666667</c:v>
                </c:pt>
                <c:pt idx="85">
                  <c:v>2024.25</c:v>
                </c:pt>
                <c:pt idx="86">
                  <c:v>2024.25</c:v>
                </c:pt>
                <c:pt idx="87">
                  <c:v>2024.8333333333333</c:v>
                </c:pt>
                <c:pt idx="88">
                  <c:v>2024.8333333333333</c:v>
                </c:pt>
                <c:pt idx="89">
                  <c:v>2024.8333333333333</c:v>
                </c:pt>
                <c:pt idx="90">
                  <c:v>2024.75</c:v>
                </c:pt>
                <c:pt idx="91">
                  <c:v>2024.75</c:v>
                </c:pt>
                <c:pt idx="92">
                  <c:v>2024.75</c:v>
                </c:pt>
                <c:pt idx="93">
                  <c:v>2024.6666666666667</c:v>
                </c:pt>
                <c:pt idx="94">
                  <c:v>2024.6666666666667</c:v>
                </c:pt>
                <c:pt idx="95">
                  <c:v>2024.6666666666667</c:v>
                </c:pt>
                <c:pt idx="96">
                  <c:v>2024.5</c:v>
                </c:pt>
                <c:pt idx="97">
                  <c:v>2024.4166666666667</c:v>
                </c:pt>
                <c:pt idx="98">
                  <c:v>2024.4166666666667</c:v>
                </c:pt>
                <c:pt idx="99">
                  <c:v>2024.4166666666667</c:v>
                </c:pt>
                <c:pt idx="100">
                  <c:v>2024.3333333333333</c:v>
                </c:pt>
                <c:pt idx="101">
                  <c:v>2024.3333333333333</c:v>
                </c:pt>
                <c:pt idx="102">
                  <c:v>2024.3333333333333</c:v>
                </c:pt>
                <c:pt idx="103">
                  <c:v>2024.25</c:v>
                </c:pt>
                <c:pt idx="104">
                  <c:v>2024.25</c:v>
                </c:pt>
                <c:pt idx="105">
                  <c:v>2024.25</c:v>
                </c:pt>
                <c:pt idx="106">
                  <c:v>2024.1666666666667</c:v>
                </c:pt>
                <c:pt idx="107">
                  <c:v>2024.0833333333333</c:v>
                </c:pt>
                <c:pt idx="108">
                  <c:v>2024.0833333333333</c:v>
                </c:pt>
                <c:pt idx="109">
                  <c:v>2024</c:v>
                </c:pt>
                <c:pt idx="110">
                  <c:v>2024</c:v>
                </c:pt>
                <c:pt idx="111">
                  <c:v>2024</c:v>
                </c:pt>
                <c:pt idx="112">
                  <c:v>2024</c:v>
                </c:pt>
                <c:pt idx="113">
                  <c:v>2024</c:v>
                </c:pt>
                <c:pt idx="114">
                  <c:v>2024</c:v>
                </c:pt>
                <c:pt idx="115">
                  <c:v>2024</c:v>
                </c:pt>
                <c:pt idx="116">
                  <c:v>2024</c:v>
                </c:pt>
                <c:pt idx="117">
                  <c:v>2024</c:v>
                </c:pt>
                <c:pt idx="118">
                  <c:v>2024</c:v>
                </c:pt>
                <c:pt idx="119">
                  <c:v>2024</c:v>
                </c:pt>
                <c:pt idx="120">
                  <c:v>2024</c:v>
                </c:pt>
                <c:pt idx="121">
                  <c:v>2024</c:v>
                </c:pt>
                <c:pt idx="122">
                  <c:v>2023.9166666666667</c:v>
                </c:pt>
                <c:pt idx="123">
                  <c:v>2023.9166666666667</c:v>
                </c:pt>
                <c:pt idx="124">
                  <c:v>2023.9166666666667</c:v>
                </c:pt>
                <c:pt idx="125">
                  <c:v>2023.9166666666667</c:v>
                </c:pt>
                <c:pt idx="126">
                  <c:v>2023.9166666666667</c:v>
                </c:pt>
                <c:pt idx="127">
                  <c:v>2023.9166666666667</c:v>
                </c:pt>
                <c:pt idx="128">
                  <c:v>2023.8333333333333</c:v>
                </c:pt>
                <c:pt idx="129">
                  <c:v>2023.8333333333333</c:v>
                </c:pt>
                <c:pt idx="130">
                  <c:v>2023.8333333333333</c:v>
                </c:pt>
                <c:pt idx="131">
                  <c:v>2023.75</c:v>
                </c:pt>
                <c:pt idx="132">
                  <c:v>2023.75</c:v>
                </c:pt>
                <c:pt idx="133">
                  <c:v>2023.75</c:v>
                </c:pt>
                <c:pt idx="134">
                  <c:v>2023.75</c:v>
                </c:pt>
                <c:pt idx="135">
                  <c:v>2023.75</c:v>
                </c:pt>
                <c:pt idx="136">
                  <c:v>2023.6666666666667</c:v>
                </c:pt>
                <c:pt idx="137">
                  <c:v>2023.6666666666667</c:v>
                </c:pt>
                <c:pt idx="138">
                  <c:v>2023.6666666666667</c:v>
                </c:pt>
                <c:pt idx="139">
                  <c:v>2023.5833333333333</c:v>
                </c:pt>
                <c:pt idx="140">
                  <c:v>2023.5833333333333</c:v>
                </c:pt>
                <c:pt idx="141">
                  <c:v>2023.5833333333333</c:v>
                </c:pt>
                <c:pt idx="142">
                  <c:v>2023.5833333333333</c:v>
                </c:pt>
                <c:pt idx="143">
                  <c:v>2023.5</c:v>
                </c:pt>
                <c:pt idx="144">
                  <c:v>2023.4166666666667</c:v>
                </c:pt>
                <c:pt idx="145">
                  <c:v>2023.4166666666667</c:v>
                </c:pt>
                <c:pt idx="146">
                  <c:v>2023.3333333333333</c:v>
                </c:pt>
                <c:pt idx="147">
                  <c:v>2023.3333333333333</c:v>
                </c:pt>
                <c:pt idx="148">
                  <c:v>2023.3333333333333</c:v>
                </c:pt>
                <c:pt idx="149">
                  <c:v>2023.25</c:v>
                </c:pt>
                <c:pt idx="150">
                  <c:v>2023.25</c:v>
                </c:pt>
                <c:pt idx="151">
                  <c:v>2023.1666666666667</c:v>
                </c:pt>
                <c:pt idx="152">
                  <c:v>2023.1666666666667</c:v>
                </c:pt>
                <c:pt idx="153">
                  <c:v>2023</c:v>
                </c:pt>
                <c:pt idx="154">
                  <c:v>2023</c:v>
                </c:pt>
                <c:pt idx="155">
                  <c:v>2023</c:v>
                </c:pt>
                <c:pt idx="156">
                  <c:v>2023</c:v>
                </c:pt>
                <c:pt idx="157">
                  <c:v>2022.9166666666667</c:v>
                </c:pt>
              </c:numCache>
            </c:numRef>
          </c:xVal>
          <c:yVal>
            <c:numRef>
              <c:f>Sheet1!$B$2:$B$159</c:f>
              <c:numCache>
                <c:formatCode>General</c:formatCode>
                <c:ptCount val="158"/>
                <c:pt idx="0">
                  <c:v>166</c:v>
                </c:pt>
                <c:pt idx="1">
                  <c:v>119</c:v>
                </c:pt>
                <c:pt idx="2">
                  <c:v>101</c:v>
                </c:pt>
                <c:pt idx="3">
                  <c:v>80</c:v>
                </c:pt>
                <c:pt idx="4">
                  <c:v>51</c:v>
                </c:pt>
                <c:pt idx="5">
                  <c:v>314</c:v>
                </c:pt>
                <c:pt idx="9">
                  <c:v>29</c:v>
                </c:pt>
                <c:pt idx="11">
                  <c:v>21</c:v>
                </c:pt>
                <c:pt idx="12">
                  <c:v>21</c:v>
                </c:pt>
                <c:pt idx="19">
                  <c:v>10</c:v>
                </c:pt>
                <c:pt idx="20">
                  <c:v>6</c:v>
                </c:pt>
                <c:pt idx="21">
                  <c:v>11</c:v>
                </c:pt>
                <c:pt idx="22">
                  <c:v>9</c:v>
                </c:pt>
                <c:pt idx="23">
                  <c:v>68</c:v>
                </c:pt>
                <c:pt idx="24">
                  <c:v>36</c:v>
                </c:pt>
                <c:pt idx="26">
                  <c:v>31</c:v>
                </c:pt>
                <c:pt idx="27">
                  <c:v>8</c:v>
                </c:pt>
                <c:pt idx="28">
                  <c:v>5</c:v>
                </c:pt>
                <c:pt idx="30">
                  <c:v>199</c:v>
                </c:pt>
                <c:pt idx="31">
                  <c:v>45</c:v>
                </c:pt>
                <c:pt idx="32">
                  <c:v>2</c:v>
                </c:pt>
                <c:pt idx="33">
                  <c:v>3</c:v>
                </c:pt>
                <c:pt idx="34">
                  <c:v>2</c:v>
                </c:pt>
                <c:pt idx="35">
                  <c:v>19</c:v>
                </c:pt>
                <c:pt idx="36">
                  <c:v>16</c:v>
                </c:pt>
                <c:pt idx="37">
                  <c:v>1126</c:v>
                </c:pt>
                <c:pt idx="39">
                  <c:v>291</c:v>
                </c:pt>
                <c:pt idx="41">
                  <c:v>183</c:v>
                </c:pt>
                <c:pt idx="44">
                  <c:v>118</c:v>
                </c:pt>
                <c:pt idx="46">
                  <c:v>101</c:v>
                </c:pt>
                <c:pt idx="47">
                  <c:v>86</c:v>
                </c:pt>
                <c:pt idx="48">
                  <c:v>84</c:v>
                </c:pt>
                <c:pt idx="49">
                  <c:v>66</c:v>
                </c:pt>
                <c:pt idx="52">
                  <c:v>13</c:v>
                </c:pt>
                <c:pt idx="54">
                  <c:v>13</c:v>
                </c:pt>
                <c:pt idx="55">
                  <c:v>8</c:v>
                </c:pt>
                <c:pt idx="56">
                  <c:v>7</c:v>
                </c:pt>
                <c:pt idx="57">
                  <c:v>1</c:v>
                </c:pt>
                <c:pt idx="58">
                  <c:v>4</c:v>
                </c:pt>
                <c:pt idx="59">
                  <c:v>45</c:v>
                </c:pt>
                <c:pt idx="61">
                  <c:v>1</c:v>
                </c:pt>
                <c:pt idx="62">
                  <c:v>45</c:v>
                </c:pt>
                <c:pt idx="63">
                  <c:v>29</c:v>
                </c:pt>
                <c:pt idx="64">
                  <c:v>38</c:v>
                </c:pt>
                <c:pt idx="65">
                  <c:v>56</c:v>
                </c:pt>
                <c:pt idx="66">
                  <c:v>13</c:v>
                </c:pt>
                <c:pt idx="67">
                  <c:v>2</c:v>
                </c:pt>
                <c:pt idx="68">
                  <c:v>51</c:v>
                </c:pt>
                <c:pt idx="69">
                  <c:v>11</c:v>
                </c:pt>
                <c:pt idx="70">
                  <c:v>12</c:v>
                </c:pt>
                <c:pt idx="71">
                  <c:v>15</c:v>
                </c:pt>
                <c:pt idx="72">
                  <c:v>45</c:v>
                </c:pt>
                <c:pt idx="73">
                  <c:v>37</c:v>
                </c:pt>
                <c:pt idx="74">
                  <c:v>2</c:v>
                </c:pt>
                <c:pt idx="75">
                  <c:v>7</c:v>
                </c:pt>
                <c:pt idx="76">
                  <c:v>16</c:v>
                </c:pt>
                <c:pt idx="77">
                  <c:v>49</c:v>
                </c:pt>
                <c:pt idx="78">
                  <c:v>62</c:v>
                </c:pt>
                <c:pt idx="79">
                  <c:v>46</c:v>
                </c:pt>
                <c:pt idx="80">
                  <c:v>33</c:v>
                </c:pt>
                <c:pt idx="81">
                  <c:v>82</c:v>
                </c:pt>
                <c:pt idx="82">
                  <c:v>236</c:v>
                </c:pt>
                <c:pt idx="83">
                  <c:v>53</c:v>
                </c:pt>
                <c:pt idx="84">
                  <c:v>156</c:v>
                </c:pt>
                <c:pt idx="85">
                  <c:v>425</c:v>
                </c:pt>
                <c:pt idx="86">
                  <c:v>785</c:v>
                </c:pt>
                <c:pt idx="87">
                  <c:v>266</c:v>
                </c:pt>
                <c:pt idx="88">
                  <c:v>44</c:v>
                </c:pt>
                <c:pt idx="89">
                  <c:v>62</c:v>
                </c:pt>
                <c:pt idx="90">
                  <c:v>112</c:v>
                </c:pt>
                <c:pt idx="91">
                  <c:v>160</c:v>
                </c:pt>
                <c:pt idx="92">
                  <c:v>71</c:v>
                </c:pt>
                <c:pt idx="93">
                  <c:v>320</c:v>
                </c:pt>
                <c:pt idx="94">
                  <c:v>180</c:v>
                </c:pt>
                <c:pt idx="95">
                  <c:v>71</c:v>
                </c:pt>
                <c:pt idx="96">
                  <c:v>162</c:v>
                </c:pt>
                <c:pt idx="97">
                  <c:v>5</c:v>
                </c:pt>
                <c:pt idx="98">
                  <c:v>30</c:v>
                </c:pt>
                <c:pt idx="100">
                  <c:v>3</c:v>
                </c:pt>
                <c:pt idx="101">
                  <c:v>21</c:v>
                </c:pt>
                <c:pt idx="102">
                  <c:v>24</c:v>
                </c:pt>
                <c:pt idx="103">
                  <c:v>125</c:v>
                </c:pt>
                <c:pt idx="104">
                  <c:v>11</c:v>
                </c:pt>
                <c:pt idx="105">
                  <c:v>449</c:v>
                </c:pt>
                <c:pt idx="106">
                  <c:v>133</c:v>
                </c:pt>
                <c:pt idx="107">
                  <c:v>86</c:v>
                </c:pt>
                <c:pt idx="108">
                  <c:v>106</c:v>
                </c:pt>
                <c:pt idx="109">
                  <c:v>337</c:v>
                </c:pt>
                <c:pt idx="110">
                  <c:v>339</c:v>
                </c:pt>
                <c:pt idx="111">
                  <c:v>143</c:v>
                </c:pt>
                <c:pt idx="112">
                  <c:v>223</c:v>
                </c:pt>
                <c:pt idx="113">
                  <c:v>101</c:v>
                </c:pt>
                <c:pt idx="114">
                  <c:v>83</c:v>
                </c:pt>
                <c:pt idx="115">
                  <c:v>498</c:v>
                </c:pt>
                <c:pt idx="116">
                  <c:v>497</c:v>
                </c:pt>
                <c:pt idx="117">
                  <c:v>175</c:v>
                </c:pt>
                <c:pt idx="118">
                  <c:v>581</c:v>
                </c:pt>
                <c:pt idx="119">
                  <c:v>623</c:v>
                </c:pt>
                <c:pt idx="120">
                  <c:v>173</c:v>
                </c:pt>
                <c:pt idx="121">
                  <c:v>245</c:v>
                </c:pt>
                <c:pt idx="123">
                  <c:v>314</c:v>
                </c:pt>
                <c:pt idx="124">
                  <c:v>613</c:v>
                </c:pt>
                <c:pt idx="125">
                  <c:v>33</c:v>
                </c:pt>
                <c:pt idx="126">
                  <c:v>172</c:v>
                </c:pt>
                <c:pt idx="127">
                  <c:v>56</c:v>
                </c:pt>
                <c:pt idx="130">
                  <c:v>45</c:v>
                </c:pt>
                <c:pt idx="133">
                  <c:v>9</c:v>
                </c:pt>
                <c:pt idx="135">
                  <c:v>249</c:v>
                </c:pt>
                <c:pt idx="136">
                  <c:v>277</c:v>
                </c:pt>
                <c:pt idx="137">
                  <c:v>167</c:v>
                </c:pt>
                <c:pt idx="138">
                  <c:v>72</c:v>
                </c:pt>
                <c:pt idx="139">
                  <c:v>35</c:v>
                </c:pt>
                <c:pt idx="140">
                  <c:v>199</c:v>
                </c:pt>
                <c:pt idx="141">
                  <c:v>111</c:v>
                </c:pt>
                <c:pt idx="142">
                  <c:v>385</c:v>
                </c:pt>
                <c:pt idx="143">
                  <c:v>1126</c:v>
                </c:pt>
                <c:pt idx="144">
                  <c:v>559</c:v>
                </c:pt>
                <c:pt idx="145">
                  <c:v>150</c:v>
                </c:pt>
                <c:pt idx="146">
                  <c:v>116</c:v>
                </c:pt>
                <c:pt idx="147">
                  <c:v>177</c:v>
                </c:pt>
                <c:pt idx="148">
                  <c:v>897</c:v>
                </c:pt>
                <c:pt idx="149">
                  <c:v>114</c:v>
                </c:pt>
                <c:pt idx="151">
                  <c:v>21</c:v>
                </c:pt>
                <c:pt idx="152">
                  <c:v>915</c:v>
                </c:pt>
                <c:pt idx="153">
                  <c:v>67</c:v>
                </c:pt>
                <c:pt idx="154">
                  <c:v>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3AE-B24F-B846-45637836B1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4FEFAC"/>
              </a:solidFill>
              <a:ln w="9525">
                <a:noFill/>
              </a:ln>
              <a:effectLst/>
            </c:spPr>
          </c:marker>
          <c:xVal>
            <c:numRef>
              <c:f>Sheet1!$A$2:$A$159</c:f>
              <c:numCache>
                <c:formatCode>General</c:formatCode>
                <c:ptCount val="158"/>
                <c:pt idx="0">
                  <c:v>2025.1666666666667</c:v>
                </c:pt>
                <c:pt idx="1">
                  <c:v>2024.25</c:v>
                </c:pt>
                <c:pt idx="2">
                  <c:v>2024.3333333333333</c:v>
                </c:pt>
                <c:pt idx="3">
                  <c:v>2024.3333333333333</c:v>
                </c:pt>
                <c:pt idx="4">
                  <c:v>2024.9166666666667</c:v>
                </c:pt>
                <c:pt idx="5">
                  <c:v>2023.25</c:v>
                </c:pt>
                <c:pt idx="6">
                  <c:v>2023.75</c:v>
                </c:pt>
                <c:pt idx="7">
                  <c:v>2023.5</c:v>
                </c:pt>
                <c:pt idx="8">
                  <c:v>2022.25</c:v>
                </c:pt>
                <c:pt idx="9">
                  <c:v>2025.3333333333333</c:v>
                </c:pt>
                <c:pt idx="10">
                  <c:v>2023.75</c:v>
                </c:pt>
                <c:pt idx="11">
                  <c:v>2025.3333333333333</c:v>
                </c:pt>
                <c:pt idx="12">
                  <c:v>2025.9166666666667</c:v>
                </c:pt>
                <c:pt idx="13">
                  <c:v>2021.6666666666667</c:v>
                </c:pt>
                <c:pt idx="14">
                  <c:v>2024.5833333333333</c:v>
                </c:pt>
                <c:pt idx="15">
                  <c:v>2024.6666666666667</c:v>
                </c:pt>
                <c:pt idx="16">
                  <c:v>2024.4166666666667</c:v>
                </c:pt>
                <c:pt idx="17">
                  <c:v>2024.9166666666667</c:v>
                </c:pt>
                <c:pt idx="18">
                  <c:v>2024.75</c:v>
                </c:pt>
                <c:pt idx="19">
                  <c:v>2025.5</c:v>
                </c:pt>
                <c:pt idx="20">
                  <c:v>2025.0833333333333</c:v>
                </c:pt>
                <c:pt idx="21">
                  <c:v>2025.0833333333333</c:v>
                </c:pt>
                <c:pt idx="22">
                  <c:v>2025.0833333333333</c:v>
                </c:pt>
                <c:pt idx="23">
                  <c:v>2025.25</c:v>
                </c:pt>
                <c:pt idx="24">
                  <c:v>2024.9166666666667</c:v>
                </c:pt>
                <c:pt idx="25">
                  <c:v>2022.3333333333333</c:v>
                </c:pt>
                <c:pt idx="26">
                  <c:v>2024.5833333333333</c:v>
                </c:pt>
                <c:pt idx="27">
                  <c:v>2025.5</c:v>
                </c:pt>
                <c:pt idx="28">
                  <c:v>2025.3333333333333</c:v>
                </c:pt>
                <c:pt idx="29">
                  <c:v>2024.25</c:v>
                </c:pt>
                <c:pt idx="30">
                  <c:v>2025.25</c:v>
                </c:pt>
                <c:pt idx="31">
                  <c:v>2025.25</c:v>
                </c:pt>
                <c:pt idx="32">
                  <c:v>2025.25</c:v>
                </c:pt>
                <c:pt idx="33">
                  <c:v>2025.1666666666667</c:v>
                </c:pt>
                <c:pt idx="34">
                  <c:v>2025.1666666666667</c:v>
                </c:pt>
                <c:pt idx="35">
                  <c:v>2025.1666666666667</c:v>
                </c:pt>
                <c:pt idx="36">
                  <c:v>2025.1666666666667</c:v>
                </c:pt>
                <c:pt idx="37">
                  <c:v>2023.5</c:v>
                </c:pt>
                <c:pt idx="38">
                  <c:v>2022.9166666666667</c:v>
                </c:pt>
                <c:pt idx="39">
                  <c:v>2024.25</c:v>
                </c:pt>
                <c:pt idx="40">
                  <c:v>2022.6666666666667</c:v>
                </c:pt>
                <c:pt idx="41">
                  <c:v>2023.6666666666667</c:v>
                </c:pt>
                <c:pt idx="42">
                  <c:v>2022.1666666666667</c:v>
                </c:pt>
                <c:pt idx="43">
                  <c:v>2021.1666666666667</c:v>
                </c:pt>
                <c:pt idx="44">
                  <c:v>2023.75</c:v>
                </c:pt>
                <c:pt idx="45">
                  <c:v>2021.3333333333333</c:v>
                </c:pt>
                <c:pt idx="46">
                  <c:v>2024.1666666666667</c:v>
                </c:pt>
                <c:pt idx="47">
                  <c:v>2021.9166666666667</c:v>
                </c:pt>
                <c:pt idx="48">
                  <c:v>2023.75</c:v>
                </c:pt>
                <c:pt idx="49">
                  <c:v>2024.9166666666667</c:v>
                </c:pt>
                <c:pt idx="50">
                  <c:v>2024.5</c:v>
                </c:pt>
                <c:pt idx="51">
                  <c:v>2021.9166666666667</c:v>
                </c:pt>
                <c:pt idx="52">
                  <c:v>2025.3333333333333</c:v>
                </c:pt>
                <c:pt idx="53">
                  <c:v>2022.75</c:v>
                </c:pt>
                <c:pt idx="54">
                  <c:v>2022.6666666666667</c:v>
                </c:pt>
                <c:pt idx="55">
                  <c:v>2025.3333333333333</c:v>
                </c:pt>
                <c:pt idx="56">
                  <c:v>2025.3333333333333</c:v>
                </c:pt>
                <c:pt idx="57">
                  <c:v>2025.5833333333333</c:v>
                </c:pt>
                <c:pt idx="58">
                  <c:v>2025.5</c:v>
                </c:pt>
                <c:pt idx="59">
                  <c:v>2025.25</c:v>
                </c:pt>
                <c:pt idx="60">
                  <c:v>2025.5</c:v>
                </c:pt>
                <c:pt idx="61">
                  <c:v>2025.5</c:v>
                </c:pt>
                <c:pt idx="62">
                  <c:v>2025.1666666666667</c:v>
                </c:pt>
                <c:pt idx="63">
                  <c:v>2025.1666666666667</c:v>
                </c:pt>
                <c:pt idx="64">
                  <c:v>2025.0833333333333</c:v>
                </c:pt>
                <c:pt idx="65">
                  <c:v>2025.0833333333333</c:v>
                </c:pt>
                <c:pt idx="66">
                  <c:v>2025</c:v>
                </c:pt>
                <c:pt idx="67">
                  <c:v>2025</c:v>
                </c:pt>
                <c:pt idx="68">
                  <c:v>2025</c:v>
                </c:pt>
                <c:pt idx="69">
                  <c:v>2025</c:v>
                </c:pt>
                <c:pt idx="70">
                  <c:v>2025</c:v>
                </c:pt>
                <c:pt idx="71">
                  <c:v>2025</c:v>
                </c:pt>
                <c:pt idx="72">
                  <c:v>2025</c:v>
                </c:pt>
                <c:pt idx="73">
                  <c:v>2024.9166666666667</c:v>
                </c:pt>
                <c:pt idx="74">
                  <c:v>2024.9166666666667</c:v>
                </c:pt>
                <c:pt idx="75">
                  <c:v>2024.9166666666667</c:v>
                </c:pt>
                <c:pt idx="76">
                  <c:v>2024.9166666666667</c:v>
                </c:pt>
                <c:pt idx="77">
                  <c:v>2024.9166666666667</c:v>
                </c:pt>
                <c:pt idx="78">
                  <c:v>2024.9166666666667</c:v>
                </c:pt>
                <c:pt idx="79">
                  <c:v>2024.9166666666667</c:v>
                </c:pt>
                <c:pt idx="80">
                  <c:v>2024.9166666666667</c:v>
                </c:pt>
                <c:pt idx="81">
                  <c:v>2024.9166666666667</c:v>
                </c:pt>
                <c:pt idx="82">
                  <c:v>2024.9166666666667</c:v>
                </c:pt>
                <c:pt idx="83">
                  <c:v>2024.9166666666667</c:v>
                </c:pt>
                <c:pt idx="84">
                  <c:v>2024.9166666666667</c:v>
                </c:pt>
                <c:pt idx="85">
                  <c:v>2024.25</c:v>
                </c:pt>
                <c:pt idx="86">
                  <c:v>2024.25</c:v>
                </c:pt>
                <c:pt idx="87">
                  <c:v>2024.8333333333333</c:v>
                </c:pt>
                <c:pt idx="88">
                  <c:v>2024.8333333333333</c:v>
                </c:pt>
                <c:pt idx="89">
                  <c:v>2024.8333333333333</c:v>
                </c:pt>
                <c:pt idx="90">
                  <c:v>2024.75</c:v>
                </c:pt>
                <c:pt idx="91">
                  <c:v>2024.75</c:v>
                </c:pt>
                <c:pt idx="92">
                  <c:v>2024.75</c:v>
                </c:pt>
                <c:pt idx="93">
                  <c:v>2024.6666666666667</c:v>
                </c:pt>
                <c:pt idx="94">
                  <c:v>2024.6666666666667</c:v>
                </c:pt>
                <c:pt idx="95">
                  <c:v>2024.6666666666667</c:v>
                </c:pt>
                <c:pt idx="96">
                  <c:v>2024.5</c:v>
                </c:pt>
                <c:pt idx="97">
                  <c:v>2024.4166666666667</c:v>
                </c:pt>
                <c:pt idx="98">
                  <c:v>2024.4166666666667</c:v>
                </c:pt>
                <c:pt idx="99">
                  <c:v>2024.4166666666667</c:v>
                </c:pt>
                <c:pt idx="100">
                  <c:v>2024.3333333333333</c:v>
                </c:pt>
                <c:pt idx="101">
                  <c:v>2024.3333333333333</c:v>
                </c:pt>
                <c:pt idx="102">
                  <c:v>2024.3333333333333</c:v>
                </c:pt>
                <c:pt idx="103">
                  <c:v>2024.25</c:v>
                </c:pt>
                <c:pt idx="104">
                  <c:v>2024.25</c:v>
                </c:pt>
                <c:pt idx="105">
                  <c:v>2024.25</c:v>
                </c:pt>
                <c:pt idx="106">
                  <c:v>2024.1666666666667</c:v>
                </c:pt>
                <c:pt idx="107">
                  <c:v>2024.0833333333333</c:v>
                </c:pt>
                <c:pt idx="108">
                  <c:v>2024.0833333333333</c:v>
                </c:pt>
                <c:pt idx="109">
                  <c:v>2024</c:v>
                </c:pt>
                <c:pt idx="110">
                  <c:v>2024</c:v>
                </c:pt>
                <c:pt idx="111">
                  <c:v>2024</c:v>
                </c:pt>
                <c:pt idx="112">
                  <c:v>2024</c:v>
                </c:pt>
                <c:pt idx="113">
                  <c:v>2024</c:v>
                </c:pt>
                <c:pt idx="114">
                  <c:v>2024</c:v>
                </c:pt>
                <c:pt idx="115">
                  <c:v>2024</c:v>
                </c:pt>
                <c:pt idx="116">
                  <c:v>2024</c:v>
                </c:pt>
                <c:pt idx="117">
                  <c:v>2024</c:v>
                </c:pt>
                <c:pt idx="118">
                  <c:v>2024</c:v>
                </c:pt>
                <c:pt idx="119">
                  <c:v>2024</c:v>
                </c:pt>
                <c:pt idx="120">
                  <c:v>2024</c:v>
                </c:pt>
                <c:pt idx="121">
                  <c:v>2024</c:v>
                </c:pt>
                <c:pt idx="122">
                  <c:v>2023.9166666666667</c:v>
                </c:pt>
                <c:pt idx="123">
                  <c:v>2023.9166666666667</c:v>
                </c:pt>
                <c:pt idx="124">
                  <c:v>2023.9166666666667</c:v>
                </c:pt>
                <c:pt idx="125">
                  <c:v>2023.9166666666667</c:v>
                </c:pt>
                <c:pt idx="126">
                  <c:v>2023.9166666666667</c:v>
                </c:pt>
                <c:pt idx="127">
                  <c:v>2023.9166666666667</c:v>
                </c:pt>
                <c:pt idx="128">
                  <c:v>2023.8333333333333</c:v>
                </c:pt>
                <c:pt idx="129">
                  <c:v>2023.8333333333333</c:v>
                </c:pt>
                <c:pt idx="130">
                  <c:v>2023.8333333333333</c:v>
                </c:pt>
                <c:pt idx="131">
                  <c:v>2023.75</c:v>
                </c:pt>
                <c:pt idx="132">
                  <c:v>2023.75</c:v>
                </c:pt>
                <c:pt idx="133">
                  <c:v>2023.75</c:v>
                </c:pt>
                <c:pt idx="134">
                  <c:v>2023.75</c:v>
                </c:pt>
                <c:pt idx="135">
                  <c:v>2023.75</c:v>
                </c:pt>
                <c:pt idx="136">
                  <c:v>2023.6666666666667</c:v>
                </c:pt>
                <c:pt idx="137">
                  <c:v>2023.6666666666667</c:v>
                </c:pt>
                <c:pt idx="138">
                  <c:v>2023.6666666666667</c:v>
                </c:pt>
                <c:pt idx="139">
                  <c:v>2023.5833333333333</c:v>
                </c:pt>
                <c:pt idx="140">
                  <c:v>2023.5833333333333</c:v>
                </c:pt>
                <c:pt idx="141">
                  <c:v>2023.5833333333333</c:v>
                </c:pt>
                <c:pt idx="142">
                  <c:v>2023.5833333333333</c:v>
                </c:pt>
                <c:pt idx="143">
                  <c:v>2023.5</c:v>
                </c:pt>
                <c:pt idx="144">
                  <c:v>2023.4166666666667</c:v>
                </c:pt>
                <c:pt idx="145">
                  <c:v>2023.4166666666667</c:v>
                </c:pt>
                <c:pt idx="146">
                  <c:v>2023.3333333333333</c:v>
                </c:pt>
                <c:pt idx="147">
                  <c:v>2023.3333333333333</c:v>
                </c:pt>
                <c:pt idx="148">
                  <c:v>2023.3333333333333</c:v>
                </c:pt>
                <c:pt idx="149">
                  <c:v>2023.25</c:v>
                </c:pt>
                <c:pt idx="150">
                  <c:v>2023.25</c:v>
                </c:pt>
                <c:pt idx="151">
                  <c:v>2023.1666666666667</c:v>
                </c:pt>
                <c:pt idx="152">
                  <c:v>2023.1666666666667</c:v>
                </c:pt>
                <c:pt idx="153">
                  <c:v>2023</c:v>
                </c:pt>
                <c:pt idx="154">
                  <c:v>2023</c:v>
                </c:pt>
                <c:pt idx="155">
                  <c:v>2023</c:v>
                </c:pt>
                <c:pt idx="156">
                  <c:v>2023</c:v>
                </c:pt>
                <c:pt idx="157">
                  <c:v>2022.9166666666667</c:v>
                </c:pt>
              </c:numCache>
            </c:numRef>
          </c:xVal>
          <c:yVal>
            <c:numRef>
              <c:f>Sheet1!$C$2:$C$159</c:f>
              <c:numCache>
                <c:formatCode>General</c:formatCode>
                <c:ptCount val="158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  <c:pt idx="5">
                  <c:v>49</c:v>
                </c:pt>
                <c:pt idx="6">
                  <c:v>95</c:v>
                </c:pt>
                <c:pt idx="7">
                  <c:v>53</c:v>
                </c:pt>
                <c:pt idx="8">
                  <c:v>47</c:v>
                </c:pt>
                <c:pt idx="9">
                  <c:v>2</c:v>
                </c:pt>
                <c:pt idx="10">
                  <c:v>29</c:v>
                </c:pt>
                <c:pt idx="11">
                  <c:v>3</c:v>
                </c:pt>
                <c:pt idx="12">
                  <c:v>3</c:v>
                </c:pt>
                <c:pt idx="13">
                  <c:v>21</c:v>
                </c:pt>
                <c:pt idx="14">
                  <c:v>16</c:v>
                </c:pt>
                <c:pt idx="15">
                  <c:v>15</c:v>
                </c:pt>
                <c:pt idx="16">
                  <c:v>15</c:v>
                </c:pt>
                <c:pt idx="17">
                  <c:v>15</c:v>
                </c:pt>
                <c:pt idx="18">
                  <c:v>14</c:v>
                </c:pt>
                <c:pt idx="19">
                  <c:v>4</c:v>
                </c:pt>
                <c:pt idx="20">
                  <c:v>3</c:v>
                </c:pt>
                <c:pt idx="24">
                  <c:v>7</c:v>
                </c:pt>
                <c:pt idx="25">
                  <c:v>32</c:v>
                </c:pt>
                <c:pt idx="26">
                  <c:v>13</c:v>
                </c:pt>
                <c:pt idx="29">
                  <c:v>4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3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8">
                  <c:v>354</c:v>
                </c:pt>
                <c:pt idx="40">
                  <c:v>254</c:v>
                </c:pt>
                <c:pt idx="42">
                  <c:v>146</c:v>
                </c:pt>
                <c:pt idx="43">
                  <c:v>132</c:v>
                </c:pt>
                <c:pt idx="45">
                  <c:v>109</c:v>
                </c:pt>
                <c:pt idx="50">
                  <c:v>45</c:v>
                </c:pt>
                <c:pt idx="51">
                  <c:v>21</c:v>
                </c:pt>
                <c:pt idx="53">
                  <c:v>3</c:v>
                </c:pt>
                <c:pt idx="59">
                  <c:v>2</c:v>
                </c:pt>
                <c:pt idx="60">
                  <c:v>1</c:v>
                </c:pt>
                <c:pt idx="62">
                  <c:v>4</c:v>
                </c:pt>
                <c:pt idx="64">
                  <c:v>1</c:v>
                </c:pt>
                <c:pt idx="65">
                  <c:v>11</c:v>
                </c:pt>
                <c:pt idx="66">
                  <c:v>23</c:v>
                </c:pt>
                <c:pt idx="67">
                  <c:v>8</c:v>
                </c:pt>
                <c:pt idx="68">
                  <c:v>9</c:v>
                </c:pt>
                <c:pt idx="69">
                  <c:v>1</c:v>
                </c:pt>
                <c:pt idx="70">
                  <c:v>3</c:v>
                </c:pt>
                <c:pt idx="71">
                  <c:v>3</c:v>
                </c:pt>
                <c:pt idx="72">
                  <c:v>11</c:v>
                </c:pt>
                <c:pt idx="73">
                  <c:v>18</c:v>
                </c:pt>
                <c:pt idx="74">
                  <c:v>2</c:v>
                </c:pt>
                <c:pt idx="75">
                  <c:v>6</c:v>
                </c:pt>
                <c:pt idx="76">
                  <c:v>4</c:v>
                </c:pt>
                <c:pt idx="77">
                  <c:v>4</c:v>
                </c:pt>
                <c:pt idx="82">
                  <c:v>54</c:v>
                </c:pt>
                <c:pt idx="84">
                  <c:v>7</c:v>
                </c:pt>
                <c:pt idx="90">
                  <c:v>52</c:v>
                </c:pt>
                <c:pt idx="91">
                  <c:v>4</c:v>
                </c:pt>
                <c:pt idx="92">
                  <c:v>10</c:v>
                </c:pt>
                <c:pt idx="93">
                  <c:v>62</c:v>
                </c:pt>
                <c:pt idx="95">
                  <c:v>33</c:v>
                </c:pt>
                <c:pt idx="96">
                  <c:v>30</c:v>
                </c:pt>
                <c:pt idx="97">
                  <c:v>56</c:v>
                </c:pt>
                <c:pt idx="98">
                  <c:v>17</c:v>
                </c:pt>
                <c:pt idx="99">
                  <c:v>36</c:v>
                </c:pt>
                <c:pt idx="109">
                  <c:v>2</c:v>
                </c:pt>
                <c:pt idx="110">
                  <c:v>58</c:v>
                </c:pt>
                <c:pt idx="111">
                  <c:v>62</c:v>
                </c:pt>
                <c:pt idx="112">
                  <c:v>105</c:v>
                </c:pt>
                <c:pt idx="117">
                  <c:v>92</c:v>
                </c:pt>
                <c:pt idx="122">
                  <c:v>34</c:v>
                </c:pt>
                <c:pt idx="123">
                  <c:v>40</c:v>
                </c:pt>
                <c:pt idx="125">
                  <c:v>26</c:v>
                </c:pt>
                <c:pt idx="126">
                  <c:v>48</c:v>
                </c:pt>
                <c:pt idx="127">
                  <c:v>202</c:v>
                </c:pt>
                <c:pt idx="128">
                  <c:v>47</c:v>
                </c:pt>
                <c:pt idx="129">
                  <c:v>11</c:v>
                </c:pt>
                <c:pt idx="131">
                  <c:v>31</c:v>
                </c:pt>
                <c:pt idx="132">
                  <c:v>54</c:v>
                </c:pt>
                <c:pt idx="133">
                  <c:v>0</c:v>
                </c:pt>
                <c:pt idx="134">
                  <c:v>68</c:v>
                </c:pt>
                <c:pt idx="138">
                  <c:v>37</c:v>
                </c:pt>
                <c:pt idx="144">
                  <c:v>22</c:v>
                </c:pt>
                <c:pt idx="150">
                  <c:v>105</c:v>
                </c:pt>
                <c:pt idx="151">
                  <c:v>696</c:v>
                </c:pt>
                <c:pt idx="152">
                  <c:v>51</c:v>
                </c:pt>
                <c:pt idx="153">
                  <c:v>55</c:v>
                </c:pt>
                <c:pt idx="154">
                  <c:v>44</c:v>
                </c:pt>
                <c:pt idx="155">
                  <c:v>69</c:v>
                </c:pt>
                <c:pt idx="156">
                  <c:v>47</c:v>
                </c:pt>
                <c:pt idx="157">
                  <c:v>967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3AE-B24F-B846-45637836B1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67970911"/>
        <c:axId val="1367972623"/>
      </c:scatterChart>
      <c:valAx>
        <c:axId val="1367970911"/>
        <c:scaling>
          <c:orientation val="minMax"/>
          <c:max val="2026"/>
          <c:min val="202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STIX Two Text" pitchFamily="2" charset="0"/>
                <a:ea typeface="+mn-ea"/>
                <a:cs typeface="+mn-cs"/>
              </a:defRPr>
            </a:pPr>
            <a:endParaRPr lang="zh-CN"/>
          </a:p>
        </c:txPr>
        <c:crossAx val="1367972623"/>
        <c:crosses val="autoZero"/>
        <c:crossBetween val="midCat"/>
        <c:majorUnit val="2"/>
      </c:valAx>
      <c:valAx>
        <c:axId val="1367972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STIX Two Text" pitchFamily="2" charset="0"/>
                <a:ea typeface="+mn-ea"/>
                <a:cs typeface="+mn-cs"/>
              </a:defRPr>
            </a:pPr>
            <a:endParaRPr lang="zh-CN"/>
          </a:p>
        </c:txPr>
        <c:crossAx val="1367970911"/>
        <c:crosses val="autoZero"/>
        <c:crossBetween val="midCat"/>
        <c:majorUnit val="400"/>
      </c:valAx>
      <c:spPr>
        <a:solidFill>
          <a:schemeClr val="bg1"/>
        </a:solidFill>
        <a:ln w="12700"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07493698172548"/>
          <c:y val="4.2520526731014599E-2"/>
          <c:w val="0.83600644632467958"/>
          <c:h val="0.67733372860885743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NeurIPS</c:v>
                </c:pt>
              </c:strCache>
            </c:strRef>
          </c:tx>
          <c:spPr>
            <a:ln w="12700" cap="rnd">
              <a:solidFill>
                <a:srgbClr val="5757AF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rgbClr val="5757AF"/>
              </a:solidFill>
              <a:ln w="12700">
                <a:solidFill>
                  <a:srgbClr val="5757AF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Sheet1!$B$2:$H$2</c:f>
              <c:numCache>
                <c:formatCode>General</c:formatCode>
                <c:ptCount val="7"/>
                <c:pt idx="0">
                  <c:v>1009</c:v>
                </c:pt>
                <c:pt idx="1">
                  <c:v>1427</c:v>
                </c:pt>
                <c:pt idx="2">
                  <c:v>1899</c:v>
                </c:pt>
                <c:pt idx="3">
                  <c:v>2334</c:v>
                </c:pt>
                <c:pt idx="4">
                  <c:v>2671</c:v>
                </c:pt>
                <c:pt idx="5">
                  <c:v>3218</c:v>
                </c:pt>
                <c:pt idx="6">
                  <c:v>4035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82-456F-9544-B1FE9C0D837B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CVPR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triangle"/>
            <c:size val="7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  <c:pt idx="0">
                  <c:v>979</c:v>
                </c:pt>
                <c:pt idx="1">
                  <c:v>1300</c:v>
                </c:pt>
                <c:pt idx="2">
                  <c:v>1467</c:v>
                </c:pt>
                <c:pt idx="3">
                  <c:v>1661</c:v>
                </c:pt>
                <c:pt idx="4">
                  <c:v>2062</c:v>
                </c:pt>
                <c:pt idx="5">
                  <c:v>2359</c:v>
                </c:pt>
                <c:pt idx="6">
                  <c:v>2719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82-456F-9544-B1FE9C0D837B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ICCV</c:v>
                </c:pt>
              </c:strCache>
            </c:strRef>
          </c:tx>
          <c:spPr>
            <a:ln w="12700" cap="rnd">
              <a:solidFill>
                <a:schemeClr val="accent4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4"/>
              </a:solidFill>
              <a:ln w="12700">
                <a:solidFill>
                  <a:schemeClr val="accent4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  <c:pt idx="1">
                  <c:v>1062</c:v>
                </c:pt>
                <c:pt idx="3">
                  <c:v>1612</c:v>
                </c:pt>
                <c:pt idx="5">
                  <c:v>2155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582-456F-9544-B1FE9C0D837B}"/>
            </c:ext>
          </c:extLst>
        </c:ser>
        <c:ser>
          <c:idx val="4"/>
          <c:order val="3"/>
          <c:tx>
            <c:strRef>
              <c:f>Sheet1!$A$6</c:f>
              <c:strCache>
                <c:ptCount val="1"/>
                <c:pt idx="0">
                  <c:v>ICML</c:v>
                </c:pt>
              </c:strCache>
            </c:strRef>
          </c:tx>
          <c:spPr>
            <a:ln w="1270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12700">
                <a:solidFill>
                  <a:schemeClr val="accent6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Sheet1!$B$6:$H$6</c:f>
              <c:numCache>
                <c:formatCode>General</c:formatCode>
                <c:ptCount val="7"/>
                <c:pt idx="0">
                  <c:v>621</c:v>
                </c:pt>
                <c:pt idx="1">
                  <c:v>773</c:v>
                </c:pt>
                <c:pt idx="2">
                  <c:v>1084</c:v>
                </c:pt>
                <c:pt idx="3">
                  <c:v>1183</c:v>
                </c:pt>
                <c:pt idx="4">
                  <c:v>1233</c:v>
                </c:pt>
                <c:pt idx="5">
                  <c:v>1828</c:v>
                </c:pt>
                <c:pt idx="6">
                  <c:v>2944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582-456F-9544-B1FE9C0D837B}"/>
            </c:ext>
          </c:extLst>
        </c:ser>
        <c:ser>
          <c:idx val="5"/>
          <c:order val="4"/>
          <c:tx>
            <c:strRef>
              <c:f>Sheet1!$A$7</c:f>
              <c:strCache>
                <c:ptCount val="1"/>
                <c:pt idx="0">
                  <c:v>ICLR</c:v>
                </c:pt>
              </c:strCache>
            </c:strRef>
          </c:tx>
          <c:spPr>
            <a:ln w="12700" cap="rnd">
              <a:solidFill>
                <a:schemeClr val="accent5"/>
              </a:solidFill>
              <a:round/>
            </a:ln>
            <a:effectLst/>
          </c:spPr>
          <c:marker>
            <c:symbol val="triangle"/>
            <c:size val="7"/>
            <c:spPr>
              <a:solidFill>
                <a:schemeClr val="accent5"/>
              </a:solidFill>
              <a:ln w="12700">
                <a:solidFill>
                  <a:schemeClr val="accent5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Sheet1!$B$7:$H$7</c:f>
              <c:numCache>
                <c:formatCode>General</c:formatCode>
                <c:ptCount val="7"/>
                <c:pt idx="0">
                  <c:v>337</c:v>
                </c:pt>
                <c:pt idx="1">
                  <c:v>502</c:v>
                </c:pt>
                <c:pt idx="2">
                  <c:v>687</c:v>
                </c:pt>
                <c:pt idx="3">
                  <c:v>860</c:v>
                </c:pt>
                <c:pt idx="4">
                  <c:v>1095</c:v>
                </c:pt>
                <c:pt idx="5">
                  <c:v>1575</c:v>
                </c:pt>
                <c:pt idx="6">
                  <c:v>2260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10-2848-B011-EA73549883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6650383"/>
        <c:axId val="756642223"/>
      </c:lineChart>
      <c:catAx>
        <c:axId val="756650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STIX Two Text Medium" pitchFamily="2" charset="0"/>
                <a:ea typeface="+mn-ea"/>
                <a:cs typeface="+mn-cs"/>
              </a:defRPr>
            </a:pPr>
            <a:endParaRPr lang="zh-CN"/>
          </a:p>
        </c:txPr>
        <c:crossAx val="756642223"/>
        <c:crosses val="autoZero"/>
        <c:auto val="1"/>
        <c:lblAlgn val="ctr"/>
        <c:lblOffset val="100"/>
        <c:noMultiLvlLbl val="0"/>
      </c:catAx>
      <c:valAx>
        <c:axId val="756642223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STIX Two Text Medium" pitchFamily="2" charset="0"/>
                <a:ea typeface="+mn-ea"/>
                <a:cs typeface="+mn-cs"/>
              </a:defRPr>
            </a:pPr>
            <a:endParaRPr lang="zh-CN"/>
          </a:p>
        </c:txPr>
        <c:crossAx val="756650383"/>
        <c:crosses val="autoZero"/>
        <c:crossBetween val="between"/>
      </c:valAx>
      <c:spPr>
        <a:noFill/>
        <a:ln w="12700"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15911510104007151"/>
          <c:y val="5.9945724693438264E-2"/>
          <c:w val="0.26054212685519529"/>
          <c:h val="0.31770838406171165"/>
        </c:manualLayout>
      </c:layout>
      <c:overlay val="0"/>
      <c:spPr>
        <a:solidFill>
          <a:schemeClr val="bg1"/>
        </a:solidFill>
        <a:ln w="127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STIX Two Text" pitchFamily="2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190024520120374"/>
          <c:y val="9.5786688077163715E-2"/>
          <c:w val="0.6962427744541464"/>
          <c:h val="0.6873756387569380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5757AF"/>
              </a:solidFill>
              <a:ln w="9525">
                <a:noFill/>
              </a:ln>
              <a:effectLst/>
            </c:spPr>
          </c:marker>
          <c:xVal>
            <c:numRef>
              <c:f>Sheet1!$A$2:$A$159</c:f>
              <c:numCache>
                <c:formatCode>General</c:formatCode>
                <c:ptCount val="158"/>
                <c:pt idx="0">
                  <c:v>2025.1666666666667</c:v>
                </c:pt>
                <c:pt idx="1">
                  <c:v>2024.25</c:v>
                </c:pt>
                <c:pt idx="2">
                  <c:v>2024.3333333333333</c:v>
                </c:pt>
                <c:pt idx="3">
                  <c:v>2024.3333333333333</c:v>
                </c:pt>
                <c:pt idx="4">
                  <c:v>2024.9166666666667</c:v>
                </c:pt>
                <c:pt idx="5">
                  <c:v>2023.25</c:v>
                </c:pt>
                <c:pt idx="6">
                  <c:v>2023.75</c:v>
                </c:pt>
                <c:pt idx="7">
                  <c:v>2023.5</c:v>
                </c:pt>
                <c:pt idx="9">
                  <c:v>2025.3333333333333</c:v>
                </c:pt>
                <c:pt idx="10">
                  <c:v>2023.75</c:v>
                </c:pt>
                <c:pt idx="11">
                  <c:v>2025.3333333333333</c:v>
                </c:pt>
                <c:pt idx="12">
                  <c:v>2025.3333333333333</c:v>
                </c:pt>
                <c:pt idx="14">
                  <c:v>2024.5833333333333</c:v>
                </c:pt>
                <c:pt idx="15">
                  <c:v>2024.6666666666667</c:v>
                </c:pt>
                <c:pt idx="16">
                  <c:v>2024.4166666666667</c:v>
                </c:pt>
                <c:pt idx="17">
                  <c:v>2024.9166666666667</c:v>
                </c:pt>
                <c:pt idx="18">
                  <c:v>2024.75</c:v>
                </c:pt>
                <c:pt idx="19">
                  <c:v>2025.5</c:v>
                </c:pt>
                <c:pt idx="20">
                  <c:v>2025.0833333333333</c:v>
                </c:pt>
                <c:pt idx="21">
                  <c:v>2025.0833333333333</c:v>
                </c:pt>
                <c:pt idx="22">
                  <c:v>2025.0833333333333</c:v>
                </c:pt>
                <c:pt idx="23">
                  <c:v>2025.25</c:v>
                </c:pt>
                <c:pt idx="24">
                  <c:v>2024.9166666666667</c:v>
                </c:pt>
                <c:pt idx="26">
                  <c:v>2024.5833333333333</c:v>
                </c:pt>
                <c:pt idx="27">
                  <c:v>2025.5</c:v>
                </c:pt>
                <c:pt idx="28">
                  <c:v>2025.3333333333333</c:v>
                </c:pt>
                <c:pt idx="29">
                  <c:v>2024.25</c:v>
                </c:pt>
                <c:pt idx="30">
                  <c:v>2025.25</c:v>
                </c:pt>
                <c:pt idx="31">
                  <c:v>2025.25</c:v>
                </c:pt>
                <c:pt idx="32">
                  <c:v>2025.25</c:v>
                </c:pt>
                <c:pt idx="33">
                  <c:v>2025.1666666666667</c:v>
                </c:pt>
                <c:pt idx="34">
                  <c:v>2025.1666666666667</c:v>
                </c:pt>
                <c:pt idx="35">
                  <c:v>2025.1666666666667</c:v>
                </c:pt>
                <c:pt idx="36">
                  <c:v>2025.1666666666667</c:v>
                </c:pt>
                <c:pt idx="37">
                  <c:v>2023.5</c:v>
                </c:pt>
                <c:pt idx="39">
                  <c:v>2024.25</c:v>
                </c:pt>
                <c:pt idx="41">
                  <c:v>2023.6666666666667</c:v>
                </c:pt>
                <c:pt idx="44">
                  <c:v>2023.75</c:v>
                </c:pt>
                <c:pt idx="46">
                  <c:v>2024.1666666666667</c:v>
                </c:pt>
                <c:pt idx="48">
                  <c:v>2023.75</c:v>
                </c:pt>
                <c:pt idx="49">
                  <c:v>2024.9166666666667</c:v>
                </c:pt>
                <c:pt idx="50">
                  <c:v>2024.5</c:v>
                </c:pt>
                <c:pt idx="52">
                  <c:v>2025.3333333333333</c:v>
                </c:pt>
                <c:pt idx="55">
                  <c:v>2025.3333333333333</c:v>
                </c:pt>
                <c:pt idx="56">
                  <c:v>2025.3333333333333</c:v>
                </c:pt>
                <c:pt idx="57">
                  <c:v>2025.5833333333333</c:v>
                </c:pt>
                <c:pt idx="58">
                  <c:v>2025.5</c:v>
                </c:pt>
                <c:pt idx="59">
                  <c:v>2025.25</c:v>
                </c:pt>
                <c:pt idx="60">
                  <c:v>2025.5</c:v>
                </c:pt>
                <c:pt idx="61">
                  <c:v>2025.5</c:v>
                </c:pt>
                <c:pt idx="62">
                  <c:v>2025.1666666666667</c:v>
                </c:pt>
                <c:pt idx="63">
                  <c:v>2025.1666666666667</c:v>
                </c:pt>
                <c:pt idx="64">
                  <c:v>2025.0833333333333</c:v>
                </c:pt>
                <c:pt idx="65">
                  <c:v>2025.0833333333333</c:v>
                </c:pt>
                <c:pt idx="66">
                  <c:v>2025</c:v>
                </c:pt>
                <c:pt idx="67">
                  <c:v>2025</c:v>
                </c:pt>
                <c:pt idx="68">
                  <c:v>2025</c:v>
                </c:pt>
                <c:pt idx="69">
                  <c:v>2025</c:v>
                </c:pt>
                <c:pt idx="70">
                  <c:v>2025</c:v>
                </c:pt>
                <c:pt idx="71">
                  <c:v>2025</c:v>
                </c:pt>
                <c:pt idx="72">
                  <c:v>2025</c:v>
                </c:pt>
                <c:pt idx="73">
                  <c:v>2024.9166666666667</c:v>
                </c:pt>
                <c:pt idx="74">
                  <c:v>2024.9166666666667</c:v>
                </c:pt>
                <c:pt idx="75">
                  <c:v>2024.9166666666667</c:v>
                </c:pt>
                <c:pt idx="76">
                  <c:v>2024.9166666666667</c:v>
                </c:pt>
                <c:pt idx="77">
                  <c:v>2024.9166666666667</c:v>
                </c:pt>
                <c:pt idx="78">
                  <c:v>2024.9166666666667</c:v>
                </c:pt>
                <c:pt idx="79">
                  <c:v>2024.9166666666667</c:v>
                </c:pt>
                <c:pt idx="80">
                  <c:v>2024.9166666666667</c:v>
                </c:pt>
                <c:pt idx="81">
                  <c:v>2024.9166666666667</c:v>
                </c:pt>
                <c:pt idx="82">
                  <c:v>2024.9166666666667</c:v>
                </c:pt>
                <c:pt idx="83">
                  <c:v>2024.9166666666667</c:v>
                </c:pt>
                <c:pt idx="84">
                  <c:v>2024.9166666666667</c:v>
                </c:pt>
                <c:pt idx="85">
                  <c:v>2024.25</c:v>
                </c:pt>
                <c:pt idx="86">
                  <c:v>2024.25</c:v>
                </c:pt>
                <c:pt idx="87">
                  <c:v>2024.8333333333333</c:v>
                </c:pt>
                <c:pt idx="88">
                  <c:v>2024.8333333333333</c:v>
                </c:pt>
                <c:pt idx="89">
                  <c:v>2024.8333333333333</c:v>
                </c:pt>
                <c:pt idx="90">
                  <c:v>2024.75</c:v>
                </c:pt>
                <c:pt idx="91">
                  <c:v>2024.75</c:v>
                </c:pt>
                <c:pt idx="92">
                  <c:v>2024.75</c:v>
                </c:pt>
                <c:pt idx="93">
                  <c:v>2024.6666666666667</c:v>
                </c:pt>
                <c:pt idx="94">
                  <c:v>2024.6666666666667</c:v>
                </c:pt>
                <c:pt idx="95">
                  <c:v>2024.6666666666667</c:v>
                </c:pt>
                <c:pt idx="96">
                  <c:v>2024.5</c:v>
                </c:pt>
                <c:pt idx="97">
                  <c:v>2024.4166666666667</c:v>
                </c:pt>
                <c:pt idx="98">
                  <c:v>2024.4166666666667</c:v>
                </c:pt>
                <c:pt idx="99">
                  <c:v>2024.4166666666667</c:v>
                </c:pt>
                <c:pt idx="100">
                  <c:v>2024.3333333333333</c:v>
                </c:pt>
                <c:pt idx="101">
                  <c:v>2024.3333333333333</c:v>
                </c:pt>
                <c:pt idx="102">
                  <c:v>2024.3333333333333</c:v>
                </c:pt>
                <c:pt idx="103">
                  <c:v>2024.25</c:v>
                </c:pt>
                <c:pt idx="104">
                  <c:v>2024.25</c:v>
                </c:pt>
                <c:pt idx="105">
                  <c:v>2024.25</c:v>
                </c:pt>
                <c:pt idx="106">
                  <c:v>2024.1666666666667</c:v>
                </c:pt>
                <c:pt idx="107">
                  <c:v>2024.0833333333333</c:v>
                </c:pt>
                <c:pt idx="108">
                  <c:v>2024.0833333333333</c:v>
                </c:pt>
                <c:pt idx="109">
                  <c:v>2024</c:v>
                </c:pt>
                <c:pt idx="110">
                  <c:v>2024</c:v>
                </c:pt>
                <c:pt idx="111">
                  <c:v>2024</c:v>
                </c:pt>
                <c:pt idx="112">
                  <c:v>2024</c:v>
                </c:pt>
                <c:pt idx="113">
                  <c:v>2024</c:v>
                </c:pt>
                <c:pt idx="114">
                  <c:v>2024</c:v>
                </c:pt>
                <c:pt idx="115">
                  <c:v>2024</c:v>
                </c:pt>
                <c:pt idx="116">
                  <c:v>2024</c:v>
                </c:pt>
                <c:pt idx="117">
                  <c:v>2024</c:v>
                </c:pt>
                <c:pt idx="118">
                  <c:v>2024</c:v>
                </c:pt>
                <c:pt idx="119">
                  <c:v>2024</c:v>
                </c:pt>
                <c:pt idx="120">
                  <c:v>2024</c:v>
                </c:pt>
                <c:pt idx="121">
                  <c:v>2024</c:v>
                </c:pt>
                <c:pt idx="122">
                  <c:v>2023.9166666666667</c:v>
                </c:pt>
                <c:pt idx="123">
                  <c:v>2023.9166666666667</c:v>
                </c:pt>
                <c:pt idx="124">
                  <c:v>2023.9166666666667</c:v>
                </c:pt>
                <c:pt idx="125">
                  <c:v>2023.9166666666667</c:v>
                </c:pt>
                <c:pt idx="126">
                  <c:v>2023.9166666666667</c:v>
                </c:pt>
                <c:pt idx="127">
                  <c:v>2023.9166666666667</c:v>
                </c:pt>
                <c:pt idx="128">
                  <c:v>2023.8333333333333</c:v>
                </c:pt>
                <c:pt idx="129">
                  <c:v>2023.8333333333333</c:v>
                </c:pt>
                <c:pt idx="130">
                  <c:v>2023.8333333333333</c:v>
                </c:pt>
                <c:pt idx="131">
                  <c:v>2023.75</c:v>
                </c:pt>
                <c:pt idx="132">
                  <c:v>2023.75</c:v>
                </c:pt>
                <c:pt idx="133">
                  <c:v>2023.75</c:v>
                </c:pt>
                <c:pt idx="134">
                  <c:v>2023.75</c:v>
                </c:pt>
                <c:pt idx="135">
                  <c:v>2023.75</c:v>
                </c:pt>
                <c:pt idx="136">
                  <c:v>2023.6666666666667</c:v>
                </c:pt>
                <c:pt idx="137">
                  <c:v>2023.6666666666667</c:v>
                </c:pt>
                <c:pt idx="138">
                  <c:v>2023.6666666666667</c:v>
                </c:pt>
                <c:pt idx="139">
                  <c:v>2023.5833333333333</c:v>
                </c:pt>
                <c:pt idx="140">
                  <c:v>2023.5833333333333</c:v>
                </c:pt>
                <c:pt idx="141">
                  <c:v>2023.5833333333333</c:v>
                </c:pt>
                <c:pt idx="142">
                  <c:v>2023.5833333333333</c:v>
                </c:pt>
                <c:pt idx="143">
                  <c:v>2023.5</c:v>
                </c:pt>
                <c:pt idx="144">
                  <c:v>2023.4166666666667</c:v>
                </c:pt>
                <c:pt idx="145">
                  <c:v>2023.4166666666667</c:v>
                </c:pt>
                <c:pt idx="146">
                  <c:v>2023.3333333333333</c:v>
                </c:pt>
                <c:pt idx="147">
                  <c:v>2023.3333333333333</c:v>
                </c:pt>
                <c:pt idx="148">
                  <c:v>2023.3333333333333</c:v>
                </c:pt>
                <c:pt idx="149">
                  <c:v>2023.25</c:v>
                </c:pt>
                <c:pt idx="150">
                  <c:v>2023.25</c:v>
                </c:pt>
                <c:pt idx="151">
                  <c:v>2023.1666666666667</c:v>
                </c:pt>
                <c:pt idx="152">
                  <c:v>2023.1666666666667</c:v>
                </c:pt>
                <c:pt idx="153">
                  <c:v>2023</c:v>
                </c:pt>
                <c:pt idx="154">
                  <c:v>2023</c:v>
                </c:pt>
                <c:pt idx="155">
                  <c:v>2023</c:v>
                </c:pt>
                <c:pt idx="156">
                  <c:v>2023</c:v>
                </c:pt>
                <c:pt idx="157">
                  <c:v>2022.9166666666667</c:v>
                </c:pt>
              </c:numCache>
            </c:numRef>
          </c:xVal>
          <c:yVal>
            <c:numRef>
              <c:f>Sheet1!$B$2:$B$159</c:f>
              <c:numCache>
                <c:formatCode>General</c:formatCode>
                <c:ptCount val="158"/>
                <c:pt idx="0">
                  <c:v>166</c:v>
                </c:pt>
                <c:pt idx="1">
                  <c:v>119</c:v>
                </c:pt>
                <c:pt idx="2">
                  <c:v>101</c:v>
                </c:pt>
                <c:pt idx="3">
                  <c:v>80</c:v>
                </c:pt>
                <c:pt idx="4">
                  <c:v>51</c:v>
                </c:pt>
                <c:pt idx="5">
                  <c:v>314</c:v>
                </c:pt>
                <c:pt idx="9">
                  <c:v>29</c:v>
                </c:pt>
                <c:pt idx="11">
                  <c:v>21</c:v>
                </c:pt>
                <c:pt idx="12">
                  <c:v>21</c:v>
                </c:pt>
                <c:pt idx="19">
                  <c:v>10</c:v>
                </c:pt>
                <c:pt idx="20">
                  <c:v>6</c:v>
                </c:pt>
                <c:pt idx="21">
                  <c:v>11</c:v>
                </c:pt>
                <c:pt idx="22">
                  <c:v>9</c:v>
                </c:pt>
                <c:pt idx="23">
                  <c:v>68</c:v>
                </c:pt>
                <c:pt idx="24">
                  <c:v>36</c:v>
                </c:pt>
                <c:pt idx="26">
                  <c:v>31</c:v>
                </c:pt>
                <c:pt idx="27">
                  <c:v>8</c:v>
                </c:pt>
                <c:pt idx="28">
                  <c:v>5</c:v>
                </c:pt>
                <c:pt idx="30">
                  <c:v>199</c:v>
                </c:pt>
                <c:pt idx="31">
                  <c:v>45</c:v>
                </c:pt>
                <c:pt idx="32">
                  <c:v>2</c:v>
                </c:pt>
                <c:pt idx="33">
                  <c:v>3</c:v>
                </c:pt>
                <c:pt idx="34">
                  <c:v>2</c:v>
                </c:pt>
                <c:pt idx="35">
                  <c:v>19</c:v>
                </c:pt>
                <c:pt idx="36">
                  <c:v>16</c:v>
                </c:pt>
                <c:pt idx="37">
                  <c:v>1126</c:v>
                </c:pt>
                <c:pt idx="39">
                  <c:v>291</c:v>
                </c:pt>
                <c:pt idx="41">
                  <c:v>183</c:v>
                </c:pt>
                <c:pt idx="44">
                  <c:v>118</c:v>
                </c:pt>
                <c:pt idx="46">
                  <c:v>101</c:v>
                </c:pt>
                <c:pt idx="48">
                  <c:v>84</c:v>
                </c:pt>
                <c:pt idx="49">
                  <c:v>66</c:v>
                </c:pt>
                <c:pt idx="52">
                  <c:v>13</c:v>
                </c:pt>
                <c:pt idx="55">
                  <c:v>8</c:v>
                </c:pt>
                <c:pt idx="56">
                  <c:v>7</c:v>
                </c:pt>
                <c:pt idx="57">
                  <c:v>1</c:v>
                </c:pt>
                <c:pt idx="58">
                  <c:v>4</c:v>
                </c:pt>
                <c:pt idx="59">
                  <c:v>45</c:v>
                </c:pt>
                <c:pt idx="61">
                  <c:v>1</c:v>
                </c:pt>
                <c:pt idx="62">
                  <c:v>45</c:v>
                </c:pt>
                <c:pt idx="63">
                  <c:v>29</c:v>
                </c:pt>
                <c:pt idx="64">
                  <c:v>38</c:v>
                </c:pt>
                <c:pt idx="65">
                  <c:v>56</c:v>
                </c:pt>
                <c:pt idx="66">
                  <c:v>13</c:v>
                </c:pt>
                <c:pt idx="67">
                  <c:v>2</c:v>
                </c:pt>
                <c:pt idx="68">
                  <c:v>51</c:v>
                </c:pt>
                <c:pt idx="69">
                  <c:v>11</c:v>
                </c:pt>
                <c:pt idx="70">
                  <c:v>12</c:v>
                </c:pt>
                <c:pt idx="71">
                  <c:v>15</c:v>
                </c:pt>
                <c:pt idx="72">
                  <c:v>45</c:v>
                </c:pt>
                <c:pt idx="73">
                  <c:v>37</c:v>
                </c:pt>
                <c:pt idx="74">
                  <c:v>2</c:v>
                </c:pt>
                <c:pt idx="75">
                  <c:v>7</c:v>
                </c:pt>
                <c:pt idx="76">
                  <c:v>16</c:v>
                </c:pt>
                <c:pt idx="77">
                  <c:v>49</c:v>
                </c:pt>
                <c:pt idx="78">
                  <c:v>62</c:v>
                </c:pt>
                <c:pt idx="79">
                  <c:v>46</c:v>
                </c:pt>
                <c:pt idx="80">
                  <c:v>33</c:v>
                </c:pt>
                <c:pt idx="81">
                  <c:v>82</c:v>
                </c:pt>
                <c:pt idx="82">
                  <c:v>236</c:v>
                </c:pt>
                <c:pt idx="83">
                  <c:v>53</c:v>
                </c:pt>
                <c:pt idx="84">
                  <c:v>156</c:v>
                </c:pt>
                <c:pt idx="85">
                  <c:v>425</c:v>
                </c:pt>
                <c:pt idx="86">
                  <c:v>785</c:v>
                </c:pt>
                <c:pt idx="87">
                  <c:v>266</c:v>
                </c:pt>
                <c:pt idx="88">
                  <c:v>44</c:v>
                </c:pt>
                <c:pt idx="89">
                  <c:v>62</c:v>
                </c:pt>
                <c:pt idx="90">
                  <c:v>112</c:v>
                </c:pt>
                <c:pt idx="91">
                  <c:v>160</c:v>
                </c:pt>
                <c:pt idx="92">
                  <c:v>71</c:v>
                </c:pt>
                <c:pt idx="93">
                  <c:v>320</c:v>
                </c:pt>
                <c:pt idx="94">
                  <c:v>180</c:v>
                </c:pt>
                <c:pt idx="95">
                  <c:v>71</c:v>
                </c:pt>
                <c:pt idx="96">
                  <c:v>162</c:v>
                </c:pt>
                <c:pt idx="97">
                  <c:v>5</c:v>
                </c:pt>
                <c:pt idx="98">
                  <c:v>30</c:v>
                </c:pt>
                <c:pt idx="100">
                  <c:v>3</c:v>
                </c:pt>
                <c:pt idx="101">
                  <c:v>21</c:v>
                </c:pt>
                <c:pt idx="102">
                  <c:v>24</c:v>
                </c:pt>
                <c:pt idx="103">
                  <c:v>125</c:v>
                </c:pt>
                <c:pt idx="104">
                  <c:v>11</c:v>
                </c:pt>
                <c:pt idx="105">
                  <c:v>449</c:v>
                </c:pt>
                <c:pt idx="106">
                  <c:v>133</c:v>
                </c:pt>
                <c:pt idx="107">
                  <c:v>86</c:v>
                </c:pt>
                <c:pt idx="108">
                  <c:v>106</c:v>
                </c:pt>
                <c:pt idx="109">
                  <c:v>337</c:v>
                </c:pt>
                <c:pt idx="110">
                  <c:v>339</c:v>
                </c:pt>
                <c:pt idx="111">
                  <c:v>143</c:v>
                </c:pt>
                <c:pt idx="112">
                  <c:v>223</c:v>
                </c:pt>
                <c:pt idx="113">
                  <c:v>101</c:v>
                </c:pt>
                <c:pt idx="114">
                  <c:v>83</c:v>
                </c:pt>
                <c:pt idx="115">
                  <c:v>498</c:v>
                </c:pt>
                <c:pt idx="116">
                  <c:v>497</c:v>
                </c:pt>
                <c:pt idx="117">
                  <c:v>175</c:v>
                </c:pt>
                <c:pt idx="118">
                  <c:v>581</c:v>
                </c:pt>
                <c:pt idx="119">
                  <c:v>623</c:v>
                </c:pt>
                <c:pt idx="120">
                  <c:v>173</c:v>
                </c:pt>
                <c:pt idx="121">
                  <c:v>245</c:v>
                </c:pt>
                <c:pt idx="123">
                  <c:v>314</c:v>
                </c:pt>
                <c:pt idx="124">
                  <c:v>613</c:v>
                </c:pt>
                <c:pt idx="125">
                  <c:v>33</c:v>
                </c:pt>
                <c:pt idx="126">
                  <c:v>172</c:v>
                </c:pt>
                <c:pt idx="127">
                  <c:v>56</c:v>
                </c:pt>
                <c:pt idx="130">
                  <c:v>45</c:v>
                </c:pt>
                <c:pt idx="133">
                  <c:v>9</c:v>
                </c:pt>
                <c:pt idx="135">
                  <c:v>249</c:v>
                </c:pt>
                <c:pt idx="136">
                  <c:v>277</c:v>
                </c:pt>
                <c:pt idx="137">
                  <c:v>167</c:v>
                </c:pt>
                <c:pt idx="138">
                  <c:v>72</c:v>
                </c:pt>
                <c:pt idx="139">
                  <c:v>35</c:v>
                </c:pt>
                <c:pt idx="140">
                  <c:v>199</c:v>
                </c:pt>
                <c:pt idx="141">
                  <c:v>111</c:v>
                </c:pt>
                <c:pt idx="142">
                  <c:v>385</c:v>
                </c:pt>
                <c:pt idx="143">
                  <c:v>1126</c:v>
                </c:pt>
                <c:pt idx="144">
                  <c:v>559</c:v>
                </c:pt>
                <c:pt idx="145">
                  <c:v>150</c:v>
                </c:pt>
                <c:pt idx="146">
                  <c:v>116</c:v>
                </c:pt>
                <c:pt idx="147">
                  <c:v>177</c:v>
                </c:pt>
                <c:pt idx="148">
                  <c:v>897</c:v>
                </c:pt>
                <c:pt idx="149">
                  <c:v>114</c:v>
                </c:pt>
                <c:pt idx="151">
                  <c:v>21</c:v>
                </c:pt>
                <c:pt idx="152">
                  <c:v>915</c:v>
                </c:pt>
                <c:pt idx="153">
                  <c:v>67</c:v>
                </c:pt>
                <c:pt idx="154">
                  <c:v>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4D1-DD4F-B4E8-4676F17995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4FEFAC"/>
              </a:solidFill>
              <a:ln w="9525">
                <a:noFill/>
              </a:ln>
              <a:effectLst/>
            </c:spPr>
          </c:marker>
          <c:xVal>
            <c:numRef>
              <c:f>Sheet1!$A$2:$A$159</c:f>
              <c:numCache>
                <c:formatCode>General</c:formatCode>
                <c:ptCount val="158"/>
                <c:pt idx="0">
                  <c:v>2025.1666666666667</c:v>
                </c:pt>
                <c:pt idx="1">
                  <c:v>2024.25</c:v>
                </c:pt>
                <c:pt idx="2">
                  <c:v>2024.3333333333333</c:v>
                </c:pt>
                <c:pt idx="3">
                  <c:v>2024.3333333333333</c:v>
                </c:pt>
                <c:pt idx="4">
                  <c:v>2024.9166666666667</c:v>
                </c:pt>
                <c:pt idx="5">
                  <c:v>2023.25</c:v>
                </c:pt>
                <c:pt idx="6">
                  <c:v>2023.75</c:v>
                </c:pt>
                <c:pt idx="7">
                  <c:v>2023.5</c:v>
                </c:pt>
                <c:pt idx="9">
                  <c:v>2025.3333333333333</c:v>
                </c:pt>
                <c:pt idx="10">
                  <c:v>2023.75</c:v>
                </c:pt>
                <c:pt idx="11">
                  <c:v>2025.3333333333333</c:v>
                </c:pt>
                <c:pt idx="12">
                  <c:v>2025.3333333333333</c:v>
                </c:pt>
                <c:pt idx="14">
                  <c:v>2024.5833333333333</c:v>
                </c:pt>
                <c:pt idx="15">
                  <c:v>2024.6666666666667</c:v>
                </c:pt>
                <c:pt idx="16">
                  <c:v>2024.4166666666667</c:v>
                </c:pt>
                <c:pt idx="17">
                  <c:v>2024.9166666666667</c:v>
                </c:pt>
                <c:pt idx="18">
                  <c:v>2024.75</c:v>
                </c:pt>
                <c:pt idx="19">
                  <c:v>2025.5</c:v>
                </c:pt>
                <c:pt idx="20">
                  <c:v>2025.0833333333333</c:v>
                </c:pt>
                <c:pt idx="21">
                  <c:v>2025.0833333333333</c:v>
                </c:pt>
                <c:pt idx="22">
                  <c:v>2025.0833333333333</c:v>
                </c:pt>
                <c:pt idx="23">
                  <c:v>2025.25</c:v>
                </c:pt>
                <c:pt idx="24">
                  <c:v>2024.9166666666667</c:v>
                </c:pt>
                <c:pt idx="26">
                  <c:v>2024.5833333333333</c:v>
                </c:pt>
                <c:pt idx="27">
                  <c:v>2025.5</c:v>
                </c:pt>
                <c:pt idx="28">
                  <c:v>2025.3333333333333</c:v>
                </c:pt>
                <c:pt idx="29">
                  <c:v>2024.25</c:v>
                </c:pt>
                <c:pt idx="30">
                  <c:v>2025.25</c:v>
                </c:pt>
                <c:pt idx="31">
                  <c:v>2025.25</c:v>
                </c:pt>
                <c:pt idx="32">
                  <c:v>2025.25</c:v>
                </c:pt>
                <c:pt idx="33">
                  <c:v>2025.1666666666667</c:v>
                </c:pt>
                <c:pt idx="34">
                  <c:v>2025.1666666666667</c:v>
                </c:pt>
                <c:pt idx="35">
                  <c:v>2025.1666666666667</c:v>
                </c:pt>
                <c:pt idx="36">
                  <c:v>2025.1666666666667</c:v>
                </c:pt>
                <c:pt idx="37">
                  <c:v>2023.5</c:v>
                </c:pt>
                <c:pt idx="39">
                  <c:v>2024.25</c:v>
                </c:pt>
                <c:pt idx="41">
                  <c:v>2023.6666666666667</c:v>
                </c:pt>
                <c:pt idx="44">
                  <c:v>2023.75</c:v>
                </c:pt>
                <c:pt idx="46">
                  <c:v>2024.1666666666667</c:v>
                </c:pt>
                <c:pt idx="48">
                  <c:v>2023.75</c:v>
                </c:pt>
                <c:pt idx="49">
                  <c:v>2024.9166666666667</c:v>
                </c:pt>
                <c:pt idx="50">
                  <c:v>2024.5</c:v>
                </c:pt>
                <c:pt idx="52">
                  <c:v>2025.3333333333333</c:v>
                </c:pt>
                <c:pt idx="55">
                  <c:v>2025.3333333333333</c:v>
                </c:pt>
                <c:pt idx="56">
                  <c:v>2025.3333333333333</c:v>
                </c:pt>
                <c:pt idx="57">
                  <c:v>2025.5833333333333</c:v>
                </c:pt>
                <c:pt idx="58">
                  <c:v>2025.5</c:v>
                </c:pt>
                <c:pt idx="59">
                  <c:v>2025.25</c:v>
                </c:pt>
                <c:pt idx="60">
                  <c:v>2025.5</c:v>
                </c:pt>
                <c:pt idx="61">
                  <c:v>2025.5</c:v>
                </c:pt>
                <c:pt idx="62">
                  <c:v>2025.1666666666667</c:v>
                </c:pt>
                <c:pt idx="63">
                  <c:v>2025.1666666666667</c:v>
                </c:pt>
                <c:pt idx="64">
                  <c:v>2025.0833333333333</c:v>
                </c:pt>
                <c:pt idx="65">
                  <c:v>2025.0833333333333</c:v>
                </c:pt>
                <c:pt idx="66">
                  <c:v>2025</c:v>
                </c:pt>
                <c:pt idx="67">
                  <c:v>2025</c:v>
                </c:pt>
                <c:pt idx="68">
                  <c:v>2025</c:v>
                </c:pt>
                <c:pt idx="69">
                  <c:v>2025</c:v>
                </c:pt>
                <c:pt idx="70">
                  <c:v>2025</c:v>
                </c:pt>
                <c:pt idx="71">
                  <c:v>2025</c:v>
                </c:pt>
                <c:pt idx="72">
                  <c:v>2025</c:v>
                </c:pt>
                <c:pt idx="73">
                  <c:v>2024.9166666666667</c:v>
                </c:pt>
                <c:pt idx="74">
                  <c:v>2024.9166666666667</c:v>
                </c:pt>
                <c:pt idx="75">
                  <c:v>2024.9166666666667</c:v>
                </c:pt>
                <c:pt idx="76">
                  <c:v>2024.9166666666667</c:v>
                </c:pt>
                <c:pt idx="77">
                  <c:v>2024.9166666666667</c:v>
                </c:pt>
                <c:pt idx="78">
                  <c:v>2024.9166666666667</c:v>
                </c:pt>
                <c:pt idx="79">
                  <c:v>2024.9166666666667</c:v>
                </c:pt>
                <c:pt idx="80">
                  <c:v>2024.9166666666667</c:v>
                </c:pt>
                <c:pt idx="81">
                  <c:v>2024.9166666666667</c:v>
                </c:pt>
                <c:pt idx="82">
                  <c:v>2024.9166666666667</c:v>
                </c:pt>
                <c:pt idx="83">
                  <c:v>2024.9166666666667</c:v>
                </c:pt>
                <c:pt idx="84">
                  <c:v>2024.9166666666667</c:v>
                </c:pt>
                <c:pt idx="85">
                  <c:v>2024.25</c:v>
                </c:pt>
                <c:pt idx="86">
                  <c:v>2024.25</c:v>
                </c:pt>
                <c:pt idx="87">
                  <c:v>2024.8333333333333</c:v>
                </c:pt>
                <c:pt idx="88">
                  <c:v>2024.8333333333333</c:v>
                </c:pt>
                <c:pt idx="89">
                  <c:v>2024.8333333333333</c:v>
                </c:pt>
                <c:pt idx="90">
                  <c:v>2024.75</c:v>
                </c:pt>
                <c:pt idx="91">
                  <c:v>2024.75</c:v>
                </c:pt>
                <c:pt idx="92">
                  <c:v>2024.75</c:v>
                </c:pt>
                <c:pt idx="93">
                  <c:v>2024.6666666666667</c:v>
                </c:pt>
                <c:pt idx="94">
                  <c:v>2024.6666666666667</c:v>
                </c:pt>
                <c:pt idx="95">
                  <c:v>2024.6666666666667</c:v>
                </c:pt>
                <c:pt idx="96">
                  <c:v>2024.5</c:v>
                </c:pt>
                <c:pt idx="97">
                  <c:v>2024.4166666666667</c:v>
                </c:pt>
                <c:pt idx="98">
                  <c:v>2024.4166666666667</c:v>
                </c:pt>
                <c:pt idx="99">
                  <c:v>2024.4166666666667</c:v>
                </c:pt>
                <c:pt idx="100">
                  <c:v>2024.3333333333333</c:v>
                </c:pt>
                <c:pt idx="101">
                  <c:v>2024.3333333333333</c:v>
                </c:pt>
                <c:pt idx="102">
                  <c:v>2024.3333333333333</c:v>
                </c:pt>
                <c:pt idx="103">
                  <c:v>2024.25</c:v>
                </c:pt>
                <c:pt idx="104">
                  <c:v>2024.25</c:v>
                </c:pt>
                <c:pt idx="105">
                  <c:v>2024.25</c:v>
                </c:pt>
                <c:pt idx="106">
                  <c:v>2024.1666666666667</c:v>
                </c:pt>
                <c:pt idx="107">
                  <c:v>2024.0833333333333</c:v>
                </c:pt>
                <c:pt idx="108">
                  <c:v>2024.0833333333333</c:v>
                </c:pt>
                <c:pt idx="109">
                  <c:v>2024</c:v>
                </c:pt>
                <c:pt idx="110">
                  <c:v>2024</c:v>
                </c:pt>
                <c:pt idx="111">
                  <c:v>2024</c:v>
                </c:pt>
                <c:pt idx="112">
                  <c:v>2024</c:v>
                </c:pt>
                <c:pt idx="113">
                  <c:v>2024</c:v>
                </c:pt>
                <c:pt idx="114">
                  <c:v>2024</c:v>
                </c:pt>
                <c:pt idx="115">
                  <c:v>2024</c:v>
                </c:pt>
                <c:pt idx="116">
                  <c:v>2024</c:v>
                </c:pt>
                <c:pt idx="117">
                  <c:v>2024</c:v>
                </c:pt>
                <c:pt idx="118">
                  <c:v>2024</c:v>
                </c:pt>
                <c:pt idx="119">
                  <c:v>2024</c:v>
                </c:pt>
                <c:pt idx="120">
                  <c:v>2024</c:v>
                </c:pt>
                <c:pt idx="121">
                  <c:v>2024</c:v>
                </c:pt>
                <c:pt idx="122">
                  <c:v>2023.9166666666667</c:v>
                </c:pt>
                <c:pt idx="123">
                  <c:v>2023.9166666666667</c:v>
                </c:pt>
                <c:pt idx="124">
                  <c:v>2023.9166666666667</c:v>
                </c:pt>
                <c:pt idx="125">
                  <c:v>2023.9166666666667</c:v>
                </c:pt>
                <c:pt idx="126">
                  <c:v>2023.9166666666667</c:v>
                </c:pt>
                <c:pt idx="127">
                  <c:v>2023.9166666666667</c:v>
                </c:pt>
                <c:pt idx="128">
                  <c:v>2023.8333333333333</c:v>
                </c:pt>
                <c:pt idx="129">
                  <c:v>2023.8333333333333</c:v>
                </c:pt>
                <c:pt idx="130">
                  <c:v>2023.8333333333333</c:v>
                </c:pt>
                <c:pt idx="131">
                  <c:v>2023.75</c:v>
                </c:pt>
                <c:pt idx="132">
                  <c:v>2023.75</c:v>
                </c:pt>
                <c:pt idx="133">
                  <c:v>2023.75</c:v>
                </c:pt>
                <c:pt idx="134">
                  <c:v>2023.75</c:v>
                </c:pt>
                <c:pt idx="135">
                  <c:v>2023.75</c:v>
                </c:pt>
                <c:pt idx="136">
                  <c:v>2023.6666666666667</c:v>
                </c:pt>
                <c:pt idx="137">
                  <c:v>2023.6666666666667</c:v>
                </c:pt>
                <c:pt idx="138">
                  <c:v>2023.6666666666667</c:v>
                </c:pt>
                <c:pt idx="139">
                  <c:v>2023.5833333333333</c:v>
                </c:pt>
                <c:pt idx="140">
                  <c:v>2023.5833333333333</c:v>
                </c:pt>
                <c:pt idx="141">
                  <c:v>2023.5833333333333</c:v>
                </c:pt>
                <c:pt idx="142">
                  <c:v>2023.5833333333333</c:v>
                </c:pt>
                <c:pt idx="143">
                  <c:v>2023.5</c:v>
                </c:pt>
                <c:pt idx="144">
                  <c:v>2023.4166666666667</c:v>
                </c:pt>
                <c:pt idx="145">
                  <c:v>2023.4166666666667</c:v>
                </c:pt>
                <c:pt idx="146">
                  <c:v>2023.3333333333333</c:v>
                </c:pt>
                <c:pt idx="147">
                  <c:v>2023.3333333333333</c:v>
                </c:pt>
                <c:pt idx="148">
                  <c:v>2023.3333333333333</c:v>
                </c:pt>
                <c:pt idx="149">
                  <c:v>2023.25</c:v>
                </c:pt>
                <c:pt idx="150">
                  <c:v>2023.25</c:v>
                </c:pt>
                <c:pt idx="151">
                  <c:v>2023.1666666666667</c:v>
                </c:pt>
                <c:pt idx="152">
                  <c:v>2023.1666666666667</c:v>
                </c:pt>
                <c:pt idx="153">
                  <c:v>2023</c:v>
                </c:pt>
                <c:pt idx="154">
                  <c:v>2023</c:v>
                </c:pt>
                <c:pt idx="155">
                  <c:v>2023</c:v>
                </c:pt>
                <c:pt idx="156">
                  <c:v>2023</c:v>
                </c:pt>
                <c:pt idx="157">
                  <c:v>2022.9166666666667</c:v>
                </c:pt>
              </c:numCache>
            </c:numRef>
          </c:xVal>
          <c:yVal>
            <c:numRef>
              <c:f>Sheet1!$C$2:$C$159</c:f>
              <c:numCache>
                <c:formatCode>General</c:formatCode>
                <c:ptCount val="158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  <c:pt idx="5">
                  <c:v>49</c:v>
                </c:pt>
                <c:pt idx="6">
                  <c:v>95</c:v>
                </c:pt>
                <c:pt idx="7">
                  <c:v>53</c:v>
                </c:pt>
                <c:pt idx="9">
                  <c:v>2</c:v>
                </c:pt>
                <c:pt idx="10">
                  <c:v>29</c:v>
                </c:pt>
                <c:pt idx="11">
                  <c:v>3</c:v>
                </c:pt>
                <c:pt idx="12">
                  <c:v>3</c:v>
                </c:pt>
                <c:pt idx="14">
                  <c:v>16</c:v>
                </c:pt>
                <c:pt idx="15">
                  <c:v>15</c:v>
                </c:pt>
                <c:pt idx="16">
                  <c:v>15</c:v>
                </c:pt>
                <c:pt idx="17">
                  <c:v>15</c:v>
                </c:pt>
                <c:pt idx="18">
                  <c:v>14</c:v>
                </c:pt>
                <c:pt idx="19">
                  <c:v>4</c:v>
                </c:pt>
                <c:pt idx="20">
                  <c:v>3</c:v>
                </c:pt>
                <c:pt idx="24">
                  <c:v>7</c:v>
                </c:pt>
                <c:pt idx="26">
                  <c:v>13</c:v>
                </c:pt>
                <c:pt idx="29">
                  <c:v>4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3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50">
                  <c:v>45</c:v>
                </c:pt>
                <c:pt idx="59">
                  <c:v>2</c:v>
                </c:pt>
                <c:pt idx="60">
                  <c:v>1</c:v>
                </c:pt>
                <c:pt idx="62">
                  <c:v>4</c:v>
                </c:pt>
                <c:pt idx="64">
                  <c:v>1</c:v>
                </c:pt>
                <c:pt idx="65">
                  <c:v>11</c:v>
                </c:pt>
                <c:pt idx="66">
                  <c:v>23</c:v>
                </c:pt>
                <c:pt idx="67">
                  <c:v>8</c:v>
                </c:pt>
                <c:pt idx="68">
                  <c:v>9</c:v>
                </c:pt>
                <c:pt idx="69">
                  <c:v>1</c:v>
                </c:pt>
                <c:pt idx="70">
                  <c:v>3</c:v>
                </c:pt>
                <c:pt idx="71">
                  <c:v>3</c:v>
                </c:pt>
                <c:pt idx="72">
                  <c:v>11</c:v>
                </c:pt>
                <c:pt idx="73">
                  <c:v>18</c:v>
                </c:pt>
                <c:pt idx="74">
                  <c:v>2</c:v>
                </c:pt>
                <c:pt idx="75">
                  <c:v>6</c:v>
                </c:pt>
                <c:pt idx="76">
                  <c:v>4</c:v>
                </c:pt>
                <c:pt idx="77">
                  <c:v>4</c:v>
                </c:pt>
                <c:pt idx="82">
                  <c:v>54</c:v>
                </c:pt>
                <c:pt idx="84">
                  <c:v>7</c:v>
                </c:pt>
                <c:pt idx="90">
                  <c:v>52</c:v>
                </c:pt>
                <c:pt idx="91">
                  <c:v>4</c:v>
                </c:pt>
                <c:pt idx="92">
                  <c:v>10</c:v>
                </c:pt>
                <c:pt idx="93">
                  <c:v>62</c:v>
                </c:pt>
                <c:pt idx="95">
                  <c:v>33</c:v>
                </c:pt>
                <c:pt idx="96">
                  <c:v>30</c:v>
                </c:pt>
                <c:pt idx="97">
                  <c:v>56</c:v>
                </c:pt>
                <c:pt idx="98">
                  <c:v>17</c:v>
                </c:pt>
                <c:pt idx="99">
                  <c:v>36</c:v>
                </c:pt>
                <c:pt idx="109">
                  <c:v>2</c:v>
                </c:pt>
                <c:pt idx="110">
                  <c:v>58</c:v>
                </c:pt>
                <c:pt idx="111">
                  <c:v>62</c:v>
                </c:pt>
                <c:pt idx="112">
                  <c:v>105</c:v>
                </c:pt>
                <c:pt idx="117">
                  <c:v>92</c:v>
                </c:pt>
                <c:pt idx="122">
                  <c:v>34</c:v>
                </c:pt>
                <c:pt idx="123">
                  <c:v>40</c:v>
                </c:pt>
                <c:pt idx="125">
                  <c:v>26</c:v>
                </c:pt>
                <c:pt idx="126">
                  <c:v>48</c:v>
                </c:pt>
                <c:pt idx="127">
                  <c:v>202</c:v>
                </c:pt>
                <c:pt idx="128">
                  <c:v>47</c:v>
                </c:pt>
                <c:pt idx="129">
                  <c:v>11</c:v>
                </c:pt>
                <c:pt idx="131">
                  <c:v>31</c:v>
                </c:pt>
                <c:pt idx="132">
                  <c:v>54</c:v>
                </c:pt>
                <c:pt idx="133">
                  <c:v>0</c:v>
                </c:pt>
                <c:pt idx="134">
                  <c:v>68</c:v>
                </c:pt>
                <c:pt idx="138">
                  <c:v>37</c:v>
                </c:pt>
                <c:pt idx="144">
                  <c:v>22</c:v>
                </c:pt>
                <c:pt idx="150">
                  <c:v>105</c:v>
                </c:pt>
                <c:pt idx="151">
                  <c:v>696</c:v>
                </c:pt>
                <c:pt idx="152">
                  <c:v>51</c:v>
                </c:pt>
                <c:pt idx="153">
                  <c:v>55</c:v>
                </c:pt>
                <c:pt idx="154">
                  <c:v>44</c:v>
                </c:pt>
                <c:pt idx="155">
                  <c:v>69</c:v>
                </c:pt>
                <c:pt idx="156">
                  <c:v>47</c:v>
                </c:pt>
                <c:pt idx="157">
                  <c:v>967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F0E-DA4D-801C-77462066B3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67970911"/>
        <c:axId val="1367972623"/>
      </c:scatterChart>
      <c:valAx>
        <c:axId val="1367970911"/>
        <c:scaling>
          <c:orientation val="minMax"/>
          <c:max val="2026"/>
          <c:min val="2023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STIX Two Text" pitchFamily="2" charset="0"/>
                <a:ea typeface="+mn-ea"/>
                <a:cs typeface="+mn-cs"/>
              </a:defRPr>
            </a:pPr>
            <a:endParaRPr lang="zh-CN"/>
          </a:p>
        </c:txPr>
        <c:crossAx val="1367972623"/>
        <c:crosses val="autoZero"/>
        <c:crossBetween val="midCat"/>
      </c:valAx>
      <c:valAx>
        <c:axId val="1367972623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STIX Two Text" pitchFamily="2" charset="0"/>
                <a:ea typeface="+mn-ea"/>
                <a:cs typeface="+mn-cs"/>
              </a:defRPr>
            </a:pPr>
            <a:endParaRPr lang="zh-CN"/>
          </a:p>
        </c:txPr>
        <c:crossAx val="1367970911"/>
        <c:crosses val="autoZero"/>
        <c:crossBetween val="midCat"/>
        <c:majorUnit val="400"/>
      </c:valAx>
      <c:spPr>
        <a:solidFill>
          <a:schemeClr val="bg1"/>
        </a:solidFill>
        <a:ln w="12700"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07493698172548"/>
          <c:y val="4.2520526731014599E-2"/>
          <c:w val="0.83600644632467958"/>
          <c:h val="0.610940244107647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NeurIPS</c:v>
                </c:pt>
              </c:strCache>
            </c:strRef>
          </c:tx>
          <c:spPr>
            <a:ln w="12700" cap="rnd">
              <a:solidFill>
                <a:srgbClr val="5757AF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rgbClr val="5757AF"/>
              </a:solidFill>
              <a:ln w="12700">
                <a:solidFill>
                  <a:srgbClr val="5757AF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Sheet1!$B$2:$H$2</c:f>
              <c:numCache>
                <c:formatCode>General</c:formatCode>
                <c:ptCount val="7"/>
                <c:pt idx="0">
                  <c:v>1009</c:v>
                </c:pt>
                <c:pt idx="1">
                  <c:v>1427</c:v>
                </c:pt>
                <c:pt idx="2">
                  <c:v>1899</c:v>
                </c:pt>
                <c:pt idx="3">
                  <c:v>2334</c:v>
                </c:pt>
                <c:pt idx="4">
                  <c:v>2671</c:v>
                </c:pt>
                <c:pt idx="5">
                  <c:v>3218</c:v>
                </c:pt>
                <c:pt idx="6">
                  <c:v>4035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82-456F-9544-B1FE9C0D837B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CVPR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triangle"/>
            <c:size val="7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  <c:pt idx="0">
                  <c:v>979</c:v>
                </c:pt>
                <c:pt idx="1">
                  <c:v>1300</c:v>
                </c:pt>
                <c:pt idx="2">
                  <c:v>1467</c:v>
                </c:pt>
                <c:pt idx="3">
                  <c:v>1661</c:v>
                </c:pt>
                <c:pt idx="4">
                  <c:v>2062</c:v>
                </c:pt>
                <c:pt idx="5">
                  <c:v>2359</c:v>
                </c:pt>
                <c:pt idx="6">
                  <c:v>2719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82-456F-9544-B1FE9C0D837B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ICCV</c:v>
                </c:pt>
              </c:strCache>
            </c:strRef>
          </c:tx>
          <c:spPr>
            <a:ln w="12700" cap="rnd">
              <a:solidFill>
                <a:schemeClr val="accent4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4"/>
              </a:solidFill>
              <a:ln w="12700">
                <a:solidFill>
                  <a:schemeClr val="accent4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  <c:pt idx="1">
                  <c:v>1062</c:v>
                </c:pt>
                <c:pt idx="3">
                  <c:v>1612</c:v>
                </c:pt>
                <c:pt idx="5">
                  <c:v>2155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582-456F-9544-B1FE9C0D837B}"/>
            </c:ext>
          </c:extLst>
        </c:ser>
        <c:ser>
          <c:idx val="4"/>
          <c:order val="3"/>
          <c:tx>
            <c:strRef>
              <c:f>Sheet1!$A$6</c:f>
              <c:strCache>
                <c:ptCount val="1"/>
                <c:pt idx="0">
                  <c:v>ICML</c:v>
                </c:pt>
              </c:strCache>
            </c:strRef>
          </c:tx>
          <c:spPr>
            <a:ln w="1270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12700">
                <a:solidFill>
                  <a:schemeClr val="accent6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Sheet1!$B$6:$H$6</c:f>
              <c:numCache>
                <c:formatCode>General</c:formatCode>
                <c:ptCount val="7"/>
                <c:pt idx="0">
                  <c:v>621</c:v>
                </c:pt>
                <c:pt idx="1">
                  <c:v>773</c:v>
                </c:pt>
                <c:pt idx="2">
                  <c:v>1084</c:v>
                </c:pt>
                <c:pt idx="3">
                  <c:v>1183</c:v>
                </c:pt>
                <c:pt idx="4">
                  <c:v>1233</c:v>
                </c:pt>
                <c:pt idx="5">
                  <c:v>1828</c:v>
                </c:pt>
                <c:pt idx="6">
                  <c:v>2944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582-456F-9544-B1FE9C0D837B}"/>
            </c:ext>
          </c:extLst>
        </c:ser>
        <c:ser>
          <c:idx val="5"/>
          <c:order val="4"/>
          <c:tx>
            <c:strRef>
              <c:f>Sheet1!$A$7</c:f>
              <c:strCache>
                <c:ptCount val="1"/>
                <c:pt idx="0">
                  <c:v>ICLR</c:v>
                </c:pt>
              </c:strCache>
            </c:strRef>
          </c:tx>
          <c:spPr>
            <a:ln w="12700" cap="rnd">
              <a:solidFill>
                <a:schemeClr val="accent5"/>
              </a:solidFill>
              <a:round/>
            </a:ln>
            <a:effectLst/>
          </c:spPr>
          <c:marker>
            <c:symbol val="triangle"/>
            <c:size val="7"/>
            <c:spPr>
              <a:solidFill>
                <a:schemeClr val="accent5"/>
              </a:solidFill>
              <a:ln w="12700">
                <a:solidFill>
                  <a:schemeClr val="accent5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Sheet1!$B$7:$H$7</c:f>
              <c:numCache>
                <c:formatCode>General</c:formatCode>
                <c:ptCount val="7"/>
                <c:pt idx="0">
                  <c:v>337</c:v>
                </c:pt>
                <c:pt idx="1">
                  <c:v>502</c:v>
                </c:pt>
                <c:pt idx="2">
                  <c:v>687</c:v>
                </c:pt>
                <c:pt idx="3">
                  <c:v>860</c:v>
                </c:pt>
                <c:pt idx="4">
                  <c:v>1095</c:v>
                </c:pt>
                <c:pt idx="5">
                  <c:v>1575</c:v>
                </c:pt>
                <c:pt idx="6">
                  <c:v>2260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10-2848-B011-EA73549883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6650383"/>
        <c:axId val="756642223"/>
      </c:lineChart>
      <c:catAx>
        <c:axId val="756650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STIX Two Text Medium" pitchFamily="2" charset="0"/>
                <a:ea typeface="+mn-ea"/>
                <a:cs typeface="+mn-cs"/>
              </a:defRPr>
            </a:pPr>
            <a:endParaRPr lang="zh-CN"/>
          </a:p>
        </c:txPr>
        <c:crossAx val="756642223"/>
        <c:crosses val="autoZero"/>
        <c:auto val="1"/>
        <c:lblAlgn val="ctr"/>
        <c:lblOffset val="100"/>
        <c:noMultiLvlLbl val="0"/>
      </c:catAx>
      <c:valAx>
        <c:axId val="756642223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STIX Two Text Medium" pitchFamily="2" charset="0"/>
                <a:ea typeface="+mn-ea"/>
                <a:cs typeface="+mn-cs"/>
              </a:defRPr>
            </a:pPr>
            <a:endParaRPr lang="zh-CN"/>
          </a:p>
        </c:txPr>
        <c:crossAx val="756650383"/>
        <c:crosses val="autoZero"/>
        <c:crossBetween val="between"/>
      </c:valAx>
      <c:spPr>
        <a:noFill/>
        <a:ln w="12700"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15911510104007151"/>
          <c:y val="5.9945724693438264E-2"/>
          <c:w val="0.26054212685519529"/>
          <c:h val="0.31770838406171165"/>
        </c:manualLayout>
      </c:layout>
      <c:overlay val="0"/>
      <c:spPr>
        <a:solidFill>
          <a:schemeClr val="bg1"/>
        </a:solidFill>
        <a:ln w="127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STIX Two Text" pitchFamily="2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190024520120374"/>
          <c:y val="9.5786688077163715E-2"/>
          <c:w val="0.6962427744541464"/>
          <c:h val="0.6873756387569380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5757AF"/>
              </a:solidFill>
              <a:ln w="9525">
                <a:noFill/>
              </a:ln>
              <a:effectLst/>
            </c:spPr>
          </c:marker>
          <c:xVal>
            <c:numRef>
              <c:f>Sheet1!$A$2:$A$159</c:f>
              <c:numCache>
                <c:formatCode>General</c:formatCode>
                <c:ptCount val="158"/>
                <c:pt idx="0">
                  <c:v>2025.1666666666667</c:v>
                </c:pt>
                <c:pt idx="1">
                  <c:v>2024.25</c:v>
                </c:pt>
                <c:pt idx="2">
                  <c:v>2024.3333333333333</c:v>
                </c:pt>
                <c:pt idx="3">
                  <c:v>2024.3333333333333</c:v>
                </c:pt>
                <c:pt idx="4">
                  <c:v>2024.9166666666667</c:v>
                </c:pt>
                <c:pt idx="5">
                  <c:v>2023.25</c:v>
                </c:pt>
                <c:pt idx="6">
                  <c:v>2023.75</c:v>
                </c:pt>
                <c:pt idx="7">
                  <c:v>2023.5</c:v>
                </c:pt>
                <c:pt idx="9">
                  <c:v>2025.3333333333333</c:v>
                </c:pt>
                <c:pt idx="10">
                  <c:v>2023.75</c:v>
                </c:pt>
                <c:pt idx="11">
                  <c:v>2025.3333333333333</c:v>
                </c:pt>
                <c:pt idx="12">
                  <c:v>2025.3333333333333</c:v>
                </c:pt>
                <c:pt idx="14">
                  <c:v>2024.5833333333333</c:v>
                </c:pt>
                <c:pt idx="15">
                  <c:v>2024.6666666666667</c:v>
                </c:pt>
                <c:pt idx="16">
                  <c:v>2024.4166666666667</c:v>
                </c:pt>
                <c:pt idx="17">
                  <c:v>2024.9166666666667</c:v>
                </c:pt>
                <c:pt idx="18">
                  <c:v>2024.75</c:v>
                </c:pt>
                <c:pt idx="19">
                  <c:v>2025.5</c:v>
                </c:pt>
                <c:pt idx="20">
                  <c:v>2025.0833333333333</c:v>
                </c:pt>
                <c:pt idx="21">
                  <c:v>2025.0833333333333</c:v>
                </c:pt>
                <c:pt idx="22">
                  <c:v>2025.0833333333333</c:v>
                </c:pt>
                <c:pt idx="23">
                  <c:v>2025.25</c:v>
                </c:pt>
                <c:pt idx="24">
                  <c:v>2024.9166666666667</c:v>
                </c:pt>
                <c:pt idx="26">
                  <c:v>2024.5833333333333</c:v>
                </c:pt>
                <c:pt idx="27">
                  <c:v>2025.5</c:v>
                </c:pt>
                <c:pt idx="28">
                  <c:v>2025.3333333333333</c:v>
                </c:pt>
                <c:pt idx="29">
                  <c:v>2024.25</c:v>
                </c:pt>
                <c:pt idx="30">
                  <c:v>2025.25</c:v>
                </c:pt>
                <c:pt idx="31">
                  <c:v>2025.25</c:v>
                </c:pt>
                <c:pt idx="32">
                  <c:v>2025.25</c:v>
                </c:pt>
                <c:pt idx="33">
                  <c:v>2025.1666666666667</c:v>
                </c:pt>
                <c:pt idx="34">
                  <c:v>2025.1666666666667</c:v>
                </c:pt>
                <c:pt idx="35">
                  <c:v>2025.1666666666667</c:v>
                </c:pt>
                <c:pt idx="36">
                  <c:v>2025.1666666666667</c:v>
                </c:pt>
                <c:pt idx="37">
                  <c:v>2023.5</c:v>
                </c:pt>
                <c:pt idx="39">
                  <c:v>2024.25</c:v>
                </c:pt>
                <c:pt idx="41">
                  <c:v>2023.6666666666667</c:v>
                </c:pt>
                <c:pt idx="44">
                  <c:v>2023.75</c:v>
                </c:pt>
                <c:pt idx="46">
                  <c:v>2024.1666666666667</c:v>
                </c:pt>
                <c:pt idx="48">
                  <c:v>2023.75</c:v>
                </c:pt>
                <c:pt idx="49">
                  <c:v>2024.9166666666667</c:v>
                </c:pt>
                <c:pt idx="50">
                  <c:v>2024.5</c:v>
                </c:pt>
                <c:pt idx="52">
                  <c:v>2025.3333333333333</c:v>
                </c:pt>
                <c:pt idx="55">
                  <c:v>2025.3333333333333</c:v>
                </c:pt>
                <c:pt idx="56">
                  <c:v>2025.3333333333333</c:v>
                </c:pt>
                <c:pt idx="57">
                  <c:v>2025.5833333333333</c:v>
                </c:pt>
                <c:pt idx="58">
                  <c:v>2025.5</c:v>
                </c:pt>
                <c:pt idx="59">
                  <c:v>2025.25</c:v>
                </c:pt>
                <c:pt idx="60">
                  <c:v>2025.5</c:v>
                </c:pt>
                <c:pt idx="61">
                  <c:v>2025.5</c:v>
                </c:pt>
                <c:pt idx="62">
                  <c:v>2025.1666666666667</c:v>
                </c:pt>
                <c:pt idx="63">
                  <c:v>2025.1666666666667</c:v>
                </c:pt>
                <c:pt idx="64">
                  <c:v>2025.0833333333333</c:v>
                </c:pt>
                <c:pt idx="65">
                  <c:v>2025.0833333333333</c:v>
                </c:pt>
                <c:pt idx="66">
                  <c:v>2025</c:v>
                </c:pt>
                <c:pt idx="67">
                  <c:v>2025</c:v>
                </c:pt>
                <c:pt idx="68">
                  <c:v>2025</c:v>
                </c:pt>
                <c:pt idx="69">
                  <c:v>2025</c:v>
                </c:pt>
                <c:pt idx="70">
                  <c:v>2025</c:v>
                </c:pt>
                <c:pt idx="71">
                  <c:v>2025</c:v>
                </c:pt>
                <c:pt idx="72">
                  <c:v>2025</c:v>
                </c:pt>
                <c:pt idx="73">
                  <c:v>2024.9166666666667</c:v>
                </c:pt>
                <c:pt idx="74">
                  <c:v>2024.9166666666667</c:v>
                </c:pt>
                <c:pt idx="75">
                  <c:v>2024.9166666666667</c:v>
                </c:pt>
                <c:pt idx="76">
                  <c:v>2024.9166666666667</c:v>
                </c:pt>
                <c:pt idx="77">
                  <c:v>2024.9166666666667</c:v>
                </c:pt>
                <c:pt idx="78">
                  <c:v>2024.9166666666667</c:v>
                </c:pt>
                <c:pt idx="79">
                  <c:v>2024.9166666666667</c:v>
                </c:pt>
                <c:pt idx="80">
                  <c:v>2024.9166666666667</c:v>
                </c:pt>
                <c:pt idx="81">
                  <c:v>2024.9166666666667</c:v>
                </c:pt>
                <c:pt idx="82">
                  <c:v>2024.9166666666667</c:v>
                </c:pt>
                <c:pt idx="83">
                  <c:v>2024.9166666666667</c:v>
                </c:pt>
                <c:pt idx="84">
                  <c:v>2024.9166666666667</c:v>
                </c:pt>
                <c:pt idx="85">
                  <c:v>2024.25</c:v>
                </c:pt>
                <c:pt idx="86">
                  <c:v>2024.25</c:v>
                </c:pt>
                <c:pt idx="87">
                  <c:v>2024.8333333333333</c:v>
                </c:pt>
                <c:pt idx="88">
                  <c:v>2024.8333333333333</c:v>
                </c:pt>
                <c:pt idx="89">
                  <c:v>2024.8333333333333</c:v>
                </c:pt>
                <c:pt idx="90">
                  <c:v>2024.75</c:v>
                </c:pt>
                <c:pt idx="91">
                  <c:v>2024.75</c:v>
                </c:pt>
                <c:pt idx="92">
                  <c:v>2024.75</c:v>
                </c:pt>
                <c:pt idx="93">
                  <c:v>2024.6666666666667</c:v>
                </c:pt>
                <c:pt idx="94">
                  <c:v>2024.6666666666667</c:v>
                </c:pt>
                <c:pt idx="95">
                  <c:v>2024.6666666666667</c:v>
                </c:pt>
                <c:pt idx="96">
                  <c:v>2024.5</c:v>
                </c:pt>
                <c:pt idx="97">
                  <c:v>2024.4166666666667</c:v>
                </c:pt>
                <c:pt idx="98">
                  <c:v>2024.4166666666667</c:v>
                </c:pt>
                <c:pt idx="99">
                  <c:v>2024.4166666666667</c:v>
                </c:pt>
                <c:pt idx="100">
                  <c:v>2024.3333333333333</c:v>
                </c:pt>
                <c:pt idx="101">
                  <c:v>2024.3333333333333</c:v>
                </c:pt>
                <c:pt idx="102">
                  <c:v>2024.3333333333333</c:v>
                </c:pt>
                <c:pt idx="103">
                  <c:v>2024.25</c:v>
                </c:pt>
                <c:pt idx="104">
                  <c:v>2024.25</c:v>
                </c:pt>
                <c:pt idx="105">
                  <c:v>2024.25</c:v>
                </c:pt>
                <c:pt idx="106">
                  <c:v>2024.1666666666667</c:v>
                </c:pt>
                <c:pt idx="107">
                  <c:v>2024.0833333333333</c:v>
                </c:pt>
                <c:pt idx="108">
                  <c:v>2024.0833333333333</c:v>
                </c:pt>
                <c:pt idx="109">
                  <c:v>2024</c:v>
                </c:pt>
                <c:pt idx="110">
                  <c:v>2024</c:v>
                </c:pt>
                <c:pt idx="111">
                  <c:v>2024</c:v>
                </c:pt>
                <c:pt idx="112">
                  <c:v>2024</c:v>
                </c:pt>
                <c:pt idx="113">
                  <c:v>2024</c:v>
                </c:pt>
                <c:pt idx="114">
                  <c:v>2024</c:v>
                </c:pt>
                <c:pt idx="115">
                  <c:v>2024</c:v>
                </c:pt>
                <c:pt idx="116">
                  <c:v>2024</c:v>
                </c:pt>
                <c:pt idx="117">
                  <c:v>2024</c:v>
                </c:pt>
                <c:pt idx="118">
                  <c:v>2024</c:v>
                </c:pt>
                <c:pt idx="119">
                  <c:v>2024</c:v>
                </c:pt>
                <c:pt idx="120">
                  <c:v>2024</c:v>
                </c:pt>
                <c:pt idx="121">
                  <c:v>2024</c:v>
                </c:pt>
                <c:pt idx="122">
                  <c:v>2023.9166666666667</c:v>
                </c:pt>
                <c:pt idx="123">
                  <c:v>2023.9166666666667</c:v>
                </c:pt>
                <c:pt idx="124">
                  <c:v>2023.9166666666667</c:v>
                </c:pt>
                <c:pt idx="125">
                  <c:v>2023.9166666666667</c:v>
                </c:pt>
                <c:pt idx="126">
                  <c:v>2023.9166666666667</c:v>
                </c:pt>
                <c:pt idx="127">
                  <c:v>2023.9166666666667</c:v>
                </c:pt>
                <c:pt idx="128">
                  <c:v>2023.8333333333333</c:v>
                </c:pt>
                <c:pt idx="129">
                  <c:v>2023.8333333333333</c:v>
                </c:pt>
                <c:pt idx="130">
                  <c:v>2023.8333333333333</c:v>
                </c:pt>
                <c:pt idx="131">
                  <c:v>2023.75</c:v>
                </c:pt>
                <c:pt idx="132">
                  <c:v>2023.75</c:v>
                </c:pt>
                <c:pt idx="133">
                  <c:v>2023.75</c:v>
                </c:pt>
                <c:pt idx="134">
                  <c:v>2023.75</c:v>
                </c:pt>
                <c:pt idx="135">
                  <c:v>2023.75</c:v>
                </c:pt>
                <c:pt idx="136">
                  <c:v>2023.6666666666667</c:v>
                </c:pt>
                <c:pt idx="137">
                  <c:v>2023.6666666666667</c:v>
                </c:pt>
                <c:pt idx="138">
                  <c:v>2023.6666666666667</c:v>
                </c:pt>
                <c:pt idx="139">
                  <c:v>2023.5833333333333</c:v>
                </c:pt>
                <c:pt idx="140">
                  <c:v>2023.5833333333333</c:v>
                </c:pt>
                <c:pt idx="141">
                  <c:v>2023.5833333333333</c:v>
                </c:pt>
                <c:pt idx="142">
                  <c:v>2023.5833333333333</c:v>
                </c:pt>
                <c:pt idx="143">
                  <c:v>2023.5</c:v>
                </c:pt>
                <c:pt idx="144">
                  <c:v>2023.4166666666667</c:v>
                </c:pt>
                <c:pt idx="145">
                  <c:v>2023.4166666666667</c:v>
                </c:pt>
                <c:pt idx="146">
                  <c:v>2023.3333333333333</c:v>
                </c:pt>
                <c:pt idx="147">
                  <c:v>2023.3333333333333</c:v>
                </c:pt>
                <c:pt idx="148">
                  <c:v>2023.3333333333333</c:v>
                </c:pt>
                <c:pt idx="149">
                  <c:v>2023.25</c:v>
                </c:pt>
                <c:pt idx="150">
                  <c:v>2023.25</c:v>
                </c:pt>
                <c:pt idx="151">
                  <c:v>2023.1666666666667</c:v>
                </c:pt>
                <c:pt idx="152">
                  <c:v>2023.1666666666667</c:v>
                </c:pt>
                <c:pt idx="153">
                  <c:v>2023</c:v>
                </c:pt>
                <c:pt idx="154">
                  <c:v>2023</c:v>
                </c:pt>
                <c:pt idx="155">
                  <c:v>2023</c:v>
                </c:pt>
                <c:pt idx="156">
                  <c:v>2023</c:v>
                </c:pt>
                <c:pt idx="157">
                  <c:v>2022.9166666666667</c:v>
                </c:pt>
              </c:numCache>
            </c:numRef>
          </c:xVal>
          <c:yVal>
            <c:numRef>
              <c:f>Sheet1!$B$2:$B$159</c:f>
              <c:numCache>
                <c:formatCode>General</c:formatCode>
                <c:ptCount val="158"/>
                <c:pt idx="0">
                  <c:v>166</c:v>
                </c:pt>
                <c:pt idx="1">
                  <c:v>119</c:v>
                </c:pt>
                <c:pt idx="2">
                  <c:v>101</c:v>
                </c:pt>
                <c:pt idx="3">
                  <c:v>80</c:v>
                </c:pt>
                <c:pt idx="4">
                  <c:v>51</c:v>
                </c:pt>
                <c:pt idx="5">
                  <c:v>314</c:v>
                </c:pt>
                <c:pt idx="9">
                  <c:v>29</c:v>
                </c:pt>
                <c:pt idx="11">
                  <c:v>21</c:v>
                </c:pt>
                <c:pt idx="12">
                  <c:v>21</c:v>
                </c:pt>
                <c:pt idx="19">
                  <c:v>10</c:v>
                </c:pt>
                <c:pt idx="20">
                  <c:v>6</c:v>
                </c:pt>
                <c:pt idx="21">
                  <c:v>11</c:v>
                </c:pt>
                <c:pt idx="22">
                  <c:v>9</c:v>
                </c:pt>
                <c:pt idx="23">
                  <c:v>68</c:v>
                </c:pt>
                <c:pt idx="24">
                  <c:v>36</c:v>
                </c:pt>
                <c:pt idx="26">
                  <c:v>31</c:v>
                </c:pt>
                <c:pt idx="27">
                  <c:v>8</c:v>
                </c:pt>
                <c:pt idx="28">
                  <c:v>5</c:v>
                </c:pt>
                <c:pt idx="30">
                  <c:v>199</c:v>
                </c:pt>
                <c:pt idx="31">
                  <c:v>45</c:v>
                </c:pt>
                <c:pt idx="32">
                  <c:v>2</c:v>
                </c:pt>
                <c:pt idx="33">
                  <c:v>3</c:v>
                </c:pt>
                <c:pt idx="34">
                  <c:v>2</c:v>
                </c:pt>
                <c:pt idx="35">
                  <c:v>19</c:v>
                </c:pt>
                <c:pt idx="36">
                  <c:v>16</c:v>
                </c:pt>
                <c:pt idx="37">
                  <c:v>1126</c:v>
                </c:pt>
                <c:pt idx="39">
                  <c:v>291</c:v>
                </c:pt>
                <c:pt idx="41">
                  <c:v>183</c:v>
                </c:pt>
                <c:pt idx="44">
                  <c:v>118</c:v>
                </c:pt>
                <c:pt idx="46">
                  <c:v>101</c:v>
                </c:pt>
                <c:pt idx="48">
                  <c:v>84</c:v>
                </c:pt>
                <c:pt idx="49">
                  <c:v>66</c:v>
                </c:pt>
                <c:pt idx="52">
                  <c:v>13</c:v>
                </c:pt>
                <c:pt idx="55">
                  <c:v>8</c:v>
                </c:pt>
                <c:pt idx="56">
                  <c:v>7</c:v>
                </c:pt>
                <c:pt idx="57">
                  <c:v>1</c:v>
                </c:pt>
                <c:pt idx="58">
                  <c:v>4</c:v>
                </c:pt>
                <c:pt idx="59">
                  <c:v>45</c:v>
                </c:pt>
                <c:pt idx="61">
                  <c:v>1</c:v>
                </c:pt>
                <c:pt idx="62">
                  <c:v>45</c:v>
                </c:pt>
                <c:pt idx="63">
                  <c:v>29</c:v>
                </c:pt>
                <c:pt idx="64">
                  <c:v>38</c:v>
                </c:pt>
                <c:pt idx="65">
                  <c:v>56</c:v>
                </c:pt>
                <c:pt idx="66">
                  <c:v>13</c:v>
                </c:pt>
                <c:pt idx="67">
                  <c:v>2</c:v>
                </c:pt>
                <c:pt idx="68">
                  <c:v>51</c:v>
                </c:pt>
                <c:pt idx="69">
                  <c:v>11</c:v>
                </c:pt>
                <c:pt idx="70">
                  <c:v>12</c:v>
                </c:pt>
                <c:pt idx="71">
                  <c:v>15</c:v>
                </c:pt>
                <c:pt idx="72">
                  <c:v>45</c:v>
                </c:pt>
                <c:pt idx="73">
                  <c:v>37</c:v>
                </c:pt>
                <c:pt idx="74">
                  <c:v>2</c:v>
                </c:pt>
                <c:pt idx="75">
                  <c:v>7</c:v>
                </c:pt>
                <c:pt idx="76">
                  <c:v>16</c:v>
                </c:pt>
                <c:pt idx="77">
                  <c:v>49</c:v>
                </c:pt>
                <c:pt idx="78">
                  <c:v>62</c:v>
                </c:pt>
                <c:pt idx="79">
                  <c:v>46</c:v>
                </c:pt>
                <c:pt idx="80">
                  <c:v>33</c:v>
                </c:pt>
                <c:pt idx="81">
                  <c:v>82</c:v>
                </c:pt>
                <c:pt idx="82">
                  <c:v>236</c:v>
                </c:pt>
                <c:pt idx="83">
                  <c:v>53</c:v>
                </c:pt>
                <c:pt idx="84">
                  <c:v>156</c:v>
                </c:pt>
                <c:pt idx="85">
                  <c:v>425</c:v>
                </c:pt>
                <c:pt idx="86">
                  <c:v>785</c:v>
                </c:pt>
                <c:pt idx="87">
                  <c:v>266</c:v>
                </c:pt>
                <c:pt idx="88">
                  <c:v>44</c:v>
                </c:pt>
                <c:pt idx="89">
                  <c:v>62</c:v>
                </c:pt>
                <c:pt idx="90">
                  <c:v>112</c:v>
                </c:pt>
                <c:pt idx="91">
                  <c:v>160</c:v>
                </c:pt>
                <c:pt idx="92">
                  <c:v>71</c:v>
                </c:pt>
                <c:pt idx="93">
                  <c:v>320</c:v>
                </c:pt>
                <c:pt idx="94">
                  <c:v>180</c:v>
                </c:pt>
                <c:pt idx="95">
                  <c:v>71</c:v>
                </c:pt>
                <c:pt idx="96">
                  <c:v>162</c:v>
                </c:pt>
                <c:pt idx="97">
                  <c:v>5</c:v>
                </c:pt>
                <c:pt idx="98">
                  <c:v>30</c:v>
                </c:pt>
                <c:pt idx="100">
                  <c:v>3</c:v>
                </c:pt>
                <c:pt idx="101">
                  <c:v>21</c:v>
                </c:pt>
                <c:pt idx="102">
                  <c:v>24</c:v>
                </c:pt>
                <c:pt idx="103">
                  <c:v>125</c:v>
                </c:pt>
                <c:pt idx="104">
                  <c:v>11</c:v>
                </c:pt>
                <c:pt idx="105">
                  <c:v>449</c:v>
                </c:pt>
                <c:pt idx="106">
                  <c:v>133</c:v>
                </c:pt>
                <c:pt idx="107">
                  <c:v>86</c:v>
                </c:pt>
                <c:pt idx="108">
                  <c:v>106</c:v>
                </c:pt>
                <c:pt idx="109">
                  <c:v>337</c:v>
                </c:pt>
                <c:pt idx="110">
                  <c:v>339</c:v>
                </c:pt>
                <c:pt idx="111">
                  <c:v>143</c:v>
                </c:pt>
                <c:pt idx="112">
                  <c:v>223</c:v>
                </c:pt>
                <c:pt idx="113">
                  <c:v>101</c:v>
                </c:pt>
                <c:pt idx="114">
                  <c:v>83</c:v>
                </c:pt>
                <c:pt idx="115">
                  <c:v>498</c:v>
                </c:pt>
                <c:pt idx="116">
                  <c:v>497</c:v>
                </c:pt>
                <c:pt idx="117">
                  <c:v>175</c:v>
                </c:pt>
                <c:pt idx="118">
                  <c:v>581</c:v>
                </c:pt>
                <c:pt idx="119">
                  <c:v>623</c:v>
                </c:pt>
                <c:pt idx="120">
                  <c:v>173</c:v>
                </c:pt>
                <c:pt idx="121">
                  <c:v>245</c:v>
                </c:pt>
                <c:pt idx="123">
                  <c:v>314</c:v>
                </c:pt>
                <c:pt idx="124">
                  <c:v>613</c:v>
                </c:pt>
                <c:pt idx="125">
                  <c:v>33</c:v>
                </c:pt>
                <c:pt idx="126">
                  <c:v>172</c:v>
                </c:pt>
                <c:pt idx="127">
                  <c:v>56</c:v>
                </c:pt>
                <c:pt idx="130">
                  <c:v>45</c:v>
                </c:pt>
                <c:pt idx="133">
                  <c:v>9</c:v>
                </c:pt>
                <c:pt idx="135">
                  <c:v>249</c:v>
                </c:pt>
                <c:pt idx="136">
                  <c:v>277</c:v>
                </c:pt>
                <c:pt idx="137">
                  <c:v>167</c:v>
                </c:pt>
                <c:pt idx="138">
                  <c:v>72</c:v>
                </c:pt>
                <c:pt idx="139">
                  <c:v>35</c:v>
                </c:pt>
                <c:pt idx="140">
                  <c:v>199</c:v>
                </c:pt>
                <c:pt idx="141">
                  <c:v>111</c:v>
                </c:pt>
                <c:pt idx="142">
                  <c:v>385</c:v>
                </c:pt>
                <c:pt idx="143">
                  <c:v>1126</c:v>
                </c:pt>
                <c:pt idx="144">
                  <c:v>559</c:v>
                </c:pt>
                <c:pt idx="145">
                  <c:v>150</c:v>
                </c:pt>
                <c:pt idx="146">
                  <c:v>116</c:v>
                </c:pt>
                <c:pt idx="147">
                  <c:v>177</c:v>
                </c:pt>
                <c:pt idx="148">
                  <c:v>897</c:v>
                </c:pt>
                <c:pt idx="149">
                  <c:v>114</c:v>
                </c:pt>
                <c:pt idx="151">
                  <c:v>21</c:v>
                </c:pt>
                <c:pt idx="152">
                  <c:v>915</c:v>
                </c:pt>
                <c:pt idx="153">
                  <c:v>67</c:v>
                </c:pt>
                <c:pt idx="154">
                  <c:v>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4D1-DD4F-B4E8-4676F17995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4FEFAC"/>
              </a:solidFill>
              <a:ln w="9525">
                <a:noFill/>
              </a:ln>
              <a:effectLst/>
            </c:spPr>
          </c:marker>
          <c:xVal>
            <c:numRef>
              <c:f>Sheet1!$A$2:$A$159</c:f>
              <c:numCache>
                <c:formatCode>General</c:formatCode>
                <c:ptCount val="158"/>
                <c:pt idx="0">
                  <c:v>2025.1666666666667</c:v>
                </c:pt>
                <c:pt idx="1">
                  <c:v>2024.25</c:v>
                </c:pt>
                <c:pt idx="2">
                  <c:v>2024.3333333333333</c:v>
                </c:pt>
                <c:pt idx="3">
                  <c:v>2024.3333333333333</c:v>
                </c:pt>
                <c:pt idx="4">
                  <c:v>2024.9166666666667</c:v>
                </c:pt>
                <c:pt idx="5">
                  <c:v>2023.25</c:v>
                </c:pt>
                <c:pt idx="6">
                  <c:v>2023.75</c:v>
                </c:pt>
                <c:pt idx="7">
                  <c:v>2023.5</c:v>
                </c:pt>
                <c:pt idx="9">
                  <c:v>2025.3333333333333</c:v>
                </c:pt>
                <c:pt idx="10">
                  <c:v>2023.75</c:v>
                </c:pt>
                <c:pt idx="11">
                  <c:v>2025.3333333333333</c:v>
                </c:pt>
                <c:pt idx="12">
                  <c:v>2025.3333333333333</c:v>
                </c:pt>
                <c:pt idx="14">
                  <c:v>2024.5833333333333</c:v>
                </c:pt>
                <c:pt idx="15">
                  <c:v>2024.6666666666667</c:v>
                </c:pt>
                <c:pt idx="16">
                  <c:v>2024.4166666666667</c:v>
                </c:pt>
                <c:pt idx="17">
                  <c:v>2024.9166666666667</c:v>
                </c:pt>
                <c:pt idx="18">
                  <c:v>2024.75</c:v>
                </c:pt>
                <c:pt idx="19">
                  <c:v>2025.5</c:v>
                </c:pt>
                <c:pt idx="20">
                  <c:v>2025.0833333333333</c:v>
                </c:pt>
                <c:pt idx="21">
                  <c:v>2025.0833333333333</c:v>
                </c:pt>
                <c:pt idx="22">
                  <c:v>2025.0833333333333</c:v>
                </c:pt>
                <c:pt idx="23">
                  <c:v>2025.25</c:v>
                </c:pt>
                <c:pt idx="24">
                  <c:v>2024.9166666666667</c:v>
                </c:pt>
                <c:pt idx="26">
                  <c:v>2024.5833333333333</c:v>
                </c:pt>
                <c:pt idx="27">
                  <c:v>2025.5</c:v>
                </c:pt>
                <c:pt idx="28">
                  <c:v>2025.3333333333333</c:v>
                </c:pt>
                <c:pt idx="29">
                  <c:v>2024.25</c:v>
                </c:pt>
                <c:pt idx="30">
                  <c:v>2025.25</c:v>
                </c:pt>
                <c:pt idx="31">
                  <c:v>2025.25</c:v>
                </c:pt>
                <c:pt idx="32">
                  <c:v>2025.25</c:v>
                </c:pt>
                <c:pt idx="33">
                  <c:v>2025.1666666666667</c:v>
                </c:pt>
                <c:pt idx="34">
                  <c:v>2025.1666666666667</c:v>
                </c:pt>
                <c:pt idx="35">
                  <c:v>2025.1666666666667</c:v>
                </c:pt>
                <c:pt idx="36">
                  <c:v>2025.1666666666667</c:v>
                </c:pt>
                <c:pt idx="37">
                  <c:v>2023.5</c:v>
                </c:pt>
                <c:pt idx="39">
                  <c:v>2024.25</c:v>
                </c:pt>
                <c:pt idx="41">
                  <c:v>2023.6666666666667</c:v>
                </c:pt>
                <c:pt idx="44">
                  <c:v>2023.75</c:v>
                </c:pt>
                <c:pt idx="46">
                  <c:v>2024.1666666666667</c:v>
                </c:pt>
                <c:pt idx="48">
                  <c:v>2023.75</c:v>
                </c:pt>
                <c:pt idx="49">
                  <c:v>2024.9166666666667</c:v>
                </c:pt>
                <c:pt idx="50">
                  <c:v>2024.5</c:v>
                </c:pt>
                <c:pt idx="52">
                  <c:v>2025.3333333333333</c:v>
                </c:pt>
                <c:pt idx="55">
                  <c:v>2025.3333333333333</c:v>
                </c:pt>
                <c:pt idx="56">
                  <c:v>2025.3333333333333</c:v>
                </c:pt>
                <c:pt idx="57">
                  <c:v>2025.5833333333333</c:v>
                </c:pt>
                <c:pt idx="58">
                  <c:v>2025.5</c:v>
                </c:pt>
                <c:pt idx="59">
                  <c:v>2025.25</c:v>
                </c:pt>
                <c:pt idx="60">
                  <c:v>2025.5</c:v>
                </c:pt>
                <c:pt idx="61">
                  <c:v>2025.5</c:v>
                </c:pt>
                <c:pt idx="62">
                  <c:v>2025.1666666666667</c:v>
                </c:pt>
                <c:pt idx="63">
                  <c:v>2025.1666666666667</c:v>
                </c:pt>
                <c:pt idx="64">
                  <c:v>2025.0833333333333</c:v>
                </c:pt>
                <c:pt idx="65">
                  <c:v>2025.0833333333333</c:v>
                </c:pt>
                <c:pt idx="66">
                  <c:v>2025</c:v>
                </c:pt>
                <c:pt idx="67">
                  <c:v>2025</c:v>
                </c:pt>
                <c:pt idx="68">
                  <c:v>2025</c:v>
                </c:pt>
                <c:pt idx="69">
                  <c:v>2025</c:v>
                </c:pt>
                <c:pt idx="70">
                  <c:v>2025</c:v>
                </c:pt>
                <c:pt idx="71">
                  <c:v>2025</c:v>
                </c:pt>
                <c:pt idx="72">
                  <c:v>2025</c:v>
                </c:pt>
                <c:pt idx="73">
                  <c:v>2024.9166666666667</c:v>
                </c:pt>
                <c:pt idx="74">
                  <c:v>2024.9166666666667</c:v>
                </c:pt>
                <c:pt idx="75">
                  <c:v>2024.9166666666667</c:v>
                </c:pt>
                <c:pt idx="76">
                  <c:v>2024.9166666666667</c:v>
                </c:pt>
                <c:pt idx="77">
                  <c:v>2024.9166666666667</c:v>
                </c:pt>
                <c:pt idx="78">
                  <c:v>2024.9166666666667</c:v>
                </c:pt>
                <c:pt idx="79">
                  <c:v>2024.9166666666667</c:v>
                </c:pt>
                <c:pt idx="80">
                  <c:v>2024.9166666666667</c:v>
                </c:pt>
                <c:pt idx="81">
                  <c:v>2024.9166666666667</c:v>
                </c:pt>
                <c:pt idx="82">
                  <c:v>2024.9166666666667</c:v>
                </c:pt>
                <c:pt idx="83">
                  <c:v>2024.9166666666667</c:v>
                </c:pt>
                <c:pt idx="84">
                  <c:v>2024.9166666666667</c:v>
                </c:pt>
                <c:pt idx="85">
                  <c:v>2024.25</c:v>
                </c:pt>
                <c:pt idx="86">
                  <c:v>2024.25</c:v>
                </c:pt>
                <c:pt idx="87">
                  <c:v>2024.8333333333333</c:v>
                </c:pt>
                <c:pt idx="88">
                  <c:v>2024.8333333333333</c:v>
                </c:pt>
                <c:pt idx="89">
                  <c:v>2024.8333333333333</c:v>
                </c:pt>
                <c:pt idx="90">
                  <c:v>2024.75</c:v>
                </c:pt>
                <c:pt idx="91">
                  <c:v>2024.75</c:v>
                </c:pt>
                <c:pt idx="92">
                  <c:v>2024.75</c:v>
                </c:pt>
                <c:pt idx="93">
                  <c:v>2024.6666666666667</c:v>
                </c:pt>
                <c:pt idx="94">
                  <c:v>2024.6666666666667</c:v>
                </c:pt>
                <c:pt idx="95">
                  <c:v>2024.6666666666667</c:v>
                </c:pt>
                <c:pt idx="96">
                  <c:v>2024.5</c:v>
                </c:pt>
                <c:pt idx="97">
                  <c:v>2024.4166666666667</c:v>
                </c:pt>
                <c:pt idx="98">
                  <c:v>2024.4166666666667</c:v>
                </c:pt>
                <c:pt idx="99">
                  <c:v>2024.4166666666667</c:v>
                </c:pt>
                <c:pt idx="100">
                  <c:v>2024.3333333333333</c:v>
                </c:pt>
                <c:pt idx="101">
                  <c:v>2024.3333333333333</c:v>
                </c:pt>
                <c:pt idx="102">
                  <c:v>2024.3333333333333</c:v>
                </c:pt>
                <c:pt idx="103">
                  <c:v>2024.25</c:v>
                </c:pt>
                <c:pt idx="104">
                  <c:v>2024.25</c:v>
                </c:pt>
                <c:pt idx="105">
                  <c:v>2024.25</c:v>
                </c:pt>
                <c:pt idx="106">
                  <c:v>2024.1666666666667</c:v>
                </c:pt>
                <c:pt idx="107">
                  <c:v>2024.0833333333333</c:v>
                </c:pt>
                <c:pt idx="108">
                  <c:v>2024.0833333333333</c:v>
                </c:pt>
                <c:pt idx="109">
                  <c:v>2024</c:v>
                </c:pt>
                <c:pt idx="110">
                  <c:v>2024</c:v>
                </c:pt>
                <c:pt idx="111">
                  <c:v>2024</c:v>
                </c:pt>
                <c:pt idx="112">
                  <c:v>2024</c:v>
                </c:pt>
                <c:pt idx="113">
                  <c:v>2024</c:v>
                </c:pt>
                <c:pt idx="114">
                  <c:v>2024</c:v>
                </c:pt>
                <c:pt idx="115">
                  <c:v>2024</c:v>
                </c:pt>
                <c:pt idx="116">
                  <c:v>2024</c:v>
                </c:pt>
                <c:pt idx="117">
                  <c:v>2024</c:v>
                </c:pt>
                <c:pt idx="118">
                  <c:v>2024</c:v>
                </c:pt>
                <c:pt idx="119">
                  <c:v>2024</c:v>
                </c:pt>
                <c:pt idx="120">
                  <c:v>2024</c:v>
                </c:pt>
                <c:pt idx="121">
                  <c:v>2024</c:v>
                </c:pt>
                <c:pt idx="122">
                  <c:v>2023.9166666666667</c:v>
                </c:pt>
                <c:pt idx="123">
                  <c:v>2023.9166666666667</c:v>
                </c:pt>
                <c:pt idx="124">
                  <c:v>2023.9166666666667</c:v>
                </c:pt>
                <c:pt idx="125">
                  <c:v>2023.9166666666667</c:v>
                </c:pt>
                <c:pt idx="126">
                  <c:v>2023.9166666666667</c:v>
                </c:pt>
                <c:pt idx="127">
                  <c:v>2023.9166666666667</c:v>
                </c:pt>
                <c:pt idx="128">
                  <c:v>2023.8333333333333</c:v>
                </c:pt>
                <c:pt idx="129">
                  <c:v>2023.8333333333333</c:v>
                </c:pt>
                <c:pt idx="130">
                  <c:v>2023.8333333333333</c:v>
                </c:pt>
                <c:pt idx="131">
                  <c:v>2023.75</c:v>
                </c:pt>
                <c:pt idx="132">
                  <c:v>2023.75</c:v>
                </c:pt>
                <c:pt idx="133">
                  <c:v>2023.75</c:v>
                </c:pt>
                <c:pt idx="134">
                  <c:v>2023.75</c:v>
                </c:pt>
                <c:pt idx="135">
                  <c:v>2023.75</c:v>
                </c:pt>
                <c:pt idx="136">
                  <c:v>2023.6666666666667</c:v>
                </c:pt>
                <c:pt idx="137">
                  <c:v>2023.6666666666667</c:v>
                </c:pt>
                <c:pt idx="138">
                  <c:v>2023.6666666666667</c:v>
                </c:pt>
                <c:pt idx="139">
                  <c:v>2023.5833333333333</c:v>
                </c:pt>
                <c:pt idx="140">
                  <c:v>2023.5833333333333</c:v>
                </c:pt>
                <c:pt idx="141">
                  <c:v>2023.5833333333333</c:v>
                </c:pt>
                <c:pt idx="142">
                  <c:v>2023.5833333333333</c:v>
                </c:pt>
                <c:pt idx="143">
                  <c:v>2023.5</c:v>
                </c:pt>
                <c:pt idx="144">
                  <c:v>2023.4166666666667</c:v>
                </c:pt>
                <c:pt idx="145">
                  <c:v>2023.4166666666667</c:v>
                </c:pt>
                <c:pt idx="146">
                  <c:v>2023.3333333333333</c:v>
                </c:pt>
                <c:pt idx="147">
                  <c:v>2023.3333333333333</c:v>
                </c:pt>
                <c:pt idx="148">
                  <c:v>2023.3333333333333</c:v>
                </c:pt>
                <c:pt idx="149">
                  <c:v>2023.25</c:v>
                </c:pt>
                <c:pt idx="150">
                  <c:v>2023.25</c:v>
                </c:pt>
                <c:pt idx="151">
                  <c:v>2023.1666666666667</c:v>
                </c:pt>
                <c:pt idx="152">
                  <c:v>2023.1666666666667</c:v>
                </c:pt>
                <c:pt idx="153">
                  <c:v>2023</c:v>
                </c:pt>
                <c:pt idx="154">
                  <c:v>2023</c:v>
                </c:pt>
                <c:pt idx="155">
                  <c:v>2023</c:v>
                </c:pt>
                <c:pt idx="156">
                  <c:v>2023</c:v>
                </c:pt>
                <c:pt idx="157">
                  <c:v>2022.9166666666667</c:v>
                </c:pt>
              </c:numCache>
            </c:numRef>
          </c:xVal>
          <c:yVal>
            <c:numRef>
              <c:f>Sheet1!$C$2:$C$159</c:f>
              <c:numCache>
                <c:formatCode>General</c:formatCode>
                <c:ptCount val="158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  <c:pt idx="5">
                  <c:v>49</c:v>
                </c:pt>
                <c:pt idx="6">
                  <c:v>95</c:v>
                </c:pt>
                <c:pt idx="7">
                  <c:v>53</c:v>
                </c:pt>
                <c:pt idx="9">
                  <c:v>2</c:v>
                </c:pt>
                <c:pt idx="10">
                  <c:v>29</c:v>
                </c:pt>
                <c:pt idx="11">
                  <c:v>3</c:v>
                </c:pt>
                <c:pt idx="12">
                  <c:v>3</c:v>
                </c:pt>
                <c:pt idx="14">
                  <c:v>16</c:v>
                </c:pt>
                <c:pt idx="15">
                  <c:v>15</c:v>
                </c:pt>
                <c:pt idx="16">
                  <c:v>15</c:v>
                </c:pt>
                <c:pt idx="17">
                  <c:v>15</c:v>
                </c:pt>
                <c:pt idx="18">
                  <c:v>14</c:v>
                </c:pt>
                <c:pt idx="19">
                  <c:v>4</c:v>
                </c:pt>
                <c:pt idx="20">
                  <c:v>3</c:v>
                </c:pt>
                <c:pt idx="24">
                  <c:v>7</c:v>
                </c:pt>
                <c:pt idx="26">
                  <c:v>13</c:v>
                </c:pt>
                <c:pt idx="29">
                  <c:v>4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3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50">
                  <c:v>45</c:v>
                </c:pt>
                <c:pt idx="59">
                  <c:v>2</c:v>
                </c:pt>
                <c:pt idx="60">
                  <c:v>1</c:v>
                </c:pt>
                <c:pt idx="62">
                  <c:v>4</c:v>
                </c:pt>
                <c:pt idx="64">
                  <c:v>1</c:v>
                </c:pt>
                <c:pt idx="65">
                  <c:v>11</c:v>
                </c:pt>
                <c:pt idx="66">
                  <c:v>23</c:v>
                </c:pt>
                <c:pt idx="67">
                  <c:v>8</c:v>
                </c:pt>
                <c:pt idx="68">
                  <c:v>9</c:v>
                </c:pt>
                <c:pt idx="69">
                  <c:v>1</c:v>
                </c:pt>
                <c:pt idx="70">
                  <c:v>3</c:v>
                </c:pt>
                <c:pt idx="71">
                  <c:v>3</c:v>
                </c:pt>
                <c:pt idx="72">
                  <c:v>11</c:v>
                </c:pt>
                <c:pt idx="73">
                  <c:v>18</c:v>
                </c:pt>
                <c:pt idx="74">
                  <c:v>2</c:v>
                </c:pt>
                <c:pt idx="75">
                  <c:v>6</c:v>
                </c:pt>
                <c:pt idx="76">
                  <c:v>4</c:v>
                </c:pt>
                <c:pt idx="77">
                  <c:v>4</c:v>
                </c:pt>
                <c:pt idx="82">
                  <c:v>54</c:v>
                </c:pt>
                <c:pt idx="84">
                  <c:v>7</c:v>
                </c:pt>
                <c:pt idx="90">
                  <c:v>52</c:v>
                </c:pt>
                <c:pt idx="91">
                  <c:v>4</c:v>
                </c:pt>
                <c:pt idx="92">
                  <c:v>10</c:v>
                </c:pt>
                <c:pt idx="93">
                  <c:v>62</c:v>
                </c:pt>
                <c:pt idx="95">
                  <c:v>33</c:v>
                </c:pt>
                <c:pt idx="96">
                  <c:v>30</c:v>
                </c:pt>
                <c:pt idx="97">
                  <c:v>56</c:v>
                </c:pt>
                <c:pt idx="98">
                  <c:v>17</c:v>
                </c:pt>
                <c:pt idx="99">
                  <c:v>36</c:v>
                </c:pt>
                <c:pt idx="109">
                  <c:v>2</c:v>
                </c:pt>
                <c:pt idx="110">
                  <c:v>58</c:v>
                </c:pt>
                <c:pt idx="111">
                  <c:v>62</c:v>
                </c:pt>
                <c:pt idx="112">
                  <c:v>105</c:v>
                </c:pt>
                <c:pt idx="117">
                  <c:v>92</c:v>
                </c:pt>
                <c:pt idx="122">
                  <c:v>34</c:v>
                </c:pt>
                <c:pt idx="123">
                  <c:v>40</c:v>
                </c:pt>
                <c:pt idx="125">
                  <c:v>26</c:v>
                </c:pt>
                <c:pt idx="126">
                  <c:v>48</c:v>
                </c:pt>
                <c:pt idx="127">
                  <c:v>202</c:v>
                </c:pt>
                <c:pt idx="128">
                  <c:v>47</c:v>
                </c:pt>
                <c:pt idx="129">
                  <c:v>11</c:v>
                </c:pt>
                <c:pt idx="131">
                  <c:v>31</c:v>
                </c:pt>
                <c:pt idx="132">
                  <c:v>54</c:v>
                </c:pt>
                <c:pt idx="133">
                  <c:v>0</c:v>
                </c:pt>
                <c:pt idx="134">
                  <c:v>68</c:v>
                </c:pt>
                <c:pt idx="138">
                  <c:v>37</c:v>
                </c:pt>
                <c:pt idx="144">
                  <c:v>22</c:v>
                </c:pt>
                <c:pt idx="150">
                  <c:v>105</c:v>
                </c:pt>
                <c:pt idx="151">
                  <c:v>696</c:v>
                </c:pt>
                <c:pt idx="152">
                  <c:v>51</c:v>
                </c:pt>
                <c:pt idx="153">
                  <c:v>55</c:v>
                </c:pt>
                <c:pt idx="154">
                  <c:v>44</c:v>
                </c:pt>
                <c:pt idx="155">
                  <c:v>69</c:v>
                </c:pt>
                <c:pt idx="156">
                  <c:v>47</c:v>
                </c:pt>
                <c:pt idx="157">
                  <c:v>967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F0E-DA4D-801C-77462066B3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67970911"/>
        <c:axId val="1367972623"/>
      </c:scatterChart>
      <c:valAx>
        <c:axId val="1367970911"/>
        <c:scaling>
          <c:orientation val="minMax"/>
          <c:max val="2026"/>
          <c:min val="2023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STIX Two Text" pitchFamily="2" charset="0"/>
                <a:ea typeface="+mn-ea"/>
                <a:cs typeface="+mn-cs"/>
              </a:defRPr>
            </a:pPr>
            <a:endParaRPr lang="zh-CN"/>
          </a:p>
        </c:txPr>
        <c:crossAx val="1367972623"/>
        <c:crosses val="autoZero"/>
        <c:crossBetween val="midCat"/>
      </c:valAx>
      <c:valAx>
        <c:axId val="1367972623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STIX Two Text" pitchFamily="2" charset="0"/>
                <a:ea typeface="+mn-ea"/>
                <a:cs typeface="+mn-cs"/>
              </a:defRPr>
            </a:pPr>
            <a:endParaRPr lang="zh-CN"/>
          </a:p>
        </c:txPr>
        <c:crossAx val="1367970911"/>
        <c:crosses val="autoZero"/>
        <c:crossBetween val="midCat"/>
        <c:majorUnit val="200"/>
      </c:valAx>
      <c:spPr>
        <a:solidFill>
          <a:schemeClr val="bg1"/>
        </a:solidFill>
        <a:ln w="12700"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75626351768986"/>
          <c:y val="4.2520670405664374E-2"/>
          <c:w val="0.83600644632467958"/>
          <c:h val="0.610940244107647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NeurIPS</c:v>
                </c:pt>
              </c:strCache>
            </c:strRef>
          </c:tx>
          <c:spPr>
            <a:ln w="12700" cap="rnd">
              <a:solidFill>
                <a:srgbClr val="5757AF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rgbClr val="5757AF"/>
              </a:solidFill>
              <a:ln w="12700">
                <a:solidFill>
                  <a:srgbClr val="5757AF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Sheet1!$B$2:$H$2</c:f>
              <c:numCache>
                <c:formatCode>General</c:formatCode>
                <c:ptCount val="7"/>
                <c:pt idx="0">
                  <c:v>1009</c:v>
                </c:pt>
                <c:pt idx="1">
                  <c:v>1427</c:v>
                </c:pt>
                <c:pt idx="2">
                  <c:v>1899</c:v>
                </c:pt>
                <c:pt idx="3">
                  <c:v>2334</c:v>
                </c:pt>
                <c:pt idx="4">
                  <c:v>2671</c:v>
                </c:pt>
                <c:pt idx="5">
                  <c:v>3218</c:v>
                </c:pt>
                <c:pt idx="6">
                  <c:v>4035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82-456F-9544-B1FE9C0D837B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CVPR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triangle"/>
            <c:size val="7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  <c:pt idx="0">
                  <c:v>979</c:v>
                </c:pt>
                <c:pt idx="1">
                  <c:v>1300</c:v>
                </c:pt>
                <c:pt idx="2">
                  <c:v>1467</c:v>
                </c:pt>
                <c:pt idx="3">
                  <c:v>1661</c:v>
                </c:pt>
                <c:pt idx="4">
                  <c:v>2062</c:v>
                </c:pt>
                <c:pt idx="5">
                  <c:v>2359</c:v>
                </c:pt>
                <c:pt idx="6">
                  <c:v>2719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82-456F-9544-B1FE9C0D837B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ICCV</c:v>
                </c:pt>
              </c:strCache>
            </c:strRef>
          </c:tx>
          <c:spPr>
            <a:ln w="12700" cap="rnd">
              <a:solidFill>
                <a:schemeClr val="accent4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4"/>
              </a:solidFill>
              <a:ln w="12700">
                <a:solidFill>
                  <a:schemeClr val="accent4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  <c:pt idx="1">
                  <c:v>1062</c:v>
                </c:pt>
                <c:pt idx="3">
                  <c:v>1612</c:v>
                </c:pt>
                <c:pt idx="5">
                  <c:v>2155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582-456F-9544-B1FE9C0D837B}"/>
            </c:ext>
          </c:extLst>
        </c:ser>
        <c:ser>
          <c:idx val="4"/>
          <c:order val="3"/>
          <c:tx>
            <c:strRef>
              <c:f>Sheet1!$A$6</c:f>
              <c:strCache>
                <c:ptCount val="1"/>
                <c:pt idx="0">
                  <c:v>ICML</c:v>
                </c:pt>
              </c:strCache>
            </c:strRef>
          </c:tx>
          <c:spPr>
            <a:ln w="1270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12700">
                <a:solidFill>
                  <a:schemeClr val="accent6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Sheet1!$B$6:$H$6</c:f>
              <c:numCache>
                <c:formatCode>General</c:formatCode>
                <c:ptCount val="7"/>
                <c:pt idx="0">
                  <c:v>621</c:v>
                </c:pt>
                <c:pt idx="1">
                  <c:v>773</c:v>
                </c:pt>
                <c:pt idx="2">
                  <c:v>1084</c:v>
                </c:pt>
                <c:pt idx="3">
                  <c:v>1183</c:v>
                </c:pt>
                <c:pt idx="4">
                  <c:v>1233</c:v>
                </c:pt>
                <c:pt idx="5">
                  <c:v>1828</c:v>
                </c:pt>
                <c:pt idx="6">
                  <c:v>2944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582-456F-9544-B1FE9C0D837B}"/>
            </c:ext>
          </c:extLst>
        </c:ser>
        <c:ser>
          <c:idx val="5"/>
          <c:order val="4"/>
          <c:tx>
            <c:strRef>
              <c:f>Sheet1!$A$7</c:f>
              <c:strCache>
                <c:ptCount val="1"/>
                <c:pt idx="0">
                  <c:v>ICLR</c:v>
                </c:pt>
              </c:strCache>
            </c:strRef>
          </c:tx>
          <c:spPr>
            <a:ln w="12700" cap="rnd">
              <a:solidFill>
                <a:schemeClr val="accent5"/>
              </a:solidFill>
              <a:round/>
            </a:ln>
            <a:effectLst/>
          </c:spPr>
          <c:marker>
            <c:symbol val="triangle"/>
            <c:size val="7"/>
            <c:spPr>
              <a:solidFill>
                <a:schemeClr val="accent5"/>
              </a:solidFill>
              <a:ln w="12700">
                <a:solidFill>
                  <a:schemeClr val="accent5"/>
                </a:solidFill>
              </a:ln>
              <a:effectLst/>
            </c:spPr>
          </c:marker>
          <c:cat>
            <c:strRef>
              <c:f>Sheet1!$B$1:$H$1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Sheet1!$B$7:$H$7</c:f>
              <c:numCache>
                <c:formatCode>General</c:formatCode>
                <c:ptCount val="7"/>
                <c:pt idx="0">
                  <c:v>337</c:v>
                </c:pt>
                <c:pt idx="1">
                  <c:v>502</c:v>
                </c:pt>
                <c:pt idx="2">
                  <c:v>687</c:v>
                </c:pt>
                <c:pt idx="3">
                  <c:v>860</c:v>
                </c:pt>
                <c:pt idx="4">
                  <c:v>1095</c:v>
                </c:pt>
                <c:pt idx="5">
                  <c:v>1575</c:v>
                </c:pt>
                <c:pt idx="6">
                  <c:v>2260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10-2848-B011-EA73549883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6650383"/>
        <c:axId val="756642223"/>
      </c:lineChart>
      <c:catAx>
        <c:axId val="756650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STIX Two Text Medium" pitchFamily="2" charset="0"/>
                <a:ea typeface="+mn-ea"/>
                <a:cs typeface="+mn-cs"/>
              </a:defRPr>
            </a:pPr>
            <a:endParaRPr lang="zh-CN"/>
          </a:p>
        </c:txPr>
        <c:crossAx val="756642223"/>
        <c:crosses val="autoZero"/>
        <c:auto val="1"/>
        <c:lblAlgn val="ctr"/>
        <c:lblOffset val="100"/>
        <c:noMultiLvlLbl val="0"/>
      </c:catAx>
      <c:valAx>
        <c:axId val="756642223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STIX Two Text Medium" pitchFamily="2" charset="0"/>
                <a:ea typeface="+mn-ea"/>
                <a:cs typeface="+mn-cs"/>
              </a:defRPr>
            </a:pPr>
            <a:endParaRPr lang="zh-CN"/>
          </a:p>
        </c:txPr>
        <c:crossAx val="756650383"/>
        <c:crosses val="autoZero"/>
        <c:crossBetween val="between"/>
      </c:valAx>
      <c:spPr>
        <a:noFill/>
        <a:ln w="12700"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15911510104007151"/>
          <c:y val="5.9945724693438264E-2"/>
          <c:w val="0.26054212685519529"/>
          <c:h val="0.31770838406171165"/>
        </c:manualLayout>
      </c:layout>
      <c:overlay val="0"/>
      <c:spPr>
        <a:solidFill>
          <a:schemeClr val="bg1"/>
        </a:solidFill>
        <a:ln w="127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STIX Two Text" pitchFamily="2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190024520120374"/>
          <c:y val="9.5786688077163715E-2"/>
          <c:w val="0.6962427744541464"/>
          <c:h val="0.6873756387569380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5757AF"/>
              </a:solidFill>
              <a:ln w="9525">
                <a:noFill/>
              </a:ln>
              <a:effectLst/>
            </c:spPr>
          </c:marker>
          <c:xVal>
            <c:numRef>
              <c:f>Sheet1!$A$2:$A$159</c:f>
              <c:numCache>
                <c:formatCode>General</c:formatCode>
                <c:ptCount val="158"/>
                <c:pt idx="0">
                  <c:v>2025.1666666666667</c:v>
                </c:pt>
                <c:pt idx="1">
                  <c:v>2024.25</c:v>
                </c:pt>
                <c:pt idx="2">
                  <c:v>2024.3333333333333</c:v>
                </c:pt>
                <c:pt idx="3">
                  <c:v>2024.3333333333333</c:v>
                </c:pt>
                <c:pt idx="4">
                  <c:v>2024.9166666666667</c:v>
                </c:pt>
                <c:pt idx="5">
                  <c:v>2023.25</c:v>
                </c:pt>
                <c:pt idx="6">
                  <c:v>2023.75</c:v>
                </c:pt>
                <c:pt idx="7">
                  <c:v>2023.5</c:v>
                </c:pt>
                <c:pt idx="9">
                  <c:v>2025.3333333333333</c:v>
                </c:pt>
                <c:pt idx="10">
                  <c:v>2023.75</c:v>
                </c:pt>
                <c:pt idx="11">
                  <c:v>2025.3333333333333</c:v>
                </c:pt>
                <c:pt idx="12">
                  <c:v>2025.3333333333333</c:v>
                </c:pt>
                <c:pt idx="14">
                  <c:v>2024.5833333333333</c:v>
                </c:pt>
                <c:pt idx="15">
                  <c:v>2024.6666666666667</c:v>
                </c:pt>
                <c:pt idx="16">
                  <c:v>2024.4166666666667</c:v>
                </c:pt>
                <c:pt idx="17">
                  <c:v>2024.9166666666667</c:v>
                </c:pt>
                <c:pt idx="18">
                  <c:v>2024.75</c:v>
                </c:pt>
                <c:pt idx="19">
                  <c:v>2025.5</c:v>
                </c:pt>
                <c:pt idx="20">
                  <c:v>2025.0833333333333</c:v>
                </c:pt>
                <c:pt idx="21">
                  <c:v>2025.0833333333333</c:v>
                </c:pt>
                <c:pt idx="22">
                  <c:v>2025.0833333333333</c:v>
                </c:pt>
                <c:pt idx="23">
                  <c:v>2025.25</c:v>
                </c:pt>
                <c:pt idx="24">
                  <c:v>2024.9166666666667</c:v>
                </c:pt>
                <c:pt idx="26">
                  <c:v>2024.5833333333333</c:v>
                </c:pt>
                <c:pt idx="27">
                  <c:v>2025.5</c:v>
                </c:pt>
                <c:pt idx="28">
                  <c:v>2025.3333333333333</c:v>
                </c:pt>
                <c:pt idx="29">
                  <c:v>2024.25</c:v>
                </c:pt>
                <c:pt idx="30">
                  <c:v>2025.25</c:v>
                </c:pt>
                <c:pt idx="31">
                  <c:v>2025.25</c:v>
                </c:pt>
                <c:pt idx="32">
                  <c:v>2025.25</c:v>
                </c:pt>
                <c:pt idx="33">
                  <c:v>2025.1666666666667</c:v>
                </c:pt>
                <c:pt idx="34">
                  <c:v>2025.1666666666667</c:v>
                </c:pt>
                <c:pt idx="35">
                  <c:v>2025.1666666666667</c:v>
                </c:pt>
                <c:pt idx="36">
                  <c:v>2025.1666666666667</c:v>
                </c:pt>
                <c:pt idx="37">
                  <c:v>2023.5</c:v>
                </c:pt>
                <c:pt idx="39">
                  <c:v>2024.25</c:v>
                </c:pt>
                <c:pt idx="41">
                  <c:v>2023.6666666666667</c:v>
                </c:pt>
                <c:pt idx="44">
                  <c:v>2023.75</c:v>
                </c:pt>
                <c:pt idx="46">
                  <c:v>2024.1666666666667</c:v>
                </c:pt>
                <c:pt idx="48">
                  <c:v>2023.75</c:v>
                </c:pt>
                <c:pt idx="49">
                  <c:v>2024.9166666666667</c:v>
                </c:pt>
                <c:pt idx="50">
                  <c:v>2024.5</c:v>
                </c:pt>
                <c:pt idx="52">
                  <c:v>2025.3333333333333</c:v>
                </c:pt>
                <c:pt idx="55">
                  <c:v>2025.3333333333333</c:v>
                </c:pt>
                <c:pt idx="56">
                  <c:v>2025.3333333333333</c:v>
                </c:pt>
                <c:pt idx="57">
                  <c:v>2025.5833333333333</c:v>
                </c:pt>
                <c:pt idx="58">
                  <c:v>2025.5</c:v>
                </c:pt>
                <c:pt idx="59">
                  <c:v>2025.25</c:v>
                </c:pt>
                <c:pt idx="60">
                  <c:v>2025.5</c:v>
                </c:pt>
                <c:pt idx="61">
                  <c:v>2025.5</c:v>
                </c:pt>
                <c:pt idx="62">
                  <c:v>2025.1666666666667</c:v>
                </c:pt>
                <c:pt idx="63">
                  <c:v>2025.1666666666667</c:v>
                </c:pt>
                <c:pt idx="64">
                  <c:v>2025.0833333333333</c:v>
                </c:pt>
                <c:pt idx="65">
                  <c:v>2025.0833333333333</c:v>
                </c:pt>
                <c:pt idx="66">
                  <c:v>2025</c:v>
                </c:pt>
                <c:pt idx="67">
                  <c:v>2025</c:v>
                </c:pt>
                <c:pt idx="68">
                  <c:v>2025</c:v>
                </c:pt>
                <c:pt idx="69">
                  <c:v>2025</c:v>
                </c:pt>
                <c:pt idx="70">
                  <c:v>2025</c:v>
                </c:pt>
                <c:pt idx="71">
                  <c:v>2025</c:v>
                </c:pt>
                <c:pt idx="72">
                  <c:v>2025</c:v>
                </c:pt>
                <c:pt idx="73">
                  <c:v>2024.9166666666667</c:v>
                </c:pt>
                <c:pt idx="74">
                  <c:v>2024.9166666666667</c:v>
                </c:pt>
                <c:pt idx="75">
                  <c:v>2024.9166666666667</c:v>
                </c:pt>
                <c:pt idx="76">
                  <c:v>2024.9166666666667</c:v>
                </c:pt>
                <c:pt idx="77">
                  <c:v>2024.9166666666667</c:v>
                </c:pt>
                <c:pt idx="78">
                  <c:v>2024.9166666666667</c:v>
                </c:pt>
                <c:pt idx="79">
                  <c:v>2024.9166666666667</c:v>
                </c:pt>
                <c:pt idx="80">
                  <c:v>2024.9166666666667</c:v>
                </c:pt>
                <c:pt idx="81">
                  <c:v>2024.9166666666667</c:v>
                </c:pt>
                <c:pt idx="82">
                  <c:v>2024.9166666666667</c:v>
                </c:pt>
                <c:pt idx="83">
                  <c:v>2024.9166666666667</c:v>
                </c:pt>
                <c:pt idx="84">
                  <c:v>2024.9166666666667</c:v>
                </c:pt>
                <c:pt idx="85">
                  <c:v>2024.25</c:v>
                </c:pt>
                <c:pt idx="86">
                  <c:v>2024.25</c:v>
                </c:pt>
                <c:pt idx="87">
                  <c:v>2024.8333333333333</c:v>
                </c:pt>
                <c:pt idx="88">
                  <c:v>2024.8333333333333</c:v>
                </c:pt>
                <c:pt idx="89">
                  <c:v>2024.8333333333333</c:v>
                </c:pt>
                <c:pt idx="90">
                  <c:v>2024.75</c:v>
                </c:pt>
                <c:pt idx="91">
                  <c:v>2024.75</c:v>
                </c:pt>
                <c:pt idx="92">
                  <c:v>2024.75</c:v>
                </c:pt>
                <c:pt idx="93">
                  <c:v>2024.6666666666667</c:v>
                </c:pt>
                <c:pt idx="94">
                  <c:v>2024.6666666666667</c:v>
                </c:pt>
                <c:pt idx="95">
                  <c:v>2024.6666666666667</c:v>
                </c:pt>
                <c:pt idx="96">
                  <c:v>2024.5</c:v>
                </c:pt>
                <c:pt idx="97">
                  <c:v>2024.4166666666667</c:v>
                </c:pt>
                <c:pt idx="98">
                  <c:v>2024.4166666666667</c:v>
                </c:pt>
                <c:pt idx="99">
                  <c:v>2024.4166666666667</c:v>
                </c:pt>
                <c:pt idx="100">
                  <c:v>2024.3333333333333</c:v>
                </c:pt>
                <c:pt idx="101">
                  <c:v>2024.3333333333333</c:v>
                </c:pt>
                <c:pt idx="102">
                  <c:v>2024.3333333333333</c:v>
                </c:pt>
                <c:pt idx="103">
                  <c:v>2024.25</c:v>
                </c:pt>
                <c:pt idx="104">
                  <c:v>2024.25</c:v>
                </c:pt>
                <c:pt idx="105">
                  <c:v>2024.25</c:v>
                </c:pt>
                <c:pt idx="106">
                  <c:v>2024.1666666666667</c:v>
                </c:pt>
                <c:pt idx="107">
                  <c:v>2024.0833333333333</c:v>
                </c:pt>
                <c:pt idx="108">
                  <c:v>2024.0833333333333</c:v>
                </c:pt>
                <c:pt idx="109">
                  <c:v>2024</c:v>
                </c:pt>
                <c:pt idx="110">
                  <c:v>2024</c:v>
                </c:pt>
                <c:pt idx="111">
                  <c:v>2024</c:v>
                </c:pt>
                <c:pt idx="112">
                  <c:v>2024</c:v>
                </c:pt>
                <c:pt idx="113">
                  <c:v>2024</c:v>
                </c:pt>
                <c:pt idx="114">
                  <c:v>2024</c:v>
                </c:pt>
                <c:pt idx="115">
                  <c:v>2024</c:v>
                </c:pt>
                <c:pt idx="116">
                  <c:v>2024</c:v>
                </c:pt>
                <c:pt idx="117">
                  <c:v>2024</c:v>
                </c:pt>
                <c:pt idx="118">
                  <c:v>2024</c:v>
                </c:pt>
                <c:pt idx="119">
                  <c:v>2024</c:v>
                </c:pt>
                <c:pt idx="120">
                  <c:v>2024</c:v>
                </c:pt>
                <c:pt idx="121">
                  <c:v>2024</c:v>
                </c:pt>
                <c:pt idx="122">
                  <c:v>2023.9166666666667</c:v>
                </c:pt>
                <c:pt idx="123">
                  <c:v>2023.9166666666667</c:v>
                </c:pt>
                <c:pt idx="124">
                  <c:v>2023.9166666666667</c:v>
                </c:pt>
                <c:pt idx="125">
                  <c:v>2023.9166666666667</c:v>
                </c:pt>
                <c:pt idx="126">
                  <c:v>2023.9166666666667</c:v>
                </c:pt>
                <c:pt idx="127">
                  <c:v>2023.9166666666667</c:v>
                </c:pt>
                <c:pt idx="128">
                  <c:v>2023.8333333333333</c:v>
                </c:pt>
                <c:pt idx="129">
                  <c:v>2023.8333333333333</c:v>
                </c:pt>
                <c:pt idx="130">
                  <c:v>2023.8333333333333</c:v>
                </c:pt>
                <c:pt idx="131">
                  <c:v>2023.75</c:v>
                </c:pt>
                <c:pt idx="132">
                  <c:v>2023.75</c:v>
                </c:pt>
                <c:pt idx="133">
                  <c:v>2023.75</c:v>
                </c:pt>
                <c:pt idx="134">
                  <c:v>2023.75</c:v>
                </c:pt>
                <c:pt idx="135">
                  <c:v>2023.75</c:v>
                </c:pt>
                <c:pt idx="136">
                  <c:v>2023.6666666666667</c:v>
                </c:pt>
                <c:pt idx="137">
                  <c:v>2023.6666666666667</c:v>
                </c:pt>
                <c:pt idx="138">
                  <c:v>2023.6666666666667</c:v>
                </c:pt>
                <c:pt idx="139">
                  <c:v>2023.5833333333333</c:v>
                </c:pt>
                <c:pt idx="140">
                  <c:v>2023.5833333333333</c:v>
                </c:pt>
                <c:pt idx="141">
                  <c:v>2023.5833333333333</c:v>
                </c:pt>
                <c:pt idx="142">
                  <c:v>2023.5833333333333</c:v>
                </c:pt>
                <c:pt idx="143">
                  <c:v>2023.5</c:v>
                </c:pt>
                <c:pt idx="144">
                  <c:v>2023.4166666666667</c:v>
                </c:pt>
                <c:pt idx="145">
                  <c:v>2023.4166666666667</c:v>
                </c:pt>
                <c:pt idx="146">
                  <c:v>2023.3333333333333</c:v>
                </c:pt>
                <c:pt idx="147">
                  <c:v>2023.3333333333333</c:v>
                </c:pt>
                <c:pt idx="148">
                  <c:v>2023.3333333333333</c:v>
                </c:pt>
                <c:pt idx="149">
                  <c:v>2023.25</c:v>
                </c:pt>
                <c:pt idx="150">
                  <c:v>2023.25</c:v>
                </c:pt>
                <c:pt idx="151">
                  <c:v>2023.1666666666667</c:v>
                </c:pt>
                <c:pt idx="152">
                  <c:v>2023.1666666666667</c:v>
                </c:pt>
                <c:pt idx="153">
                  <c:v>2023</c:v>
                </c:pt>
                <c:pt idx="154">
                  <c:v>2023</c:v>
                </c:pt>
                <c:pt idx="155">
                  <c:v>2023</c:v>
                </c:pt>
                <c:pt idx="156">
                  <c:v>2023</c:v>
                </c:pt>
                <c:pt idx="157">
                  <c:v>2022.9166666666667</c:v>
                </c:pt>
              </c:numCache>
            </c:numRef>
          </c:xVal>
          <c:yVal>
            <c:numRef>
              <c:f>Sheet1!$B$2:$B$159</c:f>
              <c:numCache>
                <c:formatCode>General</c:formatCode>
                <c:ptCount val="158"/>
                <c:pt idx="0">
                  <c:v>166</c:v>
                </c:pt>
                <c:pt idx="1">
                  <c:v>119</c:v>
                </c:pt>
                <c:pt idx="2">
                  <c:v>101</c:v>
                </c:pt>
                <c:pt idx="3">
                  <c:v>80</c:v>
                </c:pt>
                <c:pt idx="4">
                  <c:v>51</c:v>
                </c:pt>
                <c:pt idx="5">
                  <c:v>314</c:v>
                </c:pt>
                <c:pt idx="9">
                  <c:v>29</c:v>
                </c:pt>
                <c:pt idx="11">
                  <c:v>21</c:v>
                </c:pt>
                <c:pt idx="12">
                  <c:v>21</c:v>
                </c:pt>
                <c:pt idx="19">
                  <c:v>10</c:v>
                </c:pt>
                <c:pt idx="20">
                  <c:v>6</c:v>
                </c:pt>
                <c:pt idx="21">
                  <c:v>11</c:v>
                </c:pt>
                <c:pt idx="22">
                  <c:v>9</c:v>
                </c:pt>
                <c:pt idx="23">
                  <c:v>68</c:v>
                </c:pt>
                <c:pt idx="24">
                  <c:v>36</c:v>
                </c:pt>
                <c:pt idx="26">
                  <c:v>31</c:v>
                </c:pt>
                <c:pt idx="27">
                  <c:v>8</c:v>
                </c:pt>
                <c:pt idx="28">
                  <c:v>5</c:v>
                </c:pt>
                <c:pt idx="30">
                  <c:v>199</c:v>
                </c:pt>
                <c:pt idx="31">
                  <c:v>45</c:v>
                </c:pt>
                <c:pt idx="32">
                  <c:v>2</c:v>
                </c:pt>
                <c:pt idx="33">
                  <c:v>3</c:v>
                </c:pt>
                <c:pt idx="34">
                  <c:v>2</c:v>
                </c:pt>
                <c:pt idx="35">
                  <c:v>19</c:v>
                </c:pt>
                <c:pt idx="36">
                  <c:v>16</c:v>
                </c:pt>
                <c:pt idx="37">
                  <c:v>1126</c:v>
                </c:pt>
                <c:pt idx="39">
                  <c:v>291</c:v>
                </c:pt>
                <c:pt idx="41">
                  <c:v>183</c:v>
                </c:pt>
                <c:pt idx="44">
                  <c:v>118</c:v>
                </c:pt>
                <c:pt idx="46">
                  <c:v>101</c:v>
                </c:pt>
                <c:pt idx="48">
                  <c:v>84</c:v>
                </c:pt>
                <c:pt idx="49">
                  <c:v>66</c:v>
                </c:pt>
                <c:pt idx="52">
                  <c:v>13</c:v>
                </c:pt>
                <c:pt idx="55">
                  <c:v>8</c:v>
                </c:pt>
                <c:pt idx="56">
                  <c:v>7</c:v>
                </c:pt>
                <c:pt idx="57">
                  <c:v>1</c:v>
                </c:pt>
                <c:pt idx="58">
                  <c:v>4</c:v>
                </c:pt>
                <c:pt idx="59">
                  <c:v>45</c:v>
                </c:pt>
                <c:pt idx="61">
                  <c:v>1</c:v>
                </c:pt>
                <c:pt idx="62">
                  <c:v>45</c:v>
                </c:pt>
                <c:pt idx="63">
                  <c:v>29</c:v>
                </c:pt>
                <c:pt idx="64">
                  <c:v>38</c:v>
                </c:pt>
                <c:pt idx="65">
                  <c:v>56</c:v>
                </c:pt>
                <c:pt idx="66">
                  <c:v>13</c:v>
                </c:pt>
                <c:pt idx="67">
                  <c:v>2</c:v>
                </c:pt>
                <c:pt idx="68">
                  <c:v>51</c:v>
                </c:pt>
                <c:pt idx="69">
                  <c:v>11</c:v>
                </c:pt>
                <c:pt idx="70">
                  <c:v>12</c:v>
                </c:pt>
                <c:pt idx="71">
                  <c:v>15</c:v>
                </c:pt>
                <c:pt idx="72">
                  <c:v>45</c:v>
                </c:pt>
                <c:pt idx="73">
                  <c:v>37</c:v>
                </c:pt>
                <c:pt idx="74">
                  <c:v>2</c:v>
                </c:pt>
                <c:pt idx="75">
                  <c:v>7</c:v>
                </c:pt>
                <c:pt idx="76">
                  <c:v>16</c:v>
                </c:pt>
                <c:pt idx="77">
                  <c:v>49</c:v>
                </c:pt>
                <c:pt idx="78">
                  <c:v>62</c:v>
                </c:pt>
                <c:pt idx="79">
                  <c:v>46</c:v>
                </c:pt>
                <c:pt idx="80">
                  <c:v>33</c:v>
                </c:pt>
                <c:pt idx="81">
                  <c:v>82</c:v>
                </c:pt>
                <c:pt idx="82">
                  <c:v>236</c:v>
                </c:pt>
                <c:pt idx="83">
                  <c:v>53</c:v>
                </c:pt>
                <c:pt idx="84">
                  <c:v>156</c:v>
                </c:pt>
                <c:pt idx="85">
                  <c:v>425</c:v>
                </c:pt>
                <c:pt idx="86">
                  <c:v>785</c:v>
                </c:pt>
                <c:pt idx="87">
                  <c:v>266</c:v>
                </c:pt>
                <c:pt idx="88">
                  <c:v>44</c:v>
                </c:pt>
                <c:pt idx="89">
                  <c:v>62</c:v>
                </c:pt>
                <c:pt idx="90">
                  <c:v>112</c:v>
                </c:pt>
                <c:pt idx="91">
                  <c:v>160</c:v>
                </c:pt>
                <c:pt idx="92">
                  <c:v>71</c:v>
                </c:pt>
                <c:pt idx="93">
                  <c:v>320</c:v>
                </c:pt>
                <c:pt idx="94">
                  <c:v>180</c:v>
                </c:pt>
                <c:pt idx="95">
                  <c:v>71</c:v>
                </c:pt>
                <c:pt idx="96">
                  <c:v>162</c:v>
                </c:pt>
                <c:pt idx="97">
                  <c:v>5</c:v>
                </c:pt>
                <c:pt idx="98">
                  <c:v>30</c:v>
                </c:pt>
                <c:pt idx="100">
                  <c:v>3</c:v>
                </c:pt>
                <c:pt idx="101">
                  <c:v>21</c:v>
                </c:pt>
                <c:pt idx="102">
                  <c:v>24</c:v>
                </c:pt>
                <c:pt idx="103">
                  <c:v>125</c:v>
                </c:pt>
                <c:pt idx="104">
                  <c:v>11</c:v>
                </c:pt>
                <c:pt idx="105">
                  <c:v>449</c:v>
                </c:pt>
                <c:pt idx="106">
                  <c:v>133</c:v>
                </c:pt>
                <c:pt idx="107">
                  <c:v>86</c:v>
                </c:pt>
                <c:pt idx="108">
                  <c:v>106</c:v>
                </c:pt>
                <c:pt idx="109">
                  <c:v>337</c:v>
                </c:pt>
                <c:pt idx="110">
                  <c:v>339</c:v>
                </c:pt>
                <c:pt idx="111">
                  <c:v>143</c:v>
                </c:pt>
                <c:pt idx="112">
                  <c:v>223</c:v>
                </c:pt>
                <c:pt idx="113">
                  <c:v>101</c:v>
                </c:pt>
                <c:pt idx="114">
                  <c:v>83</c:v>
                </c:pt>
                <c:pt idx="115">
                  <c:v>498</c:v>
                </c:pt>
                <c:pt idx="116">
                  <c:v>497</c:v>
                </c:pt>
                <c:pt idx="117">
                  <c:v>175</c:v>
                </c:pt>
                <c:pt idx="118">
                  <c:v>581</c:v>
                </c:pt>
                <c:pt idx="119">
                  <c:v>623</c:v>
                </c:pt>
                <c:pt idx="120">
                  <c:v>173</c:v>
                </c:pt>
                <c:pt idx="121">
                  <c:v>245</c:v>
                </c:pt>
                <c:pt idx="123">
                  <c:v>314</c:v>
                </c:pt>
                <c:pt idx="124">
                  <c:v>613</c:v>
                </c:pt>
                <c:pt idx="125">
                  <c:v>33</c:v>
                </c:pt>
                <c:pt idx="126">
                  <c:v>172</c:v>
                </c:pt>
                <c:pt idx="127">
                  <c:v>56</c:v>
                </c:pt>
                <c:pt idx="130">
                  <c:v>45</c:v>
                </c:pt>
                <c:pt idx="133">
                  <c:v>9</c:v>
                </c:pt>
                <c:pt idx="135">
                  <c:v>249</c:v>
                </c:pt>
                <c:pt idx="136">
                  <c:v>277</c:v>
                </c:pt>
                <c:pt idx="137">
                  <c:v>167</c:v>
                </c:pt>
                <c:pt idx="138">
                  <c:v>72</c:v>
                </c:pt>
                <c:pt idx="139">
                  <c:v>35</c:v>
                </c:pt>
                <c:pt idx="140">
                  <c:v>199</c:v>
                </c:pt>
                <c:pt idx="141">
                  <c:v>111</c:v>
                </c:pt>
                <c:pt idx="142">
                  <c:v>385</c:v>
                </c:pt>
                <c:pt idx="143">
                  <c:v>1126</c:v>
                </c:pt>
                <c:pt idx="144">
                  <c:v>559</c:v>
                </c:pt>
                <c:pt idx="145">
                  <c:v>150</c:v>
                </c:pt>
                <c:pt idx="146">
                  <c:v>116</c:v>
                </c:pt>
                <c:pt idx="147">
                  <c:v>177</c:v>
                </c:pt>
                <c:pt idx="148">
                  <c:v>897</c:v>
                </c:pt>
                <c:pt idx="149">
                  <c:v>114</c:v>
                </c:pt>
                <c:pt idx="151">
                  <c:v>21</c:v>
                </c:pt>
                <c:pt idx="152">
                  <c:v>915</c:v>
                </c:pt>
                <c:pt idx="153">
                  <c:v>67</c:v>
                </c:pt>
                <c:pt idx="154">
                  <c:v>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4D1-DD4F-B4E8-4676F17995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4FEFAC"/>
              </a:solidFill>
              <a:ln w="9525">
                <a:noFill/>
              </a:ln>
              <a:effectLst/>
            </c:spPr>
          </c:marker>
          <c:xVal>
            <c:numRef>
              <c:f>Sheet1!$A$2:$A$159</c:f>
              <c:numCache>
                <c:formatCode>General</c:formatCode>
                <c:ptCount val="158"/>
                <c:pt idx="0">
                  <c:v>2025.1666666666667</c:v>
                </c:pt>
                <c:pt idx="1">
                  <c:v>2024.25</c:v>
                </c:pt>
                <c:pt idx="2">
                  <c:v>2024.3333333333333</c:v>
                </c:pt>
                <c:pt idx="3">
                  <c:v>2024.3333333333333</c:v>
                </c:pt>
                <c:pt idx="4">
                  <c:v>2024.9166666666667</c:v>
                </c:pt>
                <c:pt idx="5">
                  <c:v>2023.25</c:v>
                </c:pt>
                <c:pt idx="6">
                  <c:v>2023.75</c:v>
                </c:pt>
                <c:pt idx="7">
                  <c:v>2023.5</c:v>
                </c:pt>
                <c:pt idx="9">
                  <c:v>2025.3333333333333</c:v>
                </c:pt>
                <c:pt idx="10">
                  <c:v>2023.75</c:v>
                </c:pt>
                <c:pt idx="11">
                  <c:v>2025.3333333333333</c:v>
                </c:pt>
                <c:pt idx="12">
                  <c:v>2025.3333333333333</c:v>
                </c:pt>
                <c:pt idx="14">
                  <c:v>2024.5833333333333</c:v>
                </c:pt>
                <c:pt idx="15">
                  <c:v>2024.6666666666667</c:v>
                </c:pt>
                <c:pt idx="16">
                  <c:v>2024.4166666666667</c:v>
                </c:pt>
                <c:pt idx="17">
                  <c:v>2024.9166666666667</c:v>
                </c:pt>
                <c:pt idx="18">
                  <c:v>2024.75</c:v>
                </c:pt>
                <c:pt idx="19">
                  <c:v>2025.5</c:v>
                </c:pt>
                <c:pt idx="20">
                  <c:v>2025.0833333333333</c:v>
                </c:pt>
                <c:pt idx="21">
                  <c:v>2025.0833333333333</c:v>
                </c:pt>
                <c:pt idx="22">
                  <c:v>2025.0833333333333</c:v>
                </c:pt>
                <c:pt idx="23">
                  <c:v>2025.25</c:v>
                </c:pt>
                <c:pt idx="24">
                  <c:v>2024.9166666666667</c:v>
                </c:pt>
                <c:pt idx="26">
                  <c:v>2024.5833333333333</c:v>
                </c:pt>
                <c:pt idx="27">
                  <c:v>2025.5</c:v>
                </c:pt>
                <c:pt idx="28">
                  <c:v>2025.3333333333333</c:v>
                </c:pt>
                <c:pt idx="29">
                  <c:v>2024.25</c:v>
                </c:pt>
                <c:pt idx="30">
                  <c:v>2025.25</c:v>
                </c:pt>
                <c:pt idx="31">
                  <c:v>2025.25</c:v>
                </c:pt>
                <c:pt idx="32">
                  <c:v>2025.25</c:v>
                </c:pt>
                <c:pt idx="33">
                  <c:v>2025.1666666666667</c:v>
                </c:pt>
                <c:pt idx="34">
                  <c:v>2025.1666666666667</c:v>
                </c:pt>
                <c:pt idx="35">
                  <c:v>2025.1666666666667</c:v>
                </c:pt>
                <c:pt idx="36">
                  <c:v>2025.1666666666667</c:v>
                </c:pt>
                <c:pt idx="37">
                  <c:v>2023.5</c:v>
                </c:pt>
                <c:pt idx="39">
                  <c:v>2024.25</c:v>
                </c:pt>
                <c:pt idx="41">
                  <c:v>2023.6666666666667</c:v>
                </c:pt>
                <c:pt idx="44">
                  <c:v>2023.75</c:v>
                </c:pt>
                <c:pt idx="46">
                  <c:v>2024.1666666666667</c:v>
                </c:pt>
                <c:pt idx="48">
                  <c:v>2023.75</c:v>
                </c:pt>
                <c:pt idx="49">
                  <c:v>2024.9166666666667</c:v>
                </c:pt>
                <c:pt idx="50">
                  <c:v>2024.5</c:v>
                </c:pt>
                <c:pt idx="52">
                  <c:v>2025.3333333333333</c:v>
                </c:pt>
                <c:pt idx="55">
                  <c:v>2025.3333333333333</c:v>
                </c:pt>
                <c:pt idx="56">
                  <c:v>2025.3333333333333</c:v>
                </c:pt>
                <c:pt idx="57">
                  <c:v>2025.5833333333333</c:v>
                </c:pt>
                <c:pt idx="58">
                  <c:v>2025.5</c:v>
                </c:pt>
                <c:pt idx="59">
                  <c:v>2025.25</c:v>
                </c:pt>
                <c:pt idx="60">
                  <c:v>2025.5</c:v>
                </c:pt>
                <c:pt idx="61">
                  <c:v>2025.5</c:v>
                </c:pt>
                <c:pt idx="62">
                  <c:v>2025.1666666666667</c:v>
                </c:pt>
                <c:pt idx="63">
                  <c:v>2025.1666666666667</c:v>
                </c:pt>
                <c:pt idx="64">
                  <c:v>2025.0833333333333</c:v>
                </c:pt>
                <c:pt idx="65">
                  <c:v>2025.0833333333333</c:v>
                </c:pt>
                <c:pt idx="66">
                  <c:v>2025</c:v>
                </c:pt>
                <c:pt idx="67">
                  <c:v>2025</c:v>
                </c:pt>
                <c:pt idx="68">
                  <c:v>2025</c:v>
                </c:pt>
                <c:pt idx="69">
                  <c:v>2025</c:v>
                </c:pt>
                <c:pt idx="70">
                  <c:v>2025</c:v>
                </c:pt>
                <c:pt idx="71">
                  <c:v>2025</c:v>
                </c:pt>
                <c:pt idx="72">
                  <c:v>2025</c:v>
                </c:pt>
                <c:pt idx="73">
                  <c:v>2024.9166666666667</c:v>
                </c:pt>
                <c:pt idx="74">
                  <c:v>2024.9166666666667</c:v>
                </c:pt>
                <c:pt idx="75">
                  <c:v>2024.9166666666667</c:v>
                </c:pt>
                <c:pt idx="76">
                  <c:v>2024.9166666666667</c:v>
                </c:pt>
                <c:pt idx="77">
                  <c:v>2024.9166666666667</c:v>
                </c:pt>
                <c:pt idx="78">
                  <c:v>2024.9166666666667</c:v>
                </c:pt>
                <c:pt idx="79">
                  <c:v>2024.9166666666667</c:v>
                </c:pt>
                <c:pt idx="80">
                  <c:v>2024.9166666666667</c:v>
                </c:pt>
                <c:pt idx="81">
                  <c:v>2024.9166666666667</c:v>
                </c:pt>
                <c:pt idx="82">
                  <c:v>2024.9166666666667</c:v>
                </c:pt>
                <c:pt idx="83">
                  <c:v>2024.9166666666667</c:v>
                </c:pt>
                <c:pt idx="84">
                  <c:v>2024.9166666666667</c:v>
                </c:pt>
                <c:pt idx="85">
                  <c:v>2024.25</c:v>
                </c:pt>
                <c:pt idx="86">
                  <c:v>2024.25</c:v>
                </c:pt>
                <c:pt idx="87">
                  <c:v>2024.8333333333333</c:v>
                </c:pt>
                <c:pt idx="88">
                  <c:v>2024.8333333333333</c:v>
                </c:pt>
                <c:pt idx="89">
                  <c:v>2024.8333333333333</c:v>
                </c:pt>
                <c:pt idx="90">
                  <c:v>2024.75</c:v>
                </c:pt>
                <c:pt idx="91">
                  <c:v>2024.75</c:v>
                </c:pt>
                <c:pt idx="92">
                  <c:v>2024.75</c:v>
                </c:pt>
                <c:pt idx="93">
                  <c:v>2024.6666666666667</c:v>
                </c:pt>
                <c:pt idx="94">
                  <c:v>2024.6666666666667</c:v>
                </c:pt>
                <c:pt idx="95">
                  <c:v>2024.6666666666667</c:v>
                </c:pt>
                <c:pt idx="96">
                  <c:v>2024.5</c:v>
                </c:pt>
                <c:pt idx="97">
                  <c:v>2024.4166666666667</c:v>
                </c:pt>
                <c:pt idx="98">
                  <c:v>2024.4166666666667</c:v>
                </c:pt>
                <c:pt idx="99">
                  <c:v>2024.4166666666667</c:v>
                </c:pt>
                <c:pt idx="100">
                  <c:v>2024.3333333333333</c:v>
                </c:pt>
                <c:pt idx="101">
                  <c:v>2024.3333333333333</c:v>
                </c:pt>
                <c:pt idx="102">
                  <c:v>2024.3333333333333</c:v>
                </c:pt>
                <c:pt idx="103">
                  <c:v>2024.25</c:v>
                </c:pt>
                <c:pt idx="104">
                  <c:v>2024.25</c:v>
                </c:pt>
                <c:pt idx="105">
                  <c:v>2024.25</c:v>
                </c:pt>
                <c:pt idx="106">
                  <c:v>2024.1666666666667</c:v>
                </c:pt>
                <c:pt idx="107">
                  <c:v>2024.0833333333333</c:v>
                </c:pt>
                <c:pt idx="108">
                  <c:v>2024.0833333333333</c:v>
                </c:pt>
                <c:pt idx="109">
                  <c:v>2024</c:v>
                </c:pt>
                <c:pt idx="110">
                  <c:v>2024</c:v>
                </c:pt>
                <c:pt idx="111">
                  <c:v>2024</c:v>
                </c:pt>
                <c:pt idx="112">
                  <c:v>2024</c:v>
                </c:pt>
                <c:pt idx="113">
                  <c:v>2024</c:v>
                </c:pt>
                <c:pt idx="114">
                  <c:v>2024</c:v>
                </c:pt>
                <c:pt idx="115">
                  <c:v>2024</c:v>
                </c:pt>
                <c:pt idx="116">
                  <c:v>2024</c:v>
                </c:pt>
                <c:pt idx="117">
                  <c:v>2024</c:v>
                </c:pt>
                <c:pt idx="118">
                  <c:v>2024</c:v>
                </c:pt>
                <c:pt idx="119">
                  <c:v>2024</c:v>
                </c:pt>
                <c:pt idx="120">
                  <c:v>2024</c:v>
                </c:pt>
                <c:pt idx="121">
                  <c:v>2024</c:v>
                </c:pt>
                <c:pt idx="122">
                  <c:v>2023.9166666666667</c:v>
                </c:pt>
                <c:pt idx="123">
                  <c:v>2023.9166666666667</c:v>
                </c:pt>
                <c:pt idx="124">
                  <c:v>2023.9166666666667</c:v>
                </c:pt>
                <c:pt idx="125">
                  <c:v>2023.9166666666667</c:v>
                </c:pt>
                <c:pt idx="126">
                  <c:v>2023.9166666666667</c:v>
                </c:pt>
                <c:pt idx="127">
                  <c:v>2023.9166666666667</c:v>
                </c:pt>
                <c:pt idx="128">
                  <c:v>2023.8333333333333</c:v>
                </c:pt>
                <c:pt idx="129">
                  <c:v>2023.8333333333333</c:v>
                </c:pt>
                <c:pt idx="130">
                  <c:v>2023.8333333333333</c:v>
                </c:pt>
                <c:pt idx="131">
                  <c:v>2023.75</c:v>
                </c:pt>
                <c:pt idx="132">
                  <c:v>2023.75</c:v>
                </c:pt>
                <c:pt idx="133">
                  <c:v>2023.75</c:v>
                </c:pt>
                <c:pt idx="134">
                  <c:v>2023.75</c:v>
                </c:pt>
                <c:pt idx="135">
                  <c:v>2023.75</c:v>
                </c:pt>
                <c:pt idx="136">
                  <c:v>2023.6666666666667</c:v>
                </c:pt>
                <c:pt idx="137">
                  <c:v>2023.6666666666667</c:v>
                </c:pt>
                <c:pt idx="138">
                  <c:v>2023.6666666666667</c:v>
                </c:pt>
                <c:pt idx="139">
                  <c:v>2023.5833333333333</c:v>
                </c:pt>
                <c:pt idx="140">
                  <c:v>2023.5833333333333</c:v>
                </c:pt>
                <c:pt idx="141">
                  <c:v>2023.5833333333333</c:v>
                </c:pt>
                <c:pt idx="142">
                  <c:v>2023.5833333333333</c:v>
                </c:pt>
                <c:pt idx="143">
                  <c:v>2023.5</c:v>
                </c:pt>
                <c:pt idx="144">
                  <c:v>2023.4166666666667</c:v>
                </c:pt>
                <c:pt idx="145">
                  <c:v>2023.4166666666667</c:v>
                </c:pt>
                <c:pt idx="146">
                  <c:v>2023.3333333333333</c:v>
                </c:pt>
                <c:pt idx="147">
                  <c:v>2023.3333333333333</c:v>
                </c:pt>
                <c:pt idx="148">
                  <c:v>2023.3333333333333</c:v>
                </c:pt>
                <c:pt idx="149">
                  <c:v>2023.25</c:v>
                </c:pt>
                <c:pt idx="150">
                  <c:v>2023.25</c:v>
                </c:pt>
                <c:pt idx="151">
                  <c:v>2023.1666666666667</c:v>
                </c:pt>
                <c:pt idx="152">
                  <c:v>2023.1666666666667</c:v>
                </c:pt>
                <c:pt idx="153">
                  <c:v>2023</c:v>
                </c:pt>
                <c:pt idx="154">
                  <c:v>2023</c:v>
                </c:pt>
                <c:pt idx="155">
                  <c:v>2023</c:v>
                </c:pt>
                <c:pt idx="156">
                  <c:v>2023</c:v>
                </c:pt>
                <c:pt idx="157">
                  <c:v>2022.9166666666667</c:v>
                </c:pt>
              </c:numCache>
            </c:numRef>
          </c:xVal>
          <c:yVal>
            <c:numRef>
              <c:f>Sheet1!$C$2:$C$159</c:f>
              <c:numCache>
                <c:formatCode>General</c:formatCode>
                <c:ptCount val="158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  <c:pt idx="5">
                  <c:v>49</c:v>
                </c:pt>
                <c:pt idx="6">
                  <c:v>95</c:v>
                </c:pt>
                <c:pt idx="7">
                  <c:v>53</c:v>
                </c:pt>
                <c:pt idx="9">
                  <c:v>2</c:v>
                </c:pt>
                <c:pt idx="10">
                  <c:v>29</c:v>
                </c:pt>
                <c:pt idx="11">
                  <c:v>3</c:v>
                </c:pt>
                <c:pt idx="12">
                  <c:v>3</c:v>
                </c:pt>
                <c:pt idx="14">
                  <c:v>16</c:v>
                </c:pt>
                <c:pt idx="15">
                  <c:v>15</c:v>
                </c:pt>
                <c:pt idx="16">
                  <c:v>15</c:v>
                </c:pt>
                <c:pt idx="17">
                  <c:v>15</c:v>
                </c:pt>
                <c:pt idx="18">
                  <c:v>14</c:v>
                </c:pt>
                <c:pt idx="19">
                  <c:v>4</c:v>
                </c:pt>
                <c:pt idx="20">
                  <c:v>3</c:v>
                </c:pt>
                <c:pt idx="24">
                  <c:v>7</c:v>
                </c:pt>
                <c:pt idx="26">
                  <c:v>13</c:v>
                </c:pt>
                <c:pt idx="29">
                  <c:v>4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3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50">
                  <c:v>45</c:v>
                </c:pt>
                <c:pt idx="59">
                  <c:v>2</c:v>
                </c:pt>
                <c:pt idx="60">
                  <c:v>1</c:v>
                </c:pt>
                <c:pt idx="62">
                  <c:v>4</c:v>
                </c:pt>
                <c:pt idx="64">
                  <c:v>1</c:v>
                </c:pt>
                <c:pt idx="65">
                  <c:v>11</c:v>
                </c:pt>
                <c:pt idx="66">
                  <c:v>23</c:v>
                </c:pt>
                <c:pt idx="67">
                  <c:v>8</c:v>
                </c:pt>
                <c:pt idx="68">
                  <c:v>9</c:v>
                </c:pt>
                <c:pt idx="69">
                  <c:v>1</c:v>
                </c:pt>
                <c:pt idx="70">
                  <c:v>3</c:v>
                </c:pt>
                <c:pt idx="71">
                  <c:v>3</c:v>
                </c:pt>
                <c:pt idx="72">
                  <c:v>11</c:v>
                </c:pt>
                <c:pt idx="73">
                  <c:v>18</c:v>
                </c:pt>
                <c:pt idx="74">
                  <c:v>2</c:v>
                </c:pt>
                <c:pt idx="75">
                  <c:v>6</c:v>
                </c:pt>
                <c:pt idx="76">
                  <c:v>4</c:v>
                </c:pt>
                <c:pt idx="77">
                  <c:v>4</c:v>
                </c:pt>
                <c:pt idx="82">
                  <c:v>54</c:v>
                </c:pt>
                <c:pt idx="84">
                  <c:v>7</c:v>
                </c:pt>
                <c:pt idx="90">
                  <c:v>52</c:v>
                </c:pt>
                <c:pt idx="91">
                  <c:v>4</c:v>
                </c:pt>
                <c:pt idx="92">
                  <c:v>10</c:v>
                </c:pt>
                <c:pt idx="93">
                  <c:v>62</c:v>
                </c:pt>
                <c:pt idx="95">
                  <c:v>33</c:v>
                </c:pt>
                <c:pt idx="96">
                  <c:v>30</c:v>
                </c:pt>
                <c:pt idx="97">
                  <c:v>56</c:v>
                </c:pt>
                <c:pt idx="98">
                  <c:v>17</c:v>
                </c:pt>
                <c:pt idx="99">
                  <c:v>36</c:v>
                </c:pt>
                <c:pt idx="109">
                  <c:v>2</c:v>
                </c:pt>
                <c:pt idx="110">
                  <c:v>58</c:v>
                </c:pt>
                <c:pt idx="111">
                  <c:v>62</c:v>
                </c:pt>
                <c:pt idx="112">
                  <c:v>105</c:v>
                </c:pt>
                <c:pt idx="117">
                  <c:v>92</c:v>
                </c:pt>
                <c:pt idx="122">
                  <c:v>34</c:v>
                </c:pt>
                <c:pt idx="123">
                  <c:v>40</c:v>
                </c:pt>
                <c:pt idx="125">
                  <c:v>26</c:v>
                </c:pt>
                <c:pt idx="126">
                  <c:v>48</c:v>
                </c:pt>
                <c:pt idx="127">
                  <c:v>202</c:v>
                </c:pt>
                <c:pt idx="128">
                  <c:v>47</c:v>
                </c:pt>
                <c:pt idx="129">
                  <c:v>11</c:v>
                </c:pt>
                <c:pt idx="131">
                  <c:v>31</c:v>
                </c:pt>
                <c:pt idx="132">
                  <c:v>54</c:v>
                </c:pt>
                <c:pt idx="133">
                  <c:v>0</c:v>
                </c:pt>
                <c:pt idx="134">
                  <c:v>68</c:v>
                </c:pt>
                <c:pt idx="138">
                  <c:v>37</c:v>
                </c:pt>
                <c:pt idx="144">
                  <c:v>22</c:v>
                </c:pt>
                <c:pt idx="150">
                  <c:v>105</c:v>
                </c:pt>
                <c:pt idx="151">
                  <c:v>696</c:v>
                </c:pt>
                <c:pt idx="152">
                  <c:v>51</c:v>
                </c:pt>
                <c:pt idx="153">
                  <c:v>55</c:v>
                </c:pt>
                <c:pt idx="154">
                  <c:v>44</c:v>
                </c:pt>
                <c:pt idx="155">
                  <c:v>69</c:v>
                </c:pt>
                <c:pt idx="156">
                  <c:v>47</c:v>
                </c:pt>
                <c:pt idx="157">
                  <c:v>967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F0E-DA4D-801C-77462066B3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67970911"/>
        <c:axId val="1367972623"/>
      </c:scatterChart>
      <c:valAx>
        <c:axId val="1367970911"/>
        <c:scaling>
          <c:orientation val="minMax"/>
          <c:max val="2026"/>
          <c:min val="2023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STIX Two Text" pitchFamily="2" charset="0"/>
                <a:ea typeface="+mn-ea"/>
                <a:cs typeface="+mn-cs"/>
              </a:defRPr>
            </a:pPr>
            <a:endParaRPr lang="zh-CN"/>
          </a:p>
        </c:txPr>
        <c:crossAx val="1367972623"/>
        <c:crosses val="autoZero"/>
        <c:crossBetween val="midCat"/>
      </c:valAx>
      <c:valAx>
        <c:axId val="1367972623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STIX Two Text" pitchFamily="2" charset="0"/>
                <a:ea typeface="+mn-ea"/>
                <a:cs typeface="+mn-cs"/>
              </a:defRPr>
            </a:pPr>
            <a:endParaRPr lang="zh-CN"/>
          </a:p>
        </c:txPr>
        <c:crossAx val="1367970911"/>
        <c:crosses val="autoZero"/>
        <c:crossBetween val="midCat"/>
        <c:majorUnit val="200"/>
      </c:valAx>
      <c:spPr>
        <a:solidFill>
          <a:schemeClr val="bg1"/>
        </a:solidFill>
        <a:ln w="12700"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4F08C-B33F-AA49-A411-9B3CBD2BED64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45541-EDC8-9F45-8DB5-A945ABFB41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7218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03348-24A0-5289-1C97-0A0BF504D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DEE2B2-4AD1-2F76-1B82-CCF77991D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930693-89CF-B4C5-6E3D-196930A04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6E02-7444-094D-888D-376F7347902D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309F94-E09A-CDF5-8F93-41096EB1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778CBB-67D3-DF13-36E8-510FC50F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CB7D-FDD4-854B-9261-A9E0E2373F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37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D45B2-BB44-81D6-4D15-0DC3A9B9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72EA17-C1CE-A823-7C02-FB4239211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F22A52-CAF1-B1E1-EA39-C36ACBD3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6E02-7444-094D-888D-376F7347902D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048271-4978-8BFC-837E-B1BAB4F64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AA9CFF-AED1-48E0-4E6C-3AB2EE725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CB7D-FDD4-854B-9261-A9E0E2373F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9571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6CDD2-16DC-F877-B046-769B92D60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5F3C1D-9001-C7F6-AF22-4382CD73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7E4620-6950-3107-56C8-13E97F014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6E02-7444-094D-888D-376F7347902D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5EC81B-2D6F-7224-E5DA-43ADDA6F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5363A8-5BEC-D4A9-157E-E3A57EF2C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CB7D-FDD4-854B-9261-A9E0E2373F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755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2358E-4251-6A9E-3207-3B422263E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594DBA-2150-ABFA-69BF-DA927625D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811AFE-954C-EE1F-A963-5F108E16A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41A974-B0B4-BF30-6A5D-671E0219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6E02-7444-094D-888D-376F7347902D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79344C-0723-2760-AFF7-0AD08B089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3FA0FD-BF63-7621-B675-6944D0E0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CB7D-FDD4-854B-9261-A9E0E2373F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1957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E6E89-4A35-C170-A115-0B66A4758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4E8F0E-43D2-9659-8F1A-7021EE321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BE7FC4-69F5-41BD-0FEA-89FEA4C7F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C16EBB-F9BD-4D37-04A2-1C0C8D7E9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49D64EC-B086-3E17-8A0C-F19E21751F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46B9BF-9C1F-5F73-AB77-868375DE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6E02-7444-094D-888D-376F7347902D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626291-8C5E-2963-2824-FE83B8F7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25DDD6-84ED-3CA6-E9C9-82701461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CB7D-FDD4-854B-9261-A9E0E2373F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8084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42E85F-0493-7C18-AC73-66B66064E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BC9696-CB5F-58E6-A108-478DFC693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6E02-7444-094D-888D-376F7347902D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AECBF8-D2C9-E13A-0B29-148ACD49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B2E4A6-0EE5-F7BB-1B80-637D695B1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CB7D-FDD4-854B-9261-A9E0E2373F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6344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E07572-D8CF-0623-2CF5-1D0855FB0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6E02-7444-094D-888D-376F7347902D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02A46E-2D37-F294-2957-C30EE3B51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8F9A71-EB71-848A-8996-69F825364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CB7D-FDD4-854B-9261-A9E0E2373F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9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D1DD0-201C-A042-89F0-873AABDD2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C3FD40-F6C7-9BC7-E9E3-5DFBFF7CF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F4E46B-DF25-8FDB-C7E9-9D4505640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AE179F-101E-7EB1-52D7-375C7F4B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6E02-7444-094D-888D-376F7347902D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186B3A-CBEE-839B-660B-F29954691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2A4398-4AFA-5880-BE18-303DAB17A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CB7D-FDD4-854B-9261-A9E0E2373F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0691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EA914F-133B-059A-5FB5-AE0760E4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A7514B-AAA3-AF3E-06E9-E1BA466A2B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8E153C-0164-993D-1BB7-E97256E7C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C4BC06-89DE-62BC-8D26-AB9C4749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6E02-7444-094D-888D-376F7347902D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07E6E7-2BED-9898-E57D-0910F294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736C25-B970-FBF7-93A9-BDED4829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CB7D-FDD4-854B-9261-A9E0E2373F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5942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75BC28-AC57-AF54-B1B6-9FF9FA62C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879F07-806F-D29D-55BA-38374E2BE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34A455-886C-A61E-7AB0-3BE44DD57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6E02-7444-094D-888D-376F7347902D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AD59C8-7DD0-52ED-A7E2-7E6F596B0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E7E655-8823-84D7-FD47-7282387B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CB7D-FDD4-854B-9261-A9E0E2373F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5331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E86B53-BE70-679F-8043-9253A4969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9B15CA-BD0D-F793-EA5F-6C2F1883B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78AEB-4B9A-5419-6C94-DB1A617D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6E02-7444-094D-888D-376F7347902D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98B566-FB6A-5BD7-CD8E-4675B64EB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1111BA-6F02-6793-BF61-FB2AEE364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CB7D-FDD4-854B-9261-A9E0E2373F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4307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BEB9FD-EB33-049E-4332-788A57899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4FD3BA-A511-1CAA-C7B7-37133C274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3D4368-FFFB-440F-C408-40C459D0B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C6E02-7444-094D-888D-376F7347902D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B2D927-F25C-D5D4-23B7-BC3C7490B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7DB39D-8D79-9AA1-224A-A7D91BC3A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3CB7D-FDD4-854B-9261-A9E0E2373F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661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chart" Target="../charts/chart3.xm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chart" Target="../charts/chart2.xml"/><Relationship Id="rId16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emf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8.png"/><Relationship Id="rId18" Type="http://schemas.openxmlformats.org/officeDocument/2006/relationships/image" Target="../media/image21.png"/><Relationship Id="rId3" Type="http://schemas.openxmlformats.org/officeDocument/2006/relationships/image" Target="../media/image10.png"/><Relationship Id="rId21" Type="http://schemas.openxmlformats.org/officeDocument/2006/relationships/image" Target="../media/image24.png"/><Relationship Id="rId7" Type="http://schemas.openxmlformats.org/officeDocument/2006/relationships/image" Target="../media/image15.png"/><Relationship Id="rId12" Type="http://schemas.openxmlformats.org/officeDocument/2006/relationships/image" Target="../media/image17.png"/><Relationship Id="rId17" Type="http://schemas.openxmlformats.org/officeDocument/2006/relationships/image" Target="../media/image20.png"/><Relationship Id="rId2" Type="http://schemas.openxmlformats.org/officeDocument/2006/relationships/chart" Target="../charts/chart5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5" Type="http://schemas.openxmlformats.org/officeDocument/2006/relationships/chart" Target="../charts/chart6.xml"/><Relationship Id="rId10" Type="http://schemas.openxmlformats.org/officeDocument/2006/relationships/image" Target="../media/image7.png"/><Relationship Id="rId19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6.png"/><Relationship Id="rId1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8.png"/><Relationship Id="rId18" Type="http://schemas.openxmlformats.org/officeDocument/2006/relationships/image" Target="../media/image21.png"/><Relationship Id="rId3" Type="http://schemas.openxmlformats.org/officeDocument/2006/relationships/image" Target="../media/image10.png"/><Relationship Id="rId21" Type="http://schemas.openxmlformats.org/officeDocument/2006/relationships/image" Target="../media/image24.png"/><Relationship Id="rId7" Type="http://schemas.openxmlformats.org/officeDocument/2006/relationships/image" Target="../media/image25.png"/><Relationship Id="rId12" Type="http://schemas.openxmlformats.org/officeDocument/2006/relationships/image" Target="../media/image17.png"/><Relationship Id="rId17" Type="http://schemas.openxmlformats.org/officeDocument/2006/relationships/image" Target="../media/image20.png"/><Relationship Id="rId2" Type="http://schemas.openxmlformats.org/officeDocument/2006/relationships/chart" Target="../charts/chart7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5" Type="http://schemas.openxmlformats.org/officeDocument/2006/relationships/chart" Target="../charts/chart8.xml"/><Relationship Id="rId10" Type="http://schemas.openxmlformats.org/officeDocument/2006/relationships/image" Target="../media/image7.png"/><Relationship Id="rId19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6.png"/><Relationship Id="rId1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21.png"/><Relationship Id="rId3" Type="http://schemas.openxmlformats.org/officeDocument/2006/relationships/image" Target="../media/image10.png"/><Relationship Id="rId21" Type="http://schemas.openxmlformats.org/officeDocument/2006/relationships/image" Target="../media/image24.png"/><Relationship Id="rId7" Type="http://schemas.openxmlformats.org/officeDocument/2006/relationships/image" Target="../media/image5.png"/><Relationship Id="rId12" Type="http://schemas.openxmlformats.org/officeDocument/2006/relationships/image" Target="../media/image18.png"/><Relationship Id="rId17" Type="http://schemas.openxmlformats.org/officeDocument/2006/relationships/image" Target="../media/image20.png"/><Relationship Id="rId2" Type="http://schemas.openxmlformats.org/officeDocument/2006/relationships/chart" Target="../charts/chart9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5" Type="http://schemas.openxmlformats.org/officeDocument/2006/relationships/chart" Target="../charts/chart10.xml"/><Relationship Id="rId10" Type="http://schemas.openxmlformats.org/officeDocument/2006/relationships/image" Target="../media/image16.png"/><Relationship Id="rId19" Type="http://schemas.openxmlformats.org/officeDocument/2006/relationships/image" Target="../media/image22.png"/><Relationship Id="rId4" Type="http://schemas.openxmlformats.org/officeDocument/2006/relationships/image" Target="../media/image13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54B75ECD-BDC4-315C-EFF0-1E78E17B0E1A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Picture 6" descr="image1">
            <a:extLst>
              <a:ext uri="{FF2B5EF4-FFF2-40B4-BE49-F238E27FC236}">
                <a16:creationId xmlns:a16="http://schemas.microsoft.com/office/drawing/2014/main" id="{DAF85A95-A612-AA00-C7B2-50F98DF33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97168" l="9961" r="89844">
                        <a14:foregroundMark x1="39160" y1="20898" x2="38867" y2="24023"/>
                        <a14:foregroundMark x1="49902" y1="25879" x2="52051" y2="29883"/>
                        <a14:foregroundMark x1="44727" y1="11426" x2="44727" y2="11426"/>
                        <a14:foregroundMark x1="28613" y1="18848" x2="28906" y2="22461"/>
                        <a14:foregroundMark x1="38672" y1="49023" x2="35742" y2="83203"/>
                        <a14:foregroundMark x1="47070" y1="57422" x2="62305" y2="78516"/>
                        <a14:foregroundMark x1="44922" y1="75879" x2="47852" y2="93945"/>
                        <a14:foregroundMark x1="55957" y1="87695" x2="55762" y2="92676"/>
                        <a14:foregroundMark x1="67285" y1="66113" x2="67285" y2="66113"/>
                        <a14:foregroundMark x1="79883" y1="64551" x2="79883" y2="64551"/>
                        <a14:foregroundMark x1="78809" y1="63770" x2="78809" y2="63770"/>
                        <a14:foregroundMark x1="63379" y1="64063" x2="63379" y2="64063"/>
                        <a14:foregroundMark x1="67578" y1="64551" x2="67578" y2="64551"/>
                        <a14:foregroundMark x1="67285" y1="63184" x2="67285" y2="63184"/>
                        <a14:foregroundMark x1="72559" y1="66602" x2="59668" y2="59277"/>
                        <a14:foregroundMark x1="32031" y1="57422" x2="29199" y2="76660"/>
                        <a14:foregroundMark x1="34473" y1="85059" x2="36035" y2="97168"/>
                        <a14:foregroundMark x1="57813" y1="85547" x2="60742" y2="92676"/>
                        <a14:foregroundMark x1="55176" y1="85352" x2="59961" y2="93164"/>
                        <a14:foregroundMark x1="59961" y1="80078" x2="60742" y2="96582"/>
                        <a14:foregroundMark x1="34668" y1="18066" x2="42090" y2="13770"/>
                        <a14:foregroundMark x1="49414" y1="14844" x2="29395" y2="12988"/>
                        <a14:foregroundMark x1="36523" y1="10645" x2="50488" y2="11719"/>
                        <a14:foregroundMark x1="24414" y1="25879" x2="28125" y2="29590"/>
                        <a14:backgroundMark x1="58398" y1="29492" x2="63086" y2="35938"/>
                        <a14:backgroundMark x1="63086" y1="12402" x2="72949" y2="54102"/>
                        <a14:backgroundMark x1="72949" y1="54102" x2="80078" y2="13379"/>
                        <a14:backgroundMark x1="80078" y1="13379" x2="70313" y2="16309"/>
                        <a14:backgroundMark x1="65234" y1="20117" x2="72070" y2="51758"/>
                        <a14:backgroundMark x1="62207" y1="40234" x2="70313" y2="37695"/>
                        <a14:backgroundMark x1="58789" y1="16699" x2="62891" y2="56055"/>
                        <a14:backgroundMark x1="62891" y1="56055" x2="65234" y2="59473"/>
                        <a14:backgroundMark x1="52832" y1="21875" x2="53613" y2="26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275" y="325212"/>
            <a:ext cx="1208014" cy="1208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image1">
            <a:extLst>
              <a:ext uri="{FF2B5EF4-FFF2-40B4-BE49-F238E27FC236}">
                <a16:creationId xmlns:a16="http://schemas.microsoft.com/office/drawing/2014/main" id="{476FA67D-4B72-38A0-F7B0-716A5A51EB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67" t="8563" r="22008" b="6914"/>
          <a:stretch/>
        </p:blipFill>
        <p:spPr bwMode="auto">
          <a:xfrm flipH="1">
            <a:off x="2898357" y="458188"/>
            <a:ext cx="794562" cy="1216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4645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圆角矩形 1113">
            <a:extLst>
              <a:ext uri="{FF2B5EF4-FFF2-40B4-BE49-F238E27FC236}">
                <a16:creationId xmlns:a16="http://schemas.microsoft.com/office/drawing/2014/main" id="{1AC9C70E-864B-8B53-5997-1BA61F75A3AA}"/>
              </a:ext>
            </a:extLst>
          </p:cNvPr>
          <p:cNvSpPr/>
          <p:nvPr/>
        </p:nvSpPr>
        <p:spPr>
          <a:xfrm>
            <a:off x="6099475" y="340847"/>
            <a:ext cx="894359" cy="1216106"/>
          </a:xfrm>
          <a:prstGeom prst="roundRect">
            <a:avLst>
              <a:gd name="adj" fmla="val 5554"/>
            </a:avLst>
          </a:prstGeom>
          <a:solidFill>
            <a:srgbClr val="E5E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9F2F0284-4681-A923-8D7F-9A5087D2EE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0042283"/>
              </p:ext>
            </p:extLst>
          </p:nvPr>
        </p:nvGraphicFramePr>
        <p:xfrm>
          <a:off x="390225" y="90915"/>
          <a:ext cx="3889348" cy="3285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199F4E16-A9C4-DAF9-9234-915B3C63F4BB}"/>
              </a:ext>
            </a:extLst>
          </p:cNvPr>
          <p:cNvCxnSpPr>
            <a:cxnSpLocks/>
          </p:cNvCxnSpPr>
          <p:nvPr/>
        </p:nvCxnSpPr>
        <p:spPr>
          <a:xfrm flipV="1">
            <a:off x="1627303" y="1662461"/>
            <a:ext cx="908925" cy="264897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171CED7C-7E42-7CF7-EFAE-A93A7F3F4AE3}"/>
              </a:ext>
            </a:extLst>
          </p:cNvPr>
          <p:cNvCxnSpPr>
            <a:cxnSpLocks/>
          </p:cNvCxnSpPr>
          <p:nvPr/>
        </p:nvCxnSpPr>
        <p:spPr>
          <a:xfrm flipV="1">
            <a:off x="2536228" y="1378248"/>
            <a:ext cx="948783" cy="28081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2B4EEEC4-8F5D-9F2C-6265-A5276847C3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4776809"/>
              </p:ext>
            </p:extLst>
          </p:nvPr>
        </p:nvGraphicFramePr>
        <p:xfrm>
          <a:off x="390225" y="3283399"/>
          <a:ext cx="3889348" cy="3285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837C8D49-26FB-FE30-2D6C-103F93518C12}"/>
              </a:ext>
            </a:extLst>
          </p:cNvPr>
          <p:cNvSpPr txBox="1"/>
          <p:nvPr/>
        </p:nvSpPr>
        <p:spPr>
          <a:xfrm>
            <a:off x="2216268" y="2701032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Year</a:t>
            </a:r>
            <a:endParaRPr kumimoji="1" lang="zh-CN" altLang="en-US" sz="1200" dirty="0">
              <a:latin typeface="STIX Two Text" pitchFamily="2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990A9A-E9C5-4FD8-558D-249163585A24}"/>
              </a:ext>
            </a:extLst>
          </p:cNvPr>
          <p:cNvSpPr txBox="1"/>
          <p:nvPr/>
        </p:nvSpPr>
        <p:spPr>
          <a:xfrm>
            <a:off x="2216268" y="5061412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Year</a:t>
            </a:r>
            <a:endParaRPr kumimoji="1" lang="zh-CN" altLang="en-US" sz="1200" dirty="0">
              <a:latin typeface="STIX Two Text" pitchFamily="2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101ADD-158A-8D68-AAE2-B12D259C8E5D}"/>
              </a:ext>
            </a:extLst>
          </p:cNvPr>
          <p:cNvSpPr txBox="1"/>
          <p:nvPr/>
        </p:nvSpPr>
        <p:spPr>
          <a:xfrm>
            <a:off x="1087120" y="2978031"/>
            <a:ext cx="3036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(a) </a:t>
            </a:r>
            <a:r>
              <a:rPr kumimoji="1" lang="zh-CN" altLang="en-US" dirty="0"/>
              <a:t>各个会议的发文数量统计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4C1274-F4CC-7BF6-8470-931FE1C74480}"/>
              </a:ext>
            </a:extLst>
          </p:cNvPr>
          <p:cNvSpPr txBox="1"/>
          <p:nvPr/>
        </p:nvSpPr>
        <p:spPr>
          <a:xfrm>
            <a:off x="715857" y="5459113"/>
            <a:ext cx="348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(b) </a:t>
            </a:r>
            <a:r>
              <a:rPr kumimoji="1" lang="zh-CN" altLang="en-US" dirty="0"/>
              <a:t>各个平台的知名博主发</a:t>
            </a:r>
            <a:r>
              <a:rPr kumimoji="1" lang="en-US" altLang="zh-CN" dirty="0"/>
              <a:t>post</a:t>
            </a:r>
            <a:r>
              <a:rPr kumimoji="1" lang="zh-CN" altLang="en-US" dirty="0"/>
              <a:t>量</a:t>
            </a:r>
          </a:p>
        </p:txBody>
      </p:sp>
      <p:pic>
        <p:nvPicPr>
          <p:cNvPr id="1028" name="Picture 4" descr="image1">
            <a:extLst>
              <a:ext uri="{FF2B5EF4-FFF2-40B4-BE49-F238E27FC236}">
                <a16:creationId xmlns:a16="http://schemas.microsoft.com/office/drawing/2014/main" id="{A35D3EBE-E65E-DE81-3373-3D2FD3E99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5862" y="519556"/>
            <a:ext cx="3771332" cy="377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C706BEA9-C740-45ED-8B0F-E8673FEED50B}"/>
              </a:ext>
            </a:extLst>
          </p:cNvPr>
          <p:cNvSpPr/>
          <p:nvPr/>
        </p:nvSpPr>
        <p:spPr>
          <a:xfrm>
            <a:off x="4456942" y="195079"/>
            <a:ext cx="5554357" cy="1557285"/>
          </a:xfrm>
          <a:prstGeom prst="roundRect">
            <a:avLst>
              <a:gd name="adj" fmla="val 224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8893784-3B69-337A-71A4-46CDB1D9470B}"/>
              </a:ext>
            </a:extLst>
          </p:cNvPr>
          <p:cNvSpPr/>
          <p:nvPr/>
        </p:nvSpPr>
        <p:spPr>
          <a:xfrm rot="16200000">
            <a:off x="5111478" y="696205"/>
            <a:ext cx="1184429" cy="392358"/>
          </a:xfrm>
          <a:prstGeom prst="roundRect">
            <a:avLst>
              <a:gd name="adj" fmla="val 12376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STIX Two Text Medium" pitchFamily="2" charset="0"/>
                <a:ea typeface="Microsoft YaHei" panose="020B0503020204020204" pitchFamily="34" charset="-122"/>
                <a:cs typeface="Sitka Display" panose="020F0502020204030204" pitchFamily="34" charset="0"/>
              </a:rPr>
              <a:t>Writing</a:t>
            </a:r>
            <a:endParaRPr kumimoji="1" lang="zh-CN" altLang="en-US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C1053D2-FD06-D898-C11D-276BF1558934}"/>
              </a:ext>
            </a:extLst>
          </p:cNvPr>
          <p:cNvGrpSpPr/>
          <p:nvPr/>
        </p:nvGrpSpPr>
        <p:grpSpPr>
          <a:xfrm>
            <a:off x="7026022" y="2455548"/>
            <a:ext cx="1410247" cy="1272998"/>
            <a:chOff x="6503268" y="4281546"/>
            <a:chExt cx="1411322" cy="1273969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7A68522-DFC5-AC6E-C7EA-EE0CEAB9D816}"/>
                </a:ext>
              </a:extLst>
            </p:cNvPr>
            <p:cNvSpPr/>
            <p:nvPr/>
          </p:nvSpPr>
          <p:spPr>
            <a:xfrm>
              <a:off x="6525156" y="4638388"/>
              <a:ext cx="1302868" cy="917127"/>
            </a:xfrm>
            <a:prstGeom prst="ellipse">
              <a:avLst/>
            </a:prstGeom>
            <a:solidFill>
              <a:srgbClr val="CFCFFB"/>
            </a:solidFill>
            <a:ln w="1270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D4C6B22-1864-461C-97FB-9CB699CEF690}"/>
                </a:ext>
              </a:extLst>
            </p:cNvPr>
            <p:cNvSpPr/>
            <p:nvPr/>
          </p:nvSpPr>
          <p:spPr>
            <a:xfrm>
              <a:off x="6607887" y="4793601"/>
              <a:ext cx="997244" cy="635950"/>
            </a:xfrm>
            <a:prstGeom prst="ellipse">
              <a:avLst/>
            </a:prstGeom>
            <a:solidFill>
              <a:srgbClr val="B4B4ED"/>
            </a:solidFill>
            <a:ln w="1270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4D5080A-7BF7-4FD4-2DD2-91DAB862D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06778" y="4281546"/>
              <a:ext cx="607812" cy="607812"/>
            </a:xfrm>
            <a:prstGeom prst="rect">
              <a:avLst/>
            </a:prstGeom>
          </p:spPr>
        </p:pic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DB43ECF2-ED0F-0015-19BA-40D5918253B7}"/>
                </a:ext>
              </a:extLst>
            </p:cNvPr>
            <p:cNvSpPr/>
            <p:nvPr/>
          </p:nvSpPr>
          <p:spPr>
            <a:xfrm>
              <a:off x="6598353" y="4802969"/>
              <a:ext cx="48401" cy="136945"/>
            </a:xfrm>
            <a:custGeom>
              <a:avLst/>
              <a:gdLst>
                <a:gd name="connsiteX0" fmla="*/ 6844 w 60646"/>
                <a:gd name="connsiteY0" fmla="*/ 40274 h 171592"/>
                <a:gd name="connsiteX1" fmla="*/ 39102 w 60646"/>
                <a:gd name="connsiteY1" fmla="*/ 397 h 171592"/>
                <a:gd name="connsiteX2" fmla="*/ 42277 w 60646"/>
                <a:gd name="connsiteY2" fmla="*/ 171592 h 171592"/>
                <a:gd name="connsiteX3" fmla="*/ 6844 w 60646"/>
                <a:gd name="connsiteY3" fmla="*/ 40274 h 171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46" h="171592">
                  <a:moveTo>
                    <a:pt x="6844" y="40274"/>
                  </a:moveTo>
                  <a:cubicBezTo>
                    <a:pt x="15226" y="26304"/>
                    <a:pt x="16369" y="-3795"/>
                    <a:pt x="39102" y="397"/>
                  </a:cubicBezTo>
                  <a:cubicBezTo>
                    <a:pt x="71487" y="51197"/>
                    <a:pt x="62978" y="117744"/>
                    <a:pt x="42277" y="171592"/>
                  </a:cubicBezTo>
                  <a:cubicBezTo>
                    <a:pt x="-2046" y="147971"/>
                    <a:pt x="-6999" y="83709"/>
                    <a:pt x="6844" y="40274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AFE2D97A-0089-8A6E-F0DF-A9FB434E45EA}"/>
                </a:ext>
              </a:extLst>
            </p:cNvPr>
            <p:cNvSpPr/>
            <p:nvPr/>
          </p:nvSpPr>
          <p:spPr>
            <a:xfrm>
              <a:off x="6661487" y="4532516"/>
              <a:ext cx="405831" cy="214516"/>
            </a:xfrm>
            <a:custGeom>
              <a:avLst/>
              <a:gdLst>
                <a:gd name="connsiteX0" fmla="*/ 263906 w 490854"/>
                <a:gd name="connsiteY0" fmla="*/ 12620 h 228138"/>
                <a:gd name="connsiteX1" fmla="*/ 490855 w 490854"/>
                <a:gd name="connsiteY1" fmla="*/ 2079 h 228138"/>
                <a:gd name="connsiteX2" fmla="*/ 298069 w 490854"/>
                <a:gd name="connsiteY2" fmla="*/ 47545 h 228138"/>
                <a:gd name="connsiteX3" fmla="*/ 23622 w 490854"/>
                <a:gd name="connsiteY3" fmla="*/ 228139 h 228138"/>
                <a:gd name="connsiteX4" fmla="*/ 0 w 490854"/>
                <a:gd name="connsiteY4" fmla="*/ 217724 h 228138"/>
                <a:gd name="connsiteX5" fmla="*/ 263906 w 490854"/>
                <a:gd name="connsiteY5" fmla="*/ 12620 h 22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0854" h="228138">
                  <a:moveTo>
                    <a:pt x="263906" y="12620"/>
                  </a:moveTo>
                  <a:cubicBezTo>
                    <a:pt x="338455" y="-3255"/>
                    <a:pt x="415163" y="-715"/>
                    <a:pt x="490855" y="2079"/>
                  </a:cubicBezTo>
                  <a:cubicBezTo>
                    <a:pt x="432181" y="37004"/>
                    <a:pt x="359537" y="19986"/>
                    <a:pt x="298069" y="47545"/>
                  </a:cubicBezTo>
                  <a:cubicBezTo>
                    <a:pt x="196596" y="88566"/>
                    <a:pt x="83058" y="129079"/>
                    <a:pt x="23622" y="228139"/>
                  </a:cubicBezTo>
                  <a:cubicBezTo>
                    <a:pt x="17780" y="225472"/>
                    <a:pt x="5969" y="220265"/>
                    <a:pt x="0" y="217724"/>
                  </a:cubicBezTo>
                  <a:cubicBezTo>
                    <a:pt x="52832" y="115236"/>
                    <a:pt x="151384" y="38020"/>
                    <a:pt x="263906" y="12620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0FAFC75D-424A-E65B-013D-70357E34D90F}"/>
                </a:ext>
              </a:extLst>
            </p:cNvPr>
            <p:cNvSpPr/>
            <p:nvPr/>
          </p:nvSpPr>
          <p:spPr>
            <a:xfrm>
              <a:off x="7331457" y="4758892"/>
              <a:ext cx="47109" cy="234337"/>
            </a:xfrm>
            <a:custGeom>
              <a:avLst/>
              <a:gdLst>
                <a:gd name="connsiteX0" fmla="*/ 1905 w 59027"/>
                <a:gd name="connsiteY0" fmla="*/ 0 h 293623"/>
                <a:gd name="connsiteX1" fmla="*/ 0 w 59027"/>
                <a:gd name="connsiteY1" fmla="*/ 293624 h 293623"/>
                <a:gd name="connsiteX2" fmla="*/ 1905 w 59027"/>
                <a:gd name="connsiteY2" fmla="*/ 0 h 29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027" h="293623">
                  <a:moveTo>
                    <a:pt x="1905" y="0"/>
                  </a:moveTo>
                  <a:cubicBezTo>
                    <a:pt x="74549" y="78740"/>
                    <a:pt x="82169" y="218567"/>
                    <a:pt x="0" y="293624"/>
                  </a:cubicBezTo>
                  <a:cubicBezTo>
                    <a:pt x="35560" y="199390"/>
                    <a:pt x="33909" y="94869"/>
                    <a:pt x="1905" y="0"/>
                  </a:cubicBezTo>
                  <a:close/>
                </a:path>
              </a:pathLst>
            </a:custGeom>
            <a:solidFill>
              <a:srgbClr val="BEC4F4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形状 15">
              <a:extLst>
                <a:ext uri="{FF2B5EF4-FFF2-40B4-BE49-F238E27FC236}">
                  <a16:creationId xmlns:a16="http://schemas.microsoft.com/office/drawing/2014/main" id="{026F8EDD-5576-9C1E-69A2-182B8E75738E}"/>
                </a:ext>
              </a:extLst>
            </p:cNvPr>
            <p:cNvSpPr/>
            <p:nvPr/>
          </p:nvSpPr>
          <p:spPr>
            <a:xfrm>
              <a:off x="6660372" y="4994039"/>
              <a:ext cx="629629" cy="155226"/>
            </a:xfrm>
            <a:custGeom>
              <a:avLst/>
              <a:gdLst>
                <a:gd name="connsiteX0" fmla="*/ 0 w 788923"/>
                <a:gd name="connsiteY0" fmla="*/ 20828 h 194498"/>
                <a:gd name="connsiteX1" fmla="*/ 34798 w 788923"/>
                <a:gd name="connsiteY1" fmla="*/ 0 h 194498"/>
                <a:gd name="connsiteX2" fmla="*/ 254762 w 788923"/>
                <a:gd name="connsiteY2" fmla="*/ 93472 h 194498"/>
                <a:gd name="connsiteX3" fmla="*/ 584327 w 788923"/>
                <a:gd name="connsiteY3" fmla="*/ 102235 h 194498"/>
                <a:gd name="connsiteX4" fmla="*/ 788924 w 788923"/>
                <a:gd name="connsiteY4" fmla="*/ 31877 h 194498"/>
                <a:gd name="connsiteX5" fmla="*/ 538226 w 788923"/>
                <a:gd name="connsiteY5" fmla="*/ 188849 h 194498"/>
                <a:gd name="connsiteX6" fmla="*/ 113792 w 788923"/>
                <a:gd name="connsiteY6" fmla="*/ 121539 h 194498"/>
                <a:gd name="connsiteX7" fmla="*/ 0 w 788923"/>
                <a:gd name="connsiteY7" fmla="*/ 20828 h 19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923" h="194498">
                  <a:moveTo>
                    <a:pt x="0" y="20828"/>
                  </a:moveTo>
                  <a:cubicBezTo>
                    <a:pt x="8763" y="15621"/>
                    <a:pt x="26162" y="5207"/>
                    <a:pt x="34798" y="0"/>
                  </a:cubicBezTo>
                  <a:cubicBezTo>
                    <a:pt x="107823" y="31750"/>
                    <a:pt x="176403" y="75565"/>
                    <a:pt x="254762" y="93472"/>
                  </a:cubicBezTo>
                  <a:cubicBezTo>
                    <a:pt x="362585" y="119253"/>
                    <a:pt x="475107" y="115443"/>
                    <a:pt x="584327" y="102235"/>
                  </a:cubicBezTo>
                  <a:cubicBezTo>
                    <a:pt x="657479" y="95123"/>
                    <a:pt x="721741" y="57785"/>
                    <a:pt x="788924" y="31877"/>
                  </a:cubicBezTo>
                  <a:cubicBezTo>
                    <a:pt x="736981" y="120142"/>
                    <a:pt x="637032" y="172593"/>
                    <a:pt x="538226" y="188849"/>
                  </a:cubicBezTo>
                  <a:cubicBezTo>
                    <a:pt x="395097" y="202565"/>
                    <a:pt x="241173" y="195326"/>
                    <a:pt x="113792" y="121539"/>
                  </a:cubicBezTo>
                  <a:cubicBezTo>
                    <a:pt x="68961" y="96647"/>
                    <a:pt x="32893" y="59563"/>
                    <a:pt x="0" y="20828"/>
                  </a:cubicBezTo>
                  <a:close/>
                </a:path>
              </a:pathLst>
            </a:custGeom>
            <a:solidFill>
              <a:srgbClr val="E3E5F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形状 16">
              <a:extLst>
                <a:ext uri="{FF2B5EF4-FFF2-40B4-BE49-F238E27FC236}">
                  <a16:creationId xmlns:a16="http://schemas.microsoft.com/office/drawing/2014/main" id="{39515049-D85F-CCEC-FC07-EFD815126061}"/>
                </a:ext>
              </a:extLst>
            </p:cNvPr>
            <p:cNvSpPr/>
            <p:nvPr/>
          </p:nvSpPr>
          <p:spPr>
            <a:xfrm>
              <a:off x="6773790" y="5172631"/>
              <a:ext cx="480128" cy="334434"/>
            </a:xfrm>
            <a:custGeom>
              <a:avLst/>
              <a:gdLst>
                <a:gd name="connsiteX0" fmla="*/ 0 w 601599"/>
                <a:gd name="connsiteY0" fmla="*/ 20066 h 419045"/>
                <a:gd name="connsiteX1" fmla="*/ 63246 w 601599"/>
                <a:gd name="connsiteY1" fmla="*/ 0 h 419045"/>
                <a:gd name="connsiteX2" fmla="*/ 515239 w 601599"/>
                <a:gd name="connsiteY2" fmla="*/ 1270 h 419045"/>
                <a:gd name="connsiteX3" fmla="*/ 575945 w 601599"/>
                <a:gd name="connsiteY3" fmla="*/ 114300 h 419045"/>
                <a:gd name="connsiteX4" fmla="*/ 601599 w 601599"/>
                <a:gd name="connsiteY4" fmla="*/ 314071 h 419045"/>
                <a:gd name="connsiteX5" fmla="*/ 513334 w 601599"/>
                <a:gd name="connsiteY5" fmla="*/ 416814 h 419045"/>
                <a:gd name="connsiteX6" fmla="*/ 52324 w 601599"/>
                <a:gd name="connsiteY6" fmla="*/ 417068 h 419045"/>
                <a:gd name="connsiteX7" fmla="*/ 3556 w 601599"/>
                <a:gd name="connsiteY7" fmla="*/ 361696 h 419045"/>
                <a:gd name="connsiteX8" fmla="*/ 3937 w 601599"/>
                <a:gd name="connsiteY8" fmla="*/ 247142 h 419045"/>
                <a:gd name="connsiteX9" fmla="*/ 37084 w 601599"/>
                <a:gd name="connsiteY9" fmla="*/ 115443 h 419045"/>
                <a:gd name="connsiteX10" fmla="*/ 0 w 601599"/>
                <a:gd name="connsiteY10" fmla="*/ 20066 h 419045"/>
                <a:gd name="connsiteX11" fmla="*/ 294132 w 601599"/>
                <a:gd name="connsiteY11" fmla="*/ 111125 h 419045"/>
                <a:gd name="connsiteX12" fmla="*/ 249047 w 601599"/>
                <a:gd name="connsiteY12" fmla="*/ 166243 h 419045"/>
                <a:gd name="connsiteX13" fmla="*/ 291973 w 601599"/>
                <a:gd name="connsiteY13" fmla="*/ 253492 h 419045"/>
                <a:gd name="connsiteX14" fmla="*/ 404495 w 601599"/>
                <a:gd name="connsiteY14" fmla="*/ 204343 h 419045"/>
                <a:gd name="connsiteX15" fmla="*/ 294132 w 601599"/>
                <a:gd name="connsiteY15" fmla="*/ 111125 h 41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01599" h="419045">
                  <a:moveTo>
                    <a:pt x="0" y="20066"/>
                  </a:moveTo>
                  <a:cubicBezTo>
                    <a:pt x="21082" y="13462"/>
                    <a:pt x="42164" y="6604"/>
                    <a:pt x="63246" y="0"/>
                  </a:cubicBezTo>
                  <a:cubicBezTo>
                    <a:pt x="208280" y="47625"/>
                    <a:pt x="369062" y="40386"/>
                    <a:pt x="515239" y="1270"/>
                  </a:cubicBezTo>
                  <a:cubicBezTo>
                    <a:pt x="553339" y="25908"/>
                    <a:pt x="568452" y="71755"/>
                    <a:pt x="575945" y="114300"/>
                  </a:cubicBezTo>
                  <a:cubicBezTo>
                    <a:pt x="586994" y="180594"/>
                    <a:pt x="598424" y="246888"/>
                    <a:pt x="601599" y="314071"/>
                  </a:cubicBezTo>
                  <a:cubicBezTo>
                    <a:pt x="570865" y="347091"/>
                    <a:pt x="541528" y="381508"/>
                    <a:pt x="513334" y="416814"/>
                  </a:cubicBezTo>
                  <a:cubicBezTo>
                    <a:pt x="359664" y="418465"/>
                    <a:pt x="205867" y="420751"/>
                    <a:pt x="52324" y="417068"/>
                  </a:cubicBezTo>
                  <a:cubicBezTo>
                    <a:pt x="32893" y="402590"/>
                    <a:pt x="3810" y="389763"/>
                    <a:pt x="3556" y="361696"/>
                  </a:cubicBezTo>
                  <a:cubicBezTo>
                    <a:pt x="381" y="323596"/>
                    <a:pt x="3048" y="285242"/>
                    <a:pt x="3937" y="247142"/>
                  </a:cubicBezTo>
                  <a:cubicBezTo>
                    <a:pt x="19685" y="204724"/>
                    <a:pt x="37846" y="161544"/>
                    <a:pt x="37084" y="115443"/>
                  </a:cubicBezTo>
                  <a:cubicBezTo>
                    <a:pt x="38735" y="79629"/>
                    <a:pt x="16002" y="49911"/>
                    <a:pt x="0" y="20066"/>
                  </a:cubicBezTo>
                  <a:moveTo>
                    <a:pt x="294132" y="111125"/>
                  </a:moveTo>
                  <a:cubicBezTo>
                    <a:pt x="272923" y="122555"/>
                    <a:pt x="256286" y="143129"/>
                    <a:pt x="249047" y="166243"/>
                  </a:cubicBezTo>
                  <a:cubicBezTo>
                    <a:pt x="242062" y="201168"/>
                    <a:pt x="265176" y="233807"/>
                    <a:pt x="291973" y="253492"/>
                  </a:cubicBezTo>
                  <a:cubicBezTo>
                    <a:pt x="334264" y="276225"/>
                    <a:pt x="395351" y="254000"/>
                    <a:pt x="404495" y="204343"/>
                  </a:cubicBezTo>
                  <a:cubicBezTo>
                    <a:pt x="424561" y="143129"/>
                    <a:pt x="352171" y="79502"/>
                    <a:pt x="294132" y="111125"/>
                  </a:cubicBez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形状 17">
              <a:extLst>
                <a:ext uri="{FF2B5EF4-FFF2-40B4-BE49-F238E27FC236}">
                  <a16:creationId xmlns:a16="http://schemas.microsoft.com/office/drawing/2014/main" id="{6EDE5095-42C3-DE1A-4E75-B342991C8A72}"/>
                </a:ext>
              </a:extLst>
            </p:cNvPr>
            <p:cNvSpPr/>
            <p:nvPr/>
          </p:nvSpPr>
          <p:spPr>
            <a:xfrm>
              <a:off x="6519992" y="5197767"/>
              <a:ext cx="263563" cy="309342"/>
            </a:xfrm>
            <a:custGeom>
              <a:avLst/>
              <a:gdLst>
                <a:gd name="connsiteX0" fmla="*/ 0 w 330244"/>
                <a:gd name="connsiteY0" fmla="*/ 383032 h 387604"/>
                <a:gd name="connsiteX1" fmla="*/ 290576 w 330244"/>
                <a:gd name="connsiteY1" fmla="*/ 0 h 387604"/>
                <a:gd name="connsiteX2" fmla="*/ 328422 w 330244"/>
                <a:gd name="connsiteY2" fmla="*/ 101727 h 387604"/>
                <a:gd name="connsiteX3" fmla="*/ 219202 w 330244"/>
                <a:gd name="connsiteY3" fmla="*/ 387604 h 387604"/>
                <a:gd name="connsiteX4" fmla="*/ 0 w 330244"/>
                <a:gd name="connsiteY4" fmla="*/ 383032 h 387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0244" h="387604">
                  <a:moveTo>
                    <a:pt x="0" y="383032"/>
                  </a:moveTo>
                  <a:cubicBezTo>
                    <a:pt x="71755" y="240411"/>
                    <a:pt x="141859" y="78359"/>
                    <a:pt x="290576" y="0"/>
                  </a:cubicBezTo>
                  <a:cubicBezTo>
                    <a:pt x="313436" y="28702"/>
                    <a:pt x="337058" y="62865"/>
                    <a:pt x="328422" y="101727"/>
                  </a:cubicBezTo>
                  <a:cubicBezTo>
                    <a:pt x="311150" y="203454"/>
                    <a:pt x="251206" y="290576"/>
                    <a:pt x="219202" y="387604"/>
                  </a:cubicBezTo>
                  <a:cubicBezTo>
                    <a:pt x="146177" y="382651"/>
                    <a:pt x="73025" y="389509"/>
                    <a:pt x="0" y="383032"/>
                  </a:cubicBez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9DA5D7C8-1F6E-794B-B2F7-DCD413337C9D}"/>
                </a:ext>
              </a:extLst>
            </p:cNvPr>
            <p:cNvSpPr/>
            <p:nvPr/>
          </p:nvSpPr>
          <p:spPr>
            <a:xfrm>
              <a:off x="7232430" y="5181549"/>
              <a:ext cx="340964" cy="239617"/>
            </a:xfrm>
            <a:custGeom>
              <a:avLst/>
              <a:gdLst>
                <a:gd name="connsiteX0" fmla="*/ 167894 w 427227"/>
                <a:gd name="connsiteY0" fmla="*/ 100965 h 300240"/>
                <a:gd name="connsiteX1" fmla="*/ 267970 w 427227"/>
                <a:gd name="connsiteY1" fmla="*/ 0 h 300240"/>
                <a:gd name="connsiteX2" fmla="*/ 427228 w 427227"/>
                <a:gd name="connsiteY2" fmla="*/ 114554 h 300240"/>
                <a:gd name="connsiteX3" fmla="*/ 184277 w 427227"/>
                <a:gd name="connsiteY3" fmla="*/ 295275 h 300240"/>
                <a:gd name="connsiteX4" fmla="*/ 50419 w 427227"/>
                <a:gd name="connsiteY4" fmla="*/ 267716 h 300240"/>
                <a:gd name="connsiteX5" fmla="*/ 0 w 427227"/>
                <a:gd name="connsiteY5" fmla="*/ 18796 h 300240"/>
                <a:gd name="connsiteX6" fmla="*/ 128397 w 427227"/>
                <a:gd name="connsiteY6" fmla="*/ 97028 h 300240"/>
                <a:gd name="connsiteX7" fmla="*/ 112014 w 427227"/>
                <a:gd name="connsiteY7" fmla="*/ 121666 h 300240"/>
                <a:gd name="connsiteX8" fmla="*/ 167894 w 427227"/>
                <a:gd name="connsiteY8" fmla="*/ 100965 h 30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7227" h="300240">
                  <a:moveTo>
                    <a:pt x="167894" y="100965"/>
                  </a:moveTo>
                  <a:cubicBezTo>
                    <a:pt x="206121" y="72263"/>
                    <a:pt x="235966" y="34925"/>
                    <a:pt x="267970" y="0"/>
                  </a:cubicBezTo>
                  <a:cubicBezTo>
                    <a:pt x="301498" y="58547"/>
                    <a:pt x="357505" y="108204"/>
                    <a:pt x="427228" y="114554"/>
                  </a:cubicBezTo>
                  <a:cubicBezTo>
                    <a:pt x="361569" y="191643"/>
                    <a:pt x="283591" y="265938"/>
                    <a:pt x="184277" y="295275"/>
                  </a:cubicBezTo>
                  <a:cubicBezTo>
                    <a:pt x="137541" y="311023"/>
                    <a:pt x="92202" y="285877"/>
                    <a:pt x="50419" y="267716"/>
                  </a:cubicBezTo>
                  <a:cubicBezTo>
                    <a:pt x="37719" y="184150"/>
                    <a:pt x="37592" y="96266"/>
                    <a:pt x="0" y="18796"/>
                  </a:cubicBezTo>
                  <a:cubicBezTo>
                    <a:pt x="43307" y="43942"/>
                    <a:pt x="85725" y="70612"/>
                    <a:pt x="128397" y="97028"/>
                  </a:cubicBezTo>
                  <a:cubicBezTo>
                    <a:pt x="124333" y="103251"/>
                    <a:pt x="116205" y="115443"/>
                    <a:pt x="112014" y="121666"/>
                  </a:cubicBezTo>
                  <a:cubicBezTo>
                    <a:pt x="134493" y="130937"/>
                    <a:pt x="151638" y="112268"/>
                    <a:pt x="167894" y="100965"/>
                  </a:cubicBez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8731A20C-CAE1-0126-4CAA-80344044065C}"/>
                </a:ext>
              </a:extLst>
            </p:cNvPr>
            <p:cNvSpPr/>
            <p:nvPr/>
          </p:nvSpPr>
          <p:spPr>
            <a:xfrm>
              <a:off x="6680340" y="4537323"/>
              <a:ext cx="651255" cy="546528"/>
            </a:xfrm>
            <a:custGeom>
              <a:avLst/>
              <a:gdLst>
                <a:gd name="connsiteX0" fmla="*/ 467233 w 816020"/>
                <a:gd name="connsiteY0" fmla="*/ 0 h 648093"/>
                <a:gd name="connsiteX1" fmla="*/ 708152 w 816020"/>
                <a:gd name="connsiteY1" fmla="*/ 115316 h 648093"/>
                <a:gd name="connsiteX2" fmla="*/ 769620 w 816020"/>
                <a:gd name="connsiteY2" fmla="*/ 565150 h 648093"/>
                <a:gd name="connsiteX3" fmla="*/ 763905 w 816020"/>
                <a:gd name="connsiteY3" fmla="*/ 567436 h 648093"/>
                <a:gd name="connsiteX4" fmla="*/ 559308 w 816020"/>
                <a:gd name="connsiteY4" fmla="*/ 637794 h 648093"/>
                <a:gd name="connsiteX5" fmla="*/ 229743 w 816020"/>
                <a:gd name="connsiteY5" fmla="*/ 629031 h 648093"/>
                <a:gd name="connsiteX6" fmla="*/ 9779 w 816020"/>
                <a:gd name="connsiteY6" fmla="*/ 535559 h 648093"/>
                <a:gd name="connsiteX7" fmla="*/ 40132 w 816020"/>
                <a:gd name="connsiteY7" fmla="*/ 309245 h 648093"/>
                <a:gd name="connsiteX8" fmla="*/ 0 w 816020"/>
                <a:gd name="connsiteY8" fmla="*/ 226060 h 648093"/>
                <a:gd name="connsiteX9" fmla="*/ 274447 w 816020"/>
                <a:gd name="connsiteY9" fmla="*/ 45466 h 648093"/>
                <a:gd name="connsiteX10" fmla="*/ 467233 w 816020"/>
                <a:gd name="connsiteY10" fmla="*/ 0 h 648093"/>
                <a:gd name="connsiteX11" fmla="*/ 268351 w 816020"/>
                <a:gd name="connsiteY11" fmla="*/ 193929 h 648093"/>
                <a:gd name="connsiteX12" fmla="*/ 132334 w 816020"/>
                <a:gd name="connsiteY12" fmla="*/ 290703 h 648093"/>
                <a:gd name="connsiteX13" fmla="*/ 138557 w 816020"/>
                <a:gd name="connsiteY13" fmla="*/ 505714 h 648093"/>
                <a:gd name="connsiteX14" fmla="*/ 329692 w 816020"/>
                <a:gd name="connsiteY14" fmla="*/ 599186 h 648093"/>
                <a:gd name="connsiteX15" fmla="*/ 664210 w 816020"/>
                <a:gd name="connsiteY15" fmla="*/ 561848 h 648093"/>
                <a:gd name="connsiteX16" fmla="*/ 715899 w 816020"/>
                <a:gd name="connsiteY16" fmla="*/ 258191 h 648093"/>
                <a:gd name="connsiteX17" fmla="*/ 519811 w 816020"/>
                <a:gd name="connsiteY17" fmla="*/ 186690 h 648093"/>
                <a:gd name="connsiteX18" fmla="*/ 268351 w 816020"/>
                <a:gd name="connsiteY18" fmla="*/ 193929 h 648093"/>
                <a:gd name="connsiteX0" fmla="*/ 467233 w 816020"/>
                <a:gd name="connsiteY0" fmla="*/ 0 h 648093"/>
                <a:gd name="connsiteX1" fmla="*/ 708152 w 816020"/>
                <a:gd name="connsiteY1" fmla="*/ 115316 h 648093"/>
                <a:gd name="connsiteX2" fmla="*/ 769620 w 816020"/>
                <a:gd name="connsiteY2" fmla="*/ 565150 h 648093"/>
                <a:gd name="connsiteX3" fmla="*/ 763905 w 816020"/>
                <a:gd name="connsiteY3" fmla="*/ 567436 h 648093"/>
                <a:gd name="connsiteX4" fmla="*/ 559308 w 816020"/>
                <a:gd name="connsiteY4" fmla="*/ 637794 h 648093"/>
                <a:gd name="connsiteX5" fmla="*/ 229743 w 816020"/>
                <a:gd name="connsiteY5" fmla="*/ 629031 h 648093"/>
                <a:gd name="connsiteX6" fmla="*/ 9779 w 816020"/>
                <a:gd name="connsiteY6" fmla="*/ 535559 h 648093"/>
                <a:gd name="connsiteX7" fmla="*/ 40132 w 816020"/>
                <a:gd name="connsiteY7" fmla="*/ 309245 h 648093"/>
                <a:gd name="connsiteX8" fmla="*/ 0 w 816020"/>
                <a:gd name="connsiteY8" fmla="*/ 226060 h 648093"/>
                <a:gd name="connsiteX9" fmla="*/ 274447 w 816020"/>
                <a:gd name="connsiteY9" fmla="*/ 45466 h 648093"/>
                <a:gd name="connsiteX10" fmla="*/ 467233 w 816020"/>
                <a:gd name="connsiteY10" fmla="*/ 0 h 648093"/>
                <a:gd name="connsiteX11" fmla="*/ 268351 w 816020"/>
                <a:gd name="connsiteY11" fmla="*/ 193929 h 648093"/>
                <a:gd name="connsiteX12" fmla="*/ 132334 w 816020"/>
                <a:gd name="connsiteY12" fmla="*/ 290703 h 648093"/>
                <a:gd name="connsiteX13" fmla="*/ 303215 w 816020"/>
                <a:gd name="connsiteY13" fmla="*/ 434291 h 648093"/>
                <a:gd name="connsiteX14" fmla="*/ 329692 w 816020"/>
                <a:gd name="connsiteY14" fmla="*/ 599186 h 648093"/>
                <a:gd name="connsiteX15" fmla="*/ 664210 w 816020"/>
                <a:gd name="connsiteY15" fmla="*/ 561848 h 648093"/>
                <a:gd name="connsiteX16" fmla="*/ 715899 w 816020"/>
                <a:gd name="connsiteY16" fmla="*/ 258191 h 648093"/>
                <a:gd name="connsiteX17" fmla="*/ 519811 w 816020"/>
                <a:gd name="connsiteY17" fmla="*/ 186690 h 648093"/>
                <a:gd name="connsiteX18" fmla="*/ 268351 w 816020"/>
                <a:gd name="connsiteY18" fmla="*/ 193929 h 648093"/>
                <a:gd name="connsiteX0" fmla="*/ 467233 w 816020"/>
                <a:gd name="connsiteY0" fmla="*/ 0 h 648093"/>
                <a:gd name="connsiteX1" fmla="*/ 708152 w 816020"/>
                <a:gd name="connsiteY1" fmla="*/ 115316 h 648093"/>
                <a:gd name="connsiteX2" fmla="*/ 769620 w 816020"/>
                <a:gd name="connsiteY2" fmla="*/ 565150 h 648093"/>
                <a:gd name="connsiteX3" fmla="*/ 763905 w 816020"/>
                <a:gd name="connsiteY3" fmla="*/ 567436 h 648093"/>
                <a:gd name="connsiteX4" fmla="*/ 559308 w 816020"/>
                <a:gd name="connsiteY4" fmla="*/ 637794 h 648093"/>
                <a:gd name="connsiteX5" fmla="*/ 229743 w 816020"/>
                <a:gd name="connsiteY5" fmla="*/ 629031 h 648093"/>
                <a:gd name="connsiteX6" fmla="*/ 9779 w 816020"/>
                <a:gd name="connsiteY6" fmla="*/ 535559 h 648093"/>
                <a:gd name="connsiteX7" fmla="*/ 40132 w 816020"/>
                <a:gd name="connsiteY7" fmla="*/ 309245 h 648093"/>
                <a:gd name="connsiteX8" fmla="*/ 0 w 816020"/>
                <a:gd name="connsiteY8" fmla="*/ 226060 h 648093"/>
                <a:gd name="connsiteX9" fmla="*/ 274447 w 816020"/>
                <a:gd name="connsiteY9" fmla="*/ 45466 h 648093"/>
                <a:gd name="connsiteX10" fmla="*/ 467233 w 816020"/>
                <a:gd name="connsiteY10" fmla="*/ 0 h 648093"/>
                <a:gd name="connsiteX11" fmla="*/ 268351 w 816020"/>
                <a:gd name="connsiteY11" fmla="*/ 193929 h 648093"/>
                <a:gd name="connsiteX12" fmla="*/ 221523 w 816020"/>
                <a:gd name="connsiteY12" fmla="*/ 336154 h 648093"/>
                <a:gd name="connsiteX13" fmla="*/ 303215 w 816020"/>
                <a:gd name="connsiteY13" fmla="*/ 434291 h 648093"/>
                <a:gd name="connsiteX14" fmla="*/ 329692 w 816020"/>
                <a:gd name="connsiteY14" fmla="*/ 599186 h 648093"/>
                <a:gd name="connsiteX15" fmla="*/ 664210 w 816020"/>
                <a:gd name="connsiteY15" fmla="*/ 561848 h 648093"/>
                <a:gd name="connsiteX16" fmla="*/ 715899 w 816020"/>
                <a:gd name="connsiteY16" fmla="*/ 258191 h 648093"/>
                <a:gd name="connsiteX17" fmla="*/ 519811 w 816020"/>
                <a:gd name="connsiteY17" fmla="*/ 186690 h 648093"/>
                <a:gd name="connsiteX18" fmla="*/ 268351 w 816020"/>
                <a:gd name="connsiteY18" fmla="*/ 193929 h 648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6020" h="648093">
                  <a:moveTo>
                    <a:pt x="467233" y="0"/>
                  </a:moveTo>
                  <a:cubicBezTo>
                    <a:pt x="557530" y="9906"/>
                    <a:pt x="645668" y="48514"/>
                    <a:pt x="708152" y="115316"/>
                  </a:cubicBezTo>
                  <a:cubicBezTo>
                    <a:pt x="820039" y="231902"/>
                    <a:pt x="852297" y="423545"/>
                    <a:pt x="769620" y="565150"/>
                  </a:cubicBezTo>
                  <a:lnTo>
                    <a:pt x="763905" y="567436"/>
                  </a:lnTo>
                  <a:cubicBezTo>
                    <a:pt x="696722" y="593344"/>
                    <a:pt x="632460" y="630682"/>
                    <a:pt x="559308" y="637794"/>
                  </a:cubicBezTo>
                  <a:cubicBezTo>
                    <a:pt x="450088" y="651002"/>
                    <a:pt x="337566" y="654812"/>
                    <a:pt x="229743" y="629031"/>
                  </a:cubicBezTo>
                  <a:cubicBezTo>
                    <a:pt x="151384" y="611124"/>
                    <a:pt x="82804" y="567309"/>
                    <a:pt x="9779" y="535559"/>
                  </a:cubicBezTo>
                  <a:cubicBezTo>
                    <a:pt x="55118" y="469900"/>
                    <a:pt x="53467" y="384683"/>
                    <a:pt x="40132" y="309245"/>
                  </a:cubicBezTo>
                  <a:cubicBezTo>
                    <a:pt x="35814" y="277876"/>
                    <a:pt x="18923" y="250698"/>
                    <a:pt x="0" y="226060"/>
                  </a:cubicBezTo>
                  <a:cubicBezTo>
                    <a:pt x="59436" y="127000"/>
                    <a:pt x="172974" y="86487"/>
                    <a:pt x="274447" y="45466"/>
                  </a:cubicBezTo>
                  <a:cubicBezTo>
                    <a:pt x="335915" y="17907"/>
                    <a:pt x="408559" y="34925"/>
                    <a:pt x="467233" y="0"/>
                  </a:cubicBezTo>
                  <a:moveTo>
                    <a:pt x="268351" y="193929"/>
                  </a:moveTo>
                  <a:cubicBezTo>
                    <a:pt x="211328" y="202438"/>
                    <a:pt x="245526" y="282306"/>
                    <a:pt x="221523" y="336154"/>
                  </a:cubicBezTo>
                  <a:cubicBezTo>
                    <a:pt x="195869" y="404861"/>
                    <a:pt x="269814" y="367997"/>
                    <a:pt x="303215" y="434291"/>
                  </a:cubicBezTo>
                  <a:cubicBezTo>
                    <a:pt x="341188" y="500712"/>
                    <a:pt x="258191" y="595376"/>
                    <a:pt x="329692" y="599186"/>
                  </a:cubicBezTo>
                  <a:cubicBezTo>
                    <a:pt x="441579" y="600329"/>
                    <a:pt x="559943" y="610489"/>
                    <a:pt x="664210" y="561848"/>
                  </a:cubicBezTo>
                  <a:cubicBezTo>
                    <a:pt x="773430" y="506984"/>
                    <a:pt x="785876" y="348742"/>
                    <a:pt x="715899" y="258191"/>
                  </a:cubicBezTo>
                  <a:cubicBezTo>
                    <a:pt x="669290" y="200660"/>
                    <a:pt x="590296" y="185039"/>
                    <a:pt x="519811" y="186690"/>
                  </a:cubicBezTo>
                  <a:lnTo>
                    <a:pt x="268351" y="193929"/>
                  </a:ln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形状 24">
              <a:extLst>
                <a:ext uri="{FF2B5EF4-FFF2-40B4-BE49-F238E27FC236}">
                  <a16:creationId xmlns:a16="http://schemas.microsoft.com/office/drawing/2014/main" id="{6AA6E778-BA65-FBBF-5D89-258B9B742136}"/>
                </a:ext>
              </a:extLst>
            </p:cNvPr>
            <p:cNvSpPr/>
            <p:nvPr/>
          </p:nvSpPr>
          <p:spPr>
            <a:xfrm>
              <a:off x="6971545" y="5254620"/>
              <a:ext cx="127794" cy="127442"/>
            </a:xfrm>
            <a:custGeom>
              <a:avLst/>
              <a:gdLst>
                <a:gd name="connsiteX0" fmla="*/ 46346 w 160125"/>
                <a:gd name="connsiteY0" fmla="*/ 8390 h 159684"/>
                <a:gd name="connsiteX1" fmla="*/ 156709 w 160125"/>
                <a:gd name="connsiteY1" fmla="*/ 101608 h 159684"/>
                <a:gd name="connsiteX2" fmla="*/ 44187 w 160125"/>
                <a:gd name="connsiteY2" fmla="*/ 150757 h 159684"/>
                <a:gd name="connsiteX3" fmla="*/ 1261 w 160125"/>
                <a:gd name="connsiteY3" fmla="*/ 63508 h 159684"/>
                <a:gd name="connsiteX4" fmla="*/ 46346 w 160125"/>
                <a:gd name="connsiteY4" fmla="*/ 8390 h 15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25" h="159684">
                  <a:moveTo>
                    <a:pt x="46346" y="8390"/>
                  </a:moveTo>
                  <a:cubicBezTo>
                    <a:pt x="104385" y="-23233"/>
                    <a:pt x="176775" y="40394"/>
                    <a:pt x="156709" y="101608"/>
                  </a:cubicBezTo>
                  <a:cubicBezTo>
                    <a:pt x="147565" y="151265"/>
                    <a:pt x="86478" y="173490"/>
                    <a:pt x="44187" y="150757"/>
                  </a:cubicBezTo>
                  <a:cubicBezTo>
                    <a:pt x="17390" y="131072"/>
                    <a:pt x="-5725" y="98433"/>
                    <a:pt x="1261" y="63508"/>
                  </a:cubicBezTo>
                  <a:cubicBezTo>
                    <a:pt x="8500" y="40394"/>
                    <a:pt x="25137" y="19820"/>
                    <a:pt x="46346" y="8390"/>
                  </a:cubicBezTo>
                  <a:close/>
                </a:path>
              </a:pathLst>
            </a:custGeom>
            <a:solidFill>
              <a:srgbClr val="707CFE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圆角矩形 4248">
              <a:extLst>
                <a:ext uri="{FF2B5EF4-FFF2-40B4-BE49-F238E27FC236}">
                  <a16:creationId xmlns:a16="http://schemas.microsoft.com/office/drawing/2014/main" id="{F4ADEE2C-F329-FA2F-7D1F-EF543FACB83E}"/>
                </a:ext>
              </a:extLst>
            </p:cNvPr>
            <p:cNvSpPr/>
            <p:nvPr/>
          </p:nvSpPr>
          <p:spPr>
            <a:xfrm>
              <a:off x="6785637" y="4672322"/>
              <a:ext cx="534714" cy="383366"/>
            </a:xfrm>
            <a:custGeom>
              <a:avLst/>
              <a:gdLst>
                <a:gd name="connsiteX0" fmla="*/ 0 w 490416"/>
                <a:gd name="connsiteY0" fmla="*/ 189010 h 378019"/>
                <a:gd name="connsiteX1" fmla="*/ 189010 w 490416"/>
                <a:gd name="connsiteY1" fmla="*/ 0 h 378019"/>
                <a:gd name="connsiteX2" fmla="*/ 301407 w 490416"/>
                <a:gd name="connsiteY2" fmla="*/ 0 h 378019"/>
                <a:gd name="connsiteX3" fmla="*/ 490417 w 490416"/>
                <a:gd name="connsiteY3" fmla="*/ 189010 h 378019"/>
                <a:gd name="connsiteX4" fmla="*/ 490416 w 490416"/>
                <a:gd name="connsiteY4" fmla="*/ 189010 h 378019"/>
                <a:gd name="connsiteX5" fmla="*/ 301406 w 490416"/>
                <a:gd name="connsiteY5" fmla="*/ 378020 h 378019"/>
                <a:gd name="connsiteX6" fmla="*/ 189010 w 490416"/>
                <a:gd name="connsiteY6" fmla="*/ 378019 h 378019"/>
                <a:gd name="connsiteX7" fmla="*/ 0 w 490416"/>
                <a:gd name="connsiteY7" fmla="*/ 189009 h 378019"/>
                <a:gd name="connsiteX8" fmla="*/ 0 w 490416"/>
                <a:gd name="connsiteY8" fmla="*/ 189010 h 378019"/>
                <a:gd name="connsiteX0" fmla="*/ 0 w 490417"/>
                <a:gd name="connsiteY0" fmla="*/ 189010 h 394061"/>
                <a:gd name="connsiteX1" fmla="*/ 189010 w 490417"/>
                <a:gd name="connsiteY1" fmla="*/ 0 h 394061"/>
                <a:gd name="connsiteX2" fmla="*/ 301407 w 490417"/>
                <a:gd name="connsiteY2" fmla="*/ 0 h 394061"/>
                <a:gd name="connsiteX3" fmla="*/ 490417 w 490417"/>
                <a:gd name="connsiteY3" fmla="*/ 189010 h 394061"/>
                <a:gd name="connsiteX4" fmla="*/ 490416 w 490417"/>
                <a:gd name="connsiteY4" fmla="*/ 189010 h 394061"/>
                <a:gd name="connsiteX5" fmla="*/ 301406 w 490417"/>
                <a:gd name="connsiteY5" fmla="*/ 378020 h 394061"/>
                <a:gd name="connsiteX6" fmla="*/ 221095 w 490417"/>
                <a:gd name="connsiteY6" fmla="*/ 394061 h 394061"/>
                <a:gd name="connsiteX7" fmla="*/ 0 w 490417"/>
                <a:gd name="connsiteY7" fmla="*/ 189009 h 394061"/>
                <a:gd name="connsiteX8" fmla="*/ 0 w 490417"/>
                <a:gd name="connsiteY8" fmla="*/ 189010 h 394061"/>
                <a:gd name="connsiteX0" fmla="*/ 0 w 522500"/>
                <a:gd name="connsiteY0" fmla="*/ 189010 h 394061"/>
                <a:gd name="connsiteX1" fmla="*/ 189010 w 522500"/>
                <a:gd name="connsiteY1" fmla="*/ 0 h 394061"/>
                <a:gd name="connsiteX2" fmla="*/ 301407 w 522500"/>
                <a:gd name="connsiteY2" fmla="*/ 0 h 394061"/>
                <a:gd name="connsiteX3" fmla="*/ 490417 w 522500"/>
                <a:gd name="connsiteY3" fmla="*/ 189010 h 394061"/>
                <a:gd name="connsiteX4" fmla="*/ 522500 w 522500"/>
                <a:gd name="connsiteY4" fmla="*/ 124841 h 394061"/>
                <a:gd name="connsiteX5" fmla="*/ 301406 w 522500"/>
                <a:gd name="connsiteY5" fmla="*/ 378020 h 394061"/>
                <a:gd name="connsiteX6" fmla="*/ 221095 w 522500"/>
                <a:gd name="connsiteY6" fmla="*/ 394061 h 394061"/>
                <a:gd name="connsiteX7" fmla="*/ 0 w 522500"/>
                <a:gd name="connsiteY7" fmla="*/ 189009 h 394061"/>
                <a:gd name="connsiteX8" fmla="*/ 0 w 522500"/>
                <a:gd name="connsiteY8" fmla="*/ 189010 h 394061"/>
                <a:gd name="connsiteX0" fmla="*/ 0 w 522500"/>
                <a:gd name="connsiteY0" fmla="*/ 189010 h 394061"/>
                <a:gd name="connsiteX1" fmla="*/ 189010 w 522500"/>
                <a:gd name="connsiteY1" fmla="*/ 0 h 394061"/>
                <a:gd name="connsiteX2" fmla="*/ 301407 w 522500"/>
                <a:gd name="connsiteY2" fmla="*/ 0 h 394061"/>
                <a:gd name="connsiteX3" fmla="*/ 517154 w 522500"/>
                <a:gd name="connsiteY3" fmla="*/ 103453 h 394061"/>
                <a:gd name="connsiteX4" fmla="*/ 522500 w 522500"/>
                <a:gd name="connsiteY4" fmla="*/ 124841 h 394061"/>
                <a:gd name="connsiteX5" fmla="*/ 301406 w 522500"/>
                <a:gd name="connsiteY5" fmla="*/ 378020 h 394061"/>
                <a:gd name="connsiteX6" fmla="*/ 221095 w 522500"/>
                <a:gd name="connsiteY6" fmla="*/ 394061 h 394061"/>
                <a:gd name="connsiteX7" fmla="*/ 0 w 522500"/>
                <a:gd name="connsiteY7" fmla="*/ 189009 h 394061"/>
                <a:gd name="connsiteX8" fmla="*/ 0 w 522500"/>
                <a:gd name="connsiteY8" fmla="*/ 189010 h 394061"/>
                <a:gd name="connsiteX0" fmla="*/ 0 w 517154"/>
                <a:gd name="connsiteY0" fmla="*/ 189010 h 394061"/>
                <a:gd name="connsiteX1" fmla="*/ 189010 w 517154"/>
                <a:gd name="connsiteY1" fmla="*/ 0 h 394061"/>
                <a:gd name="connsiteX2" fmla="*/ 301407 w 517154"/>
                <a:gd name="connsiteY2" fmla="*/ 0 h 394061"/>
                <a:gd name="connsiteX3" fmla="*/ 517154 w 517154"/>
                <a:gd name="connsiteY3" fmla="*/ 103453 h 394061"/>
                <a:gd name="connsiteX4" fmla="*/ 485069 w 517154"/>
                <a:gd name="connsiteY4" fmla="*/ 146231 h 394061"/>
                <a:gd name="connsiteX5" fmla="*/ 301406 w 517154"/>
                <a:gd name="connsiteY5" fmla="*/ 378020 h 394061"/>
                <a:gd name="connsiteX6" fmla="*/ 221095 w 517154"/>
                <a:gd name="connsiteY6" fmla="*/ 394061 h 394061"/>
                <a:gd name="connsiteX7" fmla="*/ 0 w 517154"/>
                <a:gd name="connsiteY7" fmla="*/ 189009 h 394061"/>
                <a:gd name="connsiteX8" fmla="*/ 0 w 517154"/>
                <a:gd name="connsiteY8" fmla="*/ 189010 h 394061"/>
                <a:gd name="connsiteX0" fmla="*/ 0 w 485069"/>
                <a:gd name="connsiteY0" fmla="*/ 189010 h 394061"/>
                <a:gd name="connsiteX1" fmla="*/ 189010 w 485069"/>
                <a:gd name="connsiteY1" fmla="*/ 0 h 394061"/>
                <a:gd name="connsiteX2" fmla="*/ 301407 w 485069"/>
                <a:gd name="connsiteY2" fmla="*/ 0 h 394061"/>
                <a:gd name="connsiteX3" fmla="*/ 463680 w 485069"/>
                <a:gd name="connsiteY3" fmla="*/ 135537 h 394061"/>
                <a:gd name="connsiteX4" fmla="*/ 485069 w 485069"/>
                <a:gd name="connsiteY4" fmla="*/ 146231 h 394061"/>
                <a:gd name="connsiteX5" fmla="*/ 301406 w 485069"/>
                <a:gd name="connsiteY5" fmla="*/ 378020 h 394061"/>
                <a:gd name="connsiteX6" fmla="*/ 221095 w 485069"/>
                <a:gd name="connsiteY6" fmla="*/ 394061 h 394061"/>
                <a:gd name="connsiteX7" fmla="*/ 0 w 485069"/>
                <a:gd name="connsiteY7" fmla="*/ 189009 h 394061"/>
                <a:gd name="connsiteX8" fmla="*/ 0 w 485069"/>
                <a:gd name="connsiteY8" fmla="*/ 189010 h 394061"/>
                <a:gd name="connsiteX0" fmla="*/ 0 w 490417"/>
                <a:gd name="connsiteY0" fmla="*/ 189010 h 394061"/>
                <a:gd name="connsiteX1" fmla="*/ 189010 w 490417"/>
                <a:gd name="connsiteY1" fmla="*/ 0 h 394061"/>
                <a:gd name="connsiteX2" fmla="*/ 301407 w 490417"/>
                <a:gd name="connsiteY2" fmla="*/ 0 h 394061"/>
                <a:gd name="connsiteX3" fmla="*/ 490417 w 490417"/>
                <a:gd name="connsiteY3" fmla="*/ 151579 h 394061"/>
                <a:gd name="connsiteX4" fmla="*/ 485069 w 490417"/>
                <a:gd name="connsiteY4" fmla="*/ 146231 h 394061"/>
                <a:gd name="connsiteX5" fmla="*/ 301406 w 490417"/>
                <a:gd name="connsiteY5" fmla="*/ 378020 h 394061"/>
                <a:gd name="connsiteX6" fmla="*/ 221095 w 490417"/>
                <a:gd name="connsiteY6" fmla="*/ 394061 h 394061"/>
                <a:gd name="connsiteX7" fmla="*/ 0 w 490417"/>
                <a:gd name="connsiteY7" fmla="*/ 189009 h 394061"/>
                <a:gd name="connsiteX8" fmla="*/ 0 w 490417"/>
                <a:gd name="connsiteY8" fmla="*/ 189010 h 394061"/>
                <a:gd name="connsiteX0" fmla="*/ 0 w 495764"/>
                <a:gd name="connsiteY0" fmla="*/ 146231 h 394061"/>
                <a:gd name="connsiteX1" fmla="*/ 194357 w 495764"/>
                <a:gd name="connsiteY1" fmla="*/ 0 h 394061"/>
                <a:gd name="connsiteX2" fmla="*/ 306754 w 495764"/>
                <a:gd name="connsiteY2" fmla="*/ 0 h 394061"/>
                <a:gd name="connsiteX3" fmla="*/ 495764 w 495764"/>
                <a:gd name="connsiteY3" fmla="*/ 151579 h 394061"/>
                <a:gd name="connsiteX4" fmla="*/ 490416 w 495764"/>
                <a:gd name="connsiteY4" fmla="*/ 146231 h 394061"/>
                <a:gd name="connsiteX5" fmla="*/ 306753 w 495764"/>
                <a:gd name="connsiteY5" fmla="*/ 378020 h 394061"/>
                <a:gd name="connsiteX6" fmla="*/ 226442 w 495764"/>
                <a:gd name="connsiteY6" fmla="*/ 394061 h 394061"/>
                <a:gd name="connsiteX7" fmla="*/ 5347 w 495764"/>
                <a:gd name="connsiteY7" fmla="*/ 189009 h 394061"/>
                <a:gd name="connsiteX8" fmla="*/ 0 w 495764"/>
                <a:gd name="connsiteY8" fmla="*/ 146231 h 394061"/>
                <a:gd name="connsiteX0" fmla="*/ 0 w 495764"/>
                <a:gd name="connsiteY0" fmla="*/ 146231 h 394061"/>
                <a:gd name="connsiteX1" fmla="*/ 194357 w 495764"/>
                <a:gd name="connsiteY1" fmla="*/ 0 h 394061"/>
                <a:gd name="connsiteX2" fmla="*/ 306754 w 495764"/>
                <a:gd name="connsiteY2" fmla="*/ 0 h 394061"/>
                <a:gd name="connsiteX3" fmla="*/ 495764 w 495764"/>
                <a:gd name="connsiteY3" fmla="*/ 151579 h 394061"/>
                <a:gd name="connsiteX4" fmla="*/ 490416 w 495764"/>
                <a:gd name="connsiteY4" fmla="*/ 146231 h 394061"/>
                <a:gd name="connsiteX5" fmla="*/ 306753 w 495764"/>
                <a:gd name="connsiteY5" fmla="*/ 378020 h 394061"/>
                <a:gd name="connsiteX6" fmla="*/ 226442 w 495764"/>
                <a:gd name="connsiteY6" fmla="*/ 394061 h 394061"/>
                <a:gd name="connsiteX7" fmla="*/ 0 w 495764"/>
                <a:gd name="connsiteY7" fmla="*/ 146230 h 394061"/>
                <a:gd name="connsiteX8" fmla="*/ 0 w 495764"/>
                <a:gd name="connsiteY8" fmla="*/ 146231 h 394061"/>
                <a:gd name="connsiteX0" fmla="*/ 162 w 495926"/>
                <a:gd name="connsiteY0" fmla="*/ 146231 h 394061"/>
                <a:gd name="connsiteX1" fmla="*/ 194519 w 495926"/>
                <a:gd name="connsiteY1" fmla="*/ 0 h 394061"/>
                <a:gd name="connsiteX2" fmla="*/ 306916 w 495926"/>
                <a:gd name="connsiteY2" fmla="*/ 0 h 394061"/>
                <a:gd name="connsiteX3" fmla="*/ 495926 w 495926"/>
                <a:gd name="connsiteY3" fmla="*/ 151579 h 394061"/>
                <a:gd name="connsiteX4" fmla="*/ 490578 w 495926"/>
                <a:gd name="connsiteY4" fmla="*/ 146231 h 394061"/>
                <a:gd name="connsiteX5" fmla="*/ 306915 w 495926"/>
                <a:gd name="connsiteY5" fmla="*/ 378020 h 394061"/>
                <a:gd name="connsiteX6" fmla="*/ 226604 w 495926"/>
                <a:gd name="connsiteY6" fmla="*/ 394061 h 394061"/>
                <a:gd name="connsiteX7" fmla="*/ 162 w 495926"/>
                <a:gd name="connsiteY7" fmla="*/ 146230 h 394061"/>
                <a:gd name="connsiteX8" fmla="*/ 162 w 495926"/>
                <a:gd name="connsiteY8" fmla="*/ 146231 h 394061"/>
                <a:gd name="connsiteX0" fmla="*/ 162 w 495926"/>
                <a:gd name="connsiteY0" fmla="*/ 146231 h 383366"/>
                <a:gd name="connsiteX1" fmla="*/ 194519 w 495926"/>
                <a:gd name="connsiteY1" fmla="*/ 0 h 383366"/>
                <a:gd name="connsiteX2" fmla="*/ 306916 w 495926"/>
                <a:gd name="connsiteY2" fmla="*/ 0 h 383366"/>
                <a:gd name="connsiteX3" fmla="*/ 495926 w 495926"/>
                <a:gd name="connsiteY3" fmla="*/ 151579 h 383366"/>
                <a:gd name="connsiteX4" fmla="*/ 490578 w 495926"/>
                <a:gd name="connsiteY4" fmla="*/ 146231 h 383366"/>
                <a:gd name="connsiteX5" fmla="*/ 306915 w 495926"/>
                <a:gd name="connsiteY5" fmla="*/ 378020 h 383366"/>
                <a:gd name="connsiteX6" fmla="*/ 226604 w 495926"/>
                <a:gd name="connsiteY6" fmla="*/ 383366 h 383366"/>
                <a:gd name="connsiteX7" fmla="*/ 162 w 495926"/>
                <a:gd name="connsiteY7" fmla="*/ 146230 h 383366"/>
                <a:gd name="connsiteX8" fmla="*/ 162 w 495926"/>
                <a:gd name="connsiteY8" fmla="*/ 146231 h 383366"/>
                <a:gd name="connsiteX0" fmla="*/ 162 w 495926"/>
                <a:gd name="connsiteY0" fmla="*/ 146231 h 383366"/>
                <a:gd name="connsiteX1" fmla="*/ 194519 w 495926"/>
                <a:gd name="connsiteY1" fmla="*/ 0 h 383366"/>
                <a:gd name="connsiteX2" fmla="*/ 306916 w 495926"/>
                <a:gd name="connsiteY2" fmla="*/ 0 h 383366"/>
                <a:gd name="connsiteX3" fmla="*/ 495926 w 495926"/>
                <a:gd name="connsiteY3" fmla="*/ 151579 h 383366"/>
                <a:gd name="connsiteX4" fmla="*/ 306915 w 495926"/>
                <a:gd name="connsiteY4" fmla="*/ 378020 h 383366"/>
                <a:gd name="connsiteX5" fmla="*/ 226604 w 495926"/>
                <a:gd name="connsiteY5" fmla="*/ 383366 h 383366"/>
                <a:gd name="connsiteX6" fmla="*/ 162 w 495926"/>
                <a:gd name="connsiteY6" fmla="*/ 146230 h 383366"/>
                <a:gd name="connsiteX7" fmla="*/ 162 w 495926"/>
                <a:gd name="connsiteY7" fmla="*/ 146231 h 383366"/>
                <a:gd name="connsiteX0" fmla="*/ 162 w 495933"/>
                <a:gd name="connsiteY0" fmla="*/ 146231 h 383366"/>
                <a:gd name="connsiteX1" fmla="*/ 194519 w 495933"/>
                <a:gd name="connsiteY1" fmla="*/ 0 h 383366"/>
                <a:gd name="connsiteX2" fmla="*/ 306916 w 495933"/>
                <a:gd name="connsiteY2" fmla="*/ 0 h 383366"/>
                <a:gd name="connsiteX3" fmla="*/ 495926 w 495933"/>
                <a:gd name="connsiteY3" fmla="*/ 151579 h 383366"/>
                <a:gd name="connsiteX4" fmla="*/ 306915 w 495933"/>
                <a:gd name="connsiteY4" fmla="*/ 378020 h 383366"/>
                <a:gd name="connsiteX5" fmla="*/ 226604 w 495933"/>
                <a:gd name="connsiteY5" fmla="*/ 383366 h 383366"/>
                <a:gd name="connsiteX6" fmla="*/ 162 w 495933"/>
                <a:gd name="connsiteY6" fmla="*/ 146230 h 383366"/>
                <a:gd name="connsiteX7" fmla="*/ 162 w 495933"/>
                <a:gd name="connsiteY7" fmla="*/ 146231 h 383366"/>
                <a:gd name="connsiteX0" fmla="*/ 162 w 495937"/>
                <a:gd name="connsiteY0" fmla="*/ 146231 h 383366"/>
                <a:gd name="connsiteX1" fmla="*/ 194519 w 495937"/>
                <a:gd name="connsiteY1" fmla="*/ 0 h 383366"/>
                <a:gd name="connsiteX2" fmla="*/ 306916 w 495937"/>
                <a:gd name="connsiteY2" fmla="*/ 0 h 383366"/>
                <a:gd name="connsiteX3" fmla="*/ 495926 w 495937"/>
                <a:gd name="connsiteY3" fmla="*/ 151579 h 383366"/>
                <a:gd name="connsiteX4" fmla="*/ 306915 w 495937"/>
                <a:gd name="connsiteY4" fmla="*/ 378020 h 383366"/>
                <a:gd name="connsiteX5" fmla="*/ 226604 w 495937"/>
                <a:gd name="connsiteY5" fmla="*/ 383366 h 383366"/>
                <a:gd name="connsiteX6" fmla="*/ 162 w 495937"/>
                <a:gd name="connsiteY6" fmla="*/ 146230 h 383366"/>
                <a:gd name="connsiteX7" fmla="*/ 162 w 495937"/>
                <a:gd name="connsiteY7" fmla="*/ 146231 h 383366"/>
                <a:gd name="connsiteX0" fmla="*/ 162 w 495937"/>
                <a:gd name="connsiteY0" fmla="*/ 146231 h 383366"/>
                <a:gd name="connsiteX1" fmla="*/ 194519 w 495937"/>
                <a:gd name="connsiteY1" fmla="*/ 0 h 383366"/>
                <a:gd name="connsiteX2" fmla="*/ 306916 w 495937"/>
                <a:gd name="connsiteY2" fmla="*/ 0 h 383366"/>
                <a:gd name="connsiteX3" fmla="*/ 495926 w 495937"/>
                <a:gd name="connsiteY3" fmla="*/ 151579 h 383366"/>
                <a:gd name="connsiteX4" fmla="*/ 306915 w 495937"/>
                <a:gd name="connsiteY4" fmla="*/ 378020 h 383366"/>
                <a:gd name="connsiteX5" fmla="*/ 226604 w 495937"/>
                <a:gd name="connsiteY5" fmla="*/ 383366 h 383366"/>
                <a:gd name="connsiteX6" fmla="*/ 162 w 495937"/>
                <a:gd name="connsiteY6" fmla="*/ 146230 h 383366"/>
                <a:gd name="connsiteX7" fmla="*/ 162 w 495937"/>
                <a:gd name="connsiteY7" fmla="*/ 146231 h 383366"/>
                <a:gd name="connsiteX0" fmla="*/ 162 w 495941"/>
                <a:gd name="connsiteY0" fmla="*/ 146231 h 383367"/>
                <a:gd name="connsiteX1" fmla="*/ 194519 w 495941"/>
                <a:gd name="connsiteY1" fmla="*/ 0 h 383367"/>
                <a:gd name="connsiteX2" fmla="*/ 306916 w 495941"/>
                <a:gd name="connsiteY2" fmla="*/ 0 h 383367"/>
                <a:gd name="connsiteX3" fmla="*/ 495926 w 495941"/>
                <a:gd name="connsiteY3" fmla="*/ 151579 h 383367"/>
                <a:gd name="connsiteX4" fmla="*/ 328304 w 495941"/>
                <a:gd name="connsiteY4" fmla="*/ 383367 h 383367"/>
                <a:gd name="connsiteX5" fmla="*/ 226604 w 495941"/>
                <a:gd name="connsiteY5" fmla="*/ 383366 h 383367"/>
                <a:gd name="connsiteX6" fmla="*/ 162 w 495941"/>
                <a:gd name="connsiteY6" fmla="*/ 146230 h 383367"/>
                <a:gd name="connsiteX7" fmla="*/ 162 w 495941"/>
                <a:gd name="connsiteY7" fmla="*/ 146231 h 383367"/>
                <a:gd name="connsiteX0" fmla="*/ 162 w 495935"/>
                <a:gd name="connsiteY0" fmla="*/ 146231 h 388475"/>
                <a:gd name="connsiteX1" fmla="*/ 194519 w 495935"/>
                <a:gd name="connsiteY1" fmla="*/ 0 h 388475"/>
                <a:gd name="connsiteX2" fmla="*/ 306916 w 495935"/>
                <a:gd name="connsiteY2" fmla="*/ 0 h 388475"/>
                <a:gd name="connsiteX3" fmla="*/ 495926 w 495935"/>
                <a:gd name="connsiteY3" fmla="*/ 151579 h 388475"/>
                <a:gd name="connsiteX4" fmla="*/ 285663 w 495935"/>
                <a:gd name="connsiteY4" fmla="*/ 388475 h 388475"/>
                <a:gd name="connsiteX5" fmla="*/ 226604 w 495935"/>
                <a:gd name="connsiteY5" fmla="*/ 383366 h 388475"/>
                <a:gd name="connsiteX6" fmla="*/ 162 w 495935"/>
                <a:gd name="connsiteY6" fmla="*/ 146230 h 388475"/>
                <a:gd name="connsiteX7" fmla="*/ 162 w 495935"/>
                <a:gd name="connsiteY7" fmla="*/ 146231 h 388475"/>
                <a:gd name="connsiteX0" fmla="*/ 162 w 495933"/>
                <a:gd name="connsiteY0" fmla="*/ 146231 h 388475"/>
                <a:gd name="connsiteX1" fmla="*/ 194519 w 495933"/>
                <a:gd name="connsiteY1" fmla="*/ 0 h 388475"/>
                <a:gd name="connsiteX2" fmla="*/ 306916 w 495933"/>
                <a:gd name="connsiteY2" fmla="*/ 0 h 388475"/>
                <a:gd name="connsiteX3" fmla="*/ 495926 w 495933"/>
                <a:gd name="connsiteY3" fmla="*/ 151579 h 388475"/>
                <a:gd name="connsiteX4" fmla="*/ 285663 w 495933"/>
                <a:gd name="connsiteY4" fmla="*/ 388475 h 388475"/>
                <a:gd name="connsiteX5" fmla="*/ 226604 w 495933"/>
                <a:gd name="connsiteY5" fmla="*/ 383366 h 388475"/>
                <a:gd name="connsiteX6" fmla="*/ 162 w 495933"/>
                <a:gd name="connsiteY6" fmla="*/ 146230 h 388475"/>
                <a:gd name="connsiteX7" fmla="*/ 162 w 495933"/>
                <a:gd name="connsiteY7" fmla="*/ 146231 h 388475"/>
                <a:gd name="connsiteX0" fmla="*/ 162 w 495934"/>
                <a:gd name="connsiteY0" fmla="*/ 146231 h 383366"/>
                <a:gd name="connsiteX1" fmla="*/ 194519 w 495934"/>
                <a:gd name="connsiteY1" fmla="*/ 0 h 383366"/>
                <a:gd name="connsiteX2" fmla="*/ 306916 w 495934"/>
                <a:gd name="connsiteY2" fmla="*/ 0 h 383366"/>
                <a:gd name="connsiteX3" fmla="*/ 495926 w 495934"/>
                <a:gd name="connsiteY3" fmla="*/ 151579 h 383366"/>
                <a:gd name="connsiteX4" fmla="*/ 295139 w 495934"/>
                <a:gd name="connsiteY4" fmla="*/ 378258 h 383366"/>
                <a:gd name="connsiteX5" fmla="*/ 226604 w 495934"/>
                <a:gd name="connsiteY5" fmla="*/ 383366 h 383366"/>
                <a:gd name="connsiteX6" fmla="*/ 162 w 495934"/>
                <a:gd name="connsiteY6" fmla="*/ 146230 h 383366"/>
                <a:gd name="connsiteX7" fmla="*/ 162 w 495934"/>
                <a:gd name="connsiteY7" fmla="*/ 146231 h 383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5934" h="383366">
                  <a:moveTo>
                    <a:pt x="162" y="146231"/>
                  </a:moveTo>
                  <a:cubicBezTo>
                    <a:pt x="162" y="41844"/>
                    <a:pt x="90132" y="0"/>
                    <a:pt x="194519" y="0"/>
                  </a:cubicBezTo>
                  <a:lnTo>
                    <a:pt x="306916" y="0"/>
                  </a:lnTo>
                  <a:cubicBezTo>
                    <a:pt x="411303" y="0"/>
                    <a:pt x="495926" y="47192"/>
                    <a:pt x="495926" y="151579"/>
                  </a:cubicBezTo>
                  <a:cubicBezTo>
                    <a:pt x="497091" y="344701"/>
                    <a:pt x="372496" y="375730"/>
                    <a:pt x="295139" y="378258"/>
                  </a:cubicBezTo>
                  <a:lnTo>
                    <a:pt x="226604" y="383366"/>
                  </a:lnTo>
                  <a:cubicBezTo>
                    <a:pt x="122217" y="383366"/>
                    <a:pt x="-5185" y="293396"/>
                    <a:pt x="162" y="146230"/>
                  </a:cubicBezTo>
                  <a:lnTo>
                    <a:pt x="162" y="146231"/>
                  </a:lnTo>
                  <a:close/>
                </a:path>
              </a:pathLst>
            </a:custGeom>
            <a:solidFill>
              <a:srgbClr val="0E1C3A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25B2D839-7A33-AA2F-6BFE-45FAEBFAD697}"/>
                </a:ext>
              </a:extLst>
            </p:cNvPr>
            <p:cNvSpPr/>
            <p:nvPr/>
          </p:nvSpPr>
          <p:spPr>
            <a:xfrm>
              <a:off x="6587003" y="4758265"/>
              <a:ext cx="111339" cy="234292"/>
            </a:xfrm>
            <a:custGeom>
              <a:avLst/>
              <a:gdLst>
                <a:gd name="connsiteX0" fmla="*/ 56499 w 139508"/>
                <a:gd name="connsiteY0" fmla="*/ 4468 h 293567"/>
                <a:gd name="connsiteX1" fmla="*/ 119618 w 139508"/>
                <a:gd name="connsiteY1" fmla="*/ 34567 h 293567"/>
                <a:gd name="connsiteX2" fmla="*/ 119999 w 139508"/>
                <a:gd name="connsiteY2" fmla="*/ 257579 h 293567"/>
                <a:gd name="connsiteX3" fmla="*/ 77581 w 139508"/>
                <a:gd name="connsiteY3" fmla="*/ 293139 h 293567"/>
                <a:gd name="connsiteX4" fmla="*/ 9636 w 139508"/>
                <a:gd name="connsiteY4" fmla="*/ 221638 h 293567"/>
                <a:gd name="connsiteX5" fmla="*/ 56499 w 139508"/>
                <a:gd name="connsiteY5" fmla="*/ 4468 h 293567"/>
                <a:gd name="connsiteX6" fmla="*/ 21066 w 139508"/>
                <a:gd name="connsiteY6" fmla="*/ 96289 h 293567"/>
                <a:gd name="connsiteX7" fmla="*/ 56499 w 139508"/>
                <a:gd name="connsiteY7" fmla="*/ 227607 h 293567"/>
                <a:gd name="connsiteX8" fmla="*/ 53324 w 139508"/>
                <a:gd name="connsiteY8" fmla="*/ 56411 h 293567"/>
                <a:gd name="connsiteX9" fmla="*/ 21066 w 139508"/>
                <a:gd name="connsiteY9" fmla="*/ 96289 h 29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508" h="293567">
                  <a:moveTo>
                    <a:pt x="56499" y="4468"/>
                  </a:moveTo>
                  <a:cubicBezTo>
                    <a:pt x="82153" y="-8359"/>
                    <a:pt x="112125" y="7897"/>
                    <a:pt x="119618" y="34567"/>
                  </a:cubicBezTo>
                  <a:cubicBezTo>
                    <a:pt x="144129" y="105941"/>
                    <a:pt x="147939" y="186586"/>
                    <a:pt x="119999" y="257579"/>
                  </a:cubicBezTo>
                  <a:cubicBezTo>
                    <a:pt x="110855" y="273073"/>
                    <a:pt x="97774" y="293266"/>
                    <a:pt x="77581" y="293139"/>
                  </a:cubicBezTo>
                  <a:cubicBezTo>
                    <a:pt x="37322" y="298473"/>
                    <a:pt x="19034" y="252880"/>
                    <a:pt x="9636" y="221638"/>
                  </a:cubicBezTo>
                  <a:cubicBezTo>
                    <a:pt x="-6493" y="148994"/>
                    <a:pt x="-9160" y="53871"/>
                    <a:pt x="56499" y="4468"/>
                  </a:cubicBezTo>
                  <a:moveTo>
                    <a:pt x="21066" y="96289"/>
                  </a:moveTo>
                  <a:cubicBezTo>
                    <a:pt x="7223" y="139723"/>
                    <a:pt x="12176" y="203985"/>
                    <a:pt x="56499" y="227607"/>
                  </a:cubicBezTo>
                  <a:cubicBezTo>
                    <a:pt x="77200" y="173759"/>
                    <a:pt x="85709" y="107211"/>
                    <a:pt x="53324" y="56411"/>
                  </a:cubicBezTo>
                  <a:cubicBezTo>
                    <a:pt x="30591" y="52220"/>
                    <a:pt x="29448" y="82319"/>
                    <a:pt x="21066" y="96289"/>
                  </a:cubicBezTo>
                  <a:close/>
                </a:path>
              </a:pathLst>
            </a:custGeom>
            <a:solidFill>
              <a:srgbClr val="9899C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形状 27">
              <a:extLst>
                <a:ext uri="{FF2B5EF4-FFF2-40B4-BE49-F238E27FC236}">
                  <a16:creationId xmlns:a16="http://schemas.microsoft.com/office/drawing/2014/main" id="{38A7803B-AE10-2038-43CF-6C3CE3374FCE}"/>
                </a:ext>
              </a:extLst>
            </p:cNvPr>
            <p:cNvSpPr/>
            <p:nvPr/>
          </p:nvSpPr>
          <p:spPr>
            <a:xfrm>
              <a:off x="7455729" y="5032370"/>
              <a:ext cx="234050" cy="217190"/>
            </a:xfrm>
            <a:custGeom>
              <a:avLst/>
              <a:gdLst>
                <a:gd name="connsiteX0" fmla="*/ 177662 w 293264"/>
                <a:gd name="connsiteY0" fmla="*/ 5821 h 272139"/>
                <a:gd name="connsiteX1" fmla="*/ 234558 w 293264"/>
                <a:gd name="connsiteY1" fmla="*/ 12805 h 272139"/>
                <a:gd name="connsiteX2" fmla="*/ 194045 w 293264"/>
                <a:gd name="connsiteY2" fmla="*/ 118850 h 272139"/>
                <a:gd name="connsiteX3" fmla="*/ 269483 w 293264"/>
                <a:gd name="connsiteY3" fmla="*/ 25886 h 272139"/>
                <a:gd name="connsiteX4" fmla="*/ 145531 w 293264"/>
                <a:gd name="connsiteY4" fmla="*/ 272140 h 272139"/>
                <a:gd name="connsiteX5" fmla="*/ 14721 w 293264"/>
                <a:gd name="connsiteY5" fmla="*/ 59668 h 272139"/>
                <a:gd name="connsiteX6" fmla="*/ 68188 w 293264"/>
                <a:gd name="connsiteY6" fmla="*/ 47222 h 272139"/>
                <a:gd name="connsiteX7" fmla="*/ 56377 w 293264"/>
                <a:gd name="connsiteY7" fmla="*/ 117580 h 272139"/>
                <a:gd name="connsiteX8" fmla="*/ 177662 w 293264"/>
                <a:gd name="connsiteY8" fmla="*/ 5821 h 272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264" h="272139">
                  <a:moveTo>
                    <a:pt x="177662" y="5821"/>
                  </a:moveTo>
                  <a:cubicBezTo>
                    <a:pt x="196204" y="-8403"/>
                    <a:pt x="216016" y="7217"/>
                    <a:pt x="234558" y="12805"/>
                  </a:cubicBezTo>
                  <a:cubicBezTo>
                    <a:pt x="217794" y="46841"/>
                    <a:pt x="200014" y="80878"/>
                    <a:pt x="194045" y="118850"/>
                  </a:cubicBezTo>
                  <a:cubicBezTo>
                    <a:pt x="235193" y="104118"/>
                    <a:pt x="237987" y="52303"/>
                    <a:pt x="269483" y="25886"/>
                  </a:cubicBezTo>
                  <a:cubicBezTo>
                    <a:pt x="335523" y="118850"/>
                    <a:pt x="254243" y="263630"/>
                    <a:pt x="145531" y="272140"/>
                  </a:cubicBezTo>
                  <a:cubicBezTo>
                    <a:pt x="50662" y="264773"/>
                    <a:pt x="-35317" y="149330"/>
                    <a:pt x="14721" y="59668"/>
                  </a:cubicBezTo>
                  <a:cubicBezTo>
                    <a:pt x="24373" y="35538"/>
                    <a:pt x="49011" y="41761"/>
                    <a:pt x="68188" y="47222"/>
                  </a:cubicBezTo>
                  <a:cubicBezTo>
                    <a:pt x="61838" y="70209"/>
                    <a:pt x="57139" y="93578"/>
                    <a:pt x="56377" y="117580"/>
                  </a:cubicBezTo>
                  <a:cubicBezTo>
                    <a:pt x="95366" y="78718"/>
                    <a:pt x="123687" y="26648"/>
                    <a:pt x="177662" y="5821"/>
                  </a:cubicBezTo>
                  <a:close/>
                </a:path>
              </a:pathLst>
            </a:custGeom>
            <a:solidFill>
              <a:srgbClr val="324A7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形状 28">
              <a:extLst>
                <a:ext uri="{FF2B5EF4-FFF2-40B4-BE49-F238E27FC236}">
                  <a16:creationId xmlns:a16="http://schemas.microsoft.com/office/drawing/2014/main" id="{486F9D5C-29B2-2AEE-488A-D802CEB1935C}"/>
                </a:ext>
              </a:extLst>
            </p:cNvPr>
            <p:cNvSpPr/>
            <p:nvPr/>
          </p:nvSpPr>
          <p:spPr>
            <a:xfrm>
              <a:off x="6824266" y="5154386"/>
              <a:ext cx="360730" cy="44742"/>
            </a:xfrm>
            <a:custGeom>
              <a:avLst/>
              <a:gdLst>
                <a:gd name="connsiteX0" fmla="*/ 0 w 451993"/>
                <a:gd name="connsiteY0" fmla="*/ 22860 h 56061"/>
                <a:gd name="connsiteX1" fmla="*/ 46228 w 451993"/>
                <a:gd name="connsiteY1" fmla="*/ 0 h 56061"/>
                <a:gd name="connsiteX2" fmla="*/ 276352 w 451993"/>
                <a:gd name="connsiteY2" fmla="*/ 18034 h 56061"/>
                <a:gd name="connsiteX3" fmla="*/ 451993 w 451993"/>
                <a:gd name="connsiteY3" fmla="*/ 24130 h 56061"/>
                <a:gd name="connsiteX4" fmla="*/ 0 w 451993"/>
                <a:gd name="connsiteY4" fmla="*/ 22860 h 56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993" h="56061">
                  <a:moveTo>
                    <a:pt x="0" y="22860"/>
                  </a:moveTo>
                  <a:cubicBezTo>
                    <a:pt x="15621" y="15621"/>
                    <a:pt x="30861" y="7747"/>
                    <a:pt x="46228" y="0"/>
                  </a:cubicBezTo>
                  <a:cubicBezTo>
                    <a:pt x="121412" y="17399"/>
                    <a:pt x="199263" y="20955"/>
                    <a:pt x="276352" y="18034"/>
                  </a:cubicBezTo>
                  <a:cubicBezTo>
                    <a:pt x="335153" y="16129"/>
                    <a:pt x="397002" y="-8890"/>
                    <a:pt x="451993" y="24130"/>
                  </a:cubicBezTo>
                  <a:cubicBezTo>
                    <a:pt x="305816" y="63246"/>
                    <a:pt x="145034" y="70485"/>
                    <a:pt x="0" y="22860"/>
                  </a:cubicBezTo>
                  <a:close/>
                </a:path>
              </a:pathLst>
            </a:custGeom>
            <a:solidFill>
              <a:srgbClr val="E3E5F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形状 29">
              <a:extLst>
                <a:ext uri="{FF2B5EF4-FFF2-40B4-BE49-F238E27FC236}">
                  <a16:creationId xmlns:a16="http://schemas.microsoft.com/office/drawing/2014/main" id="{C31988F1-4F19-F814-0E5C-FFB7A7B30FD2}"/>
                </a:ext>
              </a:extLst>
            </p:cNvPr>
            <p:cNvSpPr/>
            <p:nvPr/>
          </p:nvSpPr>
          <p:spPr>
            <a:xfrm>
              <a:off x="6715409" y="5369872"/>
              <a:ext cx="100141" cy="136719"/>
            </a:xfrm>
            <a:custGeom>
              <a:avLst/>
              <a:gdLst>
                <a:gd name="connsiteX0" fmla="*/ 0 w 125476"/>
                <a:gd name="connsiteY0" fmla="*/ 168656 h 171309"/>
                <a:gd name="connsiteX1" fmla="*/ 77089 w 125476"/>
                <a:gd name="connsiteY1" fmla="*/ 0 h 171309"/>
                <a:gd name="connsiteX2" fmla="*/ 76708 w 125476"/>
                <a:gd name="connsiteY2" fmla="*/ 114554 h 171309"/>
                <a:gd name="connsiteX3" fmla="*/ 125476 w 125476"/>
                <a:gd name="connsiteY3" fmla="*/ 169926 h 171309"/>
                <a:gd name="connsiteX4" fmla="*/ 0 w 125476"/>
                <a:gd name="connsiteY4" fmla="*/ 168656 h 1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76" h="171309">
                  <a:moveTo>
                    <a:pt x="0" y="168656"/>
                  </a:moveTo>
                  <a:cubicBezTo>
                    <a:pt x="26797" y="112903"/>
                    <a:pt x="50165" y="55626"/>
                    <a:pt x="77089" y="0"/>
                  </a:cubicBezTo>
                  <a:cubicBezTo>
                    <a:pt x="76200" y="38100"/>
                    <a:pt x="73533" y="76454"/>
                    <a:pt x="76708" y="114554"/>
                  </a:cubicBezTo>
                  <a:cubicBezTo>
                    <a:pt x="76962" y="142621"/>
                    <a:pt x="106045" y="155448"/>
                    <a:pt x="125476" y="169926"/>
                  </a:cubicBezTo>
                  <a:cubicBezTo>
                    <a:pt x="83693" y="171831"/>
                    <a:pt x="41783" y="172085"/>
                    <a:pt x="0" y="168656"/>
                  </a:cubicBezTo>
                  <a:close/>
                </a:path>
              </a:pathLst>
            </a:custGeom>
            <a:solidFill>
              <a:srgbClr val="C2CAF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形状 30">
              <a:extLst>
                <a:ext uri="{FF2B5EF4-FFF2-40B4-BE49-F238E27FC236}">
                  <a16:creationId xmlns:a16="http://schemas.microsoft.com/office/drawing/2014/main" id="{F6BF659A-9990-9E14-8BDE-65EE59B25254}"/>
                </a:ext>
              </a:extLst>
            </p:cNvPr>
            <p:cNvSpPr/>
            <p:nvPr/>
          </p:nvSpPr>
          <p:spPr>
            <a:xfrm>
              <a:off x="7183475" y="5423286"/>
              <a:ext cx="72166" cy="82605"/>
            </a:xfrm>
            <a:custGeom>
              <a:avLst/>
              <a:gdLst>
                <a:gd name="connsiteX0" fmla="*/ 0 w 90424"/>
                <a:gd name="connsiteY0" fmla="*/ 102743 h 103504"/>
                <a:gd name="connsiteX1" fmla="*/ 88265 w 90424"/>
                <a:gd name="connsiteY1" fmla="*/ 0 h 103504"/>
                <a:gd name="connsiteX2" fmla="*/ 90424 w 90424"/>
                <a:gd name="connsiteY2" fmla="*/ 103505 h 103504"/>
                <a:gd name="connsiteX3" fmla="*/ 0 w 90424"/>
                <a:gd name="connsiteY3" fmla="*/ 102743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424" h="103504">
                  <a:moveTo>
                    <a:pt x="0" y="102743"/>
                  </a:moveTo>
                  <a:cubicBezTo>
                    <a:pt x="28194" y="67437"/>
                    <a:pt x="57531" y="33020"/>
                    <a:pt x="88265" y="0"/>
                  </a:cubicBezTo>
                  <a:cubicBezTo>
                    <a:pt x="90043" y="34417"/>
                    <a:pt x="89408" y="68961"/>
                    <a:pt x="90424" y="103505"/>
                  </a:cubicBezTo>
                  <a:cubicBezTo>
                    <a:pt x="60325" y="102870"/>
                    <a:pt x="30099" y="102743"/>
                    <a:pt x="0" y="102743"/>
                  </a:cubicBezTo>
                  <a:close/>
                </a:path>
              </a:pathLst>
            </a:custGeom>
            <a:solidFill>
              <a:srgbClr val="C5CCF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形状 31">
              <a:extLst>
                <a:ext uri="{FF2B5EF4-FFF2-40B4-BE49-F238E27FC236}">
                  <a16:creationId xmlns:a16="http://schemas.microsoft.com/office/drawing/2014/main" id="{4B0C3868-4A4E-1820-E571-C8B69EF6F697}"/>
                </a:ext>
              </a:extLst>
            </p:cNvPr>
            <p:cNvSpPr/>
            <p:nvPr/>
          </p:nvSpPr>
          <p:spPr>
            <a:xfrm>
              <a:off x="6503268" y="4504602"/>
              <a:ext cx="1226917" cy="1007272"/>
            </a:xfrm>
            <a:custGeom>
              <a:avLst/>
              <a:gdLst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93192 w 1718201"/>
                <a:gd name="connsiteY41" fmla="*/ 352839 h 1531399"/>
                <a:gd name="connsiteX42" fmla="*/ 666115 w 1718201"/>
                <a:gd name="connsiteY42" fmla="*/ 321470 h 1531399"/>
                <a:gd name="connsiteX43" fmla="*/ 980948 w 1718201"/>
                <a:gd name="connsiteY43" fmla="*/ 4840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93192 w 1718201"/>
                <a:gd name="connsiteY41" fmla="*/ 352839 h 1531399"/>
                <a:gd name="connsiteX42" fmla="*/ 672816 w 1718201"/>
                <a:gd name="connsiteY42" fmla="*/ 274568 h 1531399"/>
                <a:gd name="connsiteX43" fmla="*/ 980948 w 1718201"/>
                <a:gd name="connsiteY43" fmla="*/ 4840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840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572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67746 w 1718201"/>
                <a:gd name="connsiteY93" fmla="*/ 308262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67746 w 1718201"/>
                <a:gd name="connsiteY93" fmla="*/ 308262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0912 w 1718201"/>
                <a:gd name="connsiteY94" fmla="*/ 34685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0912 w 1718201"/>
                <a:gd name="connsiteY94" fmla="*/ 34685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0912 w 1718201"/>
                <a:gd name="connsiteY94" fmla="*/ 34685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8869 w 1718201"/>
                <a:gd name="connsiteY94" fmla="*/ 33094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8869 w 1718201"/>
                <a:gd name="connsiteY94" fmla="*/ 33094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72956 w 1718201"/>
                <a:gd name="connsiteY94" fmla="*/ 35481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72956 w 1718201"/>
                <a:gd name="connsiteY94" fmla="*/ 35481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692540"/>
                <a:gd name="connsiteY0" fmla="*/ 39149 h 1531399"/>
                <a:gd name="connsiteX1" fmla="*/ 1312291 w 1692540"/>
                <a:gd name="connsiteY1" fmla="*/ 414 h 1531399"/>
                <a:gd name="connsiteX2" fmla="*/ 1447673 w 1692540"/>
                <a:gd name="connsiteY2" fmla="*/ 20861 h 1531399"/>
                <a:gd name="connsiteX3" fmla="*/ 1418463 w 1692540"/>
                <a:gd name="connsiteY3" fmla="*/ 104808 h 1531399"/>
                <a:gd name="connsiteX4" fmla="*/ 1417955 w 1692540"/>
                <a:gd name="connsiteY4" fmla="*/ 255938 h 1531399"/>
                <a:gd name="connsiteX5" fmla="*/ 1515999 w 1692540"/>
                <a:gd name="connsiteY5" fmla="*/ 329344 h 1531399"/>
                <a:gd name="connsiteX6" fmla="*/ 1592580 w 1692540"/>
                <a:gd name="connsiteY6" fmla="*/ 321470 h 1531399"/>
                <a:gd name="connsiteX7" fmla="*/ 1622933 w 1692540"/>
                <a:gd name="connsiteY7" fmla="*/ 427642 h 1531399"/>
                <a:gd name="connsiteX8" fmla="*/ 1559179 w 1692540"/>
                <a:gd name="connsiteY8" fmla="*/ 454947 h 1531399"/>
                <a:gd name="connsiteX9" fmla="*/ 1560449 w 1692540"/>
                <a:gd name="connsiteY9" fmla="*/ 502699 h 1531399"/>
                <a:gd name="connsiteX10" fmla="*/ 1681861 w 1692540"/>
                <a:gd name="connsiteY10" fmla="*/ 599600 h 1531399"/>
                <a:gd name="connsiteX11" fmla="*/ 1681353 w 1692540"/>
                <a:gd name="connsiteY11" fmla="*/ 943643 h 1531399"/>
                <a:gd name="connsiteX12" fmla="*/ 1657731 w 1692540"/>
                <a:gd name="connsiteY12" fmla="*/ 1013874 h 1531399"/>
                <a:gd name="connsiteX13" fmla="*/ 1517142 w 1692540"/>
                <a:gd name="connsiteY13" fmla="*/ 1020859 h 1531399"/>
                <a:gd name="connsiteX14" fmla="*/ 1383030 w 1692540"/>
                <a:gd name="connsiteY14" fmla="*/ 1226726 h 1531399"/>
                <a:gd name="connsiteX15" fmla="*/ 1096137 w 1692540"/>
                <a:gd name="connsiteY15" fmla="*/ 1439070 h 1531399"/>
                <a:gd name="connsiteX16" fmla="*/ 969010 w 1692540"/>
                <a:gd name="connsiteY16" fmla="*/ 1417226 h 1531399"/>
                <a:gd name="connsiteX17" fmla="*/ 968375 w 1692540"/>
                <a:gd name="connsiteY17" fmla="*/ 1514000 h 1531399"/>
                <a:gd name="connsiteX18" fmla="*/ 957580 w 1692540"/>
                <a:gd name="connsiteY18" fmla="*/ 1526700 h 1531399"/>
                <a:gd name="connsiteX19" fmla="*/ 942721 w 1692540"/>
                <a:gd name="connsiteY19" fmla="*/ 1523906 h 1531399"/>
                <a:gd name="connsiteX20" fmla="*/ 940562 w 1692540"/>
                <a:gd name="connsiteY20" fmla="*/ 1420401 h 1531399"/>
                <a:gd name="connsiteX21" fmla="*/ 914908 w 1692540"/>
                <a:gd name="connsiteY21" fmla="*/ 1220630 h 1531399"/>
                <a:gd name="connsiteX22" fmla="*/ 854202 w 1692540"/>
                <a:gd name="connsiteY22" fmla="*/ 1107600 h 1531399"/>
                <a:gd name="connsiteX23" fmla="*/ 678561 w 1692540"/>
                <a:gd name="connsiteY23" fmla="*/ 1101504 h 1531399"/>
                <a:gd name="connsiteX24" fmla="*/ 448437 w 1692540"/>
                <a:gd name="connsiteY24" fmla="*/ 1083470 h 1531399"/>
                <a:gd name="connsiteX25" fmla="*/ 402209 w 1692540"/>
                <a:gd name="connsiteY25" fmla="*/ 1106330 h 1531399"/>
                <a:gd name="connsiteX26" fmla="*/ 338963 w 1692540"/>
                <a:gd name="connsiteY26" fmla="*/ 1126396 h 1531399"/>
                <a:gd name="connsiteX27" fmla="*/ 376047 w 1692540"/>
                <a:gd name="connsiteY27" fmla="*/ 1221773 h 1531399"/>
                <a:gd name="connsiteX28" fmla="*/ 342900 w 1692540"/>
                <a:gd name="connsiteY28" fmla="*/ 1353472 h 1531399"/>
                <a:gd name="connsiteX29" fmla="*/ 265811 w 1692540"/>
                <a:gd name="connsiteY29" fmla="*/ 1522128 h 1531399"/>
                <a:gd name="connsiteX30" fmla="*/ 240157 w 1692540"/>
                <a:gd name="connsiteY30" fmla="*/ 1525430 h 1531399"/>
                <a:gd name="connsiteX31" fmla="*/ 349377 w 1692540"/>
                <a:gd name="connsiteY31" fmla="*/ 1239553 h 1531399"/>
                <a:gd name="connsiteX32" fmla="*/ 311531 w 1692540"/>
                <a:gd name="connsiteY32" fmla="*/ 1137826 h 1531399"/>
                <a:gd name="connsiteX33" fmla="*/ 20955 w 1692540"/>
                <a:gd name="connsiteY33" fmla="*/ 1520858 h 1531399"/>
                <a:gd name="connsiteX34" fmla="*/ 0 w 1692540"/>
                <a:gd name="connsiteY34" fmla="*/ 1531399 h 1531399"/>
                <a:gd name="connsiteX35" fmla="*/ 133223 w 1692540"/>
                <a:gd name="connsiteY35" fmla="*/ 1265080 h 1531399"/>
                <a:gd name="connsiteX36" fmla="*/ 412369 w 1692540"/>
                <a:gd name="connsiteY36" fmla="*/ 1076104 h 1531399"/>
                <a:gd name="connsiteX37" fmla="*/ 198247 w 1692540"/>
                <a:gd name="connsiteY37" fmla="*/ 940214 h 1531399"/>
                <a:gd name="connsiteX38" fmla="*/ 101981 w 1692540"/>
                <a:gd name="connsiteY38" fmla="*/ 850298 h 1531399"/>
                <a:gd name="connsiteX39" fmla="*/ 175895 w 1692540"/>
                <a:gd name="connsiteY39" fmla="*/ 554896 h 1531399"/>
                <a:gd name="connsiteX40" fmla="*/ 379792 w 1692540"/>
                <a:gd name="connsiteY40" fmla="*/ 319338 h 1531399"/>
                <a:gd name="connsiteX41" fmla="*/ 672816 w 1692540"/>
                <a:gd name="connsiteY41" fmla="*/ 274568 h 1531399"/>
                <a:gd name="connsiteX42" fmla="*/ 972991 w 1692540"/>
                <a:gd name="connsiteY42" fmla="*/ 437128 h 1531399"/>
                <a:gd name="connsiteX43" fmla="*/ 1049655 w 1692540"/>
                <a:gd name="connsiteY43" fmla="*/ 573311 h 1531399"/>
                <a:gd name="connsiteX44" fmla="*/ 1114679 w 1692540"/>
                <a:gd name="connsiteY44" fmla="*/ 668561 h 1531399"/>
                <a:gd name="connsiteX45" fmla="*/ 1042924 w 1692540"/>
                <a:gd name="connsiteY45" fmla="*/ 898558 h 1531399"/>
                <a:gd name="connsiteX46" fmla="*/ 1025906 w 1692540"/>
                <a:gd name="connsiteY46" fmla="*/ 908464 h 1531399"/>
                <a:gd name="connsiteX47" fmla="*/ 832358 w 1692540"/>
                <a:gd name="connsiteY47" fmla="*/ 1071024 h 1531399"/>
                <a:gd name="connsiteX48" fmla="*/ 1063879 w 1692540"/>
                <a:gd name="connsiteY48" fmla="*/ 1201199 h 1531399"/>
                <a:gd name="connsiteX49" fmla="*/ 1164717 w 1692540"/>
                <a:gd name="connsiteY49" fmla="*/ 1088169 h 1531399"/>
                <a:gd name="connsiteX50" fmla="*/ 1175385 w 1692540"/>
                <a:gd name="connsiteY50" fmla="*/ 999396 h 1531399"/>
                <a:gd name="connsiteX51" fmla="*/ 1226693 w 1692540"/>
                <a:gd name="connsiteY51" fmla="*/ 946056 h 1531399"/>
                <a:gd name="connsiteX52" fmla="*/ 1282700 w 1692540"/>
                <a:gd name="connsiteY52" fmla="*/ 963455 h 1531399"/>
                <a:gd name="connsiteX53" fmla="*/ 1388745 w 1692540"/>
                <a:gd name="connsiteY53" fmla="*/ 904527 h 1531399"/>
                <a:gd name="connsiteX54" fmla="*/ 1489583 w 1692540"/>
                <a:gd name="connsiteY54" fmla="*/ 948723 h 1531399"/>
                <a:gd name="connsiteX55" fmla="*/ 1488694 w 1692540"/>
                <a:gd name="connsiteY55" fmla="*/ 653448 h 1531399"/>
                <a:gd name="connsiteX56" fmla="*/ 1326261 w 1692540"/>
                <a:gd name="connsiteY56" fmla="*/ 716059 h 1531399"/>
                <a:gd name="connsiteX57" fmla="*/ 1149604 w 1692540"/>
                <a:gd name="connsiteY57" fmla="*/ 642018 h 1531399"/>
                <a:gd name="connsiteX58" fmla="*/ 1083183 w 1692540"/>
                <a:gd name="connsiteY58" fmla="*/ 442882 h 1531399"/>
                <a:gd name="connsiteX59" fmla="*/ 1224407 w 1692540"/>
                <a:gd name="connsiteY59" fmla="*/ 256192 h 1531399"/>
                <a:gd name="connsiteX60" fmla="*/ 1224407 w 1692540"/>
                <a:gd name="connsiteY60" fmla="*/ 107094 h 1531399"/>
                <a:gd name="connsiteX61" fmla="*/ 1182497 w 1692540"/>
                <a:gd name="connsiteY61" fmla="*/ 39149 h 1531399"/>
                <a:gd name="connsiteX62" fmla="*/ 1217930 w 1692540"/>
                <a:gd name="connsiteY62" fmla="*/ 33307 h 1531399"/>
                <a:gd name="connsiteX63" fmla="*/ 1235710 w 1692540"/>
                <a:gd name="connsiteY63" fmla="*/ 80932 h 1531399"/>
                <a:gd name="connsiteX64" fmla="*/ 1415161 w 1692540"/>
                <a:gd name="connsiteY64" fmla="*/ 77122 h 1531399"/>
                <a:gd name="connsiteX65" fmla="*/ 1427353 w 1692540"/>
                <a:gd name="connsiteY65" fmla="*/ 31148 h 1531399"/>
                <a:gd name="connsiteX66" fmla="*/ 1217930 w 1692540"/>
                <a:gd name="connsiteY66" fmla="*/ 33307 h 1531399"/>
                <a:gd name="connsiteX67" fmla="*/ 1249680 w 1692540"/>
                <a:gd name="connsiteY67" fmla="*/ 103665 h 1531399"/>
                <a:gd name="connsiteX68" fmla="*/ 1249807 w 1692540"/>
                <a:gd name="connsiteY68" fmla="*/ 153703 h 1531399"/>
                <a:gd name="connsiteX69" fmla="*/ 1249934 w 1692540"/>
                <a:gd name="connsiteY69" fmla="*/ 272067 h 1531399"/>
                <a:gd name="connsiteX70" fmla="*/ 1111631 w 1692540"/>
                <a:gd name="connsiteY70" fmla="*/ 422435 h 1531399"/>
                <a:gd name="connsiteX71" fmla="*/ 1502918 w 1692540"/>
                <a:gd name="connsiteY71" fmla="*/ 423070 h 1531399"/>
                <a:gd name="connsiteX72" fmla="*/ 1498473 w 1692540"/>
                <a:gd name="connsiteY72" fmla="*/ 350299 h 1531399"/>
                <a:gd name="connsiteX73" fmla="*/ 1392301 w 1692540"/>
                <a:gd name="connsiteY73" fmla="*/ 267622 h 1531399"/>
                <a:gd name="connsiteX74" fmla="*/ 1391920 w 1692540"/>
                <a:gd name="connsiteY74" fmla="*/ 155354 h 1531399"/>
                <a:gd name="connsiteX75" fmla="*/ 1392047 w 1692540"/>
                <a:gd name="connsiteY75" fmla="*/ 104173 h 1531399"/>
                <a:gd name="connsiteX76" fmla="*/ 1249680 w 1692540"/>
                <a:gd name="connsiteY76" fmla="*/ 103665 h 1531399"/>
                <a:gd name="connsiteX77" fmla="*/ 1522730 w 1692540"/>
                <a:gd name="connsiteY77" fmla="*/ 389796 h 1531399"/>
                <a:gd name="connsiteX78" fmla="*/ 1598676 w 1692540"/>
                <a:gd name="connsiteY78" fmla="*/ 415831 h 1531399"/>
                <a:gd name="connsiteX79" fmla="*/ 1567561 w 1692540"/>
                <a:gd name="connsiteY79" fmla="*/ 335313 h 1531399"/>
                <a:gd name="connsiteX80" fmla="*/ 1522730 w 1692540"/>
                <a:gd name="connsiteY80" fmla="*/ 389796 h 1531399"/>
                <a:gd name="connsiteX81" fmla="*/ 378191 w 1692540"/>
                <a:gd name="connsiteY81" fmla="*/ 356072 h 1531399"/>
                <a:gd name="connsiteX82" fmla="*/ 198247 w 1692540"/>
                <a:gd name="connsiteY82" fmla="*/ 562643 h 1531399"/>
                <a:gd name="connsiteX83" fmla="*/ 221869 w 1692540"/>
                <a:gd name="connsiteY83" fmla="*/ 573057 h 1531399"/>
                <a:gd name="connsiteX84" fmla="*/ 262001 w 1692540"/>
                <a:gd name="connsiteY84" fmla="*/ 656242 h 1531399"/>
                <a:gd name="connsiteX85" fmla="*/ 231648 w 1692540"/>
                <a:gd name="connsiteY85" fmla="*/ 882556 h 1531399"/>
                <a:gd name="connsiteX86" fmla="*/ 196850 w 1692540"/>
                <a:gd name="connsiteY86" fmla="*/ 903384 h 1531399"/>
                <a:gd name="connsiteX87" fmla="*/ 310642 w 1692540"/>
                <a:gd name="connsiteY87" fmla="*/ 1004095 h 1531399"/>
                <a:gd name="connsiteX88" fmla="*/ 735076 w 1692540"/>
                <a:gd name="connsiteY88" fmla="*/ 1071405 h 1531399"/>
                <a:gd name="connsiteX89" fmla="*/ 985774 w 1692540"/>
                <a:gd name="connsiteY89" fmla="*/ 914433 h 1531399"/>
                <a:gd name="connsiteX90" fmla="*/ 991489 w 1692540"/>
                <a:gd name="connsiteY90" fmla="*/ 912147 h 1531399"/>
                <a:gd name="connsiteX91" fmla="*/ 941956 w 1692540"/>
                <a:gd name="connsiteY91" fmla="*/ 447656 h 1531399"/>
                <a:gd name="connsiteX92" fmla="*/ 655811 w 1692540"/>
                <a:gd name="connsiteY92" fmla="*/ 296327 h 1531399"/>
                <a:gd name="connsiteX93" fmla="*/ 372956 w 1692540"/>
                <a:gd name="connsiteY93" fmla="*/ 354815 h 1531399"/>
                <a:gd name="connsiteX94" fmla="*/ 1107186 w 1692540"/>
                <a:gd name="connsiteY94" fmla="*/ 448343 h 1531399"/>
                <a:gd name="connsiteX95" fmla="*/ 1185164 w 1692540"/>
                <a:gd name="connsiteY95" fmla="*/ 639097 h 1531399"/>
                <a:gd name="connsiteX96" fmla="*/ 1492250 w 1692540"/>
                <a:gd name="connsiteY96" fmla="*/ 602521 h 1531399"/>
                <a:gd name="connsiteX97" fmla="*/ 1445895 w 1692540"/>
                <a:gd name="connsiteY97" fmla="*/ 536354 h 1531399"/>
                <a:gd name="connsiteX98" fmla="*/ 1535049 w 1692540"/>
                <a:gd name="connsiteY98" fmla="*/ 501175 h 1531399"/>
                <a:gd name="connsiteX99" fmla="*/ 1530731 w 1692540"/>
                <a:gd name="connsiteY99" fmla="*/ 448216 h 1531399"/>
                <a:gd name="connsiteX100" fmla="*/ 1107186 w 1692540"/>
                <a:gd name="connsiteY100" fmla="*/ 448343 h 1531399"/>
                <a:gd name="connsiteX101" fmla="*/ 1482598 w 1692540"/>
                <a:gd name="connsiteY101" fmla="*/ 531020 h 1531399"/>
                <a:gd name="connsiteX102" fmla="*/ 1471930 w 1692540"/>
                <a:gd name="connsiteY102" fmla="*/ 563786 h 1531399"/>
                <a:gd name="connsiteX103" fmla="*/ 1670558 w 1692540"/>
                <a:gd name="connsiteY103" fmla="*/ 569628 h 1531399"/>
                <a:gd name="connsiteX104" fmla="*/ 1677924 w 1692540"/>
                <a:gd name="connsiteY104" fmla="*/ 529242 h 1531399"/>
                <a:gd name="connsiteX105" fmla="*/ 1482598 w 1692540"/>
                <a:gd name="connsiteY105" fmla="*/ 531020 h 1531399"/>
                <a:gd name="connsiteX106" fmla="*/ 161417 w 1692540"/>
                <a:gd name="connsiteY106" fmla="*/ 591599 h 1531399"/>
                <a:gd name="connsiteX107" fmla="*/ 114554 w 1692540"/>
                <a:gd name="connsiteY107" fmla="*/ 808769 h 1531399"/>
                <a:gd name="connsiteX108" fmla="*/ 182499 w 1692540"/>
                <a:gd name="connsiteY108" fmla="*/ 880270 h 1531399"/>
                <a:gd name="connsiteX109" fmla="*/ 224917 w 1692540"/>
                <a:gd name="connsiteY109" fmla="*/ 844710 h 1531399"/>
                <a:gd name="connsiteX110" fmla="*/ 224536 w 1692540"/>
                <a:gd name="connsiteY110" fmla="*/ 621698 h 1531399"/>
                <a:gd name="connsiteX111" fmla="*/ 161417 w 1692540"/>
                <a:gd name="connsiteY111" fmla="*/ 591599 h 1531399"/>
                <a:gd name="connsiteX112" fmla="*/ 1039622 w 1692540"/>
                <a:gd name="connsiteY112" fmla="*/ 587916 h 1531399"/>
                <a:gd name="connsiteX113" fmla="*/ 1037717 w 1692540"/>
                <a:gd name="connsiteY113" fmla="*/ 881540 h 1531399"/>
                <a:gd name="connsiteX114" fmla="*/ 1039622 w 1692540"/>
                <a:gd name="connsiteY114" fmla="*/ 587916 h 1531399"/>
                <a:gd name="connsiteX115" fmla="*/ 1514094 w 1692540"/>
                <a:gd name="connsiteY115" fmla="*/ 595663 h 1531399"/>
                <a:gd name="connsiteX116" fmla="*/ 1513586 w 1692540"/>
                <a:gd name="connsiteY116" fmla="*/ 683293 h 1531399"/>
                <a:gd name="connsiteX117" fmla="*/ 1513332 w 1692540"/>
                <a:gd name="connsiteY117" fmla="*/ 895637 h 1531399"/>
                <a:gd name="connsiteX118" fmla="*/ 1528953 w 1692540"/>
                <a:gd name="connsiteY118" fmla="*/ 993935 h 1531399"/>
                <a:gd name="connsiteX119" fmla="*/ 1648333 w 1692540"/>
                <a:gd name="connsiteY119" fmla="*/ 974758 h 1531399"/>
                <a:gd name="connsiteX120" fmla="*/ 1654810 w 1692540"/>
                <a:gd name="connsiteY120" fmla="*/ 822739 h 1531399"/>
                <a:gd name="connsiteX121" fmla="*/ 1655191 w 1692540"/>
                <a:gd name="connsiteY121" fmla="*/ 684055 h 1531399"/>
                <a:gd name="connsiteX122" fmla="*/ 1654683 w 1692540"/>
                <a:gd name="connsiteY122" fmla="*/ 596044 h 1531399"/>
                <a:gd name="connsiteX123" fmla="*/ 1514094 w 1692540"/>
                <a:gd name="connsiteY123" fmla="*/ 595663 h 1531399"/>
                <a:gd name="connsiteX124" fmla="*/ 1371092 w 1692540"/>
                <a:gd name="connsiteY124" fmla="*/ 936404 h 1531399"/>
                <a:gd name="connsiteX125" fmla="*/ 1249807 w 1692540"/>
                <a:gd name="connsiteY125" fmla="*/ 1048164 h 1531399"/>
                <a:gd name="connsiteX126" fmla="*/ 1261618 w 1692540"/>
                <a:gd name="connsiteY126" fmla="*/ 977806 h 1531399"/>
                <a:gd name="connsiteX127" fmla="*/ 1208151 w 1692540"/>
                <a:gd name="connsiteY127" fmla="*/ 990252 h 1531399"/>
                <a:gd name="connsiteX128" fmla="*/ 1338961 w 1692540"/>
                <a:gd name="connsiteY128" fmla="*/ 1202723 h 1531399"/>
                <a:gd name="connsiteX129" fmla="*/ 1462913 w 1692540"/>
                <a:gd name="connsiteY129" fmla="*/ 956470 h 1531399"/>
                <a:gd name="connsiteX130" fmla="*/ 1387475 w 1692540"/>
                <a:gd name="connsiteY130" fmla="*/ 1049434 h 1531399"/>
                <a:gd name="connsiteX131" fmla="*/ 1427988 w 1692540"/>
                <a:gd name="connsiteY131" fmla="*/ 943389 h 1531399"/>
                <a:gd name="connsiteX132" fmla="*/ 1371092 w 1692540"/>
                <a:gd name="connsiteY132" fmla="*/ 936404 h 1531399"/>
                <a:gd name="connsiteX133" fmla="*/ 1081532 w 1692540"/>
                <a:gd name="connsiteY133" fmla="*/ 1218471 h 1531399"/>
                <a:gd name="connsiteX134" fmla="*/ 1025652 w 1692540"/>
                <a:gd name="connsiteY134" fmla="*/ 1239172 h 1531399"/>
                <a:gd name="connsiteX135" fmla="*/ 1042035 w 1692540"/>
                <a:gd name="connsiteY135" fmla="*/ 1214534 h 1531399"/>
                <a:gd name="connsiteX136" fmla="*/ 913638 w 1692540"/>
                <a:gd name="connsiteY136" fmla="*/ 1136302 h 1531399"/>
                <a:gd name="connsiteX137" fmla="*/ 964057 w 1692540"/>
                <a:gd name="connsiteY137" fmla="*/ 1385222 h 1531399"/>
                <a:gd name="connsiteX138" fmla="*/ 1097915 w 1692540"/>
                <a:gd name="connsiteY138" fmla="*/ 1412781 h 1531399"/>
                <a:gd name="connsiteX139" fmla="*/ 1340866 w 1692540"/>
                <a:gd name="connsiteY139" fmla="*/ 1232060 h 1531399"/>
                <a:gd name="connsiteX140" fmla="*/ 1181608 w 1692540"/>
                <a:gd name="connsiteY140" fmla="*/ 1117506 h 1531399"/>
                <a:gd name="connsiteX141" fmla="*/ 1081532 w 1692540"/>
                <a:gd name="connsiteY141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560449 w 1681861"/>
                <a:gd name="connsiteY9" fmla="*/ 502699 h 1531399"/>
                <a:gd name="connsiteX10" fmla="*/ 1681861 w 1681861"/>
                <a:gd name="connsiteY10" fmla="*/ 599600 h 1531399"/>
                <a:gd name="connsiteX11" fmla="*/ 1681353 w 1681861"/>
                <a:gd name="connsiteY11" fmla="*/ 943643 h 1531399"/>
                <a:gd name="connsiteX12" fmla="*/ 1657731 w 1681861"/>
                <a:gd name="connsiteY12" fmla="*/ 1013874 h 1531399"/>
                <a:gd name="connsiteX13" fmla="*/ 1517142 w 1681861"/>
                <a:gd name="connsiteY13" fmla="*/ 1020859 h 1531399"/>
                <a:gd name="connsiteX14" fmla="*/ 1383030 w 1681861"/>
                <a:gd name="connsiteY14" fmla="*/ 1226726 h 1531399"/>
                <a:gd name="connsiteX15" fmla="*/ 1096137 w 1681861"/>
                <a:gd name="connsiteY15" fmla="*/ 1439070 h 1531399"/>
                <a:gd name="connsiteX16" fmla="*/ 969010 w 1681861"/>
                <a:gd name="connsiteY16" fmla="*/ 1417226 h 1531399"/>
                <a:gd name="connsiteX17" fmla="*/ 968375 w 1681861"/>
                <a:gd name="connsiteY17" fmla="*/ 1514000 h 1531399"/>
                <a:gd name="connsiteX18" fmla="*/ 957580 w 1681861"/>
                <a:gd name="connsiteY18" fmla="*/ 1526700 h 1531399"/>
                <a:gd name="connsiteX19" fmla="*/ 942721 w 1681861"/>
                <a:gd name="connsiteY19" fmla="*/ 1523906 h 1531399"/>
                <a:gd name="connsiteX20" fmla="*/ 940562 w 1681861"/>
                <a:gd name="connsiteY20" fmla="*/ 1420401 h 1531399"/>
                <a:gd name="connsiteX21" fmla="*/ 914908 w 1681861"/>
                <a:gd name="connsiteY21" fmla="*/ 1220630 h 1531399"/>
                <a:gd name="connsiteX22" fmla="*/ 854202 w 1681861"/>
                <a:gd name="connsiteY22" fmla="*/ 1107600 h 1531399"/>
                <a:gd name="connsiteX23" fmla="*/ 678561 w 1681861"/>
                <a:gd name="connsiteY23" fmla="*/ 1101504 h 1531399"/>
                <a:gd name="connsiteX24" fmla="*/ 448437 w 1681861"/>
                <a:gd name="connsiteY24" fmla="*/ 1083470 h 1531399"/>
                <a:gd name="connsiteX25" fmla="*/ 402209 w 1681861"/>
                <a:gd name="connsiteY25" fmla="*/ 1106330 h 1531399"/>
                <a:gd name="connsiteX26" fmla="*/ 338963 w 1681861"/>
                <a:gd name="connsiteY26" fmla="*/ 1126396 h 1531399"/>
                <a:gd name="connsiteX27" fmla="*/ 376047 w 1681861"/>
                <a:gd name="connsiteY27" fmla="*/ 1221773 h 1531399"/>
                <a:gd name="connsiteX28" fmla="*/ 342900 w 1681861"/>
                <a:gd name="connsiteY28" fmla="*/ 1353472 h 1531399"/>
                <a:gd name="connsiteX29" fmla="*/ 265811 w 1681861"/>
                <a:gd name="connsiteY29" fmla="*/ 1522128 h 1531399"/>
                <a:gd name="connsiteX30" fmla="*/ 240157 w 1681861"/>
                <a:gd name="connsiteY30" fmla="*/ 1525430 h 1531399"/>
                <a:gd name="connsiteX31" fmla="*/ 349377 w 1681861"/>
                <a:gd name="connsiteY31" fmla="*/ 1239553 h 1531399"/>
                <a:gd name="connsiteX32" fmla="*/ 311531 w 1681861"/>
                <a:gd name="connsiteY32" fmla="*/ 1137826 h 1531399"/>
                <a:gd name="connsiteX33" fmla="*/ 20955 w 1681861"/>
                <a:gd name="connsiteY33" fmla="*/ 1520858 h 1531399"/>
                <a:gd name="connsiteX34" fmla="*/ 0 w 1681861"/>
                <a:gd name="connsiteY34" fmla="*/ 1531399 h 1531399"/>
                <a:gd name="connsiteX35" fmla="*/ 133223 w 1681861"/>
                <a:gd name="connsiteY35" fmla="*/ 1265080 h 1531399"/>
                <a:gd name="connsiteX36" fmla="*/ 412369 w 1681861"/>
                <a:gd name="connsiteY36" fmla="*/ 1076104 h 1531399"/>
                <a:gd name="connsiteX37" fmla="*/ 198247 w 1681861"/>
                <a:gd name="connsiteY37" fmla="*/ 940214 h 1531399"/>
                <a:gd name="connsiteX38" fmla="*/ 101981 w 1681861"/>
                <a:gd name="connsiteY38" fmla="*/ 850298 h 1531399"/>
                <a:gd name="connsiteX39" fmla="*/ 175895 w 1681861"/>
                <a:gd name="connsiteY39" fmla="*/ 554896 h 1531399"/>
                <a:gd name="connsiteX40" fmla="*/ 379792 w 1681861"/>
                <a:gd name="connsiteY40" fmla="*/ 319338 h 1531399"/>
                <a:gd name="connsiteX41" fmla="*/ 672816 w 1681861"/>
                <a:gd name="connsiteY41" fmla="*/ 274568 h 1531399"/>
                <a:gd name="connsiteX42" fmla="*/ 972991 w 1681861"/>
                <a:gd name="connsiteY42" fmla="*/ 437128 h 1531399"/>
                <a:gd name="connsiteX43" fmla="*/ 1049655 w 1681861"/>
                <a:gd name="connsiteY43" fmla="*/ 573311 h 1531399"/>
                <a:gd name="connsiteX44" fmla="*/ 1114679 w 1681861"/>
                <a:gd name="connsiteY44" fmla="*/ 668561 h 1531399"/>
                <a:gd name="connsiteX45" fmla="*/ 1042924 w 1681861"/>
                <a:gd name="connsiteY45" fmla="*/ 898558 h 1531399"/>
                <a:gd name="connsiteX46" fmla="*/ 1025906 w 1681861"/>
                <a:gd name="connsiteY46" fmla="*/ 908464 h 1531399"/>
                <a:gd name="connsiteX47" fmla="*/ 832358 w 1681861"/>
                <a:gd name="connsiteY47" fmla="*/ 1071024 h 1531399"/>
                <a:gd name="connsiteX48" fmla="*/ 1063879 w 1681861"/>
                <a:gd name="connsiteY48" fmla="*/ 1201199 h 1531399"/>
                <a:gd name="connsiteX49" fmla="*/ 1164717 w 1681861"/>
                <a:gd name="connsiteY49" fmla="*/ 1088169 h 1531399"/>
                <a:gd name="connsiteX50" fmla="*/ 1175385 w 1681861"/>
                <a:gd name="connsiteY50" fmla="*/ 999396 h 1531399"/>
                <a:gd name="connsiteX51" fmla="*/ 1226693 w 1681861"/>
                <a:gd name="connsiteY51" fmla="*/ 946056 h 1531399"/>
                <a:gd name="connsiteX52" fmla="*/ 1282700 w 1681861"/>
                <a:gd name="connsiteY52" fmla="*/ 963455 h 1531399"/>
                <a:gd name="connsiteX53" fmla="*/ 1388745 w 1681861"/>
                <a:gd name="connsiteY53" fmla="*/ 904527 h 1531399"/>
                <a:gd name="connsiteX54" fmla="*/ 1489583 w 1681861"/>
                <a:gd name="connsiteY54" fmla="*/ 948723 h 1531399"/>
                <a:gd name="connsiteX55" fmla="*/ 1488694 w 1681861"/>
                <a:gd name="connsiteY55" fmla="*/ 653448 h 1531399"/>
                <a:gd name="connsiteX56" fmla="*/ 1326261 w 1681861"/>
                <a:gd name="connsiteY56" fmla="*/ 716059 h 1531399"/>
                <a:gd name="connsiteX57" fmla="*/ 1149604 w 1681861"/>
                <a:gd name="connsiteY57" fmla="*/ 642018 h 1531399"/>
                <a:gd name="connsiteX58" fmla="*/ 1083183 w 1681861"/>
                <a:gd name="connsiteY58" fmla="*/ 442882 h 1531399"/>
                <a:gd name="connsiteX59" fmla="*/ 1224407 w 1681861"/>
                <a:gd name="connsiteY59" fmla="*/ 256192 h 1531399"/>
                <a:gd name="connsiteX60" fmla="*/ 1224407 w 1681861"/>
                <a:gd name="connsiteY60" fmla="*/ 107094 h 1531399"/>
                <a:gd name="connsiteX61" fmla="*/ 1182497 w 1681861"/>
                <a:gd name="connsiteY61" fmla="*/ 39149 h 1531399"/>
                <a:gd name="connsiteX62" fmla="*/ 1217930 w 1681861"/>
                <a:gd name="connsiteY62" fmla="*/ 33307 h 1531399"/>
                <a:gd name="connsiteX63" fmla="*/ 1235710 w 1681861"/>
                <a:gd name="connsiteY63" fmla="*/ 80932 h 1531399"/>
                <a:gd name="connsiteX64" fmla="*/ 1415161 w 1681861"/>
                <a:gd name="connsiteY64" fmla="*/ 77122 h 1531399"/>
                <a:gd name="connsiteX65" fmla="*/ 1427353 w 1681861"/>
                <a:gd name="connsiteY65" fmla="*/ 31148 h 1531399"/>
                <a:gd name="connsiteX66" fmla="*/ 1217930 w 1681861"/>
                <a:gd name="connsiteY66" fmla="*/ 33307 h 1531399"/>
                <a:gd name="connsiteX67" fmla="*/ 1249680 w 1681861"/>
                <a:gd name="connsiteY67" fmla="*/ 103665 h 1531399"/>
                <a:gd name="connsiteX68" fmla="*/ 1249807 w 1681861"/>
                <a:gd name="connsiteY68" fmla="*/ 153703 h 1531399"/>
                <a:gd name="connsiteX69" fmla="*/ 1249934 w 1681861"/>
                <a:gd name="connsiteY69" fmla="*/ 272067 h 1531399"/>
                <a:gd name="connsiteX70" fmla="*/ 1111631 w 1681861"/>
                <a:gd name="connsiteY70" fmla="*/ 422435 h 1531399"/>
                <a:gd name="connsiteX71" fmla="*/ 1502918 w 1681861"/>
                <a:gd name="connsiteY71" fmla="*/ 423070 h 1531399"/>
                <a:gd name="connsiteX72" fmla="*/ 1498473 w 1681861"/>
                <a:gd name="connsiteY72" fmla="*/ 350299 h 1531399"/>
                <a:gd name="connsiteX73" fmla="*/ 1392301 w 1681861"/>
                <a:gd name="connsiteY73" fmla="*/ 267622 h 1531399"/>
                <a:gd name="connsiteX74" fmla="*/ 1391920 w 1681861"/>
                <a:gd name="connsiteY74" fmla="*/ 155354 h 1531399"/>
                <a:gd name="connsiteX75" fmla="*/ 1392047 w 1681861"/>
                <a:gd name="connsiteY75" fmla="*/ 104173 h 1531399"/>
                <a:gd name="connsiteX76" fmla="*/ 1249680 w 1681861"/>
                <a:gd name="connsiteY76" fmla="*/ 103665 h 1531399"/>
                <a:gd name="connsiteX77" fmla="*/ 1522730 w 1681861"/>
                <a:gd name="connsiteY77" fmla="*/ 389796 h 1531399"/>
                <a:gd name="connsiteX78" fmla="*/ 1598676 w 1681861"/>
                <a:gd name="connsiteY78" fmla="*/ 415831 h 1531399"/>
                <a:gd name="connsiteX79" fmla="*/ 1567561 w 1681861"/>
                <a:gd name="connsiteY79" fmla="*/ 335313 h 1531399"/>
                <a:gd name="connsiteX80" fmla="*/ 1522730 w 1681861"/>
                <a:gd name="connsiteY80" fmla="*/ 389796 h 1531399"/>
                <a:gd name="connsiteX81" fmla="*/ 378191 w 1681861"/>
                <a:gd name="connsiteY81" fmla="*/ 356072 h 1531399"/>
                <a:gd name="connsiteX82" fmla="*/ 198247 w 1681861"/>
                <a:gd name="connsiteY82" fmla="*/ 562643 h 1531399"/>
                <a:gd name="connsiteX83" fmla="*/ 221869 w 1681861"/>
                <a:gd name="connsiteY83" fmla="*/ 573057 h 1531399"/>
                <a:gd name="connsiteX84" fmla="*/ 262001 w 1681861"/>
                <a:gd name="connsiteY84" fmla="*/ 656242 h 1531399"/>
                <a:gd name="connsiteX85" fmla="*/ 231648 w 1681861"/>
                <a:gd name="connsiteY85" fmla="*/ 882556 h 1531399"/>
                <a:gd name="connsiteX86" fmla="*/ 196850 w 1681861"/>
                <a:gd name="connsiteY86" fmla="*/ 903384 h 1531399"/>
                <a:gd name="connsiteX87" fmla="*/ 310642 w 1681861"/>
                <a:gd name="connsiteY87" fmla="*/ 1004095 h 1531399"/>
                <a:gd name="connsiteX88" fmla="*/ 735076 w 1681861"/>
                <a:gd name="connsiteY88" fmla="*/ 1071405 h 1531399"/>
                <a:gd name="connsiteX89" fmla="*/ 985774 w 1681861"/>
                <a:gd name="connsiteY89" fmla="*/ 914433 h 1531399"/>
                <a:gd name="connsiteX90" fmla="*/ 991489 w 1681861"/>
                <a:gd name="connsiteY90" fmla="*/ 912147 h 1531399"/>
                <a:gd name="connsiteX91" fmla="*/ 941956 w 1681861"/>
                <a:gd name="connsiteY91" fmla="*/ 447656 h 1531399"/>
                <a:gd name="connsiteX92" fmla="*/ 655811 w 1681861"/>
                <a:gd name="connsiteY92" fmla="*/ 296327 h 1531399"/>
                <a:gd name="connsiteX93" fmla="*/ 372956 w 1681861"/>
                <a:gd name="connsiteY93" fmla="*/ 354815 h 1531399"/>
                <a:gd name="connsiteX94" fmla="*/ 1107186 w 1681861"/>
                <a:gd name="connsiteY94" fmla="*/ 448343 h 1531399"/>
                <a:gd name="connsiteX95" fmla="*/ 1185164 w 1681861"/>
                <a:gd name="connsiteY95" fmla="*/ 639097 h 1531399"/>
                <a:gd name="connsiteX96" fmla="*/ 1492250 w 1681861"/>
                <a:gd name="connsiteY96" fmla="*/ 602521 h 1531399"/>
                <a:gd name="connsiteX97" fmla="*/ 1445895 w 1681861"/>
                <a:gd name="connsiteY97" fmla="*/ 536354 h 1531399"/>
                <a:gd name="connsiteX98" fmla="*/ 1535049 w 1681861"/>
                <a:gd name="connsiteY98" fmla="*/ 501175 h 1531399"/>
                <a:gd name="connsiteX99" fmla="*/ 1530731 w 1681861"/>
                <a:gd name="connsiteY99" fmla="*/ 448216 h 1531399"/>
                <a:gd name="connsiteX100" fmla="*/ 1107186 w 1681861"/>
                <a:gd name="connsiteY100" fmla="*/ 448343 h 1531399"/>
                <a:gd name="connsiteX101" fmla="*/ 1482598 w 1681861"/>
                <a:gd name="connsiteY101" fmla="*/ 531020 h 1531399"/>
                <a:gd name="connsiteX102" fmla="*/ 1471930 w 1681861"/>
                <a:gd name="connsiteY102" fmla="*/ 563786 h 1531399"/>
                <a:gd name="connsiteX103" fmla="*/ 1677924 w 1681861"/>
                <a:gd name="connsiteY103" fmla="*/ 529242 h 1531399"/>
                <a:gd name="connsiteX104" fmla="*/ 1482598 w 1681861"/>
                <a:gd name="connsiteY104" fmla="*/ 531020 h 1531399"/>
                <a:gd name="connsiteX105" fmla="*/ 161417 w 1681861"/>
                <a:gd name="connsiteY105" fmla="*/ 591599 h 1531399"/>
                <a:gd name="connsiteX106" fmla="*/ 114554 w 1681861"/>
                <a:gd name="connsiteY106" fmla="*/ 808769 h 1531399"/>
                <a:gd name="connsiteX107" fmla="*/ 182499 w 1681861"/>
                <a:gd name="connsiteY107" fmla="*/ 880270 h 1531399"/>
                <a:gd name="connsiteX108" fmla="*/ 224917 w 1681861"/>
                <a:gd name="connsiteY108" fmla="*/ 844710 h 1531399"/>
                <a:gd name="connsiteX109" fmla="*/ 224536 w 1681861"/>
                <a:gd name="connsiteY109" fmla="*/ 621698 h 1531399"/>
                <a:gd name="connsiteX110" fmla="*/ 161417 w 1681861"/>
                <a:gd name="connsiteY110" fmla="*/ 591599 h 1531399"/>
                <a:gd name="connsiteX111" fmla="*/ 1039622 w 1681861"/>
                <a:gd name="connsiteY111" fmla="*/ 587916 h 1531399"/>
                <a:gd name="connsiteX112" fmla="*/ 1037717 w 1681861"/>
                <a:gd name="connsiteY112" fmla="*/ 881540 h 1531399"/>
                <a:gd name="connsiteX113" fmla="*/ 1039622 w 1681861"/>
                <a:gd name="connsiteY113" fmla="*/ 587916 h 1531399"/>
                <a:gd name="connsiteX114" fmla="*/ 1514094 w 1681861"/>
                <a:gd name="connsiteY114" fmla="*/ 595663 h 1531399"/>
                <a:gd name="connsiteX115" fmla="*/ 1513586 w 1681861"/>
                <a:gd name="connsiteY115" fmla="*/ 683293 h 1531399"/>
                <a:gd name="connsiteX116" fmla="*/ 1513332 w 1681861"/>
                <a:gd name="connsiteY116" fmla="*/ 895637 h 1531399"/>
                <a:gd name="connsiteX117" fmla="*/ 1528953 w 1681861"/>
                <a:gd name="connsiteY117" fmla="*/ 993935 h 1531399"/>
                <a:gd name="connsiteX118" fmla="*/ 1648333 w 1681861"/>
                <a:gd name="connsiteY118" fmla="*/ 974758 h 1531399"/>
                <a:gd name="connsiteX119" fmla="*/ 1654810 w 1681861"/>
                <a:gd name="connsiteY119" fmla="*/ 822739 h 1531399"/>
                <a:gd name="connsiteX120" fmla="*/ 1655191 w 1681861"/>
                <a:gd name="connsiteY120" fmla="*/ 684055 h 1531399"/>
                <a:gd name="connsiteX121" fmla="*/ 1654683 w 1681861"/>
                <a:gd name="connsiteY121" fmla="*/ 596044 h 1531399"/>
                <a:gd name="connsiteX122" fmla="*/ 1514094 w 1681861"/>
                <a:gd name="connsiteY122" fmla="*/ 595663 h 1531399"/>
                <a:gd name="connsiteX123" fmla="*/ 1371092 w 1681861"/>
                <a:gd name="connsiteY123" fmla="*/ 936404 h 1531399"/>
                <a:gd name="connsiteX124" fmla="*/ 1249807 w 1681861"/>
                <a:gd name="connsiteY124" fmla="*/ 1048164 h 1531399"/>
                <a:gd name="connsiteX125" fmla="*/ 1261618 w 1681861"/>
                <a:gd name="connsiteY125" fmla="*/ 977806 h 1531399"/>
                <a:gd name="connsiteX126" fmla="*/ 1208151 w 1681861"/>
                <a:gd name="connsiteY126" fmla="*/ 990252 h 1531399"/>
                <a:gd name="connsiteX127" fmla="*/ 1338961 w 1681861"/>
                <a:gd name="connsiteY127" fmla="*/ 1202723 h 1531399"/>
                <a:gd name="connsiteX128" fmla="*/ 1462913 w 1681861"/>
                <a:gd name="connsiteY128" fmla="*/ 956470 h 1531399"/>
                <a:gd name="connsiteX129" fmla="*/ 1387475 w 1681861"/>
                <a:gd name="connsiteY129" fmla="*/ 1049434 h 1531399"/>
                <a:gd name="connsiteX130" fmla="*/ 1427988 w 1681861"/>
                <a:gd name="connsiteY130" fmla="*/ 943389 h 1531399"/>
                <a:gd name="connsiteX131" fmla="*/ 1371092 w 1681861"/>
                <a:gd name="connsiteY131" fmla="*/ 936404 h 1531399"/>
                <a:gd name="connsiteX132" fmla="*/ 1081532 w 1681861"/>
                <a:gd name="connsiteY132" fmla="*/ 1218471 h 1531399"/>
                <a:gd name="connsiteX133" fmla="*/ 1025652 w 1681861"/>
                <a:gd name="connsiteY133" fmla="*/ 1239172 h 1531399"/>
                <a:gd name="connsiteX134" fmla="*/ 1042035 w 1681861"/>
                <a:gd name="connsiteY134" fmla="*/ 1214534 h 1531399"/>
                <a:gd name="connsiteX135" fmla="*/ 913638 w 1681861"/>
                <a:gd name="connsiteY135" fmla="*/ 1136302 h 1531399"/>
                <a:gd name="connsiteX136" fmla="*/ 964057 w 1681861"/>
                <a:gd name="connsiteY136" fmla="*/ 1385222 h 1531399"/>
                <a:gd name="connsiteX137" fmla="*/ 1097915 w 1681861"/>
                <a:gd name="connsiteY137" fmla="*/ 1412781 h 1531399"/>
                <a:gd name="connsiteX138" fmla="*/ 1340866 w 1681861"/>
                <a:gd name="connsiteY138" fmla="*/ 1232060 h 1531399"/>
                <a:gd name="connsiteX139" fmla="*/ 1181608 w 1681861"/>
                <a:gd name="connsiteY139" fmla="*/ 1117506 h 1531399"/>
                <a:gd name="connsiteX140" fmla="*/ 1081532 w 1681861"/>
                <a:gd name="connsiteY140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560449 w 1681861"/>
                <a:gd name="connsiteY9" fmla="*/ 502699 h 1531399"/>
                <a:gd name="connsiteX10" fmla="*/ 1681861 w 1681861"/>
                <a:gd name="connsiteY10" fmla="*/ 599600 h 1531399"/>
                <a:gd name="connsiteX11" fmla="*/ 1681353 w 1681861"/>
                <a:gd name="connsiteY11" fmla="*/ 943643 h 1531399"/>
                <a:gd name="connsiteX12" fmla="*/ 1657731 w 1681861"/>
                <a:gd name="connsiteY12" fmla="*/ 1013874 h 1531399"/>
                <a:gd name="connsiteX13" fmla="*/ 1517142 w 1681861"/>
                <a:gd name="connsiteY13" fmla="*/ 1020859 h 1531399"/>
                <a:gd name="connsiteX14" fmla="*/ 1383030 w 1681861"/>
                <a:gd name="connsiteY14" fmla="*/ 1226726 h 1531399"/>
                <a:gd name="connsiteX15" fmla="*/ 1096137 w 1681861"/>
                <a:gd name="connsiteY15" fmla="*/ 1439070 h 1531399"/>
                <a:gd name="connsiteX16" fmla="*/ 969010 w 1681861"/>
                <a:gd name="connsiteY16" fmla="*/ 1417226 h 1531399"/>
                <a:gd name="connsiteX17" fmla="*/ 968375 w 1681861"/>
                <a:gd name="connsiteY17" fmla="*/ 1514000 h 1531399"/>
                <a:gd name="connsiteX18" fmla="*/ 957580 w 1681861"/>
                <a:gd name="connsiteY18" fmla="*/ 1526700 h 1531399"/>
                <a:gd name="connsiteX19" fmla="*/ 942721 w 1681861"/>
                <a:gd name="connsiteY19" fmla="*/ 1523906 h 1531399"/>
                <a:gd name="connsiteX20" fmla="*/ 940562 w 1681861"/>
                <a:gd name="connsiteY20" fmla="*/ 1420401 h 1531399"/>
                <a:gd name="connsiteX21" fmla="*/ 914908 w 1681861"/>
                <a:gd name="connsiteY21" fmla="*/ 1220630 h 1531399"/>
                <a:gd name="connsiteX22" fmla="*/ 854202 w 1681861"/>
                <a:gd name="connsiteY22" fmla="*/ 1107600 h 1531399"/>
                <a:gd name="connsiteX23" fmla="*/ 678561 w 1681861"/>
                <a:gd name="connsiteY23" fmla="*/ 1101504 h 1531399"/>
                <a:gd name="connsiteX24" fmla="*/ 448437 w 1681861"/>
                <a:gd name="connsiteY24" fmla="*/ 1083470 h 1531399"/>
                <a:gd name="connsiteX25" fmla="*/ 402209 w 1681861"/>
                <a:gd name="connsiteY25" fmla="*/ 1106330 h 1531399"/>
                <a:gd name="connsiteX26" fmla="*/ 338963 w 1681861"/>
                <a:gd name="connsiteY26" fmla="*/ 1126396 h 1531399"/>
                <a:gd name="connsiteX27" fmla="*/ 376047 w 1681861"/>
                <a:gd name="connsiteY27" fmla="*/ 1221773 h 1531399"/>
                <a:gd name="connsiteX28" fmla="*/ 342900 w 1681861"/>
                <a:gd name="connsiteY28" fmla="*/ 1353472 h 1531399"/>
                <a:gd name="connsiteX29" fmla="*/ 265811 w 1681861"/>
                <a:gd name="connsiteY29" fmla="*/ 1522128 h 1531399"/>
                <a:gd name="connsiteX30" fmla="*/ 240157 w 1681861"/>
                <a:gd name="connsiteY30" fmla="*/ 1525430 h 1531399"/>
                <a:gd name="connsiteX31" fmla="*/ 349377 w 1681861"/>
                <a:gd name="connsiteY31" fmla="*/ 1239553 h 1531399"/>
                <a:gd name="connsiteX32" fmla="*/ 311531 w 1681861"/>
                <a:gd name="connsiteY32" fmla="*/ 1137826 h 1531399"/>
                <a:gd name="connsiteX33" fmla="*/ 20955 w 1681861"/>
                <a:gd name="connsiteY33" fmla="*/ 1520858 h 1531399"/>
                <a:gd name="connsiteX34" fmla="*/ 0 w 1681861"/>
                <a:gd name="connsiteY34" fmla="*/ 1531399 h 1531399"/>
                <a:gd name="connsiteX35" fmla="*/ 133223 w 1681861"/>
                <a:gd name="connsiteY35" fmla="*/ 1265080 h 1531399"/>
                <a:gd name="connsiteX36" fmla="*/ 412369 w 1681861"/>
                <a:gd name="connsiteY36" fmla="*/ 1076104 h 1531399"/>
                <a:gd name="connsiteX37" fmla="*/ 198247 w 1681861"/>
                <a:gd name="connsiteY37" fmla="*/ 940214 h 1531399"/>
                <a:gd name="connsiteX38" fmla="*/ 101981 w 1681861"/>
                <a:gd name="connsiteY38" fmla="*/ 850298 h 1531399"/>
                <a:gd name="connsiteX39" fmla="*/ 175895 w 1681861"/>
                <a:gd name="connsiteY39" fmla="*/ 554896 h 1531399"/>
                <a:gd name="connsiteX40" fmla="*/ 379792 w 1681861"/>
                <a:gd name="connsiteY40" fmla="*/ 319338 h 1531399"/>
                <a:gd name="connsiteX41" fmla="*/ 672816 w 1681861"/>
                <a:gd name="connsiteY41" fmla="*/ 274568 h 1531399"/>
                <a:gd name="connsiteX42" fmla="*/ 972991 w 1681861"/>
                <a:gd name="connsiteY42" fmla="*/ 437128 h 1531399"/>
                <a:gd name="connsiteX43" fmla="*/ 1049655 w 1681861"/>
                <a:gd name="connsiteY43" fmla="*/ 573311 h 1531399"/>
                <a:gd name="connsiteX44" fmla="*/ 1114679 w 1681861"/>
                <a:gd name="connsiteY44" fmla="*/ 668561 h 1531399"/>
                <a:gd name="connsiteX45" fmla="*/ 1042924 w 1681861"/>
                <a:gd name="connsiteY45" fmla="*/ 898558 h 1531399"/>
                <a:gd name="connsiteX46" fmla="*/ 1025906 w 1681861"/>
                <a:gd name="connsiteY46" fmla="*/ 908464 h 1531399"/>
                <a:gd name="connsiteX47" fmla="*/ 832358 w 1681861"/>
                <a:gd name="connsiteY47" fmla="*/ 1071024 h 1531399"/>
                <a:gd name="connsiteX48" fmla="*/ 1063879 w 1681861"/>
                <a:gd name="connsiteY48" fmla="*/ 1201199 h 1531399"/>
                <a:gd name="connsiteX49" fmla="*/ 1164717 w 1681861"/>
                <a:gd name="connsiteY49" fmla="*/ 1088169 h 1531399"/>
                <a:gd name="connsiteX50" fmla="*/ 1175385 w 1681861"/>
                <a:gd name="connsiteY50" fmla="*/ 999396 h 1531399"/>
                <a:gd name="connsiteX51" fmla="*/ 1226693 w 1681861"/>
                <a:gd name="connsiteY51" fmla="*/ 946056 h 1531399"/>
                <a:gd name="connsiteX52" fmla="*/ 1282700 w 1681861"/>
                <a:gd name="connsiteY52" fmla="*/ 963455 h 1531399"/>
                <a:gd name="connsiteX53" fmla="*/ 1388745 w 1681861"/>
                <a:gd name="connsiteY53" fmla="*/ 904527 h 1531399"/>
                <a:gd name="connsiteX54" fmla="*/ 1489583 w 1681861"/>
                <a:gd name="connsiteY54" fmla="*/ 948723 h 1531399"/>
                <a:gd name="connsiteX55" fmla="*/ 1488694 w 1681861"/>
                <a:gd name="connsiteY55" fmla="*/ 653448 h 1531399"/>
                <a:gd name="connsiteX56" fmla="*/ 1326261 w 1681861"/>
                <a:gd name="connsiteY56" fmla="*/ 716059 h 1531399"/>
                <a:gd name="connsiteX57" fmla="*/ 1149604 w 1681861"/>
                <a:gd name="connsiteY57" fmla="*/ 642018 h 1531399"/>
                <a:gd name="connsiteX58" fmla="*/ 1083183 w 1681861"/>
                <a:gd name="connsiteY58" fmla="*/ 442882 h 1531399"/>
                <a:gd name="connsiteX59" fmla="*/ 1224407 w 1681861"/>
                <a:gd name="connsiteY59" fmla="*/ 256192 h 1531399"/>
                <a:gd name="connsiteX60" fmla="*/ 1224407 w 1681861"/>
                <a:gd name="connsiteY60" fmla="*/ 107094 h 1531399"/>
                <a:gd name="connsiteX61" fmla="*/ 1182497 w 1681861"/>
                <a:gd name="connsiteY61" fmla="*/ 39149 h 1531399"/>
                <a:gd name="connsiteX62" fmla="*/ 1217930 w 1681861"/>
                <a:gd name="connsiteY62" fmla="*/ 33307 h 1531399"/>
                <a:gd name="connsiteX63" fmla="*/ 1235710 w 1681861"/>
                <a:gd name="connsiteY63" fmla="*/ 80932 h 1531399"/>
                <a:gd name="connsiteX64" fmla="*/ 1415161 w 1681861"/>
                <a:gd name="connsiteY64" fmla="*/ 77122 h 1531399"/>
                <a:gd name="connsiteX65" fmla="*/ 1427353 w 1681861"/>
                <a:gd name="connsiteY65" fmla="*/ 31148 h 1531399"/>
                <a:gd name="connsiteX66" fmla="*/ 1217930 w 1681861"/>
                <a:gd name="connsiteY66" fmla="*/ 33307 h 1531399"/>
                <a:gd name="connsiteX67" fmla="*/ 1249680 w 1681861"/>
                <a:gd name="connsiteY67" fmla="*/ 103665 h 1531399"/>
                <a:gd name="connsiteX68" fmla="*/ 1249807 w 1681861"/>
                <a:gd name="connsiteY68" fmla="*/ 153703 h 1531399"/>
                <a:gd name="connsiteX69" fmla="*/ 1249934 w 1681861"/>
                <a:gd name="connsiteY69" fmla="*/ 272067 h 1531399"/>
                <a:gd name="connsiteX70" fmla="*/ 1111631 w 1681861"/>
                <a:gd name="connsiteY70" fmla="*/ 422435 h 1531399"/>
                <a:gd name="connsiteX71" fmla="*/ 1502918 w 1681861"/>
                <a:gd name="connsiteY71" fmla="*/ 423070 h 1531399"/>
                <a:gd name="connsiteX72" fmla="*/ 1498473 w 1681861"/>
                <a:gd name="connsiteY72" fmla="*/ 350299 h 1531399"/>
                <a:gd name="connsiteX73" fmla="*/ 1392301 w 1681861"/>
                <a:gd name="connsiteY73" fmla="*/ 267622 h 1531399"/>
                <a:gd name="connsiteX74" fmla="*/ 1391920 w 1681861"/>
                <a:gd name="connsiteY74" fmla="*/ 155354 h 1531399"/>
                <a:gd name="connsiteX75" fmla="*/ 1392047 w 1681861"/>
                <a:gd name="connsiteY75" fmla="*/ 104173 h 1531399"/>
                <a:gd name="connsiteX76" fmla="*/ 1249680 w 1681861"/>
                <a:gd name="connsiteY76" fmla="*/ 103665 h 1531399"/>
                <a:gd name="connsiteX77" fmla="*/ 1522730 w 1681861"/>
                <a:gd name="connsiteY77" fmla="*/ 389796 h 1531399"/>
                <a:gd name="connsiteX78" fmla="*/ 1598676 w 1681861"/>
                <a:gd name="connsiteY78" fmla="*/ 415831 h 1531399"/>
                <a:gd name="connsiteX79" fmla="*/ 1567561 w 1681861"/>
                <a:gd name="connsiteY79" fmla="*/ 335313 h 1531399"/>
                <a:gd name="connsiteX80" fmla="*/ 1522730 w 1681861"/>
                <a:gd name="connsiteY80" fmla="*/ 389796 h 1531399"/>
                <a:gd name="connsiteX81" fmla="*/ 378191 w 1681861"/>
                <a:gd name="connsiteY81" fmla="*/ 356072 h 1531399"/>
                <a:gd name="connsiteX82" fmla="*/ 198247 w 1681861"/>
                <a:gd name="connsiteY82" fmla="*/ 562643 h 1531399"/>
                <a:gd name="connsiteX83" fmla="*/ 221869 w 1681861"/>
                <a:gd name="connsiteY83" fmla="*/ 573057 h 1531399"/>
                <a:gd name="connsiteX84" fmla="*/ 262001 w 1681861"/>
                <a:gd name="connsiteY84" fmla="*/ 656242 h 1531399"/>
                <a:gd name="connsiteX85" fmla="*/ 231648 w 1681861"/>
                <a:gd name="connsiteY85" fmla="*/ 882556 h 1531399"/>
                <a:gd name="connsiteX86" fmla="*/ 196850 w 1681861"/>
                <a:gd name="connsiteY86" fmla="*/ 903384 h 1531399"/>
                <a:gd name="connsiteX87" fmla="*/ 310642 w 1681861"/>
                <a:gd name="connsiteY87" fmla="*/ 1004095 h 1531399"/>
                <a:gd name="connsiteX88" fmla="*/ 735076 w 1681861"/>
                <a:gd name="connsiteY88" fmla="*/ 1071405 h 1531399"/>
                <a:gd name="connsiteX89" fmla="*/ 985774 w 1681861"/>
                <a:gd name="connsiteY89" fmla="*/ 914433 h 1531399"/>
                <a:gd name="connsiteX90" fmla="*/ 991489 w 1681861"/>
                <a:gd name="connsiteY90" fmla="*/ 912147 h 1531399"/>
                <a:gd name="connsiteX91" fmla="*/ 941956 w 1681861"/>
                <a:gd name="connsiteY91" fmla="*/ 447656 h 1531399"/>
                <a:gd name="connsiteX92" fmla="*/ 655811 w 1681861"/>
                <a:gd name="connsiteY92" fmla="*/ 296327 h 1531399"/>
                <a:gd name="connsiteX93" fmla="*/ 372956 w 1681861"/>
                <a:gd name="connsiteY93" fmla="*/ 354815 h 1531399"/>
                <a:gd name="connsiteX94" fmla="*/ 1107186 w 1681861"/>
                <a:gd name="connsiteY94" fmla="*/ 448343 h 1531399"/>
                <a:gd name="connsiteX95" fmla="*/ 1185164 w 1681861"/>
                <a:gd name="connsiteY95" fmla="*/ 639097 h 1531399"/>
                <a:gd name="connsiteX96" fmla="*/ 1492250 w 1681861"/>
                <a:gd name="connsiteY96" fmla="*/ 602521 h 1531399"/>
                <a:gd name="connsiteX97" fmla="*/ 1445895 w 1681861"/>
                <a:gd name="connsiteY97" fmla="*/ 536354 h 1531399"/>
                <a:gd name="connsiteX98" fmla="*/ 1535049 w 1681861"/>
                <a:gd name="connsiteY98" fmla="*/ 501175 h 1531399"/>
                <a:gd name="connsiteX99" fmla="*/ 1530731 w 1681861"/>
                <a:gd name="connsiteY99" fmla="*/ 448216 h 1531399"/>
                <a:gd name="connsiteX100" fmla="*/ 1107186 w 1681861"/>
                <a:gd name="connsiteY100" fmla="*/ 448343 h 1531399"/>
                <a:gd name="connsiteX101" fmla="*/ 1482598 w 1681861"/>
                <a:gd name="connsiteY101" fmla="*/ 531020 h 1531399"/>
                <a:gd name="connsiteX102" fmla="*/ 1471930 w 1681861"/>
                <a:gd name="connsiteY102" fmla="*/ 563786 h 1531399"/>
                <a:gd name="connsiteX103" fmla="*/ 1482598 w 1681861"/>
                <a:gd name="connsiteY103" fmla="*/ 531020 h 1531399"/>
                <a:gd name="connsiteX104" fmla="*/ 161417 w 1681861"/>
                <a:gd name="connsiteY104" fmla="*/ 591599 h 1531399"/>
                <a:gd name="connsiteX105" fmla="*/ 114554 w 1681861"/>
                <a:gd name="connsiteY105" fmla="*/ 808769 h 1531399"/>
                <a:gd name="connsiteX106" fmla="*/ 182499 w 1681861"/>
                <a:gd name="connsiteY106" fmla="*/ 880270 h 1531399"/>
                <a:gd name="connsiteX107" fmla="*/ 224917 w 1681861"/>
                <a:gd name="connsiteY107" fmla="*/ 844710 h 1531399"/>
                <a:gd name="connsiteX108" fmla="*/ 224536 w 1681861"/>
                <a:gd name="connsiteY108" fmla="*/ 621698 h 1531399"/>
                <a:gd name="connsiteX109" fmla="*/ 161417 w 1681861"/>
                <a:gd name="connsiteY109" fmla="*/ 591599 h 1531399"/>
                <a:gd name="connsiteX110" fmla="*/ 1039622 w 1681861"/>
                <a:gd name="connsiteY110" fmla="*/ 587916 h 1531399"/>
                <a:gd name="connsiteX111" fmla="*/ 1037717 w 1681861"/>
                <a:gd name="connsiteY111" fmla="*/ 881540 h 1531399"/>
                <a:gd name="connsiteX112" fmla="*/ 1039622 w 1681861"/>
                <a:gd name="connsiteY112" fmla="*/ 587916 h 1531399"/>
                <a:gd name="connsiteX113" fmla="*/ 1514094 w 1681861"/>
                <a:gd name="connsiteY113" fmla="*/ 595663 h 1531399"/>
                <a:gd name="connsiteX114" fmla="*/ 1513586 w 1681861"/>
                <a:gd name="connsiteY114" fmla="*/ 683293 h 1531399"/>
                <a:gd name="connsiteX115" fmla="*/ 1513332 w 1681861"/>
                <a:gd name="connsiteY115" fmla="*/ 895637 h 1531399"/>
                <a:gd name="connsiteX116" fmla="*/ 1528953 w 1681861"/>
                <a:gd name="connsiteY116" fmla="*/ 993935 h 1531399"/>
                <a:gd name="connsiteX117" fmla="*/ 1648333 w 1681861"/>
                <a:gd name="connsiteY117" fmla="*/ 974758 h 1531399"/>
                <a:gd name="connsiteX118" fmla="*/ 1654810 w 1681861"/>
                <a:gd name="connsiteY118" fmla="*/ 822739 h 1531399"/>
                <a:gd name="connsiteX119" fmla="*/ 1655191 w 1681861"/>
                <a:gd name="connsiteY119" fmla="*/ 684055 h 1531399"/>
                <a:gd name="connsiteX120" fmla="*/ 1654683 w 1681861"/>
                <a:gd name="connsiteY120" fmla="*/ 596044 h 1531399"/>
                <a:gd name="connsiteX121" fmla="*/ 1514094 w 1681861"/>
                <a:gd name="connsiteY121" fmla="*/ 595663 h 1531399"/>
                <a:gd name="connsiteX122" fmla="*/ 1371092 w 1681861"/>
                <a:gd name="connsiteY122" fmla="*/ 936404 h 1531399"/>
                <a:gd name="connsiteX123" fmla="*/ 1249807 w 1681861"/>
                <a:gd name="connsiteY123" fmla="*/ 1048164 h 1531399"/>
                <a:gd name="connsiteX124" fmla="*/ 1261618 w 1681861"/>
                <a:gd name="connsiteY124" fmla="*/ 977806 h 1531399"/>
                <a:gd name="connsiteX125" fmla="*/ 1208151 w 1681861"/>
                <a:gd name="connsiteY125" fmla="*/ 990252 h 1531399"/>
                <a:gd name="connsiteX126" fmla="*/ 1338961 w 1681861"/>
                <a:gd name="connsiteY126" fmla="*/ 1202723 h 1531399"/>
                <a:gd name="connsiteX127" fmla="*/ 1462913 w 1681861"/>
                <a:gd name="connsiteY127" fmla="*/ 956470 h 1531399"/>
                <a:gd name="connsiteX128" fmla="*/ 1387475 w 1681861"/>
                <a:gd name="connsiteY128" fmla="*/ 1049434 h 1531399"/>
                <a:gd name="connsiteX129" fmla="*/ 1427988 w 1681861"/>
                <a:gd name="connsiteY129" fmla="*/ 943389 h 1531399"/>
                <a:gd name="connsiteX130" fmla="*/ 1371092 w 1681861"/>
                <a:gd name="connsiteY130" fmla="*/ 936404 h 1531399"/>
                <a:gd name="connsiteX131" fmla="*/ 1081532 w 1681861"/>
                <a:gd name="connsiteY131" fmla="*/ 1218471 h 1531399"/>
                <a:gd name="connsiteX132" fmla="*/ 1025652 w 1681861"/>
                <a:gd name="connsiteY132" fmla="*/ 1239172 h 1531399"/>
                <a:gd name="connsiteX133" fmla="*/ 1042035 w 1681861"/>
                <a:gd name="connsiteY133" fmla="*/ 1214534 h 1531399"/>
                <a:gd name="connsiteX134" fmla="*/ 913638 w 1681861"/>
                <a:gd name="connsiteY134" fmla="*/ 1136302 h 1531399"/>
                <a:gd name="connsiteX135" fmla="*/ 964057 w 1681861"/>
                <a:gd name="connsiteY135" fmla="*/ 1385222 h 1531399"/>
                <a:gd name="connsiteX136" fmla="*/ 1097915 w 1681861"/>
                <a:gd name="connsiteY136" fmla="*/ 1412781 h 1531399"/>
                <a:gd name="connsiteX137" fmla="*/ 1340866 w 1681861"/>
                <a:gd name="connsiteY137" fmla="*/ 1232060 h 1531399"/>
                <a:gd name="connsiteX138" fmla="*/ 1181608 w 1681861"/>
                <a:gd name="connsiteY138" fmla="*/ 1117506 h 1531399"/>
                <a:gd name="connsiteX139" fmla="*/ 1081532 w 1681861"/>
                <a:gd name="connsiteY139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445895 w 1681861"/>
                <a:gd name="connsiteY96" fmla="*/ 536354 h 1531399"/>
                <a:gd name="connsiteX97" fmla="*/ 1535049 w 1681861"/>
                <a:gd name="connsiteY97" fmla="*/ 501175 h 1531399"/>
                <a:gd name="connsiteX98" fmla="*/ 1530731 w 1681861"/>
                <a:gd name="connsiteY98" fmla="*/ 448216 h 1531399"/>
                <a:gd name="connsiteX99" fmla="*/ 1107186 w 1681861"/>
                <a:gd name="connsiteY99" fmla="*/ 448343 h 1531399"/>
                <a:gd name="connsiteX100" fmla="*/ 1482598 w 1681861"/>
                <a:gd name="connsiteY100" fmla="*/ 531020 h 1531399"/>
                <a:gd name="connsiteX101" fmla="*/ 1471930 w 1681861"/>
                <a:gd name="connsiteY101" fmla="*/ 563786 h 1531399"/>
                <a:gd name="connsiteX102" fmla="*/ 1482598 w 1681861"/>
                <a:gd name="connsiteY102" fmla="*/ 531020 h 1531399"/>
                <a:gd name="connsiteX103" fmla="*/ 161417 w 1681861"/>
                <a:gd name="connsiteY103" fmla="*/ 591599 h 1531399"/>
                <a:gd name="connsiteX104" fmla="*/ 114554 w 1681861"/>
                <a:gd name="connsiteY104" fmla="*/ 808769 h 1531399"/>
                <a:gd name="connsiteX105" fmla="*/ 182499 w 1681861"/>
                <a:gd name="connsiteY105" fmla="*/ 880270 h 1531399"/>
                <a:gd name="connsiteX106" fmla="*/ 224917 w 1681861"/>
                <a:gd name="connsiteY106" fmla="*/ 844710 h 1531399"/>
                <a:gd name="connsiteX107" fmla="*/ 224536 w 1681861"/>
                <a:gd name="connsiteY107" fmla="*/ 621698 h 1531399"/>
                <a:gd name="connsiteX108" fmla="*/ 161417 w 1681861"/>
                <a:gd name="connsiteY108" fmla="*/ 591599 h 1531399"/>
                <a:gd name="connsiteX109" fmla="*/ 1039622 w 1681861"/>
                <a:gd name="connsiteY109" fmla="*/ 587916 h 1531399"/>
                <a:gd name="connsiteX110" fmla="*/ 1037717 w 1681861"/>
                <a:gd name="connsiteY110" fmla="*/ 881540 h 1531399"/>
                <a:gd name="connsiteX111" fmla="*/ 1039622 w 1681861"/>
                <a:gd name="connsiteY111" fmla="*/ 587916 h 1531399"/>
                <a:gd name="connsiteX112" fmla="*/ 1514094 w 1681861"/>
                <a:gd name="connsiteY112" fmla="*/ 595663 h 1531399"/>
                <a:gd name="connsiteX113" fmla="*/ 1513586 w 1681861"/>
                <a:gd name="connsiteY113" fmla="*/ 683293 h 1531399"/>
                <a:gd name="connsiteX114" fmla="*/ 1513332 w 1681861"/>
                <a:gd name="connsiteY114" fmla="*/ 895637 h 1531399"/>
                <a:gd name="connsiteX115" fmla="*/ 1528953 w 1681861"/>
                <a:gd name="connsiteY115" fmla="*/ 993935 h 1531399"/>
                <a:gd name="connsiteX116" fmla="*/ 1648333 w 1681861"/>
                <a:gd name="connsiteY116" fmla="*/ 974758 h 1531399"/>
                <a:gd name="connsiteX117" fmla="*/ 1654810 w 1681861"/>
                <a:gd name="connsiteY117" fmla="*/ 822739 h 1531399"/>
                <a:gd name="connsiteX118" fmla="*/ 1655191 w 1681861"/>
                <a:gd name="connsiteY118" fmla="*/ 684055 h 1531399"/>
                <a:gd name="connsiteX119" fmla="*/ 1654683 w 1681861"/>
                <a:gd name="connsiteY119" fmla="*/ 596044 h 1531399"/>
                <a:gd name="connsiteX120" fmla="*/ 1514094 w 1681861"/>
                <a:gd name="connsiteY120" fmla="*/ 595663 h 1531399"/>
                <a:gd name="connsiteX121" fmla="*/ 1371092 w 1681861"/>
                <a:gd name="connsiteY121" fmla="*/ 936404 h 1531399"/>
                <a:gd name="connsiteX122" fmla="*/ 1249807 w 1681861"/>
                <a:gd name="connsiteY122" fmla="*/ 1048164 h 1531399"/>
                <a:gd name="connsiteX123" fmla="*/ 1261618 w 1681861"/>
                <a:gd name="connsiteY123" fmla="*/ 977806 h 1531399"/>
                <a:gd name="connsiteX124" fmla="*/ 1208151 w 1681861"/>
                <a:gd name="connsiteY124" fmla="*/ 990252 h 1531399"/>
                <a:gd name="connsiteX125" fmla="*/ 1338961 w 1681861"/>
                <a:gd name="connsiteY125" fmla="*/ 1202723 h 1531399"/>
                <a:gd name="connsiteX126" fmla="*/ 1462913 w 1681861"/>
                <a:gd name="connsiteY126" fmla="*/ 956470 h 1531399"/>
                <a:gd name="connsiteX127" fmla="*/ 1387475 w 1681861"/>
                <a:gd name="connsiteY127" fmla="*/ 1049434 h 1531399"/>
                <a:gd name="connsiteX128" fmla="*/ 1427988 w 1681861"/>
                <a:gd name="connsiteY128" fmla="*/ 943389 h 1531399"/>
                <a:gd name="connsiteX129" fmla="*/ 1371092 w 1681861"/>
                <a:gd name="connsiteY129" fmla="*/ 936404 h 1531399"/>
                <a:gd name="connsiteX130" fmla="*/ 1081532 w 1681861"/>
                <a:gd name="connsiteY130" fmla="*/ 1218471 h 1531399"/>
                <a:gd name="connsiteX131" fmla="*/ 1025652 w 1681861"/>
                <a:gd name="connsiteY131" fmla="*/ 1239172 h 1531399"/>
                <a:gd name="connsiteX132" fmla="*/ 1042035 w 1681861"/>
                <a:gd name="connsiteY132" fmla="*/ 1214534 h 1531399"/>
                <a:gd name="connsiteX133" fmla="*/ 913638 w 1681861"/>
                <a:gd name="connsiteY133" fmla="*/ 1136302 h 1531399"/>
                <a:gd name="connsiteX134" fmla="*/ 964057 w 1681861"/>
                <a:gd name="connsiteY134" fmla="*/ 1385222 h 1531399"/>
                <a:gd name="connsiteX135" fmla="*/ 1097915 w 1681861"/>
                <a:gd name="connsiteY135" fmla="*/ 1412781 h 1531399"/>
                <a:gd name="connsiteX136" fmla="*/ 1340866 w 1681861"/>
                <a:gd name="connsiteY136" fmla="*/ 1232060 h 1531399"/>
                <a:gd name="connsiteX137" fmla="*/ 1181608 w 1681861"/>
                <a:gd name="connsiteY137" fmla="*/ 1117506 h 1531399"/>
                <a:gd name="connsiteX138" fmla="*/ 1081532 w 1681861"/>
                <a:gd name="connsiteY138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445895 w 1681861"/>
                <a:gd name="connsiteY96" fmla="*/ 536354 h 1531399"/>
                <a:gd name="connsiteX97" fmla="*/ 1530731 w 1681861"/>
                <a:gd name="connsiteY97" fmla="*/ 448216 h 1531399"/>
                <a:gd name="connsiteX98" fmla="*/ 1107186 w 1681861"/>
                <a:gd name="connsiteY98" fmla="*/ 448343 h 1531399"/>
                <a:gd name="connsiteX99" fmla="*/ 1482598 w 1681861"/>
                <a:gd name="connsiteY99" fmla="*/ 531020 h 1531399"/>
                <a:gd name="connsiteX100" fmla="*/ 1471930 w 1681861"/>
                <a:gd name="connsiteY100" fmla="*/ 563786 h 1531399"/>
                <a:gd name="connsiteX101" fmla="*/ 1482598 w 1681861"/>
                <a:gd name="connsiteY101" fmla="*/ 531020 h 1531399"/>
                <a:gd name="connsiteX102" fmla="*/ 161417 w 1681861"/>
                <a:gd name="connsiteY102" fmla="*/ 591599 h 1531399"/>
                <a:gd name="connsiteX103" fmla="*/ 114554 w 1681861"/>
                <a:gd name="connsiteY103" fmla="*/ 808769 h 1531399"/>
                <a:gd name="connsiteX104" fmla="*/ 182499 w 1681861"/>
                <a:gd name="connsiteY104" fmla="*/ 880270 h 1531399"/>
                <a:gd name="connsiteX105" fmla="*/ 224917 w 1681861"/>
                <a:gd name="connsiteY105" fmla="*/ 844710 h 1531399"/>
                <a:gd name="connsiteX106" fmla="*/ 224536 w 1681861"/>
                <a:gd name="connsiteY106" fmla="*/ 621698 h 1531399"/>
                <a:gd name="connsiteX107" fmla="*/ 161417 w 1681861"/>
                <a:gd name="connsiteY107" fmla="*/ 591599 h 1531399"/>
                <a:gd name="connsiteX108" fmla="*/ 1039622 w 1681861"/>
                <a:gd name="connsiteY108" fmla="*/ 587916 h 1531399"/>
                <a:gd name="connsiteX109" fmla="*/ 1037717 w 1681861"/>
                <a:gd name="connsiteY109" fmla="*/ 881540 h 1531399"/>
                <a:gd name="connsiteX110" fmla="*/ 1039622 w 1681861"/>
                <a:gd name="connsiteY110" fmla="*/ 587916 h 1531399"/>
                <a:gd name="connsiteX111" fmla="*/ 1514094 w 1681861"/>
                <a:gd name="connsiteY111" fmla="*/ 595663 h 1531399"/>
                <a:gd name="connsiteX112" fmla="*/ 1513586 w 1681861"/>
                <a:gd name="connsiteY112" fmla="*/ 683293 h 1531399"/>
                <a:gd name="connsiteX113" fmla="*/ 1513332 w 1681861"/>
                <a:gd name="connsiteY113" fmla="*/ 895637 h 1531399"/>
                <a:gd name="connsiteX114" fmla="*/ 1528953 w 1681861"/>
                <a:gd name="connsiteY114" fmla="*/ 993935 h 1531399"/>
                <a:gd name="connsiteX115" fmla="*/ 1648333 w 1681861"/>
                <a:gd name="connsiteY115" fmla="*/ 974758 h 1531399"/>
                <a:gd name="connsiteX116" fmla="*/ 1654810 w 1681861"/>
                <a:gd name="connsiteY116" fmla="*/ 822739 h 1531399"/>
                <a:gd name="connsiteX117" fmla="*/ 1655191 w 1681861"/>
                <a:gd name="connsiteY117" fmla="*/ 684055 h 1531399"/>
                <a:gd name="connsiteX118" fmla="*/ 1654683 w 1681861"/>
                <a:gd name="connsiteY118" fmla="*/ 596044 h 1531399"/>
                <a:gd name="connsiteX119" fmla="*/ 1514094 w 1681861"/>
                <a:gd name="connsiteY119" fmla="*/ 595663 h 1531399"/>
                <a:gd name="connsiteX120" fmla="*/ 1371092 w 1681861"/>
                <a:gd name="connsiteY120" fmla="*/ 936404 h 1531399"/>
                <a:gd name="connsiteX121" fmla="*/ 1249807 w 1681861"/>
                <a:gd name="connsiteY121" fmla="*/ 1048164 h 1531399"/>
                <a:gd name="connsiteX122" fmla="*/ 1261618 w 1681861"/>
                <a:gd name="connsiteY122" fmla="*/ 977806 h 1531399"/>
                <a:gd name="connsiteX123" fmla="*/ 1208151 w 1681861"/>
                <a:gd name="connsiteY123" fmla="*/ 990252 h 1531399"/>
                <a:gd name="connsiteX124" fmla="*/ 1338961 w 1681861"/>
                <a:gd name="connsiteY124" fmla="*/ 1202723 h 1531399"/>
                <a:gd name="connsiteX125" fmla="*/ 1462913 w 1681861"/>
                <a:gd name="connsiteY125" fmla="*/ 956470 h 1531399"/>
                <a:gd name="connsiteX126" fmla="*/ 1387475 w 1681861"/>
                <a:gd name="connsiteY126" fmla="*/ 1049434 h 1531399"/>
                <a:gd name="connsiteX127" fmla="*/ 1427988 w 1681861"/>
                <a:gd name="connsiteY127" fmla="*/ 943389 h 1531399"/>
                <a:gd name="connsiteX128" fmla="*/ 1371092 w 1681861"/>
                <a:gd name="connsiteY128" fmla="*/ 936404 h 1531399"/>
                <a:gd name="connsiteX129" fmla="*/ 1081532 w 1681861"/>
                <a:gd name="connsiteY129" fmla="*/ 1218471 h 1531399"/>
                <a:gd name="connsiteX130" fmla="*/ 1025652 w 1681861"/>
                <a:gd name="connsiteY130" fmla="*/ 1239172 h 1531399"/>
                <a:gd name="connsiteX131" fmla="*/ 1042035 w 1681861"/>
                <a:gd name="connsiteY131" fmla="*/ 1214534 h 1531399"/>
                <a:gd name="connsiteX132" fmla="*/ 913638 w 1681861"/>
                <a:gd name="connsiteY132" fmla="*/ 1136302 h 1531399"/>
                <a:gd name="connsiteX133" fmla="*/ 964057 w 1681861"/>
                <a:gd name="connsiteY133" fmla="*/ 1385222 h 1531399"/>
                <a:gd name="connsiteX134" fmla="*/ 1097915 w 1681861"/>
                <a:gd name="connsiteY134" fmla="*/ 1412781 h 1531399"/>
                <a:gd name="connsiteX135" fmla="*/ 1340866 w 1681861"/>
                <a:gd name="connsiteY135" fmla="*/ 1232060 h 1531399"/>
                <a:gd name="connsiteX136" fmla="*/ 1181608 w 1681861"/>
                <a:gd name="connsiteY136" fmla="*/ 1117506 h 1531399"/>
                <a:gd name="connsiteX137" fmla="*/ 1081532 w 1681861"/>
                <a:gd name="connsiteY137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445895 w 1681861"/>
                <a:gd name="connsiteY96" fmla="*/ 536354 h 1531399"/>
                <a:gd name="connsiteX97" fmla="*/ 1530731 w 1681861"/>
                <a:gd name="connsiteY97" fmla="*/ 448216 h 1531399"/>
                <a:gd name="connsiteX98" fmla="*/ 1107186 w 1681861"/>
                <a:gd name="connsiteY98" fmla="*/ 448343 h 1531399"/>
                <a:gd name="connsiteX99" fmla="*/ 1482598 w 1681861"/>
                <a:gd name="connsiteY99" fmla="*/ 531020 h 1531399"/>
                <a:gd name="connsiteX100" fmla="*/ 1471930 w 1681861"/>
                <a:gd name="connsiteY100" fmla="*/ 563786 h 1531399"/>
                <a:gd name="connsiteX101" fmla="*/ 161417 w 1681861"/>
                <a:gd name="connsiteY101" fmla="*/ 591599 h 1531399"/>
                <a:gd name="connsiteX102" fmla="*/ 114554 w 1681861"/>
                <a:gd name="connsiteY102" fmla="*/ 808769 h 1531399"/>
                <a:gd name="connsiteX103" fmla="*/ 182499 w 1681861"/>
                <a:gd name="connsiteY103" fmla="*/ 880270 h 1531399"/>
                <a:gd name="connsiteX104" fmla="*/ 224917 w 1681861"/>
                <a:gd name="connsiteY104" fmla="*/ 844710 h 1531399"/>
                <a:gd name="connsiteX105" fmla="*/ 224536 w 1681861"/>
                <a:gd name="connsiteY105" fmla="*/ 621698 h 1531399"/>
                <a:gd name="connsiteX106" fmla="*/ 161417 w 1681861"/>
                <a:gd name="connsiteY106" fmla="*/ 591599 h 1531399"/>
                <a:gd name="connsiteX107" fmla="*/ 1039622 w 1681861"/>
                <a:gd name="connsiteY107" fmla="*/ 587916 h 1531399"/>
                <a:gd name="connsiteX108" fmla="*/ 1037717 w 1681861"/>
                <a:gd name="connsiteY108" fmla="*/ 881540 h 1531399"/>
                <a:gd name="connsiteX109" fmla="*/ 1039622 w 1681861"/>
                <a:gd name="connsiteY109" fmla="*/ 587916 h 1531399"/>
                <a:gd name="connsiteX110" fmla="*/ 1514094 w 1681861"/>
                <a:gd name="connsiteY110" fmla="*/ 595663 h 1531399"/>
                <a:gd name="connsiteX111" fmla="*/ 1513586 w 1681861"/>
                <a:gd name="connsiteY111" fmla="*/ 683293 h 1531399"/>
                <a:gd name="connsiteX112" fmla="*/ 1513332 w 1681861"/>
                <a:gd name="connsiteY112" fmla="*/ 895637 h 1531399"/>
                <a:gd name="connsiteX113" fmla="*/ 1528953 w 1681861"/>
                <a:gd name="connsiteY113" fmla="*/ 993935 h 1531399"/>
                <a:gd name="connsiteX114" fmla="*/ 1648333 w 1681861"/>
                <a:gd name="connsiteY114" fmla="*/ 974758 h 1531399"/>
                <a:gd name="connsiteX115" fmla="*/ 1654810 w 1681861"/>
                <a:gd name="connsiteY115" fmla="*/ 822739 h 1531399"/>
                <a:gd name="connsiteX116" fmla="*/ 1655191 w 1681861"/>
                <a:gd name="connsiteY116" fmla="*/ 684055 h 1531399"/>
                <a:gd name="connsiteX117" fmla="*/ 1654683 w 1681861"/>
                <a:gd name="connsiteY117" fmla="*/ 596044 h 1531399"/>
                <a:gd name="connsiteX118" fmla="*/ 1514094 w 1681861"/>
                <a:gd name="connsiteY118" fmla="*/ 595663 h 1531399"/>
                <a:gd name="connsiteX119" fmla="*/ 1371092 w 1681861"/>
                <a:gd name="connsiteY119" fmla="*/ 936404 h 1531399"/>
                <a:gd name="connsiteX120" fmla="*/ 1249807 w 1681861"/>
                <a:gd name="connsiteY120" fmla="*/ 1048164 h 1531399"/>
                <a:gd name="connsiteX121" fmla="*/ 1261618 w 1681861"/>
                <a:gd name="connsiteY121" fmla="*/ 977806 h 1531399"/>
                <a:gd name="connsiteX122" fmla="*/ 1208151 w 1681861"/>
                <a:gd name="connsiteY122" fmla="*/ 990252 h 1531399"/>
                <a:gd name="connsiteX123" fmla="*/ 1338961 w 1681861"/>
                <a:gd name="connsiteY123" fmla="*/ 1202723 h 1531399"/>
                <a:gd name="connsiteX124" fmla="*/ 1462913 w 1681861"/>
                <a:gd name="connsiteY124" fmla="*/ 956470 h 1531399"/>
                <a:gd name="connsiteX125" fmla="*/ 1387475 w 1681861"/>
                <a:gd name="connsiteY125" fmla="*/ 1049434 h 1531399"/>
                <a:gd name="connsiteX126" fmla="*/ 1427988 w 1681861"/>
                <a:gd name="connsiteY126" fmla="*/ 943389 h 1531399"/>
                <a:gd name="connsiteX127" fmla="*/ 1371092 w 1681861"/>
                <a:gd name="connsiteY127" fmla="*/ 936404 h 1531399"/>
                <a:gd name="connsiteX128" fmla="*/ 1081532 w 1681861"/>
                <a:gd name="connsiteY128" fmla="*/ 1218471 h 1531399"/>
                <a:gd name="connsiteX129" fmla="*/ 1025652 w 1681861"/>
                <a:gd name="connsiteY129" fmla="*/ 1239172 h 1531399"/>
                <a:gd name="connsiteX130" fmla="*/ 1042035 w 1681861"/>
                <a:gd name="connsiteY130" fmla="*/ 1214534 h 1531399"/>
                <a:gd name="connsiteX131" fmla="*/ 913638 w 1681861"/>
                <a:gd name="connsiteY131" fmla="*/ 1136302 h 1531399"/>
                <a:gd name="connsiteX132" fmla="*/ 964057 w 1681861"/>
                <a:gd name="connsiteY132" fmla="*/ 1385222 h 1531399"/>
                <a:gd name="connsiteX133" fmla="*/ 1097915 w 1681861"/>
                <a:gd name="connsiteY133" fmla="*/ 1412781 h 1531399"/>
                <a:gd name="connsiteX134" fmla="*/ 1340866 w 1681861"/>
                <a:gd name="connsiteY134" fmla="*/ 1232060 h 1531399"/>
                <a:gd name="connsiteX135" fmla="*/ 1181608 w 1681861"/>
                <a:gd name="connsiteY135" fmla="*/ 1117506 h 1531399"/>
                <a:gd name="connsiteX136" fmla="*/ 1081532 w 1681861"/>
                <a:gd name="connsiteY136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530731 w 1681861"/>
                <a:gd name="connsiteY96" fmla="*/ 448216 h 1531399"/>
                <a:gd name="connsiteX97" fmla="*/ 1107186 w 1681861"/>
                <a:gd name="connsiteY97" fmla="*/ 448343 h 1531399"/>
                <a:gd name="connsiteX98" fmla="*/ 1482598 w 1681861"/>
                <a:gd name="connsiteY98" fmla="*/ 531020 h 1531399"/>
                <a:gd name="connsiteX99" fmla="*/ 1471930 w 1681861"/>
                <a:gd name="connsiteY99" fmla="*/ 563786 h 1531399"/>
                <a:gd name="connsiteX100" fmla="*/ 161417 w 1681861"/>
                <a:gd name="connsiteY100" fmla="*/ 591599 h 1531399"/>
                <a:gd name="connsiteX101" fmla="*/ 114554 w 1681861"/>
                <a:gd name="connsiteY101" fmla="*/ 808769 h 1531399"/>
                <a:gd name="connsiteX102" fmla="*/ 182499 w 1681861"/>
                <a:gd name="connsiteY102" fmla="*/ 880270 h 1531399"/>
                <a:gd name="connsiteX103" fmla="*/ 224917 w 1681861"/>
                <a:gd name="connsiteY103" fmla="*/ 844710 h 1531399"/>
                <a:gd name="connsiteX104" fmla="*/ 224536 w 1681861"/>
                <a:gd name="connsiteY104" fmla="*/ 621698 h 1531399"/>
                <a:gd name="connsiteX105" fmla="*/ 161417 w 1681861"/>
                <a:gd name="connsiteY105" fmla="*/ 591599 h 1531399"/>
                <a:gd name="connsiteX106" fmla="*/ 1039622 w 1681861"/>
                <a:gd name="connsiteY106" fmla="*/ 587916 h 1531399"/>
                <a:gd name="connsiteX107" fmla="*/ 1037717 w 1681861"/>
                <a:gd name="connsiteY107" fmla="*/ 881540 h 1531399"/>
                <a:gd name="connsiteX108" fmla="*/ 1039622 w 1681861"/>
                <a:gd name="connsiteY108" fmla="*/ 587916 h 1531399"/>
                <a:gd name="connsiteX109" fmla="*/ 1514094 w 1681861"/>
                <a:gd name="connsiteY109" fmla="*/ 595663 h 1531399"/>
                <a:gd name="connsiteX110" fmla="*/ 1513586 w 1681861"/>
                <a:gd name="connsiteY110" fmla="*/ 683293 h 1531399"/>
                <a:gd name="connsiteX111" fmla="*/ 1513332 w 1681861"/>
                <a:gd name="connsiteY111" fmla="*/ 895637 h 1531399"/>
                <a:gd name="connsiteX112" fmla="*/ 1528953 w 1681861"/>
                <a:gd name="connsiteY112" fmla="*/ 993935 h 1531399"/>
                <a:gd name="connsiteX113" fmla="*/ 1648333 w 1681861"/>
                <a:gd name="connsiteY113" fmla="*/ 974758 h 1531399"/>
                <a:gd name="connsiteX114" fmla="*/ 1654810 w 1681861"/>
                <a:gd name="connsiteY114" fmla="*/ 822739 h 1531399"/>
                <a:gd name="connsiteX115" fmla="*/ 1655191 w 1681861"/>
                <a:gd name="connsiteY115" fmla="*/ 684055 h 1531399"/>
                <a:gd name="connsiteX116" fmla="*/ 1654683 w 1681861"/>
                <a:gd name="connsiteY116" fmla="*/ 596044 h 1531399"/>
                <a:gd name="connsiteX117" fmla="*/ 1514094 w 1681861"/>
                <a:gd name="connsiteY117" fmla="*/ 595663 h 1531399"/>
                <a:gd name="connsiteX118" fmla="*/ 1371092 w 1681861"/>
                <a:gd name="connsiteY118" fmla="*/ 936404 h 1531399"/>
                <a:gd name="connsiteX119" fmla="*/ 1249807 w 1681861"/>
                <a:gd name="connsiteY119" fmla="*/ 1048164 h 1531399"/>
                <a:gd name="connsiteX120" fmla="*/ 1261618 w 1681861"/>
                <a:gd name="connsiteY120" fmla="*/ 977806 h 1531399"/>
                <a:gd name="connsiteX121" fmla="*/ 1208151 w 1681861"/>
                <a:gd name="connsiteY121" fmla="*/ 990252 h 1531399"/>
                <a:gd name="connsiteX122" fmla="*/ 1338961 w 1681861"/>
                <a:gd name="connsiteY122" fmla="*/ 1202723 h 1531399"/>
                <a:gd name="connsiteX123" fmla="*/ 1462913 w 1681861"/>
                <a:gd name="connsiteY123" fmla="*/ 956470 h 1531399"/>
                <a:gd name="connsiteX124" fmla="*/ 1387475 w 1681861"/>
                <a:gd name="connsiteY124" fmla="*/ 1049434 h 1531399"/>
                <a:gd name="connsiteX125" fmla="*/ 1427988 w 1681861"/>
                <a:gd name="connsiteY125" fmla="*/ 943389 h 1531399"/>
                <a:gd name="connsiteX126" fmla="*/ 1371092 w 1681861"/>
                <a:gd name="connsiteY126" fmla="*/ 936404 h 1531399"/>
                <a:gd name="connsiteX127" fmla="*/ 1081532 w 1681861"/>
                <a:gd name="connsiteY127" fmla="*/ 1218471 h 1531399"/>
                <a:gd name="connsiteX128" fmla="*/ 1025652 w 1681861"/>
                <a:gd name="connsiteY128" fmla="*/ 1239172 h 1531399"/>
                <a:gd name="connsiteX129" fmla="*/ 1042035 w 1681861"/>
                <a:gd name="connsiteY129" fmla="*/ 1214534 h 1531399"/>
                <a:gd name="connsiteX130" fmla="*/ 913638 w 1681861"/>
                <a:gd name="connsiteY130" fmla="*/ 1136302 h 1531399"/>
                <a:gd name="connsiteX131" fmla="*/ 964057 w 1681861"/>
                <a:gd name="connsiteY131" fmla="*/ 1385222 h 1531399"/>
                <a:gd name="connsiteX132" fmla="*/ 1097915 w 1681861"/>
                <a:gd name="connsiteY132" fmla="*/ 1412781 h 1531399"/>
                <a:gd name="connsiteX133" fmla="*/ 1340866 w 1681861"/>
                <a:gd name="connsiteY133" fmla="*/ 1232060 h 1531399"/>
                <a:gd name="connsiteX134" fmla="*/ 1181608 w 1681861"/>
                <a:gd name="connsiteY134" fmla="*/ 1117506 h 1531399"/>
                <a:gd name="connsiteX135" fmla="*/ 1081532 w 1681861"/>
                <a:gd name="connsiteY135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530731 w 1681861"/>
                <a:gd name="connsiteY96" fmla="*/ 448216 h 1531399"/>
                <a:gd name="connsiteX97" fmla="*/ 1107186 w 1681861"/>
                <a:gd name="connsiteY97" fmla="*/ 448343 h 1531399"/>
                <a:gd name="connsiteX98" fmla="*/ 161417 w 1681861"/>
                <a:gd name="connsiteY98" fmla="*/ 591599 h 1531399"/>
                <a:gd name="connsiteX99" fmla="*/ 114554 w 1681861"/>
                <a:gd name="connsiteY99" fmla="*/ 808769 h 1531399"/>
                <a:gd name="connsiteX100" fmla="*/ 182499 w 1681861"/>
                <a:gd name="connsiteY100" fmla="*/ 880270 h 1531399"/>
                <a:gd name="connsiteX101" fmla="*/ 224917 w 1681861"/>
                <a:gd name="connsiteY101" fmla="*/ 844710 h 1531399"/>
                <a:gd name="connsiteX102" fmla="*/ 224536 w 1681861"/>
                <a:gd name="connsiteY102" fmla="*/ 621698 h 1531399"/>
                <a:gd name="connsiteX103" fmla="*/ 161417 w 1681861"/>
                <a:gd name="connsiteY103" fmla="*/ 591599 h 1531399"/>
                <a:gd name="connsiteX104" fmla="*/ 1039622 w 1681861"/>
                <a:gd name="connsiteY104" fmla="*/ 587916 h 1531399"/>
                <a:gd name="connsiteX105" fmla="*/ 1037717 w 1681861"/>
                <a:gd name="connsiteY105" fmla="*/ 881540 h 1531399"/>
                <a:gd name="connsiteX106" fmla="*/ 1039622 w 1681861"/>
                <a:gd name="connsiteY106" fmla="*/ 587916 h 1531399"/>
                <a:gd name="connsiteX107" fmla="*/ 1514094 w 1681861"/>
                <a:gd name="connsiteY107" fmla="*/ 595663 h 1531399"/>
                <a:gd name="connsiteX108" fmla="*/ 1513586 w 1681861"/>
                <a:gd name="connsiteY108" fmla="*/ 683293 h 1531399"/>
                <a:gd name="connsiteX109" fmla="*/ 1513332 w 1681861"/>
                <a:gd name="connsiteY109" fmla="*/ 895637 h 1531399"/>
                <a:gd name="connsiteX110" fmla="*/ 1528953 w 1681861"/>
                <a:gd name="connsiteY110" fmla="*/ 993935 h 1531399"/>
                <a:gd name="connsiteX111" fmla="*/ 1648333 w 1681861"/>
                <a:gd name="connsiteY111" fmla="*/ 974758 h 1531399"/>
                <a:gd name="connsiteX112" fmla="*/ 1654810 w 1681861"/>
                <a:gd name="connsiteY112" fmla="*/ 822739 h 1531399"/>
                <a:gd name="connsiteX113" fmla="*/ 1655191 w 1681861"/>
                <a:gd name="connsiteY113" fmla="*/ 684055 h 1531399"/>
                <a:gd name="connsiteX114" fmla="*/ 1654683 w 1681861"/>
                <a:gd name="connsiteY114" fmla="*/ 596044 h 1531399"/>
                <a:gd name="connsiteX115" fmla="*/ 1514094 w 1681861"/>
                <a:gd name="connsiteY115" fmla="*/ 595663 h 1531399"/>
                <a:gd name="connsiteX116" fmla="*/ 1371092 w 1681861"/>
                <a:gd name="connsiteY116" fmla="*/ 936404 h 1531399"/>
                <a:gd name="connsiteX117" fmla="*/ 1249807 w 1681861"/>
                <a:gd name="connsiteY117" fmla="*/ 1048164 h 1531399"/>
                <a:gd name="connsiteX118" fmla="*/ 1261618 w 1681861"/>
                <a:gd name="connsiteY118" fmla="*/ 977806 h 1531399"/>
                <a:gd name="connsiteX119" fmla="*/ 1208151 w 1681861"/>
                <a:gd name="connsiteY119" fmla="*/ 990252 h 1531399"/>
                <a:gd name="connsiteX120" fmla="*/ 1338961 w 1681861"/>
                <a:gd name="connsiteY120" fmla="*/ 1202723 h 1531399"/>
                <a:gd name="connsiteX121" fmla="*/ 1462913 w 1681861"/>
                <a:gd name="connsiteY121" fmla="*/ 956470 h 1531399"/>
                <a:gd name="connsiteX122" fmla="*/ 1387475 w 1681861"/>
                <a:gd name="connsiteY122" fmla="*/ 1049434 h 1531399"/>
                <a:gd name="connsiteX123" fmla="*/ 1427988 w 1681861"/>
                <a:gd name="connsiteY123" fmla="*/ 943389 h 1531399"/>
                <a:gd name="connsiteX124" fmla="*/ 1371092 w 1681861"/>
                <a:gd name="connsiteY124" fmla="*/ 936404 h 1531399"/>
                <a:gd name="connsiteX125" fmla="*/ 1081532 w 1681861"/>
                <a:gd name="connsiteY125" fmla="*/ 1218471 h 1531399"/>
                <a:gd name="connsiteX126" fmla="*/ 1025652 w 1681861"/>
                <a:gd name="connsiteY126" fmla="*/ 1239172 h 1531399"/>
                <a:gd name="connsiteX127" fmla="*/ 1042035 w 1681861"/>
                <a:gd name="connsiteY127" fmla="*/ 1214534 h 1531399"/>
                <a:gd name="connsiteX128" fmla="*/ 913638 w 1681861"/>
                <a:gd name="connsiteY128" fmla="*/ 1136302 h 1531399"/>
                <a:gd name="connsiteX129" fmla="*/ 964057 w 1681861"/>
                <a:gd name="connsiteY129" fmla="*/ 1385222 h 1531399"/>
                <a:gd name="connsiteX130" fmla="*/ 1097915 w 1681861"/>
                <a:gd name="connsiteY130" fmla="*/ 1412781 h 1531399"/>
                <a:gd name="connsiteX131" fmla="*/ 1340866 w 1681861"/>
                <a:gd name="connsiteY131" fmla="*/ 1232060 h 1531399"/>
                <a:gd name="connsiteX132" fmla="*/ 1181608 w 1681861"/>
                <a:gd name="connsiteY132" fmla="*/ 1117506 h 1531399"/>
                <a:gd name="connsiteX133" fmla="*/ 1081532 w 1681861"/>
                <a:gd name="connsiteY133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67561 w 1681861"/>
                <a:gd name="connsiteY77" fmla="*/ 335313 h 1531399"/>
                <a:gd name="connsiteX78" fmla="*/ 1522730 w 1681861"/>
                <a:gd name="connsiteY78" fmla="*/ 389796 h 1531399"/>
                <a:gd name="connsiteX79" fmla="*/ 378191 w 1681861"/>
                <a:gd name="connsiteY79" fmla="*/ 356072 h 1531399"/>
                <a:gd name="connsiteX80" fmla="*/ 198247 w 1681861"/>
                <a:gd name="connsiteY80" fmla="*/ 562643 h 1531399"/>
                <a:gd name="connsiteX81" fmla="*/ 221869 w 1681861"/>
                <a:gd name="connsiteY81" fmla="*/ 573057 h 1531399"/>
                <a:gd name="connsiteX82" fmla="*/ 262001 w 1681861"/>
                <a:gd name="connsiteY82" fmla="*/ 656242 h 1531399"/>
                <a:gd name="connsiteX83" fmla="*/ 231648 w 1681861"/>
                <a:gd name="connsiteY83" fmla="*/ 882556 h 1531399"/>
                <a:gd name="connsiteX84" fmla="*/ 196850 w 1681861"/>
                <a:gd name="connsiteY84" fmla="*/ 903384 h 1531399"/>
                <a:gd name="connsiteX85" fmla="*/ 310642 w 1681861"/>
                <a:gd name="connsiteY85" fmla="*/ 1004095 h 1531399"/>
                <a:gd name="connsiteX86" fmla="*/ 735076 w 1681861"/>
                <a:gd name="connsiteY86" fmla="*/ 1071405 h 1531399"/>
                <a:gd name="connsiteX87" fmla="*/ 985774 w 1681861"/>
                <a:gd name="connsiteY87" fmla="*/ 914433 h 1531399"/>
                <a:gd name="connsiteX88" fmla="*/ 991489 w 1681861"/>
                <a:gd name="connsiteY88" fmla="*/ 912147 h 1531399"/>
                <a:gd name="connsiteX89" fmla="*/ 941956 w 1681861"/>
                <a:gd name="connsiteY89" fmla="*/ 447656 h 1531399"/>
                <a:gd name="connsiteX90" fmla="*/ 655811 w 1681861"/>
                <a:gd name="connsiteY90" fmla="*/ 296327 h 1531399"/>
                <a:gd name="connsiteX91" fmla="*/ 372956 w 1681861"/>
                <a:gd name="connsiteY91" fmla="*/ 354815 h 1531399"/>
                <a:gd name="connsiteX92" fmla="*/ 1107186 w 1681861"/>
                <a:gd name="connsiteY92" fmla="*/ 448343 h 1531399"/>
                <a:gd name="connsiteX93" fmla="*/ 1185164 w 1681861"/>
                <a:gd name="connsiteY93" fmla="*/ 639097 h 1531399"/>
                <a:gd name="connsiteX94" fmla="*/ 1492250 w 1681861"/>
                <a:gd name="connsiteY94" fmla="*/ 602521 h 1531399"/>
                <a:gd name="connsiteX95" fmla="*/ 1530731 w 1681861"/>
                <a:gd name="connsiteY95" fmla="*/ 448216 h 1531399"/>
                <a:gd name="connsiteX96" fmla="*/ 1107186 w 1681861"/>
                <a:gd name="connsiteY96" fmla="*/ 448343 h 1531399"/>
                <a:gd name="connsiteX97" fmla="*/ 161417 w 1681861"/>
                <a:gd name="connsiteY97" fmla="*/ 591599 h 1531399"/>
                <a:gd name="connsiteX98" fmla="*/ 114554 w 1681861"/>
                <a:gd name="connsiteY98" fmla="*/ 808769 h 1531399"/>
                <a:gd name="connsiteX99" fmla="*/ 182499 w 1681861"/>
                <a:gd name="connsiteY99" fmla="*/ 880270 h 1531399"/>
                <a:gd name="connsiteX100" fmla="*/ 224917 w 1681861"/>
                <a:gd name="connsiteY100" fmla="*/ 844710 h 1531399"/>
                <a:gd name="connsiteX101" fmla="*/ 224536 w 1681861"/>
                <a:gd name="connsiteY101" fmla="*/ 621698 h 1531399"/>
                <a:gd name="connsiteX102" fmla="*/ 161417 w 1681861"/>
                <a:gd name="connsiteY102" fmla="*/ 591599 h 1531399"/>
                <a:gd name="connsiteX103" fmla="*/ 1039622 w 1681861"/>
                <a:gd name="connsiteY103" fmla="*/ 587916 h 1531399"/>
                <a:gd name="connsiteX104" fmla="*/ 1037717 w 1681861"/>
                <a:gd name="connsiteY104" fmla="*/ 881540 h 1531399"/>
                <a:gd name="connsiteX105" fmla="*/ 1039622 w 1681861"/>
                <a:gd name="connsiteY105" fmla="*/ 587916 h 1531399"/>
                <a:gd name="connsiteX106" fmla="*/ 1514094 w 1681861"/>
                <a:gd name="connsiteY106" fmla="*/ 595663 h 1531399"/>
                <a:gd name="connsiteX107" fmla="*/ 1513586 w 1681861"/>
                <a:gd name="connsiteY107" fmla="*/ 683293 h 1531399"/>
                <a:gd name="connsiteX108" fmla="*/ 1513332 w 1681861"/>
                <a:gd name="connsiteY108" fmla="*/ 895637 h 1531399"/>
                <a:gd name="connsiteX109" fmla="*/ 1528953 w 1681861"/>
                <a:gd name="connsiteY109" fmla="*/ 993935 h 1531399"/>
                <a:gd name="connsiteX110" fmla="*/ 1648333 w 1681861"/>
                <a:gd name="connsiteY110" fmla="*/ 974758 h 1531399"/>
                <a:gd name="connsiteX111" fmla="*/ 1654810 w 1681861"/>
                <a:gd name="connsiteY111" fmla="*/ 822739 h 1531399"/>
                <a:gd name="connsiteX112" fmla="*/ 1655191 w 1681861"/>
                <a:gd name="connsiteY112" fmla="*/ 684055 h 1531399"/>
                <a:gd name="connsiteX113" fmla="*/ 1654683 w 1681861"/>
                <a:gd name="connsiteY113" fmla="*/ 596044 h 1531399"/>
                <a:gd name="connsiteX114" fmla="*/ 1514094 w 1681861"/>
                <a:gd name="connsiteY114" fmla="*/ 595663 h 1531399"/>
                <a:gd name="connsiteX115" fmla="*/ 1371092 w 1681861"/>
                <a:gd name="connsiteY115" fmla="*/ 936404 h 1531399"/>
                <a:gd name="connsiteX116" fmla="*/ 1249807 w 1681861"/>
                <a:gd name="connsiteY116" fmla="*/ 1048164 h 1531399"/>
                <a:gd name="connsiteX117" fmla="*/ 1261618 w 1681861"/>
                <a:gd name="connsiteY117" fmla="*/ 977806 h 1531399"/>
                <a:gd name="connsiteX118" fmla="*/ 1208151 w 1681861"/>
                <a:gd name="connsiteY118" fmla="*/ 990252 h 1531399"/>
                <a:gd name="connsiteX119" fmla="*/ 1338961 w 1681861"/>
                <a:gd name="connsiteY119" fmla="*/ 1202723 h 1531399"/>
                <a:gd name="connsiteX120" fmla="*/ 1462913 w 1681861"/>
                <a:gd name="connsiteY120" fmla="*/ 956470 h 1531399"/>
                <a:gd name="connsiteX121" fmla="*/ 1387475 w 1681861"/>
                <a:gd name="connsiteY121" fmla="*/ 1049434 h 1531399"/>
                <a:gd name="connsiteX122" fmla="*/ 1427988 w 1681861"/>
                <a:gd name="connsiteY122" fmla="*/ 943389 h 1531399"/>
                <a:gd name="connsiteX123" fmla="*/ 1371092 w 1681861"/>
                <a:gd name="connsiteY123" fmla="*/ 936404 h 1531399"/>
                <a:gd name="connsiteX124" fmla="*/ 1081532 w 1681861"/>
                <a:gd name="connsiteY124" fmla="*/ 1218471 h 1531399"/>
                <a:gd name="connsiteX125" fmla="*/ 1025652 w 1681861"/>
                <a:gd name="connsiteY125" fmla="*/ 1239172 h 1531399"/>
                <a:gd name="connsiteX126" fmla="*/ 1042035 w 1681861"/>
                <a:gd name="connsiteY126" fmla="*/ 1214534 h 1531399"/>
                <a:gd name="connsiteX127" fmla="*/ 913638 w 1681861"/>
                <a:gd name="connsiteY127" fmla="*/ 1136302 h 1531399"/>
                <a:gd name="connsiteX128" fmla="*/ 964057 w 1681861"/>
                <a:gd name="connsiteY128" fmla="*/ 1385222 h 1531399"/>
                <a:gd name="connsiteX129" fmla="*/ 1097915 w 1681861"/>
                <a:gd name="connsiteY129" fmla="*/ 1412781 h 1531399"/>
                <a:gd name="connsiteX130" fmla="*/ 1340866 w 1681861"/>
                <a:gd name="connsiteY130" fmla="*/ 1232060 h 1531399"/>
                <a:gd name="connsiteX131" fmla="*/ 1181608 w 1681861"/>
                <a:gd name="connsiteY131" fmla="*/ 1117506 h 1531399"/>
                <a:gd name="connsiteX132" fmla="*/ 1081532 w 1681861"/>
                <a:gd name="connsiteY132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1920 w 1681861"/>
                <a:gd name="connsiteY72" fmla="*/ 155354 h 1531399"/>
                <a:gd name="connsiteX73" fmla="*/ 1392047 w 1681861"/>
                <a:gd name="connsiteY73" fmla="*/ 104173 h 1531399"/>
                <a:gd name="connsiteX74" fmla="*/ 1249680 w 1681861"/>
                <a:gd name="connsiteY74" fmla="*/ 103665 h 1531399"/>
                <a:gd name="connsiteX75" fmla="*/ 1522730 w 1681861"/>
                <a:gd name="connsiteY75" fmla="*/ 389796 h 1531399"/>
                <a:gd name="connsiteX76" fmla="*/ 1567561 w 1681861"/>
                <a:gd name="connsiteY76" fmla="*/ 335313 h 1531399"/>
                <a:gd name="connsiteX77" fmla="*/ 1522730 w 1681861"/>
                <a:gd name="connsiteY77" fmla="*/ 389796 h 1531399"/>
                <a:gd name="connsiteX78" fmla="*/ 378191 w 1681861"/>
                <a:gd name="connsiteY78" fmla="*/ 356072 h 1531399"/>
                <a:gd name="connsiteX79" fmla="*/ 198247 w 1681861"/>
                <a:gd name="connsiteY79" fmla="*/ 562643 h 1531399"/>
                <a:gd name="connsiteX80" fmla="*/ 221869 w 1681861"/>
                <a:gd name="connsiteY80" fmla="*/ 573057 h 1531399"/>
                <a:gd name="connsiteX81" fmla="*/ 262001 w 1681861"/>
                <a:gd name="connsiteY81" fmla="*/ 656242 h 1531399"/>
                <a:gd name="connsiteX82" fmla="*/ 231648 w 1681861"/>
                <a:gd name="connsiteY82" fmla="*/ 882556 h 1531399"/>
                <a:gd name="connsiteX83" fmla="*/ 196850 w 1681861"/>
                <a:gd name="connsiteY83" fmla="*/ 903384 h 1531399"/>
                <a:gd name="connsiteX84" fmla="*/ 310642 w 1681861"/>
                <a:gd name="connsiteY84" fmla="*/ 1004095 h 1531399"/>
                <a:gd name="connsiteX85" fmla="*/ 735076 w 1681861"/>
                <a:gd name="connsiteY85" fmla="*/ 1071405 h 1531399"/>
                <a:gd name="connsiteX86" fmla="*/ 985774 w 1681861"/>
                <a:gd name="connsiteY86" fmla="*/ 914433 h 1531399"/>
                <a:gd name="connsiteX87" fmla="*/ 991489 w 1681861"/>
                <a:gd name="connsiteY87" fmla="*/ 912147 h 1531399"/>
                <a:gd name="connsiteX88" fmla="*/ 941956 w 1681861"/>
                <a:gd name="connsiteY88" fmla="*/ 447656 h 1531399"/>
                <a:gd name="connsiteX89" fmla="*/ 655811 w 1681861"/>
                <a:gd name="connsiteY89" fmla="*/ 296327 h 1531399"/>
                <a:gd name="connsiteX90" fmla="*/ 372956 w 1681861"/>
                <a:gd name="connsiteY90" fmla="*/ 354815 h 1531399"/>
                <a:gd name="connsiteX91" fmla="*/ 1107186 w 1681861"/>
                <a:gd name="connsiteY91" fmla="*/ 448343 h 1531399"/>
                <a:gd name="connsiteX92" fmla="*/ 1185164 w 1681861"/>
                <a:gd name="connsiteY92" fmla="*/ 639097 h 1531399"/>
                <a:gd name="connsiteX93" fmla="*/ 1492250 w 1681861"/>
                <a:gd name="connsiteY93" fmla="*/ 602521 h 1531399"/>
                <a:gd name="connsiteX94" fmla="*/ 1530731 w 1681861"/>
                <a:gd name="connsiteY94" fmla="*/ 448216 h 1531399"/>
                <a:gd name="connsiteX95" fmla="*/ 1107186 w 1681861"/>
                <a:gd name="connsiteY95" fmla="*/ 448343 h 1531399"/>
                <a:gd name="connsiteX96" fmla="*/ 161417 w 1681861"/>
                <a:gd name="connsiteY96" fmla="*/ 591599 h 1531399"/>
                <a:gd name="connsiteX97" fmla="*/ 114554 w 1681861"/>
                <a:gd name="connsiteY97" fmla="*/ 808769 h 1531399"/>
                <a:gd name="connsiteX98" fmla="*/ 182499 w 1681861"/>
                <a:gd name="connsiteY98" fmla="*/ 880270 h 1531399"/>
                <a:gd name="connsiteX99" fmla="*/ 224917 w 1681861"/>
                <a:gd name="connsiteY99" fmla="*/ 844710 h 1531399"/>
                <a:gd name="connsiteX100" fmla="*/ 224536 w 1681861"/>
                <a:gd name="connsiteY100" fmla="*/ 621698 h 1531399"/>
                <a:gd name="connsiteX101" fmla="*/ 161417 w 1681861"/>
                <a:gd name="connsiteY101" fmla="*/ 591599 h 1531399"/>
                <a:gd name="connsiteX102" fmla="*/ 1039622 w 1681861"/>
                <a:gd name="connsiteY102" fmla="*/ 587916 h 1531399"/>
                <a:gd name="connsiteX103" fmla="*/ 1037717 w 1681861"/>
                <a:gd name="connsiteY103" fmla="*/ 881540 h 1531399"/>
                <a:gd name="connsiteX104" fmla="*/ 1039622 w 1681861"/>
                <a:gd name="connsiteY104" fmla="*/ 587916 h 1531399"/>
                <a:gd name="connsiteX105" fmla="*/ 1514094 w 1681861"/>
                <a:gd name="connsiteY105" fmla="*/ 595663 h 1531399"/>
                <a:gd name="connsiteX106" fmla="*/ 1513586 w 1681861"/>
                <a:gd name="connsiteY106" fmla="*/ 683293 h 1531399"/>
                <a:gd name="connsiteX107" fmla="*/ 1513332 w 1681861"/>
                <a:gd name="connsiteY107" fmla="*/ 895637 h 1531399"/>
                <a:gd name="connsiteX108" fmla="*/ 1528953 w 1681861"/>
                <a:gd name="connsiteY108" fmla="*/ 993935 h 1531399"/>
                <a:gd name="connsiteX109" fmla="*/ 1648333 w 1681861"/>
                <a:gd name="connsiteY109" fmla="*/ 974758 h 1531399"/>
                <a:gd name="connsiteX110" fmla="*/ 1654810 w 1681861"/>
                <a:gd name="connsiteY110" fmla="*/ 822739 h 1531399"/>
                <a:gd name="connsiteX111" fmla="*/ 1655191 w 1681861"/>
                <a:gd name="connsiteY111" fmla="*/ 684055 h 1531399"/>
                <a:gd name="connsiteX112" fmla="*/ 1654683 w 1681861"/>
                <a:gd name="connsiteY112" fmla="*/ 596044 h 1531399"/>
                <a:gd name="connsiteX113" fmla="*/ 1514094 w 1681861"/>
                <a:gd name="connsiteY113" fmla="*/ 595663 h 1531399"/>
                <a:gd name="connsiteX114" fmla="*/ 1371092 w 1681861"/>
                <a:gd name="connsiteY114" fmla="*/ 936404 h 1531399"/>
                <a:gd name="connsiteX115" fmla="*/ 1249807 w 1681861"/>
                <a:gd name="connsiteY115" fmla="*/ 1048164 h 1531399"/>
                <a:gd name="connsiteX116" fmla="*/ 1261618 w 1681861"/>
                <a:gd name="connsiteY116" fmla="*/ 977806 h 1531399"/>
                <a:gd name="connsiteX117" fmla="*/ 1208151 w 1681861"/>
                <a:gd name="connsiteY117" fmla="*/ 990252 h 1531399"/>
                <a:gd name="connsiteX118" fmla="*/ 1338961 w 1681861"/>
                <a:gd name="connsiteY118" fmla="*/ 1202723 h 1531399"/>
                <a:gd name="connsiteX119" fmla="*/ 1462913 w 1681861"/>
                <a:gd name="connsiteY119" fmla="*/ 956470 h 1531399"/>
                <a:gd name="connsiteX120" fmla="*/ 1387475 w 1681861"/>
                <a:gd name="connsiteY120" fmla="*/ 1049434 h 1531399"/>
                <a:gd name="connsiteX121" fmla="*/ 1427988 w 1681861"/>
                <a:gd name="connsiteY121" fmla="*/ 943389 h 1531399"/>
                <a:gd name="connsiteX122" fmla="*/ 1371092 w 1681861"/>
                <a:gd name="connsiteY122" fmla="*/ 936404 h 1531399"/>
                <a:gd name="connsiteX123" fmla="*/ 1081532 w 1681861"/>
                <a:gd name="connsiteY123" fmla="*/ 1218471 h 1531399"/>
                <a:gd name="connsiteX124" fmla="*/ 1025652 w 1681861"/>
                <a:gd name="connsiteY124" fmla="*/ 1239172 h 1531399"/>
                <a:gd name="connsiteX125" fmla="*/ 1042035 w 1681861"/>
                <a:gd name="connsiteY125" fmla="*/ 1214534 h 1531399"/>
                <a:gd name="connsiteX126" fmla="*/ 913638 w 1681861"/>
                <a:gd name="connsiteY126" fmla="*/ 1136302 h 1531399"/>
                <a:gd name="connsiteX127" fmla="*/ 964057 w 1681861"/>
                <a:gd name="connsiteY127" fmla="*/ 1385222 h 1531399"/>
                <a:gd name="connsiteX128" fmla="*/ 1097915 w 1681861"/>
                <a:gd name="connsiteY128" fmla="*/ 1412781 h 1531399"/>
                <a:gd name="connsiteX129" fmla="*/ 1340866 w 1681861"/>
                <a:gd name="connsiteY129" fmla="*/ 1232060 h 1531399"/>
                <a:gd name="connsiteX130" fmla="*/ 1181608 w 1681861"/>
                <a:gd name="connsiteY130" fmla="*/ 1117506 h 1531399"/>
                <a:gd name="connsiteX131" fmla="*/ 1081532 w 1681861"/>
                <a:gd name="connsiteY131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1920 w 1681861"/>
                <a:gd name="connsiteY72" fmla="*/ 155354 h 1531399"/>
                <a:gd name="connsiteX73" fmla="*/ 1392047 w 1681861"/>
                <a:gd name="connsiteY73" fmla="*/ 104173 h 1531399"/>
                <a:gd name="connsiteX74" fmla="*/ 1249680 w 1681861"/>
                <a:gd name="connsiteY74" fmla="*/ 103665 h 1531399"/>
                <a:gd name="connsiteX75" fmla="*/ 1522730 w 1681861"/>
                <a:gd name="connsiteY75" fmla="*/ 389796 h 1531399"/>
                <a:gd name="connsiteX76" fmla="*/ 1567561 w 1681861"/>
                <a:gd name="connsiteY76" fmla="*/ 335313 h 1531399"/>
                <a:gd name="connsiteX77" fmla="*/ 1522730 w 1681861"/>
                <a:gd name="connsiteY77" fmla="*/ 389796 h 1531399"/>
                <a:gd name="connsiteX78" fmla="*/ 378191 w 1681861"/>
                <a:gd name="connsiteY78" fmla="*/ 356072 h 1531399"/>
                <a:gd name="connsiteX79" fmla="*/ 198247 w 1681861"/>
                <a:gd name="connsiteY79" fmla="*/ 562643 h 1531399"/>
                <a:gd name="connsiteX80" fmla="*/ 221869 w 1681861"/>
                <a:gd name="connsiteY80" fmla="*/ 573057 h 1531399"/>
                <a:gd name="connsiteX81" fmla="*/ 262001 w 1681861"/>
                <a:gd name="connsiteY81" fmla="*/ 656242 h 1531399"/>
                <a:gd name="connsiteX82" fmla="*/ 231648 w 1681861"/>
                <a:gd name="connsiteY82" fmla="*/ 882556 h 1531399"/>
                <a:gd name="connsiteX83" fmla="*/ 196850 w 1681861"/>
                <a:gd name="connsiteY83" fmla="*/ 903384 h 1531399"/>
                <a:gd name="connsiteX84" fmla="*/ 310642 w 1681861"/>
                <a:gd name="connsiteY84" fmla="*/ 1004095 h 1531399"/>
                <a:gd name="connsiteX85" fmla="*/ 735076 w 1681861"/>
                <a:gd name="connsiteY85" fmla="*/ 1071405 h 1531399"/>
                <a:gd name="connsiteX86" fmla="*/ 985774 w 1681861"/>
                <a:gd name="connsiteY86" fmla="*/ 914433 h 1531399"/>
                <a:gd name="connsiteX87" fmla="*/ 991489 w 1681861"/>
                <a:gd name="connsiteY87" fmla="*/ 912147 h 1531399"/>
                <a:gd name="connsiteX88" fmla="*/ 941956 w 1681861"/>
                <a:gd name="connsiteY88" fmla="*/ 447656 h 1531399"/>
                <a:gd name="connsiteX89" fmla="*/ 655811 w 1681861"/>
                <a:gd name="connsiteY89" fmla="*/ 296327 h 1531399"/>
                <a:gd name="connsiteX90" fmla="*/ 372956 w 1681861"/>
                <a:gd name="connsiteY90" fmla="*/ 354815 h 1531399"/>
                <a:gd name="connsiteX91" fmla="*/ 1107186 w 1681861"/>
                <a:gd name="connsiteY91" fmla="*/ 448343 h 1531399"/>
                <a:gd name="connsiteX92" fmla="*/ 1492250 w 1681861"/>
                <a:gd name="connsiteY92" fmla="*/ 602521 h 1531399"/>
                <a:gd name="connsiteX93" fmla="*/ 1530731 w 1681861"/>
                <a:gd name="connsiteY93" fmla="*/ 448216 h 1531399"/>
                <a:gd name="connsiteX94" fmla="*/ 1107186 w 1681861"/>
                <a:gd name="connsiteY94" fmla="*/ 448343 h 1531399"/>
                <a:gd name="connsiteX95" fmla="*/ 161417 w 1681861"/>
                <a:gd name="connsiteY95" fmla="*/ 591599 h 1531399"/>
                <a:gd name="connsiteX96" fmla="*/ 114554 w 1681861"/>
                <a:gd name="connsiteY96" fmla="*/ 808769 h 1531399"/>
                <a:gd name="connsiteX97" fmla="*/ 182499 w 1681861"/>
                <a:gd name="connsiteY97" fmla="*/ 880270 h 1531399"/>
                <a:gd name="connsiteX98" fmla="*/ 224917 w 1681861"/>
                <a:gd name="connsiteY98" fmla="*/ 844710 h 1531399"/>
                <a:gd name="connsiteX99" fmla="*/ 224536 w 1681861"/>
                <a:gd name="connsiteY99" fmla="*/ 621698 h 1531399"/>
                <a:gd name="connsiteX100" fmla="*/ 161417 w 1681861"/>
                <a:gd name="connsiteY100" fmla="*/ 591599 h 1531399"/>
                <a:gd name="connsiteX101" fmla="*/ 1039622 w 1681861"/>
                <a:gd name="connsiteY101" fmla="*/ 587916 h 1531399"/>
                <a:gd name="connsiteX102" fmla="*/ 1037717 w 1681861"/>
                <a:gd name="connsiteY102" fmla="*/ 881540 h 1531399"/>
                <a:gd name="connsiteX103" fmla="*/ 1039622 w 1681861"/>
                <a:gd name="connsiteY103" fmla="*/ 587916 h 1531399"/>
                <a:gd name="connsiteX104" fmla="*/ 1514094 w 1681861"/>
                <a:gd name="connsiteY104" fmla="*/ 595663 h 1531399"/>
                <a:gd name="connsiteX105" fmla="*/ 1513586 w 1681861"/>
                <a:gd name="connsiteY105" fmla="*/ 683293 h 1531399"/>
                <a:gd name="connsiteX106" fmla="*/ 1513332 w 1681861"/>
                <a:gd name="connsiteY106" fmla="*/ 895637 h 1531399"/>
                <a:gd name="connsiteX107" fmla="*/ 1528953 w 1681861"/>
                <a:gd name="connsiteY107" fmla="*/ 993935 h 1531399"/>
                <a:gd name="connsiteX108" fmla="*/ 1648333 w 1681861"/>
                <a:gd name="connsiteY108" fmla="*/ 974758 h 1531399"/>
                <a:gd name="connsiteX109" fmla="*/ 1654810 w 1681861"/>
                <a:gd name="connsiteY109" fmla="*/ 822739 h 1531399"/>
                <a:gd name="connsiteX110" fmla="*/ 1655191 w 1681861"/>
                <a:gd name="connsiteY110" fmla="*/ 684055 h 1531399"/>
                <a:gd name="connsiteX111" fmla="*/ 1654683 w 1681861"/>
                <a:gd name="connsiteY111" fmla="*/ 596044 h 1531399"/>
                <a:gd name="connsiteX112" fmla="*/ 1514094 w 1681861"/>
                <a:gd name="connsiteY112" fmla="*/ 595663 h 1531399"/>
                <a:gd name="connsiteX113" fmla="*/ 1371092 w 1681861"/>
                <a:gd name="connsiteY113" fmla="*/ 936404 h 1531399"/>
                <a:gd name="connsiteX114" fmla="*/ 1249807 w 1681861"/>
                <a:gd name="connsiteY114" fmla="*/ 1048164 h 1531399"/>
                <a:gd name="connsiteX115" fmla="*/ 1261618 w 1681861"/>
                <a:gd name="connsiteY115" fmla="*/ 977806 h 1531399"/>
                <a:gd name="connsiteX116" fmla="*/ 1208151 w 1681861"/>
                <a:gd name="connsiteY116" fmla="*/ 990252 h 1531399"/>
                <a:gd name="connsiteX117" fmla="*/ 1338961 w 1681861"/>
                <a:gd name="connsiteY117" fmla="*/ 1202723 h 1531399"/>
                <a:gd name="connsiteX118" fmla="*/ 1462913 w 1681861"/>
                <a:gd name="connsiteY118" fmla="*/ 956470 h 1531399"/>
                <a:gd name="connsiteX119" fmla="*/ 1387475 w 1681861"/>
                <a:gd name="connsiteY119" fmla="*/ 1049434 h 1531399"/>
                <a:gd name="connsiteX120" fmla="*/ 1427988 w 1681861"/>
                <a:gd name="connsiteY120" fmla="*/ 943389 h 1531399"/>
                <a:gd name="connsiteX121" fmla="*/ 1371092 w 1681861"/>
                <a:gd name="connsiteY121" fmla="*/ 936404 h 1531399"/>
                <a:gd name="connsiteX122" fmla="*/ 1081532 w 1681861"/>
                <a:gd name="connsiteY122" fmla="*/ 1218471 h 1531399"/>
                <a:gd name="connsiteX123" fmla="*/ 1025652 w 1681861"/>
                <a:gd name="connsiteY123" fmla="*/ 1239172 h 1531399"/>
                <a:gd name="connsiteX124" fmla="*/ 1042035 w 1681861"/>
                <a:gd name="connsiteY124" fmla="*/ 1214534 h 1531399"/>
                <a:gd name="connsiteX125" fmla="*/ 913638 w 1681861"/>
                <a:gd name="connsiteY125" fmla="*/ 1136302 h 1531399"/>
                <a:gd name="connsiteX126" fmla="*/ 964057 w 1681861"/>
                <a:gd name="connsiteY126" fmla="*/ 1385222 h 1531399"/>
                <a:gd name="connsiteX127" fmla="*/ 1097915 w 1681861"/>
                <a:gd name="connsiteY127" fmla="*/ 1412781 h 1531399"/>
                <a:gd name="connsiteX128" fmla="*/ 1340866 w 1681861"/>
                <a:gd name="connsiteY128" fmla="*/ 1232060 h 1531399"/>
                <a:gd name="connsiteX129" fmla="*/ 1181608 w 1681861"/>
                <a:gd name="connsiteY129" fmla="*/ 1117506 h 1531399"/>
                <a:gd name="connsiteX130" fmla="*/ 1081532 w 1681861"/>
                <a:gd name="connsiteY130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083183 w 1681861"/>
                <a:gd name="connsiteY56" fmla="*/ 442882 h 1531399"/>
                <a:gd name="connsiteX57" fmla="*/ 1224407 w 1681861"/>
                <a:gd name="connsiteY57" fmla="*/ 256192 h 1531399"/>
                <a:gd name="connsiteX58" fmla="*/ 1224407 w 1681861"/>
                <a:gd name="connsiteY58" fmla="*/ 107094 h 1531399"/>
                <a:gd name="connsiteX59" fmla="*/ 1182497 w 1681861"/>
                <a:gd name="connsiteY59" fmla="*/ 39149 h 1531399"/>
                <a:gd name="connsiteX60" fmla="*/ 1217930 w 1681861"/>
                <a:gd name="connsiteY60" fmla="*/ 33307 h 1531399"/>
                <a:gd name="connsiteX61" fmla="*/ 1235710 w 1681861"/>
                <a:gd name="connsiteY61" fmla="*/ 80932 h 1531399"/>
                <a:gd name="connsiteX62" fmla="*/ 1415161 w 1681861"/>
                <a:gd name="connsiteY62" fmla="*/ 77122 h 1531399"/>
                <a:gd name="connsiteX63" fmla="*/ 1427353 w 1681861"/>
                <a:gd name="connsiteY63" fmla="*/ 31148 h 1531399"/>
                <a:gd name="connsiteX64" fmla="*/ 1217930 w 1681861"/>
                <a:gd name="connsiteY64" fmla="*/ 33307 h 1531399"/>
                <a:gd name="connsiteX65" fmla="*/ 1249680 w 1681861"/>
                <a:gd name="connsiteY65" fmla="*/ 103665 h 1531399"/>
                <a:gd name="connsiteX66" fmla="*/ 1249807 w 1681861"/>
                <a:gd name="connsiteY66" fmla="*/ 153703 h 1531399"/>
                <a:gd name="connsiteX67" fmla="*/ 1249934 w 1681861"/>
                <a:gd name="connsiteY67" fmla="*/ 272067 h 1531399"/>
                <a:gd name="connsiteX68" fmla="*/ 1111631 w 1681861"/>
                <a:gd name="connsiteY68" fmla="*/ 422435 h 1531399"/>
                <a:gd name="connsiteX69" fmla="*/ 1502918 w 1681861"/>
                <a:gd name="connsiteY69" fmla="*/ 423070 h 1531399"/>
                <a:gd name="connsiteX70" fmla="*/ 1498473 w 1681861"/>
                <a:gd name="connsiteY70" fmla="*/ 350299 h 1531399"/>
                <a:gd name="connsiteX71" fmla="*/ 1391920 w 1681861"/>
                <a:gd name="connsiteY71" fmla="*/ 155354 h 1531399"/>
                <a:gd name="connsiteX72" fmla="*/ 1392047 w 1681861"/>
                <a:gd name="connsiteY72" fmla="*/ 104173 h 1531399"/>
                <a:gd name="connsiteX73" fmla="*/ 1249680 w 1681861"/>
                <a:gd name="connsiteY73" fmla="*/ 103665 h 1531399"/>
                <a:gd name="connsiteX74" fmla="*/ 1522730 w 1681861"/>
                <a:gd name="connsiteY74" fmla="*/ 389796 h 1531399"/>
                <a:gd name="connsiteX75" fmla="*/ 1567561 w 1681861"/>
                <a:gd name="connsiteY75" fmla="*/ 335313 h 1531399"/>
                <a:gd name="connsiteX76" fmla="*/ 1522730 w 1681861"/>
                <a:gd name="connsiteY76" fmla="*/ 389796 h 1531399"/>
                <a:gd name="connsiteX77" fmla="*/ 378191 w 1681861"/>
                <a:gd name="connsiteY77" fmla="*/ 356072 h 1531399"/>
                <a:gd name="connsiteX78" fmla="*/ 198247 w 1681861"/>
                <a:gd name="connsiteY78" fmla="*/ 562643 h 1531399"/>
                <a:gd name="connsiteX79" fmla="*/ 221869 w 1681861"/>
                <a:gd name="connsiteY79" fmla="*/ 573057 h 1531399"/>
                <a:gd name="connsiteX80" fmla="*/ 262001 w 1681861"/>
                <a:gd name="connsiteY80" fmla="*/ 656242 h 1531399"/>
                <a:gd name="connsiteX81" fmla="*/ 231648 w 1681861"/>
                <a:gd name="connsiteY81" fmla="*/ 882556 h 1531399"/>
                <a:gd name="connsiteX82" fmla="*/ 196850 w 1681861"/>
                <a:gd name="connsiteY82" fmla="*/ 903384 h 1531399"/>
                <a:gd name="connsiteX83" fmla="*/ 310642 w 1681861"/>
                <a:gd name="connsiteY83" fmla="*/ 1004095 h 1531399"/>
                <a:gd name="connsiteX84" fmla="*/ 735076 w 1681861"/>
                <a:gd name="connsiteY84" fmla="*/ 1071405 h 1531399"/>
                <a:gd name="connsiteX85" fmla="*/ 985774 w 1681861"/>
                <a:gd name="connsiteY85" fmla="*/ 914433 h 1531399"/>
                <a:gd name="connsiteX86" fmla="*/ 991489 w 1681861"/>
                <a:gd name="connsiteY86" fmla="*/ 912147 h 1531399"/>
                <a:gd name="connsiteX87" fmla="*/ 941956 w 1681861"/>
                <a:gd name="connsiteY87" fmla="*/ 447656 h 1531399"/>
                <a:gd name="connsiteX88" fmla="*/ 655811 w 1681861"/>
                <a:gd name="connsiteY88" fmla="*/ 296327 h 1531399"/>
                <a:gd name="connsiteX89" fmla="*/ 372956 w 1681861"/>
                <a:gd name="connsiteY89" fmla="*/ 354815 h 1531399"/>
                <a:gd name="connsiteX90" fmla="*/ 1107186 w 1681861"/>
                <a:gd name="connsiteY90" fmla="*/ 448343 h 1531399"/>
                <a:gd name="connsiteX91" fmla="*/ 1492250 w 1681861"/>
                <a:gd name="connsiteY91" fmla="*/ 602521 h 1531399"/>
                <a:gd name="connsiteX92" fmla="*/ 1530731 w 1681861"/>
                <a:gd name="connsiteY92" fmla="*/ 448216 h 1531399"/>
                <a:gd name="connsiteX93" fmla="*/ 1107186 w 1681861"/>
                <a:gd name="connsiteY93" fmla="*/ 448343 h 1531399"/>
                <a:gd name="connsiteX94" fmla="*/ 161417 w 1681861"/>
                <a:gd name="connsiteY94" fmla="*/ 591599 h 1531399"/>
                <a:gd name="connsiteX95" fmla="*/ 114554 w 1681861"/>
                <a:gd name="connsiteY95" fmla="*/ 808769 h 1531399"/>
                <a:gd name="connsiteX96" fmla="*/ 182499 w 1681861"/>
                <a:gd name="connsiteY96" fmla="*/ 880270 h 1531399"/>
                <a:gd name="connsiteX97" fmla="*/ 224917 w 1681861"/>
                <a:gd name="connsiteY97" fmla="*/ 844710 h 1531399"/>
                <a:gd name="connsiteX98" fmla="*/ 224536 w 1681861"/>
                <a:gd name="connsiteY98" fmla="*/ 621698 h 1531399"/>
                <a:gd name="connsiteX99" fmla="*/ 161417 w 1681861"/>
                <a:gd name="connsiteY99" fmla="*/ 591599 h 1531399"/>
                <a:gd name="connsiteX100" fmla="*/ 1039622 w 1681861"/>
                <a:gd name="connsiteY100" fmla="*/ 587916 h 1531399"/>
                <a:gd name="connsiteX101" fmla="*/ 1037717 w 1681861"/>
                <a:gd name="connsiteY101" fmla="*/ 881540 h 1531399"/>
                <a:gd name="connsiteX102" fmla="*/ 1039622 w 1681861"/>
                <a:gd name="connsiteY102" fmla="*/ 587916 h 1531399"/>
                <a:gd name="connsiteX103" fmla="*/ 1514094 w 1681861"/>
                <a:gd name="connsiteY103" fmla="*/ 595663 h 1531399"/>
                <a:gd name="connsiteX104" fmla="*/ 1513586 w 1681861"/>
                <a:gd name="connsiteY104" fmla="*/ 683293 h 1531399"/>
                <a:gd name="connsiteX105" fmla="*/ 1513332 w 1681861"/>
                <a:gd name="connsiteY105" fmla="*/ 895637 h 1531399"/>
                <a:gd name="connsiteX106" fmla="*/ 1528953 w 1681861"/>
                <a:gd name="connsiteY106" fmla="*/ 993935 h 1531399"/>
                <a:gd name="connsiteX107" fmla="*/ 1648333 w 1681861"/>
                <a:gd name="connsiteY107" fmla="*/ 974758 h 1531399"/>
                <a:gd name="connsiteX108" fmla="*/ 1654810 w 1681861"/>
                <a:gd name="connsiteY108" fmla="*/ 822739 h 1531399"/>
                <a:gd name="connsiteX109" fmla="*/ 1655191 w 1681861"/>
                <a:gd name="connsiteY109" fmla="*/ 684055 h 1531399"/>
                <a:gd name="connsiteX110" fmla="*/ 1654683 w 1681861"/>
                <a:gd name="connsiteY110" fmla="*/ 596044 h 1531399"/>
                <a:gd name="connsiteX111" fmla="*/ 1514094 w 1681861"/>
                <a:gd name="connsiteY111" fmla="*/ 595663 h 1531399"/>
                <a:gd name="connsiteX112" fmla="*/ 1371092 w 1681861"/>
                <a:gd name="connsiteY112" fmla="*/ 936404 h 1531399"/>
                <a:gd name="connsiteX113" fmla="*/ 1249807 w 1681861"/>
                <a:gd name="connsiteY113" fmla="*/ 1048164 h 1531399"/>
                <a:gd name="connsiteX114" fmla="*/ 1261618 w 1681861"/>
                <a:gd name="connsiteY114" fmla="*/ 977806 h 1531399"/>
                <a:gd name="connsiteX115" fmla="*/ 1208151 w 1681861"/>
                <a:gd name="connsiteY115" fmla="*/ 990252 h 1531399"/>
                <a:gd name="connsiteX116" fmla="*/ 1338961 w 1681861"/>
                <a:gd name="connsiteY116" fmla="*/ 1202723 h 1531399"/>
                <a:gd name="connsiteX117" fmla="*/ 1462913 w 1681861"/>
                <a:gd name="connsiteY117" fmla="*/ 956470 h 1531399"/>
                <a:gd name="connsiteX118" fmla="*/ 1387475 w 1681861"/>
                <a:gd name="connsiteY118" fmla="*/ 1049434 h 1531399"/>
                <a:gd name="connsiteX119" fmla="*/ 1427988 w 1681861"/>
                <a:gd name="connsiteY119" fmla="*/ 943389 h 1531399"/>
                <a:gd name="connsiteX120" fmla="*/ 1371092 w 1681861"/>
                <a:gd name="connsiteY120" fmla="*/ 936404 h 1531399"/>
                <a:gd name="connsiteX121" fmla="*/ 1081532 w 1681861"/>
                <a:gd name="connsiteY121" fmla="*/ 1218471 h 1531399"/>
                <a:gd name="connsiteX122" fmla="*/ 1025652 w 1681861"/>
                <a:gd name="connsiteY122" fmla="*/ 1239172 h 1531399"/>
                <a:gd name="connsiteX123" fmla="*/ 1042035 w 1681861"/>
                <a:gd name="connsiteY123" fmla="*/ 1214534 h 1531399"/>
                <a:gd name="connsiteX124" fmla="*/ 913638 w 1681861"/>
                <a:gd name="connsiteY124" fmla="*/ 1136302 h 1531399"/>
                <a:gd name="connsiteX125" fmla="*/ 964057 w 1681861"/>
                <a:gd name="connsiteY125" fmla="*/ 1385222 h 1531399"/>
                <a:gd name="connsiteX126" fmla="*/ 1097915 w 1681861"/>
                <a:gd name="connsiteY126" fmla="*/ 1412781 h 1531399"/>
                <a:gd name="connsiteX127" fmla="*/ 1340866 w 1681861"/>
                <a:gd name="connsiteY127" fmla="*/ 1232060 h 1531399"/>
                <a:gd name="connsiteX128" fmla="*/ 1181608 w 1681861"/>
                <a:gd name="connsiteY128" fmla="*/ 1117506 h 1531399"/>
                <a:gd name="connsiteX129" fmla="*/ 1081532 w 1681861"/>
                <a:gd name="connsiteY129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083183 w 1681861"/>
                <a:gd name="connsiteY55" fmla="*/ 442882 h 1531399"/>
                <a:gd name="connsiteX56" fmla="*/ 1224407 w 1681861"/>
                <a:gd name="connsiteY56" fmla="*/ 256192 h 1531399"/>
                <a:gd name="connsiteX57" fmla="*/ 1224407 w 1681861"/>
                <a:gd name="connsiteY57" fmla="*/ 107094 h 1531399"/>
                <a:gd name="connsiteX58" fmla="*/ 1182497 w 1681861"/>
                <a:gd name="connsiteY58" fmla="*/ 39149 h 1531399"/>
                <a:gd name="connsiteX59" fmla="*/ 1217930 w 1681861"/>
                <a:gd name="connsiteY59" fmla="*/ 33307 h 1531399"/>
                <a:gd name="connsiteX60" fmla="*/ 1235710 w 1681861"/>
                <a:gd name="connsiteY60" fmla="*/ 80932 h 1531399"/>
                <a:gd name="connsiteX61" fmla="*/ 1415161 w 1681861"/>
                <a:gd name="connsiteY61" fmla="*/ 77122 h 1531399"/>
                <a:gd name="connsiteX62" fmla="*/ 1427353 w 1681861"/>
                <a:gd name="connsiteY62" fmla="*/ 31148 h 1531399"/>
                <a:gd name="connsiteX63" fmla="*/ 1217930 w 1681861"/>
                <a:gd name="connsiteY63" fmla="*/ 33307 h 1531399"/>
                <a:gd name="connsiteX64" fmla="*/ 1249680 w 1681861"/>
                <a:gd name="connsiteY64" fmla="*/ 103665 h 1531399"/>
                <a:gd name="connsiteX65" fmla="*/ 1249807 w 1681861"/>
                <a:gd name="connsiteY65" fmla="*/ 153703 h 1531399"/>
                <a:gd name="connsiteX66" fmla="*/ 1249934 w 1681861"/>
                <a:gd name="connsiteY66" fmla="*/ 272067 h 1531399"/>
                <a:gd name="connsiteX67" fmla="*/ 1111631 w 1681861"/>
                <a:gd name="connsiteY67" fmla="*/ 422435 h 1531399"/>
                <a:gd name="connsiteX68" fmla="*/ 1502918 w 1681861"/>
                <a:gd name="connsiteY68" fmla="*/ 423070 h 1531399"/>
                <a:gd name="connsiteX69" fmla="*/ 1498473 w 1681861"/>
                <a:gd name="connsiteY69" fmla="*/ 350299 h 1531399"/>
                <a:gd name="connsiteX70" fmla="*/ 1391920 w 1681861"/>
                <a:gd name="connsiteY70" fmla="*/ 155354 h 1531399"/>
                <a:gd name="connsiteX71" fmla="*/ 1392047 w 1681861"/>
                <a:gd name="connsiteY71" fmla="*/ 104173 h 1531399"/>
                <a:gd name="connsiteX72" fmla="*/ 1249680 w 1681861"/>
                <a:gd name="connsiteY72" fmla="*/ 103665 h 1531399"/>
                <a:gd name="connsiteX73" fmla="*/ 1522730 w 1681861"/>
                <a:gd name="connsiteY73" fmla="*/ 389796 h 1531399"/>
                <a:gd name="connsiteX74" fmla="*/ 1567561 w 1681861"/>
                <a:gd name="connsiteY74" fmla="*/ 335313 h 1531399"/>
                <a:gd name="connsiteX75" fmla="*/ 1522730 w 1681861"/>
                <a:gd name="connsiteY75" fmla="*/ 389796 h 1531399"/>
                <a:gd name="connsiteX76" fmla="*/ 378191 w 1681861"/>
                <a:gd name="connsiteY76" fmla="*/ 356072 h 1531399"/>
                <a:gd name="connsiteX77" fmla="*/ 198247 w 1681861"/>
                <a:gd name="connsiteY77" fmla="*/ 562643 h 1531399"/>
                <a:gd name="connsiteX78" fmla="*/ 221869 w 1681861"/>
                <a:gd name="connsiteY78" fmla="*/ 573057 h 1531399"/>
                <a:gd name="connsiteX79" fmla="*/ 262001 w 1681861"/>
                <a:gd name="connsiteY79" fmla="*/ 656242 h 1531399"/>
                <a:gd name="connsiteX80" fmla="*/ 231648 w 1681861"/>
                <a:gd name="connsiteY80" fmla="*/ 882556 h 1531399"/>
                <a:gd name="connsiteX81" fmla="*/ 196850 w 1681861"/>
                <a:gd name="connsiteY81" fmla="*/ 903384 h 1531399"/>
                <a:gd name="connsiteX82" fmla="*/ 310642 w 1681861"/>
                <a:gd name="connsiteY82" fmla="*/ 1004095 h 1531399"/>
                <a:gd name="connsiteX83" fmla="*/ 735076 w 1681861"/>
                <a:gd name="connsiteY83" fmla="*/ 1071405 h 1531399"/>
                <a:gd name="connsiteX84" fmla="*/ 985774 w 1681861"/>
                <a:gd name="connsiteY84" fmla="*/ 914433 h 1531399"/>
                <a:gd name="connsiteX85" fmla="*/ 991489 w 1681861"/>
                <a:gd name="connsiteY85" fmla="*/ 912147 h 1531399"/>
                <a:gd name="connsiteX86" fmla="*/ 941956 w 1681861"/>
                <a:gd name="connsiteY86" fmla="*/ 447656 h 1531399"/>
                <a:gd name="connsiteX87" fmla="*/ 655811 w 1681861"/>
                <a:gd name="connsiteY87" fmla="*/ 296327 h 1531399"/>
                <a:gd name="connsiteX88" fmla="*/ 372956 w 1681861"/>
                <a:gd name="connsiteY88" fmla="*/ 354815 h 1531399"/>
                <a:gd name="connsiteX89" fmla="*/ 1107186 w 1681861"/>
                <a:gd name="connsiteY89" fmla="*/ 448343 h 1531399"/>
                <a:gd name="connsiteX90" fmla="*/ 1492250 w 1681861"/>
                <a:gd name="connsiteY90" fmla="*/ 602521 h 1531399"/>
                <a:gd name="connsiteX91" fmla="*/ 1530731 w 1681861"/>
                <a:gd name="connsiteY91" fmla="*/ 448216 h 1531399"/>
                <a:gd name="connsiteX92" fmla="*/ 1107186 w 1681861"/>
                <a:gd name="connsiteY92" fmla="*/ 448343 h 1531399"/>
                <a:gd name="connsiteX93" fmla="*/ 161417 w 1681861"/>
                <a:gd name="connsiteY93" fmla="*/ 591599 h 1531399"/>
                <a:gd name="connsiteX94" fmla="*/ 114554 w 1681861"/>
                <a:gd name="connsiteY94" fmla="*/ 808769 h 1531399"/>
                <a:gd name="connsiteX95" fmla="*/ 182499 w 1681861"/>
                <a:gd name="connsiteY95" fmla="*/ 880270 h 1531399"/>
                <a:gd name="connsiteX96" fmla="*/ 224917 w 1681861"/>
                <a:gd name="connsiteY96" fmla="*/ 844710 h 1531399"/>
                <a:gd name="connsiteX97" fmla="*/ 224536 w 1681861"/>
                <a:gd name="connsiteY97" fmla="*/ 621698 h 1531399"/>
                <a:gd name="connsiteX98" fmla="*/ 161417 w 1681861"/>
                <a:gd name="connsiteY98" fmla="*/ 591599 h 1531399"/>
                <a:gd name="connsiteX99" fmla="*/ 1039622 w 1681861"/>
                <a:gd name="connsiteY99" fmla="*/ 587916 h 1531399"/>
                <a:gd name="connsiteX100" fmla="*/ 1037717 w 1681861"/>
                <a:gd name="connsiteY100" fmla="*/ 881540 h 1531399"/>
                <a:gd name="connsiteX101" fmla="*/ 1039622 w 1681861"/>
                <a:gd name="connsiteY101" fmla="*/ 587916 h 1531399"/>
                <a:gd name="connsiteX102" fmla="*/ 1514094 w 1681861"/>
                <a:gd name="connsiteY102" fmla="*/ 595663 h 1531399"/>
                <a:gd name="connsiteX103" fmla="*/ 1513586 w 1681861"/>
                <a:gd name="connsiteY103" fmla="*/ 683293 h 1531399"/>
                <a:gd name="connsiteX104" fmla="*/ 1513332 w 1681861"/>
                <a:gd name="connsiteY104" fmla="*/ 895637 h 1531399"/>
                <a:gd name="connsiteX105" fmla="*/ 1528953 w 1681861"/>
                <a:gd name="connsiteY105" fmla="*/ 993935 h 1531399"/>
                <a:gd name="connsiteX106" fmla="*/ 1648333 w 1681861"/>
                <a:gd name="connsiteY106" fmla="*/ 974758 h 1531399"/>
                <a:gd name="connsiteX107" fmla="*/ 1654810 w 1681861"/>
                <a:gd name="connsiteY107" fmla="*/ 822739 h 1531399"/>
                <a:gd name="connsiteX108" fmla="*/ 1655191 w 1681861"/>
                <a:gd name="connsiteY108" fmla="*/ 684055 h 1531399"/>
                <a:gd name="connsiteX109" fmla="*/ 1654683 w 1681861"/>
                <a:gd name="connsiteY109" fmla="*/ 596044 h 1531399"/>
                <a:gd name="connsiteX110" fmla="*/ 1514094 w 1681861"/>
                <a:gd name="connsiteY110" fmla="*/ 595663 h 1531399"/>
                <a:gd name="connsiteX111" fmla="*/ 1371092 w 1681861"/>
                <a:gd name="connsiteY111" fmla="*/ 936404 h 1531399"/>
                <a:gd name="connsiteX112" fmla="*/ 1249807 w 1681861"/>
                <a:gd name="connsiteY112" fmla="*/ 1048164 h 1531399"/>
                <a:gd name="connsiteX113" fmla="*/ 1261618 w 1681861"/>
                <a:gd name="connsiteY113" fmla="*/ 977806 h 1531399"/>
                <a:gd name="connsiteX114" fmla="*/ 1208151 w 1681861"/>
                <a:gd name="connsiteY114" fmla="*/ 990252 h 1531399"/>
                <a:gd name="connsiteX115" fmla="*/ 1338961 w 1681861"/>
                <a:gd name="connsiteY115" fmla="*/ 1202723 h 1531399"/>
                <a:gd name="connsiteX116" fmla="*/ 1462913 w 1681861"/>
                <a:gd name="connsiteY116" fmla="*/ 956470 h 1531399"/>
                <a:gd name="connsiteX117" fmla="*/ 1387475 w 1681861"/>
                <a:gd name="connsiteY117" fmla="*/ 1049434 h 1531399"/>
                <a:gd name="connsiteX118" fmla="*/ 1427988 w 1681861"/>
                <a:gd name="connsiteY118" fmla="*/ 943389 h 1531399"/>
                <a:gd name="connsiteX119" fmla="*/ 1371092 w 1681861"/>
                <a:gd name="connsiteY119" fmla="*/ 936404 h 1531399"/>
                <a:gd name="connsiteX120" fmla="*/ 1081532 w 1681861"/>
                <a:gd name="connsiteY120" fmla="*/ 1218471 h 1531399"/>
                <a:gd name="connsiteX121" fmla="*/ 1025652 w 1681861"/>
                <a:gd name="connsiteY121" fmla="*/ 1239172 h 1531399"/>
                <a:gd name="connsiteX122" fmla="*/ 1042035 w 1681861"/>
                <a:gd name="connsiteY122" fmla="*/ 1214534 h 1531399"/>
                <a:gd name="connsiteX123" fmla="*/ 913638 w 1681861"/>
                <a:gd name="connsiteY123" fmla="*/ 1136302 h 1531399"/>
                <a:gd name="connsiteX124" fmla="*/ 964057 w 1681861"/>
                <a:gd name="connsiteY124" fmla="*/ 1385222 h 1531399"/>
                <a:gd name="connsiteX125" fmla="*/ 1097915 w 1681861"/>
                <a:gd name="connsiteY125" fmla="*/ 1412781 h 1531399"/>
                <a:gd name="connsiteX126" fmla="*/ 1340866 w 1681861"/>
                <a:gd name="connsiteY126" fmla="*/ 1232060 h 1531399"/>
                <a:gd name="connsiteX127" fmla="*/ 1181608 w 1681861"/>
                <a:gd name="connsiteY127" fmla="*/ 1117506 h 1531399"/>
                <a:gd name="connsiteX128" fmla="*/ 1081532 w 1681861"/>
                <a:gd name="connsiteY128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492250 w 1681861"/>
                <a:gd name="connsiteY89" fmla="*/ 602521 h 1531399"/>
                <a:gd name="connsiteX90" fmla="*/ 1530731 w 1681861"/>
                <a:gd name="connsiteY90" fmla="*/ 448216 h 1531399"/>
                <a:gd name="connsiteX91" fmla="*/ 1107186 w 1681861"/>
                <a:gd name="connsiteY91" fmla="*/ 448343 h 1531399"/>
                <a:gd name="connsiteX92" fmla="*/ 161417 w 1681861"/>
                <a:gd name="connsiteY92" fmla="*/ 591599 h 1531399"/>
                <a:gd name="connsiteX93" fmla="*/ 114554 w 1681861"/>
                <a:gd name="connsiteY93" fmla="*/ 808769 h 1531399"/>
                <a:gd name="connsiteX94" fmla="*/ 182499 w 1681861"/>
                <a:gd name="connsiteY94" fmla="*/ 880270 h 1531399"/>
                <a:gd name="connsiteX95" fmla="*/ 224917 w 1681861"/>
                <a:gd name="connsiteY95" fmla="*/ 844710 h 1531399"/>
                <a:gd name="connsiteX96" fmla="*/ 224536 w 1681861"/>
                <a:gd name="connsiteY96" fmla="*/ 621698 h 1531399"/>
                <a:gd name="connsiteX97" fmla="*/ 161417 w 1681861"/>
                <a:gd name="connsiteY97" fmla="*/ 591599 h 1531399"/>
                <a:gd name="connsiteX98" fmla="*/ 1039622 w 1681861"/>
                <a:gd name="connsiteY98" fmla="*/ 587916 h 1531399"/>
                <a:gd name="connsiteX99" fmla="*/ 1037717 w 1681861"/>
                <a:gd name="connsiteY99" fmla="*/ 881540 h 1531399"/>
                <a:gd name="connsiteX100" fmla="*/ 1039622 w 1681861"/>
                <a:gd name="connsiteY100" fmla="*/ 587916 h 1531399"/>
                <a:gd name="connsiteX101" fmla="*/ 1514094 w 1681861"/>
                <a:gd name="connsiteY101" fmla="*/ 595663 h 1531399"/>
                <a:gd name="connsiteX102" fmla="*/ 1513586 w 1681861"/>
                <a:gd name="connsiteY102" fmla="*/ 683293 h 1531399"/>
                <a:gd name="connsiteX103" fmla="*/ 1513332 w 1681861"/>
                <a:gd name="connsiteY103" fmla="*/ 895637 h 1531399"/>
                <a:gd name="connsiteX104" fmla="*/ 1528953 w 1681861"/>
                <a:gd name="connsiteY104" fmla="*/ 993935 h 1531399"/>
                <a:gd name="connsiteX105" fmla="*/ 1648333 w 1681861"/>
                <a:gd name="connsiteY105" fmla="*/ 974758 h 1531399"/>
                <a:gd name="connsiteX106" fmla="*/ 1654810 w 1681861"/>
                <a:gd name="connsiteY106" fmla="*/ 822739 h 1531399"/>
                <a:gd name="connsiteX107" fmla="*/ 1655191 w 1681861"/>
                <a:gd name="connsiteY107" fmla="*/ 684055 h 1531399"/>
                <a:gd name="connsiteX108" fmla="*/ 1654683 w 1681861"/>
                <a:gd name="connsiteY108" fmla="*/ 596044 h 1531399"/>
                <a:gd name="connsiteX109" fmla="*/ 1514094 w 1681861"/>
                <a:gd name="connsiteY109" fmla="*/ 595663 h 1531399"/>
                <a:gd name="connsiteX110" fmla="*/ 1371092 w 1681861"/>
                <a:gd name="connsiteY110" fmla="*/ 936404 h 1531399"/>
                <a:gd name="connsiteX111" fmla="*/ 1249807 w 1681861"/>
                <a:gd name="connsiteY111" fmla="*/ 1048164 h 1531399"/>
                <a:gd name="connsiteX112" fmla="*/ 1261618 w 1681861"/>
                <a:gd name="connsiteY112" fmla="*/ 977806 h 1531399"/>
                <a:gd name="connsiteX113" fmla="*/ 1208151 w 1681861"/>
                <a:gd name="connsiteY113" fmla="*/ 990252 h 1531399"/>
                <a:gd name="connsiteX114" fmla="*/ 1338961 w 1681861"/>
                <a:gd name="connsiteY114" fmla="*/ 1202723 h 1531399"/>
                <a:gd name="connsiteX115" fmla="*/ 1462913 w 1681861"/>
                <a:gd name="connsiteY115" fmla="*/ 956470 h 1531399"/>
                <a:gd name="connsiteX116" fmla="*/ 1387475 w 1681861"/>
                <a:gd name="connsiteY116" fmla="*/ 1049434 h 1531399"/>
                <a:gd name="connsiteX117" fmla="*/ 1427988 w 1681861"/>
                <a:gd name="connsiteY117" fmla="*/ 943389 h 1531399"/>
                <a:gd name="connsiteX118" fmla="*/ 1371092 w 1681861"/>
                <a:gd name="connsiteY118" fmla="*/ 936404 h 1531399"/>
                <a:gd name="connsiteX119" fmla="*/ 1081532 w 1681861"/>
                <a:gd name="connsiteY119" fmla="*/ 1218471 h 1531399"/>
                <a:gd name="connsiteX120" fmla="*/ 1025652 w 1681861"/>
                <a:gd name="connsiteY120" fmla="*/ 1239172 h 1531399"/>
                <a:gd name="connsiteX121" fmla="*/ 1042035 w 1681861"/>
                <a:gd name="connsiteY121" fmla="*/ 1214534 h 1531399"/>
                <a:gd name="connsiteX122" fmla="*/ 913638 w 1681861"/>
                <a:gd name="connsiteY122" fmla="*/ 1136302 h 1531399"/>
                <a:gd name="connsiteX123" fmla="*/ 964057 w 1681861"/>
                <a:gd name="connsiteY123" fmla="*/ 1385222 h 1531399"/>
                <a:gd name="connsiteX124" fmla="*/ 1097915 w 1681861"/>
                <a:gd name="connsiteY124" fmla="*/ 1412781 h 1531399"/>
                <a:gd name="connsiteX125" fmla="*/ 1340866 w 1681861"/>
                <a:gd name="connsiteY125" fmla="*/ 1232060 h 1531399"/>
                <a:gd name="connsiteX126" fmla="*/ 1181608 w 1681861"/>
                <a:gd name="connsiteY126" fmla="*/ 1117506 h 1531399"/>
                <a:gd name="connsiteX127" fmla="*/ 1081532 w 1681861"/>
                <a:gd name="connsiteY127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4094 w 1681861"/>
                <a:gd name="connsiteY100" fmla="*/ 595663 h 1531399"/>
                <a:gd name="connsiteX101" fmla="*/ 1513586 w 1681861"/>
                <a:gd name="connsiteY101" fmla="*/ 683293 h 1531399"/>
                <a:gd name="connsiteX102" fmla="*/ 1513332 w 1681861"/>
                <a:gd name="connsiteY102" fmla="*/ 895637 h 1531399"/>
                <a:gd name="connsiteX103" fmla="*/ 1528953 w 1681861"/>
                <a:gd name="connsiteY103" fmla="*/ 993935 h 1531399"/>
                <a:gd name="connsiteX104" fmla="*/ 1648333 w 1681861"/>
                <a:gd name="connsiteY104" fmla="*/ 974758 h 1531399"/>
                <a:gd name="connsiteX105" fmla="*/ 1654810 w 1681861"/>
                <a:gd name="connsiteY105" fmla="*/ 822739 h 1531399"/>
                <a:gd name="connsiteX106" fmla="*/ 1655191 w 1681861"/>
                <a:gd name="connsiteY106" fmla="*/ 684055 h 1531399"/>
                <a:gd name="connsiteX107" fmla="*/ 1654683 w 1681861"/>
                <a:gd name="connsiteY107" fmla="*/ 596044 h 1531399"/>
                <a:gd name="connsiteX108" fmla="*/ 1514094 w 1681861"/>
                <a:gd name="connsiteY108" fmla="*/ 595663 h 1531399"/>
                <a:gd name="connsiteX109" fmla="*/ 1371092 w 1681861"/>
                <a:gd name="connsiteY109" fmla="*/ 936404 h 1531399"/>
                <a:gd name="connsiteX110" fmla="*/ 1249807 w 1681861"/>
                <a:gd name="connsiteY110" fmla="*/ 1048164 h 1531399"/>
                <a:gd name="connsiteX111" fmla="*/ 1261618 w 1681861"/>
                <a:gd name="connsiteY111" fmla="*/ 977806 h 1531399"/>
                <a:gd name="connsiteX112" fmla="*/ 1208151 w 1681861"/>
                <a:gd name="connsiteY112" fmla="*/ 990252 h 1531399"/>
                <a:gd name="connsiteX113" fmla="*/ 1338961 w 1681861"/>
                <a:gd name="connsiteY113" fmla="*/ 1202723 h 1531399"/>
                <a:gd name="connsiteX114" fmla="*/ 1462913 w 1681861"/>
                <a:gd name="connsiteY114" fmla="*/ 956470 h 1531399"/>
                <a:gd name="connsiteX115" fmla="*/ 1387475 w 1681861"/>
                <a:gd name="connsiteY115" fmla="*/ 1049434 h 1531399"/>
                <a:gd name="connsiteX116" fmla="*/ 1427988 w 1681861"/>
                <a:gd name="connsiteY116" fmla="*/ 943389 h 1531399"/>
                <a:gd name="connsiteX117" fmla="*/ 1371092 w 1681861"/>
                <a:gd name="connsiteY117" fmla="*/ 936404 h 1531399"/>
                <a:gd name="connsiteX118" fmla="*/ 1081532 w 1681861"/>
                <a:gd name="connsiteY118" fmla="*/ 1218471 h 1531399"/>
                <a:gd name="connsiteX119" fmla="*/ 1025652 w 1681861"/>
                <a:gd name="connsiteY119" fmla="*/ 1239172 h 1531399"/>
                <a:gd name="connsiteX120" fmla="*/ 1042035 w 1681861"/>
                <a:gd name="connsiteY120" fmla="*/ 1214534 h 1531399"/>
                <a:gd name="connsiteX121" fmla="*/ 913638 w 1681861"/>
                <a:gd name="connsiteY121" fmla="*/ 1136302 h 1531399"/>
                <a:gd name="connsiteX122" fmla="*/ 964057 w 1681861"/>
                <a:gd name="connsiteY122" fmla="*/ 1385222 h 1531399"/>
                <a:gd name="connsiteX123" fmla="*/ 1097915 w 1681861"/>
                <a:gd name="connsiteY123" fmla="*/ 1412781 h 1531399"/>
                <a:gd name="connsiteX124" fmla="*/ 1340866 w 1681861"/>
                <a:gd name="connsiteY124" fmla="*/ 1232060 h 1531399"/>
                <a:gd name="connsiteX125" fmla="*/ 1181608 w 1681861"/>
                <a:gd name="connsiteY125" fmla="*/ 1117506 h 1531399"/>
                <a:gd name="connsiteX126" fmla="*/ 1081532 w 1681861"/>
                <a:gd name="connsiteY126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4094 w 1681861"/>
                <a:gd name="connsiteY100" fmla="*/ 595663 h 1531399"/>
                <a:gd name="connsiteX101" fmla="*/ 1513586 w 1681861"/>
                <a:gd name="connsiteY101" fmla="*/ 683293 h 1531399"/>
                <a:gd name="connsiteX102" fmla="*/ 1513332 w 1681861"/>
                <a:gd name="connsiteY102" fmla="*/ 895637 h 1531399"/>
                <a:gd name="connsiteX103" fmla="*/ 1528953 w 1681861"/>
                <a:gd name="connsiteY103" fmla="*/ 993935 h 1531399"/>
                <a:gd name="connsiteX104" fmla="*/ 1648333 w 1681861"/>
                <a:gd name="connsiteY104" fmla="*/ 974758 h 1531399"/>
                <a:gd name="connsiteX105" fmla="*/ 1654810 w 1681861"/>
                <a:gd name="connsiteY105" fmla="*/ 822739 h 1531399"/>
                <a:gd name="connsiteX106" fmla="*/ 1655191 w 1681861"/>
                <a:gd name="connsiteY106" fmla="*/ 684055 h 1531399"/>
                <a:gd name="connsiteX107" fmla="*/ 1654683 w 1681861"/>
                <a:gd name="connsiteY107" fmla="*/ 596044 h 1531399"/>
                <a:gd name="connsiteX108" fmla="*/ 1371092 w 1681861"/>
                <a:gd name="connsiteY108" fmla="*/ 936404 h 1531399"/>
                <a:gd name="connsiteX109" fmla="*/ 1249807 w 1681861"/>
                <a:gd name="connsiteY109" fmla="*/ 1048164 h 1531399"/>
                <a:gd name="connsiteX110" fmla="*/ 1261618 w 1681861"/>
                <a:gd name="connsiteY110" fmla="*/ 977806 h 1531399"/>
                <a:gd name="connsiteX111" fmla="*/ 1208151 w 1681861"/>
                <a:gd name="connsiteY111" fmla="*/ 990252 h 1531399"/>
                <a:gd name="connsiteX112" fmla="*/ 1338961 w 1681861"/>
                <a:gd name="connsiteY112" fmla="*/ 1202723 h 1531399"/>
                <a:gd name="connsiteX113" fmla="*/ 1462913 w 1681861"/>
                <a:gd name="connsiteY113" fmla="*/ 956470 h 1531399"/>
                <a:gd name="connsiteX114" fmla="*/ 1387475 w 1681861"/>
                <a:gd name="connsiteY114" fmla="*/ 1049434 h 1531399"/>
                <a:gd name="connsiteX115" fmla="*/ 1427988 w 1681861"/>
                <a:gd name="connsiteY115" fmla="*/ 943389 h 1531399"/>
                <a:gd name="connsiteX116" fmla="*/ 1371092 w 1681861"/>
                <a:gd name="connsiteY116" fmla="*/ 936404 h 1531399"/>
                <a:gd name="connsiteX117" fmla="*/ 1081532 w 1681861"/>
                <a:gd name="connsiteY117" fmla="*/ 1218471 h 1531399"/>
                <a:gd name="connsiteX118" fmla="*/ 1025652 w 1681861"/>
                <a:gd name="connsiteY118" fmla="*/ 1239172 h 1531399"/>
                <a:gd name="connsiteX119" fmla="*/ 1042035 w 1681861"/>
                <a:gd name="connsiteY119" fmla="*/ 1214534 h 1531399"/>
                <a:gd name="connsiteX120" fmla="*/ 913638 w 1681861"/>
                <a:gd name="connsiteY120" fmla="*/ 1136302 h 1531399"/>
                <a:gd name="connsiteX121" fmla="*/ 964057 w 1681861"/>
                <a:gd name="connsiteY121" fmla="*/ 1385222 h 1531399"/>
                <a:gd name="connsiteX122" fmla="*/ 1097915 w 1681861"/>
                <a:gd name="connsiteY122" fmla="*/ 1412781 h 1531399"/>
                <a:gd name="connsiteX123" fmla="*/ 1340866 w 1681861"/>
                <a:gd name="connsiteY123" fmla="*/ 1232060 h 1531399"/>
                <a:gd name="connsiteX124" fmla="*/ 1181608 w 1681861"/>
                <a:gd name="connsiteY124" fmla="*/ 1117506 h 1531399"/>
                <a:gd name="connsiteX125" fmla="*/ 1081532 w 1681861"/>
                <a:gd name="connsiteY125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4094 w 1681861"/>
                <a:gd name="connsiteY100" fmla="*/ 595663 h 1531399"/>
                <a:gd name="connsiteX101" fmla="*/ 1513332 w 1681861"/>
                <a:gd name="connsiteY101" fmla="*/ 895637 h 1531399"/>
                <a:gd name="connsiteX102" fmla="*/ 1528953 w 1681861"/>
                <a:gd name="connsiteY102" fmla="*/ 993935 h 1531399"/>
                <a:gd name="connsiteX103" fmla="*/ 1648333 w 1681861"/>
                <a:gd name="connsiteY103" fmla="*/ 974758 h 1531399"/>
                <a:gd name="connsiteX104" fmla="*/ 1654810 w 1681861"/>
                <a:gd name="connsiteY104" fmla="*/ 822739 h 1531399"/>
                <a:gd name="connsiteX105" fmla="*/ 1655191 w 1681861"/>
                <a:gd name="connsiteY105" fmla="*/ 684055 h 1531399"/>
                <a:gd name="connsiteX106" fmla="*/ 1654683 w 1681861"/>
                <a:gd name="connsiteY106" fmla="*/ 596044 h 1531399"/>
                <a:gd name="connsiteX107" fmla="*/ 1371092 w 1681861"/>
                <a:gd name="connsiteY107" fmla="*/ 936404 h 1531399"/>
                <a:gd name="connsiteX108" fmla="*/ 1249807 w 1681861"/>
                <a:gd name="connsiteY108" fmla="*/ 1048164 h 1531399"/>
                <a:gd name="connsiteX109" fmla="*/ 1261618 w 1681861"/>
                <a:gd name="connsiteY109" fmla="*/ 977806 h 1531399"/>
                <a:gd name="connsiteX110" fmla="*/ 1208151 w 1681861"/>
                <a:gd name="connsiteY110" fmla="*/ 990252 h 1531399"/>
                <a:gd name="connsiteX111" fmla="*/ 1338961 w 1681861"/>
                <a:gd name="connsiteY111" fmla="*/ 1202723 h 1531399"/>
                <a:gd name="connsiteX112" fmla="*/ 1462913 w 1681861"/>
                <a:gd name="connsiteY112" fmla="*/ 956470 h 1531399"/>
                <a:gd name="connsiteX113" fmla="*/ 1387475 w 1681861"/>
                <a:gd name="connsiteY113" fmla="*/ 1049434 h 1531399"/>
                <a:gd name="connsiteX114" fmla="*/ 1427988 w 1681861"/>
                <a:gd name="connsiteY114" fmla="*/ 943389 h 1531399"/>
                <a:gd name="connsiteX115" fmla="*/ 1371092 w 1681861"/>
                <a:gd name="connsiteY115" fmla="*/ 936404 h 1531399"/>
                <a:gd name="connsiteX116" fmla="*/ 1081532 w 1681861"/>
                <a:gd name="connsiteY116" fmla="*/ 1218471 h 1531399"/>
                <a:gd name="connsiteX117" fmla="*/ 1025652 w 1681861"/>
                <a:gd name="connsiteY117" fmla="*/ 1239172 h 1531399"/>
                <a:gd name="connsiteX118" fmla="*/ 1042035 w 1681861"/>
                <a:gd name="connsiteY118" fmla="*/ 1214534 h 1531399"/>
                <a:gd name="connsiteX119" fmla="*/ 913638 w 1681861"/>
                <a:gd name="connsiteY119" fmla="*/ 1136302 h 1531399"/>
                <a:gd name="connsiteX120" fmla="*/ 964057 w 1681861"/>
                <a:gd name="connsiteY120" fmla="*/ 1385222 h 1531399"/>
                <a:gd name="connsiteX121" fmla="*/ 1097915 w 1681861"/>
                <a:gd name="connsiteY121" fmla="*/ 1412781 h 1531399"/>
                <a:gd name="connsiteX122" fmla="*/ 1340866 w 1681861"/>
                <a:gd name="connsiteY122" fmla="*/ 1232060 h 1531399"/>
                <a:gd name="connsiteX123" fmla="*/ 1181608 w 1681861"/>
                <a:gd name="connsiteY123" fmla="*/ 1117506 h 1531399"/>
                <a:gd name="connsiteX124" fmla="*/ 1081532 w 1681861"/>
                <a:gd name="connsiteY124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3332 w 1681861"/>
                <a:gd name="connsiteY100" fmla="*/ 895637 h 1531399"/>
                <a:gd name="connsiteX101" fmla="*/ 1528953 w 1681861"/>
                <a:gd name="connsiteY101" fmla="*/ 993935 h 1531399"/>
                <a:gd name="connsiteX102" fmla="*/ 1648333 w 1681861"/>
                <a:gd name="connsiteY102" fmla="*/ 974758 h 1531399"/>
                <a:gd name="connsiteX103" fmla="*/ 1654810 w 1681861"/>
                <a:gd name="connsiteY103" fmla="*/ 822739 h 1531399"/>
                <a:gd name="connsiteX104" fmla="*/ 1655191 w 1681861"/>
                <a:gd name="connsiteY104" fmla="*/ 684055 h 1531399"/>
                <a:gd name="connsiteX105" fmla="*/ 1654683 w 1681861"/>
                <a:gd name="connsiteY105" fmla="*/ 596044 h 1531399"/>
                <a:gd name="connsiteX106" fmla="*/ 1371092 w 1681861"/>
                <a:gd name="connsiteY106" fmla="*/ 936404 h 1531399"/>
                <a:gd name="connsiteX107" fmla="*/ 1249807 w 1681861"/>
                <a:gd name="connsiteY107" fmla="*/ 1048164 h 1531399"/>
                <a:gd name="connsiteX108" fmla="*/ 1261618 w 1681861"/>
                <a:gd name="connsiteY108" fmla="*/ 977806 h 1531399"/>
                <a:gd name="connsiteX109" fmla="*/ 1208151 w 1681861"/>
                <a:gd name="connsiteY109" fmla="*/ 990252 h 1531399"/>
                <a:gd name="connsiteX110" fmla="*/ 1338961 w 1681861"/>
                <a:gd name="connsiteY110" fmla="*/ 1202723 h 1531399"/>
                <a:gd name="connsiteX111" fmla="*/ 1462913 w 1681861"/>
                <a:gd name="connsiteY111" fmla="*/ 956470 h 1531399"/>
                <a:gd name="connsiteX112" fmla="*/ 1387475 w 1681861"/>
                <a:gd name="connsiteY112" fmla="*/ 1049434 h 1531399"/>
                <a:gd name="connsiteX113" fmla="*/ 1427988 w 1681861"/>
                <a:gd name="connsiteY113" fmla="*/ 943389 h 1531399"/>
                <a:gd name="connsiteX114" fmla="*/ 1371092 w 1681861"/>
                <a:gd name="connsiteY114" fmla="*/ 936404 h 1531399"/>
                <a:gd name="connsiteX115" fmla="*/ 1081532 w 1681861"/>
                <a:gd name="connsiteY115" fmla="*/ 1218471 h 1531399"/>
                <a:gd name="connsiteX116" fmla="*/ 1025652 w 1681861"/>
                <a:gd name="connsiteY116" fmla="*/ 1239172 h 1531399"/>
                <a:gd name="connsiteX117" fmla="*/ 1042035 w 1681861"/>
                <a:gd name="connsiteY117" fmla="*/ 1214534 h 1531399"/>
                <a:gd name="connsiteX118" fmla="*/ 913638 w 1681861"/>
                <a:gd name="connsiteY118" fmla="*/ 1136302 h 1531399"/>
                <a:gd name="connsiteX119" fmla="*/ 964057 w 1681861"/>
                <a:gd name="connsiteY119" fmla="*/ 1385222 h 1531399"/>
                <a:gd name="connsiteX120" fmla="*/ 1097915 w 1681861"/>
                <a:gd name="connsiteY120" fmla="*/ 1412781 h 1531399"/>
                <a:gd name="connsiteX121" fmla="*/ 1340866 w 1681861"/>
                <a:gd name="connsiteY121" fmla="*/ 1232060 h 1531399"/>
                <a:gd name="connsiteX122" fmla="*/ 1181608 w 1681861"/>
                <a:gd name="connsiteY122" fmla="*/ 1117506 h 1531399"/>
                <a:gd name="connsiteX123" fmla="*/ 1081532 w 1681861"/>
                <a:gd name="connsiteY123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28953 w 1681861"/>
                <a:gd name="connsiteY100" fmla="*/ 993935 h 1531399"/>
                <a:gd name="connsiteX101" fmla="*/ 1648333 w 1681861"/>
                <a:gd name="connsiteY101" fmla="*/ 974758 h 1531399"/>
                <a:gd name="connsiteX102" fmla="*/ 1654810 w 1681861"/>
                <a:gd name="connsiteY102" fmla="*/ 822739 h 1531399"/>
                <a:gd name="connsiteX103" fmla="*/ 1655191 w 1681861"/>
                <a:gd name="connsiteY103" fmla="*/ 684055 h 1531399"/>
                <a:gd name="connsiteX104" fmla="*/ 1654683 w 1681861"/>
                <a:gd name="connsiteY104" fmla="*/ 596044 h 1531399"/>
                <a:gd name="connsiteX105" fmla="*/ 1371092 w 1681861"/>
                <a:gd name="connsiteY105" fmla="*/ 936404 h 1531399"/>
                <a:gd name="connsiteX106" fmla="*/ 1249807 w 1681861"/>
                <a:gd name="connsiteY106" fmla="*/ 1048164 h 1531399"/>
                <a:gd name="connsiteX107" fmla="*/ 1261618 w 1681861"/>
                <a:gd name="connsiteY107" fmla="*/ 977806 h 1531399"/>
                <a:gd name="connsiteX108" fmla="*/ 1208151 w 1681861"/>
                <a:gd name="connsiteY108" fmla="*/ 990252 h 1531399"/>
                <a:gd name="connsiteX109" fmla="*/ 1338961 w 1681861"/>
                <a:gd name="connsiteY109" fmla="*/ 1202723 h 1531399"/>
                <a:gd name="connsiteX110" fmla="*/ 1462913 w 1681861"/>
                <a:gd name="connsiteY110" fmla="*/ 956470 h 1531399"/>
                <a:gd name="connsiteX111" fmla="*/ 1387475 w 1681861"/>
                <a:gd name="connsiteY111" fmla="*/ 1049434 h 1531399"/>
                <a:gd name="connsiteX112" fmla="*/ 1427988 w 1681861"/>
                <a:gd name="connsiteY112" fmla="*/ 943389 h 1531399"/>
                <a:gd name="connsiteX113" fmla="*/ 1371092 w 1681861"/>
                <a:gd name="connsiteY113" fmla="*/ 936404 h 1531399"/>
                <a:gd name="connsiteX114" fmla="*/ 1081532 w 1681861"/>
                <a:gd name="connsiteY114" fmla="*/ 1218471 h 1531399"/>
                <a:gd name="connsiteX115" fmla="*/ 1025652 w 1681861"/>
                <a:gd name="connsiteY115" fmla="*/ 1239172 h 1531399"/>
                <a:gd name="connsiteX116" fmla="*/ 1042035 w 1681861"/>
                <a:gd name="connsiteY116" fmla="*/ 1214534 h 1531399"/>
                <a:gd name="connsiteX117" fmla="*/ 913638 w 1681861"/>
                <a:gd name="connsiteY117" fmla="*/ 1136302 h 1531399"/>
                <a:gd name="connsiteX118" fmla="*/ 964057 w 1681861"/>
                <a:gd name="connsiteY118" fmla="*/ 1385222 h 1531399"/>
                <a:gd name="connsiteX119" fmla="*/ 1097915 w 1681861"/>
                <a:gd name="connsiteY119" fmla="*/ 1412781 h 1531399"/>
                <a:gd name="connsiteX120" fmla="*/ 1340866 w 1681861"/>
                <a:gd name="connsiteY120" fmla="*/ 1232060 h 1531399"/>
                <a:gd name="connsiteX121" fmla="*/ 1181608 w 1681861"/>
                <a:gd name="connsiteY121" fmla="*/ 1117506 h 1531399"/>
                <a:gd name="connsiteX122" fmla="*/ 1081532 w 1681861"/>
                <a:gd name="connsiteY122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648333 w 1681861"/>
                <a:gd name="connsiteY100" fmla="*/ 974758 h 1531399"/>
                <a:gd name="connsiteX101" fmla="*/ 1654810 w 1681861"/>
                <a:gd name="connsiteY101" fmla="*/ 822739 h 1531399"/>
                <a:gd name="connsiteX102" fmla="*/ 1655191 w 1681861"/>
                <a:gd name="connsiteY102" fmla="*/ 684055 h 1531399"/>
                <a:gd name="connsiteX103" fmla="*/ 1654683 w 1681861"/>
                <a:gd name="connsiteY103" fmla="*/ 596044 h 1531399"/>
                <a:gd name="connsiteX104" fmla="*/ 1371092 w 1681861"/>
                <a:gd name="connsiteY104" fmla="*/ 936404 h 1531399"/>
                <a:gd name="connsiteX105" fmla="*/ 1249807 w 1681861"/>
                <a:gd name="connsiteY105" fmla="*/ 1048164 h 1531399"/>
                <a:gd name="connsiteX106" fmla="*/ 1261618 w 1681861"/>
                <a:gd name="connsiteY106" fmla="*/ 977806 h 1531399"/>
                <a:gd name="connsiteX107" fmla="*/ 1208151 w 1681861"/>
                <a:gd name="connsiteY107" fmla="*/ 990252 h 1531399"/>
                <a:gd name="connsiteX108" fmla="*/ 1338961 w 1681861"/>
                <a:gd name="connsiteY108" fmla="*/ 1202723 h 1531399"/>
                <a:gd name="connsiteX109" fmla="*/ 1462913 w 1681861"/>
                <a:gd name="connsiteY109" fmla="*/ 956470 h 1531399"/>
                <a:gd name="connsiteX110" fmla="*/ 1387475 w 1681861"/>
                <a:gd name="connsiteY110" fmla="*/ 1049434 h 1531399"/>
                <a:gd name="connsiteX111" fmla="*/ 1427988 w 1681861"/>
                <a:gd name="connsiteY111" fmla="*/ 943389 h 1531399"/>
                <a:gd name="connsiteX112" fmla="*/ 1371092 w 1681861"/>
                <a:gd name="connsiteY112" fmla="*/ 936404 h 1531399"/>
                <a:gd name="connsiteX113" fmla="*/ 1081532 w 1681861"/>
                <a:gd name="connsiteY113" fmla="*/ 1218471 h 1531399"/>
                <a:gd name="connsiteX114" fmla="*/ 1025652 w 1681861"/>
                <a:gd name="connsiteY114" fmla="*/ 1239172 h 1531399"/>
                <a:gd name="connsiteX115" fmla="*/ 1042035 w 1681861"/>
                <a:gd name="connsiteY115" fmla="*/ 1214534 h 1531399"/>
                <a:gd name="connsiteX116" fmla="*/ 913638 w 1681861"/>
                <a:gd name="connsiteY116" fmla="*/ 1136302 h 1531399"/>
                <a:gd name="connsiteX117" fmla="*/ 964057 w 1681861"/>
                <a:gd name="connsiteY117" fmla="*/ 1385222 h 1531399"/>
                <a:gd name="connsiteX118" fmla="*/ 1097915 w 1681861"/>
                <a:gd name="connsiteY118" fmla="*/ 1412781 h 1531399"/>
                <a:gd name="connsiteX119" fmla="*/ 1340866 w 1681861"/>
                <a:gd name="connsiteY119" fmla="*/ 1232060 h 1531399"/>
                <a:gd name="connsiteX120" fmla="*/ 1181608 w 1681861"/>
                <a:gd name="connsiteY120" fmla="*/ 1117506 h 1531399"/>
                <a:gd name="connsiteX121" fmla="*/ 1081532 w 1681861"/>
                <a:gd name="connsiteY121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217930 w 1681861"/>
                <a:gd name="connsiteY57" fmla="*/ 33307 h 1531399"/>
                <a:gd name="connsiteX58" fmla="*/ 1235710 w 1681861"/>
                <a:gd name="connsiteY58" fmla="*/ 80932 h 1531399"/>
                <a:gd name="connsiteX59" fmla="*/ 1415161 w 1681861"/>
                <a:gd name="connsiteY59" fmla="*/ 77122 h 1531399"/>
                <a:gd name="connsiteX60" fmla="*/ 1427353 w 1681861"/>
                <a:gd name="connsiteY60" fmla="*/ 31148 h 1531399"/>
                <a:gd name="connsiteX61" fmla="*/ 1217930 w 1681861"/>
                <a:gd name="connsiteY61" fmla="*/ 33307 h 1531399"/>
                <a:gd name="connsiteX62" fmla="*/ 1249680 w 1681861"/>
                <a:gd name="connsiteY62" fmla="*/ 103665 h 1531399"/>
                <a:gd name="connsiteX63" fmla="*/ 1249807 w 1681861"/>
                <a:gd name="connsiteY63" fmla="*/ 153703 h 1531399"/>
                <a:gd name="connsiteX64" fmla="*/ 1249934 w 1681861"/>
                <a:gd name="connsiteY64" fmla="*/ 272067 h 1531399"/>
                <a:gd name="connsiteX65" fmla="*/ 1111631 w 1681861"/>
                <a:gd name="connsiteY65" fmla="*/ 422435 h 1531399"/>
                <a:gd name="connsiteX66" fmla="*/ 1502918 w 1681861"/>
                <a:gd name="connsiteY66" fmla="*/ 423070 h 1531399"/>
                <a:gd name="connsiteX67" fmla="*/ 1498473 w 1681861"/>
                <a:gd name="connsiteY67" fmla="*/ 350299 h 1531399"/>
                <a:gd name="connsiteX68" fmla="*/ 1391920 w 1681861"/>
                <a:gd name="connsiteY68" fmla="*/ 155354 h 1531399"/>
                <a:gd name="connsiteX69" fmla="*/ 1392047 w 1681861"/>
                <a:gd name="connsiteY69" fmla="*/ 104173 h 1531399"/>
                <a:gd name="connsiteX70" fmla="*/ 1249680 w 1681861"/>
                <a:gd name="connsiteY70" fmla="*/ 103665 h 1531399"/>
                <a:gd name="connsiteX71" fmla="*/ 1522730 w 1681861"/>
                <a:gd name="connsiteY71" fmla="*/ 389796 h 1531399"/>
                <a:gd name="connsiteX72" fmla="*/ 1567561 w 1681861"/>
                <a:gd name="connsiteY72" fmla="*/ 335313 h 1531399"/>
                <a:gd name="connsiteX73" fmla="*/ 1522730 w 1681861"/>
                <a:gd name="connsiteY73" fmla="*/ 389796 h 1531399"/>
                <a:gd name="connsiteX74" fmla="*/ 378191 w 1681861"/>
                <a:gd name="connsiteY74" fmla="*/ 356072 h 1531399"/>
                <a:gd name="connsiteX75" fmla="*/ 198247 w 1681861"/>
                <a:gd name="connsiteY75" fmla="*/ 562643 h 1531399"/>
                <a:gd name="connsiteX76" fmla="*/ 221869 w 1681861"/>
                <a:gd name="connsiteY76" fmla="*/ 573057 h 1531399"/>
                <a:gd name="connsiteX77" fmla="*/ 262001 w 1681861"/>
                <a:gd name="connsiteY77" fmla="*/ 656242 h 1531399"/>
                <a:gd name="connsiteX78" fmla="*/ 231648 w 1681861"/>
                <a:gd name="connsiteY78" fmla="*/ 882556 h 1531399"/>
                <a:gd name="connsiteX79" fmla="*/ 196850 w 1681861"/>
                <a:gd name="connsiteY79" fmla="*/ 903384 h 1531399"/>
                <a:gd name="connsiteX80" fmla="*/ 310642 w 1681861"/>
                <a:gd name="connsiteY80" fmla="*/ 1004095 h 1531399"/>
                <a:gd name="connsiteX81" fmla="*/ 735076 w 1681861"/>
                <a:gd name="connsiteY81" fmla="*/ 1071405 h 1531399"/>
                <a:gd name="connsiteX82" fmla="*/ 985774 w 1681861"/>
                <a:gd name="connsiteY82" fmla="*/ 914433 h 1531399"/>
                <a:gd name="connsiteX83" fmla="*/ 991489 w 1681861"/>
                <a:gd name="connsiteY83" fmla="*/ 912147 h 1531399"/>
                <a:gd name="connsiteX84" fmla="*/ 941956 w 1681861"/>
                <a:gd name="connsiteY84" fmla="*/ 447656 h 1531399"/>
                <a:gd name="connsiteX85" fmla="*/ 655811 w 1681861"/>
                <a:gd name="connsiteY85" fmla="*/ 296327 h 1531399"/>
                <a:gd name="connsiteX86" fmla="*/ 372956 w 1681861"/>
                <a:gd name="connsiteY86" fmla="*/ 354815 h 1531399"/>
                <a:gd name="connsiteX87" fmla="*/ 1107186 w 1681861"/>
                <a:gd name="connsiteY87" fmla="*/ 448343 h 1531399"/>
                <a:gd name="connsiteX88" fmla="*/ 1530731 w 1681861"/>
                <a:gd name="connsiteY88" fmla="*/ 448216 h 1531399"/>
                <a:gd name="connsiteX89" fmla="*/ 1107186 w 1681861"/>
                <a:gd name="connsiteY89" fmla="*/ 448343 h 1531399"/>
                <a:gd name="connsiteX90" fmla="*/ 161417 w 1681861"/>
                <a:gd name="connsiteY90" fmla="*/ 591599 h 1531399"/>
                <a:gd name="connsiteX91" fmla="*/ 114554 w 1681861"/>
                <a:gd name="connsiteY91" fmla="*/ 808769 h 1531399"/>
                <a:gd name="connsiteX92" fmla="*/ 182499 w 1681861"/>
                <a:gd name="connsiteY92" fmla="*/ 880270 h 1531399"/>
                <a:gd name="connsiteX93" fmla="*/ 224917 w 1681861"/>
                <a:gd name="connsiteY93" fmla="*/ 844710 h 1531399"/>
                <a:gd name="connsiteX94" fmla="*/ 224536 w 1681861"/>
                <a:gd name="connsiteY94" fmla="*/ 621698 h 1531399"/>
                <a:gd name="connsiteX95" fmla="*/ 161417 w 1681861"/>
                <a:gd name="connsiteY95" fmla="*/ 591599 h 1531399"/>
                <a:gd name="connsiteX96" fmla="*/ 1039622 w 1681861"/>
                <a:gd name="connsiteY96" fmla="*/ 587916 h 1531399"/>
                <a:gd name="connsiteX97" fmla="*/ 1037717 w 1681861"/>
                <a:gd name="connsiteY97" fmla="*/ 881540 h 1531399"/>
                <a:gd name="connsiteX98" fmla="*/ 1039622 w 1681861"/>
                <a:gd name="connsiteY98" fmla="*/ 587916 h 1531399"/>
                <a:gd name="connsiteX99" fmla="*/ 1648333 w 1681861"/>
                <a:gd name="connsiteY99" fmla="*/ 974758 h 1531399"/>
                <a:gd name="connsiteX100" fmla="*/ 1654810 w 1681861"/>
                <a:gd name="connsiteY100" fmla="*/ 822739 h 1531399"/>
                <a:gd name="connsiteX101" fmla="*/ 1655191 w 1681861"/>
                <a:gd name="connsiteY101" fmla="*/ 684055 h 1531399"/>
                <a:gd name="connsiteX102" fmla="*/ 1654683 w 1681861"/>
                <a:gd name="connsiteY102" fmla="*/ 596044 h 1531399"/>
                <a:gd name="connsiteX103" fmla="*/ 1371092 w 1681861"/>
                <a:gd name="connsiteY103" fmla="*/ 936404 h 1531399"/>
                <a:gd name="connsiteX104" fmla="*/ 1249807 w 1681861"/>
                <a:gd name="connsiteY104" fmla="*/ 1048164 h 1531399"/>
                <a:gd name="connsiteX105" fmla="*/ 1261618 w 1681861"/>
                <a:gd name="connsiteY105" fmla="*/ 977806 h 1531399"/>
                <a:gd name="connsiteX106" fmla="*/ 1208151 w 1681861"/>
                <a:gd name="connsiteY106" fmla="*/ 990252 h 1531399"/>
                <a:gd name="connsiteX107" fmla="*/ 1338961 w 1681861"/>
                <a:gd name="connsiteY107" fmla="*/ 1202723 h 1531399"/>
                <a:gd name="connsiteX108" fmla="*/ 1462913 w 1681861"/>
                <a:gd name="connsiteY108" fmla="*/ 956470 h 1531399"/>
                <a:gd name="connsiteX109" fmla="*/ 1387475 w 1681861"/>
                <a:gd name="connsiteY109" fmla="*/ 1049434 h 1531399"/>
                <a:gd name="connsiteX110" fmla="*/ 1427988 w 1681861"/>
                <a:gd name="connsiteY110" fmla="*/ 943389 h 1531399"/>
                <a:gd name="connsiteX111" fmla="*/ 1371092 w 1681861"/>
                <a:gd name="connsiteY111" fmla="*/ 936404 h 1531399"/>
                <a:gd name="connsiteX112" fmla="*/ 1081532 w 1681861"/>
                <a:gd name="connsiteY112" fmla="*/ 1218471 h 1531399"/>
                <a:gd name="connsiteX113" fmla="*/ 1025652 w 1681861"/>
                <a:gd name="connsiteY113" fmla="*/ 1239172 h 1531399"/>
                <a:gd name="connsiteX114" fmla="*/ 1042035 w 1681861"/>
                <a:gd name="connsiteY114" fmla="*/ 1214534 h 1531399"/>
                <a:gd name="connsiteX115" fmla="*/ 913638 w 1681861"/>
                <a:gd name="connsiteY115" fmla="*/ 1136302 h 1531399"/>
                <a:gd name="connsiteX116" fmla="*/ 964057 w 1681861"/>
                <a:gd name="connsiteY116" fmla="*/ 1385222 h 1531399"/>
                <a:gd name="connsiteX117" fmla="*/ 1097915 w 1681861"/>
                <a:gd name="connsiteY117" fmla="*/ 1412781 h 1531399"/>
                <a:gd name="connsiteX118" fmla="*/ 1340866 w 1681861"/>
                <a:gd name="connsiteY118" fmla="*/ 1232060 h 1531399"/>
                <a:gd name="connsiteX119" fmla="*/ 1181608 w 1681861"/>
                <a:gd name="connsiteY119" fmla="*/ 1117506 h 1531399"/>
                <a:gd name="connsiteX120" fmla="*/ 1081532 w 1681861"/>
                <a:gd name="connsiteY120" fmla="*/ 1218471 h 1531399"/>
                <a:gd name="connsiteX0" fmla="*/ 1182497 w 1681861"/>
                <a:gd name="connsiteY0" fmla="*/ 21003 h 1513253"/>
                <a:gd name="connsiteX1" fmla="*/ 1447673 w 1681861"/>
                <a:gd name="connsiteY1" fmla="*/ 2715 h 1513253"/>
                <a:gd name="connsiteX2" fmla="*/ 1418463 w 1681861"/>
                <a:gd name="connsiteY2" fmla="*/ 86662 h 1513253"/>
                <a:gd name="connsiteX3" fmla="*/ 1417955 w 1681861"/>
                <a:gd name="connsiteY3" fmla="*/ 237792 h 1513253"/>
                <a:gd name="connsiteX4" fmla="*/ 1515999 w 1681861"/>
                <a:gd name="connsiteY4" fmla="*/ 311198 h 1513253"/>
                <a:gd name="connsiteX5" fmla="*/ 1592580 w 1681861"/>
                <a:gd name="connsiteY5" fmla="*/ 303324 h 1513253"/>
                <a:gd name="connsiteX6" fmla="*/ 1622933 w 1681861"/>
                <a:gd name="connsiteY6" fmla="*/ 409496 h 1513253"/>
                <a:gd name="connsiteX7" fmla="*/ 1559179 w 1681861"/>
                <a:gd name="connsiteY7" fmla="*/ 436801 h 1513253"/>
                <a:gd name="connsiteX8" fmla="*/ 1681861 w 1681861"/>
                <a:gd name="connsiteY8" fmla="*/ 581454 h 1513253"/>
                <a:gd name="connsiteX9" fmla="*/ 1681353 w 1681861"/>
                <a:gd name="connsiteY9" fmla="*/ 925497 h 1513253"/>
                <a:gd name="connsiteX10" fmla="*/ 1657731 w 1681861"/>
                <a:gd name="connsiteY10" fmla="*/ 995728 h 1513253"/>
                <a:gd name="connsiteX11" fmla="*/ 1517142 w 1681861"/>
                <a:gd name="connsiteY11" fmla="*/ 1002713 h 1513253"/>
                <a:gd name="connsiteX12" fmla="*/ 1383030 w 1681861"/>
                <a:gd name="connsiteY12" fmla="*/ 1208580 h 1513253"/>
                <a:gd name="connsiteX13" fmla="*/ 1096137 w 1681861"/>
                <a:gd name="connsiteY13" fmla="*/ 1420924 h 1513253"/>
                <a:gd name="connsiteX14" fmla="*/ 969010 w 1681861"/>
                <a:gd name="connsiteY14" fmla="*/ 1399080 h 1513253"/>
                <a:gd name="connsiteX15" fmla="*/ 968375 w 1681861"/>
                <a:gd name="connsiteY15" fmla="*/ 1495854 h 1513253"/>
                <a:gd name="connsiteX16" fmla="*/ 957580 w 1681861"/>
                <a:gd name="connsiteY16" fmla="*/ 1508554 h 1513253"/>
                <a:gd name="connsiteX17" fmla="*/ 942721 w 1681861"/>
                <a:gd name="connsiteY17" fmla="*/ 1505760 h 1513253"/>
                <a:gd name="connsiteX18" fmla="*/ 940562 w 1681861"/>
                <a:gd name="connsiteY18" fmla="*/ 1402255 h 1513253"/>
                <a:gd name="connsiteX19" fmla="*/ 914908 w 1681861"/>
                <a:gd name="connsiteY19" fmla="*/ 1202484 h 1513253"/>
                <a:gd name="connsiteX20" fmla="*/ 854202 w 1681861"/>
                <a:gd name="connsiteY20" fmla="*/ 1089454 h 1513253"/>
                <a:gd name="connsiteX21" fmla="*/ 678561 w 1681861"/>
                <a:gd name="connsiteY21" fmla="*/ 1083358 h 1513253"/>
                <a:gd name="connsiteX22" fmla="*/ 448437 w 1681861"/>
                <a:gd name="connsiteY22" fmla="*/ 1065324 h 1513253"/>
                <a:gd name="connsiteX23" fmla="*/ 402209 w 1681861"/>
                <a:gd name="connsiteY23" fmla="*/ 1088184 h 1513253"/>
                <a:gd name="connsiteX24" fmla="*/ 338963 w 1681861"/>
                <a:gd name="connsiteY24" fmla="*/ 1108250 h 1513253"/>
                <a:gd name="connsiteX25" fmla="*/ 376047 w 1681861"/>
                <a:gd name="connsiteY25" fmla="*/ 1203627 h 1513253"/>
                <a:gd name="connsiteX26" fmla="*/ 342900 w 1681861"/>
                <a:gd name="connsiteY26" fmla="*/ 1335326 h 1513253"/>
                <a:gd name="connsiteX27" fmla="*/ 265811 w 1681861"/>
                <a:gd name="connsiteY27" fmla="*/ 1503982 h 1513253"/>
                <a:gd name="connsiteX28" fmla="*/ 240157 w 1681861"/>
                <a:gd name="connsiteY28" fmla="*/ 1507284 h 1513253"/>
                <a:gd name="connsiteX29" fmla="*/ 349377 w 1681861"/>
                <a:gd name="connsiteY29" fmla="*/ 1221407 h 1513253"/>
                <a:gd name="connsiteX30" fmla="*/ 311531 w 1681861"/>
                <a:gd name="connsiteY30" fmla="*/ 1119680 h 1513253"/>
                <a:gd name="connsiteX31" fmla="*/ 20955 w 1681861"/>
                <a:gd name="connsiteY31" fmla="*/ 1502712 h 1513253"/>
                <a:gd name="connsiteX32" fmla="*/ 0 w 1681861"/>
                <a:gd name="connsiteY32" fmla="*/ 1513253 h 1513253"/>
                <a:gd name="connsiteX33" fmla="*/ 133223 w 1681861"/>
                <a:gd name="connsiteY33" fmla="*/ 1246934 h 1513253"/>
                <a:gd name="connsiteX34" fmla="*/ 412369 w 1681861"/>
                <a:gd name="connsiteY34" fmla="*/ 1057958 h 1513253"/>
                <a:gd name="connsiteX35" fmla="*/ 198247 w 1681861"/>
                <a:gd name="connsiteY35" fmla="*/ 922068 h 1513253"/>
                <a:gd name="connsiteX36" fmla="*/ 101981 w 1681861"/>
                <a:gd name="connsiteY36" fmla="*/ 832152 h 1513253"/>
                <a:gd name="connsiteX37" fmla="*/ 175895 w 1681861"/>
                <a:gd name="connsiteY37" fmla="*/ 536750 h 1513253"/>
                <a:gd name="connsiteX38" fmla="*/ 379792 w 1681861"/>
                <a:gd name="connsiteY38" fmla="*/ 301192 h 1513253"/>
                <a:gd name="connsiteX39" fmla="*/ 672816 w 1681861"/>
                <a:gd name="connsiteY39" fmla="*/ 256422 h 1513253"/>
                <a:gd name="connsiteX40" fmla="*/ 972991 w 1681861"/>
                <a:gd name="connsiteY40" fmla="*/ 418982 h 1513253"/>
                <a:gd name="connsiteX41" fmla="*/ 1049655 w 1681861"/>
                <a:gd name="connsiteY41" fmla="*/ 555165 h 1513253"/>
                <a:gd name="connsiteX42" fmla="*/ 1114679 w 1681861"/>
                <a:gd name="connsiteY42" fmla="*/ 650415 h 1513253"/>
                <a:gd name="connsiteX43" fmla="*/ 1042924 w 1681861"/>
                <a:gd name="connsiteY43" fmla="*/ 880412 h 1513253"/>
                <a:gd name="connsiteX44" fmla="*/ 1025906 w 1681861"/>
                <a:gd name="connsiteY44" fmla="*/ 890318 h 1513253"/>
                <a:gd name="connsiteX45" fmla="*/ 832358 w 1681861"/>
                <a:gd name="connsiteY45" fmla="*/ 1052878 h 1513253"/>
                <a:gd name="connsiteX46" fmla="*/ 1063879 w 1681861"/>
                <a:gd name="connsiteY46" fmla="*/ 1183053 h 1513253"/>
                <a:gd name="connsiteX47" fmla="*/ 1164717 w 1681861"/>
                <a:gd name="connsiteY47" fmla="*/ 1070023 h 1513253"/>
                <a:gd name="connsiteX48" fmla="*/ 1175385 w 1681861"/>
                <a:gd name="connsiteY48" fmla="*/ 981250 h 1513253"/>
                <a:gd name="connsiteX49" fmla="*/ 1226693 w 1681861"/>
                <a:gd name="connsiteY49" fmla="*/ 927910 h 1513253"/>
                <a:gd name="connsiteX50" fmla="*/ 1282700 w 1681861"/>
                <a:gd name="connsiteY50" fmla="*/ 945309 h 1513253"/>
                <a:gd name="connsiteX51" fmla="*/ 1388745 w 1681861"/>
                <a:gd name="connsiteY51" fmla="*/ 886381 h 1513253"/>
                <a:gd name="connsiteX52" fmla="*/ 1489583 w 1681861"/>
                <a:gd name="connsiteY52" fmla="*/ 930577 h 1513253"/>
                <a:gd name="connsiteX53" fmla="*/ 1083183 w 1681861"/>
                <a:gd name="connsiteY53" fmla="*/ 424736 h 1513253"/>
                <a:gd name="connsiteX54" fmla="*/ 1224407 w 1681861"/>
                <a:gd name="connsiteY54" fmla="*/ 238046 h 1513253"/>
                <a:gd name="connsiteX55" fmla="*/ 1224407 w 1681861"/>
                <a:gd name="connsiteY55" fmla="*/ 88948 h 1513253"/>
                <a:gd name="connsiteX56" fmla="*/ 1217930 w 1681861"/>
                <a:gd name="connsiteY56" fmla="*/ 15161 h 1513253"/>
                <a:gd name="connsiteX57" fmla="*/ 1235710 w 1681861"/>
                <a:gd name="connsiteY57" fmla="*/ 62786 h 1513253"/>
                <a:gd name="connsiteX58" fmla="*/ 1415161 w 1681861"/>
                <a:gd name="connsiteY58" fmla="*/ 58976 h 1513253"/>
                <a:gd name="connsiteX59" fmla="*/ 1427353 w 1681861"/>
                <a:gd name="connsiteY59" fmla="*/ 13002 h 1513253"/>
                <a:gd name="connsiteX60" fmla="*/ 1217930 w 1681861"/>
                <a:gd name="connsiteY60" fmla="*/ 15161 h 1513253"/>
                <a:gd name="connsiteX61" fmla="*/ 1249680 w 1681861"/>
                <a:gd name="connsiteY61" fmla="*/ 85519 h 1513253"/>
                <a:gd name="connsiteX62" fmla="*/ 1249807 w 1681861"/>
                <a:gd name="connsiteY62" fmla="*/ 135557 h 1513253"/>
                <a:gd name="connsiteX63" fmla="*/ 1249934 w 1681861"/>
                <a:gd name="connsiteY63" fmla="*/ 253921 h 1513253"/>
                <a:gd name="connsiteX64" fmla="*/ 1111631 w 1681861"/>
                <a:gd name="connsiteY64" fmla="*/ 404289 h 1513253"/>
                <a:gd name="connsiteX65" fmla="*/ 1502918 w 1681861"/>
                <a:gd name="connsiteY65" fmla="*/ 404924 h 1513253"/>
                <a:gd name="connsiteX66" fmla="*/ 1498473 w 1681861"/>
                <a:gd name="connsiteY66" fmla="*/ 332153 h 1513253"/>
                <a:gd name="connsiteX67" fmla="*/ 1391920 w 1681861"/>
                <a:gd name="connsiteY67" fmla="*/ 137208 h 1513253"/>
                <a:gd name="connsiteX68" fmla="*/ 1392047 w 1681861"/>
                <a:gd name="connsiteY68" fmla="*/ 86027 h 1513253"/>
                <a:gd name="connsiteX69" fmla="*/ 1249680 w 1681861"/>
                <a:gd name="connsiteY69" fmla="*/ 85519 h 1513253"/>
                <a:gd name="connsiteX70" fmla="*/ 1522730 w 1681861"/>
                <a:gd name="connsiteY70" fmla="*/ 371650 h 1513253"/>
                <a:gd name="connsiteX71" fmla="*/ 1567561 w 1681861"/>
                <a:gd name="connsiteY71" fmla="*/ 317167 h 1513253"/>
                <a:gd name="connsiteX72" fmla="*/ 1522730 w 1681861"/>
                <a:gd name="connsiteY72" fmla="*/ 371650 h 1513253"/>
                <a:gd name="connsiteX73" fmla="*/ 378191 w 1681861"/>
                <a:gd name="connsiteY73" fmla="*/ 337926 h 1513253"/>
                <a:gd name="connsiteX74" fmla="*/ 198247 w 1681861"/>
                <a:gd name="connsiteY74" fmla="*/ 544497 h 1513253"/>
                <a:gd name="connsiteX75" fmla="*/ 221869 w 1681861"/>
                <a:gd name="connsiteY75" fmla="*/ 554911 h 1513253"/>
                <a:gd name="connsiteX76" fmla="*/ 262001 w 1681861"/>
                <a:gd name="connsiteY76" fmla="*/ 638096 h 1513253"/>
                <a:gd name="connsiteX77" fmla="*/ 231648 w 1681861"/>
                <a:gd name="connsiteY77" fmla="*/ 864410 h 1513253"/>
                <a:gd name="connsiteX78" fmla="*/ 196850 w 1681861"/>
                <a:gd name="connsiteY78" fmla="*/ 885238 h 1513253"/>
                <a:gd name="connsiteX79" fmla="*/ 310642 w 1681861"/>
                <a:gd name="connsiteY79" fmla="*/ 985949 h 1513253"/>
                <a:gd name="connsiteX80" fmla="*/ 735076 w 1681861"/>
                <a:gd name="connsiteY80" fmla="*/ 1053259 h 1513253"/>
                <a:gd name="connsiteX81" fmla="*/ 985774 w 1681861"/>
                <a:gd name="connsiteY81" fmla="*/ 896287 h 1513253"/>
                <a:gd name="connsiteX82" fmla="*/ 991489 w 1681861"/>
                <a:gd name="connsiteY82" fmla="*/ 894001 h 1513253"/>
                <a:gd name="connsiteX83" fmla="*/ 941956 w 1681861"/>
                <a:gd name="connsiteY83" fmla="*/ 429510 h 1513253"/>
                <a:gd name="connsiteX84" fmla="*/ 655811 w 1681861"/>
                <a:gd name="connsiteY84" fmla="*/ 278181 h 1513253"/>
                <a:gd name="connsiteX85" fmla="*/ 372956 w 1681861"/>
                <a:gd name="connsiteY85" fmla="*/ 336669 h 1513253"/>
                <a:gd name="connsiteX86" fmla="*/ 1107186 w 1681861"/>
                <a:gd name="connsiteY86" fmla="*/ 430197 h 1513253"/>
                <a:gd name="connsiteX87" fmla="*/ 1530731 w 1681861"/>
                <a:gd name="connsiteY87" fmla="*/ 430070 h 1513253"/>
                <a:gd name="connsiteX88" fmla="*/ 1107186 w 1681861"/>
                <a:gd name="connsiteY88" fmla="*/ 430197 h 1513253"/>
                <a:gd name="connsiteX89" fmla="*/ 161417 w 1681861"/>
                <a:gd name="connsiteY89" fmla="*/ 573453 h 1513253"/>
                <a:gd name="connsiteX90" fmla="*/ 114554 w 1681861"/>
                <a:gd name="connsiteY90" fmla="*/ 790623 h 1513253"/>
                <a:gd name="connsiteX91" fmla="*/ 182499 w 1681861"/>
                <a:gd name="connsiteY91" fmla="*/ 862124 h 1513253"/>
                <a:gd name="connsiteX92" fmla="*/ 224917 w 1681861"/>
                <a:gd name="connsiteY92" fmla="*/ 826564 h 1513253"/>
                <a:gd name="connsiteX93" fmla="*/ 224536 w 1681861"/>
                <a:gd name="connsiteY93" fmla="*/ 603552 h 1513253"/>
                <a:gd name="connsiteX94" fmla="*/ 161417 w 1681861"/>
                <a:gd name="connsiteY94" fmla="*/ 573453 h 1513253"/>
                <a:gd name="connsiteX95" fmla="*/ 1039622 w 1681861"/>
                <a:gd name="connsiteY95" fmla="*/ 569770 h 1513253"/>
                <a:gd name="connsiteX96" fmla="*/ 1037717 w 1681861"/>
                <a:gd name="connsiteY96" fmla="*/ 863394 h 1513253"/>
                <a:gd name="connsiteX97" fmla="*/ 1039622 w 1681861"/>
                <a:gd name="connsiteY97" fmla="*/ 569770 h 1513253"/>
                <a:gd name="connsiteX98" fmla="*/ 1648333 w 1681861"/>
                <a:gd name="connsiteY98" fmla="*/ 956612 h 1513253"/>
                <a:gd name="connsiteX99" fmla="*/ 1654810 w 1681861"/>
                <a:gd name="connsiteY99" fmla="*/ 804593 h 1513253"/>
                <a:gd name="connsiteX100" fmla="*/ 1655191 w 1681861"/>
                <a:gd name="connsiteY100" fmla="*/ 665909 h 1513253"/>
                <a:gd name="connsiteX101" fmla="*/ 1654683 w 1681861"/>
                <a:gd name="connsiteY101" fmla="*/ 577898 h 1513253"/>
                <a:gd name="connsiteX102" fmla="*/ 1371092 w 1681861"/>
                <a:gd name="connsiteY102" fmla="*/ 918258 h 1513253"/>
                <a:gd name="connsiteX103" fmla="*/ 1249807 w 1681861"/>
                <a:gd name="connsiteY103" fmla="*/ 1030018 h 1513253"/>
                <a:gd name="connsiteX104" fmla="*/ 1261618 w 1681861"/>
                <a:gd name="connsiteY104" fmla="*/ 959660 h 1513253"/>
                <a:gd name="connsiteX105" fmla="*/ 1208151 w 1681861"/>
                <a:gd name="connsiteY105" fmla="*/ 972106 h 1513253"/>
                <a:gd name="connsiteX106" fmla="*/ 1338961 w 1681861"/>
                <a:gd name="connsiteY106" fmla="*/ 1184577 h 1513253"/>
                <a:gd name="connsiteX107" fmla="*/ 1462913 w 1681861"/>
                <a:gd name="connsiteY107" fmla="*/ 938324 h 1513253"/>
                <a:gd name="connsiteX108" fmla="*/ 1387475 w 1681861"/>
                <a:gd name="connsiteY108" fmla="*/ 1031288 h 1513253"/>
                <a:gd name="connsiteX109" fmla="*/ 1427988 w 1681861"/>
                <a:gd name="connsiteY109" fmla="*/ 925243 h 1513253"/>
                <a:gd name="connsiteX110" fmla="*/ 1371092 w 1681861"/>
                <a:gd name="connsiteY110" fmla="*/ 918258 h 1513253"/>
                <a:gd name="connsiteX111" fmla="*/ 1081532 w 1681861"/>
                <a:gd name="connsiteY111" fmla="*/ 1200325 h 1513253"/>
                <a:gd name="connsiteX112" fmla="*/ 1025652 w 1681861"/>
                <a:gd name="connsiteY112" fmla="*/ 1221026 h 1513253"/>
                <a:gd name="connsiteX113" fmla="*/ 1042035 w 1681861"/>
                <a:gd name="connsiteY113" fmla="*/ 1196388 h 1513253"/>
                <a:gd name="connsiteX114" fmla="*/ 913638 w 1681861"/>
                <a:gd name="connsiteY114" fmla="*/ 1118156 h 1513253"/>
                <a:gd name="connsiteX115" fmla="*/ 964057 w 1681861"/>
                <a:gd name="connsiteY115" fmla="*/ 1367076 h 1513253"/>
                <a:gd name="connsiteX116" fmla="*/ 1097915 w 1681861"/>
                <a:gd name="connsiteY116" fmla="*/ 1394635 h 1513253"/>
                <a:gd name="connsiteX117" fmla="*/ 1340866 w 1681861"/>
                <a:gd name="connsiteY117" fmla="*/ 1213914 h 1513253"/>
                <a:gd name="connsiteX118" fmla="*/ 1181608 w 1681861"/>
                <a:gd name="connsiteY118" fmla="*/ 1099360 h 1513253"/>
                <a:gd name="connsiteX119" fmla="*/ 1081532 w 1681861"/>
                <a:gd name="connsiteY119" fmla="*/ 1200325 h 1513253"/>
                <a:gd name="connsiteX0" fmla="*/ 1182497 w 1681861"/>
                <a:gd name="connsiteY0" fmla="*/ 21003 h 1513253"/>
                <a:gd name="connsiteX1" fmla="*/ 1447673 w 1681861"/>
                <a:gd name="connsiteY1" fmla="*/ 2715 h 1513253"/>
                <a:gd name="connsiteX2" fmla="*/ 1418463 w 1681861"/>
                <a:gd name="connsiteY2" fmla="*/ 86662 h 1513253"/>
                <a:gd name="connsiteX3" fmla="*/ 1417955 w 1681861"/>
                <a:gd name="connsiteY3" fmla="*/ 237792 h 1513253"/>
                <a:gd name="connsiteX4" fmla="*/ 1515999 w 1681861"/>
                <a:gd name="connsiteY4" fmla="*/ 311198 h 1513253"/>
                <a:gd name="connsiteX5" fmla="*/ 1592580 w 1681861"/>
                <a:gd name="connsiteY5" fmla="*/ 303324 h 1513253"/>
                <a:gd name="connsiteX6" fmla="*/ 1622933 w 1681861"/>
                <a:gd name="connsiteY6" fmla="*/ 409496 h 1513253"/>
                <a:gd name="connsiteX7" fmla="*/ 1559179 w 1681861"/>
                <a:gd name="connsiteY7" fmla="*/ 436801 h 1513253"/>
                <a:gd name="connsiteX8" fmla="*/ 1681861 w 1681861"/>
                <a:gd name="connsiteY8" fmla="*/ 581454 h 1513253"/>
                <a:gd name="connsiteX9" fmla="*/ 1681353 w 1681861"/>
                <a:gd name="connsiteY9" fmla="*/ 925497 h 1513253"/>
                <a:gd name="connsiteX10" fmla="*/ 1657731 w 1681861"/>
                <a:gd name="connsiteY10" fmla="*/ 995728 h 1513253"/>
                <a:gd name="connsiteX11" fmla="*/ 1517142 w 1681861"/>
                <a:gd name="connsiteY11" fmla="*/ 1002713 h 1513253"/>
                <a:gd name="connsiteX12" fmla="*/ 1383030 w 1681861"/>
                <a:gd name="connsiteY12" fmla="*/ 1208580 h 1513253"/>
                <a:gd name="connsiteX13" fmla="*/ 1096137 w 1681861"/>
                <a:gd name="connsiteY13" fmla="*/ 1420924 h 1513253"/>
                <a:gd name="connsiteX14" fmla="*/ 969010 w 1681861"/>
                <a:gd name="connsiteY14" fmla="*/ 1399080 h 1513253"/>
                <a:gd name="connsiteX15" fmla="*/ 968375 w 1681861"/>
                <a:gd name="connsiteY15" fmla="*/ 1495854 h 1513253"/>
                <a:gd name="connsiteX16" fmla="*/ 957580 w 1681861"/>
                <a:gd name="connsiteY16" fmla="*/ 1508554 h 1513253"/>
                <a:gd name="connsiteX17" fmla="*/ 942721 w 1681861"/>
                <a:gd name="connsiteY17" fmla="*/ 1505760 h 1513253"/>
                <a:gd name="connsiteX18" fmla="*/ 940562 w 1681861"/>
                <a:gd name="connsiteY18" fmla="*/ 1402255 h 1513253"/>
                <a:gd name="connsiteX19" fmla="*/ 914908 w 1681861"/>
                <a:gd name="connsiteY19" fmla="*/ 1202484 h 1513253"/>
                <a:gd name="connsiteX20" fmla="*/ 854202 w 1681861"/>
                <a:gd name="connsiteY20" fmla="*/ 1089454 h 1513253"/>
                <a:gd name="connsiteX21" fmla="*/ 678561 w 1681861"/>
                <a:gd name="connsiteY21" fmla="*/ 1083358 h 1513253"/>
                <a:gd name="connsiteX22" fmla="*/ 448437 w 1681861"/>
                <a:gd name="connsiteY22" fmla="*/ 1065324 h 1513253"/>
                <a:gd name="connsiteX23" fmla="*/ 402209 w 1681861"/>
                <a:gd name="connsiteY23" fmla="*/ 1088184 h 1513253"/>
                <a:gd name="connsiteX24" fmla="*/ 338963 w 1681861"/>
                <a:gd name="connsiteY24" fmla="*/ 1108250 h 1513253"/>
                <a:gd name="connsiteX25" fmla="*/ 376047 w 1681861"/>
                <a:gd name="connsiteY25" fmla="*/ 1203627 h 1513253"/>
                <a:gd name="connsiteX26" fmla="*/ 342900 w 1681861"/>
                <a:gd name="connsiteY26" fmla="*/ 1335326 h 1513253"/>
                <a:gd name="connsiteX27" fmla="*/ 265811 w 1681861"/>
                <a:gd name="connsiteY27" fmla="*/ 1503982 h 1513253"/>
                <a:gd name="connsiteX28" fmla="*/ 240157 w 1681861"/>
                <a:gd name="connsiteY28" fmla="*/ 1507284 h 1513253"/>
                <a:gd name="connsiteX29" fmla="*/ 349377 w 1681861"/>
                <a:gd name="connsiteY29" fmla="*/ 1221407 h 1513253"/>
                <a:gd name="connsiteX30" fmla="*/ 311531 w 1681861"/>
                <a:gd name="connsiteY30" fmla="*/ 1119680 h 1513253"/>
                <a:gd name="connsiteX31" fmla="*/ 20955 w 1681861"/>
                <a:gd name="connsiteY31" fmla="*/ 1502712 h 1513253"/>
                <a:gd name="connsiteX32" fmla="*/ 0 w 1681861"/>
                <a:gd name="connsiteY32" fmla="*/ 1513253 h 1513253"/>
                <a:gd name="connsiteX33" fmla="*/ 133223 w 1681861"/>
                <a:gd name="connsiteY33" fmla="*/ 1246934 h 1513253"/>
                <a:gd name="connsiteX34" fmla="*/ 412369 w 1681861"/>
                <a:gd name="connsiteY34" fmla="*/ 1057958 h 1513253"/>
                <a:gd name="connsiteX35" fmla="*/ 198247 w 1681861"/>
                <a:gd name="connsiteY35" fmla="*/ 922068 h 1513253"/>
                <a:gd name="connsiteX36" fmla="*/ 101981 w 1681861"/>
                <a:gd name="connsiteY36" fmla="*/ 832152 h 1513253"/>
                <a:gd name="connsiteX37" fmla="*/ 175895 w 1681861"/>
                <a:gd name="connsiteY37" fmla="*/ 536750 h 1513253"/>
                <a:gd name="connsiteX38" fmla="*/ 379792 w 1681861"/>
                <a:gd name="connsiteY38" fmla="*/ 301192 h 1513253"/>
                <a:gd name="connsiteX39" fmla="*/ 672816 w 1681861"/>
                <a:gd name="connsiteY39" fmla="*/ 256422 h 1513253"/>
                <a:gd name="connsiteX40" fmla="*/ 972991 w 1681861"/>
                <a:gd name="connsiteY40" fmla="*/ 418982 h 1513253"/>
                <a:gd name="connsiteX41" fmla="*/ 1049655 w 1681861"/>
                <a:gd name="connsiteY41" fmla="*/ 555165 h 1513253"/>
                <a:gd name="connsiteX42" fmla="*/ 1114679 w 1681861"/>
                <a:gd name="connsiteY42" fmla="*/ 650415 h 1513253"/>
                <a:gd name="connsiteX43" fmla="*/ 1042924 w 1681861"/>
                <a:gd name="connsiteY43" fmla="*/ 880412 h 1513253"/>
                <a:gd name="connsiteX44" fmla="*/ 1025906 w 1681861"/>
                <a:gd name="connsiteY44" fmla="*/ 890318 h 1513253"/>
                <a:gd name="connsiteX45" fmla="*/ 832358 w 1681861"/>
                <a:gd name="connsiteY45" fmla="*/ 1052878 h 1513253"/>
                <a:gd name="connsiteX46" fmla="*/ 1063879 w 1681861"/>
                <a:gd name="connsiteY46" fmla="*/ 1183053 h 1513253"/>
                <a:gd name="connsiteX47" fmla="*/ 1164717 w 1681861"/>
                <a:gd name="connsiteY47" fmla="*/ 1070023 h 1513253"/>
                <a:gd name="connsiteX48" fmla="*/ 1175385 w 1681861"/>
                <a:gd name="connsiteY48" fmla="*/ 981250 h 1513253"/>
                <a:gd name="connsiteX49" fmla="*/ 1226693 w 1681861"/>
                <a:gd name="connsiteY49" fmla="*/ 927910 h 1513253"/>
                <a:gd name="connsiteX50" fmla="*/ 1282700 w 1681861"/>
                <a:gd name="connsiteY50" fmla="*/ 945309 h 1513253"/>
                <a:gd name="connsiteX51" fmla="*/ 1388745 w 1681861"/>
                <a:gd name="connsiteY51" fmla="*/ 886381 h 1513253"/>
                <a:gd name="connsiteX52" fmla="*/ 1489583 w 1681861"/>
                <a:gd name="connsiteY52" fmla="*/ 930577 h 1513253"/>
                <a:gd name="connsiteX53" fmla="*/ 1083183 w 1681861"/>
                <a:gd name="connsiteY53" fmla="*/ 424736 h 1513253"/>
                <a:gd name="connsiteX54" fmla="*/ 1224407 w 1681861"/>
                <a:gd name="connsiteY54" fmla="*/ 238046 h 1513253"/>
                <a:gd name="connsiteX55" fmla="*/ 1224407 w 1681861"/>
                <a:gd name="connsiteY55" fmla="*/ 88948 h 1513253"/>
                <a:gd name="connsiteX56" fmla="*/ 1217930 w 1681861"/>
                <a:gd name="connsiteY56" fmla="*/ 15161 h 1513253"/>
                <a:gd name="connsiteX57" fmla="*/ 1235710 w 1681861"/>
                <a:gd name="connsiteY57" fmla="*/ 62786 h 1513253"/>
                <a:gd name="connsiteX58" fmla="*/ 1415161 w 1681861"/>
                <a:gd name="connsiteY58" fmla="*/ 58976 h 1513253"/>
                <a:gd name="connsiteX59" fmla="*/ 1427353 w 1681861"/>
                <a:gd name="connsiteY59" fmla="*/ 13002 h 1513253"/>
                <a:gd name="connsiteX60" fmla="*/ 1249680 w 1681861"/>
                <a:gd name="connsiteY60" fmla="*/ 85519 h 1513253"/>
                <a:gd name="connsiteX61" fmla="*/ 1249807 w 1681861"/>
                <a:gd name="connsiteY61" fmla="*/ 135557 h 1513253"/>
                <a:gd name="connsiteX62" fmla="*/ 1249934 w 1681861"/>
                <a:gd name="connsiteY62" fmla="*/ 253921 h 1513253"/>
                <a:gd name="connsiteX63" fmla="*/ 1111631 w 1681861"/>
                <a:gd name="connsiteY63" fmla="*/ 404289 h 1513253"/>
                <a:gd name="connsiteX64" fmla="*/ 1502918 w 1681861"/>
                <a:gd name="connsiteY64" fmla="*/ 404924 h 1513253"/>
                <a:gd name="connsiteX65" fmla="*/ 1498473 w 1681861"/>
                <a:gd name="connsiteY65" fmla="*/ 332153 h 1513253"/>
                <a:gd name="connsiteX66" fmla="*/ 1391920 w 1681861"/>
                <a:gd name="connsiteY66" fmla="*/ 137208 h 1513253"/>
                <a:gd name="connsiteX67" fmla="*/ 1392047 w 1681861"/>
                <a:gd name="connsiteY67" fmla="*/ 86027 h 1513253"/>
                <a:gd name="connsiteX68" fmla="*/ 1249680 w 1681861"/>
                <a:gd name="connsiteY68" fmla="*/ 85519 h 1513253"/>
                <a:gd name="connsiteX69" fmla="*/ 1522730 w 1681861"/>
                <a:gd name="connsiteY69" fmla="*/ 371650 h 1513253"/>
                <a:gd name="connsiteX70" fmla="*/ 1567561 w 1681861"/>
                <a:gd name="connsiteY70" fmla="*/ 317167 h 1513253"/>
                <a:gd name="connsiteX71" fmla="*/ 1522730 w 1681861"/>
                <a:gd name="connsiteY71" fmla="*/ 371650 h 1513253"/>
                <a:gd name="connsiteX72" fmla="*/ 378191 w 1681861"/>
                <a:gd name="connsiteY72" fmla="*/ 337926 h 1513253"/>
                <a:gd name="connsiteX73" fmla="*/ 198247 w 1681861"/>
                <a:gd name="connsiteY73" fmla="*/ 544497 h 1513253"/>
                <a:gd name="connsiteX74" fmla="*/ 221869 w 1681861"/>
                <a:gd name="connsiteY74" fmla="*/ 554911 h 1513253"/>
                <a:gd name="connsiteX75" fmla="*/ 262001 w 1681861"/>
                <a:gd name="connsiteY75" fmla="*/ 638096 h 1513253"/>
                <a:gd name="connsiteX76" fmla="*/ 231648 w 1681861"/>
                <a:gd name="connsiteY76" fmla="*/ 864410 h 1513253"/>
                <a:gd name="connsiteX77" fmla="*/ 196850 w 1681861"/>
                <a:gd name="connsiteY77" fmla="*/ 885238 h 1513253"/>
                <a:gd name="connsiteX78" fmla="*/ 310642 w 1681861"/>
                <a:gd name="connsiteY78" fmla="*/ 985949 h 1513253"/>
                <a:gd name="connsiteX79" fmla="*/ 735076 w 1681861"/>
                <a:gd name="connsiteY79" fmla="*/ 1053259 h 1513253"/>
                <a:gd name="connsiteX80" fmla="*/ 985774 w 1681861"/>
                <a:gd name="connsiteY80" fmla="*/ 896287 h 1513253"/>
                <a:gd name="connsiteX81" fmla="*/ 991489 w 1681861"/>
                <a:gd name="connsiteY81" fmla="*/ 894001 h 1513253"/>
                <a:gd name="connsiteX82" fmla="*/ 941956 w 1681861"/>
                <a:gd name="connsiteY82" fmla="*/ 429510 h 1513253"/>
                <a:gd name="connsiteX83" fmla="*/ 655811 w 1681861"/>
                <a:gd name="connsiteY83" fmla="*/ 278181 h 1513253"/>
                <a:gd name="connsiteX84" fmla="*/ 372956 w 1681861"/>
                <a:gd name="connsiteY84" fmla="*/ 336669 h 1513253"/>
                <a:gd name="connsiteX85" fmla="*/ 1107186 w 1681861"/>
                <a:gd name="connsiteY85" fmla="*/ 430197 h 1513253"/>
                <a:gd name="connsiteX86" fmla="*/ 1530731 w 1681861"/>
                <a:gd name="connsiteY86" fmla="*/ 430070 h 1513253"/>
                <a:gd name="connsiteX87" fmla="*/ 1107186 w 1681861"/>
                <a:gd name="connsiteY87" fmla="*/ 430197 h 1513253"/>
                <a:gd name="connsiteX88" fmla="*/ 161417 w 1681861"/>
                <a:gd name="connsiteY88" fmla="*/ 573453 h 1513253"/>
                <a:gd name="connsiteX89" fmla="*/ 114554 w 1681861"/>
                <a:gd name="connsiteY89" fmla="*/ 790623 h 1513253"/>
                <a:gd name="connsiteX90" fmla="*/ 182499 w 1681861"/>
                <a:gd name="connsiteY90" fmla="*/ 862124 h 1513253"/>
                <a:gd name="connsiteX91" fmla="*/ 224917 w 1681861"/>
                <a:gd name="connsiteY91" fmla="*/ 826564 h 1513253"/>
                <a:gd name="connsiteX92" fmla="*/ 224536 w 1681861"/>
                <a:gd name="connsiteY92" fmla="*/ 603552 h 1513253"/>
                <a:gd name="connsiteX93" fmla="*/ 161417 w 1681861"/>
                <a:gd name="connsiteY93" fmla="*/ 573453 h 1513253"/>
                <a:gd name="connsiteX94" fmla="*/ 1039622 w 1681861"/>
                <a:gd name="connsiteY94" fmla="*/ 569770 h 1513253"/>
                <a:gd name="connsiteX95" fmla="*/ 1037717 w 1681861"/>
                <a:gd name="connsiteY95" fmla="*/ 863394 h 1513253"/>
                <a:gd name="connsiteX96" fmla="*/ 1039622 w 1681861"/>
                <a:gd name="connsiteY96" fmla="*/ 569770 h 1513253"/>
                <a:gd name="connsiteX97" fmla="*/ 1648333 w 1681861"/>
                <a:gd name="connsiteY97" fmla="*/ 956612 h 1513253"/>
                <a:gd name="connsiteX98" fmla="*/ 1654810 w 1681861"/>
                <a:gd name="connsiteY98" fmla="*/ 804593 h 1513253"/>
                <a:gd name="connsiteX99" fmla="*/ 1655191 w 1681861"/>
                <a:gd name="connsiteY99" fmla="*/ 665909 h 1513253"/>
                <a:gd name="connsiteX100" fmla="*/ 1654683 w 1681861"/>
                <a:gd name="connsiteY100" fmla="*/ 577898 h 1513253"/>
                <a:gd name="connsiteX101" fmla="*/ 1371092 w 1681861"/>
                <a:gd name="connsiteY101" fmla="*/ 918258 h 1513253"/>
                <a:gd name="connsiteX102" fmla="*/ 1249807 w 1681861"/>
                <a:gd name="connsiteY102" fmla="*/ 1030018 h 1513253"/>
                <a:gd name="connsiteX103" fmla="*/ 1261618 w 1681861"/>
                <a:gd name="connsiteY103" fmla="*/ 959660 h 1513253"/>
                <a:gd name="connsiteX104" fmla="*/ 1208151 w 1681861"/>
                <a:gd name="connsiteY104" fmla="*/ 972106 h 1513253"/>
                <a:gd name="connsiteX105" fmla="*/ 1338961 w 1681861"/>
                <a:gd name="connsiteY105" fmla="*/ 1184577 h 1513253"/>
                <a:gd name="connsiteX106" fmla="*/ 1462913 w 1681861"/>
                <a:gd name="connsiteY106" fmla="*/ 938324 h 1513253"/>
                <a:gd name="connsiteX107" fmla="*/ 1387475 w 1681861"/>
                <a:gd name="connsiteY107" fmla="*/ 1031288 h 1513253"/>
                <a:gd name="connsiteX108" fmla="*/ 1427988 w 1681861"/>
                <a:gd name="connsiteY108" fmla="*/ 925243 h 1513253"/>
                <a:gd name="connsiteX109" fmla="*/ 1371092 w 1681861"/>
                <a:gd name="connsiteY109" fmla="*/ 918258 h 1513253"/>
                <a:gd name="connsiteX110" fmla="*/ 1081532 w 1681861"/>
                <a:gd name="connsiteY110" fmla="*/ 1200325 h 1513253"/>
                <a:gd name="connsiteX111" fmla="*/ 1025652 w 1681861"/>
                <a:gd name="connsiteY111" fmla="*/ 1221026 h 1513253"/>
                <a:gd name="connsiteX112" fmla="*/ 1042035 w 1681861"/>
                <a:gd name="connsiteY112" fmla="*/ 1196388 h 1513253"/>
                <a:gd name="connsiteX113" fmla="*/ 913638 w 1681861"/>
                <a:gd name="connsiteY113" fmla="*/ 1118156 h 1513253"/>
                <a:gd name="connsiteX114" fmla="*/ 964057 w 1681861"/>
                <a:gd name="connsiteY114" fmla="*/ 1367076 h 1513253"/>
                <a:gd name="connsiteX115" fmla="*/ 1097915 w 1681861"/>
                <a:gd name="connsiteY115" fmla="*/ 1394635 h 1513253"/>
                <a:gd name="connsiteX116" fmla="*/ 1340866 w 1681861"/>
                <a:gd name="connsiteY116" fmla="*/ 1213914 h 1513253"/>
                <a:gd name="connsiteX117" fmla="*/ 1181608 w 1681861"/>
                <a:gd name="connsiteY117" fmla="*/ 1099360 h 1513253"/>
                <a:gd name="connsiteX118" fmla="*/ 1081532 w 1681861"/>
                <a:gd name="connsiteY118" fmla="*/ 1200325 h 1513253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224407 w 1681861"/>
                <a:gd name="connsiteY54" fmla="*/ 86233 h 1510538"/>
                <a:gd name="connsiteX55" fmla="*/ 1217930 w 1681861"/>
                <a:gd name="connsiteY55" fmla="*/ 12446 h 1510538"/>
                <a:gd name="connsiteX56" fmla="*/ 1235710 w 1681861"/>
                <a:gd name="connsiteY56" fmla="*/ 60071 h 1510538"/>
                <a:gd name="connsiteX57" fmla="*/ 1415161 w 1681861"/>
                <a:gd name="connsiteY57" fmla="*/ 56261 h 1510538"/>
                <a:gd name="connsiteX58" fmla="*/ 1427353 w 1681861"/>
                <a:gd name="connsiteY58" fmla="*/ 10287 h 1510538"/>
                <a:gd name="connsiteX59" fmla="*/ 1249680 w 1681861"/>
                <a:gd name="connsiteY59" fmla="*/ 82804 h 1510538"/>
                <a:gd name="connsiteX60" fmla="*/ 1249807 w 1681861"/>
                <a:gd name="connsiteY60" fmla="*/ 132842 h 1510538"/>
                <a:gd name="connsiteX61" fmla="*/ 1249934 w 1681861"/>
                <a:gd name="connsiteY61" fmla="*/ 251206 h 1510538"/>
                <a:gd name="connsiteX62" fmla="*/ 1111631 w 1681861"/>
                <a:gd name="connsiteY62" fmla="*/ 401574 h 1510538"/>
                <a:gd name="connsiteX63" fmla="*/ 1502918 w 1681861"/>
                <a:gd name="connsiteY63" fmla="*/ 402209 h 1510538"/>
                <a:gd name="connsiteX64" fmla="*/ 1498473 w 1681861"/>
                <a:gd name="connsiteY64" fmla="*/ 329438 h 1510538"/>
                <a:gd name="connsiteX65" fmla="*/ 1391920 w 1681861"/>
                <a:gd name="connsiteY65" fmla="*/ 134493 h 1510538"/>
                <a:gd name="connsiteX66" fmla="*/ 1392047 w 1681861"/>
                <a:gd name="connsiteY66" fmla="*/ 83312 h 1510538"/>
                <a:gd name="connsiteX67" fmla="*/ 1249680 w 1681861"/>
                <a:gd name="connsiteY67" fmla="*/ 82804 h 1510538"/>
                <a:gd name="connsiteX68" fmla="*/ 1522730 w 1681861"/>
                <a:gd name="connsiteY68" fmla="*/ 368935 h 1510538"/>
                <a:gd name="connsiteX69" fmla="*/ 1567561 w 1681861"/>
                <a:gd name="connsiteY69" fmla="*/ 314452 h 1510538"/>
                <a:gd name="connsiteX70" fmla="*/ 1522730 w 1681861"/>
                <a:gd name="connsiteY70" fmla="*/ 368935 h 1510538"/>
                <a:gd name="connsiteX71" fmla="*/ 378191 w 1681861"/>
                <a:gd name="connsiteY71" fmla="*/ 335211 h 1510538"/>
                <a:gd name="connsiteX72" fmla="*/ 198247 w 1681861"/>
                <a:gd name="connsiteY72" fmla="*/ 541782 h 1510538"/>
                <a:gd name="connsiteX73" fmla="*/ 221869 w 1681861"/>
                <a:gd name="connsiteY73" fmla="*/ 552196 h 1510538"/>
                <a:gd name="connsiteX74" fmla="*/ 262001 w 1681861"/>
                <a:gd name="connsiteY74" fmla="*/ 635381 h 1510538"/>
                <a:gd name="connsiteX75" fmla="*/ 231648 w 1681861"/>
                <a:gd name="connsiteY75" fmla="*/ 861695 h 1510538"/>
                <a:gd name="connsiteX76" fmla="*/ 196850 w 1681861"/>
                <a:gd name="connsiteY76" fmla="*/ 882523 h 1510538"/>
                <a:gd name="connsiteX77" fmla="*/ 310642 w 1681861"/>
                <a:gd name="connsiteY77" fmla="*/ 983234 h 1510538"/>
                <a:gd name="connsiteX78" fmla="*/ 735076 w 1681861"/>
                <a:gd name="connsiteY78" fmla="*/ 1050544 h 1510538"/>
                <a:gd name="connsiteX79" fmla="*/ 985774 w 1681861"/>
                <a:gd name="connsiteY79" fmla="*/ 893572 h 1510538"/>
                <a:gd name="connsiteX80" fmla="*/ 991489 w 1681861"/>
                <a:gd name="connsiteY80" fmla="*/ 891286 h 1510538"/>
                <a:gd name="connsiteX81" fmla="*/ 941956 w 1681861"/>
                <a:gd name="connsiteY81" fmla="*/ 426795 h 1510538"/>
                <a:gd name="connsiteX82" fmla="*/ 655811 w 1681861"/>
                <a:gd name="connsiteY82" fmla="*/ 275466 h 1510538"/>
                <a:gd name="connsiteX83" fmla="*/ 372956 w 1681861"/>
                <a:gd name="connsiteY83" fmla="*/ 333954 h 1510538"/>
                <a:gd name="connsiteX84" fmla="*/ 1107186 w 1681861"/>
                <a:gd name="connsiteY84" fmla="*/ 427482 h 1510538"/>
                <a:gd name="connsiteX85" fmla="*/ 1530731 w 1681861"/>
                <a:gd name="connsiteY85" fmla="*/ 427355 h 1510538"/>
                <a:gd name="connsiteX86" fmla="*/ 1107186 w 1681861"/>
                <a:gd name="connsiteY86" fmla="*/ 427482 h 1510538"/>
                <a:gd name="connsiteX87" fmla="*/ 161417 w 1681861"/>
                <a:gd name="connsiteY87" fmla="*/ 570738 h 1510538"/>
                <a:gd name="connsiteX88" fmla="*/ 114554 w 1681861"/>
                <a:gd name="connsiteY88" fmla="*/ 787908 h 1510538"/>
                <a:gd name="connsiteX89" fmla="*/ 182499 w 1681861"/>
                <a:gd name="connsiteY89" fmla="*/ 859409 h 1510538"/>
                <a:gd name="connsiteX90" fmla="*/ 224917 w 1681861"/>
                <a:gd name="connsiteY90" fmla="*/ 823849 h 1510538"/>
                <a:gd name="connsiteX91" fmla="*/ 224536 w 1681861"/>
                <a:gd name="connsiteY91" fmla="*/ 600837 h 1510538"/>
                <a:gd name="connsiteX92" fmla="*/ 161417 w 1681861"/>
                <a:gd name="connsiteY92" fmla="*/ 570738 h 1510538"/>
                <a:gd name="connsiteX93" fmla="*/ 1039622 w 1681861"/>
                <a:gd name="connsiteY93" fmla="*/ 567055 h 1510538"/>
                <a:gd name="connsiteX94" fmla="*/ 1037717 w 1681861"/>
                <a:gd name="connsiteY94" fmla="*/ 860679 h 1510538"/>
                <a:gd name="connsiteX95" fmla="*/ 1039622 w 1681861"/>
                <a:gd name="connsiteY95" fmla="*/ 567055 h 1510538"/>
                <a:gd name="connsiteX96" fmla="*/ 1648333 w 1681861"/>
                <a:gd name="connsiteY96" fmla="*/ 953897 h 1510538"/>
                <a:gd name="connsiteX97" fmla="*/ 1654810 w 1681861"/>
                <a:gd name="connsiteY97" fmla="*/ 801878 h 1510538"/>
                <a:gd name="connsiteX98" fmla="*/ 1655191 w 1681861"/>
                <a:gd name="connsiteY98" fmla="*/ 663194 h 1510538"/>
                <a:gd name="connsiteX99" fmla="*/ 1654683 w 1681861"/>
                <a:gd name="connsiteY99" fmla="*/ 575183 h 1510538"/>
                <a:gd name="connsiteX100" fmla="*/ 1371092 w 1681861"/>
                <a:gd name="connsiteY100" fmla="*/ 915543 h 1510538"/>
                <a:gd name="connsiteX101" fmla="*/ 1249807 w 1681861"/>
                <a:gd name="connsiteY101" fmla="*/ 1027303 h 1510538"/>
                <a:gd name="connsiteX102" fmla="*/ 1261618 w 1681861"/>
                <a:gd name="connsiteY102" fmla="*/ 956945 h 1510538"/>
                <a:gd name="connsiteX103" fmla="*/ 1208151 w 1681861"/>
                <a:gd name="connsiteY103" fmla="*/ 969391 h 1510538"/>
                <a:gd name="connsiteX104" fmla="*/ 1338961 w 1681861"/>
                <a:gd name="connsiteY104" fmla="*/ 1181862 h 1510538"/>
                <a:gd name="connsiteX105" fmla="*/ 1462913 w 1681861"/>
                <a:gd name="connsiteY105" fmla="*/ 935609 h 1510538"/>
                <a:gd name="connsiteX106" fmla="*/ 1387475 w 1681861"/>
                <a:gd name="connsiteY106" fmla="*/ 1028573 h 1510538"/>
                <a:gd name="connsiteX107" fmla="*/ 1427988 w 1681861"/>
                <a:gd name="connsiteY107" fmla="*/ 922528 h 1510538"/>
                <a:gd name="connsiteX108" fmla="*/ 1371092 w 1681861"/>
                <a:gd name="connsiteY108" fmla="*/ 915543 h 1510538"/>
                <a:gd name="connsiteX109" fmla="*/ 1081532 w 1681861"/>
                <a:gd name="connsiteY109" fmla="*/ 1197610 h 1510538"/>
                <a:gd name="connsiteX110" fmla="*/ 1025652 w 1681861"/>
                <a:gd name="connsiteY110" fmla="*/ 1218311 h 1510538"/>
                <a:gd name="connsiteX111" fmla="*/ 1042035 w 1681861"/>
                <a:gd name="connsiteY111" fmla="*/ 1193673 h 1510538"/>
                <a:gd name="connsiteX112" fmla="*/ 913638 w 1681861"/>
                <a:gd name="connsiteY112" fmla="*/ 1115441 h 1510538"/>
                <a:gd name="connsiteX113" fmla="*/ 964057 w 1681861"/>
                <a:gd name="connsiteY113" fmla="*/ 1364361 h 1510538"/>
                <a:gd name="connsiteX114" fmla="*/ 1097915 w 1681861"/>
                <a:gd name="connsiteY114" fmla="*/ 1391920 h 1510538"/>
                <a:gd name="connsiteX115" fmla="*/ 1340866 w 1681861"/>
                <a:gd name="connsiteY115" fmla="*/ 1211199 h 1510538"/>
                <a:gd name="connsiteX116" fmla="*/ 1181608 w 1681861"/>
                <a:gd name="connsiteY116" fmla="*/ 1096645 h 1510538"/>
                <a:gd name="connsiteX117" fmla="*/ 1081532 w 1681861"/>
                <a:gd name="connsiteY117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224407 w 1681861"/>
                <a:gd name="connsiteY54" fmla="*/ 86233 h 1510538"/>
                <a:gd name="connsiteX55" fmla="*/ 1235710 w 1681861"/>
                <a:gd name="connsiteY55" fmla="*/ 60071 h 1510538"/>
                <a:gd name="connsiteX56" fmla="*/ 1415161 w 1681861"/>
                <a:gd name="connsiteY56" fmla="*/ 56261 h 1510538"/>
                <a:gd name="connsiteX57" fmla="*/ 1427353 w 1681861"/>
                <a:gd name="connsiteY57" fmla="*/ 10287 h 1510538"/>
                <a:gd name="connsiteX58" fmla="*/ 1249680 w 1681861"/>
                <a:gd name="connsiteY58" fmla="*/ 82804 h 1510538"/>
                <a:gd name="connsiteX59" fmla="*/ 1249807 w 1681861"/>
                <a:gd name="connsiteY59" fmla="*/ 132842 h 1510538"/>
                <a:gd name="connsiteX60" fmla="*/ 1249934 w 1681861"/>
                <a:gd name="connsiteY60" fmla="*/ 251206 h 1510538"/>
                <a:gd name="connsiteX61" fmla="*/ 1111631 w 1681861"/>
                <a:gd name="connsiteY61" fmla="*/ 401574 h 1510538"/>
                <a:gd name="connsiteX62" fmla="*/ 1502918 w 1681861"/>
                <a:gd name="connsiteY62" fmla="*/ 402209 h 1510538"/>
                <a:gd name="connsiteX63" fmla="*/ 1498473 w 1681861"/>
                <a:gd name="connsiteY63" fmla="*/ 329438 h 1510538"/>
                <a:gd name="connsiteX64" fmla="*/ 1391920 w 1681861"/>
                <a:gd name="connsiteY64" fmla="*/ 134493 h 1510538"/>
                <a:gd name="connsiteX65" fmla="*/ 1392047 w 1681861"/>
                <a:gd name="connsiteY65" fmla="*/ 83312 h 1510538"/>
                <a:gd name="connsiteX66" fmla="*/ 1249680 w 1681861"/>
                <a:gd name="connsiteY66" fmla="*/ 82804 h 1510538"/>
                <a:gd name="connsiteX67" fmla="*/ 1522730 w 1681861"/>
                <a:gd name="connsiteY67" fmla="*/ 368935 h 1510538"/>
                <a:gd name="connsiteX68" fmla="*/ 1567561 w 1681861"/>
                <a:gd name="connsiteY68" fmla="*/ 314452 h 1510538"/>
                <a:gd name="connsiteX69" fmla="*/ 1522730 w 1681861"/>
                <a:gd name="connsiteY69" fmla="*/ 368935 h 1510538"/>
                <a:gd name="connsiteX70" fmla="*/ 378191 w 1681861"/>
                <a:gd name="connsiteY70" fmla="*/ 335211 h 1510538"/>
                <a:gd name="connsiteX71" fmla="*/ 198247 w 1681861"/>
                <a:gd name="connsiteY71" fmla="*/ 541782 h 1510538"/>
                <a:gd name="connsiteX72" fmla="*/ 221869 w 1681861"/>
                <a:gd name="connsiteY72" fmla="*/ 552196 h 1510538"/>
                <a:gd name="connsiteX73" fmla="*/ 262001 w 1681861"/>
                <a:gd name="connsiteY73" fmla="*/ 635381 h 1510538"/>
                <a:gd name="connsiteX74" fmla="*/ 231648 w 1681861"/>
                <a:gd name="connsiteY74" fmla="*/ 861695 h 1510538"/>
                <a:gd name="connsiteX75" fmla="*/ 196850 w 1681861"/>
                <a:gd name="connsiteY75" fmla="*/ 882523 h 1510538"/>
                <a:gd name="connsiteX76" fmla="*/ 310642 w 1681861"/>
                <a:gd name="connsiteY76" fmla="*/ 983234 h 1510538"/>
                <a:gd name="connsiteX77" fmla="*/ 735076 w 1681861"/>
                <a:gd name="connsiteY77" fmla="*/ 1050544 h 1510538"/>
                <a:gd name="connsiteX78" fmla="*/ 985774 w 1681861"/>
                <a:gd name="connsiteY78" fmla="*/ 893572 h 1510538"/>
                <a:gd name="connsiteX79" fmla="*/ 991489 w 1681861"/>
                <a:gd name="connsiteY79" fmla="*/ 891286 h 1510538"/>
                <a:gd name="connsiteX80" fmla="*/ 941956 w 1681861"/>
                <a:gd name="connsiteY80" fmla="*/ 426795 h 1510538"/>
                <a:gd name="connsiteX81" fmla="*/ 655811 w 1681861"/>
                <a:gd name="connsiteY81" fmla="*/ 275466 h 1510538"/>
                <a:gd name="connsiteX82" fmla="*/ 372956 w 1681861"/>
                <a:gd name="connsiteY82" fmla="*/ 333954 h 1510538"/>
                <a:gd name="connsiteX83" fmla="*/ 1107186 w 1681861"/>
                <a:gd name="connsiteY83" fmla="*/ 427482 h 1510538"/>
                <a:gd name="connsiteX84" fmla="*/ 1530731 w 1681861"/>
                <a:gd name="connsiteY84" fmla="*/ 427355 h 1510538"/>
                <a:gd name="connsiteX85" fmla="*/ 1107186 w 1681861"/>
                <a:gd name="connsiteY85" fmla="*/ 427482 h 1510538"/>
                <a:gd name="connsiteX86" fmla="*/ 161417 w 1681861"/>
                <a:gd name="connsiteY86" fmla="*/ 570738 h 1510538"/>
                <a:gd name="connsiteX87" fmla="*/ 114554 w 1681861"/>
                <a:gd name="connsiteY87" fmla="*/ 787908 h 1510538"/>
                <a:gd name="connsiteX88" fmla="*/ 182499 w 1681861"/>
                <a:gd name="connsiteY88" fmla="*/ 859409 h 1510538"/>
                <a:gd name="connsiteX89" fmla="*/ 224917 w 1681861"/>
                <a:gd name="connsiteY89" fmla="*/ 823849 h 1510538"/>
                <a:gd name="connsiteX90" fmla="*/ 224536 w 1681861"/>
                <a:gd name="connsiteY90" fmla="*/ 600837 h 1510538"/>
                <a:gd name="connsiteX91" fmla="*/ 161417 w 1681861"/>
                <a:gd name="connsiteY91" fmla="*/ 570738 h 1510538"/>
                <a:gd name="connsiteX92" fmla="*/ 1039622 w 1681861"/>
                <a:gd name="connsiteY92" fmla="*/ 567055 h 1510538"/>
                <a:gd name="connsiteX93" fmla="*/ 1037717 w 1681861"/>
                <a:gd name="connsiteY93" fmla="*/ 860679 h 1510538"/>
                <a:gd name="connsiteX94" fmla="*/ 1039622 w 1681861"/>
                <a:gd name="connsiteY94" fmla="*/ 567055 h 1510538"/>
                <a:gd name="connsiteX95" fmla="*/ 1648333 w 1681861"/>
                <a:gd name="connsiteY95" fmla="*/ 953897 h 1510538"/>
                <a:gd name="connsiteX96" fmla="*/ 1654810 w 1681861"/>
                <a:gd name="connsiteY96" fmla="*/ 801878 h 1510538"/>
                <a:gd name="connsiteX97" fmla="*/ 1655191 w 1681861"/>
                <a:gd name="connsiteY97" fmla="*/ 663194 h 1510538"/>
                <a:gd name="connsiteX98" fmla="*/ 1654683 w 1681861"/>
                <a:gd name="connsiteY98" fmla="*/ 575183 h 1510538"/>
                <a:gd name="connsiteX99" fmla="*/ 1371092 w 1681861"/>
                <a:gd name="connsiteY99" fmla="*/ 915543 h 1510538"/>
                <a:gd name="connsiteX100" fmla="*/ 1249807 w 1681861"/>
                <a:gd name="connsiteY100" fmla="*/ 1027303 h 1510538"/>
                <a:gd name="connsiteX101" fmla="*/ 1261618 w 1681861"/>
                <a:gd name="connsiteY101" fmla="*/ 956945 h 1510538"/>
                <a:gd name="connsiteX102" fmla="*/ 1208151 w 1681861"/>
                <a:gd name="connsiteY102" fmla="*/ 969391 h 1510538"/>
                <a:gd name="connsiteX103" fmla="*/ 1338961 w 1681861"/>
                <a:gd name="connsiteY103" fmla="*/ 1181862 h 1510538"/>
                <a:gd name="connsiteX104" fmla="*/ 1462913 w 1681861"/>
                <a:gd name="connsiteY104" fmla="*/ 935609 h 1510538"/>
                <a:gd name="connsiteX105" fmla="*/ 1387475 w 1681861"/>
                <a:gd name="connsiteY105" fmla="*/ 1028573 h 1510538"/>
                <a:gd name="connsiteX106" fmla="*/ 1427988 w 1681861"/>
                <a:gd name="connsiteY106" fmla="*/ 922528 h 1510538"/>
                <a:gd name="connsiteX107" fmla="*/ 1371092 w 1681861"/>
                <a:gd name="connsiteY107" fmla="*/ 915543 h 1510538"/>
                <a:gd name="connsiteX108" fmla="*/ 1081532 w 1681861"/>
                <a:gd name="connsiteY108" fmla="*/ 1197610 h 1510538"/>
                <a:gd name="connsiteX109" fmla="*/ 1025652 w 1681861"/>
                <a:gd name="connsiteY109" fmla="*/ 1218311 h 1510538"/>
                <a:gd name="connsiteX110" fmla="*/ 1042035 w 1681861"/>
                <a:gd name="connsiteY110" fmla="*/ 1193673 h 1510538"/>
                <a:gd name="connsiteX111" fmla="*/ 913638 w 1681861"/>
                <a:gd name="connsiteY111" fmla="*/ 1115441 h 1510538"/>
                <a:gd name="connsiteX112" fmla="*/ 964057 w 1681861"/>
                <a:gd name="connsiteY112" fmla="*/ 1364361 h 1510538"/>
                <a:gd name="connsiteX113" fmla="*/ 1097915 w 1681861"/>
                <a:gd name="connsiteY113" fmla="*/ 1391920 h 1510538"/>
                <a:gd name="connsiteX114" fmla="*/ 1340866 w 1681861"/>
                <a:gd name="connsiteY114" fmla="*/ 1211199 h 1510538"/>
                <a:gd name="connsiteX115" fmla="*/ 1181608 w 1681861"/>
                <a:gd name="connsiteY115" fmla="*/ 1096645 h 1510538"/>
                <a:gd name="connsiteX116" fmla="*/ 1081532 w 1681861"/>
                <a:gd name="connsiteY116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224407 w 1681861"/>
                <a:gd name="connsiteY54" fmla="*/ 86233 h 1510538"/>
                <a:gd name="connsiteX55" fmla="*/ 1415161 w 1681861"/>
                <a:gd name="connsiteY55" fmla="*/ 56261 h 1510538"/>
                <a:gd name="connsiteX56" fmla="*/ 1427353 w 1681861"/>
                <a:gd name="connsiteY56" fmla="*/ 10287 h 1510538"/>
                <a:gd name="connsiteX57" fmla="*/ 1249680 w 1681861"/>
                <a:gd name="connsiteY57" fmla="*/ 82804 h 1510538"/>
                <a:gd name="connsiteX58" fmla="*/ 1249807 w 1681861"/>
                <a:gd name="connsiteY58" fmla="*/ 132842 h 1510538"/>
                <a:gd name="connsiteX59" fmla="*/ 1249934 w 1681861"/>
                <a:gd name="connsiteY59" fmla="*/ 251206 h 1510538"/>
                <a:gd name="connsiteX60" fmla="*/ 1111631 w 1681861"/>
                <a:gd name="connsiteY60" fmla="*/ 401574 h 1510538"/>
                <a:gd name="connsiteX61" fmla="*/ 1502918 w 1681861"/>
                <a:gd name="connsiteY61" fmla="*/ 402209 h 1510538"/>
                <a:gd name="connsiteX62" fmla="*/ 1498473 w 1681861"/>
                <a:gd name="connsiteY62" fmla="*/ 329438 h 1510538"/>
                <a:gd name="connsiteX63" fmla="*/ 1391920 w 1681861"/>
                <a:gd name="connsiteY63" fmla="*/ 134493 h 1510538"/>
                <a:gd name="connsiteX64" fmla="*/ 1392047 w 1681861"/>
                <a:gd name="connsiteY64" fmla="*/ 83312 h 1510538"/>
                <a:gd name="connsiteX65" fmla="*/ 1249680 w 1681861"/>
                <a:gd name="connsiteY65" fmla="*/ 82804 h 1510538"/>
                <a:gd name="connsiteX66" fmla="*/ 1522730 w 1681861"/>
                <a:gd name="connsiteY66" fmla="*/ 368935 h 1510538"/>
                <a:gd name="connsiteX67" fmla="*/ 1567561 w 1681861"/>
                <a:gd name="connsiteY67" fmla="*/ 314452 h 1510538"/>
                <a:gd name="connsiteX68" fmla="*/ 1522730 w 1681861"/>
                <a:gd name="connsiteY68" fmla="*/ 368935 h 1510538"/>
                <a:gd name="connsiteX69" fmla="*/ 378191 w 1681861"/>
                <a:gd name="connsiteY69" fmla="*/ 335211 h 1510538"/>
                <a:gd name="connsiteX70" fmla="*/ 198247 w 1681861"/>
                <a:gd name="connsiteY70" fmla="*/ 541782 h 1510538"/>
                <a:gd name="connsiteX71" fmla="*/ 221869 w 1681861"/>
                <a:gd name="connsiteY71" fmla="*/ 552196 h 1510538"/>
                <a:gd name="connsiteX72" fmla="*/ 262001 w 1681861"/>
                <a:gd name="connsiteY72" fmla="*/ 635381 h 1510538"/>
                <a:gd name="connsiteX73" fmla="*/ 231648 w 1681861"/>
                <a:gd name="connsiteY73" fmla="*/ 861695 h 1510538"/>
                <a:gd name="connsiteX74" fmla="*/ 196850 w 1681861"/>
                <a:gd name="connsiteY74" fmla="*/ 882523 h 1510538"/>
                <a:gd name="connsiteX75" fmla="*/ 310642 w 1681861"/>
                <a:gd name="connsiteY75" fmla="*/ 983234 h 1510538"/>
                <a:gd name="connsiteX76" fmla="*/ 735076 w 1681861"/>
                <a:gd name="connsiteY76" fmla="*/ 1050544 h 1510538"/>
                <a:gd name="connsiteX77" fmla="*/ 985774 w 1681861"/>
                <a:gd name="connsiteY77" fmla="*/ 893572 h 1510538"/>
                <a:gd name="connsiteX78" fmla="*/ 991489 w 1681861"/>
                <a:gd name="connsiteY78" fmla="*/ 891286 h 1510538"/>
                <a:gd name="connsiteX79" fmla="*/ 941956 w 1681861"/>
                <a:gd name="connsiteY79" fmla="*/ 426795 h 1510538"/>
                <a:gd name="connsiteX80" fmla="*/ 655811 w 1681861"/>
                <a:gd name="connsiteY80" fmla="*/ 275466 h 1510538"/>
                <a:gd name="connsiteX81" fmla="*/ 372956 w 1681861"/>
                <a:gd name="connsiteY81" fmla="*/ 333954 h 1510538"/>
                <a:gd name="connsiteX82" fmla="*/ 1107186 w 1681861"/>
                <a:gd name="connsiteY82" fmla="*/ 427482 h 1510538"/>
                <a:gd name="connsiteX83" fmla="*/ 1530731 w 1681861"/>
                <a:gd name="connsiteY83" fmla="*/ 427355 h 1510538"/>
                <a:gd name="connsiteX84" fmla="*/ 1107186 w 1681861"/>
                <a:gd name="connsiteY84" fmla="*/ 427482 h 1510538"/>
                <a:gd name="connsiteX85" fmla="*/ 161417 w 1681861"/>
                <a:gd name="connsiteY85" fmla="*/ 570738 h 1510538"/>
                <a:gd name="connsiteX86" fmla="*/ 114554 w 1681861"/>
                <a:gd name="connsiteY86" fmla="*/ 787908 h 1510538"/>
                <a:gd name="connsiteX87" fmla="*/ 182499 w 1681861"/>
                <a:gd name="connsiteY87" fmla="*/ 859409 h 1510538"/>
                <a:gd name="connsiteX88" fmla="*/ 224917 w 1681861"/>
                <a:gd name="connsiteY88" fmla="*/ 823849 h 1510538"/>
                <a:gd name="connsiteX89" fmla="*/ 224536 w 1681861"/>
                <a:gd name="connsiteY89" fmla="*/ 600837 h 1510538"/>
                <a:gd name="connsiteX90" fmla="*/ 161417 w 1681861"/>
                <a:gd name="connsiteY90" fmla="*/ 570738 h 1510538"/>
                <a:gd name="connsiteX91" fmla="*/ 1039622 w 1681861"/>
                <a:gd name="connsiteY91" fmla="*/ 567055 h 1510538"/>
                <a:gd name="connsiteX92" fmla="*/ 1037717 w 1681861"/>
                <a:gd name="connsiteY92" fmla="*/ 860679 h 1510538"/>
                <a:gd name="connsiteX93" fmla="*/ 1039622 w 1681861"/>
                <a:gd name="connsiteY93" fmla="*/ 567055 h 1510538"/>
                <a:gd name="connsiteX94" fmla="*/ 1648333 w 1681861"/>
                <a:gd name="connsiteY94" fmla="*/ 953897 h 1510538"/>
                <a:gd name="connsiteX95" fmla="*/ 1654810 w 1681861"/>
                <a:gd name="connsiteY95" fmla="*/ 801878 h 1510538"/>
                <a:gd name="connsiteX96" fmla="*/ 1655191 w 1681861"/>
                <a:gd name="connsiteY96" fmla="*/ 663194 h 1510538"/>
                <a:gd name="connsiteX97" fmla="*/ 1654683 w 1681861"/>
                <a:gd name="connsiteY97" fmla="*/ 575183 h 1510538"/>
                <a:gd name="connsiteX98" fmla="*/ 1371092 w 1681861"/>
                <a:gd name="connsiteY98" fmla="*/ 915543 h 1510538"/>
                <a:gd name="connsiteX99" fmla="*/ 1249807 w 1681861"/>
                <a:gd name="connsiteY99" fmla="*/ 1027303 h 1510538"/>
                <a:gd name="connsiteX100" fmla="*/ 1261618 w 1681861"/>
                <a:gd name="connsiteY100" fmla="*/ 956945 h 1510538"/>
                <a:gd name="connsiteX101" fmla="*/ 1208151 w 1681861"/>
                <a:gd name="connsiteY101" fmla="*/ 969391 h 1510538"/>
                <a:gd name="connsiteX102" fmla="*/ 1338961 w 1681861"/>
                <a:gd name="connsiteY102" fmla="*/ 1181862 h 1510538"/>
                <a:gd name="connsiteX103" fmla="*/ 1462913 w 1681861"/>
                <a:gd name="connsiteY103" fmla="*/ 935609 h 1510538"/>
                <a:gd name="connsiteX104" fmla="*/ 1387475 w 1681861"/>
                <a:gd name="connsiteY104" fmla="*/ 1028573 h 1510538"/>
                <a:gd name="connsiteX105" fmla="*/ 1427988 w 1681861"/>
                <a:gd name="connsiteY105" fmla="*/ 922528 h 1510538"/>
                <a:gd name="connsiteX106" fmla="*/ 1371092 w 1681861"/>
                <a:gd name="connsiteY106" fmla="*/ 915543 h 1510538"/>
                <a:gd name="connsiteX107" fmla="*/ 1081532 w 1681861"/>
                <a:gd name="connsiteY107" fmla="*/ 1197610 h 1510538"/>
                <a:gd name="connsiteX108" fmla="*/ 1025652 w 1681861"/>
                <a:gd name="connsiteY108" fmla="*/ 1218311 h 1510538"/>
                <a:gd name="connsiteX109" fmla="*/ 1042035 w 1681861"/>
                <a:gd name="connsiteY109" fmla="*/ 1193673 h 1510538"/>
                <a:gd name="connsiteX110" fmla="*/ 913638 w 1681861"/>
                <a:gd name="connsiteY110" fmla="*/ 1115441 h 1510538"/>
                <a:gd name="connsiteX111" fmla="*/ 964057 w 1681861"/>
                <a:gd name="connsiteY111" fmla="*/ 1364361 h 1510538"/>
                <a:gd name="connsiteX112" fmla="*/ 1097915 w 1681861"/>
                <a:gd name="connsiteY112" fmla="*/ 1391920 h 1510538"/>
                <a:gd name="connsiteX113" fmla="*/ 1340866 w 1681861"/>
                <a:gd name="connsiteY113" fmla="*/ 1211199 h 1510538"/>
                <a:gd name="connsiteX114" fmla="*/ 1181608 w 1681861"/>
                <a:gd name="connsiteY114" fmla="*/ 1096645 h 1510538"/>
                <a:gd name="connsiteX115" fmla="*/ 1081532 w 1681861"/>
                <a:gd name="connsiteY115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807 w 1681861"/>
                <a:gd name="connsiteY57" fmla="*/ 132842 h 1510538"/>
                <a:gd name="connsiteX58" fmla="*/ 1249934 w 1681861"/>
                <a:gd name="connsiteY58" fmla="*/ 251206 h 1510538"/>
                <a:gd name="connsiteX59" fmla="*/ 1111631 w 1681861"/>
                <a:gd name="connsiteY59" fmla="*/ 401574 h 1510538"/>
                <a:gd name="connsiteX60" fmla="*/ 1502918 w 1681861"/>
                <a:gd name="connsiteY60" fmla="*/ 402209 h 1510538"/>
                <a:gd name="connsiteX61" fmla="*/ 1498473 w 1681861"/>
                <a:gd name="connsiteY61" fmla="*/ 329438 h 1510538"/>
                <a:gd name="connsiteX62" fmla="*/ 1391920 w 1681861"/>
                <a:gd name="connsiteY62" fmla="*/ 134493 h 1510538"/>
                <a:gd name="connsiteX63" fmla="*/ 1392047 w 1681861"/>
                <a:gd name="connsiteY63" fmla="*/ 83312 h 1510538"/>
                <a:gd name="connsiteX64" fmla="*/ 1249680 w 1681861"/>
                <a:gd name="connsiteY64" fmla="*/ 82804 h 1510538"/>
                <a:gd name="connsiteX65" fmla="*/ 1522730 w 1681861"/>
                <a:gd name="connsiteY65" fmla="*/ 368935 h 1510538"/>
                <a:gd name="connsiteX66" fmla="*/ 1567561 w 1681861"/>
                <a:gd name="connsiteY66" fmla="*/ 314452 h 1510538"/>
                <a:gd name="connsiteX67" fmla="*/ 1522730 w 1681861"/>
                <a:gd name="connsiteY67" fmla="*/ 368935 h 1510538"/>
                <a:gd name="connsiteX68" fmla="*/ 378191 w 1681861"/>
                <a:gd name="connsiteY68" fmla="*/ 335211 h 1510538"/>
                <a:gd name="connsiteX69" fmla="*/ 198247 w 1681861"/>
                <a:gd name="connsiteY69" fmla="*/ 541782 h 1510538"/>
                <a:gd name="connsiteX70" fmla="*/ 221869 w 1681861"/>
                <a:gd name="connsiteY70" fmla="*/ 552196 h 1510538"/>
                <a:gd name="connsiteX71" fmla="*/ 262001 w 1681861"/>
                <a:gd name="connsiteY71" fmla="*/ 635381 h 1510538"/>
                <a:gd name="connsiteX72" fmla="*/ 231648 w 1681861"/>
                <a:gd name="connsiteY72" fmla="*/ 861695 h 1510538"/>
                <a:gd name="connsiteX73" fmla="*/ 196850 w 1681861"/>
                <a:gd name="connsiteY73" fmla="*/ 882523 h 1510538"/>
                <a:gd name="connsiteX74" fmla="*/ 310642 w 1681861"/>
                <a:gd name="connsiteY74" fmla="*/ 983234 h 1510538"/>
                <a:gd name="connsiteX75" fmla="*/ 735076 w 1681861"/>
                <a:gd name="connsiteY75" fmla="*/ 1050544 h 1510538"/>
                <a:gd name="connsiteX76" fmla="*/ 985774 w 1681861"/>
                <a:gd name="connsiteY76" fmla="*/ 893572 h 1510538"/>
                <a:gd name="connsiteX77" fmla="*/ 991489 w 1681861"/>
                <a:gd name="connsiteY77" fmla="*/ 891286 h 1510538"/>
                <a:gd name="connsiteX78" fmla="*/ 941956 w 1681861"/>
                <a:gd name="connsiteY78" fmla="*/ 426795 h 1510538"/>
                <a:gd name="connsiteX79" fmla="*/ 655811 w 1681861"/>
                <a:gd name="connsiteY79" fmla="*/ 275466 h 1510538"/>
                <a:gd name="connsiteX80" fmla="*/ 372956 w 1681861"/>
                <a:gd name="connsiteY80" fmla="*/ 333954 h 1510538"/>
                <a:gd name="connsiteX81" fmla="*/ 1107186 w 1681861"/>
                <a:gd name="connsiteY81" fmla="*/ 427482 h 1510538"/>
                <a:gd name="connsiteX82" fmla="*/ 1530731 w 1681861"/>
                <a:gd name="connsiteY82" fmla="*/ 427355 h 1510538"/>
                <a:gd name="connsiteX83" fmla="*/ 1107186 w 1681861"/>
                <a:gd name="connsiteY83" fmla="*/ 427482 h 1510538"/>
                <a:gd name="connsiteX84" fmla="*/ 161417 w 1681861"/>
                <a:gd name="connsiteY84" fmla="*/ 570738 h 1510538"/>
                <a:gd name="connsiteX85" fmla="*/ 114554 w 1681861"/>
                <a:gd name="connsiteY85" fmla="*/ 787908 h 1510538"/>
                <a:gd name="connsiteX86" fmla="*/ 182499 w 1681861"/>
                <a:gd name="connsiteY86" fmla="*/ 859409 h 1510538"/>
                <a:gd name="connsiteX87" fmla="*/ 224917 w 1681861"/>
                <a:gd name="connsiteY87" fmla="*/ 823849 h 1510538"/>
                <a:gd name="connsiteX88" fmla="*/ 224536 w 1681861"/>
                <a:gd name="connsiteY88" fmla="*/ 600837 h 1510538"/>
                <a:gd name="connsiteX89" fmla="*/ 161417 w 1681861"/>
                <a:gd name="connsiteY89" fmla="*/ 570738 h 1510538"/>
                <a:gd name="connsiteX90" fmla="*/ 1039622 w 1681861"/>
                <a:gd name="connsiteY90" fmla="*/ 567055 h 1510538"/>
                <a:gd name="connsiteX91" fmla="*/ 1037717 w 1681861"/>
                <a:gd name="connsiteY91" fmla="*/ 860679 h 1510538"/>
                <a:gd name="connsiteX92" fmla="*/ 1039622 w 1681861"/>
                <a:gd name="connsiteY92" fmla="*/ 567055 h 1510538"/>
                <a:gd name="connsiteX93" fmla="*/ 1648333 w 1681861"/>
                <a:gd name="connsiteY93" fmla="*/ 953897 h 1510538"/>
                <a:gd name="connsiteX94" fmla="*/ 1654810 w 1681861"/>
                <a:gd name="connsiteY94" fmla="*/ 801878 h 1510538"/>
                <a:gd name="connsiteX95" fmla="*/ 1655191 w 1681861"/>
                <a:gd name="connsiteY95" fmla="*/ 663194 h 1510538"/>
                <a:gd name="connsiteX96" fmla="*/ 1654683 w 1681861"/>
                <a:gd name="connsiteY96" fmla="*/ 575183 h 1510538"/>
                <a:gd name="connsiteX97" fmla="*/ 1371092 w 1681861"/>
                <a:gd name="connsiteY97" fmla="*/ 915543 h 1510538"/>
                <a:gd name="connsiteX98" fmla="*/ 1249807 w 1681861"/>
                <a:gd name="connsiteY98" fmla="*/ 1027303 h 1510538"/>
                <a:gd name="connsiteX99" fmla="*/ 1261618 w 1681861"/>
                <a:gd name="connsiteY99" fmla="*/ 956945 h 1510538"/>
                <a:gd name="connsiteX100" fmla="*/ 1208151 w 1681861"/>
                <a:gd name="connsiteY100" fmla="*/ 969391 h 1510538"/>
                <a:gd name="connsiteX101" fmla="*/ 1338961 w 1681861"/>
                <a:gd name="connsiteY101" fmla="*/ 1181862 h 1510538"/>
                <a:gd name="connsiteX102" fmla="*/ 1462913 w 1681861"/>
                <a:gd name="connsiteY102" fmla="*/ 935609 h 1510538"/>
                <a:gd name="connsiteX103" fmla="*/ 1387475 w 1681861"/>
                <a:gd name="connsiteY103" fmla="*/ 1028573 h 1510538"/>
                <a:gd name="connsiteX104" fmla="*/ 1427988 w 1681861"/>
                <a:gd name="connsiteY104" fmla="*/ 922528 h 1510538"/>
                <a:gd name="connsiteX105" fmla="*/ 1371092 w 1681861"/>
                <a:gd name="connsiteY105" fmla="*/ 915543 h 1510538"/>
                <a:gd name="connsiteX106" fmla="*/ 1081532 w 1681861"/>
                <a:gd name="connsiteY106" fmla="*/ 1197610 h 1510538"/>
                <a:gd name="connsiteX107" fmla="*/ 1025652 w 1681861"/>
                <a:gd name="connsiteY107" fmla="*/ 1218311 h 1510538"/>
                <a:gd name="connsiteX108" fmla="*/ 1042035 w 1681861"/>
                <a:gd name="connsiteY108" fmla="*/ 1193673 h 1510538"/>
                <a:gd name="connsiteX109" fmla="*/ 913638 w 1681861"/>
                <a:gd name="connsiteY109" fmla="*/ 1115441 h 1510538"/>
                <a:gd name="connsiteX110" fmla="*/ 964057 w 1681861"/>
                <a:gd name="connsiteY110" fmla="*/ 1364361 h 1510538"/>
                <a:gd name="connsiteX111" fmla="*/ 1097915 w 1681861"/>
                <a:gd name="connsiteY111" fmla="*/ 1391920 h 1510538"/>
                <a:gd name="connsiteX112" fmla="*/ 1340866 w 1681861"/>
                <a:gd name="connsiteY112" fmla="*/ 1211199 h 1510538"/>
                <a:gd name="connsiteX113" fmla="*/ 1181608 w 1681861"/>
                <a:gd name="connsiteY113" fmla="*/ 1096645 h 1510538"/>
                <a:gd name="connsiteX114" fmla="*/ 1081532 w 1681861"/>
                <a:gd name="connsiteY114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807 w 1681861"/>
                <a:gd name="connsiteY57" fmla="*/ 132842 h 1510538"/>
                <a:gd name="connsiteX58" fmla="*/ 1249934 w 1681861"/>
                <a:gd name="connsiteY58" fmla="*/ 251206 h 1510538"/>
                <a:gd name="connsiteX59" fmla="*/ 1111631 w 1681861"/>
                <a:gd name="connsiteY59" fmla="*/ 401574 h 1510538"/>
                <a:gd name="connsiteX60" fmla="*/ 1502918 w 1681861"/>
                <a:gd name="connsiteY60" fmla="*/ 402209 h 1510538"/>
                <a:gd name="connsiteX61" fmla="*/ 1498473 w 1681861"/>
                <a:gd name="connsiteY61" fmla="*/ 329438 h 1510538"/>
                <a:gd name="connsiteX62" fmla="*/ 1391920 w 1681861"/>
                <a:gd name="connsiteY62" fmla="*/ 134493 h 1510538"/>
                <a:gd name="connsiteX63" fmla="*/ 1392047 w 1681861"/>
                <a:gd name="connsiteY63" fmla="*/ 83312 h 1510538"/>
                <a:gd name="connsiteX64" fmla="*/ 1522730 w 1681861"/>
                <a:gd name="connsiteY64" fmla="*/ 368935 h 1510538"/>
                <a:gd name="connsiteX65" fmla="*/ 1567561 w 1681861"/>
                <a:gd name="connsiteY65" fmla="*/ 314452 h 1510538"/>
                <a:gd name="connsiteX66" fmla="*/ 1522730 w 1681861"/>
                <a:gd name="connsiteY66" fmla="*/ 368935 h 1510538"/>
                <a:gd name="connsiteX67" fmla="*/ 378191 w 1681861"/>
                <a:gd name="connsiteY67" fmla="*/ 335211 h 1510538"/>
                <a:gd name="connsiteX68" fmla="*/ 198247 w 1681861"/>
                <a:gd name="connsiteY68" fmla="*/ 541782 h 1510538"/>
                <a:gd name="connsiteX69" fmla="*/ 221869 w 1681861"/>
                <a:gd name="connsiteY69" fmla="*/ 552196 h 1510538"/>
                <a:gd name="connsiteX70" fmla="*/ 262001 w 1681861"/>
                <a:gd name="connsiteY70" fmla="*/ 635381 h 1510538"/>
                <a:gd name="connsiteX71" fmla="*/ 231648 w 1681861"/>
                <a:gd name="connsiteY71" fmla="*/ 861695 h 1510538"/>
                <a:gd name="connsiteX72" fmla="*/ 196850 w 1681861"/>
                <a:gd name="connsiteY72" fmla="*/ 882523 h 1510538"/>
                <a:gd name="connsiteX73" fmla="*/ 310642 w 1681861"/>
                <a:gd name="connsiteY73" fmla="*/ 983234 h 1510538"/>
                <a:gd name="connsiteX74" fmla="*/ 735076 w 1681861"/>
                <a:gd name="connsiteY74" fmla="*/ 1050544 h 1510538"/>
                <a:gd name="connsiteX75" fmla="*/ 985774 w 1681861"/>
                <a:gd name="connsiteY75" fmla="*/ 893572 h 1510538"/>
                <a:gd name="connsiteX76" fmla="*/ 991489 w 1681861"/>
                <a:gd name="connsiteY76" fmla="*/ 891286 h 1510538"/>
                <a:gd name="connsiteX77" fmla="*/ 941956 w 1681861"/>
                <a:gd name="connsiteY77" fmla="*/ 426795 h 1510538"/>
                <a:gd name="connsiteX78" fmla="*/ 655811 w 1681861"/>
                <a:gd name="connsiteY78" fmla="*/ 275466 h 1510538"/>
                <a:gd name="connsiteX79" fmla="*/ 372956 w 1681861"/>
                <a:gd name="connsiteY79" fmla="*/ 333954 h 1510538"/>
                <a:gd name="connsiteX80" fmla="*/ 1107186 w 1681861"/>
                <a:gd name="connsiteY80" fmla="*/ 427482 h 1510538"/>
                <a:gd name="connsiteX81" fmla="*/ 1530731 w 1681861"/>
                <a:gd name="connsiteY81" fmla="*/ 427355 h 1510538"/>
                <a:gd name="connsiteX82" fmla="*/ 1107186 w 1681861"/>
                <a:gd name="connsiteY82" fmla="*/ 427482 h 1510538"/>
                <a:gd name="connsiteX83" fmla="*/ 161417 w 1681861"/>
                <a:gd name="connsiteY83" fmla="*/ 570738 h 1510538"/>
                <a:gd name="connsiteX84" fmla="*/ 114554 w 1681861"/>
                <a:gd name="connsiteY84" fmla="*/ 787908 h 1510538"/>
                <a:gd name="connsiteX85" fmla="*/ 182499 w 1681861"/>
                <a:gd name="connsiteY85" fmla="*/ 859409 h 1510538"/>
                <a:gd name="connsiteX86" fmla="*/ 224917 w 1681861"/>
                <a:gd name="connsiteY86" fmla="*/ 823849 h 1510538"/>
                <a:gd name="connsiteX87" fmla="*/ 224536 w 1681861"/>
                <a:gd name="connsiteY87" fmla="*/ 600837 h 1510538"/>
                <a:gd name="connsiteX88" fmla="*/ 161417 w 1681861"/>
                <a:gd name="connsiteY88" fmla="*/ 570738 h 1510538"/>
                <a:gd name="connsiteX89" fmla="*/ 1039622 w 1681861"/>
                <a:gd name="connsiteY89" fmla="*/ 567055 h 1510538"/>
                <a:gd name="connsiteX90" fmla="*/ 1037717 w 1681861"/>
                <a:gd name="connsiteY90" fmla="*/ 860679 h 1510538"/>
                <a:gd name="connsiteX91" fmla="*/ 1039622 w 1681861"/>
                <a:gd name="connsiteY91" fmla="*/ 567055 h 1510538"/>
                <a:gd name="connsiteX92" fmla="*/ 1648333 w 1681861"/>
                <a:gd name="connsiteY92" fmla="*/ 953897 h 1510538"/>
                <a:gd name="connsiteX93" fmla="*/ 1654810 w 1681861"/>
                <a:gd name="connsiteY93" fmla="*/ 801878 h 1510538"/>
                <a:gd name="connsiteX94" fmla="*/ 1655191 w 1681861"/>
                <a:gd name="connsiteY94" fmla="*/ 663194 h 1510538"/>
                <a:gd name="connsiteX95" fmla="*/ 1654683 w 1681861"/>
                <a:gd name="connsiteY95" fmla="*/ 575183 h 1510538"/>
                <a:gd name="connsiteX96" fmla="*/ 1371092 w 1681861"/>
                <a:gd name="connsiteY96" fmla="*/ 915543 h 1510538"/>
                <a:gd name="connsiteX97" fmla="*/ 1249807 w 1681861"/>
                <a:gd name="connsiteY97" fmla="*/ 1027303 h 1510538"/>
                <a:gd name="connsiteX98" fmla="*/ 1261618 w 1681861"/>
                <a:gd name="connsiteY98" fmla="*/ 956945 h 1510538"/>
                <a:gd name="connsiteX99" fmla="*/ 1208151 w 1681861"/>
                <a:gd name="connsiteY99" fmla="*/ 969391 h 1510538"/>
                <a:gd name="connsiteX100" fmla="*/ 1338961 w 1681861"/>
                <a:gd name="connsiteY100" fmla="*/ 1181862 h 1510538"/>
                <a:gd name="connsiteX101" fmla="*/ 1462913 w 1681861"/>
                <a:gd name="connsiteY101" fmla="*/ 935609 h 1510538"/>
                <a:gd name="connsiteX102" fmla="*/ 1387475 w 1681861"/>
                <a:gd name="connsiteY102" fmla="*/ 1028573 h 1510538"/>
                <a:gd name="connsiteX103" fmla="*/ 1427988 w 1681861"/>
                <a:gd name="connsiteY103" fmla="*/ 922528 h 1510538"/>
                <a:gd name="connsiteX104" fmla="*/ 1371092 w 1681861"/>
                <a:gd name="connsiteY104" fmla="*/ 915543 h 1510538"/>
                <a:gd name="connsiteX105" fmla="*/ 1081532 w 1681861"/>
                <a:gd name="connsiteY105" fmla="*/ 1197610 h 1510538"/>
                <a:gd name="connsiteX106" fmla="*/ 1025652 w 1681861"/>
                <a:gd name="connsiteY106" fmla="*/ 1218311 h 1510538"/>
                <a:gd name="connsiteX107" fmla="*/ 1042035 w 1681861"/>
                <a:gd name="connsiteY107" fmla="*/ 1193673 h 1510538"/>
                <a:gd name="connsiteX108" fmla="*/ 913638 w 1681861"/>
                <a:gd name="connsiteY108" fmla="*/ 1115441 h 1510538"/>
                <a:gd name="connsiteX109" fmla="*/ 964057 w 1681861"/>
                <a:gd name="connsiteY109" fmla="*/ 1364361 h 1510538"/>
                <a:gd name="connsiteX110" fmla="*/ 1097915 w 1681861"/>
                <a:gd name="connsiteY110" fmla="*/ 1391920 h 1510538"/>
                <a:gd name="connsiteX111" fmla="*/ 1340866 w 1681861"/>
                <a:gd name="connsiteY111" fmla="*/ 1211199 h 1510538"/>
                <a:gd name="connsiteX112" fmla="*/ 1181608 w 1681861"/>
                <a:gd name="connsiteY112" fmla="*/ 1096645 h 1510538"/>
                <a:gd name="connsiteX113" fmla="*/ 1081532 w 1681861"/>
                <a:gd name="connsiteY113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502918 w 1681861"/>
                <a:gd name="connsiteY59" fmla="*/ 402209 h 1510538"/>
                <a:gd name="connsiteX60" fmla="*/ 1498473 w 1681861"/>
                <a:gd name="connsiteY60" fmla="*/ 329438 h 1510538"/>
                <a:gd name="connsiteX61" fmla="*/ 1391920 w 1681861"/>
                <a:gd name="connsiteY61" fmla="*/ 134493 h 1510538"/>
                <a:gd name="connsiteX62" fmla="*/ 1392047 w 1681861"/>
                <a:gd name="connsiteY62" fmla="*/ 83312 h 1510538"/>
                <a:gd name="connsiteX63" fmla="*/ 1522730 w 1681861"/>
                <a:gd name="connsiteY63" fmla="*/ 368935 h 1510538"/>
                <a:gd name="connsiteX64" fmla="*/ 1567561 w 1681861"/>
                <a:gd name="connsiteY64" fmla="*/ 314452 h 1510538"/>
                <a:gd name="connsiteX65" fmla="*/ 1522730 w 1681861"/>
                <a:gd name="connsiteY65" fmla="*/ 368935 h 1510538"/>
                <a:gd name="connsiteX66" fmla="*/ 378191 w 1681861"/>
                <a:gd name="connsiteY66" fmla="*/ 335211 h 1510538"/>
                <a:gd name="connsiteX67" fmla="*/ 198247 w 1681861"/>
                <a:gd name="connsiteY67" fmla="*/ 541782 h 1510538"/>
                <a:gd name="connsiteX68" fmla="*/ 221869 w 1681861"/>
                <a:gd name="connsiteY68" fmla="*/ 552196 h 1510538"/>
                <a:gd name="connsiteX69" fmla="*/ 262001 w 1681861"/>
                <a:gd name="connsiteY69" fmla="*/ 635381 h 1510538"/>
                <a:gd name="connsiteX70" fmla="*/ 231648 w 1681861"/>
                <a:gd name="connsiteY70" fmla="*/ 861695 h 1510538"/>
                <a:gd name="connsiteX71" fmla="*/ 196850 w 1681861"/>
                <a:gd name="connsiteY71" fmla="*/ 882523 h 1510538"/>
                <a:gd name="connsiteX72" fmla="*/ 310642 w 1681861"/>
                <a:gd name="connsiteY72" fmla="*/ 983234 h 1510538"/>
                <a:gd name="connsiteX73" fmla="*/ 735076 w 1681861"/>
                <a:gd name="connsiteY73" fmla="*/ 1050544 h 1510538"/>
                <a:gd name="connsiteX74" fmla="*/ 985774 w 1681861"/>
                <a:gd name="connsiteY74" fmla="*/ 893572 h 1510538"/>
                <a:gd name="connsiteX75" fmla="*/ 991489 w 1681861"/>
                <a:gd name="connsiteY75" fmla="*/ 891286 h 1510538"/>
                <a:gd name="connsiteX76" fmla="*/ 941956 w 1681861"/>
                <a:gd name="connsiteY76" fmla="*/ 426795 h 1510538"/>
                <a:gd name="connsiteX77" fmla="*/ 655811 w 1681861"/>
                <a:gd name="connsiteY77" fmla="*/ 275466 h 1510538"/>
                <a:gd name="connsiteX78" fmla="*/ 372956 w 1681861"/>
                <a:gd name="connsiteY78" fmla="*/ 333954 h 1510538"/>
                <a:gd name="connsiteX79" fmla="*/ 1107186 w 1681861"/>
                <a:gd name="connsiteY79" fmla="*/ 427482 h 1510538"/>
                <a:gd name="connsiteX80" fmla="*/ 1530731 w 1681861"/>
                <a:gd name="connsiteY80" fmla="*/ 427355 h 1510538"/>
                <a:gd name="connsiteX81" fmla="*/ 1107186 w 1681861"/>
                <a:gd name="connsiteY81" fmla="*/ 427482 h 1510538"/>
                <a:gd name="connsiteX82" fmla="*/ 161417 w 1681861"/>
                <a:gd name="connsiteY82" fmla="*/ 570738 h 1510538"/>
                <a:gd name="connsiteX83" fmla="*/ 114554 w 1681861"/>
                <a:gd name="connsiteY83" fmla="*/ 787908 h 1510538"/>
                <a:gd name="connsiteX84" fmla="*/ 182499 w 1681861"/>
                <a:gd name="connsiteY84" fmla="*/ 859409 h 1510538"/>
                <a:gd name="connsiteX85" fmla="*/ 224917 w 1681861"/>
                <a:gd name="connsiteY85" fmla="*/ 823849 h 1510538"/>
                <a:gd name="connsiteX86" fmla="*/ 224536 w 1681861"/>
                <a:gd name="connsiteY86" fmla="*/ 600837 h 1510538"/>
                <a:gd name="connsiteX87" fmla="*/ 161417 w 1681861"/>
                <a:gd name="connsiteY87" fmla="*/ 570738 h 1510538"/>
                <a:gd name="connsiteX88" fmla="*/ 1039622 w 1681861"/>
                <a:gd name="connsiteY88" fmla="*/ 567055 h 1510538"/>
                <a:gd name="connsiteX89" fmla="*/ 1037717 w 1681861"/>
                <a:gd name="connsiteY89" fmla="*/ 860679 h 1510538"/>
                <a:gd name="connsiteX90" fmla="*/ 1039622 w 1681861"/>
                <a:gd name="connsiteY90" fmla="*/ 567055 h 1510538"/>
                <a:gd name="connsiteX91" fmla="*/ 1648333 w 1681861"/>
                <a:gd name="connsiteY91" fmla="*/ 953897 h 1510538"/>
                <a:gd name="connsiteX92" fmla="*/ 1654810 w 1681861"/>
                <a:gd name="connsiteY92" fmla="*/ 801878 h 1510538"/>
                <a:gd name="connsiteX93" fmla="*/ 1655191 w 1681861"/>
                <a:gd name="connsiteY93" fmla="*/ 663194 h 1510538"/>
                <a:gd name="connsiteX94" fmla="*/ 1654683 w 1681861"/>
                <a:gd name="connsiteY94" fmla="*/ 575183 h 1510538"/>
                <a:gd name="connsiteX95" fmla="*/ 1371092 w 1681861"/>
                <a:gd name="connsiteY95" fmla="*/ 915543 h 1510538"/>
                <a:gd name="connsiteX96" fmla="*/ 1249807 w 1681861"/>
                <a:gd name="connsiteY96" fmla="*/ 1027303 h 1510538"/>
                <a:gd name="connsiteX97" fmla="*/ 1261618 w 1681861"/>
                <a:gd name="connsiteY97" fmla="*/ 956945 h 1510538"/>
                <a:gd name="connsiteX98" fmla="*/ 1208151 w 1681861"/>
                <a:gd name="connsiteY98" fmla="*/ 969391 h 1510538"/>
                <a:gd name="connsiteX99" fmla="*/ 1338961 w 1681861"/>
                <a:gd name="connsiteY99" fmla="*/ 1181862 h 1510538"/>
                <a:gd name="connsiteX100" fmla="*/ 1462913 w 1681861"/>
                <a:gd name="connsiteY100" fmla="*/ 935609 h 1510538"/>
                <a:gd name="connsiteX101" fmla="*/ 1387475 w 1681861"/>
                <a:gd name="connsiteY101" fmla="*/ 1028573 h 1510538"/>
                <a:gd name="connsiteX102" fmla="*/ 1427988 w 1681861"/>
                <a:gd name="connsiteY102" fmla="*/ 922528 h 1510538"/>
                <a:gd name="connsiteX103" fmla="*/ 1371092 w 1681861"/>
                <a:gd name="connsiteY103" fmla="*/ 915543 h 1510538"/>
                <a:gd name="connsiteX104" fmla="*/ 1081532 w 1681861"/>
                <a:gd name="connsiteY104" fmla="*/ 1197610 h 1510538"/>
                <a:gd name="connsiteX105" fmla="*/ 1025652 w 1681861"/>
                <a:gd name="connsiteY105" fmla="*/ 1218311 h 1510538"/>
                <a:gd name="connsiteX106" fmla="*/ 1042035 w 1681861"/>
                <a:gd name="connsiteY106" fmla="*/ 1193673 h 1510538"/>
                <a:gd name="connsiteX107" fmla="*/ 913638 w 1681861"/>
                <a:gd name="connsiteY107" fmla="*/ 1115441 h 1510538"/>
                <a:gd name="connsiteX108" fmla="*/ 964057 w 1681861"/>
                <a:gd name="connsiteY108" fmla="*/ 1364361 h 1510538"/>
                <a:gd name="connsiteX109" fmla="*/ 1097915 w 1681861"/>
                <a:gd name="connsiteY109" fmla="*/ 1391920 h 1510538"/>
                <a:gd name="connsiteX110" fmla="*/ 1340866 w 1681861"/>
                <a:gd name="connsiteY110" fmla="*/ 1211199 h 1510538"/>
                <a:gd name="connsiteX111" fmla="*/ 1181608 w 1681861"/>
                <a:gd name="connsiteY111" fmla="*/ 1096645 h 1510538"/>
                <a:gd name="connsiteX112" fmla="*/ 1081532 w 1681861"/>
                <a:gd name="connsiteY112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502918 w 1681861"/>
                <a:gd name="connsiteY59" fmla="*/ 402209 h 1510538"/>
                <a:gd name="connsiteX60" fmla="*/ 1498473 w 1681861"/>
                <a:gd name="connsiteY60" fmla="*/ 329438 h 1510538"/>
                <a:gd name="connsiteX61" fmla="*/ 1391920 w 1681861"/>
                <a:gd name="connsiteY61" fmla="*/ 134493 h 1510538"/>
                <a:gd name="connsiteX62" fmla="*/ 1392047 w 1681861"/>
                <a:gd name="connsiteY62" fmla="*/ 83312 h 1510538"/>
                <a:gd name="connsiteX63" fmla="*/ 1522730 w 1681861"/>
                <a:gd name="connsiteY63" fmla="*/ 368935 h 1510538"/>
                <a:gd name="connsiteX64" fmla="*/ 1567561 w 1681861"/>
                <a:gd name="connsiteY64" fmla="*/ 314452 h 1510538"/>
                <a:gd name="connsiteX65" fmla="*/ 1522730 w 1681861"/>
                <a:gd name="connsiteY65" fmla="*/ 368935 h 1510538"/>
                <a:gd name="connsiteX66" fmla="*/ 378191 w 1681861"/>
                <a:gd name="connsiteY66" fmla="*/ 335211 h 1510538"/>
                <a:gd name="connsiteX67" fmla="*/ 198247 w 1681861"/>
                <a:gd name="connsiteY67" fmla="*/ 541782 h 1510538"/>
                <a:gd name="connsiteX68" fmla="*/ 221869 w 1681861"/>
                <a:gd name="connsiteY68" fmla="*/ 552196 h 1510538"/>
                <a:gd name="connsiteX69" fmla="*/ 262001 w 1681861"/>
                <a:gd name="connsiteY69" fmla="*/ 635381 h 1510538"/>
                <a:gd name="connsiteX70" fmla="*/ 231648 w 1681861"/>
                <a:gd name="connsiteY70" fmla="*/ 861695 h 1510538"/>
                <a:gd name="connsiteX71" fmla="*/ 196850 w 1681861"/>
                <a:gd name="connsiteY71" fmla="*/ 882523 h 1510538"/>
                <a:gd name="connsiteX72" fmla="*/ 310642 w 1681861"/>
                <a:gd name="connsiteY72" fmla="*/ 983234 h 1510538"/>
                <a:gd name="connsiteX73" fmla="*/ 735076 w 1681861"/>
                <a:gd name="connsiteY73" fmla="*/ 1050544 h 1510538"/>
                <a:gd name="connsiteX74" fmla="*/ 985774 w 1681861"/>
                <a:gd name="connsiteY74" fmla="*/ 893572 h 1510538"/>
                <a:gd name="connsiteX75" fmla="*/ 991489 w 1681861"/>
                <a:gd name="connsiteY75" fmla="*/ 891286 h 1510538"/>
                <a:gd name="connsiteX76" fmla="*/ 941956 w 1681861"/>
                <a:gd name="connsiteY76" fmla="*/ 426795 h 1510538"/>
                <a:gd name="connsiteX77" fmla="*/ 655811 w 1681861"/>
                <a:gd name="connsiteY77" fmla="*/ 275466 h 1510538"/>
                <a:gd name="connsiteX78" fmla="*/ 372956 w 1681861"/>
                <a:gd name="connsiteY78" fmla="*/ 333954 h 1510538"/>
                <a:gd name="connsiteX79" fmla="*/ 1107186 w 1681861"/>
                <a:gd name="connsiteY79" fmla="*/ 427482 h 1510538"/>
                <a:gd name="connsiteX80" fmla="*/ 1107186 w 1681861"/>
                <a:gd name="connsiteY80" fmla="*/ 427482 h 1510538"/>
                <a:gd name="connsiteX81" fmla="*/ 161417 w 1681861"/>
                <a:gd name="connsiteY81" fmla="*/ 570738 h 1510538"/>
                <a:gd name="connsiteX82" fmla="*/ 114554 w 1681861"/>
                <a:gd name="connsiteY82" fmla="*/ 787908 h 1510538"/>
                <a:gd name="connsiteX83" fmla="*/ 182499 w 1681861"/>
                <a:gd name="connsiteY83" fmla="*/ 859409 h 1510538"/>
                <a:gd name="connsiteX84" fmla="*/ 224917 w 1681861"/>
                <a:gd name="connsiteY84" fmla="*/ 823849 h 1510538"/>
                <a:gd name="connsiteX85" fmla="*/ 224536 w 1681861"/>
                <a:gd name="connsiteY85" fmla="*/ 600837 h 1510538"/>
                <a:gd name="connsiteX86" fmla="*/ 161417 w 1681861"/>
                <a:gd name="connsiteY86" fmla="*/ 570738 h 1510538"/>
                <a:gd name="connsiteX87" fmla="*/ 1039622 w 1681861"/>
                <a:gd name="connsiteY87" fmla="*/ 567055 h 1510538"/>
                <a:gd name="connsiteX88" fmla="*/ 1037717 w 1681861"/>
                <a:gd name="connsiteY88" fmla="*/ 860679 h 1510538"/>
                <a:gd name="connsiteX89" fmla="*/ 1039622 w 1681861"/>
                <a:gd name="connsiteY89" fmla="*/ 567055 h 1510538"/>
                <a:gd name="connsiteX90" fmla="*/ 1648333 w 1681861"/>
                <a:gd name="connsiteY90" fmla="*/ 953897 h 1510538"/>
                <a:gd name="connsiteX91" fmla="*/ 1654810 w 1681861"/>
                <a:gd name="connsiteY91" fmla="*/ 801878 h 1510538"/>
                <a:gd name="connsiteX92" fmla="*/ 1655191 w 1681861"/>
                <a:gd name="connsiteY92" fmla="*/ 663194 h 1510538"/>
                <a:gd name="connsiteX93" fmla="*/ 1654683 w 1681861"/>
                <a:gd name="connsiteY93" fmla="*/ 575183 h 1510538"/>
                <a:gd name="connsiteX94" fmla="*/ 1371092 w 1681861"/>
                <a:gd name="connsiteY94" fmla="*/ 915543 h 1510538"/>
                <a:gd name="connsiteX95" fmla="*/ 1249807 w 1681861"/>
                <a:gd name="connsiteY95" fmla="*/ 1027303 h 1510538"/>
                <a:gd name="connsiteX96" fmla="*/ 1261618 w 1681861"/>
                <a:gd name="connsiteY96" fmla="*/ 956945 h 1510538"/>
                <a:gd name="connsiteX97" fmla="*/ 1208151 w 1681861"/>
                <a:gd name="connsiteY97" fmla="*/ 969391 h 1510538"/>
                <a:gd name="connsiteX98" fmla="*/ 1338961 w 1681861"/>
                <a:gd name="connsiteY98" fmla="*/ 1181862 h 1510538"/>
                <a:gd name="connsiteX99" fmla="*/ 1462913 w 1681861"/>
                <a:gd name="connsiteY99" fmla="*/ 935609 h 1510538"/>
                <a:gd name="connsiteX100" fmla="*/ 1387475 w 1681861"/>
                <a:gd name="connsiteY100" fmla="*/ 1028573 h 1510538"/>
                <a:gd name="connsiteX101" fmla="*/ 1427988 w 1681861"/>
                <a:gd name="connsiteY101" fmla="*/ 922528 h 1510538"/>
                <a:gd name="connsiteX102" fmla="*/ 1371092 w 1681861"/>
                <a:gd name="connsiteY102" fmla="*/ 915543 h 1510538"/>
                <a:gd name="connsiteX103" fmla="*/ 1081532 w 1681861"/>
                <a:gd name="connsiteY103" fmla="*/ 1197610 h 1510538"/>
                <a:gd name="connsiteX104" fmla="*/ 1025652 w 1681861"/>
                <a:gd name="connsiteY104" fmla="*/ 1218311 h 1510538"/>
                <a:gd name="connsiteX105" fmla="*/ 1042035 w 1681861"/>
                <a:gd name="connsiteY105" fmla="*/ 1193673 h 1510538"/>
                <a:gd name="connsiteX106" fmla="*/ 913638 w 1681861"/>
                <a:gd name="connsiteY106" fmla="*/ 1115441 h 1510538"/>
                <a:gd name="connsiteX107" fmla="*/ 964057 w 1681861"/>
                <a:gd name="connsiteY107" fmla="*/ 1364361 h 1510538"/>
                <a:gd name="connsiteX108" fmla="*/ 1097915 w 1681861"/>
                <a:gd name="connsiteY108" fmla="*/ 1391920 h 1510538"/>
                <a:gd name="connsiteX109" fmla="*/ 1340866 w 1681861"/>
                <a:gd name="connsiteY109" fmla="*/ 1211199 h 1510538"/>
                <a:gd name="connsiteX110" fmla="*/ 1181608 w 1681861"/>
                <a:gd name="connsiteY110" fmla="*/ 1096645 h 1510538"/>
                <a:gd name="connsiteX111" fmla="*/ 1081532 w 1681861"/>
                <a:gd name="connsiteY111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498473 w 1681861"/>
                <a:gd name="connsiteY59" fmla="*/ 329438 h 1510538"/>
                <a:gd name="connsiteX60" fmla="*/ 1391920 w 1681861"/>
                <a:gd name="connsiteY60" fmla="*/ 134493 h 1510538"/>
                <a:gd name="connsiteX61" fmla="*/ 1392047 w 1681861"/>
                <a:gd name="connsiteY61" fmla="*/ 83312 h 1510538"/>
                <a:gd name="connsiteX62" fmla="*/ 1522730 w 1681861"/>
                <a:gd name="connsiteY62" fmla="*/ 368935 h 1510538"/>
                <a:gd name="connsiteX63" fmla="*/ 1567561 w 1681861"/>
                <a:gd name="connsiteY63" fmla="*/ 314452 h 1510538"/>
                <a:gd name="connsiteX64" fmla="*/ 1522730 w 1681861"/>
                <a:gd name="connsiteY64" fmla="*/ 368935 h 1510538"/>
                <a:gd name="connsiteX65" fmla="*/ 378191 w 1681861"/>
                <a:gd name="connsiteY65" fmla="*/ 335211 h 1510538"/>
                <a:gd name="connsiteX66" fmla="*/ 198247 w 1681861"/>
                <a:gd name="connsiteY66" fmla="*/ 541782 h 1510538"/>
                <a:gd name="connsiteX67" fmla="*/ 221869 w 1681861"/>
                <a:gd name="connsiteY67" fmla="*/ 552196 h 1510538"/>
                <a:gd name="connsiteX68" fmla="*/ 262001 w 1681861"/>
                <a:gd name="connsiteY68" fmla="*/ 635381 h 1510538"/>
                <a:gd name="connsiteX69" fmla="*/ 231648 w 1681861"/>
                <a:gd name="connsiteY69" fmla="*/ 861695 h 1510538"/>
                <a:gd name="connsiteX70" fmla="*/ 196850 w 1681861"/>
                <a:gd name="connsiteY70" fmla="*/ 882523 h 1510538"/>
                <a:gd name="connsiteX71" fmla="*/ 310642 w 1681861"/>
                <a:gd name="connsiteY71" fmla="*/ 983234 h 1510538"/>
                <a:gd name="connsiteX72" fmla="*/ 735076 w 1681861"/>
                <a:gd name="connsiteY72" fmla="*/ 1050544 h 1510538"/>
                <a:gd name="connsiteX73" fmla="*/ 985774 w 1681861"/>
                <a:gd name="connsiteY73" fmla="*/ 893572 h 1510538"/>
                <a:gd name="connsiteX74" fmla="*/ 991489 w 1681861"/>
                <a:gd name="connsiteY74" fmla="*/ 891286 h 1510538"/>
                <a:gd name="connsiteX75" fmla="*/ 941956 w 1681861"/>
                <a:gd name="connsiteY75" fmla="*/ 426795 h 1510538"/>
                <a:gd name="connsiteX76" fmla="*/ 655811 w 1681861"/>
                <a:gd name="connsiteY76" fmla="*/ 275466 h 1510538"/>
                <a:gd name="connsiteX77" fmla="*/ 372956 w 1681861"/>
                <a:gd name="connsiteY77" fmla="*/ 333954 h 1510538"/>
                <a:gd name="connsiteX78" fmla="*/ 1107186 w 1681861"/>
                <a:gd name="connsiteY78" fmla="*/ 427482 h 1510538"/>
                <a:gd name="connsiteX79" fmla="*/ 1107186 w 1681861"/>
                <a:gd name="connsiteY79" fmla="*/ 427482 h 1510538"/>
                <a:gd name="connsiteX80" fmla="*/ 161417 w 1681861"/>
                <a:gd name="connsiteY80" fmla="*/ 570738 h 1510538"/>
                <a:gd name="connsiteX81" fmla="*/ 114554 w 1681861"/>
                <a:gd name="connsiteY81" fmla="*/ 787908 h 1510538"/>
                <a:gd name="connsiteX82" fmla="*/ 182499 w 1681861"/>
                <a:gd name="connsiteY82" fmla="*/ 859409 h 1510538"/>
                <a:gd name="connsiteX83" fmla="*/ 224917 w 1681861"/>
                <a:gd name="connsiteY83" fmla="*/ 823849 h 1510538"/>
                <a:gd name="connsiteX84" fmla="*/ 224536 w 1681861"/>
                <a:gd name="connsiteY84" fmla="*/ 600837 h 1510538"/>
                <a:gd name="connsiteX85" fmla="*/ 161417 w 1681861"/>
                <a:gd name="connsiteY85" fmla="*/ 570738 h 1510538"/>
                <a:gd name="connsiteX86" fmla="*/ 1039622 w 1681861"/>
                <a:gd name="connsiteY86" fmla="*/ 567055 h 1510538"/>
                <a:gd name="connsiteX87" fmla="*/ 1037717 w 1681861"/>
                <a:gd name="connsiteY87" fmla="*/ 860679 h 1510538"/>
                <a:gd name="connsiteX88" fmla="*/ 1039622 w 1681861"/>
                <a:gd name="connsiteY88" fmla="*/ 567055 h 1510538"/>
                <a:gd name="connsiteX89" fmla="*/ 1648333 w 1681861"/>
                <a:gd name="connsiteY89" fmla="*/ 953897 h 1510538"/>
                <a:gd name="connsiteX90" fmla="*/ 1654810 w 1681861"/>
                <a:gd name="connsiteY90" fmla="*/ 801878 h 1510538"/>
                <a:gd name="connsiteX91" fmla="*/ 1655191 w 1681861"/>
                <a:gd name="connsiteY91" fmla="*/ 663194 h 1510538"/>
                <a:gd name="connsiteX92" fmla="*/ 1654683 w 1681861"/>
                <a:gd name="connsiteY92" fmla="*/ 575183 h 1510538"/>
                <a:gd name="connsiteX93" fmla="*/ 1371092 w 1681861"/>
                <a:gd name="connsiteY93" fmla="*/ 915543 h 1510538"/>
                <a:gd name="connsiteX94" fmla="*/ 1249807 w 1681861"/>
                <a:gd name="connsiteY94" fmla="*/ 1027303 h 1510538"/>
                <a:gd name="connsiteX95" fmla="*/ 1261618 w 1681861"/>
                <a:gd name="connsiteY95" fmla="*/ 956945 h 1510538"/>
                <a:gd name="connsiteX96" fmla="*/ 1208151 w 1681861"/>
                <a:gd name="connsiteY96" fmla="*/ 969391 h 1510538"/>
                <a:gd name="connsiteX97" fmla="*/ 1338961 w 1681861"/>
                <a:gd name="connsiteY97" fmla="*/ 1181862 h 1510538"/>
                <a:gd name="connsiteX98" fmla="*/ 1462913 w 1681861"/>
                <a:gd name="connsiteY98" fmla="*/ 935609 h 1510538"/>
                <a:gd name="connsiteX99" fmla="*/ 1387475 w 1681861"/>
                <a:gd name="connsiteY99" fmla="*/ 1028573 h 1510538"/>
                <a:gd name="connsiteX100" fmla="*/ 1427988 w 1681861"/>
                <a:gd name="connsiteY100" fmla="*/ 922528 h 1510538"/>
                <a:gd name="connsiteX101" fmla="*/ 1371092 w 1681861"/>
                <a:gd name="connsiteY101" fmla="*/ 915543 h 1510538"/>
                <a:gd name="connsiteX102" fmla="*/ 1081532 w 1681861"/>
                <a:gd name="connsiteY102" fmla="*/ 1197610 h 1510538"/>
                <a:gd name="connsiteX103" fmla="*/ 1025652 w 1681861"/>
                <a:gd name="connsiteY103" fmla="*/ 1218311 h 1510538"/>
                <a:gd name="connsiteX104" fmla="*/ 1042035 w 1681861"/>
                <a:gd name="connsiteY104" fmla="*/ 1193673 h 1510538"/>
                <a:gd name="connsiteX105" fmla="*/ 913638 w 1681861"/>
                <a:gd name="connsiteY105" fmla="*/ 1115441 h 1510538"/>
                <a:gd name="connsiteX106" fmla="*/ 964057 w 1681861"/>
                <a:gd name="connsiteY106" fmla="*/ 1364361 h 1510538"/>
                <a:gd name="connsiteX107" fmla="*/ 1097915 w 1681861"/>
                <a:gd name="connsiteY107" fmla="*/ 1391920 h 1510538"/>
                <a:gd name="connsiteX108" fmla="*/ 1340866 w 1681861"/>
                <a:gd name="connsiteY108" fmla="*/ 1211199 h 1510538"/>
                <a:gd name="connsiteX109" fmla="*/ 1181608 w 1681861"/>
                <a:gd name="connsiteY109" fmla="*/ 1096645 h 1510538"/>
                <a:gd name="connsiteX110" fmla="*/ 1081532 w 1681861"/>
                <a:gd name="connsiteY110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498473 w 1681861"/>
                <a:gd name="connsiteY59" fmla="*/ 329438 h 1510538"/>
                <a:gd name="connsiteX60" fmla="*/ 1391920 w 1681861"/>
                <a:gd name="connsiteY60" fmla="*/ 134493 h 1510538"/>
                <a:gd name="connsiteX61" fmla="*/ 1392047 w 1681861"/>
                <a:gd name="connsiteY61" fmla="*/ 83312 h 1510538"/>
                <a:gd name="connsiteX62" fmla="*/ 1522730 w 1681861"/>
                <a:gd name="connsiteY62" fmla="*/ 368935 h 1510538"/>
                <a:gd name="connsiteX63" fmla="*/ 1567561 w 1681861"/>
                <a:gd name="connsiteY63" fmla="*/ 314452 h 1510538"/>
                <a:gd name="connsiteX64" fmla="*/ 378191 w 1681861"/>
                <a:gd name="connsiteY64" fmla="*/ 335211 h 1510538"/>
                <a:gd name="connsiteX65" fmla="*/ 198247 w 1681861"/>
                <a:gd name="connsiteY65" fmla="*/ 541782 h 1510538"/>
                <a:gd name="connsiteX66" fmla="*/ 221869 w 1681861"/>
                <a:gd name="connsiteY66" fmla="*/ 552196 h 1510538"/>
                <a:gd name="connsiteX67" fmla="*/ 262001 w 1681861"/>
                <a:gd name="connsiteY67" fmla="*/ 635381 h 1510538"/>
                <a:gd name="connsiteX68" fmla="*/ 231648 w 1681861"/>
                <a:gd name="connsiteY68" fmla="*/ 861695 h 1510538"/>
                <a:gd name="connsiteX69" fmla="*/ 196850 w 1681861"/>
                <a:gd name="connsiteY69" fmla="*/ 882523 h 1510538"/>
                <a:gd name="connsiteX70" fmla="*/ 310642 w 1681861"/>
                <a:gd name="connsiteY70" fmla="*/ 983234 h 1510538"/>
                <a:gd name="connsiteX71" fmla="*/ 735076 w 1681861"/>
                <a:gd name="connsiteY71" fmla="*/ 1050544 h 1510538"/>
                <a:gd name="connsiteX72" fmla="*/ 985774 w 1681861"/>
                <a:gd name="connsiteY72" fmla="*/ 893572 h 1510538"/>
                <a:gd name="connsiteX73" fmla="*/ 991489 w 1681861"/>
                <a:gd name="connsiteY73" fmla="*/ 891286 h 1510538"/>
                <a:gd name="connsiteX74" fmla="*/ 941956 w 1681861"/>
                <a:gd name="connsiteY74" fmla="*/ 426795 h 1510538"/>
                <a:gd name="connsiteX75" fmla="*/ 655811 w 1681861"/>
                <a:gd name="connsiteY75" fmla="*/ 275466 h 1510538"/>
                <a:gd name="connsiteX76" fmla="*/ 372956 w 1681861"/>
                <a:gd name="connsiteY76" fmla="*/ 333954 h 1510538"/>
                <a:gd name="connsiteX77" fmla="*/ 1107186 w 1681861"/>
                <a:gd name="connsiteY77" fmla="*/ 427482 h 1510538"/>
                <a:gd name="connsiteX78" fmla="*/ 1107186 w 1681861"/>
                <a:gd name="connsiteY78" fmla="*/ 427482 h 1510538"/>
                <a:gd name="connsiteX79" fmla="*/ 161417 w 1681861"/>
                <a:gd name="connsiteY79" fmla="*/ 570738 h 1510538"/>
                <a:gd name="connsiteX80" fmla="*/ 114554 w 1681861"/>
                <a:gd name="connsiteY80" fmla="*/ 787908 h 1510538"/>
                <a:gd name="connsiteX81" fmla="*/ 182499 w 1681861"/>
                <a:gd name="connsiteY81" fmla="*/ 859409 h 1510538"/>
                <a:gd name="connsiteX82" fmla="*/ 224917 w 1681861"/>
                <a:gd name="connsiteY82" fmla="*/ 823849 h 1510538"/>
                <a:gd name="connsiteX83" fmla="*/ 224536 w 1681861"/>
                <a:gd name="connsiteY83" fmla="*/ 600837 h 1510538"/>
                <a:gd name="connsiteX84" fmla="*/ 161417 w 1681861"/>
                <a:gd name="connsiteY84" fmla="*/ 570738 h 1510538"/>
                <a:gd name="connsiteX85" fmla="*/ 1039622 w 1681861"/>
                <a:gd name="connsiteY85" fmla="*/ 567055 h 1510538"/>
                <a:gd name="connsiteX86" fmla="*/ 1037717 w 1681861"/>
                <a:gd name="connsiteY86" fmla="*/ 860679 h 1510538"/>
                <a:gd name="connsiteX87" fmla="*/ 1039622 w 1681861"/>
                <a:gd name="connsiteY87" fmla="*/ 567055 h 1510538"/>
                <a:gd name="connsiteX88" fmla="*/ 1648333 w 1681861"/>
                <a:gd name="connsiteY88" fmla="*/ 953897 h 1510538"/>
                <a:gd name="connsiteX89" fmla="*/ 1654810 w 1681861"/>
                <a:gd name="connsiteY89" fmla="*/ 801878 h 1510538"/>
                <a:gd name="connsiteX90" fmla="*/ 1655191 w 1681861"/>
                <a:gd name="connsiteY90" fmla="*/ 663194 h 1510538"/>
                <a:gd name="connsiteX91" fmla="*/ 1654683 w 1681861"/>
                <a:gd name="connsiteY91" fmla="*/ 575183 h 1510538"/>
                <a:gd name="connsiteX92" fmla="*/ 1371092 w 1681861"/>
                <a:gd name="connsiteY92" fmla="*/ 915543 h 1510538"/>
                <a:gd name="connsiteX93" fmla="*/ 1249807 w 1681861"/>
                <a:gd name="connsiteY93" fmla="*/ 1027303 h 1510538"/>
                <a:gd name="connsiteX94" fmla="*/ 1261618 w 1681861"/>
                <a:gd name="connsiteY94" fmla="*/ 956945 h 1510538"/>
                <a:gd name="connsiteX95" fmla="*/ 1208151 w 1681861"/>
                <a:gd name="connsiteY95" fmla="*/ 969391 h 1510538"/>
                <a:gd name="connsiteX96" fmla="*/ 1338961 w 1681861"/>
                <a:gd name="connsiteY96" fmla="*/ 1181862 h 1510538"/>
                <a:gd name="connsiteX97" fmla="*/ 1462913 w 1681861"/>
                <a:gd name="connsiteY97" fmla="*/ 935609 h 1510538"/>
                <a:gd name="connsiteX98" fmla="*/ 1387475 w 1681861"/>
                <a:gd name="connsiteY98" fmla="*/ 1028573 h 1510538"/>
                <a:gd name="connsiteX99" fmla="*/ 1427988 w 1681861"/>
                <a:gd name="connsiteY99" fmla="*/ 922528 h 1510538"/>
                <a:gd name="connsiteX100" fmla="*/ 1371092 w 1681861"/>
                <a:gd name="connsiteY100" fmla="*/ 915543 h 1510538"/>
                <a:gd name="connsiteX101" fmla="*/ 1081532 w 1681861"/>
                <a:gd name="connsiteY101" fmla="*/ 1197610 h 1510538"/>
                <a:gd name="connsiteX102" fmla="*/ 1025652 w 1681861"/>
                <a:gd name="connsiteY102" fmla="*/ 1218311 h 1510538"/>
                <a:gd name="connsiteX103" fmla="*/ 1042035 w 1681861"/>
                <a:gd name="connsiteY103" fmla="*/ 1193673 h 1510538"/>
                <a:gd name="connsiteX104" fmla="*/ 913638 w 1681861"/>
                <a:gd name="connsiteY104" fmla="*/ 1115441 h 1510538"/>
                <a:gd name="connsiteX105" fmla="*/ 964057 w 1681861"/>
                <a:gd name="connsiteY105" fmla="*/ 1364361 h 1510538"/>
                <a:gd name="connsiteX106" fmla="*/ 1097915 w 1681861"/>
                <a:gd name="connsiteY106" fmla="*/ 1391920 h 1510538"/>
                <a:gd name="connsiteX107" fmla="*/ 1340866 w 1681861"/>
                <a:gd name="connsiteY107" fmla="*/ 1211199 h 1510538"/>
                <a:gd name="connsiteX108" fmla="*/ 1181608 w 1681861"/>
                <a:gd name="connsiteY108" fmla="*/ 1096645 h 1510538"/>
                <a:gd name="connsiteX109" fmla="*/ 1081532 w 1681861"/>
                <a:gd name="connsiteY109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391920 w 1681861"/>
                <a:gd name="connsiteY59" fmla="*/ 134493 h 1510538"/>
                <a:gd name="connsiteX60" fmla="*/ 1392047 w 1681861"/>
                <a:gd name="connsiteY60" fmla="*/ 83312 h 1510538"/>
                <a:gd name="connsiteX61" fmla="*/ 1522730 w 1681861"/>
                <a:gd name="connsiteY61" fmla="*/ 368935 h 1510538"/>
                <a:gd name="connsiteX62" fmla="*/ 1567561 w 1681861"/>
                <a:gd name="connsiteY62" fmla="*/ 314452 h 1510538"/>
                <a:gd name="connsiteX63" fmla="*/ 378191 w 1681861"/>
                <a:gd name="connsiteY63" fmla="*/ 335211 h 1510538"/>
                <a:gd name="connsiteX64" fmla="*/ 198247 w 1681861"/>
                <a:gd name="connsiteY64" fmla="*/ 541782 h 1510538"/>
                <a:gd name="connsiteX65" fmla="*/ 221869 w 1681861"/>
                <a:gd name="connsiteY65" fmla="*/ 552196 h 1510538"/>
                <a:gd name="connsiteX66" fmla="*/ 262001 w 1681861"/>
                <a:gd name="connsiteY66" fmla="*/ 635381 h 1510538"/>
                <a:gd name="connsiteX67" fmla="*/ 231648 w 1681861"/>
                <a:gd name="connsiteY67" fmla="*/ 861695 h 1510538"/>
                <a:gd name="connsiteX68" fmla="*/ 196850 w 1681861"/>
                <a:gd name="connsiteY68" fmla="*/ 882523 h 1510538"/>
                <a:gd name="connsiteX69" fmla="*/ 310642 w 1681861"/>
                <a:gd name="connsiteY69" fmla="*/ 983234 h 1510538"/>
                <a:gd name="connsiteX70" fmla="*/ 735076 w 1681861"/>
                <a:gd name="connsiteY70" fmla="*/ 1050544 h 1510538"/>
                <a:gd name="connsiteX71" fmla="*/ 985774 w 1681861"/>
                <a:gd name="connsiteY71" fmla="*/ 893572 h 1510538"/>
                <a:gd name="connsiteX72" fmla="*/ 991489 w 1681861"/>
                <a:gd name="connsiteY72" fmla="*/ 891286 h 1510538"/>
                <a:gd name="connsiteX73" fmla="*/ 941956 w 1681861"/>
                <a:gd name="connsiteY73" fmla="*/ 426795 h 1510538"/>
                <a:gd name="connsiteX74" fmla="*/ 655811 w 1681861"/>
                <a:gd name="connsiteY74" fmla="*/ 275466 h 1510538"/>
                <a:gd name="connsiteX75" fmla="*/ 372956 w 1681861"/>
                <a:gd name="connsiteY75" fmla="*/ 333954 h 1510538"/>
                <a:gd name="connsiteX76" fmla="*/ 1107186 w 1681861"/>
                <a:gd name="connsiteY76" fmla="*/ 427482 h 1510538"/>
                <a:gd name="connsiteX77" fmla="*/ 1107186 w 1681861"/>
                <a:gd name="connsiteY77" fmla="*/ 427482 h 1510538"/>
                <a:gd name="connsiteX78" fmla="*/ 161417 w 1681861"/>
                <a:gd name="connsiteY78" fmla="*/ 570738 h 1510538"/>
                <a:gd name="connsiteX79" fmla="*/ 114554 w 1681861"/>
                <a:gd name="connsiteY79" fmla="*/ 787908 h 1510538"/>
                <a:gd name="connsiteX80" fmla="*/ 182499 w 1681861"/>
                <a:gd name="connsiteY80" fmla="*/ 859409 h 1510538"/>
                <a:gd name="connsiteX81" fmla="*/ 224917 w 1681861"/>
                <a:gd name="connsiteY81" fmla="*/ 823849 h 1510538"/>
                <a:gd name="connsiteX82" fmla="*/ 224536 w 1681861"/>
                <a:gd name="connsiteY82" fmla="*/ 600837 h 1510538"/>
                <a:gd name="connsiteX83" fmla="*/ 161417 w 1681861"/>
                <a:gd name="connsiteY83" fmla="*/ 570738 h 1510538"/>
                <a:gd name="connsiteX84" fmla="*/ 1039622 w 1681861"/>
                <a:gd name="connsiteY84" fmla="*/ 567055 h 1510538"/>
                <a:gd name="connsiteX85" fmla="*/ 1037717 w 1681861"/>
                <a:gd name="connsiteY85" fmla="*/ 860679 h 1510538"/>
                <a:gd name="connsiteX86" fmla="*/ 1039622 w 1681861"/>
                <a:gd name="connsiteY86" fmla="*/ 567055 h 1510538"/>
                <a:gd name="connsiteX87" fmla="*/ 1648333 w 1681861"/>
                <a:gd name="connsiteY87" fmla="*/ 953897 h 1510538"/>
                <a:gd name="connsiteX88" fmla="*/ 1654810 w 1681861"/>
                <a:gd name="connsiteY88" fmla="*/ 801878 h 1510538"/>
                <a:gd name="connsiteX89" fmla="*/ 1655191 w 1681861"/>
                <a:gd name="connsiteY89" fmla="*/ 663194 h 1510538"/>
                <a:gd name="connsiteX90" fmla="*/ 1654683 w 1681861"/>
                <a:gd name="connsiteY90" fmla="*/ 575183 h 1510538"/>
                <a:gd name="connsiteX91" fmla="*/ 1371092 w 1681861"/>
                <a:gd name="connsiteY91" fmla="*/ 915543 h 1510538"/>
                <a:gd name="connsiteX92" fmla="*/ 1249807 w 1681861"/>
                <a:gd name="connsiteY92" fmla="*/ 1027303 h 1510538"/>
                <a:gd name="connsiteX93" fmla="*/ 1261618 w 1681861"/>
                <a:gd name="connsiteY93" fmla="*/ 956945 h 1510538"/>
                <a:gd name="connsiteX94" fmla="*/ 1208151 w 1681861"/>
                <a:gd name="connsiteY94" fmla="*/ 969391 h 1510538"/>
                <a:gd name="connsiteX95" fmla="*/ 1338961 w 1681861"/>
                <a:gd name="connsiteY95" fmla="*/ 1181862 h 1510538"/>
                <a:gd name="connsiteX96" fmla="*/ 1462913 w 1681861"/>
                <a:gd name="connsiteY96" fmla="*/ 935609 h 1510538"/>
                <a:gd name="connsiteX97" fmla="*/ 1387475 w 1681861"/>
                <a:gd name="connsiteY97" fmla="*/ 1028573 h 1510538"/>
                <a:gd name="connsiteX98" fmla="*/ 1427988 w 1681861"/>
                <a:gd name="connsiteY98" fmla="*/ 922528 h 1510538"/>
                <a:gd name="connsiteX99" fmla="*/ 1371092 w 1681861"/>
                <a:gd name="connsiteY99" fmla="*/ 915543 h 1510538"/>
                <a:gd name="connsiteX100" fmla="*/ 1081532 w 1681861"/>
                <a:gd name="connsiteY100" fmla="*/ 1197610 h 1510538"/>
                <a:gd name="connsiteX101" fmla="*/ 1025652 w 1681861"/>
                <a:gd name="connsiteY101" fmla="*/ 1218311 h 1510538"/>
                <a:gd name="connsiteX102" fmla="*/ 1042035 w 1681861"/>
                <a:gd name="connsiteY102" fmla="*/ 1193673 h 1510538"/>
                <a:gd name="connsiteX103" fmla="*/ 913638 w 1681861"/>
                <a:gd name="connsiteY103" fmla="*/ 1115441 h 1510538"/>
                <a:gd name="connsiteX104" fmla="*/ 964057 w 1681861"/>
                <a:gd name="connsiteY104" fmla="*/ 1364361 h 1510538"/>
                <a:gd name="connsiteX105" fmla="*/ 1097915 w 1681861"/>
                <a:gd name="connsiteY105" fmla="*/ 1391920 h 1510538"/>
                <a:gd name="connsiteX106" fmla="*/ 1340866 w 1681861"/>
                <a:gd name="connsiteY106" fmla="*/ 1211199 h 1510538"/>
                <a:gd name="connsiteX107" fmla="*/ 1181608 w 1681861"/>
                <a:gd name="connsiteY107" fmla="*/ 1096645 h 1510538"/>
                <a:gd name="connsiteX108" fmla="*/ 1081532 w 1681861"/>
                <a:gd name="connsiteY108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92580 w 1681861"/>
                <a:gd name="connsiteY3" fmla="*/ 300609 h 1510538"/>
                <a:gd name="connsiteX4" fmla="*/ 1622933 w 1681861"/>
                <a:gd name="connsiteY4" fmla="*/ 406781 h 1510538"/>
                <a:gd name="connsiteX5" fmla="*/ 1559179 w 1681861"/>
                <a:gd name="connsiteY5" fmla="*/ 434086 h 1510538"/>
                <a:gd name="connsiteX6" fmla="*/ 1681861 w 1681861"/>
                <a:gd name="connsiteY6" fmla="*/ 578739 h 1510538"/>
                <a:gd name="connsiteX7" fmla="*/ 1681353 w 1681861"/>
                <a:gd name="connsiteY7" fmla="*/ 922782 h 1510538"/>
                <a:gd name="connsiteX8" fmla="*/ 1657731 w 1681861"/>
                <a:gd name="connsiteY8" fmla="*/ 993013 h 1510538"/>
                <a:gd name="connsiteX9" fmla="*/ 1517142 w 1681861"/>
                <a:gd name="connsiteY9" fmla="*/ 999998 h 1510538"/>
                <a:gd name="connsiteX10" fmla="*/ 1383030 w 1681861"/>
                <a:gd name="connsiteY10" fmla="*/ 1205865 h 1510538"/>
                <a:gd name="connsiteX11" fmla="*/ 1096137 w 1681861"/>
                <a:gd name="connsiteY11" fmla="*/ 1418209 h 1510538"/>
                <a:gd name="connsiteX12" fmla="*/ 969010 w 1681861"/>
                <a:gd name="connsiteY12" fmla="*/ 1396365 h 1510538"/>
                <a:gd name="connsiteX13" fmla="*/ 968375 w 1681861"/>
                <a:gd name="connsiteY13" fmla="*/ 1493139 h 1510538"/>
                <a:gd name="connsiteX14" fmla="*/ 957580 w 1681861"/>
                <a:gd name="connsiteY14" fmla="*/ 1505839 h 1510538"/>
                <a:gd name="connsiteX15" fmla="*/ 942721 w 1681861"/>
                <a:gd name="connsiteY15" fmla="*/ 1503045 h 1510538"/>
                <a:gd name="connsiteX16" fmla="*/ 940562 w 1681861"/>
                <a:gd name="connsiteY16" fmla="*/ 1399540 h 1510538"/>
                <a:gd name="connsiteX17" fmla="*/ 914908 w 1681861"/>
                <a:gd name="connsiteY17" fmla="*/ 1199769 h 1510538"/>
                <a:gd name="connsiteX18" fmla="*/ 854202 w 1681861"/>
                <a:gd name="connsiteY18" fmla="*/ 1086739 h 1510538"/>
                <a:gd name="connsiteX19" fmla="*/ 678561 w 1681861"/>
                <a:gd name="connsiteY19" fmla="*/ 1080643 h 1510538"/>
                <a:gd name="connsiteX20" fmla="*/ 448437 w 1681861"/>
                <a:gd name="connsiteY20" fmla="*/ 1062609 h 1510538"/>
                <a:gd name="connsiteX21" fmla="*/ 402209 w 1681861"/>
                <a:gd name="connsiteY21" fmla="*/ 1085469 h 1510538"/>
                <a:gd name="connsiteX22" fmla="*/ 338963 w 1681861"/>
                <a:gd name="connsiteY22" fmla="*/ 1105535 h 1510538"/>
                <a:gd name="connsiteX23" fmla="*/ 376047 w 1681861"/>
                <a:gd name="connsiteY23" fmla="*/ 1200912 h 1510538"/>
                <a:gd name="connsiteX24" fmla="*/ 342900 w 1681861"/>
                <a:gd name="connsiteY24" fmla="*/ 1332611 h 1510538"/>
                <a:gd name="connsiteX25" fmla="*/ 265811 w 1681861"/>
                <a:gd name="connsiteY25" fmla="*/ 1501267 h 1510538"/>
                <a:gd name="connsiteX26" fmla="*/ 240157 w 1681861"/>
                <a:gd name="connsiteY26" fmla="*/ 1504569 h 1510538"/>
                <a:gd name="connsiteX27" fmla="*/ 349377 w 1681861"/>
                <a:gd name="connsiteY27" fmla="*/ 1218692 h 1510538"/>
                <a:gd name="connsiteX28" fmla="*/ 311531 w 1681861"/>
                <a:gd name="connsiteY28" fmla="*/ 1116965 h 1510538"/>
                <a:gd name="connsiteX29" fmla="*/ 20955 w 1681861"/>
                <a:gd name="connsiteY29" fmla="*/ 1499997 h 1510538"/>
                <a:gd name="connsiteX30" fmla="*/ 0 w 1681861"/>
                <a:gd name="connsiteY30" fmla="*/ 1510538 h 1510538"/>
                <a:gd name="connsiteX31" fmla="*/ 133223 w 1681861"/>
                <a:gd name="connsiteY31" fmla="*/ 1244219 h 1510538"/>
                <a:gd name="connsiteX32" fmla="*/ 412369 w 1681861"/>
                <a:gd name="connsiteY32" fmla="*/ 1055243 h 1510538"/>
                <a:gd name="connsiteX33" fmla="*/ 198247 w 1681861"/>
                <a:gd name="connsiteY33" fmla="*/ 919353 h 1510538"/>
                <a:gd name="connsiteX34" fmla="*/ 101981 w 1681861"/>
                <a:gd name="connsiteY34" fmla="*/ 829437 h 1510538"/>
                <a:gd name="connsiteX35" fmla="*/ 175895 w 1681861"/>
                <a:gd name="connsiteY35" fmla="*/ 534035 h 1510538"/>
                <a:gd name="connsiteX36" fmla="*/ 379792 w 1681861"/>
                <a:gd name="connsiteY36" fmla="*/ 298477 h 1510538"/>
                <a:gd name="connsiteX37" fmla="*/ 672816 w 1681861"/>
                <a:gd name="connsiteY37" fmla="*/ 253707 h 1510538"/>
                <a:gd name="connsiteX38" fmla="*/ 972991 w 1681861"/>
                <a:gd name="connsiteY38" fmla="*/ 416267 h 1510538"/>
                <a:gd name="connsiteX39" fmla="*/ 1049655 w 1681861"/>
                <a:gd name="connsiteY39" fmla="*/ 552450 h 1510538"/>
                <a:gd name="connsiteX40" fmla="*/ 1114679 w 1681861"/>
                <a:gd name="connsiteY40" fmla="*/ 647700 h 1510538"/>
                <a:gd name="connsiteX41" fmla="*/ 1042924 w 1681861"/>
                <a:gd name="connsiteY41" fmla="*/ 877697 h 1510538"/>
                <a:gd name="connsiteX42" fmla="*/ 1025906 w 1681861"/>
                <a:gd name="connsiteY42" fmla="*/ 887603 h 1510538"/>
                <a:gd name="connsiteX43" fmla="*/ 832358 w 1681861"/>
                <a:gd name="connsiteY43" fmla="*/ 1050163 h 1510538"/>
                <a:gd name="connsiteX44" fmla="*/ 1063879 w 1681861"/>
                <a:gd name="connsiteY44" fmla="*/ 1180338 h 1510538"/>
                <a:gd name="connsiteX45" fmla="*/ 1164717 w 1681861"/>
                <a:gd name="connsiteY45" fmla="*/ 1067308 h 1510538"/>
                <a:gd name="connsiteX46" fmla="*/ 1175385 w 1681861"/>
                <a:gd name="connsiteY46" fmla="*/ 978535 h 1510538"/>
                <a:gd name="connsiteX47" fmla="*/ 1226693 w 1681861"/>
                <a:gd name="connsiteY47" fmla="*/ 925195 h 1510538"/>
                <a:gd name="connsiteX48" fmla="*/ 1282700 w 1681861"/>
                <a:gd name="connsiteY48" fmla="*/ 942594 h 1510538"/>
                <a:gd name="connsiteX49" fmla="*/ 1388745 w 1681861"/>
                <a:gd name="connsiteY49" fmla="*/ 883666 h 1510538"/>
                <a:gd name="connsiteX50" fmla="*/ 1489583 w 1681861"/>
                <a:gd name="connsiteY50" fmla="*/ 927862 h 1510538"/>
                <a:gd name="connsiteX51" fmla="*/ 1083183 w 1681861"/>
                <a:gd name="connsiteY51" fmla="*/ 422021 h 1510538"/>
                <a:gd name="connsiteX52" fmla="*/ 1224407 w 1681861"/>
                <a:gd name="connsiteY52" fmla="*/ 235331 h 1510538"/>
                <a:gd name="connsiteX53" fmla="*/ 1415161 w 1681861"/>
                <a:gd name="connsiteY53" fmla="*/ 56261 h 1510538"/>
                <a:gd name="connsiteX54" fmla="*/ 1427353 w 1681861"/>
                <a:gd name="connsiteY54" fmla="*/ 10287 h 1510538"/>
                <a:gd name="connsiteX55" fmla="*/ 1249680 w 1681861"/>
                <a:gd name="connsiteY55" fmla="*/ 82804 h 1510538"/>
                <a:gd name="connsiteX56" fmla="*/ 1249934 w 1681861"/>
                <a:gd name="connsiteY56" fmla="*/ 251206 h 1510538"/>
                <a:gd name="connsiteX57" fmla="*/ 1111631 w 1681861"/>
                <a:gd name="connsiteY57" fmla="*/ 401574 h 1510538"/>
                <a:gd name="connsiteX58" fmla="*/ 1391920 w 1681861"/>
                <a:gd name="connsiteY58" fmla="*/ 134493 h 1510538"/>
                <a:gd name="connsiteX59" fmla="*/ 1392047 w 1681861"/>
                <a:gd name="connsiteY59" fmla="*/ 83312 h 1510538"/>
                <a:gd name="connsiteX60" fmla="*/ 1522730 w 1681861"/>
                <a:gd name="connsiteY60" fmla="*/ 368935 h 1510538"/>
                <a:gd name="connsiteX61" fmla="*/ 1567561 w 1681861"/>
                <a:gd name="connsiteY61" fmla="*/ 314452 h 1510538"/>
                <a:gd name="connsiteX62" fmla="*/ 378191 w 1681861"/>
                <a:gd name="connsiteY62" fmla="*/ 335211 h 1510538"/>
                <a:gd name="connsiteX63" fmla="*/ 198247 w 1681861"/>
                <a:gd name="connsiteY63" fmla="*/ 541782 h 1510538"/>
                <a:gd name="connsiteX64" fmla="*/ 221869 w 1681861"/>
                <a:gd name="connsiteY64" fmla="*/ 552196 h 1510538"/>
                <a:gd name="connsiteX65" fmla="*/ 262001 w 1681861"/>
                <a:gd name="connsiteY65" fmla="*/ 635381 h 1510538"/>
                <a:gd name="connsiteX66" fmla="*/ 231648 w 1681861"/>
                <a:gd name="connsiteY66" fmla="*/ 861695 h 1510538"/>
                <a:gd name="connsiteX67" fmla="*/ 196850 w 1681861"/>
                <a:gd name="connsiteY67" fmla="*/ 882523 h 1510538"/>
                <a:gd name="connsiteX68" fmla="*/ 310642 w 1681861"/>
                <a:gd name="connsiteY68" fmla="*/ 983234 h 1510538"/>
                <a:gd name="connsiteX69" fmla="*/ 735076 w 1681861"/>
                <a:gd name="connsiteY69" fmla="*/ 1050544 h 1510538"/>
                <a:gd name="connsiteX70" fmla="*/ 985774 w 1681861"/>
                <a:gd name="connsiteY70" fmla="*/ 893572 h 1510538"/>
                <a:gd name="connsiteX71" fmla="*/ 991489 w 1681861"/>
                <a:gd name="connsiteY71" fmla="*/ 891286 h 1510538"/>
                <a:gd name="connsiteX72" fmla="*/ 941956 w 1681861"/>
                <a:gd name="connsiteY72" fmla="*/ 426795 h 1510538"/>
                <a:gd name="connsiteX73" fmla="*/ 655811 w 1681861"/>
                <a:gd name="connsiteY73" fmla="*/ 275466 h 1510538"/>
                <a:gd name="connsiteX74" fmla="*/ 372956 w 1681861"/>
                <a:gd name="connsiteY74" fmla="*/ 333954 h 1510538"/>
                <a:gd name="connsiteX75" fmla="*/ 1107186 w 1681861"/>
                <a:gd name="connsiteY75" fmla="*/ 427482 h 1510538"/>
                <a:gd name="connsiteX76" fmla="*/ 1107186 w 1681861"/>
                <a:gd name="connsiteY76" fmla="*/ 427482 h 1510538"/>
                <a:gd name="connsiteX77" fmla="*/ 161417 w 1681861"/>
                <a:gd name="connsiteY77" fmla="*/ 570738 h 1510538"/>
                <a:gd name="connsiteX78" fmla="*/ 114554 w 1681861"/>
                <a:gd name="connsiteY78" fmla="*/ 787908 h 1510538"/>
                <a:gd name="connsiteX79" fmla="*/ 182499 w 1681861"/>
                <a:gd name="connsiteY79" fmla="*/ 859409 h 1510538"/>
                <a:gd name="connsiteX80" fmla="*/ 224917 w 1681861"/>
                <a:gd name="connsiteY80" fmla="*/ 823849 h 1510538"/>
                <a:gd name="connsiteX81" fmla="*/ 224536 w 1681861"/>
                <a:gd name="connsiteY81" fmla="*/ 600837 h 1510538"/>
                <a:gd name="connsiteX82" fmla="*/ 161417 w 1681861"/>
                <a:gd name="connsiteY82" fmla="*/ 570738 h 1510538"/>
                <a:gd name="connsiteX83" fmla="*/ 1039622 w 1681861"/>
                <a:gd name="connsiteY83" fmla="*/ 567055 h 1510538"/>
                <a:gd name="connsiteX84" fmla="*/ 1037717 w 1681861"/>
                <a:gd name="connsiteY84" fmla="*/ 860679 h 1510538"/>
                <a:gd name="connsiteX85" fmla="*/ 1039622 w 1681861"/>
                <a:gd name="connsiteY85" fmla="*/ 567055 h 1510538"/>
                <a:gd name="connsiteX86" fmla="*/ 1648333 w 1681861"/>
                <a:gd name="connsiteY86" fmla="*/ 953897 h 1510538"/>
                <a:gd name="connsiteX87" fmla="*/ 1654810 w 1681861"/>
                <a:gd name="connsiteY87" fmla="*/ 801878 h 1510538"/>
                <a:gd name="connsiteX88" fmla="*/ 1655191 w 1681861"/>
                <a:gd name="connsiteY88" fmla="*/ 663194 h 1510538"/>
                <a:gd name="connsiteX89" fmla="*/ 1654683 w 1681861"/>
                <a:gd name="connsiteY89" fmla="*/ 575183 h 1510538"/>
                <a:gd name="connsiteX90" fmla="*/ 1371092 w 1681861"/>
                <a:gd name="connsiteY90" fmla="*/ 915543 h 1510538"/>
                <a:gd name="connsiteX91" fmla="*/ 1249807 w 1681861"/>
                <a:gd name="connsiteY91" fmla="*/ 1027303 h 1510538"/>
                <a:gd name="connsiteX92" fmla="*/ 1261618 w 1681861"/>
                <a:gd name="connsiteY92" fmla="*/ 956945 h 1510538"/>
                <a:gd name="connsiteX93" fmla="*/ 1208151 w 1681861"/>
                <a:gd name="connsiteY93" fmla="*/ 969391 h 1510538"/>
                <a:gd name="connsiteX94" fmla="*/ 1338961 w 1681861"/>
                <a:gd name="connsiteY94" fmla="*/ 1181862 h 1510538"/>
                <a:gd name="connsiteX95" fmla="*/ 1462913 w 1681861"/>
                <a:gd name="connsiteY95" fmla="*/ 935609 h 1510538"/>
                <a:gd name="connsiteX96" fmla="*/ 1387475 w 1681861"/>
                <a:gd name="connsiteY96" fmla="*/ 1028573 h 1510538"/>
                <a:gd name="connsiteX97" fmla="*/ 1427988 w 1681861"/>
                <a:gd name="connsiteY97" fmla="*/ 922528 h 1510538"/>
                <a:gd name="connsiteX98" fmla="*/ 1371092 w 1681861"/>
                <a:gd name="connsiteY98" fmla="*/ 915543 h 1510538"/>
                <a:gd name="connsiteX99" fmla="*/ 1081532 w 1681861"/>
                <a:gd name="connsiteY99" fmla="*/ 1197610 h 1510538"/>
                <a:gd name="connsiteX100" fmla="*/ 1025652 w 1681861"/>
                <a:gd name="connsiteY100" fmla="*/ 1218311 h 1510538"/>
                <a:gd name="connsiteX101" fmla="*/ 1042035 w 1681861"/>
                <a:gd name="connsiteY101" fmla="*/ 1193673 h 1510538"/>
                <a:gd name="connsiteX102" fmla="*/ 913638 w 1681861"/>
                <a:gd name="connsiteY102" fmla="*/ 1115441 h 1510538"/>
                <a:gd name="connsiteX103" fmla="*/ 964057 w 1681861"/>
                <a:gd name="connsiteY103" fmla="*/ 1364361 h 1510538"/>
                <a:gd name="connsiteX104" fmla="*/ 1097915 w 1681861"/>
                <a:gd name="connsiteY104" fmla="*/ 1391920 h 1510538"/>
                <a:gd name="connsiteX105" fmla="*/ 1340866 w 1681861"/>
                <a:gd name="connsiteY105" fmla="*/ 1211199 h 1510538"/>
                <a:gd name="connsiteX106" fmla="*/ 1181608 w 1681861"/>
                <a:gd name="connsiteY106" fmla="*/ 1096645 h 1510538"/>
                <a:gd name="connsiteX107" fmla="*/ 1081532 w 1681861"/>
                <a:gd name="connsiteY107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415161 w 1681861"/>
                <a:gd name="connsiteY52" fmla="*/ 56261 h 1510538"/>
                <a:gd name="connsiteX53" fmla="*/ 1427353 w 1681861"/>
                <a:gd name="connsiteY53" fmla="*/ 10287 h 1510538"/>
                <a:gd name="connsiteX54" fmla="*/ 1249680 w 1681861"/>
                <a:gd name="connsiteY54" fmla="*/ 82804 h 1510538"/>
                <a:gd name="connsiteX55" fmla="*/ 1249934 w 1681861"/>
                <a:gd name="connsiteY55" fmla="*/ 251206 h 1510538"/>
                <a:gd name="connsiteX56" fmla="*/ 1111631 w 1681861"/>
                <a:gd name="connsiteY56" fmla="*/ 401574 h 1510538"/>
                <a:gd name="connsiteX57" fmla="*/ 1391920 w 1681861"/>
                <a:gd name="connsiteY57" fmla="*/ 134493 h 1510538"/>
                <a:gd name="connsiteX58" fmla="*/ 1392047 w 1681861"/>
                <a:gd name="connsiteY58" fmla="*/ 83312 h 1510538"/>
                <a:gd name="connsiteX59" fmla="*/ 1522730 w 1681861"/>
                <a:gd name="connsiteY59" fmla="*/ 368935 h 1510538"/>
                <a:gd name="connsiteX60" fmla="*/ 1567561 w 1681861"/>
                <a:gd name="connsiteY60" fmla="*/ 314452 h 1510538"/>
                <a:gd name="connsiteX61" fmla="*/ 378191 w 1681861"/>
                <a:gd name="connsiteY61" fmla="*/ 335211 h 1510538"/>
                <a:gd name="connsiteX62" fmla="*/ 198247 w 1681861"/>
                <a:gd name="connsiteY62" fmla="*/ 541782 h 1510538"/>
                <a:gd name="connsiteX63" fmla="*/ 221869 w 1681861"/>
                <a:gd name="connsiteY63" fmla="*/ 552196 h 1510538"/>
                <a:gd name="connsiteX64" fmla="*/ 262001 w 1681861"/>
                <a:gd name="connsiteY64" fmla="*/ 635381 h 1510538"/>
                <a:gd name="connsiteX65" fmla="*/ 231648 w 1681861"/>
                <a:gd name="connsiteY65" fmla="*/ 861695 h 1510538"/>
                <a:gd name="connsiteX66" fmla="*/ 196850 w 1681861"/>
                <a:gd name="connsiteY66" fmla="*/ 882523 h 1510538"/>
                <a:gd name="connsiteX67" fmla="*/ 310642 w 1681861"/>
                <a:gd name="connsiteY67" fmla="*/ 983234 h 1510538"/>
                <a:gd name="connsiteX68" fmla="*/ 735076 w 1681861"/>
                <a:gd name="connsiteY68" fmla="*/ 1050544 h 1510538"/>
                <a:gd name="connsiteX69" fmla="*/ 985774 w 1681861"/>
                <a:gd name="connsiteY69" fmla="*/ 893572 h 1510538"/>
                <a:gd name="connsiteX70" fmla="*/ 991489 w 1681861"/>
                <a:gd name="connsiteY70" fmla="*/ 891286 h 1510538"/>
                <a:gd name="connsiteX71" fmla="*/ 941956 w 1681861"/>
                <a:gd name="connsiteY71" fmla="*/ 426795 h 1510538"/>
                <a:gd name="connsiteX72" fmla="*/ 655811 w 1681861"/>
                <a:gd name="connsiteY72" fmla="*/ 275466 h 1510538"/>
                <a:gd name="connsiteX73" fmla="*/ 372956 w 1681861"/>
                <a:gd name="connsiteY73" fmla="*/ 333954 h 1510538"/>
                <a:gd name="connsiteX74" fmla="*/ 1107186 w 1681861"/>
                <a:gd name="connsiteY74" fmla="*/ 427482 h 1510538"/>
                <a:gd name="connsiteX75" fmla="*/ 1107186 w 1681861"/>
                <a:gd name="connsiteY75" fmla="*/ 427482 h 1510538"/>
                <a:gd name="connsiteX76" fmla="*/ 161417 w 1681861"/>
                <a:gd name="connsiteY76" fmla="*/ 570738 h 1510538"/>
                <a:gd name="connsiteX77" fmla="*/ 114554 w 1681861"/>
                <a:gd name="connsiteY77" fmla="*/ 787908 h 1510538"/>
                <a:gd name="connsiteX78" fmla="*/ 182499 w 1681861"/>
                <a:gd name="connsiteY78" fmla="*/ 859409 h 1510538"/>
                <a:gd name="connsiteX79" fmla="*/ 224917 w 1681861"/>
                <a:gd name="connsiteY79" fmla="*/ 823849 h 1510538"/>
                <a:gd name="connsiteX80" fmla="*/ 224536 w 1681861"/>
                <a:gd name="connsiteY80" fmla="*/ 600837 h 1510538"/>
                <a:gd name="connsiteX81" fmla="*/ 161417 w 1681861"/>
                <a:gd name="connsiteY81" fmla="*/ 570738 h 1510538"/>
                <a:gd name="connsiteX82" fmla="*/ 1039622 w 1681861"/>
                <a:gd name="connsiteY82" fmla="*/ 567055 h 1510538"/>
                <a:gd name="connsiteX83" fmla="*/ 1037717 w 1681861"/>
                <a:gd name="connsiteY83" fmla="*/ 860679 h 1510538"/>
                <a:gd name="connsiteX84" fmla="*/ 1039622 w 1681861"/>
                <a:gd name="connsiteY84" fmla="*/ 567055 h 1510538"/>
                <a:gd name="connsiteX85" fmla="*/ 1648333 w 1681861"/>
                <a:gd name="connsiteY85" fmla="*/ 953897 h 1510538"/>
                <a:gd name="connsiteX86" fmla="*/ 1654810 w 1681861"/>
                <a:gd name="connsiteY86" fmla="*/ 801878 h 1510538"/>
                <a:gd name="connsiteX87" fmla="*/ 1655191 w 1681861"/>
                <a:gd name="connsiteY87" fmla="*/ 663194 h 1510538"/>
                <a:gd name="connsiteX88" fmla="*/ 1654683 w 1681861"/>
                <a:gd name="connsiteY88" fmla="*/ 575183 h 1510538"/>
                <a:gd name="connsiteX89" fmla="*/ 1371092 w 1681861"/>
                <a:gd name="connsiteY89" fmla="*/ 915543 h 1510538"/>
                <a:gd name="connsiteX90" fmla="*/ 1249807 w 1681861"/>
                <a:gd name="connsiteY90" fmla="*/ 1027303 h 1510538"/>
                <a:gd name="connsiteX91" fmla="*/ 1261618 w 1681861"/>
                <a:gd name="connsiteY91" fmla="*/ 956945 h 1510538"/>
                <a:gd name="connsiteX92" fmla="*/ 1208151 w 1681861"/>
                <a:gd name="connsiteY92" fmla="*/ 969391 h 1510538"/>
                <a:gd name="connsiteX93" fmla="*/ 1338961 w 1681861"/>
                <a:gd name="connsiteY93" fmla="*/ 1181862 h 1510538"/>
                <a:gd name="connsiteX94" fmla="*/ 1462913 w 1681861"/>
                <a:gd name="connsiteY94" fmla="*/ 935609 h 1510538"/>
                <a:gd name="connsiteX95" fmla="*/ 1387475 w 1681861"/>
                <a:gd name="connsiteY95" fmla="*/ 1028573 h 1510538"/>
                <a:gd name="connsiteX96" fmla="*/ 1427988 w 1681861"/>
                <a:gd name="connsiteY96" fmla="*/ 922528 h 1510538"/>
                <a:gd name="connsiteX97" fmla="*/ 1371092 w 1681861"/>
                <a:gd name="connsiteY97" fmla="*/ 915543 h 1510538"/>
                <a:gd name="connsiteX98" fmla="*/ 1081532 w 1681861"/>
                <a:gd name="connsiteY98" fmla="*/ 1197610 h 1510538"/>
                <a:gd name="connsiteX99" fmla="*/ 1025652 w 1681861"/>
                <a:gd name="connsiteY99" fmla="*/ 1218311 h 1510538"/>
                <a:gd name="connsiteX100" fmla="*/ 1042035 w 1681861"/>
                <a:gd name="connsiteY100" fmla="*/ 1193673 h 1510538"/>
                <a:gd name="connsiteX101" fmla="*/ 913638 w 1681861"/>
                <a:gd name="connsiteY101" fmla="*/ 1115441 h 1510538"/>
                <a:gd name="connsiteX102" fmla="*/ 964057 w 1681861"/>
                <a:gd name="connsiteY102" fmla="*/ 1364361 h 1510538"/>
                <a:gd name="connsiteX103" fmla="*/ 1097915 w 1681861"/>
                <a:gd name="connsiteY103" fmla="*/ 1391920 h 1510538"/>
                <a:gd name="connsiteX104" fmla="*/ 1340866 w 1681861"/>
                <a:gd name="connsiteY104" fmla="*/ 1211199 h 1510538"/>
                <a:gd name="connsiteX105" fmla="*/ 1181608 w 1681861"/>
                <a:gd name="connsiteY105" fmla="*/ 1096645 h 1510538"/>
                <a:gd name="connsiteX106" fmla="*/ 1081532 w 1681861"/>
                <a:gd name="connsiteY106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415161 w 1681861"/>
                <a:gd name="connsiteY52" fmla="*/ 56261 h 1510538"/>
                <a:gd name="connsiteX53" fmla="*/ 1427353 w 1681861"/>
                <a:gd name="connsiteY53" fmla="*/ 10287 h 1510538"/>
                <a:gd name="connsiteX54" fmla="*/ 1249680 w 1681861"/>
                <a:gd name="connsiteY54" fmla="*/ 82804 h 1510538"/>
                <a:gd name="connsiteX55" fmla="*/ 1249934 w 1681861"/>
                <a:gd name="connsiteY55" fmla="*/ 251206 h 1510538"/>
                <a:gd name="connsiteX56" fmla="*/ 1111631 w 1681861"/>
                <a:gd name="connsiteY56" fmla="*/ 401574 h 1510538"/>
                <a:gd name="connsiteX57" fmla="*/ 1392047 w 1681861"/>
                <a:gd name="connsiteY57" fmla="*/ 83312 h 1510538"/>
                <a:gd name="connsiteX58" fmla="*/ 1522730 w 1681861"/>
                <a:gd name="connsiteY58" fmla="*/ 368935 h 1510538"/>
                <a:gd name="connsiteX59" fmla="*/ 1567561 w 1681861"/>
                <a:gd name="connsiteY59" fmla="*/ 314452 h 1510538"/>
                <a:gd name="connsiteX60" fmla="*/ 378191 w 1681861"/>
                <a:gd name="connsiteY60" fmla="*/ 335211 h 1510538"/>
                <a:gd name="connsiteX61" fmla="*/ 198247 w 1681861"/>
                <a:gd name="connsiteY61" fmla="*/ 541782 h 1510538"/>
                <a:gd name="connsiteX62" fmla="*/ 221869 w 1681861"/>
                <a:gd name="connsiteY62" fmla="*/ 552196 h 1510538"/>
                <a:gd name="connsiteX63" fmla="*/ 262001 w 1681861"/>
                <a:gd name="connsiteY63" fmla="*/ 635381 h 1510538"/>
                <a:gd name="connsiteX64" fmla="*/ 231648 w 1681861"/>
                <a:gd name="connsiteY64" fmla="*/ 861695 h 1510538"/>
                <a:gd name="connsiteX65" fmla="*/ 196850 w 1681861"/>
                <a:gd name="connsiteY65" fmla="*/ 882523 h 1510538"/>
                <a:gd name="connsiteX66" fmla="*/ 310642 w 1681861"/>
                <a:gd name="connsiteY66" fmla="*/ 983234 h 1510538"/>
                <a:gd name="connsiteX67" fmla="*/ 735076 w 1681861"/>
                <a:gd name="connsiteY67" fmla="*/ 1050544 h 1510538"/>
                <a:gd name="connsiteX68" fmla="*/ 985774 w 1681861"/>
                <a:gd name="connsiteY68" fmla="*/ 893572 h 1510538"/>
                <a:gd name="connsiteX69" fmla="*/ 991489 w 1681861"/>
                <a:gd name="connsiteY69" fmla="*/ 891286 h 1510538"/>
                <a:gd name="connsiteX70" fmla="*/ 941956 w 1681861"/>
                <a:gd name="connsiteY70" fmla="*/ 426795 h 1510538"/>
                <a:gd name="connsiteX71" fmla="*/ 655811 w 1681861"/>
                <a:gd name="connsiteY71" fmla="*/ 275466 h 1510538"/>
                <a:gd name="connsiteX72" fmla="*/ 372956 w 1681861"/>
                <a:gd name="connsiteY72" fmla="*/ 333954 h 1510538"/>
                <a:gd name="connsiteX73" fmla="*/ 1107186 w 1681861"/>
                <a:gd name="connsiteY73" fmla="*/ 427482 h 1510538"/>
                <a:gd name="connsiteX74" fmla="*/ 1107186 w 1681861"/>
                <a:gd name="connsiteY74" fmla="*/ 427482 h 1510538"/>
                <a:gd name="connsiteX75" fmla="*/ 161417 w 1681861"/>
                <a:gd name="connsiteY75" fmla="*/ 570738 h 1510538"/>
                <a:gd name="connsiteX76" fmla="*/ 114554 w 1681861"/>
                <a:gd name="connsiteY76" fmla="*/ 787908 h 1510538"/>
                <a:gd name="connsiteX77" fmla="*/ 182499 w 1681861"/>
                <a:gd name="connsiteY77" fmla="*/ 859409 h 1510538"/>
                <a:gd name="connsiteX78" fmla="*/ 224917 w 1681861"/>
                <a:gd name="connsiteY78" fmla="*/ 823849 h 1510538"/>
                <a:gd name="connsiteX79" fmla="*/ 224536 w 1681861"/>
                <a:gd name="connsiteY79" fmla="*/ 600837 h 1510538"/>
                <a:gd name="connsiteX80" fmla="*/ 161417 w 1681861"/>
                <a:gd name="connsiteY80" fmla="*/ 570738 h 1510538"/>
                <a:gd name="connsiteX81" fmla="*/ 1039622 w 1681861"/>
                <a:gd name="connsiteY81" fmla="*/ 567055 h 1510538"/>
                <a:gd name="connsiteX82" fmla="*/ 1037717 w 1681861"/>
                <a:gd name="connsiteY82" fmla="*/ 860679 h 1510538"/>
                <a:gd name="connsiteX83" fmla="*/ 1039622 w 1681861"/>
                <a:gd name="connsiteY83" fmla="*/ 567055 h 1510538"/>
                <a:gd name="connsiteX84" fmla="*/ 1648333 w 1681861"/>
                <a:gd name="connsiteY84" fmla="*/ 953897 h 1510538"/>
                <a:gd name="connsiteX85" fmla="*/ 1654810 w 1681861"/>
                <a:gd name="connsiteY85" fmla="*/ 801878 h 1510538"/>
                <a:gd name="connsiteX86" fmla="*/ 1655191 w 1681861"/>
                <a:gd name="connsiteY86" fmla="*/ 663194 h 1510538"/>
                <a:gd name="connsiteX87" fmla="*/ 1654683 w 1681861"/>
                <a:gd name="connsiteY87" fmla="*/ 575183 h 1510538"/>
                <a:gd name="connsiteX88" fmla="*/ 1371092 w 1681861"/>
                <a:gd name="connsiteY88" fmla="*/ 915543 h 1510538"/>
                <a:gd name="connsiteX89" fmla="*/ 1249807 w 1681861"/>
                <a:gd name="connsiteY89" fmla="*/ 1027303 h 1510538"/>
                <a:gd name="connsiteX90" fmla="*/ 1261618 w 1681861"/>
                <a:gd name="connsiteY90" fmla="*/ 956945 h 1510538"/>
                <a:gd name="connsiteX91" fmla="*/ 1208151 w 1681861"/>
                <a:gd name="connsiteY91" fmla="*/ 969391 h 1510538"/>
                <a:gd name="connsiteX92" fmla="*/ 1338961 w 1681861"/>
                <a:gd name="connsiteY92" fmla="*/ 1181862 h 1510538"/>
                <a:gd name="connsiteX93" fmla="*/ 1462913 w 1681861"/>
                <a:gd name="connsiteY93" fmla="*/ 935609 h 1510538"/>
                <a:gd name="connsiteX94" fmla="*/ 1387475 w 1681861"/>
                <a:gd name="connsiteY94" fmla="*/ 1028573 h 1510538"/>
                <a:gd name="connsiteX95" fmla="*/ 1427988 w 1681861"/>
                <a:gd name="connsiteY95" fmla="*/ 922528 h 1510538"/>
                <a:gd name="connsiteX96" fmla="*/ 1371092 w 1681861"/>
                <a:gd name="connsiteY96" fmla="*/ 915543 h 1510538"/>
                <a:gd name="connsiteX97" fmla="*/ 1081532 w 1681861"/>
                <a:gd name="connsiteY97" fmla="*/ 1197610 h 1510538"/>
                <a:gd name="connsiteX98" fmla="*/ 1025652 w 1681861"/>
                <a:gd name="connsiteY98" fmla="*/ 1218311 h 1510538"/>
                <a:gd name="connsiteX99" fmla="*/ 1042035 w 1681861"/>
                <a:gd name="connsiteY99" fmla="*/ 1193673 h 1510538"/>
                <a:gd name="connsiteX100" fmla="*/ 913638 w 1681861"/>
                <a:gd name="connsiteY100" fmla="*/ 1115441 h 1510538"/>
                <a:gd name="connsiteX101" fmla="*/ 964057 w 1681861"/>
                <a:gd name="connsiteY101" fmla="*/ 1364361 h 1510538"/>
                <a:gd name="connsiteX102" fmla="*/ 1097915 w 1681861"/>
                <a:gd name="connsiteY102" fmla="*/ 1391920 h 1510538"/>
                <a:gd name="connsiteX103" fmla="*/ 1340866 w 1681861"/>
                <a:gd name="connsiteY103" fmla="*/ 1211199 h 1510538"/>
                <a:gd name="connsiteX104" fmla="*/ 1181608 w 1681861"/>
                <a:gd name="connsiteY104" fmla="*/ 1096645 h 1510538"/>
                <a:gd name="connsiteX105" fmla="*/ 1081532 w 1681861"/>
                <a:gd name="connsiteY105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415161 w 1681861"/>
                <a:gd name="connsiteY52" fmla="*/ 56261 h 1510538"/>
                <a:gd name="connsiteX53" fmla="*/ 1427353 w 1681861"/>
                <a:gd name="connsiteY53" fmla="*/ 10287 h 1510538"/>
                <a:gd name="connsiteX54" fmla="*/ 1249680 w 1681861"/>
                <a:gd name="connsiteY54" fmla="*/ 82804 h 1510538"/>
                <a:gd name="connsiteX55" fmla="*/ 1249934 w 1681861"/>
                <a:gd name="connsiteY55" fmla="*/ 251206 h 1510538"/>
                <a:gd name="connsiteX56" fmla="*/ 1111631 w 1681861"/>
                <a:gd name="connsiteY56" fmla="*/ 401574 h 1510538"/>
                <a:gd name="connsiteX57" fmla="*/ 1522730 w 1681861"/>
                <a:gd name="connsiteY57" fmla="*/ 368935 h 1510538"/>
                <a:gd name="connsiteX58" fmla="*/ 1567561 w 1681861"/>
                <a:gd name="connsiteY58" fmla="*/ 314452 h 1510538"/>
                <a:gd name="connsiteX59" fmla="*/ 378191 w 1681861"/>
                <a:gd name="connsiteY59" fmla="*/ 335211 h 1510538"/>
                <a:gd name="connsiteX60" fmla="*/ 198247 w 1681861"/>
                <a:gd name="connsiteY60" fmla="*/ 541782 h 1510538"/>
                <a:gd name="connsiteX61" fmla="*/ 221869 w 1681861"/>
                <a:gd name="connsiteY61" fmla="*/ 552196 h 1510538"/>
                <a:gd name="connsiteX62" fmla="*/ 262001 w 1681861"/>
                <a:gd name="connsiteY62" fmla="*/ 635381 h 1510538"/>
                <a:gd name="connsiteX63" fmla="*/ 231648 w 1681861"/>
                <a:gd name="connsiteY63" fmla="*/ 861695 h 1510538"/>
                <a:gd name="connsiteX64" fmla="*/ 196850 w 1681861"/>
                <a:gd name="connsiteY64" fmla="*/ 882523 h 1510538"/>
                <a:gd name="connsiteX65" fmla="*/ 310642 w 1681861"/>
                <a:gd name="connsiteY65" fmla="*/ 983234 h 1510538"/>
                <a:gd name="connsiteX66" fmla="*/ 735076 w 1681861"/>
                <a:gd name="connsiteY66" fmla="*/ 1050544 h 1510538"/>
                <a:gd name="connsiteX67" fmla="*/ 985774 w 1681861"/>
                <a:gd name="connsiteY67" fmla="*/ 893572 h 1510538"/>
                <a:gd name="connsiteX68" fmla="*/ 991489 w 1681861"/>
                <a:gd name="connsiteY68" fmla="*/ 891286 h 1510538"/>
                <a:gd name="connsiteX69" fmla="*/ 941956 w 1681861"/>
                <a:gd name="connsiteY69" fmla="*/ 426795 h 1510538"/>
                <a:gd name="connsiteX70" fmla="*/ 655811 w 1681861"/>
                <a:gd name="connsiteY70" fmla="*/ 275466 h 1510538"/>
                <a:gd name="connsiteX71" fmla="*/ 372956 w 1681861"/>
                <a:gd name="connsiteY71" fmla="*/ 333954 h 1510538"/>
                <a:gd name="connsiteX72" fmla="*/ 1107186 w 1681861"/>
                <a:gd name="connsiteY72" fmla="*/ 427482 h 1510538"/>
                <a:gd name="connsiteX73" fmla="*/ 1107186 w 1681861"/>
                <a:gd name="connsiteY73" fmla="*/ 427482 h 1510538"/>
                <a:gd name="connsiteX74" fmla="*/ 161417 w 1681861"/>
                <a:gd name="connsiteY74" fmla="*/ 570738 h 1510538"/>
                <a:gd name="connsiteX75" fmla="*/ 114554 w 1681861"/>
                <a:gd name="connsiteY75" fmla="*/ 787908 h 1510538"/>
                <a:gd name="connsiteX76" fmla="*/ 182499 w 1681861"/>
                <a:gd name="connsiteY76" fmla="*/ 859409 h 1510538"/>
                <a:gd name="connsiteX77" fmla="*/ 224917 w 1681861"/>
                <a:gd name="connsiteY77" fmla="*/ 823849 h 1510538"/>
                <a:gd name="connsiteX78" fmla="*/ 224536 w 1681861"/>
                <a:gd name="connsiteY78" fmla="*/ 600837 h 1510538"/>
                <a:gd name="connsiteX79" fmla="*/ 161417 w 1681861"/>
                <a:gd name="connsiteY79" fmla="*/ 570738 h 1510538"/>
                <a:gd name="connsiteX80" fmla="*/ 1039622 w 1681861"/>
                <a:gd name="connsiteY80" fmla="*/ 567055 h 1510538"/>
                <a:gd name="connsiteX81" fmla="*/ 1037717 w 1681861"/>
                <a:gd name="connsiteY81" fmla="*/ 860679 h 1510538"/>
                <a:gd name="connsiteX82" fmla="*/ 1039622 w 1681861"/>
                <a:gd name="connsiteY82" fmla="*/ 567055 h 1510538"/>
                <a:gd name="connsiteX83" fmla="*/ 1648333 w 1681861"/>
                <a:gd name="connsiteY83" fmla="*/ 953897 h 1510538"/>
                <a:gd name="connsiteX84" fmla="*/ 1654810 w 1681861"/>
                <a:gd name="connsiteY84" fmla="*/ 801878 h 1510538"/>
                <a:gd name="connsiteX85" fmla="*/ 1655191 w 1681861"/>
                <a:gd name="connsiteY85" fmla="*/ 663194 h 1510538"/>
                <a:gd name="connsiteX86" fmla="*/ 1654683 w 1681861"/>
                <a:gd name="connsiteY86" fmla="*/ 575183 h 1510538"/>
                <a:gd name="connsiteX87" fmla="*/ 1371092 w 1681861"/>
                <a:gd name="connsiteY87" fmla="*/ 915543 h 1510538"/>
                <a:gd name="connsiteX88" fmla="*/ 1249807 w 1681861"/>
                <a:gd name="connsiteY88" fmla="*/ 1027303 h 1510538"/>
                <a:gd name="connsiteX89" fmla="*/ 1261618 w 1681861"/>
                <a:gd name="connsiteY89" fmla="*/ 956945 h 1510538"/>
                <a:gd name="connsiteX90" fmla="*/ 1208151 w 1681861"/>
                <a:gd name="connsiteY90" fmla="*/ 969391 h 1510538"/>
                <a:gd name="connsiteX91" fmla="*/ 1338961 w 1681861"/>
                <a:gd name="connsiteY91" fmla="*/ 1181862 h 1510538"/>
                <a:gd name="connsiteX92" fmla="*/ 1462913 w 1681861"/>
                <a:gd name="connsiteY92" fmla="*/ 935609 h 1510538"/>
                <a:gd name="connsiteX93" fmla="*/ 1387475 w 1681861"/>
                <a:gd name="connsiteY93" fmla="*/ 1028573 h 1510538"/>
                <a:gd name="connsiteX94" fmla="*/ 1427988 w 1681861"/>
                <a:gd name="connsiteY94" fmla="*/ 922528 h 1510538"/>
                <a:gd name="connsiteX95" fmla="*/ 1371092 w 1681861"/>
                <a:gd name="connsiteY95" fmla="*/ 915543 h 1510538"/>
                <a:gd name="connsiteX96" fmla="*/ 1081532 w 1681861"/>
                <a:gd name="connsiteY96" fmla="*/ 1197610 h 1510538"/>
                <a:gd name="connsiteX97" fmla="*/ 1025652 w 1681861"/>
                <a:gd name="connsiteY97" fmla="*/ 1218311 h 1510538"/>
                <a:gd name="connsiteX98" fmla="*/ 1042035 w 1681861"/>
                <a:gd name="connsiteY98" fmla="*/ 1193673 h 1510538"/>
                <a:gd name="connsiteX99" fmla="*/ 913638 w 1681861"/>
                <a:gd name="connsiteY99" fmla="*/ 1115441 h 1510538"/>
                <a:gd name="connsiteX100" fmla="*/ 964057 w 1681861"/>
                <a:gd name="connsiteY100" fmla="*/ 1364361 h 1510538"/>
                <a:gd name="connsiteX101" fmla="*/ 1097915 w 1681861"/>
                <a:gd name="connsiteY101" fmla="*/ 1391920 h 1510538"/>
                <a:gd name="connsiteX102" fmla="*/ 1340866 w 1681861"/>
                <a:gd name="connsiteY102" fmla="*/ 1211199 h 1510538"/>
                <a:gd name="connsiteX103" fmla="*/ 1181608 w 1681861"/>
                <a:gd name="connsiteY103" fmla="*/ 1096645 h 1510538"/>
                <a:gd name="connsiteX104" fmla="*/ 1081532 w 1681861"/>
                <a:gd name="connsiteY104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249680 w 1681861"/>
                <a:gd name="connsiteY52" fmla="*/ 82804 h 1510538"/>
                <a:gd name="connsiteX53" fmla="*/ 1249934 w 1681861"/>
                <a:gd name="connsiteY53" fmla="*/ 251206 h 1510538"/>
                <a:gd name="connsiteX54" fmla="*/ 1111631 w 1681861"/>
                <a:gd name="connsiteY54" fmla="*/ 401574 h 1510538"/>
                <a:gd name="connsiteX55" fmla="*/ 1522730 w 1681861"/>
                <a:gd name="connsiteY55" fmla="*/ 368935 h 1510538"/>
                <a:gd name="connsiteX56" fmla="*/ 1567561 w 1681861"/>
                <a:gd name="connsiteY56" fmla="*/ 314452 h 1510538"/>
                <a:gd name="connsiteX57" fmla="*/ 378191 w 1681861"/>
                <a:gd name="connsiteY57" fmla="*/ 335211 h 1510538"/>
                <a:gd name="connsiteX58" fmla="*/ 198247 w 1681861"/>
                <a:gd name="connsiteY58" fmla="*/ 541782 h 1510538"/>
                <a:gd name="connsiteX59" fmla="*/ 221869 w 1681861"/>
                <a:gd name="connsiteY59" fmla="*/ 552196 h 1510538"/>
                <a:gd name="connsiteX60" fmla="*/ 262001 w 1681861"/>
                <a:gd name="connsiteY60" fmla="*/ 635381 h 1510538"/>
                <a:gd name="connsiteX61" fmla="*/ 231648 w 1681861"/>
                <a:gd name="connsiteY61" fmla="*/ 861695 h 1510538"/>
                <a:gd name="connsiteX62" fmla="*/ 196850 w 1681861"/>
                <a:gd name="connsiteY62" fmla="*/ 882523 h 1510538"/>
                <a:gd name="connsiteX63" fmla="*/ 310642 w 1681861"/>
                <a:gd name="connsiteY63" fmla="*/ 983234 h 1510538"/>
                <a:gd name="connsiteX64" fmla="*/ 735076 w 1681861"/>
                <a:gd name="connsiteY64" fmla="*/ 1050544 h 1510538"/>
                <a:gd name="connsiteX65" fmla="*/ 985774 w 1681861"/>
                <a:gd name="connsiteY65" fmla="*/ 893572 h 1510538"/>
                <a:gd name="connsiteX66" fmla="*/ 991489 w 1681861"/>
                <a:gd name="connsiteY66" fmla="*/ 891286 h 1510538"/>
                <a:gd name="connsiteX67" fmla="*/ 941956 w 1681861"/>
                <a:gd name="connsiteY67" fmla="*/ 426795 h 1510538"/>
                <a:gd name="connsiteX68" fmla="*/ 655811 w 1681861"/>
                <a:gd name="connsiteY68" fmla="*/ 275466 h 1510538"/>
                <a:gd name="connsiteX69" fmla="*/ 372956 w 1681861"/>
                <a:gd name="connsiteY69" fmla="*/ 333954 h 1510538"/>
                <a:gd name="connsiteX70" fmla="*/ 1107186 w 1681861"/>
                <a:gd name="connsiteY70" fmla="*/ 427482 h 1510538"/>
                <a:gd name="connsiteX71" fmla="*/ 1107186 w 1681861"/>
                <a:gd name="connsiteY71" fmla="*/ 427482 h 1510538"/>
                <a:gd name="connsiteX72" fmla="*/ 161417 w 1681861"/>
                <a:gd name="connsiteY72" fmla="*/ 570738 h 1510538"/>
                <a:gd name="connsiteX73" fmla="*/ 114554 w 1681861"/>
                <a:gd name="connsiteY73" fmla="*/ 787908 h 1510538"/>
                <a:gd name="connsiteX74" fmla="*/ 182499 w 1681861"/>
                <a:gd name="connsiteY74" fmla="*/ 859409 h 1510538"/>
                <a:gd name="connsiteX75" fmla="*/ 224917 w 1681861"/>
                <a:gd name="connsiteY75" fmla="*/ 823849 h 1510538"/>
                <a:gd name="connsiteX76" fmla="*/ 224536 w 1681861"/>
                <a:gd name="connsiteY76" fmla="*/ 600837 h 1510538"/>
                <a:gd name="connsiteX77" fmla="*/ 161417 w 1681861"/>
                <a:gd name="connsiteY77" fmla="*/ 570738 h 1510538"/>
                <a:gd name="connsiteX78" fmla="*/ 1039622 w 1681861"/>
                <a:gd name="connsiteY78" fmla="*/ 567055 h 1510538"/>
                <a:gd name="connsiteX79" fmla="*/ 1037717 w 1681861"/>
                <a:gd name="connsiteY79" fmla="*/ 860679 h 1510538"/>
                <a:gd name="connsiteX80" fmla="*/ 1039622 w 1681861"/>
                <a:gd name="connsiteY80" fmla="*/ 567055 h 1510538"/>
                <a:gd name="connsiteX81" fmla="*/ 1648333 w 1681861"/>
                <a:gd name="connsiteY81" fmla="*/ 953897 h 1510538"/>
                <a:gd name="connsiteX82" fmla="*/ 1654810 w 1681861"/>
                <a:gd name="connsiteY82" fmla="*/ 801878 h 1510538"/>
                <a:gd name="connsiteX83" fmla="*/ 1655191 w 1681861"/>
                <a:gd name="connsiteY83" fmla="*/ 663194 h 1510538"/>
                <a:gd name="connsiteX84" fmla="*/ 1654683 w 1681861"/>
                <a:gd name="connsiteY84" fmla="*/ 575183 h 1510538"/>
                <a:gd name="connsiteX85" fmla="*/ 1371092 w 1681861"/>
                <a:gd name="connsiteY85" fmla="*/ 915543 h 1510538"/>
                <a:gd name="connsiteX86" fmla="*/ 1249807 w 1681861"/>
                <a:gd name="connsiteY86" fmla="*/ 1027303 h 1510538"/>
                <a:gd name="connsiteX87" fmla="*/ 1261618 w 1681861"/>
                <a:gd name="connsiteY87" fmla="*/ 956945 h 1510538"/>
                <a:gd name="connsiteX88" fmla="*/ 1208151 w 1681861"/>
                <a:gd name="connsiteY88" fmla="*/ 969391 h 1510538"/>
                <a:gd name="connsiteX89" fmla="*/ 1338961 w 1681861"/>
                <a:gd name="connsiteY89" fmla="*/ 1181862 h 1510538"/>
                <a:gd name="connsiteX90" fmla="*/ 1462913 w 1681861"/>
                <a:gd name="connsiteY90" fmla="*/ 935609 h 1510538"/>
                <a:gd name="connsiteX91" fmla="*/ 1387475 w 1681861"/>
                <a:gd name="connsiteY91" fmla="*/ 1028573 h 1510538"/>
                <a:gd name="connsiteX92" fmla="*/ 1427988 w 1681861"/>
                <a:gd name="connsiteY92" fmla="*/ 922528 h 1510538"/>
                <a:gd name="connsiteX93" fmla="*/ 1371092 w 1681861"/>
                <a:gd name="connsiteY93" fmla="*/ 915543 h 1510538"/>
                <a:gd name="connsiteX94" fmla="*/ 1081532 w 1681861"/>
                <a:gd name="connsiteY94" fmla="*/ 1197610 h 1510538"/>
                <a:gd name="connsiteX95" fmla="*/ 1025652 w 1681861"/>
                <a:gd name="connsiteY95" fmla="*/ 1218311 h 1510538"/>
                <a:gd name="connsiteX96" fmla="*/ 1042035 w 1681861"/>
                <a:gd name="connsiteY96" fmla="*/ 1193673 h 1510538"/>
                <a:gd name="connsiteX97" fmla="*/ 913638 w 1681861"/>
                <a:gd name="connsiteY97" fmla="*/ 1115441 h 1510538"/>
                <a:gd name="connsiteX98" fmla="*/ 964057 w 1681861"/>
                <a:gd name="connsiteY98" fmla="*/ 1364361 h 1510538"/>
                <a:gd name="connsiteX99" fmla="*/ 1097915 w 1681861"/>
                <a:gd name="connsiteY99" fmla="*/ 1391920 h 1510538"/>
                <a:gd name="connsiteX100" fmla="*/ 1340866 w 1681861"/>
                <a:gd name="connsiteY100" fmla="*/ 1211199 h 1510538"/>
                <a:gd name="connsiteX101" fmla="*/ 1181608 w 1681861"/>
                <a:gd name="connsiteY101" fmla="*/ 1096645 h 1510538"/>
                <a:gd name="connsiteX102" fmla="*/ 1081532 w 1681861"/>
                <a:gd name="connsiteY102" fmla="*/ 1197610 h 1510538"/>
                <a:gd name="connsiteX0" fmla="*/ 1418463 w 1681861"/>
                <a:gd name="connsiteY0" fmla="*/ 1143 h 1427734"/>
                <a:gd name="connsiteX1" fmla="*/ 1592580 w 1681861"/>
                <a:gd name="connsiteY1" fmla="*/ 217805 h 1427734"/>
                <a:gd name="connsiteX2" fmla="*/ 1622933 w 1681861"/>
                <a:gd name="connsiteY2" fmla="*/ 323977 h 1427734"/>
                <a:gd name="connsiteX3" fmla="*/ 1559179 w 1681861"/>
                <a:gd name="connsiteY3" fmla="*/ 351282 h 1427734"/>
                <a:gd name="connsiteX4" fmla="*/ 1681861 w 1681861"/>
                <a:gd name="connsiteY4" fmla="*/ 495935 h 1427734"/>
                <a:gd name="connsiteX5" fmla="*/ 1681353 w 1681861"/>
                <a:gd name="connsiteY5" fmla="*/ 839978 h 1427734"/>
                <a:gd name="connsiteX6" fmla="*/ 1657731 w 1681861"/>
                <a:gd name="connsiteY6" fmla="*/ 910209 h 1427734"/>
                <a:gd name="connsiteX7" fmla="*/ 1517142 w 1681861"/>
                <a:gd name="connsiteY7" fmla="*/ 917194 h 1427734"/>
                <a:gd name="connsiteX8" fmla="*/ 1383030 w 1681861"/>
                <a:gd name="connsiteY8" fmla="*/ 1123061 h 1427734"/>
                <a:gd name="connsiteX9" fmla="*/ 1096137 w 1681861"/>
                <a:gd name="connsiteY9" fmla="*/ 1335405 h 1427734"/>
                <a:gd name="connsiteX10" fmla="*/ 969010 w 1681861"/>
                <a:gd name="connsiteY10" fmla="*/ 1313561 h 1427734"/>
                <a:gd name="connsiteX11" fmla="*/ 968375 w 1681861"/>
                <a:gd name="connsiteY11" fmla="*/ 1410335 h 1427734"/>
                <a:gd name="connsiteX12" fmla="*/ 957580 w 1681861"/>
                <a:gd name="connsiteY12" fmla="*/ 1423035 h 1427734"/>
                <a:gd name="connsiteX13" fmla="*/ 942721 w 1681861"/>
                <a:gd name="connsiteY13" fmla="*/ 1420241 h 1427734"/>
                <a:gd name="connsiteX14" fmla="*/ 940562 w 1681861"/>
                <a:gd name="connsiteY14" fmla="*/ 1316736 h 1427734"/>
                <a:gd name="connsiteX15" fmla="*/ 914908 w 1681861"/>
                <a:gd name="connsiteY15" fmla="*/ 1116965 h 1427734"/>
                <a:gd name="connsiteX16" fmla="*/ 854202 w 1681861"/>
                <a:gd name="connsiteY16" fmla="*/ 1003935 h 1427734"/>
                <a:gd name="connsiteX17" fmla="*/ 678561 w 1681861"/>
                <a:gd name="connsiteY17" fmla="*/ 997839 h 1427734"/>
                <a:gd name="connsiteX18" fmla="*/ 448437 w 1681861"/>
                <a:gd name="connsiteY18" fmla="*/ 979805 h 1427734"/>
                <a:gd name="connsiteX19" fmla="*/ 402209 w 1681861"/>
                <a:gd name="connsiteY19" fmla="*/ 1002665 h 1427734"/>
                <a:gd name="connsiteX20" fmla="*/ 338963 w 1681861"/>
                <a:gd name="connsiteY20" fmla="*/ 1022731 h 1427734"/>
                <a:gd name="connsiteX21" fmla="*/ 376047 w 1681861"/>
                <a:gd name="connsiteY21" fmla="*/ 1118108 h 1427734"/>
                <a:gd name="connsiteX22" fmla="*/ 342900 w 1681861"/>
                <a:gd name="connsiteY22" fmla="*/ 1249807 h 1427734"/>
                <a:gd name="connsiteX23" fmla="*/ 265811 w 1681861"/>
                <a:gd name="connsiteY23" fmla="*/ 1418463 h 1427734"/>
                <a:gd name="connsiteX24" fmla="*/ 240157 w 1681861"/>
                <a:gd name="connsiteY24" fmla="*/ 1421765 h 1427734"/>
                <a:gd name="connsiteX25" fmla="*/ 349377 w 1681861"/>
                <a:gd name="connsiteY25" fmla="*/ 1135888 h 1427734"/>
                <a:gd name="connsiteX26" fmla="*/ 311531 w 1681861"/>
                <a:gd name="connsiteY26" fmla="*/ 1034161 h 1427734"/>
                <a:gd name="connsiteX27" fmla="*/ 20955 w 1681861"/>
                <a:gd name="connsiteY27" fmla="*/ 1417193 h 1427734"/>
                <a:gd name="connsiteX28" fmla="*/ 0 w 1681861"/>
                <a:gd name="connsiteY28" fmla="*/ 1427734 h 1427734"/>
                <a:gd name="connsiteX29" fmla="*/ 133223 w 1681861"/>
                <a:gd name="connsiteY29" fmla="*/ 1161415 h 1427734"/>
                <a:gd name="connsiteX30" fmla="*/ 412369 w 1681861"/>
                <a:gd name="connsiteY30" fmla="*/ 972439 h 1427734"/>
                <a:gd name="connsiteX31" fmla="*/ 198247 w 1681861"/>
                <a:gd name="connsiteY31" fmla="*/ 836549 h 1427734"/>
                <a:gd name="connsiteX32" fmla="*/ 101981 w 1681861"/>
                <a:gd name="connsiteY32" fmla="*/ 746633 h 1427734"/>
                <a:gd name="connsiteX33" fmla="*/ 175895 w 1681861"/>
                <a:gd name="connsiteY33" fmla="*/ 451231 h 1427734"/>
                <a:gd name="connsiteX34" fmla="*/ 379792 w 1681861"/>
                <a:gd name="connsiteY34" fmla="*/ 215673 h 1427734"/>
                <a:gd name="connsiteX35" fmla="*/ 672816 w 1681861"/>
                <a:gd name="connsiteY35" fmla="*/ 170903 h 1427734"/>
                <a:gd name="connsiteX36" fmla="*/ 972991 w 1681861"/>
                <a:gd name="connsiteY36" fmla="*/ 333463 h 1427734"/>
                <a:gd name="connsiteX37" fmla="*/ 1049655 w 1681861"/>
                <a:gd name="connsiteY37" fmla="*/ 469646 h 1427734"/>
                <a:gd name="connsiteX38" fmla="*/ 1114679 w 1681861"/>
                <a:gd name="connsiteY38" fmla="*/ 564896 h 1427734"/>
                <a:gd name="connsiteX39" fmla="*/ 1042924 w 1681861"/>
                <a:gd name="connsiteY39" fmla="*/ 794893 h 1427734"/>
                <a:gd name="connsiteX40" fmla="*/ 1025906 w 1681861"/>
                <a:gd name="connsiteY40" fmla="*/ 804799 h 1427734"/>
                <a:gd name="connsiteX41" fmla="*/ 832358 w 1681861"/>
                <a:gd name="connsiteY41" fmla="*/ 967359 h 1427734"/>
                <a:gd name="connsiteX42" fmla="*/ 1063879 w 1681861"/>
                <a:gd name="connsiteY42" fmla="*/ 1097534 h 1427734"/>
                <a:gd name="connsiteX43" fmla="*/ 1164717 w 1681861"/>
                <a:gd name="connsiteY43" fmla="*/ 984504 h 1427734"/>
                <a:gd name="connsiteX44" fmla="*/ 1175385 w 1681861"/>
                <a:gd name="connsiteY44" fmla="*/ 895731 h 1427734"/>
                <a:gd name="connsiteX45" fmla="*/ 1226693 w 1681861"/>
                <a:gd name="connsiteY45" fmla="*/ 842391 h 1427734"/>
                <a:gd name="connsiteX46" fmla="*/ 1282700 w 1681861"/>
                <a:gd name="connsiteY46" fmla="*/ 859790 h 1427734"/>
                <a:gd name="connsiteX47" fmla="*/ 1388745 w 1681861"/>
                <a:gd name="connsiteY47" fmla="*/ 800862 h 1427734"/>
                <a:gd name="connsiteX48" fmla="*/ 1489583 w 1681861"/>
                <a:gd name="connsiteY48" fmla="*/ 845058 h 1427734"/>
                <a:gd name="connsiteX49" fmla="*/ 1083183 w 1681861"/>
                <a:gd name="connsiteY49" fmla="*/ 339217 h 1427734"/>
                <a:gd name="connsiteX50" fmla="*/ 1224407 w 1681861"/>
                <a:gd name="connsiteY50" fmla="*/ 152527 h 1427734"/>
                <a:gd name="connsiteX51" fmla="*/ 1249680 w 1681861"/>
                <a:gd name="connsiteY51" fmla="*/ 0 h 1427734"/>
                <a:gd name="connsiteX52" fmla="*/ 1249934 w 1681861"/>
                <a:gd name="connsiteY52" fmla="*/ 168402 h 1427734"/>
                <a:gd name="connsiteX53" fmla="*/ 1111631 w 1681861"/>
                <a:gd name="connsiteY53" fmla="*/ 318770 h 1427734"/>
                <a:gd name="connsiteX54" fmla="*/ 1522730 w 1681861"/>
                <a:gd name="connsiteY54" fmla="*/ 286131 h 1427734"/>
                <a:gd name="connsiteX55" fmla="*/ 1567561 w 1681861"/>
                <a:gd name="connsiteY55" fmla="*/ 231648 h 1427734"/>
                <a:gd name="connsiteX56" fmla="*/ 378191 w 1681861"/>
                <a:gd name="connsiteY56" fmla="*/ 252407 h 1427734"/>
                <a:gd name="connsiteX57" fmla="*/ 198247 w 1681861"/>
                <a:gd name="connsiteY57" fmla="*/ 458978 h 1427734"/>
                <a:gd name="connsiteX58" fmla="*/ 221869 w 1681861"/>
                <a:gd name="connsiteY58" fmla="*/ 469392 h 1427734"/>
                <a:gd name="connsiteX59" fmla="*/ 262001 w 1681861"/>
                <a:gd name="connsiteY59" fmla="*/ 552577 h 1427734"/>
                <a:gd name="connsiteX60" fmla="*/ 231648 w 1681861"/>
                <a:gd name="connsiteY60" fmla="*/ 778891 h 1427734"/>
                <a:gd name="connsiteX61" fmla="*/ 196850 w 1681861"/>
                <a:gd name="connsiteY61" fmla="*/ 799719 h 1427734"/>
                <a:gd name="connsiteX62" fmla="*/ 310642 w 1681861"/>
                <a:gd name="connsiteY62" fmla="*/ 900430 h 1427734"/>
                <a:gd name="connsiteX63" fmla="*/ 735076 w 1681861"/>
                <a:gd name="connsiteY63" fmla="*/ 967740 h 1427734"/>
                <a:gd name="connsiteX64" fmla="*/ 985774 w 1681861"/>
                <a:gd name="connsiteY64" fmla="*/ 810768 h 1427734"/>
                <a:gd name="connsiteX65" fmla="*/ 991489 w 1681861"/>
                <a:gd name="connsiteY65" fmla="*/ 808482 h 1427734"/>
                <a:gd name="connsiteX66" fmla="*/ 941956 w 1681861"/>
                <a:gd name="connsiteY66" fmla="*/ 343991 h 1427734"/>
                <a:gd name="connsiteX67" fmla="*/ 655811 w 1681861"/>
                <a:gd name="connsiteY67" fmla="*/ 192662 h 1427734"/>
                <a:gd name="connsiteX68" fmla="*/ 372956 w 1681861"/>
                <a:gd name="connsiteY68" fmla="*/ 251150 h 1427734"/>
                <a:gd name="connsiteX69" fmla="*/ 1107186 w 1681861"/>
                <a:gd name="connsiteY69" fmla="*/ 344678 h 1427734"/>
                <a:gd name="connsiteX70" fmla="*/ 1107186 w 1681861"/>
                <a:gd name="connsiteY70" fmla="*/ 344678 h 1427734"/>
                <a:gd name="connsiteX71" fmla="*/ 161417 w 1681861"/>
                <a:gd name="connsiteY71" fmla="*/ 487934 h 1427734"/>
                <a:gd name="connsiteX72" fmla="*/ 114554 w 1681861"/>
                <a:gd name="connsiteY72" fmla="*/ 705104 h 1427734"/>
                <a:gd name="connsiteX73" fmla="*/ 182499 w 1681861"/>
                <a:gd name="connsiteY73" fmla="*/ 776605 h 1427734"/>
                <a:gd name="connsiteX74" fmla="*/ 224917 w 1681861"/>
                <a:gd name="connsiteY74" fmla="*/ 741045 h 1427734"/>
                <a:gd name="connsiteX75" fmla="*/ 224536 w 1681861"/>
                <a:gd name="connsiteY75" fmla="*/ 518033 h 1427734"/>
                <a:gd name="connsiteX76" fmla="*/ 161417 w 1681861"/>
                <a:gd name="connsiteY76" fmla="*/ 487934 h 1427734"/>
                <a:gd name="connsiteX77" fmla="*/ 1039622 w 1681861"/>
                <a:gd name="connsiteY77" fmla="*/ 484251 h 1427734"/>
                <a:gd name="connsiteX78" fmla="*/ 1037717 w 1681861"/>
                <a:gd name="connsiteY78" fmla="*/ 777875 h 1427734"/>
                <a:gd name="connsiteX79" fmla="*/ 1039622 w 1681861"/>
                <a:gd name="connsiteY79" fmla="*/ 484251 h 1427734"/>
                <a:gd name="connsiteX80" fmla="*/ 1648333 w 1681861"/>
                <a:gd name="connsiteY80" fmla="*/ 871093 h 1427734"/>
                <a:gd name="connsiteX81" fmla="*/ 1654810 w 1681861"/>
                <a:gd name="connsiteY81" fmla="*/ 719074 h 1427734"/>
                <a:gd name="connsiteX82" fmla="*/ 1655191 w 1681861"/>
                <a:gd name="connsiteY82" fmla="*/ 580390 h 1427734"/>
                <a:gd name="connsiteX83" fmla="*/ 1654683 w 1681861"/>
                <a:gd name="connsiteY83" fmla="*/ 492379 h 1427734"/>
                <a:gd name="connsiteX84" fmla="*/ 1371092 w 1681861"/>
                <a:gd name="connsiteY84" fmla="*/ 832739 h 1427734"/>
                <a:gd name="connsiteX85" fmla="*/ 1249807 w 1681861"/>
                <a:gd name="connsiteY85" fmla="*/ 944499 h 1427734"/>
                <a:gd name="connsiteX86" fmla="*/ 1261618 w 1681861"/>
                <a:gd name="connsiteY86" fmla="*/ 874141 h 1427734"/>
                <a:gd name="connsiteX87" fmla="*/ 1208151 w 1681861"/>
                <a:gd name="connsiteY87" fmla="*/ 886587 h 1427734"/>
                <a:gd name="connsiteX88" fmla="*/ 1338961 w 1681861"/>
                <a:gd name="connsiteY88" fmla="*/ 1099058 h 1427734"/>
                <a:gd name="connsiteX89" fmla="*/ 1462913 w 1681861"/>
                <a:gd name="connsiteY89" fmla="*/ 852805 h 1427734"/>
                <a:gd name="connsiteX90" fmla="*/ 1387475 w 1681861"/>
                <a:gd name="connsiteY90" fmla="*/ 945769 h 1427734"/>
                <a:gd name="connsiteX91" fmla="*/ 1427988 w 1681861"/>
                <a:gd name="connsiteY91" fmla="*/ 839724 h 1427734"/>
                <a:gd name="connsiteX92" fmla="*/ 1371092 w 1681861"/>
                <a:gd name="connsiteY92" fmla="*/ 832739 h 1427734"/>
                <a:gd name="connsiteX93" fmla="*/ 1081532 w 1681861"/>
                <a:gd name="connsiteY93" fmla="*/ 1114806 h 1427734"/>
                <a:gd name="connsiteX94" fmla="*/ 1025652 w 1681861"/>
                <a:gd name="connsiteY94" fmla="*/ 1135507 h 1427734"/>
                <a:gd name="connsiteX95" fmla="*/ 1042035 w 1681861"/>
                <a:gd name="connsiteY95" fmla="*/ 1110869 h 1427734"/>
                <a:gd name="connsiteX96" fmla="*/ 913638 w 1681861"/>
                <a:gd name="connsiteY96" fmla="*/ 1032637 h 1427734"/>
                <a:gd name="connsiteX97" fmla="*/ 964057 w 1681861"/>
                <a:gd name="connsiteY97" fmla="*/ 1281557 h 1427734"/>
                <a:gd name="connsiteX98" fmla="*/ 1097915 w 1681861"/>
                <a:gd name="connsiteY98" fmla="*/ 1309116 h 1427734"/>
                <a:gd name="connsiteX99" fmla="*/ 1340866 w 1681861"/>
                <a:gd name="connsiteY99" fmla="*/ 1128395 h 1427734"/>
                <a:gd name="connsiteX100" fmla="*/ 1181608 w 1681861"/>
                <a:gd name="connsiteY100" fmla="*/ 1013841 h 1427734"/>
                <a:gd name="connsiteX101" fmla="*/ 1081532 w 1681861"/>
                <a:gd name="connsiteY101" fmla="*/ 1114806 h 1427734"/>
                <a:gd name="connsiteX0" fmla="*/ 1592580 w 1681861"/>
                <a:gd name="connsiteY0" fmla="*/ 217805 h 1427734"/>
                <a:gd name="connsiteX1" fmla="*/ 1622933 w 1681861"/>
                <a:gd name="connsiteY1" fmla="*/ 323977 h 1427734"/>
                <a:gd name="connsiteX2" fmla="*/ 1559179 w 1681861"/>
                <a:gd name="connsiteY2" fmla="*/ 351282 h 1427734"/>
                <a:gd name="connsiteX3" fmla="*/ 1681861 w 1681861"/>
                <a:gd name="connsiteY3" fmla="*/ 495935 h 1427734"/>
                <a:gd name="connsiteX4" fmla="*/ 1681353 w 1681861"/>
                <a:gd name="connsiteY4" fmla="*/ 839978 h 1427734"/>
                <a:gd name="connsiteX5" fmla="*/ 1657731 w 1681861"/>
                <a:gd name="connsiteY5" fmla="*/ 910209 h 1427734"/>
                <a:gd name="connsiteX6" fmla="*/ 1517142 w 1681861"/>
                <a:gd name="connsiteY6" fmla="*/ 917194 h 1427734"/>
                <a:gd name="connsiteX7" fmla="*/ 1383030 w 1681861"/>
                <a:gd name="connsiteY7" fmla="*/ 1123061 h 1427734"/>
                <a:gd name="connsiteX8" fmla="*/ 1096137 w 1681861"/>
                <a:gd name="connsiteY8" fmla="*/ 1335405 h 1427734"/>
                <a:gd name="connsiteX9" fmla="*/ 969010 w 1681861"/>
                <a:gd name="connsiteY9" fmla="*/ 1313561 h 1427734"/>
                <a:gd name="connsiteX10" fmla="*/ 968375 w 1681861"/>
                <a:gd name="connsiteY10" fmla="*/ 1410335 h 1427734"/>
                <a:gd name="connsiteX11" fmla="*/ 957580 w 1681861"/>
                <a:gd name="connsiteY11" fmla="*/ 1423035 h 1427734"/>
                <a:gd name="connsiteX12" fmla="*/ 942721 w 1681861"/>
                <a:gd name="connsiteY12" fmla="*/ 1420241 h 1427734"/>
                <a:gd name="connsiteX13" fmla="*/ 940562 w 1681861"/>
                <a:gd name="connsiteY13" fmla="*/ 1316736 h 1427734"/>
                <a:gd name="connsiteX14" fmla="*/ 914908 w 1681861"/>
                <a:gd name="connsiteY14" fmla="*/ 1116965 h 1427734"/>
                <a:gd name="connsiteX15" fmla="*/ 854202 w 1681861"/>
                <a:gd name="connsiteY15" fmla="*/ 1003935 h 1427734"/>
                <a:gd name="connsiteX16" fmla="*/ 678561 w 1681861"/>
                <a:gd name="connsiteY16" fmla="*/ 997839 h 1427734"/>
                <a:gd name="connsiteX17" fmla="*/ 448437 w 1681861"/>
                <a:gd name="connsiteY17" fmla="*/ 979805 h 1427734"/>
                <a:gd name="connsiteX18" fmla="*/ 402209 w 1681861"/>
                <a:gd name="connsiteY18" fmla="*/ 1002665 h 1427734"/>
                <a:gd name="connsiteX19" fmla="*/ 338963 w 1681861"/>
                <a:gd name="connsiteY19" fmla="*/ 1022731 h 1427734"/>
                <a:gd name="connsiteX20" fmla="*/ 376047 w 1681861"/>
                <a:gd name="connsiteY20" fmla="*/ 1118108 h 1427734"/>
                <a:gd name="connsiteX21" fmla="*/ 342900 w 1681861"/>
                <a:gd name="connsiteY21" fmla="*/ 1249807 h 1427734"/>
                <a:gd name="connsiteX22" fmla="*/ 265811 w 1681861"/>
                <a:gd name="connsiteY22" fmla="*/ 1418463 h 1427734"/>
                <a:gd name="connsiteX23" fmla="*/ 240157 w 1681861"/>
                <a:gd name="connsiteY23" fmla="*/ 1421765 h 1427734"/>
                <a:gd name="connsiteX24" fmla="*/ 349377 w 1681861"/>
                <a:gd name="connsiteY24" fmla="*/ 1135888 h 1427734"/>
                <a:gd name="connsiteX25" fmla="*/ 311531 w 1681861"/>
                <a:gd name="connsiteY25" fmla="*/ 1034161 h 1427734"/>
                <a:gd name="connsiteX26" fmla="*/ 20955 w 1681861"/>
                <a:gd name="connsiteY26" fmla="*/ 1417193 h 1427734"/>
                <a:gd name="connsiteX27" fmla="*/ 0 w 1681861"/>
                <a:gd name="connsiteY27" fmla="*/ 1427734 h 1427734"/>
                <a:gd name="connsiteX28" fmla="*/ 133223 w 1681861"/>
                <a:gd name="connsiteY28" fmla="*/ 1161415 h 1427734"/>
                <a:gd name="connsiteX29" fmla="*/ 412369 w 1681861"/>
                <a:gd name="connsiteY29" fmla="*/ 972439 h 1427734"/>
                <a:gd name="connsiteX30" fmla="*/ 198247 w 1681861"/>
                <a:gd name="connsiteY30" fmla="*/ 836549 h 1427734"/>
                <a:gd name="connsiteX31" fmla="*/ 101981 w 1681861"/>
                <a:gd name="connsiteY31" fmla="*/ 746633 h 1427734"/>
                <a:gd name="connsiteX32" fmla="*/ 175895 w 1681861"/>
                <a:gd name="connsiteY32" fmla="*/ 451231 h 1427734"/>
                <a:gd name="connsiteX33" fmla="*/ 379792 w 1681861"/>
                <a:gd name="connsiteY33" fmla="*/ 215673 h 1427734"/>
                <a:gd name="connsiteX34" fmla="*/ 672816 w 1681861"/>
                <a:gd name="connsiteY34" fmla="*/ 170903 h 1427734"/>
                <a:gd name="connsiteX35" fmla="*/ 972991 w 1681861"/>
                <a:gd name="connsiteY35" fmla="*/ 333463 h 1427734"/>
                <a:gd name="connsiteX36" fmla="*/ 1049655 w 1681861"/>
                <a:gd name="connsiteY36" fmla="*/ 469646 h 1427734"/>
                <a:gd name="connsiteX37" fmla="*/ 1114679 w 1681861"/>
                <a:gd name="connsiteY37" fmla="*/ 564896 h 1427734"/>
                <a:gd name="connsiteX38" fmla="*/ 1042924 w 1681861"/>
                <a:gd name="connsiteY38" fmla="*/ 794893 h 1427734"/>
                <a:gd name="connsiteX39" fmla="*/ 1025906 w 1681861"/>
                <a:gd name="connsiteY39" fmla="*/ 804799 h 1427734"/>
                <a:gd name="connsiteX40" fmla="*/ 832358 w 1681861"/>
                <a:gd name="connsiteY40" fmla="*/ 967359 h 1427734"/>
                <a:gd name="connsiteX41" fmla="*/ 1063879 w 1681861"/>
                <a:gd name="connsiteY41" fmla="*/ 1097534 h 1427734"/>
                <a:gd name="connsiteX42" fmla="*/ 1164717 w 1681861"/>
                <a:gd name="connsiteY42" fmla="*/ 984504 h 1427734"/>
                <a:gd name="connsiteX43" fmla="*/ 1175385 w 1681861"/>
                <a:gd name="connsiteY43" fmla="*/ 895731 h 1427734"/>
                <a:gd name="connsiteX44" fmla="*/ 1226693 w 1681861"/>
                <a:gd name="connsiteY44" fmla="*/ 842391 h 1427734"/>
                <a:gd name="connsiteX45" fmla="*/ 1282700 w 1681861"/>
                <a:gd name="connsiteY45" fmla="*/ 859790 h 1427734"/>
                <a:gd name="connsiteX46" fmla="*/ 1388745 w 1681861"/>
                <a:gd name="connsiteY46" fmla="*/ 800862 h 1427734"/>
                <a:gd name="connsiteX47" fmla="*/ 1489583 w 1681861"/>
                <a:gd name="connsiteY47" fmla="*/ 845058 h 1427734"/>
                <a:gd name="connsiteX48" fmla="*/ 1083183 w 1681861"/>
                <a:gd name="connsiteY48" fmla="*/ 339217 h 1427734"/>
                <a:gd name="connsiteX49" fmla="*/ 1224407 w 1681861"/>
                <a:gd name="connsiteY49" fmla="*/ 152527 h 1427734"/>
                <a:gd name="connsiteX50" fmla="*/ 1249680 w 1681861"/>
                <a:gd name="connsiteY50" fmla="*/ 0 h 1427734"/>
                <a:gd name="connsiteX51" fmla="*/ 1249934 w 1681861"/>
                <a:gd name="connsiteY51" fmla="*/ 168402 h 1427734"/>
                <a:gd name="connsiteX52" fmla="*/ 1111631 w 1681861"/>
                <a:gd name="connsiteY52" fmla="*/ 318770 h 1427734"/>
                <a:gd name="connsiteX53" fmla="*/ 1522730 w 1681861"/>
                <a:gd name="connsiteY53" fmla="*/ 286131 h 1427734"/>
                <a:gd name="connsiteX54" fmla="*/ 1567561 w 1681861"/>
                <a:gd name="connsiteY54" fmla="*/ 231648 h 1427734"/>
                <a:gd name="connsiteX55" fmla="*/ 378191 w 1681861"/>
                <a:gd name="connsiteY55" fmla="*/ 252407 h 1427734"/>
                <a:gd name="connsiteX56" fmla="*/ 198247 w 1681861"/>
                <a:gd name="connsiteY56" fmla="*/ 458978 h 1427734"/>
                <a:gd name="connsiteX57" fmla="*/ 221869 w 1681861"/>
                <a:gd name="connsiteY57" fmla="*/ 469392 h 1427734"/>
                <a:gd name="connsiteX58" fmla="*/ 262001 w 1681861"/>
                <a:gd name="connsiteY58" fmla="*/ 552577 h 1427734"/>
                <a:gd name="connsiteX59" fmla="*/ 231648 w 1681861"/>
                <a:gd name="connsiteY59" fmla="*/ 778891 h 1427734"/>
                <a:gd name="connsiteX60" fmla="*/ 196850 w 1681861"/>
                <a:gd name="connsiteY60" fmla="*/ 799719 h 1427734"/>
                <a:gd name="connsiteX61" fmla="*/ 310642 w 1681861"/>
                <a:gd name="connsiteY61" fmla="*/ 900430 h 1427734"/>
                <a:gd name="connsiteX62" fmla="*/ 735076 w 1681861"/>
                <a:gd name="connsiteY62" fmla="*/ 967740 h 1427734"/>
                <a:gd name="connsiteX63" fmla="*/ 985774 w 1681861"/>
                <a:gd name="connsiteY63" fmla="*/ 810768 h 1427734"/>
                <a:gd name="connsiteX64" fmla="*/ 991489 w 1681861"/>
                <a:gd name="connsiteY64" fmla="*/ 808482 h 1427734"/>
                <a:gd name="connsiteX65" fmla="*/ 941956 w 1681861"/>
                <a:gd name="connsiteY65" fmla="*/ 343991 h 1427734"/>
                <a:gd name="connsiteX66" fmla="*/ 655811 w 1681861"/>
                <a:gd name="connsiteY66" fmla="*/ 192662 h 1427734"/>
                <a:gd name="connsiteX67" fmla="*/ 372956 w 1681861"/>
                <a:gd name="connsiteY67" fmla="*/ 251150 h 1427734"/>
                <a:gd name="connsiteX68" fmla="*/ 1107186 w 1681861"/>
                <a:gd name="connsiteY68" fmla="*/ 344678 h 1427734"/>
                <a:gd name="connsiteX69" fmla="*/ 1107186 w 1681861"/>
                <a:gd name="connsiteY69" fmla="*/ 344678 h 1427734"/>
                <a:gd name="connsiteX70" fmla="*/ 161417 w 1681861"/>
                <a:gd name="connsiteY70" fmla="*/ 487934 h 1427734"/>
                <a:gd name="connsiteX71" fmla="*/ 114554 w 1681861"/>
                <a:gd name="connsiteY71" fmla="*/ 705104 h 1427734"/>
                <a:gd name="connsiteX72" fmla="*/ 182499 w 1681861"/>
                <a:gd name="connsiteY72" fmla="*/ 776605 h 1427734"/>
                <a:gd name="connsiteX73" fmla="*/ 224917 w 1681861"/>
                <a:gd name="connsiteY73" fmla="*/ 741045 h 1427734"/>
                <a:gd name="connsiteX74" fmla="*/ 224536 w 1681861"/>
                <a:gd name="connsiteY74" fmla="*/ 518033 h 1427734"/>
                <a:gd name="connsiteX75" fmla="*/ 161417 w 1681861"/>
                <a:gd name="connsiteY75" fmla="*/ 487934 h 1427734"/>
                <a:gd name="connsiteX76" fmla="*/ 1039622 w 1681861"/>
                <a:gd name="connsiteY76" fmla="*/ 484251 h 1427734"/>
                <a:gd name="connsiteX77" fmla="*/ 1037717 w 1681861"/>
                <a:gd name="connsiteY77" fmla="*/ 777875 h 1427734"/>
                <a:gd name="connsiteX78" fmla="*/ 1039622 w 1681861"/>
                <a:gd name="connsiteY78" fmla="*/ 484251 h 1427734"/>
                <a:gd name="connsiteX79" fmla="*/ 1648333 w 1681861"/>
                <a:gd name="connsiteY79" fmla="*/ 871093 h 1427734"/>
                <a:gd name="connsiteX80" fmla="*/ 1654810 w 1681861"/>
                <a:gd name="connsiteY80" fmla="*/ 719074 h 1427734"/>
                <a:gd name="connsiteX81" fmla="*/ 1655191 w 1681861"/>
                <a:gd name="connsiteY81" fmla="*/ 580390 h 1427734"/>
                <a:gd name="connsiteX82" fmla="*/ 1654683 w 1681861"/>
                <a:gd name="connsiteY82" fmla="*/ 492379 h 1427734"/>
                <a:gd name="connsiteX83" fmla="*/ 1371092 w 1681861"/>
                <a:gd name="connsiteY83" fmla="*/ 832739 h 1427734"/>
                <a:gd name="connsiteX84" fmla="*/ 1249807 w 1681861"/>
                <a:gd name="connsiteY84" fmla="*/ 944499 h 1427734"/>
                <a:gd name="connsiteX85" fmla="*/ 1261618 w 1681861"/>
                <a:gd name="connsiteY85" fmla="*/ 874141 h 1427734"/>
                <a:gd name="connsiteX86" fmla="*/ 1208151 w 1681861"/>
                <a:gd name="connsiteY86" fmla="*/ 886587 h 1427734"/>
                <a:gd name="connsiteX87" fmla="*/ 1338961 w 1681861"/>
                <a:gd name="connsiteY87" fmla="*/ 1099058 h 1427734"/>
                <a:gd name="connsiteX88" fmla="*/ 1462913 w 1681861"/>
                <a:gd name="connsiteY88" fmla="*/ 852805 h 1427734"/>
                <a:gd name="connsiteX89" fmla="*/ 1387475 w 1681861"/>
                <a:gd name="connsiteY89" fmla="*/ 945769 h 1427734"/>
                <a:gd name="connsiteX90" fmla="*/ 1427988 w 1681861"/>
                <a:gd name="connsiteY90" fmla="*/ 839724 h 1427734"/>
                <a:gd name="connsiteX91" fmla="*/ 1371092 w 1681861"/>
                <a:gd name="connsiteY91" fmla="*/ 832739 h 1427734"/>
                <a:gd name="connsiteX92" fmla="*/ 1081532 w 1681861"/>
                <a:gd name="connsiteY92" fmla="*/ 1114806 h 1427734"/>
                <a:gd name="connsiteX93" fmla="*/ 1025652 w 1681861"/>
                <a:gd name="connsiteY93" fmla="*/ 1135507 h 1427734"/>
                <a:gd name="connsiteX94" fmla="*/ 1042035 w 1681861"/>
                <a:gd name="connsiteY94" fmla="*/ 1110869 h 1427734"/>
                <a:gd name="connsiteX95" fmla="*/ 913638 w 1681861"/>
                <a:gd name="connsiteY95" fmla="*/ 1032637 h 1427734"/>
                <a:gd name="connsiteX96" fmla="*/ 964057 w 1681861"/>
                <a:gd name="connsiteY96" fmla="*/ 1281557 h 1427734"/>
                <a:gd name="connsiteX97" fmla="*/ 1097915 w 1681861"/>
                <a:gd name="connsiteY97" fmla="*/ 1309116 h 1427734"/>
                <a:gd name="connsiteX98" fmla="*/ 1340866 w 1681861"/>
                <a:gd name="connsiteY98" fmla="*/ 1128395 h 1427734"/>
                <a:gd name="connsiteX99" fmla="*/ 1181608 w 1681861"/>
                <a:gd name="connsiteY99" fmla="*/ 1013841 h 1427734"/>
                <a:gd name="connsiteX100" fmla="*/ 1081532 w 1681861"/>
                <a:gd name="connsiteY100" fmla="*/ 1114806 h 1427734"/>
                <a:gd name="connsiteX0" fmla="*/ 1592580 w 1681861"/>
                <a:gd name="connsiteY0" fmla="*/ 217805 h 1427734"/>
                <a:gd name="connsiteX1" fmla="*/ 1622933 w 1681861"/>
                <a:gd name="connsiteY1" fmla="*/ 323977 h 1427734"/>
                <a:gd name="connsiteX2" fmla="*/ 1559179 w 1681861"/>
                <a:gd name="connsiteY2" fmla="*/ 351282 h 1427734"/>
                <a:gd name="connsiteX3" fmla="*/ 1681861 w 1681861"/>
                <a:gd name="connsiteY3" fmla="*/ 495935 h 1427734"/>
                <a:gd name="connsiteX4" fmla="*/ 1681353 w 1681861"/>
                <a:gd name="connsiteY4" fmla="*/ 839978 h 1427734"/>
                <a:gd name="connsiteX5" fmla="*/ 1657731 w 1681861"/>
                <a:gd name="connsiteY5" fmla="*/ 910209 h 1427734"/>
                <a:gd name="connsiteX6" fmla="*/ 1517142 w 1681861"/>
                <a:gd name="connsiteY6" fmla="*/ 917194 h 1427734"/>
                <a:gd name="connsiteX7" fmla="*/ 1383030 w 1681861"/>
                <a:gd name="connsiteY7" fmla="*/ 1123061 h 1427734"/>
                <a:gd name="connsiteX8" fmla="*/ 1096137 w 1681861"/>
                <a:gd name="connsiteY8" fmla="*/ 1335405 h 1427734"/>
                <a:gd name="connsiteX9" fmla="*/ 969010 w 1681861"/>
                <a:gd name="connsiteY9" fmla="*/ 1313561 h 1427734"/>
                <a:gd name="connsiteX10" fmla="*/ 968375 w 1681861"/>
                <a:gd name="connsiteY10" fmla="*/ 1410335 h 1427734"/>
                <a:gd name="connsiteX11" fmla="*/ 957580 w 1681861"/>
                <a:gd name="connsiteY11" fmla="*/ 1423035 h 1427734"/>
                <a:gd name="connsiteX12" fmla="*/ 942721 w 1681861"/>
                <a:gd name="connsiteY12" fmla="*/ 1420241 h 1427734"/>
                <a:gd name="connsiteX13" fmla="*/ 940562 w 1681861"/>
                <a:gd name="connsiteY13" fmla="*/ 1316736 h 1427734"/>
                <a:gd name="connsiteX14" fmla="*/ 914908 w 1681861"/>
                <a:gd name="connsiteY14" fmla="*/ 1116965 h 1427734"/>
                <a:gd name="connsiteX15" fmla="*/ 854202 w 1681861"/>
                <a:gd name="connsiteY15" fmla="*/ 1003935 h 1427734"/>
                <a:gd name="connsiteX16" fmla="*/ 678561 w 1681861"/>
                <a:gd name="connsiteY16" fmla="*/ 997839 h 1427734"/>
                <a:gd name="connsiteX17" fmla="*/ 448437 w 1681861"/>
                <a:gd name="connsiteY17" fmla="*/ 979805 h 1427734"/>
                <a:gd name="connsiteX18" fmla="*/ 402209 w 1681861"/>
                <a:gd name="connsiteY18" fmla="*/ 1002665 h 1427734"/>
                <a:gd name="connsiteX19" fmla="*/ 338963 w 1681861"/>
                <a:gd name="connsiteY19" fmla="*/ 1022731 h 1427734"/>
                <a:gd name="connsiteX20" fmla="*/ 376047 w 1681861"/>
                <a:gd name="connsiteY20" fmla="*/ 1118108 h 1427734"/>
                <a:gd name="connsiteX21" fmla="*/ 342900 w 1681861"/>
                <a:gd name="connsiteY21" fmla="*/ 1249807 h 1427734"/>
                <a:gd name="connsiteX22" fmla="*/ 265811 w 1681861"/>
                <a:gd name="connsiteY22" fmla="*/ 1418463 h 1427734"/>
                <a:gd name="connsiteX23" fmla="*/ 240157 w 1681861"/>
                <a:gd name="connsiteY23" fmla="*/ 1421765 h 1427734"/>
                <a:gd name="connsiteX24" fmla="*/ 349377 w 1681861"/>
                <a:gd name="connsiteY24" fmla="*/ 1135888 h 1427734"/>
                <a:gd name="connsiteX25" fmla="*/ 311531 w 1681861"/>
                <a:gd name="connsiteY25" fmla="*/ 1034161 h 1427734"/>
                <a:gd name="connsiteX26" fmla="*/ 20955 w 1681861"/>
                <a:gd name="connsiteY26" fmla="*/ 1417193 h 1427734"/>
                <a:gd name="connsiteX27" fmla="*/ 0 w 1681861"/>
                <a:gd name="connsiteY27" fmla="*/ 1427734 h 1427734"/>
                <a:gd name="connsiteX28" fmla="*/ 133223 w 1681861"/>
                <a:gd name="connsiteY28" fmla="*/ 1161415 h 1427734"/>
                <a:gd name="connsiteX29" fmla="*/ 412369 w 1681861"/>
                <a:gd name="connsiteY29" fmla="*/ 972439 h 1427734"/>
                <a:gd name="connsiteX30" fmla="*/ 198247 w 1681861"/>
                <a:gd name="connsiteY30" fmla="*/ 836549 h 1427734"/>
                <a:gd name="connsiteX31" fmla="*/ 101981 w 1681861"/>
                <a:gd name="connsiteY31" fmla="*/ 746633 h 1427734"/>
                <a:gd name="connsiteX32" fmla="*/ 175895 w 1681861"/>
                <a:gd name="connsiteY32" fmla="*/ 451231 h 1427734"/>
                <a:gd name="connsiteX33" fmla="*/ 379792 w 1681861"/>
                <a:gd name="connsiteY33" fmla="*/ 215673 h 1427734"/>
                <a:gd name="connsiteX34" fmla="*/ 672816 w 1681861"/>
                <a:gd name="connsiteY34" fmla="*/ 170903 h 1427734"/>
                <a:gd name="connsiteX35" fmla="*/ 972991 w 1681861"/>
                <a:gd name="connsiteY35" fmla="*/ 333463 h 1427734"/>
                <a:gd name="connsiteX36" fmla="*/ 1049655 w 1681861"/>
                <a:gd name="connsiteY36" fmla="*/ 469646 h 1427734"/>
                <a:gd name="connsiteX37" fmla="*/ 1114679 w 1681861"/>
                <a:gd name="connsiteY37" fmla="*/ 564896 h 1427734"/>
                <a:gd name="connsiteX38" fmla="*/ 1042924 w 1681861"/>
                <a:gd name="connsiteY38" fmla="*/ 794893 h 1427734"/>
                <a:gd name="connsiteX39" fmla="*/ 1025906 w 1681861"/>
                <a:gd name="connsiteY39" fmla="*/ 804799 h 1427734"/>
                <a:gd name="connsiteX40" fmla="*/ 832358 w 1681861"/>
                <a:gd name="connsiteY40" fmla="*/ 967359 h 1427734"/>
                <a:gd name="connsiteX41" fmla="*/ 1063879 w 1681861"/>
                <a:gd name="connsiteY41" fmla="*/ 1097534 h 1427734"/>
                <a:gd name="connsiteX42" fmla="*/ 1164717 w 1681861"/>
                <a:gd name="connsiteY42" fmla="*/ 984504 h 1427734"/>
                <a:gd name="connsiteX43" fmla="*/ 1175385 w 1681861"/>
                <a:gd name="connsiteY43" fmla="*/ 895731 h 1427734"/>
                <a:gd name="connsiteX44" fmla="*/ 1226693 w 1681861"/>
                <a:gd name="connsiteY44" fmla="*/ 842391 h 1427734"/>
                <a:gd name="connsiteX45" fmla="*/ 1282700 w 1681861"/>
                <a:gd name="connsiteY45" fmla="*/ 859790 h 1427734"/>
                <a:gd name="connsiteX46" fmla="*/ 1388745 w 1681861"/>
                <a:gd name="connsiteY46" fmla="*/ 800862 h 1427734"/>
                <a:gd name="connsiteX47" fmla="*/ 1489583 w 1681861"/>
                <a:gd name="connsiteY47" fmla="*/ 845058 h 1427734"/>
                <a:gd name="connsiteX48" fmla="*/ 1083183 w 1681861"/>
                <a:gd name="connsiteY48" fmla="*/ 339217 h 1427734"/>
                <a:gd name="connsiteX49" fmla="*/ 1224407 w 1681861"/>
                <a:gd name="connsiteY49" fmla="*/ 152527 h 1427734"/>
                <a:gd name="connsiteX50" fmla="*/ 1249680 w 1681861"/>
                <a:gd name="connsiteY50" fmla="*/ 0 h 1427734"/>
                <a:gd name="connsiteX51" fmla="*/ 1111631 w 1681861"/>
                <a:gd name="connsiteY51" fmla="*/ 318770 h 1427734"/>
                <a:gd name="connsiteX52" fmla="*/ 1522730 w 1681861"/>
                <a:gd name="connsiteY52" fmla="*/ 286131 h 1427734"/>
                <a:gd name="connsiteX53" fmla="*/ 1567561 w 1681861"/>
                <a:gd name="connsiteY53" fmla="*/ 231648 h 1427734"/>
                <a:gd name="connsiteX54" fmla="*/ 378191 w 1681861"/>
                <a:gd name="connsiteY54" fmla="*/ 252407 h 1427734"/>
                <a:gd name="connsiteX55" fmla="*/ 198247 w 1681861"/>
                <a:gd name="connsiteY55" fmla="*/ 458978 h 1427734"/>
                <a:gd name="connsiteX56" fmla="*/ 221869 w 1681861"/>
                <a:gd name="connsiteY56" fmla="*/ 469392 h 1427734"/>
                <a:gd name="connsiteX57" fmla="*/ 262001 w 1681861"/>
                <a:gd name="connsiteY57" fmla="*/ 552577 h 1427734"/>
                <a:gd name="connsiteX58" fmla="*/ 231648 w 1681861"/>
                <a:gd name="connsiteY58" fmla="*/ 778891 h 1427734"/>
                <a:gd name="connsiteX59" fmla="*/ 196850 w 1681861"/>
                <a:gd name="connsiteY59" fmla="*/ 799719 h 1427734"/>
                <a:gd name="connsiteX60" fmla="*/ 310642 w 1681861"/>
                <a:gd name="connsiteY60" fmla="*/ 900430 h 1427734"/>
                <a:gd name="connsiteX61" fmla="*/ 735076 w 1681861"/>
                <a:gd name="connsiteY61" fmla="*/ 967740 h 1427734"/>
                <a:gd name="connsiteX62" fmla="*/ 985774 w 1681861"/>
                <a:gd name="connsiteY62" fmla="*/ 810768 h 1427734"/>
                <a:gd name="connsiteX63" fmla="*/ 991489 w 1681861"/>
                <a:gd name="connsiteY63" fmla="*/ 808482 h 1427734"/>
                <a:gd name="connsiteX64" fmla="*/ 941956 w 1681861"/>
                <a:gd name="connsiteY64" fmla="*/ 343991 h 1427734"/>
                <a:gd name="connsiteX65" fmla="*/ 655811 w 1681861"/>
                <a:gd name="connsiteY65" fmla="*/ 192662 h 1427734"/>
                <a:gd name="connsiteX66" fmla="*/ 372956 w 1681861"/>
                <a:gd name="connsiteY66" fmla="*/ 251150 h 1427734"/>
                <a:gd name="connsiteX67" fmla="*/ 1107186 w 1681861"/>
                <a:gd name="connsiteY67" fmla="*/ 344678 h 1427734"/>
                <a:gd name="connsiteX68" fmla="*/ 1107186 w 1681861"/>
                <a:gd name="connsiteY68" fmla="*/ 344678 h 1427734"/>
                <a:gd name="connsiteX69" fmla="*/ 161417 w 1681861"/>
                <a:gd name="connsiteY69" fmla="*/ 487934 h 1427734"/>
                <a:gd name="connsiteX70" fmla="*/ 114554 w 1681861"/>
                <a:gd name="connsiteY70" fmla="*/ 705104 h 1427734"/>
                <a:gd name="connsiteX71" fmla="*/ 182499 w 1681861"/>
                <a:gd name="connsiteY71" fmla="*/ 776605 h 1427734"/>
                <a:gd name="connsiteX72" fmla="*/ 224917 w 1681861"/>
                <a:gd name="connsiteY72" fmla="*/ 741045 h 1427734"/>
                <a:gd name="connsiteX73" fmla="*/ 224536 w 1681861"/>
                <a:gd name="connsiteY73" fmla="*/ 518033 h 1427734"/>
                <a:gd name="connsiteX74" fmla="*/ 161417 w 1681861"/>
                <a:gd name="connsiteY74" fmla="*/ 487934 h 1427734"/>
                <a:gd name="connsiteX75" fmla="*/ 1039622 w 1681861"/>
                <a:gd name="connsiteY75" fmla="*/ 484251 h 1427734"/>
                <a:gd name="connsiteX76" fmla="*/ 1037717 w 1681861"/>
                <a:gd name="connsiteY76" fmla="*/ 777875 h 1427734"/>
                <a:gd name="connsiteX77" fmla="*/ 1039622 w 1681861"/>
                <a:gd name="connsiteY77" fmla="*/ 484251 h 1427734"/>
                <a:gd name="connsiteX78" fmla="*/ 1648333 w 1681861"/>
                <a:gd name="connsiteY78" fmla="*/ 871093 h 1427734"/>
                <a:gd name="connsiteX79" fmla="*/ 1654810 w 1681861"/>
                <a:gd name="connsiteY79" fmla="*/ 719074 h 1427734"/>
                <a:gd name="connsiteX80" fmla="*/ 1655191 w 1681861"/>
                <a:gd name="connsiteY80" fmla="*/ 580390 h 1427734"/>
                <a:gd name="connsiteX81" fmla="*/ 1654683 w 1681861"/>
                <a:gd name="connsiteY81" fmla="*/ 492379 h 1427734"/>
                <a:gd name="connsiteX82" fmla="*/ 1371092 w 1681861"/>
                <a:gd name="connsiteY82" fmla="*/ 832739 h 1427734"/>
                <a:gd name="connsiteX83" fmla="*/ 1249807 w 1681861"/>
                <a:gd name="connsiteY83" fmla="*/ 944499 h 1427734"/>
                <a:gd name="connsiteX84" fmla="*/ 1261618 w 1681861"/>
                <a:gd name="connsiteY84" fmla="*/ 874141 h 1427734"/>
                <a:gd name="connsiteX85" fmla="*/ 1208151 w 1681861"/>
                <a:gd name="connsiteY85" fmla="*/ 886587 h 1427734"/>
                <a:gd name="connsiteX86" fmla="*/ 1338961 w 1681861"/>
                <a:gd name="connsiteY86" fmla="*/ 1099058 h 1427734"/>
                <a:gd name="connsiteX87" fmla="*/ 1462913 w 1681861"/>
                <a:gd name="connsiteY87" fmla="*/ 852805 h 1427734"/>
                <a:gd name="connsiteX88" fmla="*/ 1387475 w 1681861"/>
                <a:gd name="connsiteY88" fmla="*/ 945769 h 1427734"/>
                <a:gd name="connsiteX89" fmla="*/ 1427988 w 1681861"/>
                <a:gd name="connsiteY89" fmla="*/ 839724 h 1427734"/>
                <a:gd name="connsiteX90" fmla="*/ 1371092 w 1681861"/>
                <a:gd name="connsiteY90" fmla="*/ 832739 h 1427734"/>
                <a:gd name="connsiteX91" fmla="*/ 1081532 w 1681861"/>
                <a:gd name="connsiteY91" fmla="*/ 1114806 h 1427734"/>
                <a:gd name="connsiteX92" fmla="*/ 1025652 w 1681861"/>
                <a:gd name="connsiteY92" fmla="*/ 1135507 h 1427734"/>
                <a:gd name="connsiteX93" fmla="*/ 1042035 w 1681861"/>
                <a:gd name="connsiteY93" fmla="*/ 1110869 h 1427734"/>
                <a:gd name="connsiteX94" fmla="*/ 913638 w 1681861"/>
                <a:gd name="connsiteY94" fmla="*/ 1032637 h 1427734"/>
                <a:gd name="connsiteX95" fmla="*/ 964057 w 1681861"/>
                <a:gd name="connsiteY95" fmla="*/ 1281557 h 1427734"/>
                <a:gd name="connsiteX96" fmla="*/ 1097915 w 1681861"/>
                <a:gd name="connsiteY96" fmla="*/ 1309116 h 1427734"/>
                <a:gd name="connsiteX97" fmla="*/ 1340866 w 1681861"/>
                <a:gd name="connsiteY97" fmla="*/ 1128395 h 1427734"/>
                <a:gd name="connsiteX98" fmla="*/ 1181608 w 1681861"/>
                <a:gd name="connsiteY98" fmla="*/ 1013841 h 1427734"/>
                <a:gd name="connsiteX99" fmla="*/ 1081532 w 1681861"/>
                <a:gd name="connsiteY99" fmla="*/ 1114806 h 1427734"/>
                <a:gd name="connsiteX0" fmla="*/ 1592580 w 1681861"/>
                <a:gd name="connsiteY0" fmla="*/ 217805 h 1427734"/>
                <a:gd name="connsiteX1" fmla="*/ 1622933 w 1681861"/>
                <a:gd name="connsiteY1" fmla="*/ 323977 h 1427734"/>
                <a:gd name="connsiteX2" fmla="*/ 1559179 w 1681861"/>
                <a:gd name="connsiteY2" fmla="*/ 351282 h 1427734"/>
                <a:gd name="connsiteX3" fmla="*/ 1681861 w 1681861"/>
                <a:gd name="connsiteY3" fmla="*/ 495935 h 1427734"/>
                <a:gd name="connsiteX4" fmla="*/ 1681353 w 1681861"/>
                <a:gd name="connsiteY4" fmla="*/ 839978 h 1427734"/>
                <a:gd name="connsiteX5" fmla="*/ 1657731 w 1681861"/>
                <a:gd name="connsiteY5" fmla="*/ 910209 h 1427734"/>
                <a:gd name="connsiteX6" fmla="*/ 1517142 w 1681861"/>
                <a:gd name="connsiteY6" fmla="*/ 917194 h 1427734"/>
                <a:gd name="connsiteX7" fmla="*/ 1383030 w 1681861"/>
                <a:gd name="connsiteY7" fmla="*/ 1123061 h 1427734"/>
                <a:gd name="connsiteX8" fmla="*/ 1096137 w 1681861"/>
                <a:gd name="connsiteY8" fmla="*/ 1335405 h 1427734"/>
                <a:gd name="connsiteX9" fmla="*/ 969010 w 1681861"/>
                <a:gd name="connsiteY9" fmla="*/ 1313561 h 1427734"/>
                <a:gd name="connsiteX10" fmla="*/ 968375 w 1681861"/>
                <a:gd name="connsiteY10" fmla="*/ 1410335 h 1427734"/>
                <a:gd name="connsiteX11" fmla="*/ 957580 w 1681861"/>
                <a:gd name="connsiteY11" fmla="*/ 1423035 h 1427734"/>
                <a:gd name="connsiteX12" fmla="*/ 942721 w 1681861"/>
                <a:gd name="connsiteY12" fmla="*/ 1420241 h 1427734"/>
                <a:gd name="connsiteX13" fmla="*/ 940562 w 1681861"/>
                <a:gd name="connsiteY13" fmla="*/ 1316736 h 1427734"/>
                <a:gd name="connsiteX14" fmla="*/ 914908 w 1681861"/>
                <a:gd name="connsiteY14" fmla="*/ 1116965 h 1427734"/>
                <a:gd name="connsiteX15" fmla="*/ 854202 w 1681861"/>
                <a:gd name="connsiteY15" fmla="*/ 1003935 h 1427734"/>
                <a:gd name="connsiteX16" fmla="*/ 678561 w 1681861"/>
                <a:gd name="connsiteY16" fmla="*/ 997839 h 1427734"/>
                <a:gd name="connsiteX17" fmla="*/ 448437 w 1681861"/>
                <a:gd name="connsiteY17" fmla="*/ 979805 h 1427734"/>
                <a:gd name="connsiteX18" fmla="*/ 402209 w 1681861"/>
                <a:gd name="connsiteY18" fmla="*/ 1002665 h 1427734"/>
                <a:gd name="connsiteX19" fmla="*/ 338963 w 1681861"/>
                <a:gd name="connsiteY19" fmla="*/ 1022731 h 1427734"/>
                <a:gd name="connsiteX20" fmla="*/ 376047 w 1681861"/>
                <a:gd name="connsiteY20" fmla="*/ 1118108 h 1427734"/>
                <a:gd name="connsiteX21" fmla="*/ 342900 w 1681861"/>
                <a:gd name="connsiteY21" fmla="*/ 1249807 h 1427734"/>
                <a:gd name="connsiteX22" fmla="*/ 265811 w 1681861"/>
                <a:gd name="connsiteY22" fmla="*/ 1418463 h 1427734"/>
                <a:gd name="connsiteX23" fmla="*/ 240157 w 1681861"/>
                <a:gd name="connsiteY23" fmla="*/ 1421765 h 1427734"/>
                <a:gd name="connsiteX24" fmla="*/ 349377 w 1681861"/>
                <a:gd name="connsiteY24" fmla="*/ 1135888 h 1427734"/>
                <a:gd name="connsiteX25" fmla="*/ 311531 w 1681861"/>
                <a:gd name="connsiteY25" fmla="*/ 1034161 h 1427734"/>
                <a:gd name="connsiteX26" fmla="*/ 20955 w 1681861"/>
                <a:gd name="connsiteY26" fmla="*/ 1417193 h 1427734"/>
                <a:gd name="connsiteX27" fmla="*/ 0 w 1681861"/>
                <a:gd name="connsiteY27" fmla="*/ 1427734 h 1427734"/>
                <a:gd name="connsiteX28" fmla="*/ 133223 w 1681861"/>
                <a:gd name="connsiteY28" fmla="*/ 1161415 h 1427734"/>
                <a:gd name="connsiteX29" fmla="*/ 412369 w 1681861"/>
                <a:gd name="connsiteY29" fmla="*/ 972439 h 1427734"/>
                <a:gd name="connsiteX30" fmla="*/ 198247 w 1681861"/>
                <a:gd name="connsiteY30" fmla="*/ 836549 h 1427734"/>
                <a:gd name="connsiteX31" fmla="*/ 101981 w 1681861"/>
                <a:gd name="connsiteY31" fmla="*/ 746633 h 1427734"/>
                <a:gd name="connsiteX32" fmla="*/ 175895 w 1681861"/>
                <a:gd name="connsiteY32" fmla="*/ 451231 h 1427734"/>
                <a:gd name="connsiteX33" fmla="*/ 379792 w 1681861"/>
                <a:gd name="connsiteY33" fmla="*/ 215673 h 1427734"/>
                <a:gd name="connsiteX34" fmla="*/ 672816 w 1681861"/>
                <a:gd name="connsiteY34" fmla="*/ 170903 h 1427734"/>
                <a:gd name="connsiteX35" fmla="*/ 972991 w 1681861"/>
                <a:gd name="connsiteY35" fmla="*/ 333463 h 1427734"/>
                <a:gd name="connsiteX36" fmla="*/ 1049655 w 1681861"/>
                <a:gd name="connsiteY36" fmla="*/ 469646 h 1427734"/>
                <a:gd name="connsiteX37" fmla="*/ 1114679 w 1681861"/>
                <a:gd name="connsiteY37" fmla="*/ 564896 h 1427734"/>
                <a:gd name="connsiteX38" fmla="*/ 1042924 w 1681861"/>
                <a:gd name="connsiteY38" fmla="*/ 794893 h 1427734"/>
                <a:gd name="connsiteX39" fmla="*/ 1025906 w 1681861"/>
                <a:gd name="connsiteY39" fmla="*/ 804799 h 1427734"/>
                <a:gd name="connsiteX40" fmla="*/ 832358 w 1681861"/>
                <a:gd name="connsiteY40" fmla="*/ 967359 h 1427734"/>
                <a:gd name="connsiteX41" fmla="*/ 1063879 w 1681861"/>
                <a:gd name="connsiteY41" fmla="*/ 1097534 h 1427734"/>
                <a:gd name="connsiteX42" fmla="*/ 1164717 w 1681861"/>
                <a:gd name="connsiteY42" fmla="*/ 984504 h 1427734"/>
                <a:gd name="connsiteX43" fmla="*/ 1175385 w 1681861"/>
                <a:gd name="connsiteY43" fmla="*/ 895731 h 1427734"/>
                <a:gd name="connsiteX44" fmla="*/ 1226693 w 1681861"/>
                <a:gd name="connsiteY44" fmla="*/ 842391 h 1427734"/>
                <a:gd name="connsiteX45" fmla="*/ 1282700 w 1681861"/>
                <a:gd name="connsiteY45" fmla="*/ 859790 h 1427734"/>
                <a:gd name="connsiteX46" fmla="*/ 1388745 w 1681861"/>
                <a:gd name="connsiteY46" fmla="*/ 800862 h 1427734"/>
                <a:gd name="connsiteX47" fmla="*/ 1489583 w 1681861"/>
                <a:gd name="connsiteY47" fmla="*/ 845058 h 1427734"/>
                <a:gd name="connsiteX48" fmla="*/ 1083183 w 1681861"/>
                <a:gd name="connsiteY48" fmla="*/ 339217 h 1427734"/>
                <a:gd name="connsiteX49" fmla="*/ 1249680 w 1681861"/>
                <a:gd name="connsiteY49" fmla="*/ 0 h 1427734"/>
                <a:gd name="connsiteX50" fmla="*/ 1111631 w 1681861"/>
                <a:gd name="connsiteY50" fmla="*/ 318770 h 1427734"/>
                <a:gd name="connsiteX51" fmla="*/ 1522730 w 1681861"/>
                <a:gd name="connsiteY51" fmla="*/ 286131 h 1427734"/>
                <a:gd name="connsiteX52" fmla="*/ 1567561 w 1681861"/>
                <a:gd name="connsiteY52" fmla="*/ 231648 h 1427734"/>
                <a:gd name="connsiteX53" fmla="*/ 378191 w 1681861"/>
                <a:gd name="connsiteY53" fmla="*/ 252407 h 1427734"/>
                <a:gd name="connsiteX54" fmla="*/ 198247 w 1681861"/>
                <a:gd name="connsiteY54" fmla="*/ 458978 h 1427734"/>
                <a:gd name="connsiteX55" fmla="*/ 221869 w 1681861"/>
                <a:gd name="connsiteY55" fmla="*/ 469392 h 1427734"/>
                <a:gd name="connsiteX56" fmla="*/ 262001 w 1681861"/>
                <a:gd name="connsiteY56" fmla="*/ 552577 h 1427734"/>
                <a:gd name="connsiteX57" fmla="*/ 231648 w 1681861"/>
                <a:gd name="connsiteY57" fmla="*/ 778891 h 1427734"/>
                <a:gd name="connsiteX58" fmla="*/ 196850 w 1681861"/>
                <a:gd name="connsiteY58" fmla="*/ 799719 h 1427734"/>
                <a:gd name="connsiteX59" fmla="*/ 310642 w 1681861"/>
                <a:gd name="connsiteY59" fmla="*/ 900430 h 1427734"/>
                <a:gd name="connsiteX60" fmla="*/ 735076 w 1681861"/>
                <a:gd name="connsiteY60" fmla="*/ 967740 h 1427734"/>
                <a:gd name="connsiteX61" fmla="*/ 985774 w 1681861"/>
                <a:gd name="connsiteY61" fmla="*/ 810768 h 1427734"/>
                <a:gd name="connsiteX62" fmla="*/ 991489 w 1681861"/>
                <a:gd name="connsiteY62" fmla="*/ 808482 h 1427734"/>
                <a:gd name="connsiteX63" fmla="*/ 941956 w 1681861"/>
                <a:gd name="connsiteY63" fmla="*/ 343991 h 1427734"/>
                <a:gd name="connsiteX64" fmla="*/ 655811 w 1681861"/>
                <a:gd name="connsiteY64" fmla="*/ 192662 h 1427734"/>
                <a:gd name="connsiteX65" fmla="*/ 372956 w 1681861"/>
                <a:gd name="connsiteY65" fmla="*/ 251150 h 1427734"/>
                <a:gd name="connsiteX66" fmla="*/ 1107186 w 1681861"/>
                <a:gd name="connsiteY66" fmla="*/ 344678 h 1427734"/>
                <a:gd name="connsiteX67" fmla="*/ 1107186 w 1681861"/>
                <a:gd name="connsiteY67" fmla="*/ 344678 h 1427734"/>
                <a:gd name="connsiteX68" fmla="*/ 161417 w 1681861"/>
                <a:gd name="connsiteY68" fmla="*/ 487934 h 1427734"/>
                <a:gd name="connsiteX69" fmla="*/ 114554 w 1681861"/>
                <a:gd name="connsiteY69" fmla="*/ 705104 h 1427734"/>
                <a:gd name="connsiteX70" fmla="*/ 182499 w 1681861"/>
                <a:gd name="connsiteY70" fmla="*/ 776605 h 1427734"/>
                <a:gd name="connsiteX71" fmla="*/ 224917 w 1681861"/>
                <a:gd name="connsiteY71" fmla="*/ 741045 h 1427734"/>
                <a:gd name="connsiteX72" fmla="*/ 224536 w 1681861"/>
                <a:gd name="connsiteY72" fmla="*/ 518033 h 1427734"/>
                <a:gd name="connsiteX73" fmla="*/ 161417 w 1681861"/>
                <a:gd name="connsiteY73" fmla="*/ 487934 h 1427734"/>
                <a:gd name="connsiteX74" fmla="*/ 1039622 w 1681861"/>
                <a:gd name="connsiteY74" fmla="*/ 484251 h 1427734"/>
                <a:gd name="connsiteX75" fmla="*/ 1037717 w 1681861"/>
                <a:gd name="connsiteY75" fmla="*/ 777875 h 1427734"/>
                <a:gd name="connsiteX76" fmla="*/ 1039622 w 1681861"/>
                <a:gd name="connsiteY76" fmla="*/ 484251 h 1427734"/>
                <a:gd name="connsiteX77" fmla="*/ 1648333 w 1681861"/>
                <a:gd name="connsiteY77" fmla="*/ 871093 h 1427734"/>
                <a:gd name="connsiteX78" fmla="*/ 1654810 w 1681861"/>
                <a:gd name="connsiteY78" fmla="*/ 719074 h 1427734"/>
                <a:gd name="connsiteX79" fmla="*/ 1655191 w 1681861"/>
                <a:gd name="connsiteY79" fmla="*/ 580390 h 1427734"/>
                <a:gd name="connsiteX80" fmla="*/ 1654683 w 1681861"/>
                <a:gd name="connsiteY80" fmla="*/ 492379 h 1427734"/>
                <a:gd name="connsiteX81" fmla="*/ 1371092 w 1681861"/>
                <a:gd name="connsiteY81" fmla="*/ 832739 h 1427734"/>
                <a:gd name="connsiteX82" fmla="*/ 1249807 w 1681861"/>
                <a:gd name="connsiteY82" fmla="*/ 944499 h 1427734"/>
                <a:gd name="connsiteX83" fmla="*/ 1261618 w 1681861"/>
                <a:gd name="connsiteY83" fmla="*/ 874141 h 1427734"/>
                <a:gd name="connsiteX84" fmla="*/ 1208151 w 1681861"/>
                <a:gd name="connsiteY84" fmla="*/ 886587 h 1427734"/>
                <a:gd name="connsiteX85" fmla="*/ 1338961 w 1681861"/>
                <a:gd name="connsiteY85" fmla="*/ 1099058 h 1427734"/>
                <a:gd name="connsiteX86" fmla="*/ 1462913 w 1681861"/>
                <a:gd name="connsiteY86" fmla="*/ 852805 h 1427734"/>
                <a:gd name="connsiteX87" fmla="*/ 1387475 w 1681861"/>
                <a:gd name="connsiteY87" fmla="*/ 945769 h 1427734"/>
                <a:gd name="connsiteX88" fmla="*/ 1427988 w 1681861"/>
                <a:gd name="connsiteY88" fmla="*/ 839724 h 1427734"/>
                <a:gd name="connsiteX89" fmla="*/ 1371092 w 1681861"/>
                <a:gd name="connsiteY89" fmla="*/ 832739 h 1427734"/>
                <a:gd name="connsiteX90" fmla="*/ 1081532 w 1681861"/>
                <a:gd name="connsiteY90" fmla="*/ 1114806 h 1427734"/>
                <a:gd name="connsiteX91" fmla="*/ 1025652 w 1681861"/>
                <a:gd name="connsiteY91" fmla="*/ 1135507 h 1427734"/>
                <a:gd name="connsiteX92" fmla="*/ 1042035 w 1681861"/>
                <a:gd name="connsiteY92" fmla="*/ 1110869 h 1427734"/>
                <a:gd name="connsiteX93" fmla="*/ 913638 w 1681861"/>
                <a:gd name="connsiteY93" fmla="*/ 1032637 h 1427734"/>
                <a:gd name="connsiteX94" fmla="*/ 964057 w 1681861"/>
                <a:gd name="connsiteY94" fmla="*/ 1281557 h 1427734"/>
                <a:gd name="connsiteX95" fmla="*/ 1097915 w 1681861"/>
                <a:gd name="connsiteY95" fmla="*/ 1309116 h 1427734"/>
                <a:gd name="connsiteX96" fmla="*/ 1340866 w 1681861"/>
                <a:gd name="connsiteY96" fmla="*/ 1128395 h 1427734"/>
                <a:gd name="connsiteX97" fmla="*/ 1181608 w 1681861"/>
                <a:gd name="connsiteY97" fmla="*/ 1013841 h 1427734"/>
                <a:gd name="connsiteX98" fmla="*/ 1081532 w 1681861"/>
                <a:gd name="connsiteY98" fmla="*/ 1114806 h 1427734"/>
                <a:gd name="connsiteX0" fmla="*/ 1592580 w 1681861"/>
                <a:gd name="connsiteY0" fmla="*/ 52180 h 1262109"/>
                <a:gd name="connsiteX1" fmla="*/ 1622933 w 1681861"/>
                <a:gd name="connsiteY1" fmla="*/ 158352 h 1262109"/>
                <a:gd name="connsiteX2" fmla="*/ 1559179 w 1681861"/>
                <a:gd name="connsiteY2" fmla="*/ 185657 h 1262109"/>
                <a:gd name="connsiteX3" fmla="*/ 1681861 w 1681861"/>
                <a:gd name="connsiteY3" fmla="*/ 330310 h 1262109"/>
                <a:gd name="connsiteX4" fmla="*/ 1681353 w 1681861"/>
                <a:gd name="connsiteY4" fmla="*/ 674353 h 1262109"/>
                <a:gd name="connsiteX5" fmla="*/ 1657731 w 1681861"/>
                <a:gd name="connsiteY5" fmla="*/ 744584 h 1262109"/>
                <a:gd name="connsiteX6" fmla="*/ 1517142 w 1681861"/>
                <a:gd name="connsiteY6" fmla="*/ 751569 h 1262109"/>
                <a:gd name="connsiteX7" fmla="*/ 1383030 w 1681861"/>
                <a:gd name="connsiteY7" fmla="*/ 957436 h 1262109"/>
                <a:gd name="connsiteX8" fmla="*/ 1096137 w 1681861"/>
                <a:gd name="connsiteY8" fmla="*/ 1169780 h 1262109"/>
                <a:gd name="connsiteX9" fmla="*/ 969010 w 1681861"/>
                <a:gd name="connsiteY9" fmla="*/ 1147936 h 1262109"/>
                <a:gd name="connsiteX10" fmla="*/ 968375 w 1681861"/>
                <a:gd name="connsiteY10" fmla="*/ 1244710 h 1262109"/>
                <a:gd name="connsiteX11" fmla="*/ 957580 w 1681861"/>
                <a:gd name="connsiteY11" fmla="*/ 1257410 h 1262109"/>
                <a:gd name="connsiteX12" fmla="*/ 942721 w 1681861"/>
                <a:gd name="connsiteY12" fmla="*/ 1254616 h 1262109"/>
                <a:gd name="connsiteX13" fmla="*/ 940562 w 1681861"/>
                <a:gd name="connsiteY13" fmla="*/ 1151111 h 1262109"/>
                <a:gd name="connsiteX14" fmla="*/ 914908 w 1681861"/>
                <a:gd name="connsiteY14" fmla="*/ 951340 h 1262109"/>
                <a:gd name="connsiteX15" fmla="*/ 854202 w 1681861"/>
                <a:gd name="connsiteY15" fmla="*/ 838310 h 1262109"/>
                <a:gd name="connsiteX16" fmla="*/ 678561 w 1681861"/>
                <a:gd name="connsiteY16" fmla="*/ 832214 h 1262109"/>
                <a:gd name="connsiteX17" fmla="*/ 448437 w 1681861"/>
                <a:gd name="connsiteY17" fmla="*/ 814180 h 1262109"/>
                <a:gd name="connsiteX18" fmla="*/ 402209 w 1681861"/>
                <a:gd name="connsiteY18" fmla="*/ 837040 h 1262109"/>
                <a:gd name="connsiteX19" fmla="*/ 338963 w 1681861"/>
                <a:gd name="connsiteY19" fmla="*/ 857106 h 1262109"/>
                <a:gd name="connsiteX20" fmla="*/ 376047 w 1681861"/>
                <a:gd name="connsiteY20" fmla="*/ 952483 h 1262109"/>
                <a:gd name="connsiteX21" fmla="*/ 342900 w 1681861"/>
                <a:gd name="connsiteY21" fmla="*/ 1084182 h 1262109"/>
                <a:gd name="connsiteX22" fmla="*/ 265811 w 1681861"/>
                <a:gd name="connsiteY22" fmla="*/ 1252838 h 1262109"/>
                <a:gd name="connsiteX23" fmla="*/ 240157 w 1681861"/>
                <a:gd name="connsiteY23" fmla="*/ 1256140 h 1262109"/>
                <a:gd name="connsiteX24" fmla="*/ 349377 w 1681861"/>
                <a:gd name="connsiteY24" fmla="*/ 970263 h 1262109"/>
                <a:gd name="connsiteX25" fmla="*/ 311531 w 1681861"/>
                <a:gd name="connsiteY25" fmla="*/ 868536 h 1262109"/>
                <a:gd name="connsiteX26" fmla="*/ 20955 w 1681861"/>
                <a:gd name="connsiteY26" fmla="*/ 1251568 h 1262109"/>
                <a:gd name="connsiteX27" fmla="*/ 0 w 1681861"/>
                <a:gd name="connsiteY27" fmla="*/ 1262109 h 1262109"/>
                <a:gd name="connsiteX28" fmla="*/ 133223 w 1681861"/>
                <a:gd name="connsiteY28" fmla="*/ 995790 h 1262109"/>
                <a:gd name="connsiteX29" fmla="*/ 412369 w 1681861"/>
                <a:gd name="connsiteY29" fmla="*/ 806814 h 1262109"/>
                <a:gd name="connsiteX30" fmla="*/ 198247 w 1681861"/>
                <a:gd name="connsiteY30" fmla="*/ 670924 h 1262109"/>
                <a:gd name="connsiteX31" fmla="*/ 101981 w 1681861"/>
                <a:gd name="connsiteY31" fmla="*/ 581008 h 1262109"/>
                <a:gd name="connsiteX32" fmla="*/ 175895 w 1681861"/>
                <a:gd name="connsiteY32" fmla="*/ 285606 h 1262109"/>
                <a:gd name="connsiteX33" fmla="*/ 379792 w 1681861"/>
                <a:gd name="connsiteY33" fmla="*/ 50048 h 1262109"/>
                <a:gd name="connsiteX34" fmla="*/ 672816 w 1681861"/>
                <a:gd name="connsiteY34" fmla="*/ 5278 h 1262109"/>
                <a:gd name="connsiteX35" fmla="*/ 972991 w 1681861"/>
                <a:gd name="connsiteY35" fmla="*/ 167838 h 1262109"/>
                <a:gd name="connsiteX36" fmla="*/ 1049655 w 1681861"/>
                <a:gd name="connsiteY36" fmla="*/ 304021 h 1262109"/>
                <a:gd name="connsiteX37" fmla="*/ 1114679 w 1681861"/>
                <a:gd name="connsiteY37" fmla="*/ 399271 h 1262109"/>
                <a:gd name="connsiteX38" fmla="*/ 1042924 w 1681861"/>
                <a:gd name="connsiteY38" fmla="*/ 629268 h 1262109"/>
                <a:gd name="connsiteX39" fmla="*/ 1025906 w 1681861"/>
                <a:gd name="connsiteY39" fmla="*/ 639174 h 1262109"/>
                <a:gd name="connsiteX40" fmla="*/ 832358 w 1681861"/>
                <a:gd name="connsiteY40" fmla="*/ 801734 h 1262109"/>
                <a:gd name="connsiteX41" fmla="*/ 1063879 w 1681861"/>
                <a:gd name="connsiteY41" fmla="*/ 931909 h 1262109"/>
                <a:gd name="connsiteX42" fmla="*/ 1164717 w 1681861"/>
                <a:gd name="connsiteY42" fmla="*/ 818879 h 1262109"/>
                <a:gd name="connsiteX43" fmla="*/ 1175385 w 1681861"/>
                <a:gd name="connsiteY43" fmla="*/ 730106 h 1262109"/>
                <a:gd name="connsiteX44" fmla="*/ 1226693 w 1681861"/>
                <a:gd name="connsiteY44" fmla="*/ 676766 h 1262109"/>
                <a:gd name="connsiteX45" fmla="*/ 1282700 w 1681861"/>
                <a:gd name="connsiteY45" fmla="*/ 694165 h 1262109"/>
                <a:gd name="connsiteX46" fmla="*/ 1388745 w 1681861"/>
                <a:gd name="connsiteY46" fmla="*/ 635237 h 1262109"/>
                <a:gd name="connsiteX47" fmla="*/ 1489583 w 1681861"/>
                <a:gd name="connsiteY47" fmla="*/ 679433 h 1262109"/>
                <a:gd name="connsiteX48" fmla="*/ 1083183 w 1681861"/>
                <a:gd name="connsiteY48" fmla="*/ 173592 h 1262109"/>
                <a:gd name="connsiteX49" fmla="*/ 1522730 w 1681861"/>
                <a:gd name="connsiteY49" fmla="*/ 120506 h 1262109"/>
                <a:gd name="connsiteX50" fmla="*/ 1567561 w 1681861"/>
                <a:gd name="connsiteY50" fmla="*/ 66023 h 1262109"/>
                <a:gd name="connsiteX51" fmla="*/ 378191 w 1681861"/>
                <a:gd name="connsiteY51" fmla="*/ 86782 h 1262109"/>
                <a:gd name="connsiteX52" fmla="*/ 198247 w 1681861"/>
                <a:gd name="connsiteY52" fmla="*/ 293353 h 1262109"/>
                <a:gd name="connsiteX53" fmla="*/ 221869 w 1681861"/>
                <a:gd name="connsiteY53" fmla="*/ 303767 h 1262109"/>
                <a:gd name="connsiteX54" fmla="*/ 262001 w 1681861"/>
                <a:gd name="connsiteY54" fmla="*/ 386952 h 1262109"/>
                <a:gd name="connsiteX55" fmla="*/ 231648 w 1681861"/>
                <a:gd name="connsiteY55" fmla="*/ 613266 h 1262109"/>
                <a:gd name="connsiteX56" fmla="*/ 196850 w 1681861"/>
                <a:gd name="connsiteY56" fmla="*/ 634094 h 1262109"/>
                <a:gd name="connsiteX57" fmla="*/ 310642 w 1681861"/>
                <a:gd name="connsiteY57" fmla="*/ 734805 h 1262109"/>
                <a:gd name="connsiteX58" fmla="*/ 735076 w 1681861"/>
                <a:gd name="connsiteY58" fmla="*/ 802115 h 1262109"/>
                <a:gd name="connsiteX59" fmla="*/ 985774 w 1681861"/>
                <a:gd name="connsiteY59" fmla="*/ 645143 h 1262109"/>
                <a:gd name="connsiteX60" fmla="*/ 991489 w 1681861"/>
                <a:gd name="connsiteY60" fmla="*/ 642857 h 1262109"/>
                <a:gd name="connsiteX61" fmla="*/ 941956 w 1681861"/>
                <a:gd name="connsiteY61" fmla="*/ 178366 h 1262109"/>
                <a:gd name="connsiteX62" fmla="*/ 655811 w 1681861"/>
                <a:gd name="connsiteY62" fmla="*/ 27037 h 1262109"/>
                <a:gd name="connsiteX63" fmla="*/ 372956 w 1681861"/>
                <a:gd name="connsiteY63" fmla="*/ 85525 h 1262109"/>
                <a:gd name="connsiteX64" fmla="*/ 1107186 w 1681861"/>
                <a:gd name="connsiteY64" fmla="*/ 179053 h 1262109"/>
                <a:gd name="connsiteX65" fmla="*/ 1107186 w 1681861"/>
                <a:gd name="connsiteY65" fmla="*/ 179053 h 1262109"/>
                <a:gd name="connsiteX66" fmla="*/ 161417 w 1681861"/>
                <a:gd name="connsiteY66" fmla="*/ 322309 h 1262109"/>
                <a:gd name="connsiteX67" fmla="*/ 114554 w 1681861"/>
                <a:gd name="connsiteY67" fmla="*/ 539479 h 1262109"/>
                <a:gd name="connsiteX68" fmla="*/ 182499 w 1681861"/>
                <a:gd name="connsiteY68" fmla="*/ 610980 h 1262109"/>
                <a:gd name="connsiteX69" fmla="*/ 224917 w 1681861"/>
                <a:gd name="connsiteY69" fmla="*/ 575420 h 1262109"/>
                <a:gd name="connsiteX70" fmla="*/ 224536 w 1681861"/>
                <a:gd name="connsiteY70" fmla="*/ 352408 h 1262109"/>
                <a:gd name="connsiteX71" fmla="*/ 161417 w 1681861"/>
                <a:gd name="connsiteY71" fmla="*/ 322309 h 1262109"/>
                <a:gd name="connsiteX72" fmla="*/ 1039622 w 1681861"/>
                <a:gd name="connsiteY72" fmla="*/ 318626 h 1262109"/>
                <a:gd name="connsiteX73" fmla="*/ 1037717 w 1681861"/>
                <a:gd name="connsiteY73" fmla="*/ 612250 h 1262109"/>
                <a:gd name="connsiteX74" fmla="*/ 1039622 w 1681861"/>
                <a:gd name="connsiteY74" fmla="*/ 318626 h 1262109"/>
                <a:gd name="connsiteX75" fmla="*/ 1648333 w 1681861"/>
                <a:gd name="connsiteY75" fmla="*/ 705468 h 1262109"/>
                <a:gd name="connsiteX76" fmla="*/ 1654810 w 1681861"/>
                <a:gd name="connsiteY76" fmla="*/ 553449 h 1262109"/>
                <a:gd name="connsiteX77" fmla="*/ 1655191 w 1681861"/>
                <a:gd name="connsiteY77" fmla="*/ 414765 h 1262109"/>
                <a:gd name="connsiteX78" fmla="*/ 1654683 w 1681861"/>
                <a:gd name="connsiteY78" fmla="*/ 326754 h 1262109"/>
                <a:gd name="connsiteX79" fmla="*/ 1371092 w 1681861"/>
                <a:gd name="connsiteY79" fmla="*/ 667114 h 1262109"/>
                <a:gd name="connsiteX80" fmla="*/ 1249807 w 1681861"/>
                <a:gd name="connsiteY80" fmla="*/ 778874 h 1262109"/>
                <a:gd name="connsiteX81" fmla="*/ 1261618 w 1681861"/>
                <a:gd name="connsiteY81" fmla="*/ 708516 h 1262109"/>
                <a:gd name="connsiteX82" fmla="*/ 1208151 w 1681861"/>
                <a:gd name="connsiteY82" fmla="*/ 720962 h 1262109"/>
                <a:gd name="connsiteX83" fmla="*/ 1338961 w 1681861"/>
                <a:gd name="connsiteY83" fmla="*/ 933433 h 1262109"/>
                <a:gd name="connsiteX84" fmla="*/ 1462913 w 1681861"/>
                <a:gd name="connsiteY84" fmla="*/ 687180 h 1262109"/>
                <a:gd name="connsiteX85" fmla="*/ 1387475 w 1681861"/>
                <a:gd name="connsiteY85" fmla="*/ 780144 h 1262109"/>
                <a:gd name="connsiteX86" fmla="*/ 1427988 w 1681861"/>
                <a:gd name="connsiteY86" fmla="*/ 674099 h 1262109"/>
                <a:gd name="connsiteX87" fmla="*/ 1371092 w 1681861"/>
                <a:gd name="connsiteY87" fmla="*/ 667114 h 1262109"/>
                <a:gd name="connsiteX88" fmla="*/ 1081532 w 1681861"/>
                <a:gd name="connsiteY88" fmla="*/ 949181 h 1262109"/>
                <a:gd name="connsiteX89" fmla="*/ 1025652 w 1681861"/>
                <a:gd name="connsiteY89" fmla="*/ 969882 h 1262109"/>
                <a:gd name="connsiteX90" fmla="*/ 1042035 w 1681861"/>
                <a:gd name="connsiteY90" fmla="*/ 945244 h 1262109"/>
                <a:gd name="connsiteX91" fmla="*/ 913638 w 1681861"/>
                <a:gd name="connsiteY91" fmla="*/ 867012 h 1262109"/>
                <a:gd name="connsiteX92" fmla="*/ 964057 w 1681861"/>
                <a:gd name="connsiteY92" fmla="*/ 1115932 h 1262109"/>
                <a:gd name="connsiteX93" fmla="*/ 1097915 w 1681861"/>
                <a:gd name="connsiteY93" fmla="*/ 1143491 h 1262109"/>
                <a:gd name="connsiteX94" fmla="*/ 1340866 w 1681861"/>
                <a:gd name="connsiteY94" fmla="*/ 962770 h 1262109"/>
                <a:gd name="connsiteX95" fmla="*/ 1181608 w 1681861"/>
                <a:gd name="connsiteY95" fmla="*/ 848216 h 1262109"/>
                <a:gd name="connsiteX96" fmla="*/ 1081532 w 1681861"/>
                <a:gd name="connsiteY96" fmla="*/ 949181 h 1262109"/>
                <a:gd name="connsiteX0" fmla="*/ 1592580 w 1681861"/>
                <a:gd name="connsiteY0" fmla="*/ 52180 h 1262109"/>
                <a:gd name="connsiteX1" fmla="*/ 1622933 w 1681861"/>
                <a:gd name="connsiteY1" fmla="*/ 158352 h 1262109"/>
                <a:gd name="connsiteX2" fmla="*/ 1559179 w 1681861"/>
                <a:gd name="connsiteY2" fmla="*/ 185657 h 1262109"/>
                <a:gd name="connsiteX3" fmla="*/ 1681861 w 1681861"/>
                <a:gd name="connsiteY3" fmla="*/ 330310 h 1262109"/>
                <a:gd name="connsiteX4" fmla="*/ 1681353 w 1681861"/>
                <a:gd name="connsiteY4" fmla="*/ 674353 h 1262109"/>
                <a:gd name="connsiteX5" fmla="*/ 1657731 w 1681861"/>
                <a:gd name="connsiteY5" fmla="*/ 744584 h 1262109"/>
                <a:gd name="connsiteX6" fmla="*/ 1517142 w 1681861"/>
                <a:gd name="connsiteY6" fmla="*/ 751569 h 1262109"/>
                <a:gd name="connsiteX7" fmla="*/ 1383030 w 1681861"/>
                <a:gd name="connsiteY7" fmla="*/ 957436 h 1262109"/>
                <a:gd name="connsiteX8" fmla="*/ 1096137 w 1681861"/>
                <a:gd name="connsiteY8" fmla="*/ 1169780 h 1262109"/>
                <a:gd name="connsiteX9" fmla="*/ 969010 w 1681861"/>
                <a:gd name="connsiteY9" fmla="*/ 1147936 h 1262109"/>
                <a:gd name="connsiteX10" fmla="*/ 968375 w 1681861"/>
                <a:gd name="connsiteY10" fmla="*/ 1244710 h 1262109"/>
                <a:gd name="connsiteX11" fmla="*/ 957580 w 1681861"/>
                <a:gd name="connsiteY11" fmla="*/ 1257410 h 1262109"/>
                <a:gd name="connsiteX12" fmla="*/ 942721 w 1681861"/>
                <a:gd name="connsiteY12" fmla="*/ 1254616 h 1262109"/>
                <a:gd name="connsiteX13" fmla="*/ 940562 w 1681861"/>
                <a:gd name="connsiteY13" fmla="*/ 1151111 h 1262109"/>
                <a:gd name="connsiteX14" fmla="*/ 914908 w 1681861"/>
                <a:gd name="connsiteY14" fmla="*/ 951340 h 1262109"/>
                <a:gd name="connsiteX15" fmla="*/ 854202 w 1681861"/>
                <a:gd name="connsiteY15" fmla="*/ 838310 h 1262109"/>
                <a:gd name="connsiteX16" fmla="*/ 678561 w 1681861"/>
                <a:gd name="connsiteY16" fmla="*/ 832214 h 1262109"/>
                <a:gd name="connsiteX17" fmla="*/ 448437 w 1681861"/>
                <a:gd name="connsiteY17" fmla="*/ 814180 h 1262109"/>
                <a:gd name="connsiteX18" fmla="*/ 402209 w 1681861"/>
                <a:gd name="connsiteY18" fmla="*/ 837040 h 1262109"/>
                <a:gd name="connsiteX19" fmla="*/ 338963 w 1681861"/>
                <a:gd name="connsiteY19" fmla="*/ 857106 h 1262109"/>
                <a:gd name="connsiteX20" fmla="*/ 376047 w 1681861"/>
                <a:gd name="connsiteY20" fmla="*/ 952483 h 1262109"/>
                <a:gd name="connsiteX21" fmla="*/ 342900 w 1681861"/>
                <a:gd name="connsiteY21" fmla="*/ 1084182 h 1262109"/>
                <a:gd name="connsiteX22" fmla="*/ 265811 w 1681861"/>
                <a:gd name="connsiteY22" fmla="*/ 1252838 h 1262109"/>
                <a:gd name="connsiteX23" fmla="*/ 240157 w 1681861"/>
                <a:gd name="connsiteY23" fmla="*/ 1256140 h 1262109"/>
                <a:gd name="connsiteX24" fmla="*/ 349377 w 1681861"/>
                <a:gd name="connsiteY24" fmla="*/ 970263 h 1262109"/>
                <a:gd name="connsiteX25" fmla="*/ 311531 w 1681861"/>
                <a:gd name="connsiteY25" fmla="*/ 868536 h 1262109"/>
                <a:gd name="connsiteX26" fmla="*/ 20955 w 1681861"/>
                <a:gd name="connsiteY26" fmla="*/ 1251568 h 1262109"/>
                <a:gd name="connsiteX27" fmla="*/ 0 w 1681861"/>
                <a:gd name="connsiteY27" fmla="*/ 1262109 h 1262109"/>
                <a:gd name="connsiteX28" fmla="*/ 133223 w 1681861"/>
                <a:gd name="connsiteY28" fmla="*/ 995790 h 1262109"/>
                <a:gd name="connsiteX29" fmla="*/ 412369 w 1681861"/>
                <a:gd name="connsiteY29" fmla="*/ 806814 h 1262109"/>
                <a:gd name="connsiteX30" fmla="*/ 198247 w 1681861"/>
                <a:gd name="connsiteY30" fmla="*/ 670924 h 1262109"/>
                <a:gd name="connsiteX31" fmla="*/ 101981 w 1681861"/>
                <a:gd name="connsiteY31" fmla="*/ 581008 h 1262109"/>
                <a:gd name="connsiteX32" fmla="*/ 175895 w 1681861"/>
                <a:gd name="connsiteY32" fmla="*/ 285606 h 1262109"/>
                <a:gd name="connsiteX33" fmla="*/ 379792 w 1681861"/>
                <a:gd name="connsiteY33" fmla="*/ 50048 h 1262109"/>
                <a:gd name="connsiteX34" fmla="*/ 672816 w 1681861"/>
                <a:gd name="connsiteY34" fmla="*/ 5278 h 1262109"/>
                <a:gd name="connsiteX35" fmla="*/ 972991 w 1681861"/>
                <a:gd name="connsiteY35" fmla="*/ 167838 h 1262109"/>
                <a:gd name="connsiteX36" fmla="*/ 1049655 w 1681861"/>
                <a:gd name="connsiteY36" fmla="*/ 304021 h 1262109"/>
                <a:gd name="connsiteX37" fmla="*/ 1114679 w 1681861"/>
                <a:gd name="connsiteY37" fmla="*/ 399271 h 1262109"/>
                <a:gd name="connsiteX38" fmla="*/ 1042924 w 1681861"/>
                <a:gd name="connsiteY38" fmla="*/ 629268 h 1262109"/>
                <a:gd name="connsiteX39" fmla="*/ 1025906 w 1681861"/>
                <a:gd name="connsiteY39" fmla="*/ 639174 h 1262109"/>
                <a:gd name="connsiteX40" fmla="*/ 832358 w 1681861"/>
                <a:gd name="connsiteY40" fmla="*/ 801734 h 1262109"/>
                <a:gd name="connsiteX41" fmla="*/ 1063879 w 1681861"/>
                <a:gd name="connsiteY41" fmla="*/ 931909 h 1262109"/>
                <a:gd name="connsiteX42" fmla="*/ 1164717 w 1681861"/>
                <a:gd name="connsiteY42" fmla="*/ 818879 h 1262109"/>
                <a:gd name="connsiteX43" fmla="*/ 1175385 w 1681861"/>
                <a:gd name="connsiteY43" fmla="*/ 730106 h 1262109"/>
                <a:gd name="connsiteX44" fmla="*/ 1226693 w 1681861"/>
                <a:gd name="connsiteY44" fmla="*/ 676766 h 1262109"/>
                <a:gd name="connsiteX45" fmla="*/ 1282700 w 1681861"/>
                <a:gd name="connsiteY45" fmla="*/ 694165 h 1262109"/>
                <a:gd name="connsiteX46" fmla="*/ 1388745 w 1681861"/>
                <a:gd name="connsiteY46" fmla="*/ 635237 h 1262109"/>
                <a:gd name="connsiteX47" fmla="*/ 1489583 w 1681861"/>
                <a:gd name="connsiteY47" fmla="*/ 679433 h 1262109"/>
                <a:gd name="connsiteX48" fmla="*/ 1083183 w 1681861"/>
                <a:gd name="connsiteY48" fmla="*/ 173592 h 1262109"/>
                <a:gd name="connsiteX49" fmla="*/ 1522730 w 1681861"/>
                <a:gd name="connsiteY49" fmla="*/ 120506 h 1262109"/>
                <a:gd name="connsiteX50" fmla="*/ 1567561 w 1681861"/>
                <a:gd name="connsiteY50" fmla="*/ 66023 h 1262109"/>
                <a:gd name="connsiteX51" fmla="*/ 378191 w 1681861"/>
                <a:gd name="connsiteY51" fmla="*/ 86782 h 1262109"/>
                <a:gd name="connsiteX52" fmla="*/ 198247 w 1681861"/>
                <a:gd name="connsiteY52" fmla="*/ 293353 h 1262109"/>
                <a:gd name="connsiteX53" fmla="*/ 221869 w 1681861"/>
                <a:gd name="connsiteY53" fmla="*/ 303767 h 1262109"/>
                <a:gd name="connsiteX54" fmla="*/ 262001 w 1681861"/>
                <a:gd name="connsiteY54" fmla="*/ 386952 h 1262109"/>
                <a:gd name="connsiteX55" fmla="*/ 231648 w 1681861"/>
                <a:gd name="connsiteY55" fmla="*/ 613266 h 1262109"/>
                <a:gd name="connsiteX56" fmla="*/ 196850 w 1681861"/>
                <a:gd name="connsiteY56" fmla="*/ 634094 h 1262109"/>
                <a:gd name="connsiteX57" fmla="*/ 310642 w 1681861"/>
                <a:gd name="connsiteY57" fmla="*/ 734805 h 1262109"/>
                <a:gd name="connsiteX58" fmla="*/ 735076 w 1681861"/>
                <a:gd name="connsiteY58" fmla="*/ 802115 h 1262109"/>
                <a:gd name="connsiteX59" fmla="*/ 985774 w 1681861"/>
                <a:gd name="connsiteY59" fmla="*/ 645143 h 1262109"/>
                <a:gd name="connsiteX60" fmla="*/ 991489 w 1681861"/>
                <a:gd name="connsiteY60" fmla="*/ 642857 h 1262109"/>
                <a:gd name="connsiteX61" fmla="*/ 941956 w 1681861"/>
                <a:gd name="connsiteY61" fmla="*/ 178366 h 1262109"/>
                <a:gd name="connsiteX62" fmla="*/ 655811 w 1681861"/>
                <a:gd name="connsiteY62" fmla="*/ 27037 h 1262109"/>
                <a:gd name="connsiteX63" fmla="*/ 372956 w 1681861"/>
                <a:gd name="connsiteY63" fmla="*/ 85525 h 1262109"/>
                <a:gd name="connsiteX64" fmla="*/ 161417 w 1681861"/>
                <a:gd name="connsiteY64" fmla="*/ 322309 h 1262109"/>
                <a:gd name="connsiteX65" fmla="*/ 114554 w 1681861"/>
                <a:gd name="connsiteY65" fmla="*/ 539479 h 1262109"/>
                <a:gd name="connsiteX66" fmla="*/ 182499 w 1681861"/>
                <a:gd name="connsiteY66" fmla="*/ 610980 h 1262109"/>
                <a:gd name="connsiteX67" fmla="*/ 224917 w 1681861"/>
                <a:gd name="connsiteY67" fmla="*/ 575420 h 1262109"/>
                <a:gd name="connsiteX68" fmla="*/ 224536 w 1681861"/>
                <a:gd name="connsiteY68" fmla="*/ 352408 h 1262109"/>
                <a:gd name="connsiteX69" fmla="*/ 161417 w 1681861"/>
                <a:gd name="connsiteY69" fmla="*/ 322309 h 1262109"/>
                <a:gd name="connsiteX70" fmla="*/ 1039622 w 1681861"/>
                <a:gd name="connsiteY70" fmla="*/ 318626 h 1262109"/>
                <a:gd name="connsiteX71" fmla="*/ 1037717 w 1681861"/>
                <a:gd name="connsiteY71" fmla="*/ 612250 h 1262109"/>
                <a:gd name="connsiteX72" fmla="*/ 1039622 w 1681861"/>
                <a:gd name="connsiteY72" fmla="*/ 318626 h 1262109"/>
                <a:gd name="connsiteX73" fmla="*/ 1648333 w 1681861"/>
                <a:gd name="connsiteY73" fmla="*/ 705468 h 1262109"/>
                <a:gd name="connsiteX74" fmla="*/ 1654810 w 1681861"/>
                <a:gd name="connsiteY74" fmla="*/ 553449 h 1262109"/>
                <a:gd name="connsiteX75" fmla="*/ 1655191 w 1681861"/>
                <a:gd name="connsiteY75" fmla="*/ 414765 h 1262109"/>
                <a:gd name="connsiteX76" fmla="*/ 1654683 w 1681861"/>
                <a:gd name="connsiteY76" fmla="*/ 326754 h 1262109"/>
                <a:gd name="connsiteX77" fmla="*/ 1371092 w 1681861"/>
                <a:gd name="connsiteY77" fmla="*/ 667114 h 1262109"/>
                <a:gd name="connsiteX78" fmla="*/ 1249807 w 1681861"/>
                <a:gd name="connsiteY78" fmla="*/ 778874 h 1262109"/>
                <a:gd name="connsiteX79" fmla="*/ 1261618 w 1681861"/>
                <a:gd name="connsiteY79" fmla="*/ 708516 h 1262109"/>
                <a:gd name="connsiteX80" fmla="*/ 1208151 w 1681861"/>
                <a:gd name="connsiteY80" fmla="*/ 720962 h 1262109"/>
                <a:gd name="connsiteX81" fmla="*/ 1338961 w 1681861"/>
                <a:gd name="connsiteY81" fmla="*/ 933433 h 1262109"/>
                <a:gd name="connsiteX82" fmla="*/ 1462913 w 1681861"/>
                <a:gd name="connsiteY82" fmla="*/ 687180 h 1262109"/>
                <a:gd name="connsiteX83" fmla="*/ 1387475 w 1681861"/>
                <a:gd name="connsiteY83" fmla="*/ 780144 h 1262109"/>
                <a:gd name="connsiteX84" fmla="*/ 1427988 w 1681861"/>
                <a:gd name="connsiteY84" fmla="*/ 674099 h 1262109"/>
                <a:gd name="connsiteX85" fmla="*/ 1371092 w 1681861"/>
                <a:gd name="connsiteY85" fmla="*/ 667114 h 1262109"/>
                <a:gd name="connsiteX86" fmla="*/ 1081532 w 1681861"/>
                <a:gd name="connsiteY86" fmla="*/ 949181 h 1262109"/>
                <a:gd name="connsiteX87" fmla="*/ 1025652 w 1681861"/>
                <a:gd name="connsiteY87" fmla="*/ 969882 h 1262109"/>
                <a:gd name="connsiteX88" fmla="*/ 1042035 w 1681861"/>
                <a:gd name="connsiteY88" fmla="*/ 945244 h 1262109"/>
                <a:gd name="connsiteX89" fmla="*/ 913638 w 1681861"/>
                <a:gd name="connsiteY89" fmla="*/ 867012 h 1262109"/>
                <a:gd name="connsiteX90" fmla="*/ 964057 w 1681861"/>
                <a:gd name="connsiteY90" fmla="*/ 1115932 h 1262109"/>
                <a:gd name="connsiteX91" fmla="*/ 1097915 w 1681861"/>
                <a:gd name="connsiteY91" fmla="*/ 1143491 h 1262109"/>
                <a:gd name="connsiteX92" fmla="*/ 1340866 w 1681861"/>
                <a:gd name="connsiteY92" fmla="*/ 962770 h 1262109"/>
                <a:gd name="connsiteX93" fmla="*/ 1181608 w 1681861"/>
                <a:gd name="connsiteY93" fmla="*/ 848216 h 1262109"/>
                <a:gd name="connsiteX94" fmla="*/ 1081532 w 1681861"/>
                <a:gd name="connsiteY94" fmla="*/ 949181 h 1262109"/>
                <a:gd name="connsiteX0" fmla="*/ 1592580 w 1681861"/>
                <a:gd name="connsiteY0" fmla="*/ 52180 h 1262109"/>
                <a:gd name="connsiteX1" fmla="*/ 1622933 w 1681861"/>
                <a:gd name="connsiteY1" fmla="*/ 158352 h 1262109"/>
                <a:gd name="connsiteX2" fmla="*/ 1559179 w 1681861"/>
                <a:gd name="connsiteY2" fmla="*/ 185657 h 1262109"/>
                <a:gd name="connsiteX3" fmla="*/ 1681861 w 1681861"/>
                <a:gd name="connsiteY3" fmla="*/ 330310 h 1262109"/>
                <a:gd name="connsiteX4" fmla="*/ 1681353 w 1681861"/>
                <a:gd name="connsiteY4" fmla="*/ 674353 h 1262109"/>
                <a:gd name="connsiteX5" fmla="*/ 1657731 w 1681861"/>
                <a:gd name="connsiteY5" fmla="*/ 744584 h 1262109"/>
                <a:gd name="connsiteX6" fmla="*/ 1517142 w 1681861"/>
                <a:gd name="connsiteY6" fmla="*/ 751569 h 1262109"/>
                <a:gd name="connsiteX7" fmla="*/ 1383030 w 1681861"/>
                <a:gd name="connsiteY7" fmla="*/ 957436 h 1262109"/>
                <a:gd name="connsiteX8" fmla="*/ 1096137 w 1681861"/>
                <a:gd name="connsiteY8" fmla="*/ 1169780 h 1262109"/>
                <a:gd name="connsiteX9" fmla="*/ 969010 w 1681861"/>
                <a:gd name="connsiteY9" fmla="*/ 1147936 h 1262109"/>
                <a:gd name="connsiteX10" fmla="*/ 968375 w 1681861"/>
                <a:gd name="connsiteY10" fmla="*/ 1244710 h 1262109"/>
                <a:gd name="connsiteX11" fmla="*/ 957580 w 1681861"/>
                <a:gd name="connsiteY11" fmla="*/ 1257410 h 1262109"/>
                <a:gd name="connsiteX12" fmla="*/ 942721 w 1681861"/>
                <a:gd name="connsiteY12" fmla="*/ 1254616 h 1262109"/>
                <a:gd name="connsiteX13" fmla="*/ 940562 w 1681861"/>
                <a:gd name="connsiteY13" fmla="*/ 1151111 h 1262109"/>
                <a:gd name="connsiteX14" fmla="*/ 914908 w 1681861"/>
                <a:gd name="connsiteY14" fmla="*/ 951340 h 1262109"/>
                <a:gd name="connsiteX15" fmla="*/ 854202 w 1681861"/>
                <a:gd name="connsiteY15" fmla="*/ 838310 h 1262109"/>
                <a:gd name="connsiteX16" fmla="*/ 678561 w 1681861"/>
                <a:gd name="connsiteY16" fmla="*/ 832214 h 1262109"/>
                <a:gd name="connsiteX17" fmla="*/ 448437 w 1681861"/>
                <a:gd name="connsiteY17" fmla="*/ 814180 h 1262109"/>
                <a:gd name="connsiteX18" fmla="*/ 402209 w 1681861"/>
                <a:gd name="connsiteY18" fmla="*/ 837040 h 1262109"/>
                <a:gd name="connsiteX19" fmla="*/ 338963 w 1681861"/>
                <a:gd name="connsiteY19" fmla="*/ 857106 h 1262109"/>
                <a:gd name="connsiteX20" fmla="*/ 376047 w 1681861"/>
                <a:gd name="connsiteY20" fmla="*/ 952483 h 1262109"/>
                <a:gd name="connsiteX21" fmla="*/ 342900 w 1681861"/>
                <a:gd name="connsiteY21" fmla="*/ 1084182 h 1262109"/>
                <a:gd name="connsiteX22" fmla="*/ 265811 w 1681861"/>
                <a:gd name="connsiteY22" fmla="*/ 1252838 h 1262109"/>
                <a:gd name="connsiteX23" fmla="*/ 240157 w 1681861"/>
                <a:gd name="connsiteY23" fmla="*/ 1256140 h 1262109"/>
                <a:gd name="connsiteX24" fmla="*/ 349377 w 1681861"/>
                <a:gd name="connsiteY24" fmla="*/ 970263 h 1262109"/>
                <a:gd name="connsiteX25" fmla="*/ 311531 w 1681861"/>
                <a:gd name="connsiteY25" fmla="*/ 868536 h 1262109"/>
                <a:gd name="connsiteX26" fmla="*/ 20955 w 1681861"/>
                <a:gd name="connsiteY26" fmla="*/ 1251568 h 1262109"/>
                <a:gd name="connsiteX27" fmla="*/ 0 w 1681861"/>
                <a:gd name="connsiteY27" fmla="*/ 1262109 h 1262109"/>
                <a:gd name="connsiteX28" fmla="*/ 133223 w 1681861"/>
                <a:gd name="connsiteY28" fmla="*/ 995790 h 1262109"/>
                <a:gd name="connsiteX29" fmla="*/ 412369 w 1681861"/>
                <a:gd name="connsiteY29" fmla="*/ 806814 h 1262109"/>
                <a:gd name="connsiteX30" fmla="*/ 198247 w 1681861"/>
                <a:gd name="connsiteY30" fmla="*/ 670924 h 1262109"/>
                <a:gd name="connsiteX31" fmla="*/ 101981 w 1681861"/>
                <a:gd name="connsiteY31" fmla="*/ 581008 h 1262109"/>
                <a:gd name="connsiteX32" fmla="*/ 175895 w 1681861"/>
                <a:gd name="connsiteY32" fmla="*/ 285606 h 1262109"/>
                <a:gd name="connsiteX33" fmla="*/ 379792 w 1681861"/>
                <a:gd name="connsiteY33" fmla="*/ 50048 h 1262109"/>
                <a:gd name="connsiteX34" fmla="*/ 672816 w 1681861"/>
                <a:gd name="connsiteY34" fmla="*/ 5278 h 1262109"/>
                <a:gd name="connsiteX35" fmla="*/ 972991 w 1681861"/>
                <a:gd name="connsiteY35" fmla="*/ 167838 h 1262109"/>
                <a:gd name="connsiteX36" fmla="*/ 1049655 w 1681861"/>
                <a:gd name="connsiteY36" fmla="*/ 304021 h 1262109"/>
                <a:gd name="connsiteX37" fmla="*/ 1114679 w 1681861"/>
                <a:gd name="connsiteY37" fmla="*/ 399271 h 1262109"/>
                <a:gd name="connsiteX38" fmla="*/ 1042924 w 1681861"/>
                <a:gd name="connsiteY38" fmla="*/ 629268 h 1262109"/>
                <a:gd name="connsiteX39" fmla="*/ 1025906 w 1681861"/>
                <a:gd name="connsiteY39" fmla="*/ 639174 h 1262109"/>
                <a:gd name="connsiteX40" fmla="*/ 832358 w 1681861"/>
                <a:gd name="connsiteY40" fmla="*/ 801734 h 1262109"/>
                <a:gd name="connsiteX41" fmla="*/ 1063879 w 1681861"/>
                <a:gd name="connsiteY41" fmla="*/ 931909 h 1262109"/>
                <a:gd name="connsiteX42" fmla="*/ 1164717 w 1681861"/>
                <a:gd name="connsiteY42" fmla="*/ 818879 h 1262109"/>
                <a:gd name="connsiteX43" fmla="*/ 1175385 w 1681861"/>
                <a:gd name="connsiteY43" fmla="*/ 730106 h 1262109"/>
                <a:gd name="connsiteX44" fmla="*/ 1226693 w 1681861"/>
                <a:gd name="connsiteY44" fmla="*/ 676766 h 1262109"/>
                <a:gd name="connsiteX45" fmla="*/ 1282700 w 1681861"/>
                <a:gd name="connsiteY45" fmla="*/ 694165 h 1262109"/>
                <a:gd name="connsiteX46" fmla="*/ 1388745 w 1681861"/>
                <a:gd name="connsiteY46" fmla="*/ 635237 h 1262109"/>
                <a:gd name="connsiteX47" fmla="*/ 1489583 w 1681861"/>
                <a:gd name="connsiteY47" fmla="*/ 679433 h 1262109"/>
                <a:gd name="connsiteX48" fmla="*/ 1522730 w 1681861"/>
                <a:gd name="connsiteY48" fmla="*/ 120506 h 1262109"/>
                <a:gd name="connsiteX49" fmla="*/ 1567561 w 1681861"/>
                <a:gd name="connsiteY49" fmla="*/ 66023 h 1262109"/>
                <a:gd name="connsiteX50" fmla="*/ 378191 w 1681861"/>
                <a:gd name="connsiteY50" fmla="*/ 86782 h 1262109"/>
                <a:gd name="connsiteX51" fmla="*/ 198247 w 1681861"/>
                <a:gd name="connsiteY51" fmla="*/ 293353 h 1262109"/>
                <a:gd name="connsiteX52" fmla="*/ 221869 w 1681861"/>
                <a:gd name="connsiteY52" fmla="*/ 303767 h 1262109"/>
                <a:gd name="connsiteX53" fmla="*/ 262001 w 1681861"/>
                <a:gd name="connsiteY53" fmla="*/ 386952 h 1262109"/>
                <a:gd name="connsiteX54" fmla="*/ 231648 w 1681861"/>
                <a:gd name="connsiteY54" fmla="*/ 613266 h 1262109"/>
                <a:gd name="connsiteX55" fmla="*/ 196850 w 1681861"/>
                <a:gd name="connsiteY55" fmla="*/ 634094 h 1262109"/>
                <a:gd name="connsiteX56" fmla="*/ 310642 w 1681861"/>
                <a:gd name="connsiteY56" fmla="*/ 734805 h 1262109"/>
                <a:gd name="connsiteX57" fmla="*/ 735076 w 1681861"/>
                <a:gd name="connsiteY57" fmla="*/ 802115 h 1262109"/>
                <a:gd name="connsiteX58" fmla="*/ 985774 w 1681861"/>
                <a:gd name="connsiteY58" fmla="*/ 645143 h 1262109"/>
                <a:gd name="connsiteX59" fmla="*/ 991489 w 1681861"/>
                <a:gd name="connsiteY59" fmla="*/ 642857 h 1262109"/>
                <a:gd name="connsiteX60" fmla="*/ 941956 w 1681861"/>
                <a:gd name="connsiteY60" fmla="*/ 178366 h 1262109"/>
                <a:gd name="connsiteX61" fmla="*/ 655811 w 1681861"/>
                <a:gd name="connsiteY61" fmla="*/ 27037 h 1262109"/>
                <a:gd name="connsiteX62" fmla="*/ 372956 w 1681861"/>
                <a:gd name="connsiteY62" fmla="*/ 85525 h 1262109"/>
                <a:gd name="connsiteX63" fmla="*/ 161417 w 1681861"/>
                <a:gd name="connsiteY63" fmla="*/ 322309 h 1262109"/>
                <a:gd name="connsiteX64" fmla="*/ 114554 w 1681861"/>
                <a:gd name="connsiteY64" fmla="*/ 539479 h 1262109"/>
                <a:gd name="connsiteX65" fmla="*/ 182499 w 1681861"/>
                <a:gd name="connsiteY65" fmla="*/ 610980 h 1262109"/>
                <a:gd name="connsiteX66" fmla="*/ 224917 w 1681861"/>
                <a:gd name="connsiteY66" fmla="*/ 575420 h 1262109"/>
                <a:gd name="connsiteX67" fmla="*/ 224536 w 1681861"/>
                <a:gd name="connsiteY67" fmla="*/ 352408 h 1262109"/>
                <a:gd name="connsiteX68" fmla="*/ 161417 w 1681861"/>
                <a:gd name="connsiteY68" fmla="*/ 322309 h 1262109"/>
                <a:gd name="connsiteX69" fmla="*/ 1039622 w 1681861"/>
                <a:gd name="connsiteY69" fmla="*/ 318626 h 1262109"/>
                <a:gd name="connsiteX70" fmla="*/ 1037717 w 1681861"/>
                <a:gd name="connsiteY70" fmla="*/ 612250 h 1262109"/>
                <a:gd name="connsiteX71" fmla="*/ 1039622 w 1681861"/>
                <a:gd name="connsiteY71" fmla="*/ 318626 h 1262109"/>
                <a:gd name="connsiteX72" fmla="*/ 1648333 w 1681861"/>
                <a:gd name="connsiteY72" fmla="*/ 705468 h 1262109"/>
                <a:gd name="connsiteX73" fmla="*/ 1654810 w 1681861"/>
                <a:gd name="connsiteY73" fmla="*/ 553449 h 1262109"/>
                <a:gd name="connsiteX74" fmla="*/ 1655191 w 1681861"/>
                <a:gd name="connsiteY74" fmla="*/ 414765 h 1262109"/>
                <a:gd name="connsiteX75" fmla="*/ 1654683 w 1681861"/>
                <a:gd name="connsiteY75" fmla="*/ 326754 h 1262109"/>
                <a:gd name="connsiteX76" fmla="*/ 1371092 w 1681861"/>
                <a:gd name="connsiteY76" fmla="*/ 667114 h 1262109"/>
                <a:gd name="connsiteX77" fmla="*/ 1249807 w 1681861"/>
                <a:gd name="connsiteY77" fmla="*/ 778874 h 1262109"/>
                <a:gd name="connsiteX78" fmla="*/ 1261618 w 1681861"/>
                <a:gd name="connsiteY78" fmla="*/ 708516 h 1262109"/>
                <a:gd name="connsiteX79" fmla="*/ 1208151 w 1681861"/>
                <a:gd name="connsiteY79" fmla="*/ 720962 h 1262109"/>
                <a:gd name="connsiteX80" fmla="*/ 1338961 w 1681861"/>
                <a:gd name="connsiteY80" fmla="*/ 933433 h 1262109"/>
                <a:gd name="connsiteX81" fmla="*/ 1462913 w 1681861"/>
                <a:gd name="connsiteY81" fmla="*/ 687180 h 1262109"/>
                <a:gd name="connsiteX82" fmla="*/ 1387475 w 1681861"/>
                <a:gd name="connsiteY82" fmla="*/ 780144 h 1262109"/>
                <a:gd name="connsiteX83" fmla="*/ 1427988 w 1681861"/>
                <a:gd name="connsiteY83" fmla="*/ 674099 h 1262109"/>
                <a:gd name="connsiteX84" fmla="*/ 1371092 w 1681861"/>
                <a:gd name="connsiteY84" fmla="*/ 667114 h 1262109"/>
                <a:gd name="connsiteX85" fmla="*/ 1081532 w 1681861"/>
                <a:gd name="connsiteY85" fmla="*/ 949181 h 1262109"/>
                <a:gd name="connsiteX86" fmla="*/ 1025652 w 1681861"/>
                <a:gd name="connsiteY86" fmla="*/ 969882 h 1262109"/>
                <a:gd name="connsiteX87" fmla="*/ 1042035 w 1681861"/>
                <a:gd name="connsiteY87" fmla="*/ 945244 h 1262109"/>
                <a:gd name="connsiteX88" fmla="*/ 913638 w 1681861"/>
                <a:gd name="connsiteY88" fmla="*/ 867012 h 1262109"/>
                <a:gd name="connsiteX89" fmla="*/ 964057 w 1681861"/>
                <a:gd name="connsiteY89" fmla="*/ 1115932 h 1262109"/>
                <a:gd name="connsiteX90" fmla="*/ 1097915 w 1681861"/>
                <a:gd name="connsiteY90" fmla="*/ 1143491 h 1262109"/>
                <a:gd name="connsiteX91" fmla="*/ 1340866 w 1681861"/>
                <a:gd name="connsiteY91" fmla="*/ 962770 h 1262109"/>
                <a:gd name="connsiteX92" fmla="*/ 1181608 w 1681861"/>
                <a:gd name="connsiteY92" fmla="*/ 848216 h 1262109"/>
                <a:gd name="connsiteX93" fmla="*/ 1081532 w 1681861"/>
                <a:gd name="connsiteY93" fmla="*/ 949181 h 1262109"/>
                <a:gd name="connsiteX0" fmla="*/ 1622933 w 1681861"/>
                <a:gd name="connsiteY0" fmla="*/ 158352 h 1262109"/>
                <a:gd name="connsiteX1" fmla="*/ 1559179 w 1681861"/>
                <a:gd name="connsiteY1" fmla="*/ 185657 h 1262109"/>
                <a:gd name="connsiteX2" fmla="*/ 1681861 w 1681861"/>
                <a:gd name="connsiteY2" fmla="*/ 330310 h 1262109"/>
                <a:gd name="connsiteX3" fmla="*/ 1681353 w 1681861"/>
                <a:gd name="connsiteY3" fmla="*/ 674353 h 1262109"/>
                <a:gd name="connsiteX4" fmla="*/ 1657731 w 1681861"/>
                <a:gd name="connsiteY4" fmla="*/ 744584 h 1262109"/>
                <a:gd name="connsiteX5" fmla="*/ 1517142 w 1681861"/>
                <a:gd name="connsiteY5" fmla="*/ 751569 h 1262109"/>
                <a:gd name="connsiteX6" fmla="*/ 1383030 w 1681861"/>
                <a:gd name="connsiteY6" fmla="*/ 957436 h 1262109"/>
                <a:gd name="connsiteX7" fmla="*/ 1096137 w 1681861"/>
                <a:gd name="connsiteY7" fmla="*/ 1169780 h 1262109"/>
                <a:gd name="connsiteX8" fmla="*/ 969010 w 1681861"/>
                <a:gd name="connsiteY8" fmla="*/ 1147936 h 1262109"/>
                <a:gd name="connsiteX9" fmla="*/ 968375 w 1681861"/>
                <a:gd name="connsiteY9" fmla="*/ 1244710 h 1262109"/>
                <a:gd name="connsiteX10" fmla="*/ 957580 w 1681861"/>
                <a:gd name="connsiteY10" fmla="*/ 1257410 h 1262109"/>
                <a:gd name="connsiteX11" fmla="*/ 942721 w 1681861"/>
                <a:gd name="connsiteY11" fmla="*/ 1254616 h 1262109"/>
                <a:gd name="connsiteX12" fmla="*/ 940562 w 1681861"/>
                <a:gd name="connsiteY12" fmla="*/ 1151111 h 1262109"/>
                <a:gd name="connsiteX13" fmla="*/ 914908 w 1681861"/>
                <a:gd name="connsiteY13" fmla="*/ 951340 h 1262109"/>
                <a:gd name="connsiteX14" fmla="*/ 854202 w 1681861"/>
                <a:gd name="connsiteY14" fmla="*/ 838310 h 1262109"/>
                <a:gd name="connsiteX15" fmla="*/ 678561 w 1681861"/>
                <a:gd name="connsiteY15" fmla="*/ 832214 h 1262109"/>
                <a:gd name="connsiteX16" fmla="*/ 448437 w 1681861"/>
                <a:gd name="connsiteY16" fmla="*/ 814180 h 1262109"/>
                <a:gd name="connsiteX17" fmla="*/ 402209 w 1681861"/>
                <a:gd name="connsiteY17" fmla="*/ 837040 h 1262109"/>
                <a:gd name="connsiteX18" fmla="*/ 338963 w 1681861"/>
                <a:gd name="connsiteY18" fmla="*/ 857106 h 1262109"/>
                <a:gd name="connsiteX19" fmla="*/ 376047 w 1681861"/>
                <a:gd name="connsiteY19" fmla="*/ 952483 h 1262109"/>
                <a:gd name="connsiteX20" fmla="*/ 342900 w 1681861"/>
                <a:gd name="connsiteY20" fmla="*/ 1084182 h 1262109"/>
                <a:gd name="connsiteX21" fmla="*/ 265811 w 1681861"/>
                <a:gd name="connsiteY21" fmla="*/ 1252838 h 1262109"/>
                <a:gd name="connsiteX22" fmla="*/ 240157 w 1681861"/>
                <a:gd name="connsiteY22" fmla="*/ 1256140 h 1262109"/>
                <a:gd name="connsiteX23" fmla="*/ 349377 w 1681861"/>
                <a:gd name="connsiteY23" fmla="*/ 970263 h 1262109"/>
                <a:gd name="connsiteX24" fmla="*/ 311531 w 1681861"/>
                <a:gd name="connsiteY24" fmla="*/ 868536 h 1262109"/>
                <a:gd name="connsiteX25" fmla="*/ 20955 w 1681861"/>
                <a:gd name="connsiteY25" fmla="*/ 1251568 h 1262109"/>
                <a:gd name="connsiteX26" fmla="*/ 0 w 1681861"/>
                <a:gd name="connsiteY26" fmla="*/ 1262109 h 1262109"/>
                <a:gd name="connsiteX27" fmla="*/ 133223 w 1681861"/>
                <a:gd name="connsiteY27" fmla="*/ 995790 h 1262109"/>
                <a:gd name="connsiteX28" fmla="*/ 412369 w 1681861"/>
                <a:gd name="connsiteY28" fmla="*/ 806814 h 1262109"/>
                <a:gd name="connsiteX29" fmla="*/ 198247 w 1681861"/>
                <a:gd name="connsiteY29" fmla="*/ 670924 h 1262109"/>
                <a:gd name="connsiteX30" fmla="*/ 101981 w 1681861"/>
                <a:gd name="connsiteY30" fmla="*/ 581008 h 1262109"/>
                <a:gd name="connsiteX31" fmla="*/ 175895 w 1681861"/>
                <a:gd name="connsiteY31" fmla="*/ 285606 h 1262109"/>
                <a:gd name="connsiteX32" fmla="*/ 379792 w 1681861"/>
                <a:gd name="connsiteY32" fmla="*/ 50048 h 1262109"/>
                <a:gd name="connsiteX33" fmla="*/ 672816 w 1681861"/>
                <a:gd name="connsiteY33" fmla="*/ 5278 h 1262109"/>
                <a:gd name="connsiteX34" fmla="*/ 972991 w 1681861"/>
                <a:gd name="connsiteY34" fmla="*/ 167838 h 1262109"/>
                <a:gd name="connsiteX35" fmla="*/ 1049655 w 1681861"/>
                <a:gd name="connsiteY35" fmla="*/ 304021 h 1262109"/>
                <a:gd name="connsiteX36" fmla="*/ 1114679 w 1681861"/>
                <a:gd name="connsiteY36" fmla="*/ 399271 h 1262109"/>
                <a:gd name="connsiteX37" fmla="*/ 1042924 w 1681861"/>
                <a:gd name="connsiteY37" fmla="*/ 629268 h 1262109"/>
                <a:gd name="connsiteX38" fmla="*/ 1025906 w 1681861"/>
                <a:gd name="connsiteY38" fmla="*/ 639174 h 1262109"/>
                <a:gd name="connsiteX39" fmla="*/ 832358 w 1681861"/>
                <a:gd name="connsiteY39" fmla="*/ 801734 h 1262109"/>
                <a:gd name="connsiteX40" fmla="*/ 1063879 w 1681861"/>
                <a:gd name="connsiteY40" fmla="*/ 931909 h 1262109"/>
                <a:gd name="connsiteX41" fmla="*/ 1164717 w 1681861"/>
                <a:gd name="connsiteY41" fmla="*/ 818879 h 1262109"/>
                <a:gd name="connsiteX42" fmla="*/ 1175385 w 1681861"/>
                <a:gd name="connsiteY42" fmla="*/ 730106 h 1262109"/>
                <a:gd name="connsiteX43" fmla="*/ 1226693 w 1681861"/>
                <a:gd name="connsiteY43" fmla="*/ 676766 h 1262109"/>
                <a:gd name="connsiteX44" fmla="*/ 1282700 w 1681861"/>
                <a:gd name="connsiteY44" fmla="*/ 694165 h 1262109"/>
                <a:gd name="connsiteX45" fmla="*/ 1388745 w 1681861"/>
                <a:gd name="connsiteY45" fmla="*/ 635237 h 1262109"/>
                <a:gd name="connsiteX46" fmla="*/ 1489583 w 1681861"/>
                <a:gd name="connsiteY46" fmla="*/ 679433 h 1262109"/>
                <a:gd name="connsiteX47" fmla="*/ 1522730 w 1681861"/>
                <a:gd name="connsiteY47" fmla="*/ 120506 h 1262109"/>
                <a:gd name="connsiteX48" fmla="*/ 1567561 w 1681861"/>
                <a:gd name="connsiteY48" fmla="*/ 66023 h 1262109"/>
                <a:gd name="connsiteX49" fmla="*/ 378191 w 1681861"/>
                <a:gd name="connsiteY49" fmla="*/ 86782 h 1262109"/>
                <a:gd name="connsiteX50" fmla="*/ 198247 w 1681861"/>
                <a:gd name="connsiteY50" fmla="*/ 293353 h 1262109"/>
                <a:gd name="connsiteX51" fmla="*/ 221869 w 1681861"/>
                <a:gd name="connsiteY51" fmla="*/ 303767 h 1262109"/>
                <a:gd name="connsiteX52" fmla="*/ 262001 w 1681861"/>
                <a:gd name="connsiteY52" fmla="*/ 386952 h 1262109"/>
                <a:gd name="connsiteX53" fmla="*/ 231648 w 1681861"/>
                <a:gd name="connsiteY53" fmla="*/ 613266 h 1262109"/>
                <a:gd name="connsiteX54" fmla="*/ 196850 w 1681861"/>
                <a:gd name="connsiteY54" fmla="*/ 634094 h 1262109"/>
                <a:gd name="connsiteX55" fmla="*/ 310642 w 1681861"/>
                <a:gd name="connsiteY55" fmla="*/ 734805 h 1262109"/>
                <a:gd name="connsiteX56" fmla="*/ 735076 w 1681861"/>
                <a:gd name="connsiteY56" fmla="*/ 802115 h 1262109"/>
                <a:gd name="connsiteX57" fmla="*/ 985774 w 1681861"/>
                <a:gd name="connsiteY57" fmla="*/ 645143 h 1262109"/>
                <a:gd name="connsiteX58" fmla="*/ 991489 w 1681861"/>
                <a:gd name="connsiteY58" fmla="*/ 642857 h 1262109"/>
                <a:gd name="connsiteX59" fmla="*/ 941956 w 1681861"/>
                <a:gd name="connsiteY59" fmla="*/ 178366 h 1262109"/>
                <a:gd name="connsiteX60" fmla="*/ 655811 w 1681861"/>
                <a:gd name="connsiteY60" fmla="*/ 27037 h 1262109"/>
                <a:gd name="connsiteX61" fmla="*/ 372956 w 1681861"/>
                <a:gd name="connsiteY61" fmla="*/ 85525 h 1262109"/>
                <a:gd name="connsiteX62" fmla="*/ 161417 w 1681861"/>
                <a:gd name="connsiteY62" fmla="*/ 322309 h 1262109"/>
                <a:gd name="connsiteX63" fmla="*/ 114554 w 1681861"/>
                <a:gd name="connsiteY63" fmla="*/ 539479 h 1262109"/>
                <a:gd name="connsiteX64" fmla="*/ 182499 w 1681861"/>
                <a:gd name="connsiteY64" fmla="*/ 610980 h 1262109"/>
                <a:gd name="connsiteX65" fmla="*/ 224917 w 1681861"/>
                <a:gd name="connsiteY65" fmla="*/ 575420 h 1262109"/>
                <a:gd name="connsiteX66" fmla="*/ 224536 w 1681861"/>
                <a:gd name="connsiteY66" fmla="*/ 352408 h 1262109"/>
                <a:gd name="connsiteX67" fmla="*/ 161417 w 1681861"/>
                <a:gd name="connsiteY67" fmla="*/ 322309 h 1262109"/>
                <a:gd name="connsiteX68" fmla="*/ 1039622 w 1681861"/>
                <a:gd name="connsiteY68" fmla="*/ 318626 h 1262109"/>
                <a:gd name="connsiteX69" fmla="*/ 1037717 w 1681861"/>
                <a:gd name="connsiteY69" fmla="*/ 612250 h 1262109"/>
                <a:gd name="connsiteX70" fmla="*/ 1039622 w 1681861"/>
                <a:gd name="connsiteY70" fmla="*/ 318626 h 1262109"/>
                <a:gd name="connsiteX71" fmla="*/ 1648333 w 1681861"/>
                <a:gd name="connsiteY71" fmla="*/ 705468 h 1262109"/>
                <a:gd name="connsiteX72" fmla="*/ 1654810 w 1681861"/>
                <a:gd name="connsiteY72" fmla="*/ 553449 h 1262109"/>
                <a:gd name="connsiteX73" fmla="*/ 1655191 w 1681861"/>
                <a:gd name="connsiteY73" fmla="*/ 414765 h 1262109"/>
                <a:gd name="connsiteX74" fmla="*/ 1654683 w 1681861"/>
                <a:gd name="connsiteY74" fmla="*/ 326754 h 1262109"/>
                <a:gd name="connsiteX75" fmla="*/ 1371092 w 1681861"/>
                <a:gd name="connsiteY75" fmla="*/ 667114 h 1262109"/>
                <a:gd name="connsiteX76" fmla="*/ 1249807 w 1681861"/>
                <a:gd name="connsiteY76" fmla="*/ 778874 h 1262109"/>
                <a:gd name="connsiteX77" fmla="*/ 1261618 w 1681861"/>
                <a:gd name="connsiteY77" fmla="*/ 708516 h 1262109"/>
                <a:gd name="connsiteX78" fmla="*/ 1208151 w 1681861"/>
                <a:gd name="connsiteY78" fmla="*/ 720962 h 1262109"/>
                <a:gd name="connsiteX79" fmla="*/ 1338961 w 1681861"/>
                <a:gd name="connsiteY79" fmla="*/ 933433 h 1262109"/>
                <a:gd name="connsiteX80" fmla="*/ 1462913 w 1681861"/>
                <a:gd name="connsiteY80" fmla="*/ 687180 h 1262109"/>
                <a:gd name="connsiteX81" fmla="*/ 1387475 w 1681861"/>
                <a:gd name="connsiteY81" fmla="*/ 780144 h 1262109"/>
                <a:gd name="connsiteX82" fmla="*/ 1427988 w 1681861"/>
                <a:gd name="connsiteY82" fmla="*/ 674099 h 1262109"/>
                <a:gd name="connsiteX83" fmla="*/ 1371092 w 1681861"/>
                <a:gd name="connsiteY83" fmla="*/ 667114 h 1262109"/>
                <a:gd name="connsiteX84" fmla="*/ 1081532 w 1681861"/>
                <a:gd name="connsiteY84" fmla="*/ 949181 h 1262109"/>
                <a:gd name="connsiteX85" fmla="*/ 1025652 w 1681861"/>
                <a:gd name="connsiteY85" fmla="*/ 969882 h 1262109"/>
                <a:gd name="connsiteX86" fmla="*/ 1042035 w 1681861"/>
                <a:gd name="connsiteY86" fmla="*/ 945244 h 1262109"/>
                <a:gd name="connsiteX87" fmla="*/ 913638 w 1681861"/>
                <a:gd name="connsiteY87" fmla="*/ 867012 h 1262109"/>
                <a:gd name="connsiteX88" fmla="*/ 964057 w 1681861"/>
                <a:gd name="connsiteY88" fmla="*/ 1115932 h 1262109"/>
                <a:gd name="connsiteX89" fmla="*/ 1097915 w 1681861"/>
                <a:gd name="connsiteY89" fmla="*/ 1143491 h 1262109"/>
                <a:gd name="connsiteX90" fmla="*/ 1340866 w 1681861"/>
                <a:gd name="connsiteY90" fmla="*/ 962770 h 1262109"/>
                <a:gd name="connsiteX91" fmla="*/ 1181608 w 1681861"/>
                <a:gd name="connsiteY91" fmla="*/ 848216 h 1262109"/>
                <a:gd name="connsiteX92" fmla="*/ 1081532 w 1681861"/>
                <a:gd name="connsiteY92" fmla="*/ 949181 h 1262109"/>
                <a:gd name="connsiteX0" fmla="*/ 1622933 w 1681861"/>
                <a:gd name="connsiteY0" fmla="*/ 158352 h 1262109"/>
                <a:gd name="connsiteX1" fmla="*/ 1559179 w 1681861"/>
                <a:gd name="connsiteY1" fmla="*/ 185657 h 1262109"/>
                <a:gd name="connsiteX2" fmla="*/ 1681861 w 1681861"/>
                <a:gd name="connsiteY2" fmla="*/ 330310 h 1262109"/>
                <a:gd name="connsiteX3" fmla="*/ 1681353 w 1681861"/>
                <a:gd name="connsiteY3" fmla="*/ 674353 h 1262109"/>
                <a:gd name="connsiteX4" fmla="*/ 1657731 w 1681861"/>
                <a:gd name="connsiteY4" fmla="*/ 744584 h 1262109"/>
                <a:gd name="connsiteX5" fmla="*/ 1517142 w 1681861"/>
                <a:gd name="connsiteY5" fmla="*/ 751569 h 1262109"/>
                <a:gd name="connsiteX6" fmla="*/ 1383030 w 1681861"/>
                <a:gd name="connsiteY6" fmla="*/ 957436 h 1262109"/>
                <a:gd name="connsiteX7" fmla="*/ 1096137 w 1681861"/>
                <a:gd name="connsiteY7" fmla="*/ 1169780 h 1262109"/>
                <a:gd name="connsiteX8" fmla="*/ 969010 w 1681861"/>
                <a:gd name="connsiteY8" fmla="*/ 1147936 h 1262109"/>
                <a:gd name="connsiteX9" fmla="*/ 968375 w 1681861"/>
                <a:gd name="connsiteY9" fmla="*/ 1244710 h 1262109"/>
                <a:gd name="connsiteX10" fmla="*/ 957580 w 1681861"/>
                <a:gd name="connsiteY10" fmla="*/ 1257410 h 1262109"/>
                <a:gd name="connsiteX11" fmla="*/ 942721 w 1681861"/>
                <a:gd name="connsiteY11" fmla="*/ 1254616 h 1262109"/>
                <a:gd name="connsiteX12" fmla="*/ 940562 w 1681861"/>
                <a:gd name="connsiteY12" fmla="*/ 1151111 h 1262109"/>
                <a:gd name="connsiteX13" fmla="*/ 914908 w 1681861"/>
                <a:gd name="connsiteY13" fmla="*/ 951340 h 1262109"/>
                <a:gd name="connsiteX14" fmla="*/ 854202 w 1681861"/>
                <a:gd name="connsiteY14" fmla="*/ 838310 h 1262109"/>
                <a:gd name="connsiteX15" fmla="*/ 678561 w 1681861"/>
                <a:gd name="connsiteY15" fmla="*/ 832214 h 1262109"/>
                <a:gd name="connsiteX16" fmla="*/ 448437 w 1681861"/>
                <a:gd name="connsiteY16" fmla="*/ 814180 h 1262109"/>
                <a:gd name="connsiteX17" fmla="*/ 402209 w 1681861"/>
                <a:gd name="connsiteY17" fmla="*/ 837040 h 1262109"/>
                <a:gd name="connsiteX18" fmla="*/ 338963 w 1681861"/>
                <a:gd name="connsiteY18" fmla="*/ 857106 h 1262109"/>
                <a:gd name="connsiteX19" fmla="*/ 376047 w 1681861"/>
                <a:gd name="connsiteY19" fmla="*/ 952483 h 1262109"/>
                <a:gd name="connsiteX20" fmla="*/ 342900 w 1681861"/>
                <a:gd name="connsiteY20" fmla="*/ 1084182 h 1262109"/>
                <a:gd name="connsiteX21" fmla="*/ 265811 w 1681861"/>
                <a:gd name="connsiteY21" fmla="*/ 1252838 h 1262109"/>
                <a:gd name="connsiteX22" fmla="*/ 240157 w 1681861"/>
                <a:gd name="connsiteY22" fmla="*/ 1256140 h 1262109"/>
                <a:gd name="connsiteX23" fmla="*/ 349377 w 1681861"/>
                <a:gd name="connsiteY23" fmla="*/ 970263 h 1262109"/>
                <a:gd name="connsiteX24" fmla="*/ 311531 w 1681861"/>
                <a:gd name="connsiteY24" fmla="*/ 868536 h 1262109"/>
                <a:gd name="connsiteX25" fmla="*/ 20955 w 1681861"/>
                <a:gd name="connsiteY25" fmla="*/ 1251568 h 1262109"/>
                <a:gd name="connsiteX26" fmla="*/ 0 w 1681861"/>
                <a:gd name="connsiteY26" fmla="*/ 1262109 h 1262109"/>
                <a:gd name="connsiteX27" fmla="*/ 133223 w 1681861"/>
                <a:gd name="connsiteY27" fmla="*/ 995790 h 1262109"/>
                <a:gd name="connsiteX28" fmla="*/ 412369 w 1681861"/>
                <a:gd name="connsiteY28" fmla="*/ 806814 h 1262109"/>
                <a:gd name="connsiteX29" fmla="*/ 198247 w 1681861"/>
                <a:gd name="connsiteY29" fmla="*/ 670924 h 1262109"/>
                <a:gd name="connsiteX30" fmla="*/ 101981 w 1681861"/>
                <a:gd name="connsiteY30" fmla="*/ 581008 h 1262109"/>
                <a:gd name="connsiteX31" fmla="*/ 175895 w 1681861"/>
                <a:gd name="connsiteY31" fmla="*/ 285606 h 1262109"/>
                <a:gd name="connsiteX32" fmla="*/ 379792 w 1681861"/>
                <a:gd name="connsiteY32" fmla="*/ 50048 h 1262109"/>
                <a:gd name="connsiteX33" fmla="*/ 672816 w 1681861"/>
                <a:gd name="connsiteY33" fmla="*/ 5278 h 1262109"/>
                <a:gd name="connsiteX34" fmla="*/ 972991 w 1681861"/>
                <a:gd name="connsiteY34" fmla="*/ 167838 h 1262109"/>
                <a:gd name="connsiteX35" fmla="*/ 1049655 w 1681861"/>
                <a:gd name="connsiteY35" fmla="*/ 304021 h 1262109"/>
                <a:gd name="connsiteX36" fmla="*/ 1114679 w 1681861"/>
                <a:gd name="connsiteY36" fmla="*/ 399271 h 1262109"/>
                <a:gd name="connsiteX37" fmla="*/ 1042924 w 1681861"/>
                <a:gd name="connsiteY37" fmla="*/ 629268 h 1262109"/>
                <a:gd name="connsiteX38" fmla="*/ 1025906 w 1681861"/>
                <a:gd name="connsiteY38" fmla="*/ 639174 h 1262109"/>
                <a:gd name="connsiteX39" fmla="*/ 832358 w 1681861"/>
                <a:gd name="connsiteY39" fmla="*/ 801734 h 1262109"/>
                <a:gd name="connsiteX40" fmla="*/ 1063879 w 1681861"/>
                <a:gd name="connsiteY40" fmla="*/ 931909 h 1262109"/>
                <a:gd name="connsiteX41" fmla="*/ 1164717 w 1681861"/>
                <a:gd name="connsiteY41" fmla="*/ 818879 h 1262109"/>
                <a:gd name="connsiteX42" fmla="*/ 1175385 w 1681861"/>
                <a:gd name="connsiteY42" fmla="*/ 730106 h 1262109"/>
                <a:gd name="connsiteX43" fmla="*/ 1226693 w 1681861"/>
                <a:gd name="connsiteY43" fmla="*/ 676766 h 1262109"/>
                <a:gd name="connsiteX44" fmla="*/ 1282700 w 1681861"/>
                <a:gd name="connsiteY44" fmla="*/ 694165 h 1262109"/>
                <a:gd name="connsiteX45" fmla="*/ 1388745 w 1681861"/>
                <a:gd name="connsiteY45" fmla="*/ 635237 h 1262109"/>
                <a:gd name="connsiteX46" fmla="*/ 1489583 w 1681861"/>
                <a:gd name="connsiteY46" fmla="*/ 679433 h 1262109"/>
                <a:gd name="connsiteX47" fmla="*/ 378191 w 1681861"/>
                <a:gd name="connsiteY47" fmla="*/ 86782 h 1262109"/>
                <a:gd name="connsiteX48" fmla="*/ 198247 w 1681861"/>
                <a:gd name="connsiteY48" fmla="*/ 293353 h 1262109"/>
                <a:gd name="connsiteX49" fmla="*/ 221869 w 1681861"/>
                <a:gd name="connsiteY49" fmla="*/ 303767 h 1262109"/>
                <a:gd name="connsiteX50" fmla="*/ 262001 w 1681861"/>
                <a:gd name="connsiteY50" fmla="*/ 386952 h 1262109"/>
                <a:gd name="connsiteX51" fmla="*/ 231648 w 1681861"/>
                <a:gd name="connsiteY51" fmla="*/ 613266 h 1262109"/>
                <a:gd name="connsiteX52" fmla="*/ 196850 w 1681861"/>
                <a:gd name="connsiteY52" fmla="*/ 634094 h 1262109"/>
                <a:gd name="connsiteX53" fmla="*/ 310642 w 1681861"/>
                <a:gd name="connsiteY53" fmla="*/ 734805 h 1262109"/>
                <a:gd name="connsiteX54" fmla="*/ 735076 w 1681861"/>
                <a:gd name="connsiteY54" fmla="*/ 802115 h 1262109"/>
                <a:gd name="connsiteX55" fmla="*/ 985774 w 1681861"/>
                <a:gd name="connsiteY55" fmla="*/ 645143 h 1262109"/>
                <a:gd name="connsiteX56" fmla="*/ 991489 w 1681861"/>
                <a:gd name="connsiteY56" fmla="*/ 642857 h 1262109"/>
                <a:gd name="connsiteX57" fmla="*/ 941956 w 1681861"/>
                <a:gd name="connsiteY57" fmla="*/ 178366 h 1262109"/>
                <a:gd name="connsiteX58" fmla="*/ 655811 w 1681861"/>
                <a:gd name="connsiteY58" fmla="*/ 27037 h 1262109"/>
                <a:gd name="connsiteX59" fmla="*/ 372956 w 1681861"/>
                <a:gd name="connsiteY59" fmla="*/ 85525 h 1262109"/>
                <a:gd name="connsiteX60" fmla="*/ 161417 w 1681861"/>
                <a:gd name="connsiteY60" fmla="*/ 322309 h 1262109"/>
                <a:gd name="connsiteX61" fmla="*/ 114554 w 1681861"/>
                <a:gd name="connsiteY61" fmla="*/ 539479 h 1262109"/>
                <a:gd name="connsiteX62" fmla="*/ 182499 w 1681861"/>
                <a:gd name="connsiteY62" fmla="*/ 610980 h 1262109"/>
                <a:gd name="connsiteX63" fmla="*/ 224917 w 1681861"/>
                <a:gd name="connsiteY63" fmla="*/ 575420 h 1262109"/>
                <a:gd name="connsiteX64" fmla="*/ 224536 w 1681861"/>
                <a:gd name="connsiteY64" fmla="*/ 352408 h 1262109"/>
                <a:gd name="connsiteX65" fmla="*/ 161417 w 1681861"/>
                <a:gd name="connsiteY65" fmla="*/ 322309 h 1262109"/>
                <a:gd name="connsiteX66" fmla="*/ 1039622 w 1681861"/>
                <a:gd name="connsiteY66" fmla="*/ 318626 h 1262109"/>
                <a:gd name="connsiteX67" fmla="*/ 1037717 w 1681861"/>
                <a:gd name="connsiteY67" fmla="*/ 612250 h 1262109"/>
                <a:gd name="connsiteX68" fmla="*/ 1039622 w 1681861"/>
                <a:gd name="connsiteY68" fmla="*/ 318626 h 1262109"/>
                <a:gd name="connsiteX69" fmla="*/ 1648333 w 1681861"/>
                <a:gd name="connsiteY69" fmla="*/ 705468 h 1262109"/>
                <a:gd name="connsiteX70" fmla="*/ 1654810 w 1681861"/>
                <a:gd name="connsiteY70" fmla="*/ 553449 h 1262109"/>
                <a:gd name="connsiteX71" fmla="*/ 1655191 w 1681861"/>
                <a:gd name="connsiteY71" fmla="*/ 414765 h 1262109"/>
                <a:gd name="connsiteX72" fmla="*/ 1654683 w 1681861"/>
                <a:gd name="connsiteY72" fmla="*/ 326754 h 1262109"/>
                <a:gd name="connsiteX73" fmla="*/ 1371092 w 1681861"/>
                <a:gd name="connsiteY73" fmla="*/ 667114 h 1262109"/>
                <a:gd name="connsiteX74" fmla="*/ 1249807 w 1681861"/>
                <a:gd name="connsiteY74" fmla="*/ 778874 h 1262109"/>
                <a:gd name="connsiteX75" fmla="*/ 1261618 w 1681861"/>
                <a:gd name="connsiteY75" fmla="*/ 708516 h 1262109"/>
                <a:gd name="connsiteX76" fmla="*/ 1208151 w 1681861"/>
                <a:gd name="connsiteY76" fmla="*/ 720962 h 1262109"/>
                <a:gd name="connsiteX77" fmla="*/ 1338961 w 1681861"/>
                <a:gd name="connsiteY77" fmla="*/ 933433 h 1262109"/>
                <a:gd name="connsiteX78" fmla="*/ 1462913 w 1681861"/>
                <a:gd name="connsiteY78" fmla="*/ 687180 h 1262109"/>
                <a:gd name="connsiteX79" fmla="*/ 1387475 w 1681861"/>
                <a:gd name="connsiteY79" fmla="*/ 780144 h 1262109"/>
                <a:gd name="connsiteX80" fmla="*/ 1427988 w 1681861"/>
                <a:gd name="connsiteY80" fmla="*/ 674099 h 1262109"/>
                <a:gd name="connsiteX81" fmla="*/ 1371092 w 1681861"/>
                <a:gd name="connsiteY81" fmla="*/ 667114 h 1262109"/>
                <a:gd name="connsiteX82" fmla="*/ 1081532 w 1681861"/>
                <a:gd name="connsiteY82" fmla="*/ 949181 h 1262109"/>
                <a:gd name="connsiteX83" fmla="*/ 1025652 w 1681861"/>
                <a:gd name="connsiteY83" fmla="*/ 969882 h 1262109"/>
                <a:gd name="connsiteX84" fmla="*/ 1042035 w 1681861"/>
                <a:gd name="connsiteY84" fmla="*/ 945244 h 1262109"/>
                <a:gd name="connsiteX85" fmla="*/ 913638 w 1681861"/>
                <a:gd name="connsiteY85" fmla="*/ 867012 h 1262109"/>
                <a:gd name="connsiteX86" fmla="*/ 964057 w 1681861"/>
                <a:gd name="connsiteY86" fmla="*/ 1115932 h 1262109"/>
                <a:gd name="connsiteX87" fmla="*/ 1097915 w 1681861"/>
                <a:gd name="connsiteY87" fmla="*/ 1143491 h 1262109"/>
                <a:gd name="connsiteX88" fmla="*/ 1340866 w 1681861"/>
                <a:gd name="connsiteY88" fmla="*/ 962770 h 1262109"/>
                <a:gd name="connsiteX89" fmla="*/ 1181608 w 1681861"/>
                <a:gd name="connsiteY89" fmla="*/ 848216 h 1262109"/>
                <a:gd name="connsiteX90" fmla="*/ 1081532 w 1681861"/>
                <a:gd name="connsiteY90" fmla="*/ 949181 h 1262109"/>
                <a:gd name="connsiteX0" fmla="*/ 1622933 w 1681861"/>
                <a:gd name="connsiteY0" fmla="*/ 158352 h 1262109"/>
                <a:gd name="connsiteX1" fmla="*/ 1681861 w 1681861"/>
                <a:gd name="connsiteY1" fmla="*/ 330310 h 1262109"/>
                <a:gd name="connsiteX2" fmla="*/ 1681353 w 1681861"/>
                <a:gd name="connsiteY2" fmla="*/ 674353 h 1262109"/>
                <a:gd name="connsiteX3" fmla="*/ 1657731 w 1681861"/>
                <a:gd name="connsiteY3" fmla="*/ 744584 h 1262109"/>
                <a:gd name="connsiteX4" fmla="*/ 1517142 w 1681861"/>
                <a:gd name="connsiteY4" fmla="*/ 751569 h 1262109"/>
                <a:gd name="connsiteX5" fmla="*/ 1383030 w 1681861"/>
                <a:gd name="connsiteY5" fmla="*/ 957436 h 1262109"/>
                <a:gd name="connsiteX6" fmla="*/ 1096137 w 1681861"/>
                <a:gd name="connsiteY6" fmla="*/ 1169780 h 1262109"/>
                <a:gd name="connsiteX7" fmla="*/ 969010 w 1681861"/>
                <a:gd name="connsiteY7" fmla="*/ 1147936 h 1262109"/>
                <a:gd name="connsiteX8" fmla="*/ 968375 w 1681861"/>
                <a:gd name="connsiteY8" fmla="*/ 1244710 h 1262109"/>
                <a:gd name="connsiteX9" fmla="*/ 957580 w 1681861"/>
                <a:gd name="connsiteY9" fmla="*/ 1257410 h 1262109"/>
                <a:gd name="connsiteX10" fmla="*/ 942721 w 1681861"/>
                <a:gd name="connsiteY10" fmla="*/ 1254616 h 1262109"/>
                <a:gd name="connsiteX11" fmla="*/ 940562 w 1681861"/>
                <a:gd name="connsiteY11" fmla="*/ 1151111 h 1262109"/>
                <a:gd name="connsiteX12" fmla="*/ 914908 w 1681861"/>
                <a:gd name="connsiteY12" fmla="*/ 951340 h 1262109"/>
                <a:gd name="connsiteX13" fmla="*/ 854202 w 1681861"/>
                <a:gd name="connsiteY13" fmla="*/ 838310 h 1262109"/>
                <a:gd name="connsiteX14" fmla="*/ 678561 w 1681861"/>
                <a:gd name="connsiteY14" fmla="*/ 832214 h 1262109"/>
                <a:gd name="connsiteX15" fmla="*/ 448437 w 1681861"/>
                <a:gd name="connsiteY15" fmla="*/ 814180 h 1262109"/>
                <a:gd name="connsiteX16" fmla="*/ 402209 w 1681861"/>
                <a:gd name="connsiteY16" fmla="*/ 837040 h 1262109"/>
                <a:gd name="connsiteX17" fmla="*/ 338963 w 1681861"/>
                <a:gd name="connsiteY17" fmla="*/ 857106 h 1262109"/>
                <a:gd name="connsiteX18" fmla="*/ 376047 w 1681861"/>
                <a:gd name="connsiteY18" fmla="*/ 952483 h 1262109"/>
                <a:gd name="connsiteX19" fmla="*/ 342900 w 1681861"/>
                <a:gd name="connsiteY19" fmla="*/ 1084182 h 1262109"/>
                <a:gd name="connsiteX20" fmla="*/ 265811 w 1681861"/>
                <a:gd name="connsiteY20" fmla="*/ 1252838 h 1262109"/>
                <a:gd name="connsiteX21" fmla="*/ 240157 w 1681861"/>
                <a:gd name="connsiteY21" fmla="*/ 1256140 h 1262109"/>
                <a:gd name="connsiteX22" fmla="*/ 349377 w 1681861"/>
                <a:gd name="connsiteY22" fmla="*/ 970263 h 1262109"/>
                <a:gd name="connsiteX23" fmla="*/ 311531 w 1681861"/>
                <a:gd name="connsiteY23" fmla="*/ 868536 h 1262109"/>
                <a:gd name="connsiteX24" fmla="*/ 20955 w 1681861"/>
                <a:gd name="connsiteY24" fmla="*/ 1251568 h 1262109"/>
                <a:gd name="connsiteX25" fmla="*/ 0 w 1681861"/>
                <a:gd name="connsiteY25" fmla="*/ 1262109 h 1262109"/>
                <a:gd name="connsiteX26" fmla="*/ 133223 w 1681861"/>
                <a:gd name="connsiteY26" fmla="*/ 995790 h 1262109"/>
                <a:gd name="connsiteX27" fmla="*/ 412369 w 1681861"/>
                <a:gd name="connsiteY27" fmla="*/ 806814 h 1262109"/>
                <a:gd name="connsiteX28" fmla="*/ 198247 w 1681861"/>
                <a:gd name="connsiteY28" fmla="*/ 670924 h 1262109"/>
                <a:gd name="connsiteX29" fmla="*/ 101981 w 1681861"/>
                <a:gd name="connsiteY29" fmla="*/ 581008 h 1262109"/>
                <a:gd name="connsiteX30" fmla="*/ 175895 w 1681861"/>
                <a:gd name="connsiteY30" fmla="*/ 285606 h 1262109"/>
                <a:gd name="connsiteX31" fmla="*/ 379792 w 1681861"/>
                <a:gd name="connsiteY31" fmla="*/ 50048 h 1262109"/>
                <a:gd name="connsiteX32" fmla="*/ 672816 w 1681861"/>
                <a:gd name="connsiteY32" fmla="*/ 5278 h 1262109"/>
                <a:gd name="connsiteX33" fmla="*/ 972991 w 1681861"/>
                <a:gd name="connsiteY33" fmla="*/ 167838 h 1262109"/>
                <a:gd name="connsiteX34" fmla="*/ 1049655 w 1681861"/>
                <a:gd name="connsiteY34" fmla="*/ 304021 h 1262109"/>
                <a:gd name="connsiteX35" fmla="*/ 1114679 w 1681861"/>
                <a:gd name="connsiteY35" fmla="*/ 399271 h 1262109"/>
                <a:gd name="connsiteX36" fmla="*/ 1042924 w 1681861"/>
                <a:gd name="connsiteY36" fmla="*/ 629268 h 1262109"/>
                <a:gd name="connsiteX37" fmla="*/ 1025906 w 1681861"/>
                <a:gd name="connsiteY37" fmla="*/ 639174 h 1262109"/>
                <a:gd name="connsiteX38" fmla="*/ 832358 w 1681861"/>
                <a:gd name="connsiteY38" fmla="*/ 801734 h 1262109"/>
                <a:gd name="connsiteX39" fmla="*/ 1063879 w 1681861"/>
                <a:gd name="connsiteY39" fmla="*/ 931909 h 1262109"/>
                <a:gd name="connsiteX40" fmla="*/ 1164717 w 1681861"/>
                <a:gd name="connsiteY40" fmla="*/ 818879 h 1262109"/>
                <a:gd name="connsiteX41" fmla="*/ 1175385 w 1681861"/>
                <a:gd name="connsiteY41" fmla="*/ 730106 h 1262109"/>
                <a:gd name="connsiteX42" fmla="*/ 1226693 w 1681861"/>
                <a:gd name="connsiteY42" fmla="*/ 676766 h 1262109"/>
                <a:gd name="connsiteX43" fmla="*/ 1282700 w 1681861"/>
                <a:gd name="connsiteY43" fmla="*/ 694165 h 1262109"/>
                <a:gd name="connsiteX44" fmla="*/ 1388745 w 1681861"/>
                <a:gd name="connsiteY44" fmla="*/ 635237 h 1262109"/>
                <a:gd name="connsiteX45" fmla="*/ 1489583 w 1681861"/>
                <a:gd name="connsiteY45" fmla="*/ 679433 h 1262109"/>
                <a:gd name="connsiteX46" fmla="*/ 378191 w 1681861"/>
                <a:gd name="connsiteY46" fmla="*/ 86782 h 1262109"/>
                <a:gd name="connsiteX47" fmla="*/ 198247 w 1681861"/>
                <a:gd name="connsiteY47" fmla="*/ 293353 h 1262109"/>
                <a:gd name="connsiteX48" fmla="*/ 221869 w 1681861"/>
                <a:gd name="connsiteY48" fmla="*/ 303767 h 1262109"/>
                <a:gd name="connsiteX49" fmla="*/ 262001 w 1681861"/>
                <a:gd name="connsiteY49" fmla="*/ 386952 h 1262109"/>
                <a:gd name="connsiteX50" fmla="*/ 231648 w 1681861"/>
                <a:gd name="connsiteY50" fmla="*/ 613266 h 1262109"/>
                <a:gd name="connsiteX51" fmla="*/ 196850 w 1681861"/>
                <a:gd name="connsiteY51" fmla="*/ 634094 h 1262109"/>
                <a:gd name="connsiteX52" fmla="*/ 310642 w 1681861"/>
                <a:gd name="connsiteY52" fmla="*/ 734805 h 1262109"/>
                <a:gd name="connsiteX53" fmla="*/ 735076 w 1681861"/>
                <a:gd name="connsiteY53" fmla="*/ 802115 h 1262109"/>
                <a:gd name="connsiteX54" fmla="*/ 985774 w 1681861"/>
                <a:gd name="connsiteY54" fmla="*/ 645143 h 1262109"/>
                <a:gd name="connsiteX55" fmla="*/ 991489 w 1681861"/>
                <a:gd name="connsiteY55" fmla="*/ 642857 h 1262109"/>
                <a:gd name="connsiteX56" fmla="*/ 941956 w 1681861"/>
                <a:gd name="connsiteY56" fmla="*/ 178366 h 1262109"/>
                <a:gd name="connsiteX57" fmla="*/ 655811 w 1681861"/>
                <a:gd name="connsiteY57" fmla="*/ 27037 h 1262109"/>
                <a:gd name="connsiteX58" fmla="*/ 372956 w 1681861"/>
                <a:gd name="connsiteY58" fmla="*/ 85525 h 1262109"/>
                <a:gd name="connsiteX59" fmla="*/ 161417 w 1681861"/>
                <a:gd name="connsiteY59" fmla="*/ 322309 h 1262109"/>
                <a:gd name="connsiteX60" fmla="*/ 114554 w 1681861"/>
                <a:gd name="connsiteY60" fmla="*/ 539479 h 1262109"/>
                <a:gd name="connsiteX61" fmla="*/ 182499 w 1681861"/>
                <a:gd name="connsiteY61" fmla="*/ 610980 h 1262109"/>
                <a:gd name="connsiteX62" fmla="*/ 224917 w 1681861"/>
                <a:gd name="connsiteY62" fmla="*/ 575420 h 1262109"/>
                <a:gd name="connsiteX63" fmla="*/ 224536 w 1681861"/>
                <a:gd name="connsiteY63" fmla="*/ 352408 h 1262109"/>
                <a:gd name="connsiteX64" fmla="*/ 161417 w 1681861"/>
                <a:gd name="connsiteY64" fmla="*/ 322309 h 1262109"/>
                <a:gd name="connsiteX65" fmla="*/ 1039622 w 1681861"/>
                <a:gd name="connsiteY65" fmla="*/ 318626 h 1262109"/>
                <a:gd name="connsiteX66" fmla="*/ 1037717 w 1681861"/>
                <a:gd name="connsiteY66" fmla="*/ 612250 h 1262109"/>
                <a:gd name="connsiteX67" fmla="*/ 1039622 w 1681861"/>
                <a:gd name="connsiteY67" fmla="*/ 318626 h 1262109"/>
                <a:gd name="connsiteX68" fmla="*/ 1648333 w 1681861"/>
                <a:gd name="connsiteY68" fmla="*/ 705468 h 1262109"/>
                <a:gd name="connsiteX69" fmla="*/ 1654810 w 1681861"/>
                <a:gd name="connsiteY69" fmla="*/ 553449 h 1262109"/>
                <a:gd name="connsiteX70" fmla="*/ 1655191 w 1681861"/>
                <a:gd name="connsiteY70" fmla="*/ 414765 h 1262109"/>
                <a:gd name="connsiteX71" fmla="*/ 1654683 w 1681861"/>
                <a:gd name="connsiteY71" fmla="*/ 326754 h 1262109"/>
                <a:gd name="connsiteX72" fmla="*/ 1371092 w 1681861"/>
                <a:gd name="connsiteY72" fmla="*/ 667114 h 1262109"/>
                <a:gd name="connsiteX73" fmla="*/ 1249807 w 1681861"/>
                <a:gd name="connsiteY73" fmla="*/ 778874 h 1262109"/>
                <a:gd name="connsiteX74" fmla="*/ 1261618 w 1681861"/>
                <a:gd name="connsiteY74" fmla="*/ 708516 h 1262109"/>
                <a:gd name="connsiteX75" fmla="*/ 1208151 w 1681861"/>
                <a:gd name="connsiteY75" fmla="*/ 720962 h 1262109"/>
                <a:gd name="connsiteX76" fmla="*/ 1338961 w 1681861"/>
                <a:gd name="connsiteY76" fmla="*/ 933433 h 1262109"/>
                <a:gd name="connsiteX77" fmla="*/ 1462913 w 1681861"/>
                <a:gd name="connsiteY77" fmla="*/ 687180 h 1262109"/>
                <a:gd name="connsiteX78" fmla="*/ 1387475 w 1681861"/>
                <a:gd name="connsiteY78" fmla="*/ 780144 h 1262109"/>
                <a:gd name="connsiteX79" fmla="*/ 1427988 w 1681861"/>
                <a:gd name="connsiteY79" fmla="*/ 674099 h 1262109"/>
                <a:gd name="connsiteX80" fmla="*/ 1371092 w 1681861"/>
                <a:gd name="connsiteY80" fmla="*/ 667114 h 1262109"/>
                <a:gd name="connsiteX81" fmla="*/ 1081532 w 1681861"/>
                <a:gd name="connsiteY81" fmla="*/ 949181 h 1262109"/>
                <a:gd name="connsiteX82" fmla="*/ 1025652 w 1681861"/>
                <a:gd name="connsiteY82" fmla="*/ 969882 h 1262109"/>
                <a:gd name="connsiteX83" fmla="*/ 1042035 w 1681861"/>
                <a:gd name="connsiteY83" fmla="*/ 945244 h 1262109"/>
                <a:gd name="connsiteX84" fmla="*/ 913638 w 1681861"/>
                <a:gd name="connsiteY84" fmla="*/ 867012 h 1262109"/>
                <a:gd name="connsiteX85" fmla="*/ 964057 w 1681861"/>
                <a:gd name="connsiteY85" fmla="*/ 1115932 h 1262109"/>
                <a:gd name="connsiteX86" fmla="*/ 1097915 w 1681861"/>
                <a:gd name="connsiteY86" fmla="*/ 1143491 h 1262109"/>
                <a:gd name="connsiteX87" fmla="*/ 1340866 w 1681861"/>
                <a:gd name="connsiteY87" fmla="*/ 962770 h 1262109"/>
                <a:gd name="connsiteX88" fmla="*/ 1181608 w 1681861"/>
                <a:gd name="connsiteY88" fmla="*/ 848216 h 1262109"/>
                <a:gd name="connsiteX89" fmla="*/ 1081532 w 1681861"/>
                <a:gd name="connsiteY89" fmla="*/ 949181 h 1262109"/>
                <a:gd name="connsiteX0" fmla="*/ 1622933 w 1681861"/>
                <a:gd name="connsiteY0" fmla="*/ 158352 h 1262109"/>
                <a:gd name="connsiteX1" fmla="*/ 1681861 w 1681861"/>
                <a:gd name="connsiteY1" fmla="*/ 330310 h 1262109"/>
                <a:gd name="connsiteX2" fmla="*/ 1681353 w 1681861"/>
                <a:gd name="connsiteY2" fmla="*/ 674353 h 1262109"/>
                <a:gd name="connsiteX3" fmla="*/ 1657731 w 1681861"/>
                <a:gd name="connsiteY3" fmla="*/ 744584 h 1262109"/>
                <a:gd name="connsiteX4" fmla="*/ 1517142 w 1681861"/>
                <a:gd name="connsiteY4" fmla="*/ 751569 h 1262109"/>
                <a:gd name="connsiteX5" fmla="*/ 1383030 w 1681861"/>
                <a:gd name="connsiteY5" fmla="*/ 957436 h 1262109"/>
                <a:gd name="connsiteX6" fmla="*/ 1096137 w 1681861"/>
                <a:gd name="connsiteY6" fmla="*/ 1169780 h 1262109"/>
                <a:gd name="connsiteX7" fmla="*/ 969010 w 1681861"/>
                <a:gd name="connsiteY7" fmla="*/ 1147936 h 1262109"/>
                <a:gd name="connsiteX8" fmla="*/ 968375 w 1681861"/>
                <a:gd name="connsiteY8" fmla="*/ 1244710 h 1262109"/>
                <a:gd name="connsiteX9" fmla="*/ 957580 w 1681861"/>
                <a:gd name="connsiteY9" fmla="*/ 1257410 h 1262109"/>
                <a:gd name="connsiteX10" fmla="*/ 942721 w 1681861"/>
                <a:gd name="connsiteY10" fmla="*/ 1254616 h 1262109"/>
                <a:gd name="connsiteX11" fmla="*/ 940562 w 1681861"/>
                <a:gd name="connsiteY11" fmla="*/ 1151111 h 1262109"/>
                <a:gd name="connsiteX12" fmla="*/ 914908 w 1681861"/>
                <a:gd name="connsiteY12" fmla="*/ 951340 h 1262109"/>
                <a:gd name="connsiteX13" fmla="*/ 854202 w 1681861"/>
                <a:gd name="connsiteY13" fmla="*/ 838310 h 1262109"/>
                <a:gd name="connsiteX14" fmla="*/ 678561 w 1681861"/>
                <a:gd name="connsiteY14" fmla="*/ 832214 h 1262109"/>
                <a:gd name="connsiteX15" fmla="*/ 448437 w 1681861"/>
                <a:gd name="connsiteY15" fmla="*/ 814180 h 1262109"/>
                <a:gd name="connsiteX16" fmla="*/ 402209 w 1681861"/>
                <a:gd name="connsiteY16" fmla="*/ 837040 h 1262109"/>
                <a:gd name="connsiteX17" fmla="*/ 338963 w 1681861"/>
                <a:gd name="connsiteY17" fmla="*/ 857106 h 1262109"/>
                <a:gd name="connsiteX18" fmla="*/ 376047 w 1681861"/>
                <a:gd name="connsiteY18" fmla="*/ 952483 h 1262109"/>
                <a:gd name="connsiteX19" fmla="*/ 342900 w 1681861"/>
                <a:gd name="connsiteY19" fmla="*/ 1084182 h 1262109"/>
                <a:gd name="connsiteX20" fmla="*/ 265811 w 1681861"/>
                <a:gd name="connsiteY20" fmla="*/ 1252838 h 1262109"/>
                <a:gd name="connsiteX21" fmla="*/ 240157 w 1681861"/>
                <a:gd name="connsiteY21" fmla="*/ 1256140 h 1262109"/>
                <a:gd name="connsiteX22" fmla="*/ 349377 w 1681861"/>
                <a:gd name="connsiteY22" fmla="*/ 970263 h 1262109"/>
                <a:gd name="connsiteX23" fmla="*/ 311531 w 1681861"/>
                <a:gd name="connsiteY23" fmla="*/ 868536 h 1262109"/>
                <a:gd name="connsiteX24" fmla="*/ 20955 w 1681861"/>
                <a:gd name="connsiteY24" fmla="*/ 1251568 h 1262109"/>
                <a:gd name="connsiteX25" fmla="*/ 0 w 1681861"/>
                <a:gd name="connsiteY25" fmla="*/ 1262109 h 1262109"/>
                <a:gd name="connsiteX26" fmla="*/ 133223 w 1681861"/>
                <a:gd name="connsiteY26" fmla="*/ 995790 h 1262109"/>
                <a:gd name="connsiteX27" fmla="*/ 412369 w 1681861"/>
                <a:gd name="connsiteY27" fmla="*/ 806814 h 1262109"/>
                <a:gd name="connsiteX28" fmla="*/ 198247 w 1681861"/>
                <a:gd name="connsiteY28" fmla="*/ 670924 h 1262109"/>
                <a:gd name="connsiteX29" fmla="*/ 101981 w 1681861"/>
                <a:gd name="connsiteY29" fmla="*/ 581008 h 1262109"/>
                <a:gd name="connsiteX30" fmla="*/ 175895 w 1681861"/>
                <a:gd name="connsiteY30" fmla="*/ 285606 h 1262109"/>
                <a:gd name="connsiteX31" fmla="*/ 379792 w 1681861"/>
                <a:gd name="connsiteY31" fmla="*/ 50048 h 1262109"/>
                <a:gd name="connsiteX32" fmla="*/ 672816 w 1681861"/>
                <a:gd name="connsiteY32" fmla="*/ 5278 h 1262109"/>
                <a:gd name="connsiteX33" fmla="*/ 972991 w 1681861"/>
                <a:gd name="connsiteY33" fmla="*/ 167838 h 1262109"/>
                <a:gd name="connsiteX34" fmla="*/ 1049655 w 1681861"/>
                <a:gd name="connsiteY34" fmla="*/ 304021 h 1262109"/>
                <a:gd name="connsiteX35" fmla="*/ 1114679 w 1681861"/>
                <a:gd name="connsiteY35" fmla="*/ 399271 h 1262109"/>
                <a:gd name="connsiteX36" fmla="*/ 1042924 w 1681861"/>
                <a:gd name="connsiteY36" fmla="*/ 629268 h 1262109"/>
                <a:gd name="connsiteX37" fmla="*/ 1025906 w 1681861"/>
                <a:gd name="connsiteY37" fmla="*/ 639174 h 1262109"/>
                <a:gd name="connsiteX38" fmla="*/ 832358 w 1681861"/>
                <a:gd name="connsiteY38" fmla="*/ 801734 h 1262109"/>
                <a:gd name="connsiteX39" fmla="*/ 1063879 w 1681861"/>
                <a:gd name="connsiteY39" fmla="*/ 931909 h 1262109"/>
                <a:gd name="connsiteX40" fmla="*/ 1164717 w 1681861"/>
                <a:gd name="connsiteY40" fmla="*/ 818879 h 1262109"/>
                <a:gd name="connsiteX41" fmla="*/ 1175385 w 1681861"/>
                <a:gd name="connsiteY41" fmla="*/ 730106 h 1262109"/>
                <a:gd name="connsiteX42" fmla="*/ 1226693 w 1681861"/>
                <a:gd name="connsiteY42" fmla="*/ 676766 h 1262109"/>
                <a:gd name="connsiteX43" fmla="*/ 1282700 w 1681861"/>
                <a:gd name="connsiteY43" fmla="*/ 694165 h 1262109"/>
                <a:gd name="connsiteX44" fmla="*/ 1388745 w 1681861"/>
                <a:gd name="connsiteY44" fmla="*/ 635237 h 1262109"/>
                <a:gd name="connsiteX45" fmla="*/ 1489583 w 1681861"/>
                <a:gd name="connsiteY45" fmla="*/ 679433 h 1262109"/>
                <a:gd name="connsiteX46" fmla="*/ 378191 w 1681861"/>
                <a:gd name="connsiteY46" fmla="*/ 86782 h 1262109"/>
                <a:gd name="connsiteX47" fmla="*/ 198247 w 1681861"/>
                <a:gd name="connsiteY47" fmla="*/ 293353 h 1262109"/>
                <a:gd name="connsiteX48" fmla="*/ 221869 w 1681861"/>
                <a:gd name="connsiteY48" fmla="*/ 303767 h 1262109"/>
                <a:gd name="connsiteX49" fmla="*/ 262001 w 1681861"/>
                <a:gd name="connsiteY49" fmla="*/ 386952 h 1262109"/>
                <a:gd name="connsiteX50" fmla="*/ 231648 w 1681861"/>
                <a:gd name="connsiteY50" fmla="*/ 613266 h 1262109"/>
                <a:gd name="connsiteX51" fmla="*/ 196850 w 1681861"/>
                <a:gd name="connsiteY51" fmla="*/ 634094 h 1262109"/>
                <a:gd name="connsiteX52" fmla="*/ 310642 w 1681861"/>
                <a:gd name="connsiteY52" fmla="*/ 734805 h 1262109"/>
                <a:gd name="connsiteX53" fmla="*/ 735076 w 1681861"/>
                <a:gd name="connsiteY53" fmla="*/ 802115 h 1262109"/>
                <a:gd name="connsiteX54" fmla="*/ 985774 w 1681861"/>
                <a:gd name="connsiteY54" fmla="*/ 645143 h 1262109"/>
                <a:gd name="connsiteX55" fmla="*/ 991489 w 1681861"/>
                <a:gd name="connsiteY55" fmla="*/ 642857 h 1262109"/>
                <a:gd name="connsiteX56" fmla="*/ 941956 w 1681861"/>
                <a:gd name="connsiteY56" fmla="*/ 178366 h 1262109"/>
                <a:gd name="connsiteX57" fmla="*/ 655811 w 1681861"/>
                <a:gd name="connsiteY57" fmla="*/ 27037 h 1262109"/>
                <a:gd name="connsiteX58" fmla="*/ 372956 w 1681861"/>
                <a:gd name="connsiteY58" fmla="*/ 85525 h 1262109"/>
                <a:gd name="connsiteX59" fmla="*/ 161417 w 1681861"/>
                <a:gd name="connsiteY59" fmla="*/ 322309 h 1262109"/>
                <a:gd name="connsiteX60" fmla="*/ 114554 w 1681861"/>
                <a:gd name="connsiteY60" fmla="*/ 539479 h 1262109"/>
                <a:gd name="connsiteX61" fmla="*/ 182499 w 1681861"/>
                <a:gd name="connsiteY61" fmla="*/ 610980 h 1262109"/>
                <a:gd name="connsiteX62" fmla="*/ 224917 w 1681861"/>
                <a:gd name="connsiteY62" fmla="*/ 575420 h 1262109"/>
                <a:gd name="connsiteX63" fmla="*/ 224536 w 1681861"/>
                <a:gd name="connsiteY63" fmla="*/ 352408 h 1262109"/>
                <a:gd name="connsiteX64" fmla="*/ 161417 w 1681861"/>
                <a:gd name="connsiteY64" fmla="*/ 322309 h 1262109"/>
                <a:gd name="connsiteX65" fmla="*/ 1039622 w 1681861"/>
                <a:gd name="connsiteY65" fmla="*/ 318626 h 1262109"/>
                <a:gd name="connsiteX66" fmla="*/ 1037717 w 1681861"/>
                <a:gd name="connsiteY66" fmla="*/ 612250 h 1262109"/>
                <a:gd name="connsiteX67" fmla="*/ 1039622 w 1681861"/>
                <a:gd name="connsiteY67" fmla="*/ 318626 h 1262109"/>
                <a:gd name="connsiteX68" fmla="*/ 1648333 w 1681861"/>
                <a:gd name="connsiteY68" fmla="*/ 705468 h 1262109"/>
                <a:gd name="connsiteX69" fmla="*/ 1654810 w 1681861"/>
                <a:gd name="connsiteY69" fmla="*/ 553449 h 1262109"/>
                <a:gd name="connsiteX70" fmla="*/ 1655191 w 1681861"/>
                <a:gd name="connsiteY70" fmla="*/ 414765 h 1262109"/>
                <a:gd name="connsiteX71" fmla="*/ 1371092 w 1681861"/>
                <a:gd name="connsiteY71" fmla="*/ 667114 h 1262109"/>
                <a:gd name="connsiteX72" fmla="*/ 1249807 w 1681861"/>
                <a:gd name="connsiteY72" fmla="*/ 778874 h 1262109"/>
                <a:gd name="connsiteX73" fmla="*/ 1261618 w 1681861"/>
                <a:gd name="connsiteY73" fmla="*/ 708516 h 1262109"/>
                <a:gd name="connsiteX74" fmla="*/ 1208151 w 1681861"/>
                <a:gd name="connsiteY74" fmla="*/ 720962 h 1262109"/>
                <a:gd name="connsiteX75" fmla="*/ 1338961 w 1681861"/>
                <a:gd name="connsiteY75" fmla="*/ 933433 h 1262109"/>
                <a:gd name="connsiteX76" fmla="*/ 1462913 w 1681861"/>
                <a:gd name="connsiteY76" fmla="*/ 687180 h 1262109"/>
                <a:gd name="connsiteX77" fmla="*/ 1387475 w 1681861"/>
                <a:gd name="connsiteY77" fmla="*/ 780144 h 1262109"/>
                <a:gd name="connsiteX78" fmla="*/ 1427988 w 1681861"/>
                <a:gd name="connsiteY78" fmla="*/ 674099 h 1262109"/>
                <a:gd name="connsiteX79" fmla="*/ 1371092 w 1681861"/>
                <a:gd name="connsiteY79" fmla="*/ 667114 h 1262109"/>
                <a:gd name="connsiteX80" fmla="*/ 1081532 w 1681861"/>
                <a:gd name="connsiteY80" fmla="*/ 949181 h 1262109"/>
                <a:gd name="connsiteX81" fmla="*/ 1025652 w 1681861"/>
                <a:gd name="connsiteY81" fmla="*/ 969882 h 1262109"/>
                <a:gd name="connsiteX82" fmla="*/ 1042035 w 1681861"/>
                <a:gd name="connsiteY82" fmla="*/ 945244 h 1262109"/>
                <a:gd name="connsiteX83" fmla="*/ 913638 w 1681861"/>
                <a:gd name="connsiteY83" fmla="*/ 867012 h 1262109"/>
                <a:gd name="connsiteX84" fmla="*/ 964057 w 1681861"/>
                <a:gd name="connsiteY84" fmla="*/ 1115932 h 1262109"/>
                <a:gd name="connsiteX85" fmla="*/ 1097915 w 1681861"/>
                <a:gd name="connsiteY85" fmla="*/ 1143491 h 1262109"/>
                <a:gd name="connsiteX86" fmla="*/ 1340866 w 1681861"/>
                <a:gd name="connsiteY86" fmla="*/ 962770 h 1262109"/>
                <a:gd name="connsiteX87" fmla="*/ 1181608 w 1681861"/>
                <a:gd name="connsiteY87" fmla="*/ 848216 h 1262109"/>
                <a:gd name="connsiteX88" fmla="*/ 1081532 w 1681861"/>
                <a:gd name="connsiteY88" fmla="*/ 949181 h 1262109"/>
                <a:gd name="connsiteX0" fmla="*/ 1622933 w 1681354"/>
                <a:gd name="connsiteY0" fmla="*/ 158352 h 1262109"/>
                <a:gd name="connsiteX1" fmla="*/ 1681353 w 1681354"/>
                <a:gd name="connsiteY1" fmla="*/ 674353 h 1262109"/>
                <a:gd name="connsiteX2" fmla="*/ 1657731 w 1681354"/>
                <a:gd name="connsiteY2" fmla="*/ 744584 h 1262109"/>
                <a:gd name="connsiteX3" fmla="*/ 1517142 w 1681354"/>
                <a:gd name="connsiteY3" fmla="*/ 751569 h 1262109"/>
                <a:gd name="connsiteX4" fmla="*/ 1383030 w 1681354"/>
                <a:gd name="connsiteY4" fmla="*/ 957436 h 1262109"/>
                <a:gd name="connsiteX5" fmla="*/ 1096137 w 1681354"/>
                <a:gd name="connsiteY5" fmla="*/ 1169780 h 1262109"/>
                <a:gd name="connsiteX6" fmla="*/ 969010 w 1681354"/>
                <a:gd name="connsiteY6" fmla="*/ 1147936 h 1262109"/>
                <a:gd name="connsiteX7" fmla="*/ 968375 w 1681354"/>
                <a:gd name="connsiteY7" fmla="*/ 1244710 h 1262109"/>
                <a:gd name="connsiteX8" fmla="*/ 957580 w 1681354"/>
                <a:gd name="connsiteY8" fmla="*/ 1257410 h 1262109"/>
                <a:gd name="connsiteX9" fmla="*/ 942721 w 1681354"/>
                <a:gd name="connsiteY9" fmla="*/ 1254616 h 1262109"/>
                <a:gd name="connsiteX10" fmla="*/ 940562 w 1681354"/>
                <a:gd name="connsiteY10" fmla="*/ 1151111 h 1262109"/>
                <a:gd name="connsiteX11" fmla="*/ 914908 w 1681354"/>
                <a:gd name="connsiteY11" fmla="*/ 951340 h 1262109"/>
                <a:gd name="connsiteX12" fmla="*/ 854202 w 1681354"/>
                <a:gd name="connsiteY12" fmla="*/ 838310 h 1262109"/>
                <a:gd name="connsiteX13" fmla="*/ 678561 w 1681354"/>
                <a:gd name="connsiteY13" fmla="*/ 832214 h 1262109"/>
                <a:gd name="connsiteX14" fmla="*/ 448437 w 1681354"/>
                <a:gd name="connsiteY14" fmla="*/ 814180 h 1262109"/>
                <a:gd name="connsiteX15" fmla="*/ 402209 w 1681354"/>
                <a:gd name="connsiteY15" fmla="*/ 837040 h 1262109"/>
                <a:gd name="connsiteX16" fmla="*/ 338963 w 1681354"/>
                <a:gd name="connsiteY16" fmla="*/ 857106 h 1262109"/>
                <a:gd name="connsiteX17" fmla="*/ 376047 w 1681354"/>
                <a:gd name="connsiteY17" fmla="*/ 952483 h 1262109"/>
                <a:gd name="connsiteX18" fmla="*/ 342900 w 1681354"/>
                <a:gd name="connsiteY18" fmla="*/ 1084182 h 1262109"/>
                <a:gd name="connsiteX19" fmla="*/ 265811 w 1681354"/>
                <a:gd name="connsiteY19" fmla="*/ 1252838 h 1262109"/>
                <a:gd name="connsiteX20" fmla="*/ 240157 w 1681354"/>
                <a:gd name="connsiteY20" fmla="*/ 1256140 h 1262109"/>
                <a:gd name="connsiteX21" fmla="*/ 349377 w 1681354"/>
                <a:gd name="connsiteY21" fmla="*/ 970263 h 1262109"/>
                <a:gd name="connsiteX22" fmla="*/ 311531 w 1681354"/>
                <a:gd name="connsiteY22" fmla="*/ 868536 h 1262109"/>
                <a:gd name="connsiteX23" fmla="*/ 20955 w 1681354"/>
                <a:gd name="connsiteY23" fmla="*/ 1251568 h 1262109"/>
                <a:gd name="connsiteX24" fmla="*/ 0 w 1681354"/>
                <a:gd name="connsiteY24" fmla="*/ 1262109 h 1262109"/>
                <a:gd name="connsiteX25" fmla="*/ 133223 w 1681354"/>
                <a:gd name="connsiteY25" fmla="*/ 995790 h 1262109"/>
                <a:gd name="connsiteX26" fmla="*/ 412369 w 1681354"/>
                <a:gd name="connsiteY26" fmla="*/ 806814 h 1262109"/>
                <a:gd name="connsiteX27" fmla="*/ 198247 w 1681354"/>
                <a:gd name="connsiteY27" fmla="*/ 670924 h 1262109"/>
                <a:gd name="connsiteX28" fmla="*/ 101981 w 1681354"/>
                <a:gd name="connsiteY28" fmla="*/ 581008 h 1262109"/>
                <a:gd name="connsiteX29" fmla="*/ 175895 w 1681354"/>
                <a:gd name="connsiteY29" fmla="*/ 285606 h 1262109"/>
                <a:gd name="connsiteX30" fmla="*/ 379792 w 1681354"/>
                <a:gd name="connsiteY30" fmla="*/ 50048 h 1262109"/>
                <a:gd name="connsiteX31" fmla="*/ 672816 w 1681354"/>
                <a:gd name="connsiteY31" fmla="*/ 5278 h 1262109"/>
                <a:gd name="connsiteX32" fmla="*/ 972991 w 1681354"/>
                <a:gd name="connsiteY32" fmla="*/ 167838 h 1262109"/>
                <a:gd name="connsiteX33" fmla="*/ 1049655 w 1681354"/>
                <a:gd name="connsiteY33" fmla="*/ 304021 h 1262109"/>
                <a:gd name="connsiteX34" fmla="*/ 1114679 w 1681354"/>
                <a:gd name="connsiteY34" fmla="*/ 399271 h 1262109"/>
                <a:gd name="connsiteX35" fmla="*/ 1042924 w 1681354"/>
                <a:gd name="connsiteY35" fmla="*/ 629268 h 1262109"/>
                <a:gd name="connsiteX36" fmla="*/ 1025906 w 1681354"/>
                <a:gd name="connsiteY36" fmla="*/ 639174 h 1262109"/>
                <a:gd name="connsiteX37" fmla="*/ 832358 w 1681354"/>
                <a:gd name="connsiteY37" fmla="*/ 801734 h 1262109"/>
                <a:gd name="connsiteX38" fmla="*/ 1063879 w 1681354"/>
                <a:gd name="connsiteY38" fmla="*/ 931909 h 1262109"/>
                <a:gd name="connsiteX39" fmla="*/ 1164717 w 1681354"/>
                <a:gd name="connsiteY39" fmla="*/ 818879 h 1262109"/>
                <a:gd name="connsiteX40" fmla="*/ 1175385 w 1681354"/>
                <a:gd name="connsiteY40" fmla="*/ 730106 h 1262109"/>
                <a:gd name="connsiteX41" fmla="*/ 1226693 w 1681354"/>
                <a:gd name="connsiteY41" fmla="*/ 676766 h 1262109"/>
                <a:gd name="connsiteX42" fmla="*/ 1282700 w 1681354"/>
                <a:gd name="connsiteY42" fmla="*/ 694165 h 1262109"/>
                <a:gd name="connsiteX43" fmla="*/ 1388745 w 1681354"/>
                <a:gd name="connsiteY43" fmla="*/ 635237 h 1262109"/>
                <a:gd name="connsiteX44" fmla="*/ 1489583 w 1681354"/>
                <a:gd name="connsiteY44" fmla="*/ 679433 h 1262109"/>
                <a:gd name="connsiteX45" fmla="*/ 378191 w 1681354"/>
                <a:gd name="connsiteY45" fmla="*/ 86782 h 1262109"/>
                <a:gd name="connsiteX46" fmla="*/ 198247 w 1681354"/>
                <a:gd name="connsiteY46" fmla="*/ 293353 h 1262109"/>
                <a:gd name="connsiteX47" fmla="*/ 221869 w 1681354"/>
                <a:gd name="connsiteY47" fmla="*/ 303767 h 1262109"/>
                <a:gd name="connsiteX48" fmla="*/ 262001 w 1681354"/>
                <a:gd name="connsiteY48" fmla="*/ 386952 h 1262109"/>
                <a:gd name="connsiteX49" fmla="*/ 231648 w 1681354"/>
                <a:gd name="connsiteY49" fmla="*/ 613266 h 1262109"/>
                <a:gd name="connsiteX50" fmla="*/ 196850 w 1681354"/>
                <a:gd name="connsiteY50" fmla="*/ 634094 h 1262109"/>
                <a:gd name="connsiteX51" fmla="*/ 310642 w 1681354"/>
                <a:gd name="connsiteY51" fmla="*/ 734805 h 1262109"/>
                <a:gd name="connsiteX52" fmla="*/ 735076 w 1681354"/>
                <a:gd name="connsiteY52" fmla="*/ 802115 h 1262109"/>
                <a:gd name="connsiteX53" fmla="*/ 985774 w 1681354"/>
                <a:gd name="connsiteY53" fmla="*/ 645143 h 1262109"/>
                <a:gd name="connsiteX54" fmla="*/ 991489 w 1681354"/>
                <a:gd name="connsiteY54" fmla="*/ 642857 h 1262109"/>
                <a:gd name="connsiteX55" fmla="*/ 941956 w 1681354"/>
                <a:gd name="connsiteY55" fmla="*/ 178366 h 1262109"/>
                <a:gd name="connsiteX56" fmla="*/ 655811 w 1681354"/>
                <a:gd name="connsiteY56" fmla="*/ 27037 h 1262109"/>
                <a:gd name="connsiteX57" fmla="*/ 372956 w 1681354"/>
                <a:gd name="connsiteY57" fmla="*/ 85525 h 1262109"/>
                <a:gd name="connsiteX58" fmla="*/ 161417 w 1681354"/>
                <a:gd name="connsiteY58" fmla="*/ 322309 h 1262109"/>
                <a:gd name="connsiteX59" fmla="*/ 114554 w 1681354"/>
                <a:gd name="connsiteY59" fmla="*/ 539479 h 1262109"/>
                <a:gd name="connsiteX60" fmla="*/ 182499 w 1681354"/>
                <a:gd name="connsiteY60" fmla="*/ 610980 h 1262109"/>
                <a:gd name="connsiteX61" fmla="*/ 224917 w 1681354"/>
                <a:gd name="connsiteY61" fmla="*/ 575420 h 1262109"/>
                <a:gd name="connsiteX62" fmla="*/ 224536 w 1681354"/>
                <a:gd name="connsiteY62" fmla="*/ 352408 h 1262109"/>
                <a:gd name="connsiteX63" fmla="*/ 161417 w 1681354"/>
                <a:gd name="connsiteY63" fmla="*/ 322309 h 1262109"/>
                <a:gd name="connsiteX64" fmla="*/ 1039622 w 1681354"/>
                <a:gd name="connsiteY64" fmla="*/ 318626 h 1262109"/>
                <a:gd name="connsiteX65" fmla="*/ 1037717 w 1681354"/>
                <a:gd name="connsiteY65" fmla="*/ 612250 h 1262109"/>
                <a:gd name="connsiteX66" fmla="*/ 1039622 w 1681354"/>
                <a:gd name="connsiteY66" fmla="*/ 318626 h 1262109"/>
                <a:gd name="connsiteX67" fmla="*/ 1648333 w 1681354"/>
                <a:gd name="connsiteY67" fmla="*/ 705468 h 1262109"/>
                <a:gd name="connsiteX68" fmla="*/ 1654810 w 1681354"/>
                <a:gd name="connsiteY68" fmla="*/ 553449 h 1262109"/>
                <a:gd name="connsiteX69" fmla="*/ 1655191 w 1681354"/>
                <a:gd name="connsiteY69" fmla="*/ 414765 h 1262109"/>
                <a:gd name="connsiteX70" fmla="*/ 1371092 w 1681354"/>
                <a:gd name="connsiteY70" fmla="*/ 667114 h 1262109"/>
                <a:gd name="connsiteX71" fmla="*/ 1249807 w 1681354"/>
                <a:gd name="connsiteY71" fmla="*/ 778874 h 1262109"/>
                <a:gd name="connsiteX72" fmla="*/ 1261618 w 1681354"/>
                <a:gd name="connsiteY72" fmla="*/ 708516 h 1262109"/>
                <a:gd name="connsiteX73" fmla="*/ 1208151 w 1681354"/>
                <a:gd name="connsiteY73" fmla="*/ 720962 h 1262109"/>
                <a:gd name="connsiteX74" fmla="*/ 1338961 w 1681354"/>
                <a:gd name="connsiteY74" fmla="*/ 933433 h 1262109"/>
                <a:gd name="connsiteX75" fmla="*/ 1462913 w 1681354"/>
                <a:gd name="connsiteY75" fmla="*/ 687180 h 1262109"/>
                <a:gd name="connsiteX76" fmla="*/ 1387475 w 1681354"/>
                <a:gd name="connsiteY76" fmla="*/ 780144 h 1262109"/>
                <a:gd name="connsiteX77" fmla="*/ 1427988 w 1681354"/>
                <a:gd name="connsiteY77" fmla="*/ 674099 h 1262109"/>
                <a:gd name="connsiteX78" fmla="*/ 1371092 w 1681354"/>
                <a:gd name="connsiteY78" fmla="*/ 667114 h 1262109"/>
                <a:gd name="connsiteX79" fmla="*/ 1081532 w 1681354"/>
                <a:gd name="connsiteY79" fmla="*/ 949181 h 1262109"/>
                <a:gd name="connsiteX80" fmla="*/ 1025652 w 1681354"/>
                <a:gd name="connsiteY80" fmla="*/ 969882 h 1262109"/>
                <a:gd name="connsiteX81" fmla="*/ 1042035 w 1681354"/>
                <a:gd name="connsiteY81" fmla="*/ 945244 h 1262109"/>
                <a:gd name="connsiteX82" fmla="*/ 913638 w 1681354"/>
                <a:gd name="connsiteY82" fmla="*/ 867012 h 1262109"/>
                <a:gd name="connsiteX83" fmla="*/ 964057 w 1681354"/>
                <a:gd name="connsiteY83" fmla="*/ 1115932 h 1262109"/>
                <a:gd name="connsiteX84" fmla="*/ 1097915 w 1681354"/>
                <a:gd name="connsiteY84" fmla="*/ 1143491 h 1262109"/>
                <a:gd name="connsiteX85" fmla="*/ 1340866 w 1681354"/>
                <a:gd name="connsiteY85" fmla="*/ 962770 h 1262109"/>
                <a:gd name="connsiteX86" fmla="*/ 1181608 w 1681354"/>
                <a:gd name="connsiteY86" fmla="*/ 848216 h 1262109"/>
                <a:gd name="connsiteX87" fmla="*/ 1081532 w 1681354"/>
                <a:gd name="connsiteY87" fmla="*/ 949181 h 1262109"/>
                <a:gd name="connsiteX0" fmla="*/ 1681353 w 1681353"/>
                <a:gd name="connsiteY0" fmla="*/ 674353 h 1262109"/>
                <a:gd name="connsiteX1" fmla="*/ 1657731 w 1681353"/>
                <a:gd name="connsiteY1" fmla="*/ 744584 h 1262109"/>
                <a:gd name="connsiteX2" fmla="*/ 1517142 w 1681353"/>
                <a:gd name="connsiteY2" fmla="*/ 751569 h 1262109"/>
                <a:gd name="connsiteX3" fmla="*/ 1383030 w 1681353"/>
                <a:gd name="connsiteY3" fmla="*/ 957436 h 1262109"/>
                <a:gd name="connsiteX4" fmla="*/ 1096137 w 1681353"/>
                <a:gd name="connsiteY4" fmla="*/ 1169780 h 1262109"/>
                <a:gd name="connsiteX5" fmla="*/ 969010 w 1681353"/>
                <a:gd name="connsiteY5" fmla="*/ 1147936 h 1262109"/>
                <a:gd name="connsiteX6" fmla="*/ 968375 w 1681353"/>
                <a:gd name="connsiteY6" fmla="*/ 1244710 h 1262109"/>
                <a:gd name="connsiteX7" fmla="*/ 957580 w 1681353"/>
                <a:gd name="connsiteY7" fmla="*/ 1257410 h 1262109"/>
                <a:gd name="connsiteX8" fmla="*/ 942721 w 1681353"/>
                <a:gd name="connsiteY8" fmla="*/ 1254616 h 1262109"/>
                <a:gd name="connsiteX9" fmla="*/ 940562 w 1681353"/>
                <a:gd name="connsiteY9" fmla="*/ 1151111 h 1262109"/>
                <a:gd name="connsiteX10" fmla="*/ 914908 w 1681353"/>
                <a:gd name="connsiteY10" fmla="*/ 951340 h 1262109"/>
                <a:gd name="connsiteX11" fmla="*/ 854202 w 1681353"/>
                <a:gd name="connsiteY11" fmla="*/ 838310 h 1262109"/>
                <a:gd name="connsiteX12" fmla="*/ 678561 w 1681353"/>
                <a:gd name="connsiteY12" fmla="*/ 832214 h 1262109"/>
                <a:gd name="connsiteX13" fmla="*/ 448437 w 1681353"/>
                <a:gd name="connsiteY13" fmla="*/ 814180 h 1262109"/>
                <a:gd name="connsiteX14" fmla="*/ 402209 w 1681353"/>
                <a:gd name="connsiteY14" fmla="*/ 837040 h 1262109"/>
                <a:gd name="connsiteX15" fmla="*/ 338963 w 1681353"/>
                <a:gd name="connsiteY15" fmla="*/ 857106 h 1262109"/>
                <a:gd name="connsiteX16" fmla="*/ 376047 w 1681353"/>
                <a:gd name="connsiteY16" fmla="*/ 952483 h 1262109"/>
                <a:gd name="connsiteX17" fmla="*/ 342900 w 1681353"/>
                <a:gd name="connsiteY17" fmla="*/ 1084182 h 1262109"/>
                <a:gd name="connsiteX18" fmla="*/ 265811 w 1681353"/>
                <a:gd name="connsiteY18" fmla="*/ 1252838 h 1262109"/>
                <a:gd name="connsiteX19" fmla="*/ 240157 w 1681353"/>
                <a:gd name="connsiteY19" fmla="*/ 1256140 h 1262109"/>
                <a:gd name="connsiteX20" fmla="*/ 349377 w 1681353"/>
                <a:gd name="connsiteY20" fmla="*/ 970263 h 1262109"/>
                <a:gd name="connsiteX21" fmla="*/ 311531 w 1681353"/>
                <a:gd name="connsiteY21" fmla="*/ 868536 h 1262109"/>
                <a:gd name="connsiteX22" fmla="*/ 20955 w 1681353"/>
                <a:gd name="connsiteY22" fmla="*/ 1251568 h 1262109"/>
                <a:gd name="connsiteX23" fmla="*/ 0 w 1681353"/>
                <a:gd name="connsiteY23" fmla="*/ 1262109 h 1262109"/>
                <a:gd name="connsiteX24" fmla="*/ 133223 w 1681353"/>
                <a:gd name="connsiteY24" fmla="*/ 995790 h 1262109"/>
                <a:gd name="connsiteX25" fmla="*/ 412369 w 1681353"/>
                <a:gd name="connsiteY25" fmla="*/ 806814 h 1262109"/>
                <a:gd name="connsiteX26" fmla="*/ 198247 w 1681353"/>
                <a:gd name="connsiteY26" fmla="*/ 670924 h 1262109"/>
                <a:gd name="connsiteX27" fmla="*/ 101981 w 1681353"/>
                <a:gd name="connsiteY27" fmla="*/ 581008 h 1262109"/>
                <a:gd name="connsiteX28" fmla="*/ 175895 w 1681353"/>
                <a:gd name="connsiteY28" fmla="*/ 285606 h 1262109"/>
                <a:gd name="connsiteX29" fmla="*/ 379792 w 1681353"/>
                <a:gd name="connsiteY29" fmla="*/ 50048 h 1262109"/>
                <a:gd name="connsiteX30" fmla="*/ 672816 w 1681353"/>
                <a:gd name="connsiteY30" fmla="*/ 5278 h 1262109"/>
                <a:gd name="connsiteX31" fmla="*/ 972991 w 1681353"/>
                <a:gd name="connsiteY31" fmla="*/ 167838 h 1262109"/>
                <a:gd name="connsiteX32" fmla="*/ 1049655 w 1681353"/>
                <a:gd name="connsiteY32" fmla="*/ 304021 h 1262109"/>
                <a:gd name="connsiteX33" fmla="*/ 1114679 w 1681353"/>
                <a:gd name="connsiteY33" fmla="*/ 399271 h 1262109"/>
                <a:gd name="connsiteX34" fmla="*/ 1042924 w 1681353"/>
                <a:gd name="connsiteY34" fmla="*/ 629268 h 1262109"/>
                <a:gd name="connsiteX35" fmla="*/ 1025906 w 1681353"/>
                <a:gd name="connsiteY35" fmla="*/ 639174 h 1262109"/>
                <a:gd name="connsiteX36" fmla="*/ 832358 w 1681353"/>
                <a:gd name="connsiteY36" fmla="*/ 801734 h 1262109"/>
                <a:gd name="connsiteX37" fmla="*/ 1063879 w 1681353"/>
                <a:gd name="connsiteY37" fmla="*/ 931909 h 1262109"/>
                <a:gd name="connsiteX38" fmla="*/ 1164717 w 1681353"/>
                <a:gd name="connsiteY38" fmla="*/ 818879 h 1262109"/>
                <a:gd name="connsiteX39" fmla="*/ 1175385 w 1681353"/>
                <a:gd name="connsiteY39" fmla="*/ 730106 h 1262109"/>
                <a:gd name="connsiteX40" fmla="*/ 1226693 w 1681353"/>
                <a:gd name="connsiteY40" fmla="*/ 676766 h 1262109"/>
                <a:gd name="connsiteX41" fmla="*/ 1282700 w 1681353"/>
                <a:gd name="connsiteY41" fmla="*/ 694165 h 1262109"/>
                <a:gd name="connsiteX42" fmla="*/ 1388745 w 1681353"/>
                <a:gd name="connsiteY42" fmla="*/ 635237 h 1262109"/>
                <a:gd name="connsiteX43" fmla="*/ 1489583 w 1681353"/>
                <a:gd name="connsiteY43" fmla="*/ 679433 h 1262109"/>
                <a:gd name="connsiteX44" fmla="*/ 378191 w 1681353"/>
                <a:gd name="connsiteY44" fmla="*/ 86782 h 1262109"/>
                <a:gd name="connsiteX45" fmla="*/ 198247 w 1681353"/>
                <a:gd name="connsiteY45" fmla="*/ 293353 h 1262109"/>
                <a:gd name="connsiteX46" fmla="*/ 221869 w 1681353"/>
                <a:gd name="connsiteY46" fmla="*/ 303767 h 1262109"/>
                <a:gd name="connsiteX47" fmla="*/ 262001 w 1681353"/>
                <a:gd name="connsiteY47" fmla="*/ 386952 h 1262109"/>
                <a:gd name="connsiteX48" fmla="*/ 231648 w 1681353"/>
                <a:gd name="connsiteY48" fmla="*/ 613266 h 1262109"/>
                <a:gd name="connsiteX49" fmla="*/ 196850 w 1681353"/>
                <a:gd name="connsiteY49" fmla="*/ 634094 h 1262109"/>
                <a:gd name="connsiteX50" fmla="*/ 310642 w 1681353"/>
                <a:gd name="connsiteY50" fmla="*/ 734805 h 1262109"/>
                <a:gd name="connsiteX51" fmla="*/ 735076 w 1681353"/>
                <a:gd name="connsiteY51" fmla="*/ 802115 h 1262109"/>
                <a:gd name="connsiteX52" fmla="*/ 985774 w 1681353"/>
                <a:gd name="connsiteY52" fmla="*/ 645143 h 1262109"/>
                <a:gd name="connsiteX53" fmla="*/ 991489 w 1681353"/>
                <a:gd name="connsiteY53" fmla="*/ 642857 h 1262109"/>
                <a:gd name="connsiteX54" fmla="*/ 941956 w 1681353"/>
                <a:gd name="connsiteY54" fmla="*/ 178366 h 1262109"/>
                <a:gd name="connsiteX55" fmla="*/ 655811 w 1681353"/>
                <a:gd name="connsiteY55" fmla="*/ 27037 h 1262109"/>
                <a:gd name="connsiteX56" fmla="*/ 372956 w 1681353"/>
                <a:gd name="connsiteY56" fmla="*/ 85525 h 1262109"/>
                <a:gd name="connsiteX57" fmla="*/ 161417 w 1681353"/>
                <a:gd name="connsiteY57" fmla="*/ 322309 h 1262109"/>
                <a:gd name="connsiteX58" fmla="*/ 114554 w 1681353"/>
                <a:gd name="connsiteY58" fmla="*/ 539479 h 1262109"/>
                <a:gd name="connsiteX59" fmla="*/ 182499 w 1681353"/>
                <a:gd name="connsiteY59" fmla="*/ 610980 h 1262109"/>
                <a:gd name="connsiteX60" fmla="*/ 224917 w 1681353"/>
                <a:gd name="connsiteY60" fmla="*/ 575420 h 1262109"/>
                <a:gd name="connsiteX61" fmla="*/ 224536 w 1681353"/>
                <a:gd name="connsiteY61" fmla="*/ 352408 h 1262109"/>
                <a:gd name="connsiteX62" fmla="*/ 161417 w 1681353"/>
                <a:gd name="connsiteY62" fmla="*/ 322309 h 1262109"/>
                <a:gd name="connsiteX63" fmla="*/ 1039622 w 1681353"/>
                <a:gd name="connsiteY63" fmla="*/ 318626 h 1262109"/>
                <a:gd name="connsiteX64" fmla="*/ 1037717 w 1681353"/>
                <a:gd name="connsiteY64" fmla="*/ 612250 h 1262109"/>
                <a:gd name="connsiteX65" fmla="*/ 1039622 w 1681353"/>
                <a:gd name="connsiteY65" fmla="*/ 318626 h 1262109"/>
                <a:gd name="connsiteX66" fmla="*/ 1648333 w 1681353"/>
                <a:gd name="connsiteY66" fmla="*/ 705468 h 1262109"/>
                <a:gd name="connsiteX67" fmla="*/ 1654810 w 1681353"/>
                <a:gd name="connsiteY67" fmla="*/ 553449 h 1262109"/>
                <a:gd name="connsiteX68" fmla="*/ 1655191 w 1681353"/>
                <a:gd name="connsiteY68" fmla="*/ 414765 h 1262109"/>
                <a:gd name="connsiteX69" fmla="*/ 1371092 w 1681353"/>
                <a:gd name="connsiteY69" fmla="*/ 667114 h 1262109"/>
                <a:gd name="connsiteX70" fmla="*/ 1249807 w 1681353"/>
                <a:gd name="connsiteY70" fmla="*/ 778874 h 1262109"/>
                <a:gd name="connsiteX71" fmla="*/ 1261618 w 1681353"/>
                <a:gd name="connsiteY71" fmla="*/ 708516 h 1262109"/>
                <a:gd name="connsiteX72" fmla="*/ 1208151 w 1681353"/>
                <a:gd name="connsiteY72" fmla="*/ 720962 h 1262109"/>
                <a:gd name="connsiteX73" fmla="*/ 1338961 w 1681353"/>
                <a:gd name="connsiteY73" fmla="*/ 933433 h 1262109"/>
                <a:gd name="connsiteX74" fmla="*/ 1462913 w 1681353"/>
                <a:gd name="connsiteY74" fmla="*/ 687180 h 1262109"/>
                <a:gd name="connsiteX75" fmla="*/ 1387475 w 1681353"/>
                <a:gd name="connsiteY75" fmla="*/ 780144 h 1262109"/>
                <a:gd name="connsiteX76" fmla="*/ 1427988 w 1681353"/>
                <a:gd name="connsiteY76" fmla="*/ 674099 h 1262109"/>
                <a:gd name="connsiteX77" fmla="*/ 1371092 w 1681353"/>
                <a:gd name="connsiteY77" fmla="*/ 667114 h 1262109"/>
                <a:gd name="connsiteX78" fmla="*/ 1081532 w 1681353"/>
                <a:gd name="connsiteY78" fmla="*/ 949181 h 1262109"/>
                <a:gd name="connsiteX79" fmla="*/ 1025652 w 1681353"/>
                <a:gd name="connsiteY79" fmla="*/ 969882 h 1262109"/>
                <a:gd name="connsiteX80" fmla="*/ 1042035 w 1681353"/>
                <a:gd name="connsiteY80" fmla="*/ 945244 h 1262109"/>
                <a:gd name="connsiteX81" fmla="*/ 913638 w 1681353"/>
                <a:gd name="connsiteY81" fmla="*/ 867012 h 1262109"/>
                <a:gd name="connsiteX82" fmla="*/ 964057 w 1681353"/>
                <a:gd name="connsiteY82" fmla="*/ 1115932 h 1262109"/>
                <a:gd name="connsiteX83" fmla="*/ 1097915 w 1681353"/>
                <a:gd name="connsiteY83" fmla="*/ 1143491 h 1262109"/>
                <a:gd name="connsiteX84" fmla="*/ 1340866 w 1681353"/>
                <a:gd name="connsiteY84" fmla="*/ 962770 h 1262109"/>
                <a:gd name="connsiteX85" fmla="*/ 1181608 w 1681353"/>
                <a:gd name="connsiteY85" fmla="*/ 848216 h 1262109"/>
                <a:gd name="connsiteX86" fmla="*/ 1081532 w 1681353"/>
                <a:gd name="connsiteY86" fmla="*/ 949181 h 1262109"/>
                <a:gd name="connsiteX0" fmla="*/ 1681353 w 1681353"/>
                <a:gd name="connsiteY0" fmla="*/ 674353 h 1262109"/>
                <a:gd name="connsiteX1" fmla="*/ 1657731 w 1681353"/>
                <a:gd name="connsiteY1" fmla="*/ 744584 h 1262109"/>
                <a:gd name="connsiteX2" fmla="*/ 1517142 w 1681353"/>
                <a:gd name="connsiteY2" fmla="*/ 751569 h 1262109"/>
                <a:gd name="connsiteX3" fmla="*/ 1383030 w 1681353"/>
                <a:gd name="connsiteY3" fmla="*/ 957436 h 1262109"/>
                <a:gd name="connsiteX4" fmla="*/ 1096137 w 1681353"/>
                <a:gd name="connsiteY4" fmla="*/ 1169780 h 1262109"/>
                <a:gd name="connsiteX5" fmla="*/ 969010 w 1681353"/>
                <a:gd name="connsiteY5" fmla="*/ 1147936 h 1262109"/>
                <a:gd name="connsiteX6" fmla="*/ 968375 w 1681353"/>
                <a:gd name="connsiteY6" fmla="*/ 1244710 h 1262109"/>
                <a:gd name="connsiteX7" fmla="*/ 957580 w 1681353"/>
                <a:gd name="connsiteY7" fmla="*/ 1257410 h 1262109"/>
                <a:gd name="connsiteX8" fmla="*/ 942721 w 1681353"/>
                <a:gd name="connsiteY8" fmla="*/ 1254616 h 1262109"/>
                <a:gd name="connsiteX9" fmla="*/ 940562 w 1681353"/>
                <a:gd name="connsiteY9" fmla="*/ 1151111 h 1262109"/>
                <a:gd name="connsiteX10" fmla="*/ 914908 w 1681353"/>
                <a:gd name="connsiteY10" fmla="*/ 951340 h 1262109"/>
                <a:gd name="connsiteX11" fmla="*/ 854202 w 1681353"/>
                <a:gd name="connsiteY11" fmla="*/ 838310 h 1262109"/>
                <a:gd name="connsiteX12" fmla="*/ 678561 w 1681353"/>
                <a:gd name="connsiteY12" fmla="*/ 832214 h 1262109"/>
                <a:gd name="connsiteX13" fmla="*/ 448437 w 1681353"/>
                <a:gd name="connsiteY13" fmla="*/ 814180 h 1262109"/>
                <a:gd name="connsiteX14" fmla="*/ 402209 w 1681353"/>
                <a:gd name="connsiteY14" fmla="*/ 837040 h 1262109"/>
                <a:gd name="connsiteX15" fmla="*/ 338963 w 1681353"/>
                <a:gd name="connsiteY15" fmla="*/ 857106 h 1262109"/>
                <a:gd name="connsiteX16" fmla="*/ 376047 w 1681353"/>
                <a:gd name="connsiteY16" fmla="*/ 952483 h 1262109"/>
                <a:gd name="connsiteX17" fmla="*/ 342900 w 1681353"/>
                <a:gd name="connsiteY17" fmla="*/ 1084182 h 1262109"/>
                <a:gd name="connsiteX18" fmla="*/ 265811 w 1681353"/>
                <a:gd name="connsiteY18" fmla="*/ 1252838 h 1262109"/>
                <a:gd name="connsiteX19" fmla="*/ 240157 w 1681353"/>
                <a:gd name="connsiteY19" fmla="*/ 1256140 h 1262109"/>
                <a:gd name="connsiteX20" fmla="*/ 349377 w 1681353"/>
                <a:gd name="connsiteY20" fmla="*/ 970263 h 1262109"/>
                <a:gd name="connsiteX21" fmla="*/ 311531 w 1681353"/>
                <a:gd name="connsiteY21" fmla="*/ 868536 h 1262109"/>
                <a:gd name="connsiteX22" fmla="*/ 20955 w 1681353"/>
                <a:gd name="connsiteY22" fmla="*/ 1251568 h 1262109"/>
                <a:gd name="connsiteX23" fmla="*/ 0 w 1681353"/>
                <a:gd name="connsiteY23" fmla="*/ 1262109 h 1262109"/>
                <a:gd name="connsiteX24" fmla="*/ 133223 w 1681353"/>
                <a:gd name="connsiteY24" fmla="*/ 995790 h 1262109"/>
                <a:gd name="connsiteX25" fmla="*/ 412369 w 1681353"/>
                <a:gd name="connsiteY25" fmla="*/ 806814 h 1262109"/>
                <a:gd name="connsiteX26" fmla="*/ 198247 w 1681353"/>
                <a:gd name="connsiteY26" fmla="*/ 670924 h 1262109"/>
                <a:gd name="connsiteX27" fmla="*/ 101981 w 1681353"/>
                <a:gd name="connsiteY27" fmla="*/ 581008 h 1262109"/>
                <a:gd name="connsiteX28" fmla="*/ 175895 w 1681353"/>
                <a:gd name="connsiteY28" fmla="*/ 285606 h 1262109"/>
                <a:gd name="connsiteX29" fmla="*/ 379792 w 1681353"/>
                <a:gd name="connsiteY29" fmla="*/ 50048 h 1262109"/>
                <a:gd name="connsiteX30" fmla="*/ 672816 w 1681353"/>
                <a:gd name="connsiteY30" fmla="*/ 5278 h 1262109"/>
                <a:gd name="connsiteX31" fmla="*/ 972991 w 1681353"/>
                <a:gd name="connsiteY31" fmla="*/ 167838 h 1262109"/>
                <a:gd name="connsiteX32" fmla="*/ 1049655 w 1681353"/>
                <a:gd name="connsiteY32" fmla="*/ 304021 h 1262109"/>
                <a:gd name="connsiteX33" fmla="*/ 1114679 w 1681353"/>
                <a:gd name="connsiteY33" fmla="*/ 399271 h 1262109"/>
                <a:gd name="connsiteX34" fmla="*/ 1042924 w 1681353"/>
                <a:gd name="connsiteY34" fmla="*/ 629268 h 1262109"/>
                <a:gd name="connsiteX35" fmla="*/ 1025906 w 1681353"/>
                <a:gd name="connsiteY35" fmla="*/ 639174 h 1262109"/>
                <a:gd name="connsiteX36" fmla="*/ 832358 w 1681353"/>
                <a:gd name="connsiteY36" fmla="*/ 801734 h 1262109"/>
                <a:gd name="connsiteX37" fmla="*/ 1063879 w 1681353"/>
                <a:gd name="connsiteY37" fmla="*/ 931909 h 1262109"/>
                <a:gd name="connsiteX38" fmla="*/ 1164717 w 1681353"/>
                <a:gd name="connsiteY38" fmla="*/ 818879 h 1262109"/>
                <a:gd name="connsiteX39" fmla="*/ 1175385 w 1681353"/>
                <a:gd name="connsiteY39" fmla="*/ 730106 h 1262109"/>
                <a:gd name="connsiteX40" fmla="*/ 1226693 w 1681353"/>
                <a:gd name="connsiteY40" fmla="*/ 676766 h 1262109"/>
                <a:gd name="connsiteX41" fmla="*/ 1282700 w 1681353"/>
                <a:gd name="connsiteY41" fmla="*/ 694165 h 1262109"/>
                <a:gd name="connsiteX42" fmla="*/ 1388745 w 1681353"/>
                <a:gd name="connsiteY42" fmla="*/ 635237 h 1262109"/>
                <a:gd name="connsiteX43" fmla="*/ 1489583 w 1681353"/>
                <a:gd name="connsiteY43" fmla="*/ 679433 h 1262109"/>
                <a:gd name="connsiteX44" fmla="*/ 378191 w 1681353"/>
                <a:gd name="connsiteY44" fmla="*/ 86782 h 1262109"/>
                <a:gd name="connsiteX45" fmla="*/ 198247 w 1681353"/>
                <a:gd name="connsiteY45" fmla="*/ 293353 h 1262109"/>
                <a:gd name="connsiteX46" fmla="*/ 221869 w 1681353"/>
                <a:gd name="connsiteY46" fmla="*/ 303767 h 1262109"/>
                <a:gd name="connsiteX47" fmla="*/ 262001 w 1681353"/>
                <a:gd name="connsiteY47" fmla="*/ 386952 h 1262109"/>
                <a:gd name="connsiteX48" fmla="*/ 231648 w 1681353"/>
                <a:gd name="connsiteY48" fmla="*/ 613266 h 1262109"/>
                <a:gd name="connsiteX49" fmla="*/ 196850 w 1681353"/>
                <a:gd name="connsiteY49" fmla="*/ 634094 h 1262109"/>
                <a:gd name="connsiteX50" fmla="*/ 310642 w 1681353"/>
                <a:gd name="connsiteY50" fmla="*/ 734805 h 1262109"/>
                <a:gd name="connsiteX51" fmla="*/ 735076 w 1681353"/>
                <a:gd name="connsiteY51" fmla="*/ 802115 h 1262109"/>
                <a:gd name="connsiteX52" fmla="*/ 985774 w 1681353"/>
                <a:gd name="connsiteY52" fmla="*/ 645143 h 1262109"/>
                <a:gd name="connsiteX53" fmla="*/ 991489 w 1681353"/>
                <a:gd name="connsiteY53" fmla="*/ 642857 h 1262109"/>
                <a:gd name="connsiteX54" fmla="*/ 941956 w 1681353"/>
                <a:gd name="connsiteY54" fmla="*/ 178366 h 1262109"/>
                <a:gd name="connsiteX55" fmla="*/ 655811 w 1681353"/>
                <a:gd name="connsiteY55" fmla="*/ 27037 h 1262109"/>
                <a:gd name="connsiteX56" fmla="*/ 372956 w 1681353"/>
                <a:gd name="connsiteY56" fmla="*/ 85525 h 1262109"/>
                <a:gd name="connsiteX57" fmla="*/ 161417 w 1681353"/>
                <a:gd name="connsiteY57" fmla="*/ 322309 h 1262109"/>
                <a:gd name="connsiteX58" fmla="*/ 114554 w 1681353"/>
                <a:gd name="connsiteY58" fmla="*/ 539479 h 1262109"/>
                <a:gd name="connsiteX59" fmla="*/ 182499 w 1681353"/>
                <a:gd name="connsiteY59" fmla="*/ 610980 h 1262109"/>
                <a:gd name="connsiteX60" fmla="*/ 224917 w 1681353"/>
                <a:gd name="connsiteY60" fmla="*/ 575420 h 1262109"/>
                <a:gd name="connsiteX61" fmla="*/ 224536 w 1681353"/>
                <a:gd name="connsiteY61" fmla="*/ 352408 h 1262109"/>
                <a:gd name="connsiteX62" fmla="*/ 161417 w 1681353"/>
                <a:gd name="connsiteY62" fmla="*/ 322309 h 1262109"/>
                <a:gd name="connsiteX63" fmla="*/ 1039622 w 1681353"/>
                <a:gd name="connsiteY63" fmla="*/ 318626 h 1262109"/>
                <a:gd name="connsiteX64" fmla="*/ 1037717 w 1681353"/>
                <a:gd name="connsiteY64" fmla="*/ 612250 h 1262109"/>
                <a:gd name="connsiteX65" fmla="*/ 1039622 w 1681353"/>
                <a:gd name="connsiteY65" fmla="*/ 318626 h 1262109"/>
                <a:gd name="connsiteX66" fmla="*/ 1654810 w 1681353"/>
                <a:gd name="connsiteY66" fmla="*/ 553449 h 1262109"/>
                <a:gd name="connsiteX67" fmla="*/ 1655191 w 1681353"/>
                <a:gd name="connsiteY67" fmla="*/ 414765 h 1262109"/>
                <a:gd name="connsiteX68" fmla="*/ 1371092 w 1681353"/>
                <a:gd name="connsiteY68" fmla="*/ 667114 h 1262109"/>
                <a:gd name="connsiteX69" fmla="*/ 1249807 w 1681353"/>
                <a:gd name="connsiteY69" fmla="*/ 778874 h 1262109"/>
                <a:gd name="connsiteX70" fmla="*/ 1261618 w 1681353"/>
                <a:gd name="connsiteY70" fmla="*/ 708516 h 1262109"/>
                <a:gd name="connsiteX71" fmla="*/ 1208151 w 1681353"/>
                <a:gd name="connsiteY71" fmla="*/ 720962 h 1262109"/>
                <a:gd name="connsiteX72" fmla="*/ 1338961 w 1681353"/>
                <a:gd name="connsiteY72" fmla="*/ 933433 h 1262109"/>
                <a:gd name="connsiteX73" fmla="*/ 1462913 w 1681353"/>
                <a:gd name="connsiteY73" fmla="*/ 687180 h 1262109"/>
                <a:gd name="connsiteX74" fmla="*/ 1387475 w 1681353"/>
                <a:gd name="connsiteY74" fmla="*/ 780144 h 1262109"/>
                <a:gd name="connsiteX75" fmla="*/ 1427988 w 1681353"/>
                <a:gd name="connsiteY75" fmla="*/ 674099 h 1262109"/>
                <a:gd name="connsiteX76" fmla="*/ 1371092 w 1681353"/>
                <a:gd name="connsiteY76" fmla="*/ 667114 h 1262109"/>
                <a:gd name="connsiteX77" fmla="*/ 1081532 w 1681353"/>
                <a:gd name="connsiteY77" fmla="*/ 949181 h 1262109"/>
                <a:gd name="connsiteX78" fmla="*/ 1025652 w 1681353"/>
                <a:gd name="connsiteY78" fmla="*/ 969882 h 1262109"/>
                <a:gd name="connsiteX79" fmla="*/ 1042035 w 1681353"/>
                <a:gd name="connsiteY79" fmla="*/ 945244 h 1262109"/>
                <a:gd name="connsiteX80" fmla="*/ 913638 w 1681353"/>
                <a:gd name="connsiteY80" fmla="*/ 867012 h 1262109"/>
                <a:gd name="connsiteX81" fmla="*/ 964057 w 1681353"/>
                <a:gd name="connsiteY81" fmla="*/ 1115932 h 1262109"/>
                <a:gd name="connsiteX82" fmla="*/ 1097915 w 1681353"/>
                <a:gd name="connsiteY82" fmla="*/ 1143491 h 1262109"/>
                <a:gd name="connsiteX83" fmla="*/ 1340866 w 1681353"/>
                <a:gd name="connsiteY83" fmla="*/ 962770 h 1262109"/>
                <a:gd name="connsiteX84" fmla="*/ 1181608 w 1681353"/>
                <a:gd name="connsiteY84" fmla="*/ 848216 h 1262109"/>
                <a:gd name="connsiteX85" fmla="*/ 1081532 w 1681353"/>
                <a:gd name="connsiteY85" fmla="*/ 949181 h 1262109"/>
                <a:gd name="connsiteX0" fmla="*/ 1681353 w 1681353"/>
                <a:gd name="connsiteY0" fmla="*/ 674353 h 1262109"/>
                <a:gd name="connsiteX1" fmla="*/ 1657731 w 1681353"/>
                <a:gd name="connsiteY1" fmla="*/ 744584 h 1262109"/>
                <a:gd name="connsiteX2" fmla="*/ 1517142 w 1681353"/>
                <a:gd name="connsiteY2" fmla="*/ 751569 h 1262109"/>
                <a:gd name="connsiteX3" fmla="*/ 1383030 w 1681353"/>
                <a:gd name="connsiteY3" fmla="*/ 957436 h 1262109"/>
                <a:gd name="connsiteX4" fmla="*/ 1096137 w 1681353"/>
                <a:gd name="connsiteY4" fmla="*/ 1169780 h 1262109"/>
                <a:gd name="connsiteX5" fmla="*/ 969010 w 1681353"/>
                <a:gd name="connsiteY5" fmla="*/ 1147936 h 1262109"/>
                <a:gd name="connsiteX6" fmla="*/ 968375 w 1681353"/>
                <a:gd name="connsiteY6" fmla="*/ 1244710 h 1262109"/>
                <a:gd name="connsiteX7" fmla="*/ 957580 w 1681353"/>
                <a:gd name="connsiteY7" fmla="*/ 1257410 h 1262109"/>
                <a:gd name="connsiteX8" fmla="*/ 942721 w 1681353"/>
                <a:gd name="connsiteY8" fmla="*/ 1254616 h 1262109"/>
                <a:gd name="connsiteX9" fmla="*/ 940562 w 1681353"/>
                <a:gd name="connsiteY9" fmla="*/ 1151111 h 1262109"/>
                <a:gd name="connsiteX10" fmla="*/ 914908 w 1681353"/>
                <a:gd name="connsiteY10" fmla="*/ 951340 h 1262109"/>
                <a:gd name="connsiteX11" fmla="*/ 854202 w 1681353"/>
                <a:gd name="connsiteY11" fmla="*/ 838310 h 1262109"/>
                <a:gd name="connsiteX12" fmla="*/ 678561 w 1681353"/>
                <a:gd name="connsiteY12" fmla="*/ 832214 h 1262109"/>
                <a:gd name="connsiteX13" fmla="*/ 448437 w 1681353"/>
                <a:gd name="connsiteY13" fmla="*/ 814180 h 1262109"/>
                <a:gd name="connsiteX14" fmla="*/ 402209 w 1681353"/>
                <a:gd name="connsiteY14" fmla="*/ 837040 h 1262109"/>
                <a:gd name="connsiteX15" fmla="*/ 338963 w 1681353"/>
                <a:gd name="connsiteY15" fmla="*/ 857106 h 1262109"/>
                <a:gd name="connsiteX16" fmla="*/ 376047 w 1681353"/>
                <a:gd name="connsiteY16" fmla="*/ 952483 h 1262109"/>
                <a:gd name="connsiteX17" fmla="*/ 342900 w 1681353"/>
                <a:gd name="connsiteY17" fmla="*/ 1084182 h 1262109"/>
                <a:gd name="connsiteX18" fmla="*/ 265811 w 1681353"/>
                <a:gd name="connsiteY18" fmla="*/ 1252838 h 1262109"/>
                <a:gd name="connsiteX19" fmla="*/ 240157 w 1681353"/>
                <a:gd name="connsiteY19" fmla="*/ 1256140 h 1262109"/>
                <a:gd name="connsiteX20" fmla="*/ 349377 w 1681353"/>
                <a:gd name="connsiteY20" fmla="*/ 970263 h 1262109"/>
                <a:gd name="connsiteX21" fmla="*/ 311531 w 1681353"/>
                <a:gd name="connsiteY21" fmla="*/ 868536 h 1262109"/>
                <a:gd name="connsiteX22" fmla="*/ 20955 w 1681353"/>
                <a:gd name="connsiteY22" fmla="*/ 1251568 h 1262109"/>
                <a:gd name="connsiteX23" fmla="*/ 0 w 1681353"/>
                <a:gd name="connsiteY23" fmla="*/ 1262109 h 1262109"/>
                <a:gd name="connsiteX24" fmla="*/ 133223 w 1681353"/>
                <a:gd name="connsiteY24" fmla="*/ 995790 h 1262109"/>
                <a:gd name="connsiteX25" fmla="*/ 412369 w 1681353"/>
                <a:gd name="connsiteY25" fmla="*/ 806814 h 1262109"/>
                <a:gd name="connsiteX26" fmla="*/ 198247 w 1681353"/>
                <a:gd name="connsiteY26" fmla="*/ 670924 h 1262109"/>
                <a:gd name="connsiteX27" fmla="*/ 101981 w 1681353"/>
                <a:gd name="connsiteY27" fmla="*/ 581008 h 1262109"/>
                <a:gd name="connsiteX28" fmla="*/ 175895 w 1681353"/>
                <a:gd name="connsiteY28" fmla="*/ 285606 h 1262109"/>
                <a:gd name="connsiteX29" fmla="*/ 379792 w 1681353"/>
                <a:gd name="connsiteY29" fmla="*/ 50048 h 1262109"/>
                <a:gd name="connsiteX30" fmla="*/ 672816 w 1681353"/>
                <a:gd name="connsiteY30" fmla="*/ 5278 h 1262109"/>
                <a:gd name="connsiteX31" fmla="*/ 972991 w 1681353"/>
                <a:gd name="connsiteY31" fmla="*/ 167838 h 1262109"/>
                <a:gd name="connsiteX32" fmla="*/ 1049655 w 1681353"/>
                <a:gd name="connsiteY32" fmla="*/ 304021 h 1262109"/>
                <a:gd name="connsiteX33" fmla="*/ 1114679 w 1681353"/>
                <a:gd name="connsiteY33" fmla="*/ 399271 h 1262109"/>
                <a:gd name="connsiteX34" fmla="*/ 1042924 w 1681353"/>
                <a:gd name="connsiteY34" fmla="*/ 629268 h 1262109"/>
                <a:gd name="connsiteX35" fmla="*/ 1025906 w 1681353"/>
                <a:gd name="connsiteY35" fmla="*/ 639174 h 1262109"/>
                <a:gd name="connsiteX36" fmla="*/ 832358 w 1681353"/>
                <a:gd name="connsiteY36" fmla="*/ 801734 h 1262109"/>
                <a:gd name="connsiteX37" fmla="*/ 1063879 w 1681353"/>
                <a:gd name="connsiteY37" fmla="*/ 931909 h 1262109"/>
                <a:gd name="connsiteX38" fmla="*/ 1164717 w 1681353"/>
                <a:gd name="connsiteY38" fmla="*/ 818879 h 1262109"/>
                <a:gd name="connsiteX39" fmla="*/ 1175385 w 1681353"/>
                <a:gd name="connsiteY39" fmla="*/ 730106 h 1262109"/>
                <a:gd name="connsiteX40" fmla="*/ 1226693 w 1681353"/>
                <a:gd name="connsiteY40" fmla="*/ 676766 h 1262109"/>
                <a:gd name="connsiteX41" fmla="*/ 1282700 w 1681353"/>
                <a:gd name="connsiteY41" fmla="*/ 694165 h 1262109"/>
                <a:gd name="connsiteX42" fmla="*/ 1388745 w 1681353"/>
                <a:gd name="connsiteY42" fmla="*/ 635237 h 1262109"/>
                <a:gd name="connsiteX43" fmla="*/ 1489583 w 1681353"/>
                <a:gd name="connsiteY43" fmla="*/ 679433 h 1262109"/>
                <a:gd name="connsiteX44" fmla="*/ 378191 w 1681353"/>
                <a:gd name="connsiteY44" fmla="*/ 86782 h 1262109"/>
                <a:gd name="connsiteX45" fmla="*/ 198247 w 1681353"/>
                <a:gd name="connsiteY45" fmla="*/ 293353 h 1262109"/>
                <a:gd name="connsiteX46" fmla="*/ 221869 w 1681353"/>
                <a:gd name="connsiteY46" fmla="*/ 303767 h 1262109"/>
                <a:gd name="connsiteX47" fmla="*/ 262001 w 1681353"/>
                <a:gd name="connsiteY47" fmla="*/ 386952 h 1262109"/>
                <a:gd name="connsiteX48" fmla="*/ 231648 w 1681353"/>
                <a:gd name="connsiteY48" fmla="*/ 613266 h 1262109"/>
                <a:gd name="connsiteX49" fmla="*/ 196850 w 1681353"/>
                <a:gd name="connsiteY49" fmla="*/ 634094 h 1262109"/>
                <a:gd name="connsiteX50" fmla="*/ 310642 w 1681353"/>
                <a:gd name="connsiteY50" fmla="*/ 734805 h 1262109"/>
                <a:gd name="connsiteX51" fmla="*/ 735076 w 1681353"/>
                <a:gd name="connsiteY51" fmla="*/ 802115 h 1262109"/>
                <a:gd name="connsiteX52" fmla="*/ 985774 w 1681353"/>
                <a:gd name="connsiteY52" fmla="*/ 645143 h 1262109"/>
                <a:gd name="connsiteX53" fmla="*/ 991489 w 1681353"/>
                <a:gd name="connsiteY53" fmla="*/ 642857 h 1262109"/>
                <a:gd name="connsiteX54" fmla="*/ 941956 w 1681353"/>
                <a:gd name="connsiteY54" fmla="*/ 178366 h 1262109"/>
                <a:gd name="connsiteX55" fmla="*/ 655811 w 1681353"/>
                <a:gd name="connsiteY55" fmla="*/ 27037 h 1262109"/>
                <a:gd name="connsiteX56" fmla="*/ 372956 w 1681353"/>
                <a:gd name="connsiteY56" fmla="*/ 85525 h 1262109"/>
                <a:gd name="connsiteX57" fmla="*/ 161417 w 1681353"/>
                <a:gd name="connsiteY57" fmla="*/ 322309 h 1262109"/>
                <a:gd name="connsiteX58" fmla="*/ 114554 w 1681353"/>
                <a:gd name="connsiteY58" fmla="*/ 539479 h 1262109"/>
                <a:gd name="connsiteX59" fmla="*/ 182499 w 1681353"/>
                <a:gd name="connsiteY59" fmla="*/ 610980 h 1262109"/>
                <a:gd name="connsiteX60" fmla="*/ 224917 w 1681353"/>
                <a:gd name="connsiteY60" fmla="*/ 575420 h 1262109"/>
                <a:gd name="connsiteX61" fmla="*/ 224536 w 1681353"/>
                <a:gd name="connsiteY61" fmla="*/ 352408 h 1262109"/>
                <a:gd name="connsiteX62" fmla="*/ 161417 w 1681353"/>
                <a:gd name="connsiteY62" fmla="*/ 322309 h 1262109"/>
                <a:gd name="connsiteX63" fmla="*/ 1039622 w 1681353"/>
                <a:gd name="connsiteY63" fmla="*/ 318626 h 1262109"/>
                <a:gd name="connsiteX64" fmla="*/ 1037717 w 1681353"/>
                <a:gd name="connsiteY64" fmla="*/ 612250 h 1262109"/>
                <a:gd name="connsiteX65" fmla="*/ 1039622 w 1681353"/>
                <a:gd name="connsiteY65" fmla="*/ 318626 h 1262109"/>
                <a:gd name="connsiteX66" fmla="*/ 1371092 w 1681353"/>
                <a:gd name="connsiteY66" fmla="*/ 667114 h 1262109"/>
                <a:gd name="connsiteX67" fmla="*/ 1249807 w 1681353"/>
                <a:gd name="connsiteY67" fmla="*/ 778874 h 1262109"/>
                <a:gd name="connsiteX68" fmla="*/ 1261618 w 1681353"/>
                <a:gd name="connsiteY68" fmla="*/ 708516 h 1262109"/>
                <a:gd name="connsiteX69" fmla="*/ 1208151 w 1681353"/>
                <a:gd name="connsiteY69" fmla="*/ 720962 h 1262109"/>
                <a:gd name="connsiteX70" fmla="*/ 1338961 w 1681353"/>
                <a:gd name="connsiteY70" fmla="*/ 933433 h 1262109"/>
                <a:gd name="connsiteX71" fmla="*/ 1462913 w 1681353"/>
                <a:gd name="connsiteY71" fmla="*/ 687180 h 1262109"/>
                <a:gd name="connsiteX72" fmla="*/ 1387475 w 1681353"/>
                <a:gd name="connsiteY72" fmla="*/ 780144 h 1262109"/>
                <a:gd name="connsiteX73" fmla="*/ 1427988 w 1681353"/>
                <a:gd name="connsiteY73" fmla="*/ 674099 h 1262109"/>
                <a:gd name="connsiteX74" fmla="*/ 1371092 w 1681353"/>
                <a:gd name="connsiteY74" fmla="*/ 667114 h 1262109"/>
                <a:gd name="connsiteX75" fmla="*/ 1081532 w 1681353"/>
                <a:gd name="connsiteY75" fmla="*/ 949181 h 1262109"/>
                <a:gd name="connsiteX76" fmla="*/ 1025652 w 1681353"/>
                <a:gd name="connsiteY76" fmla="*/ 969882 h 1262109"/>
                <a:gd name="connsiteX77" fmla="*/ 1042035 w 1681353"/>
                <a:gd name="connsiteY77" fmla="*/ 945244 h 1262109"/>
                <a:gd name="connsiteX78" fmla="*/ 913638 w 1681353"/>
                <a:gd name="connsiteY78" fmla="*/ 867012 h 1262109"/>
                <a:gd name="connsiteX79" fmla="*/ 964057 w 1681353"/>
                <a:gd name="connsiteY79" fmla="*/ 1115932 h 1262109"/>
                <a:gd name="connsiteX80" fmla="*/ 1097915 w 1681353"/>
                <a:gd name="connsiteY80" fmla="*/ 1143491 h 1262109"/>
                <a:gd name="connsiteX81" fmla="*/ 1340866 w 1681353"/>
                <a:gd name="connsiteY81" fmla="*/ 962770 h 1262109"/>
                <a:gd name="connsiteX82" fmla="*/ 1181608 w 1681353"/>
                <a:gd name="connsiteY82" fmla="*/ 848216 h 1262109"/>
                <a:gd name="connsiteX83" fmla="*/ 1081532 w 1681353"/>
                <a:gd name="connsiteY83" fmla="*/ 949181 h 1262109"/>
                <a:gd name="connsiteX0" fmla="*/ 1657731 w 1657731"/>
                <a:gd name="connsiteY0" fmla="*/ 744584 h 1262109"/>
                <a:gd name="connsiteX1" fmla="*/ 1517142 w 1657731"/>
                <a:gd name="connsiteY1" fmla="*/ 751569 h 1262109"/>
                <a:gd name="connsiteX2" fmla="*/ 1383030 w 1657731"/>
                <a:gd name="connsiteY2" fmla="*/ 957436 h 1262109"/>
                <a:gd name="connsiteX3" fmla="*/ 1096137 w 1657731"/>
                <a:gd name="connsiteY3" fmla="*/ 1169780 h 1262109"/>
                <a:gd name="connsiteX4" fmla="*/ 969010 w 1657731"/>
                <a:gd name="connsiteY4" fmla="*/ 1147936 h 1262109"/>
                <a:gd name="connsiteX5" fmla="*/ 968375 w 1657731"/>
                <a:gd name="connsiteY5" fmla="*/ 1244710 h 1262109"/>
                <a:gd name="connsiteX6" fmla="*/ 957580 w 1657731"/>
                <a:gd name="connsiteY6" fmla="*/ 1257410 h 1262109"/>
                <a:gd name="connsiteX7" fmla="*/ 942721 w 1657731"/>
                <a:gd name="connsiteY7" fmla="*/ 1254616 h 1262109"/>
                <a:gd name="connsiteX8" fmla="*/ 940562 w 1657731"/>
                <a:gd name="connsiteY8" fmla="*/ 1151111 h 1262109"/>
                <a:gd name="connsiteX9" fmla="*/ 914908 w 1657731"/>
                <a:gd name="connsiteY9" fmla="*/ 951340 h 1262109"/>
                <a:gd name="connsiteX10" fmla="*/ 854202 w 1657731"/>
                <a:gd name="connsiteY10" fmla="*/ 838310 h 1262109"/>
                <a:gd name="connsiteX11" fmla="*/ 678561 w 1657731"/>
                <a:gd name="connsiteY11" fmla="*/ 832214 h 1262109"/>
                <a:gd name="connsiteX12" fmla="*/ 448437 w 1657731"/>
                <a:gd name="connsiteY12" fmla="*/ 814180 h 1262109"/>
                <a:gd name="connsiteX13" fmla="*/ 402209 w 1657731"/>
                <a:gd name="connsiteY13" fmla="*/ 837040 h 1262109"/>
                <a:gd name="connsiteX14" fmla="*/ 338963 w 1657731"/>
                <a:gd name="connsiteY14" fmla="*/ 857106 h 1262109"/>
                <a:gd name="connsiteX15" fmla="*/ 376047 w 1657731"/>
                <a:gd name="connsiteY15" fmla="*/ 952483 h 1262109"/>
                <a:gd name="connsiteX16" fmla="*/ 342900 w 1657731"/>
                <a:gd name="connsiteY16" fmla="*/ 1084182 h 1262109"/>
                <a:gd name="connsiteX17" fmla="*/ 265811 w 1657731"/>
                <a:gd name="connsiteY17" fmla="*/ 1252838 h 1262109"/>
                <a:gd name="connsiteX18" fmla="*/ 240157 w 1657731"/>
                <a:gd name="connsiteY18" fmla="*/ 1256140 h 1262109"/>
                <a:gd name="connsiteX19" fmla="*/ 349377 w 1657731"/>
                <a:gd name="connsiteY19" fmla="*/ 970263 h 1262109"/>
                <a:gd name="connsiteX20" fmla="*/ 311531 w 1657731"/>
                <a:gd name="connsiteY20" fmla="*/ 868536 h 1262109"/>
                <a:gd name="connsiteX21" fmla="*/ 20955 w 1657731"/>
                <a:gd name="connsiteY21" fmla="*/ 1251568 h 1262109"/>
                <a:gd name="connsiteX22" fmla="*/ 0 w 1657731"/>
                <a:gd name="connsiteY22" fmla="*/ 1262109 h 1262109"/>
                <a:gd name="connsiteX23" fmla="*/ 133223 w 1657731"/>
                <a:gd name="connsiteY23" fmla="*/ 995790 h 1262109"/>
                <a:gd name="connsiteX24" fmla="*/ 412369 w 1657731"/>
                <a:gd name="connsiteY24" fmla="*/ 806814 h 1262109"/>
                <a:gd name="connsiteX25" fmla="*/ 198247 w 1657731"/>
                <a:gd name="connsiteY25" fmla="*/ 670924 h 1262109"/>
                <a:gd name="connsiteX26" fmla="*/ 101981 w 1657731"/>
                <a:gd name="connsiteY26" fmla="*/ 581008 h 1262109"/>
                <a:gd name="connsiteX27" fmla="*/ 175895 w 1657731"/>
                <a:gd name="connsiteY27" fmla="*/ 285606 h 1262109"/>
                <a:gd name="connsiteX28" fmla="*/ 379792 w 1657731"/>
                <a:gd name="connsiteY28" fmla="*/ 50048 h 1262109"/>
                <a:gd name="connsiteX29" fmla="*/ 672816 w 1657731"/>
                <a:gd name="connsiteY29" fmla="*/ 5278 h 1262109"/>
                <a:gd name="connsiteX30" fmla="*/ 972991 w 1657731"/>
                <a:gd name="connsiteY30" fmla="*/ 167838 h 1262109"/>
                <a:gd name="connsiteX31" fmla="*/ 1049655 w 1657731"/>
                <a:gd name="connsiteY31" fmla="*/ 304021 h 1262109"/>
                <a:gd name="connsiteX32" fmla="*/ 1114679 w 1657731"/>
                <a:gd name="connsiteY32" fmla="*/ 399271 h 1262109"/>
                <a:gd name="connsiteX33" fmla="*/ 1042924 w 1657731"/>
                <a:gd name="connsiteY33" fmla="*/ 629268 h 1262109"/>
                <a:gd name="connsiteX34" fmla="*/ 1025906 w 1657731"/>
                <a:gd name="connsiteY34" fmla="*/ 639174 h 1262109"/>
                <a:gd name="connsiteX35" fmla="*/ 832358 w 1657731"/>
                <a:gd name="connsiteY35" fmla="*/ 801734 h 1262109"/>
                <a:gd name="connsiteX36" fmla="*/ 1063879 w 1657731"/>
                <a:gd name="connsiteY36" fmla="*/ 931909 h 1262109"/>
                <a:gd name="connsiteX37" fmla="*/ 1164717 w 1657731"/>
                <a:gd name="connsiteY37" fmla="*/ 818879 h 1262109"/>
                <a:gd name="connsiteX38" fmla="*/ 1175385 w 1657731"/>
                <a:gd name="connsiteY38" fmla="*/ 730106 h 1262109"/>
                <a:gd name="connsiteX39" fmla="*/ 1226693 w 1657731"/>
                <a:gd name="connsiteY39" fmla="*/ 676766 h 1262109"/>
                <a:gd name="connsiteX40" fmla="*/ 1282700 w 1657731"/>
                <a:gd name="connsiteY40" fmla="*/ 694165 h 1262109"/>
                <a:gd name="connsiteX41" fmla="*/ 1388745 w 1657731"/>
                <a:gd name="connsiteY41" fmla="*/ 635237 h 1262109"/>
                <a:gd name="connsiteX42" fmla="*/ 1489583 w 1657731"/>
                <a:gd name="connsiteY42" fmla="*/ 679433 h 1262109"/>
                <a:gd name="connsiteX43" fmla="*/ 378191 w 1657731"/>
                <a:gd name="connsiteY43" fmla="*/ 86782 h 1262109"/>
                <a:gd name="connsiteX44" fmla="*/ 198247 w 1657731"/>
                <a:gd name="connsiteY44" fmla="*/ 293353 h 1262109"/>
                <a:gd name="connsiteX45" fmla="*/ 221869 w 1657731"/>
                <a:gd name="connsiteY45" fmla="*/ 303767 h 1262109"/>
                <a:gd name="connsiteX46" fmla="*/ 262001 w 1657731"/>
                <a:gd name="connsiteY46" fmla="*/ 386952 h 1262109"/>
                <a:gd name="connsiteX47" fmla="*/ 231648 w 1657731"/>
                <a:gd name="connsiteY47" fmla="*/ 613266 h 1262109"/>
                <a:gd name="connsiteX48" fmla="*/ 196850 w 1657731"/>
                <a:gd name="connsiteY48" fmla="*/ 634094 h 1262109"/>
                <a:gd name="connsiteX49" fmla="*/ 310642 w 1657731"/>
                <a:gd name="connsiteY49" fmla="*/ 734805 h 1262109"/>
                <a:gd name="connsiteX50" fmla="*/ 735076 w 1657731"/>
                <a:gd name="connsiteY50" fmla="*/ 802115 h 1262109"/>
                <a:gd name="connsiteX51" fmla="*/ 985774 w 1657731"/>
                <a:gd name="connsiteY51" fmla="*/ 645143 h 1262109"/>
                <a:gd name="connsiteX52" fmla="*/ 991489 w 1657731"/>
                <a:gd name="connsiteY52" fmla="*/ 642857 h 1262109"/>
                <a:gd name="connsiteX53" fmla="*/ 941956 w 1657731"/>
                <a:gd name="connsiteY53" fmla="*/ 178366 h 1262109"/>
                <a:gd name="connsiteX54" fmla="*/ 655811 w 1657731"/>
                <a:gd name="connsiteY54" fmla="*/ 27037 h 1262109"/>
                <a:gd name="connsiteX55" fmla="*/ 372956 w 1657731"/>
                <a:gd name="connsiteY55" fmla="*/ 85525 h 1262109"/>
                <a:gd name="connsiteX56" fmla="*/ 161417 w 1657731"/>
                <a:gd name="connsiteY56" fmla="*/ 322309 h 1262109"/>
                <a:gd name="connsiteX57" fmla="*/ 114554 w 1657731"/>
                <a:gd name="connsiteY57" fmla="*/ 539479 h 1262109"/>
                <a:gd name="connsiteX58" fmla="*/ 182499 w 1657731"/>
                <a:gd name="connsiteY58" fmla="*/ 610980 h 1262109"/>
                <a:gd name="connsiteX59" fmla="*/ 224917 w 1657731"/>
                <a:gd name="connsiteY59" fmla="*/ 575420 h 1262109"/>
                <a:gd name="connsiteX60" fmla="*/ 224536 w 1657731"/>
                <a:gd name="connsiteY60" fmla="*/ 352408 h 1262109"/>
                <a:gd name="connsiteX61" fmla="*/ 161417 w 1657731"/>
                <a:gd name="connsiteY61" fmla="*/ 322309 h 1262109"/>
                <a:gd name="connsiteX62" fmla="*/ 1039622 w 1657731"/>
                <a:gd name="connsiteY62" fmla="*/ 318626 h 1262109"/>
                <a:gd name="connsiteX63" fmla="*/ 1037717 w 1657731"/>
                <a:gd name="connsiteY63" fmla="*/ 612250 h 1262109"/>
                <a:gd name="connsiteX64" fmla="*/ 1039622 w 1657731"/>
                <a:gd name="connsiteY64" fmla="*/ 318626 h 1262109"/>
                <a:gd name="connsiteX65" fmla="*/ 1371092 w 1657731"/>
                <a:gd name="connsiteY65" fmla="*/ 667114 h 1262109"/>
                <a:gd name="connsiteX66" fmla="*/ 1249807 w 1657731"/>
                <a:gd name="connsiteY66" fmla="*/ 778874 h 1262109"/>
                <a:gd name="connsiteX67" fmla="*/ 1261618 w 1657731"/>
                <a:gd name="connsiteY67" fmla="*/ 708516 h 1262109"/>
                <a:gd name="connsiteX68" fmla="*/ 1208151 w 1657731"/>
                <a:gd name="connsiteY68" fmla="*/ 720962 h 1262109"/>
                <a:gd name="connsiteX69" fmla="*/ 1338961 w 1657731"/>
                <a:gd name="connsiteY69" fmla="*/ 933433 h 1262109"/>
                <a:gd name="connsiteX70" fmla="*/ 1462913 w 1657731"/>
                <a:gd name="connsiteY70" fmla="*/ 687180 h 1262109"/>
                <a:gd name="connsiteX71" fmla="*/ 1387475 w 1657731"/>
                <a:gd name="connsiteY71" fmla="*/ 780144 h 1262109"/>
                <a:gd name="connsiteX72" fmla="*/ 1427988 w 1657731"/>
                <a:gd name="connsiteY72" fmla="*/ 674099 h 1262109"/>
                <a:gd name="connsiteX73" fmla="*/ 1371092 w 1657731"/>
                <a:gd name="connsiteY73" fmla="*/ 667114 h 1262109"/>
                <a:gd name="connsiteX74" fmla="*/ 1081532 w 1657731"/>
                <a:gd name="connsiteY74" fmla="*/ 949181 h 1262109"/>
                <a:gd name="connsiteX75" fmla="*/ 1025652 w 1657731"/>
                <a:gd name="connsiteY75" fmla="*/ 969882 h 1262109"/>
                <a:gd name="connsiteX76" fmla="*/ 1042035 w 1657731"/>
                <a:gd name="connsiteY76" fmla="*/ 945244 h 1262109"/>
                <a:gd name="connsiteX77" fmla="*/ 913638 w 1657731"/>
                <a:gd name="connsiteY77" fmla="*/ 867012 h 1262109"/>
                <a:gd name="connsiteX78" fmla="*/ 964057 w 1657731"/>
                <a:gd name="connsiteY78" fmla="*/ 1115932 h 1262109"/>
                <a:gd name="connsiteX79" fmla="*/ 1097915 w 1657731"/>
                <a:gd name="connsiteY79" fmla="*/ 1143491 h 1262109"/>
                <a:gd name="connsiteX80" fmla="*/ 1340866 w 1657731"/>
                <a:gd name="connsiteY80" fmla="*/ 962770 h 1262109"/>
                <a:gd name="connsiteX81" fmla="*/ 1181608 w 1657731"/>
                <a:gd name="connsiteY81" fmla="*/ 848216 h 1262109"/>
                <a:gd name="connsiteX82" fmla="*/ 1081532 w 1657731"/>
                <a:gd name="connsiteY82" fmla="*/ 949181 h 1262109"/>
                <a:gd name="connsiteX0" fmla="*/ 1514513 w 1529271"/>
                <a:gd name="connsiteY0" fmla="*/ 716736 h 1262109"/>
                <a:gd name="connsiteX1" fmla="*/ 1517142 w 1529271"/>
                <a:gd name="connsiteY1" fmla="*/ 751569 h 1262109"/>
                <a:gd name="connsiteX2" fmla="*/ 1383030 w 1529271"/>
                <a:gd name="connsiteY2" fmla="*/ 957436 h 1262109"/>
                <a:gd name="connsiteX3" fmla="*/ 1096137 w 1529271"/>
                <a:gd name="connsiteY3" fmla="*/ 1169780 h 1262109"/>
                <a:gd name="connsiteX4" fmla="*/ 969010 w 1529271"/>
                <a:gd name="connsiteY4" fmla="*/ 1147936 h 1262109"/>
                <a:gd name="connsiteX5" fmla="*/ 968375 w 1529271"/>
                <a:gd name="connsiteY5" fmla="*/ 1244710 h 1262109"/>
                <a:gd name="connsiteX6" fmla="*/ 957580 w 1529271"/>
                <a:gd name="connsiteY6" fmla="*/ 1257410 h 1262109"/>
                <a:gd name="connsiteX7" fmla="*/ 942721 w 1529271"/>
                <a:gd name="connsiteY7" fmla="*/ 1254616 h 1262109"/>
                <a:gd name="connsiteX8" fmla="*/ 940562 w 1529271"/>
                <a:gd name="connsiteY8" fmla="*/ 1151111 h 1262109"/>
                <a:gd name="connsiteX9" fmla="*/ 914908 w 1529271"/>
                <a:gd name="connsiteY9" fmla="*/ 951340 h 1262109"/>
                <a:gd name="connsiteX10" fmla="*/ 854202 w 1529271"/>
                <a:gd name="connsiteY10" fmla="*/ 838310 h 1262109"/>
                <a:gd name="connsiteX11" fmla="*/ 678561 w 1529271"/>
                <a:gd name="connsiteY11" fmla="*/ 832214 h 1262109"/>
                <a:gd name="connsiteX12" fmla="*/ 448437 w 1529271"/>
                <a:gd name="connsiteY12" fmla="*/ 814180 h 1262109"/>
                <a:gd name="connsiteX13" fmla="*/ 402209 w 1529271"/>
                <a:gd name="connsiteY13" fmla="*/ 837040 h 1262109"/>
                <a:gd name="connsiteX14" fmla="*/ 338963 w 1529271"/>
                <a:gd name="connsiteY14" fmla="*/ 857106 h 1262109"/>
                <a:gd name="connsiteX15" fmla="*/ 376047 w 1529271"/>
                <a:gd name="connsiteY15" fmla="*/ 952483 h 1262109"/>
                <a:gd name="connsiteX16" fmla="*/ 342900 w 1529271"/>
                <a:gd name="connsiteY16" fmla="*/ 1084182 h 1262109"/>
                <a:gd name="connsiteX17" fmla="*/ 265811 w 1529271"/>
                <a:gd name="connsiteY17" fmla="*/ 1252838 h 1262109"/>
                <a:gd name="connsiteX18" fmla="*/ 240157 w 1529271"/>
                <a:gd name="connsiteY18" fmla="*/ 1256140 h 1262109"/>
                <a:gd name="connsiteX19" fmla="*/ 349377 w 1529271"/>
                <a:gd name="connsiteY19" fmla="*/ 970263 h 1262109"/>
                <a:gd name="connsiteX20" fmla="*/ 311531 w 1529271"/>
                <a:gd name="connsiteY20" fmla="*/ 868536 h 1262109"/>
                <a:gd name="connsiteX21" fmla="*/ 20955 w 1529271"/>
                <a:gd name="connsiteY21" fmla="*/ 1251568 h 1262109"/>
                <a:gd name="connsiteX22" fmla="*/ 0 w 1529271"/>
                <a:gd name="connsiteY22" fmla="*/ 1262109 h 1262109"/>
                <a:gd name="connsiteX23" fmla="*/ 133223 w 1529271"/>
                <a:gd name="connsiteY23" fmla="*/ 995790 h 1262109"/>
                <a:gd name="connsiteX24" fmla="*/ 412369 w 1529271"/>
                <a:gd name="connsiteY24" fmla="*/ 806814 h 1262109"/>
                <a:gd name="connsiteX25" fmla="*/ 198247 w 1529271"/>
                <a:gd name="connsiteY25" fmla="*/ 670924 h 1262109"/>
                <a:gd name="connsiteX26" fmla="*/ 101981 w 1529271"/>
                <a:gd name="connsiteY26" fmla="*/ 581008 h 1262109"/>
                <a:gd name="connsiteX27" fmla="*/ 175895 w 1529271"/>
                <a:gd name="connsiteY27" fmla="*/ 285606 h 1262109"/>
                <a:gd name="connsiteX28" fmla="*/ 379792 w 1529271"/>
                <a:gd name="connsiteY28" fmla="*/ 50048 h 1262109"/>
                <a:gd name="connsiteX29" fmla="*/ 672816 w 1529271"/>
                <a:gd name="connsiteY29" fmla="*/ 5278 h 1262109"/>
                <a:gd name="connsiteX30" fmla="*/ 972991 w 1529271"/>
                <a:gd name="connsiteY30" fmla="*/ 167838 h 1262109"/>
                <a:gd name="connsiteX31" fmla="*/ 1049655 w 1529271"/>
                <a:gd name="connsiteY31" fmla="*/ 304021 h 1262109"/>
                <a:gd name="connsiteX32" fmla="*/ 1114679 w 1529271"/>
                <a:gd name="connsiteY32" fmla="*/ 399271 h 1262109"/>
                <a:gd name="connsiteX33" fmla="*/ 1042924 w 1529271"/>
                <a:gd name="connsiteY33" fmla="*/ 629268 h 1262109"/>
                <a:gd name="connsiteX34" fmla="*/ 1025906 w 1529271"/>
                <a:gd name="connsiteY34" fmla="*/ 639174 h 1262109"/>
                <a:gd name="connsiteX35" fmla="*/ 832358 w 1529271"/>
                <a:gd name="connsiteY35" fmla="*/ 801734 h 1262109"/>
                <a:gd name="connsiteX36" fmla="*/ 1063879 w 1529271"/>
                <a:gd name="connsiteY36" fmla="*/ 931909 h 1262109"/>
                <a:gd name="connsiteX37" fmla="*/ 1164717 w 1529271"/>
                <a:gd name="connsiteY37" fmla="*/ 818879 h 1262109"/>
                <a:gd name="connsiteX38" fmla="*/ 1175385 w 1529271"/>
                <a:gd name="connsiteY38" fmla="*/ 730106 h 1262109"/>
                <a:gd name="connsiteX39" fmla="*/ 1226693 w 1529271"/>
                <a:gd name="connsiteY39" fmla="*/ 676766 h 1262109"/>
                <a:gd name="connsiteX40" fmla="*/ 1282700 w 1529271"/>
                <a:gd name="connsiteY40" fmla="*/ 694165 h 1262109"/>
                <a:gd name="connsiteX41" fmla="*/ 1388745 w 1529271"/>
                <a:gd name="connsiteY41" fmla="*/ 635237 h 1262109"/>
                <a:gd name="connsiteX42" fmla="*/ 1489583 w 1529271"/>
                <a:gd name="connsiteY42" fmla="*/ 679433 h 1262109"/>
                <a:gd name="connsiteX43" fmla="*/ 378191 w 1529271"/>
                <a:gd name="connsiteY43" fmla="*/ 86782 h 1262109"/>
                <a:gd name="connsiteX44" fmla="*/ 198247 w 1529271"/>
                <a:gd name="connsiteY44" fmla="*/ 293353 h 1262109"/>
                <a:gd name="connsiteX45" fmla="*/ 221869 w 1529271"/>
                <a:gd name="connsiteY45" fmla="*/ 303767 h 1262109"/>
                <a:gd name="connsiteX46" fmla="*/ 262001 w 1529271"/>
                <a:gd name="connsiteY46" fmla="*/ 386952 h 1262109"/>
                <a:gd name="connsiteX47" fmla="*/ 231648 w 1529271"/>
                <a:gd name="connsiteY47" fmla="*/ 613266 h 1262109"/>
                <a:gd name="connsiteX48" fmla="*/ 196850 w 1529271"/>
                <a:gd name="connsiteY48" fmla="*/ 634094 h 1262109"/>
                <a:gd name="connsiteX49" fmla="*/ 310642 w 1529271"/>
                <a:gd name="connsiteY49" fmla="*/ 734805 h 1262109"/>
                <a:gd name="connsiteX50" fmla="*/ 735076 w 1529271"/>
                <a:gd name="connsiteY50" fmla="*/ 802115 h 1262109"/>
                <a:gd name="connsiteX51" fmla="*/ 985774 w 1529271"/>
                <a:gd name="connsiteY51" fmla="*/ 645143 h 1262109"/>
                <a:gd name="connsiteX52" fmla="*/ 991489 w 1529271"/>
                <a:gd name="connsiteY52" fmla="*/ 642857 h 1262109"/>
                <a:gd name="connsiteX53" fmla="*/ 941956 w 1529271"/>
                <a:gd name="connsiteY53" fmla="*/ 178366 h 1262109"/>
                <a:gd name="connsiteX54" fmla="*/ 655811 w 1529271"/>
                <a:gd name="connsiteY54" fmla="*/ 27037 h 1262109"/>
                <a:gd name="connsiteX55" fmla="*/ 372956 w 1529271"/>
                <a:gd name="connsiteY55" fmla="*/ 85525 h 1262109"/>
                <a:gd name="connsiteX56" fmla="*/ 161417 w 1529271"/>
                <a:gd name="connsiteY56" fmla="*/ 322309 h 1262109"/>
                <a:gd name="connsiteX57" fmla="*/ 114554 w 1529271"/>
                <a:gd name="connsiteY57" fmla="*/ 539479 h 1262109"/>
                <a:gd name="connsiteX58" fmla="*/ 182499 w 1529271"/>
                <a:gd name="connsiteY58" fmla="*/ 610980 h 1262109"/>
                <a:gd name="connsiteX59" fmla="*/ 224917 w 1529271"/>
                <a:gd name="connsiteY59" fmla="*/ 575420 h 1262109"/>
                <a:gd name="connsiteX60" fmla="*/ 224536 w 1529271"/>
                <a:gd name="connsiteY60" fmla="*/ 352408 h 1262109"/>
                <a:gd name="connsiteX61" fmla="*/ 161417 w 1529271"/>
                <a:gd name="connsiteY61" fmla="*/ 322309 h 1262109"/>
                <a:gd name="connsiteX62" fmla="*/ 1039622 w 1529271"/>
                <a:gd name="connsiteY62" fmla="*/ 318626 h 1262109"/>
                <a:gd name="connsiteX63" fmla="*/ 1037717 w 1529271"/>
                <a:gd name="connsiteY63" fmla="*/ 612250 h 1262109"/>
                <a:gd name="connsiteX64" fmla="*/ 1039622 w 1529271"/>
                <a:gd name="connsiteY64" fmla="*/ 318626 h 1262109"/>
                <a:gd name="connsiteX65" fmla="*/ 1371092 w 1529271"/>
                <a:gd name="connsiteY65" fmla="*/ 667114 h 1262109"/>
                <a:gd name="connsiteX66" fmla="*/ 1249807 w 1529271"/>
                <a:gd name="connsiteY66" fmla="*/ 778874 h 1262109"/>
                <a:gd name="connsiteX67" fmla="*/ 1261618 w 1529271"/>
                <a:gd name="connsiteY67" fmla="*/ 708516 h 1262109"/>
                <a:gd name="connsiteX68" fmla="*/ 1208151 w 1529271"/>
                <a:gd name="connsiteY68" fmla="*/ 720962 h 1262109"/>
                <a:gd name="connsiteX69" fmla="*/ 1338961 w 1529271"/>
                <a:gd name="connsiteY69" fmla="*/ 933433 h 1262109"/>
                <a:gd name="connsiteX70" fmla="*/ 1462913 w 1529271"/>
                <a:gd name="connsiteY70" fmla="*/ 687180 h 1262109"/>
                <a:gd name="connsiteX71" fmla="*/ 1387475 w 1529271"/>
                <a:gd name="connsiteY71" fmla="*/ 780144 h 1262109"/>
                <a:gd name="connsiteX72" fmla="*/ 1427988 w 1529271"/>
                <a:gd name="connsiteY72" fmla="*/ 674099 h 1262109"/>
                <a:gd name="connsiteX73" fmla="*/ 1371092 w 1529271"/>
                <a:gd name="connsiteY73" fmla="*/ 667114 h 1262109"/>
                <a:gd name="connsiteX74" fmla="*/ 1081532 w 1529271"/>
                <a:gd name="connsiteY74" fmla="*/ 949181 h 1262109"/>
                <a:gd name="connsiteX75" fmla="*/ 1025652 w 1529271"/>
                <a:gd name="connsiteY75" fmla="*/ 969882 h 1262109"/>
                <a:gd name="connsiteX76" fmla="*/ 1042035 w 1529271"/>
                <a:gd name="connsiteY76" fmla="*/ 945244 h 1262109"/>
                <a:gd name="connsiteX77" fmla="*/ 913638 w 1529271"/>
                <a:gd name="connsiteY77" fmla="*/ 867012 h 1262109"/>
                <a:gd name="connsiteX78" fmla="*/ 964057 w 1529271"/>
                <a:gd name="connsiteY78" fmla="*/ 1115932 h 1262109"/>
                <a:gd name="connsiteX79" fmla="*/ 1097915 w 1529271"/>
                <a:gd name="connsiteY79" fmla="*/ 1143491 h 1262109"/>
                <a:gd name="connsiteX80" fmla="*/ 1340866 w 1529271"/>
                <a:gd name="connsiteY80" fmla="*/ 962770 h 1262109"/>
                <a:gd name="connsiteX81" fmla="*/ 1181608 w 1529271"/>
                <a:gd name="connsiteY81" fmla="*/ 848216 h 1262109"/>
                <a:gd name="connsiteX82" fmla="*/ 1081532 w 1529271"/>
                <a:gd name="connsiteY82" fmla="*/ 949181 h 1262109"/>
                <a:gd name="connsiteX0" fmla="*/ 1514513 w 1537324"/>
                <a:gd name="connsiteY0" fmla="*/ 716736 h 1262109"/>
                <a:gd name="connsiteX1" fmla="*/ 1517142 w 1537324"/>
                <a:gd name="connsiteY1" fmla="*/ 751569 h 1262109"/>
                <a:gd name="connsiteX2" fmla="*/ 1383030 w 1537324"/>
                <a:gd name="connsiteY2" fmla="*/ 957436 h 1262109"/>
                <a:gd name="connsiteX3" fmla="*/ 1096137 w 1537324"/>
                <a:gd name="connsiteY3" fmla="*/ 1169780 h 1262109"/>
                <a:gd name="connsiteX4" fmla="*/ 969010 w 1537324"/>
                <a:gd name="connsiteY4" fmla="*/ 1147936 h 1262109"/>
                <a:gd name="connsiteX5" fmla="*/ 968375 w 1537324"/>
                <a:gd name="connsiteY5" fmla="*/ 1244710 h 1262109"/>
                <a:gd name="connsiteX6" fmla="*/ 957580 w 1537324"/>
                <a:gd name="connsiteY6" fmla="*/ 1257410 h 1262109"/>
                <a:gd name="connsiteX7" fmla="*/ 942721 w 1537324"/>
                <a:gd name="connsiteY7" fmla="*/ 1254616 h 1262109"/>
                <a:gd name="connsiteX8" fmla="*/ 940562 w 1537324"/>
                <a:gd name="connsiteY8" fmla="*/ 1151111 h 1262109"/>
                <a:gd name="connsiteX9" fmla="*/ 914908 w 1537324"/>
                <a:gd name="connsiteY9" fmla="*/ 951340 h 1262109"/>
                <a:gd name="connsiteX10" fmla="*/ 854202 w 1537324"/>
                <a:gd name="connsiteY10" fmla="*/ 838310 h 1262109"/>
                <a:gd name="connsiteX11" fmla="*/ 678561 w 1537324"/>
                <a:gd name="connsiteY11" fmla="*/ 832214 h 1262109"/>
                <a:gd name="connsiteX12" fmla="*/ 448437 w 1537324"/>
                <a:gd name="connsiteY12" fmla="*/ 814180 h 1262109"/>
                <a:gd name="connsiteX13" fmla="*/ 402209 w 1537324"/>
                <a:gd name="connsiteY13" fmla="*/ 837040 h 1262109"/>
                <a:gd name="connsiteX14" fmla="*/ 338963 w 1537324"/>
                <a:gd name="connsiteY14" fmla="*/ 857106 h 1262109"/>
                <a:gd name="connsiteX15" fmla="*/ 376047 w 1537324"/>
                <a:gd name="connsiteY15" fmla="*/ 952483 h 1262109"/>
                <a:gd name="connsiteX16" fmla="*/ 342900 w 1537324"/>
                <a:gd name="connsiteY16" fmla="*/ 1084182 h 1262109"/>
                <a:gd name="connsiteX17" fmla="*/ 265811 w 1537324"/>
                <a:gd name="connsiteY17" fmla="*/ 1252838 h 1262109"/>
                <a:gd name="connsiteX18" fmla="*/ 240157 w 1537324"/>
                <a:gd name="connsiteY18" fmla="*/ 1256140 h 1262109"/>
                <a:gd name="connsiteX19" fmla="*/ 349377 w 1537324"/>
                <a:gd name="connsiteY19" fmla="*/ 970263 h 1262109"/>
                <a:gd name="connsiteX20" fmla="*/ 311531 w 1537324"/>
                <a:gd name="connsiteY20" fmla="*/ 868536 h 1262109"/>
                <a:gd name="connsiteX21" fmla="*/ 20955 w 1537324"/>
                <a:gd name="connsiteY21" fmla="*/ 1251568 h 1262109"/>
                <a:gd name="connsiteX22" fmla="*/ 0 w 1537324"/>
                <a:gd name="connsiteY22" fmla="*/ 1262109 h 1262109"/>
                <a:gd name="connsiteX23" fmla="*/ 133223 w 1537324"/>
                <a:gd name="connsiteY23" fmla="*/ 995790 h 1262109"/>
                <a:gd name="connsiteX24" fmla="*/ 412369 w 1537324"/>
                <a:gd name="connsiteY24" fmla="*/ 806814 h 1262109"/>
                <a:gd name="connsiteX25" fmla="*/ 198247 w 1537324"/>
                <a:gd name="connsiteY25" fmla="*/ 670924 h 1262109"/>
                <a:gd name="connsiteX26" fmla="*/ 101981 w 1537324"/>
                <a:gd name="connsiteY26" fmla="*/ 581008 h 1262109"/>
                <a:gd name="connsiteX27" fmla="*/ 175895 w 1537324"/>
                <a:gd name="connsiteY27" fmla="*/ 285606 h 1262109"/>
                <a:gd name="connsiteX28" fmla="*/ 379792 w 1537324"/>
                <a:gd name="connsiteY28" fmla="*/ 50048 h 1262109"/>
                <a:gd name="connsiteX29" fmla="*/ 672816 w 1537324"/>
                <a:gd name="connsiteY29" fmla="*/ 5278 h 1262109"/>
                <a:gd name="connsiteX30" fmla="*/ 972991 w 1537324"/>
                <a:gd name="connsiteY30" fmla="*/ 167838 h 1262109"/>
                <a:gd name="connsiteX31" fmla="*/ 1049655 w 1537324"/>
                <a:gd name="connsiteY31" fmla="*/ 304021 h 1262109"/>
                <a:gd name="connsiteX32" fmla="*/ 1114679 w 1537324"/>
                <a:gd name="connsiteY32" fmla="*/ 399271 h 1262109"/>
                <a:gd name="connsiteX33" fmla="*/ 1042924 w 1537324"/>
                <a:gd name="connsiteY33" fmla="*/ 629268 h 1262109"/>
                <a:gd name="connsiteX34" fmla="*/ 1025906 w 1537324"/>
                <a:gd name="connsiteY34" fmla="*/ 639174 h 1262109"/>
                <a:gd name="connsiteX35" fmla="*/ 832358 w 1537324"/>
                <a:gd name="connsiteY35" fmla="*/ 801734 h 1262109"/>
                <a:gd name="connsiteX36" fmla="*/ 1063879 w 1537324"/>
                <a:gd name="connsiteY36" fmla="*/ 931909 h 1262109"/>
                <a:gd name="connsiteX37" fmla="*/ 1164717 w 1537324"/>
                <a:gd name="connsiteY37" fmla="*/ 818879 h 1262109"/>
                <a:gd name="connsiteX38" fmla="*/ 1175385 w 1537324"/>
                <a:gd name="connsiteY38" fmla="*/ 730106 h 1262109"/>
                <a:gd name="connsiteX39" fmla="*/ 1226693 w 1537324"/>
                <a:gd name="connsiteY39" fmla="*/ 676766 h 1262109"/>
                <a:gd name="connsiteX40" fmla="*/ 1282700 w 1537324"/>
                <a:gd name="connsiteY40" fmla="*/ 694165 h 1262109"/>
                <a:gd name="connsiteX41" fmla="*/ 1388745 w 1537324"/>
                <a:gd name="connsiteY41" fmla="*/ 635237 h 1262109"/>
                <a:gd name="connsiteX42" fmla="*/ 1489583 w 1537324"/>
                <a:gd name="connsiteY42" fmla="*/ 679433 h 1262109"/>
                <a:gd name="connsiteX43" fmla="*/ 378191 w 1537324"/>
                <a:gd name="connsiteY43" fmla="*/ 86782 h 1262109"/>
                <a:gd name="connsiteX44" fmla="*/ 198247 w 1537324"/>
                <a:gd name="connsiteY44" fmla="*/ 293353 h 1262109"/>
                <a:gd name="connsiteX45" fmla="*/ 221869 w 1537324"/>
                <a:gd name="connsiteY45" fmla="*/ 303767 h 1262109"/>
                <a:gd name="connsiteX46" fmla="*/ 262001 w 1537324"/>
                <a:gd name="connsiteY46" fmla="*/ 386952 h 1262109"/>
                <a:gd name="connsiteX47" fmla="*/ 231648 w 1537324"/>
                <a:gd name="connsiteY47" fmla="*/ 613266 h 1262109"/>
                <a:gd name="connsiteX48" fmla="*/ 196850 w 1537324"/>
                <a:gd name="connsiteY48" fmla="*/ 634094 h 1262109"/>
                <a:gd name="connsiteX49" fmla="*/ 310642 w 1537324"/>
                <a:gd name="connsiteY49" fmla="*/ 734805 h 1262109"/>
                <a:gd name="connsiteX50" fmla="*/ 735076 w 1537324"/>
                <a:gd name="connsiteY50" fmla="*/ 802115 h 1262109"/>
                <a:gd name="connsiteX51" fmla="*/ 985774 w 1537324"/>
                <a:gd name="connsiteY51" fmla="*/ 645143 h 1262109"/>
                <a:gd name="connsiteX52" fmla="*/ 991489 w 1537324"/>
                <a:gd name="connsiteY52" fmla="*/ 642857 h 1262109"/>
                <a:gd name="connsiteX53" fmla="*/ 941956 w 1537324"/>
                <a:gd name="connsiteY53" fmla="*/ 178366 h 1262109"/>
                <a:gd name="connsiteX54" fmla="*/ 655811 w 1537324"/>
                <a:gd name="connsiteY54" fmla="*/ 27037 h 1262109"/>
                <a:gd name="connsiteX55" fmla="*/ 372956 w 1537324"/>
                <a:gd name="connsiteY55" fmla="*/ 85525 h 1262109"/>
                <a:gd name="connsiteX56" fmla="*/ 161417 w 1537324"/>
                <a:gd name="connsiteY56" fmla="*/ 322309 h 1262109"/>
                <a:gd name="connsiteX57" fmla="*/ 114554 w 1537324"/>
                <a:gd name="connsiteY57" fmla="*/ 539479 h 1262109"/>
                <a:gd name="connsiteX58" fmla="*/ 182499 w 1537324"/>
                <a:gd name="connsiteY58" fmla="*/ 610980 h 1262109"/>
                <a:gd name="connsiteX59" fmla="*/ 224917 w 1537324"/>
                <a:gd name="connsiteY59" fmla="*/ 575420 h 1262109"/>
                <a:gd name="connsiteX60" fmla="*/ 224536 w 1537324"/>
                <a:gd name="connsiteY60" fmla="*/ 352408 h 1262109"/>
                <a:gd name="connsiteX61" fmla="*/ 161417 w 1537324"/>
                <a:gd name="connsiteY61" fmla="*/ 322309 h 1262109"/>
                <a:gd name="connsiteX62" fmla="*/ 1039622 w 1537324"/>
                <a:gd name="connsiteY62" fmla="*/ 318626 h 1262109"/>
                <a:gd name="connsiteX63" fmla="*/ 1037717 w 1537324"/>
                <a:gd name="connsiteY63" fmla="*/ 612250 h 1262109"/>
                <a:gd name="connsiteX64" fmla="*/ 1039622 w 1537324"/>
                <a:gd name="connsiteY64" fmla="*/ 318626 h 1262109"/>
                <a:gd name="connsiteX65" fmla="*/ 1371092 w 1537324"/>
                <a:gd name="connsiteY65" fmla="*/ 667114 h 1262109"/>
                <a:gd name="connsiteX66" fmla="*/ 1249807 w 1537324"/>
                <a:gd name="connsiteY66" fmla="*/ 778874 h 1262109"/>
                <a:gd name="connsiteX67" fmla="*/ 1261618 w 1537324"/>
                <a:gd name="connsiteY67" fmla="*/ 708516 h 1262109"/>
                <a:gd name="connsiteX68" fmla="*/ 1208151 w 1537324"/>
                <a:gd name="connsiteY68" fmla="*/ 720962 h 1262109"/>
                <a:gd name="connsiteX69" fmla="*/ 1338961 w 1537324"/>
                <a:gd name="connsiteY69" fmla="*/ 933433 h 1262109"/>
                <a:gd name="connsiteX70" fmla="*/ 1462913 w 1537324"/>
                <a:gd name="connsiteY70" fmla="*/ 687180 h 1262109"/>
                <a:gd name="connsiteX71" fmla="*/ 1387475 w 1537324"/>
                <a:gd name="connsiteY71" fmla="*/ 780144 h 1262109"/>
                <a:gd name="connsiteX72" fmla="*/ 1427988 w 1537324"/>
                <a:gd name="connsiteY72" fmla="*/ 674099 h 1262109"/>
                <a:gd name="connsiteX73" fmla="*/ 1371092 w 1537324"/>
                <a:gd name="connsiteY73" fmla="*/ 667114 h 1262109"/>
                <a:gd name="connsiteX74" fmla="*/ 1081532 w 1537324"/>
                <a:gd name="connsiteY74" fmla="*/ 949181 h 1262109"/>
                <a:gd name="connsiteX75" fmla="*/ 1025652 w 1537324"/>
                <a:gd name="connsiteY75" fmla="*/ 969882 h 1262109"/>
                <a:gd name="connsiteX76" fmla="*/ 1042035 w 1537324"/>
                <a:gd name="connsiteY76" fmla="*/ 945244 h 1262109"/>
                <a:gd name="connsiteX77" fmla="*/ 913638 w 1537324"/>
                <a:gd name="connsiteY77" fmla="*/ 867012 h 1262109"/>
                <a:gd name="connsiteX78" fmla="*/ 964057 w 1537324"/>
                <a:gd name="connsiteY78" fmla="*/ 1115932 h 1262109"/>
                <a:gd name="connsiteX79" fmla="*/ 1097915 w 1537324"/>
                <a:gd name="connsiteY79" fmla="*/ 1143491 h 1262109"/>
                <a:gd name="connsiteX80" fmla="*/ 1340866 w 1537324"/>
                <a:gd name="connsiteY80" fmla="*/ 962770 h 1262109"/>
                <a:gd name="connsiteX81" fmla="*/ 1181608 w 1537324"/>
                <a:gd name="connsiteY81" fmla="*/ 848216 h 1262109"/>
                <a:gd name="connsiteX82" fmla="*/ 1081532 w 1537324"/>
                <a:gd name="connsiteY82" fmla="*/ 949181 h 126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537324" h="1262109">
                  <a:moveTo>
                    <a:pt x="1514513" y="716736"/>
                  </a:moveTo>
                  <a:cubicBezTo>
                    <a:pt x="1524914" y="755344"/>
                    <a:pt x="1558671" y="784716"/>
                    <a:pt x="1517142" y="751569"/>
                  </a:cubicBezTo>
                  <a:cubicBezTo>
                    <a:pt x="1515110" y="839707"/>
                    <a:pt x="1455420" y="913367"/>
                    <a:pt x="1383030" y="957436"/>
                  </a:cubicBezTo>
                  <a:cubicBezTo>
                    <a:pt x="1301750" y="1044177"/>
                    <a:pt x="1215771" y="1139173"/>
                    <a:pt x="1096137" y="1169780"/>
                  </a:cubicBezTo>
                  <a:cubicBezTo>
                    <a:pt x="1052449" y="1183369"/>
                    <a:pt x="1009015" y="1163811"/>
                    <a:pt x="969010" y="1147936"/>
                  </a:cubicBezTo>
                  <a:cubicBezTo>
                    <a:pt x="969010" y="1180194"/>
                    <a:pt x="969645" y="1212452"/>
                    <a:pt x="968375" y="1244710"/>
                  </a:cubicBezTo>
                  <a:cubicBezTo>
                    <a:pt x="965581" y="1247885"/>
                    <a:pt x="960247" y="1254235"/>
                    <a:pt x="957580" y="1257410"/>
                  </a:cubicBezTo>
                  <a:cubicBezTo>
                    <a:pt x="953897" y="1256648"/>
                    <a:pt x="946404" y="1255251"/>
                    <a:pt x="942721" y="1254616"/>
                  </a:cubicBezTo>
                  <a:cubicBezTo>
                    <a:pt x="941705" y="1220072"/>
                    <a:pt x="942340" y="1185528"/>
                    <a:pt x="940562" y="1151111"/>
                  </a:cubicBezTo>
                  <a:cubicBezTo>
                    <a:pt x="937387" y="1083928"/>
                    <a:pt x="925957" y="1017634"/>
                    <a:pt x="914908" y="951340"/>
                  </a:cubicBezTo>
                  <a:cubicBezTo>
                    <a:pt x="907415" y="908795"/>
                    <a:pt x="892302" y="862948"/>
                    <a:pt x="854202" y="838310"/>
                  </a:cubicBezTo>
                  <a:cubicBezTo>
                    <a:pt x="799211" y="805290"/>
                    <a:pt x="737362" y="830309"/>
                    <a:pt x="678561" y="832214"/>
                  </a:cubicBezTo>
                  <a:cubicBezTo>
                    <a:pt x="601472" y="835135"/>
                    <a:pt x="523621" y="831579"/>
                    <a:pt x="448437" y="814180"/>
                  </a:cubicBezTo>
                  <a:cubicBezTo>
                    <a:pt x="433070" y="821927"/>
                    <a:pt x="417830" y="829801"/>
                    <a:pt x="402209" y="837040"/>
                  </a:cubicBezTo>
                  <a:lnTo>
                    <a:pt x="338963" y="857106"/>
                  </a:lnTo>
                  <a:cubicBezTo>
                    <a:pt x="354965" y="886951"/>
                    <a:pt x="377698" y="916669"/>
                    <a:pt x="376047" y="952483"/>
                  </a:cubicBezTo>
                  <a:cubicBezTo>
                    <a:pt x="376809" y="998584"/>
                    <a:pt x="358648" y="1041764"/>
                    <a:pt x="342900" y="1084182"/>
                  </a:cubicBezTo>
                  <a:cubicBezTo>
                    <a:pt x="315976" y="1139808"/>
                    <a:pt x="292608" y="1197085"/>
                    <a:pt x="265811" y="1252838"/>
                  </a:cubicBezTo>
                  <a:cubicBezTo>
                    <a:pt x="259461" y="1253727"/>
                    <a:pt x="246634" y="1255378"/>
                    <a:pt x="240157" y="1256140"/>
                  </a:cubicBezTo>
                  <a:cubicBezTo>
                    <a:pt x="272161" y="1159112"/>
                    <a:pt x="332105" y="1071990"/>
                    <a:pt x="349377" y="970263"/>
                  </a:cubicBezTo>
                  <a:cubicBezTo>
                    <a:pt x="358013" y="931401"/>
                    <a:pt x="334391" y="897238"/>
                    <a:pt x="311531" y="868536"/>
                  </a:cubicBezTo>
                  <a:cubicBezTo>
                    <a:pt x="162814" y="946895"/>
                    <a:pt x="92710" y="1108947"/>
                    <a:pt x="20955" y="1251568"/>
                  </a:cubicBezTo>
                  <a:lnTo>
                    <a:pt x="0" y="1262109"/>
                  </a:lnTo>
                  <a:cubicBezTo>
                    <a:pt x="23622" y="1165081"/>
                    <a:pt x="78740" y="1078340"/>
                    <a:pt x="133223" y="995790"/>
                  </a:cubicBezTo>
                  <a:cubicBezTo>
                    <a:pt x="199263" y="900921"/>
                    <a:pt x="297053" y="827515"/>
                    <a:pt x="412369" y="806814"/>
                  </a:cubicBezTo>
                  <a:cubicBezTo>
                    <a:pt x="330962" y="780906"/>
                    <a:pt x="251714" y="739504"/>
                    <a:pt x="198247" y="670924"/>
                  </a:cubicBezTo>
                  <a:cubicBezTo>
                    <a:pt x="173736" y="631935"/>
                    <a:pt x="118872" y="625585"/>
                    <a:pt x="101981" y="581008"/>
                  </a:cubicBezTo>
                  <a:cubicBezTo>
                    <a:pt x="61468" y="483472"/>
                    <a:pt x="64897" y="334374"/>
                    <a:pt x="175895" y="285606"/>
                  </a:cubicBezTo>
                  <a:cubicBezTo>
                    <a:pt x="217043" y="191880"/>
                    <a:pt x="285050" y="86878"/>
                    <a:pt x="379792" y="50048"/>
                  </a:cubicBezTo>
                  <a:cubicBezTo>
                    <a:pt x="464755" y="10043"/>
                    <a:pt x="534168" y="-10376"/>
                    <a:pt x="672816" y="5278"/>
                  </a:cubicBezTo>
                  <a:cubicBezTo>
                    <a:pt x="772977" y="16587"/>
                    <a:pt x="900220" y="69921"/>
                    <a:pt x="972991" y="167838"/>
                  </a:cubicBezTo>
                  <a:cubicBezTo>
                    <a:pt x="1019974" y="241190"/>
                    <a:pt x="1026040" y="265449"/>
                    <a:pt x="1049655" y="304021"/>
                  </a:cubicBezTo>
                  <a:cubicBezTo>
                    <a:pt x="1073270" y="342593"/>
                    <a:pt x="1101217" y="362949"/>
                    <a:pt x="1114679" y="399271"/>
                  </a:cubicBezTo>
                  <a:cubicBezTo>
                    <a:pt x="1138301" y="479154"/>
                    <a:pt x="1125093" y="588501"/>
                    <a:pt x="1042924" y="629268"/>
                  </a:cubicBezTo>
                  <a:lnTo>
                    <a:pt x="1025906" y="639174"/>
                  </a:lnTo>
                  <a:cubicBezTo>
                    <a:pt x="978154" y="710548"/>
                    <a:pt x="913257" y="770238"/>
                    <a:pt x="832358" y="801734"/>
                  </a:cubicBezTo>
                  <a:cubicBezTo>
                    <a:pt x="917067" y="830944"/>
                    <a:pt x="988822" y="884792"/>
                    <a:pt x="1063879" y="931909"/>
                  </a:cubicBezTo>
                  <a:cubicBezTo>
                    <a:pt x="1101598" y="898508"/>
                    <a:pt x="1141984" y="864726"/>
                    <a:pt x="1164717" y="818879"/>
                  </a:cubicBezTo>
                  <a:cubicBezTo>
                    <a:pt x="1169924" y="789415"/>
                    <a:pt x="1169924" y="759443"/>
                    <a:pt x="1175385" y="730106"/>
                  </a:cubicBezTo>
                  <a:cubicBezTo>
                    <a:pt x="1186942" y="708643"/>
                    <a:pt x="1198626" y="679306"/>
                    <a:pt x="1226693" y="676766"/>
                  </a:cubicBezTo>
                  <a:cubicBezTo>
                    <a:pt x="1246759" y="675750"/>
                    <a:pt x="1264539" y="687307"/>
                    <a:pt x="1282700" y="694165"/>
                  </a:cubicBezTo>
                  <a:cubicBezTo>
                    <a:pt x="1315339" y="670416"/>
                    <a:pt x="1348105" y="643238"/>
                    <a:pt x="1388745" y="635237"/>
                  </a:cubicBezTo>
                  <a:cubicBezTo>
                    <a:pt x="1427226" y="633967"/>
                    <a:pt x="1459357" y="659113"/>
                    <a:pt x="1489583" y="679433"/>
                  </a:cubicBezTo>
                  <a:moveTo>
                    <a:pt x="378191" y="86782"/>
                  </a:moveTo>
                  <a:cubicBezTo>
                    <a:pt x="293517" y="132074"/>
                    <a:pt x="251079" y="190864"/>
                    <a:pt x="198247" y="293353"/>
                  </a:cubicBezTo>
                  <a:cubicBezTo>
                    <a:pt x="204216" y="295893"/>
                    <a:pt x="216027" y="301100"/>
                    <a:pt x="221869" y="303767"/>
                  </a:cubicBezTo>
                  <a:cubicBezTo>
                    <a:pt x="240792" y="328405"/>
                    <a:pt x="257683" y="355583"/>
                    <a:pt x="262001" y="386952"/>
                  </a:cubicBezTo>
                  <a:cubicBezTo>
                    <a:pt x="275336" y="462390"/>
                    <a:pt x="276987" y="547607"/>
                    <a:pt x="231648" y="613266"/>
                  </a:cubicBezTo>
                  <a:lnTo>
                    <a:pt x="196850" y="634094"/>
                  </a:lnTo>
                  <a:cubicBezTo>
                    <a:pt x="229743" y="672829"/>
                    <a:pt x="265811" y="709913"/>
                    <a:pt x="310642" y="734805"/>
                  </a:cubicBezTo>
                  <a:cubicBezTo>
                    <a:pt x="438023" y="808592"/>
                    <a:pt x="591947" y="815831"/>
                    <a:pt x="735076" y="802115"/>
                  </a:cubicBezTo>
                  <a:cubicBezTo>
                    <a:pt x="833882" y="785859"/>
                    <a:pt x="933831" y="733408"/>
                    <a:pt x="985774" y="645143"/>
                  </a:cubicBezTo>
                  <a:lnTo>
                    <a:pt x="991489" y="642857"/>
                  </a:lnTo>
                  <a:cubicBezTo>
                    <a:pt x="1074166" y="501252"/>
                    <a:pt x="1053843" y="294952"/>
                    <a:pt x="941956" y="178366"/>
                  </a:cubicBezTo>
                  <a:cubicBezTo>
                    <a:pt x="892873" y="84762"/>
                    <a:pt x="746108" y="36943"/>
                    <a:pt x="655811" y="27037"/>
                  </a:cubicBezTo>
                  <a:cubicBezTo>
                    <a:pt x="580119" y="24243"/>
                    <a:pt x="456090" y="30706"/>
                    <a:pt x="372956" y="85525"/>
                  </a:cubicBezTo>
                  <a:moveTo>
                    <a:pt x="161417" y="322309"/>
                  </a:moveTo>
                  <a:cubicBezTo>
                    <a:pt x="95758" y="371712"/>
                    <a:pt x="98425" y="466835"/>
                    <a:pt x="114554" y="539479"/>
                  </a:cubicBezTo>
                  <a:cubicBezTo>
                    <a:pt x="123952" y="570721"/>
                    <a:pt x="142240" y="616314"/>
                    <a:pt x="182499" y="610980"/>
                  </a:cubicBezTo>
                  <a:cubicBezTo>
                    <a:pt x="202692" y="611107"/>
                    <a:pt x="215773" y="590914"/>
                    <a:pt x="224917" y="575420"/>
                  </a:cubicBezTo>
                  <a:cubicBezTo>
                    <a:pt x="252857" y="504427"/>
                    <a:pt x="249047" y="423782"/>
                    <a:pt x="224536" y="352408"/>
                  </a:cubicBezTo>
                  <a:cubicBezTo>
                    <a:pt x="217043" y="325738"/>
                    <a:pt x="187071" y="309482"/>
                    <a:pt x="161417" y="322309"/>
                  </a:cubicBezTo>
                  <a:moveTo>
                    <a:pt x="1039622" y="318626"/>
                  </a:moveTo>
                  <a:cubicBezTo>
                    <a:pt x="1071626" y="413495"/>
                    <a:pt x="1073277" y="518016"/>
                    <a:pt x="1037717" y="612250"/>
                  </a:cubicBezTo>
                  <a:cubicBezTo>
                    <a:pt x="1119886" y="537193"/>
                    <a:pt x="1112266" y="397366"/>
                    <a:pt x="1039622" y="318626"/>
                  </a:cubicBezTo>
                  <a:moveTo>
                    <a:pt x="1371092" y="667114"/>
                  </a:moveTo>
                  <a:cubicBezTo>
                    <a:pt x="1317117" y="687942"/>
                    <a:pt x="1288796" y="740012"/>
                    <a:pt x="1249807" y="778874"/>
                  </a:cubicBezTo>
                  <a:cubicBezTo>
                    <a:pt x="1250569" y="754871"/>
                    <a:pt x="1255268" y="731503"/>
                    <a:pt x="1261618" y="708516"/>
                  </a:cubicBezTo>
                  <a:cubicBezTo>
                    <a:pt x="1242441" y="703055"/>
                    <a:pt x="1217803" y="696832"/>
                    <a:pt x="1208151" y="720962"/>
                  </a:cubicBezTo>
                  <a:cubicBezTo>
                    <a:pt x="1158113" y="810624"/>
                    <a:pt x="1244092" y="926067"/>
                    <a:pt x="1338961" y="933433"/>
                  </a:cubicBezTo>
                  <a:cubicBezTo>
                    <a:pt x="1447673" y="924924"/>
                    <a:pt x="1528953" y="780144"/>
                    <a:pt x="1462913" y="687180"/>
                  </a:cubicBezTo>
                  <a:cubicBezTo>
                    <a:pt x="1431417" y="713596"/>
                    <a:pt x="1428623" y="765412"/>
                    <a:pt x="1387475" y="780144"/>
                  </a:cubicBezTo>
                  <a:cubicBezTo>
                    <a:pt x="1393444" y="742171"/>
                    <a:pt x="1411224" y="708135"/>
                    <a:pt x="1427988" y="674099"/>
                  </a:cubicBezTo>
                  <a:cubicBezTo>
                    <a:pt x="1409446" y="668511"/>
                    <a:pt x="1389634" y="652890"/>
                    <a:pt x="1371092" y="667114"/>
                  </a:cubicBezTo>
                  <a:moveTo>
                    <a:pt x="1081532" y="949181"/>
                  </a:moveTo>
                  <a:cubicBezTo>
                    <a:pt x="1065276" y="960484"/>
                    <a:pt x="1048131" y="979153"/>
                    <a:pt x="1025652" y="969882"/>
                  </a:cubicBezTo>
                  <a:cubicBezTo>
                    <a:pt x="1029843" y="963659"/>
                    <a:pt x="1037971" y="951467"/>
                    <a:pt x="1042035" y="945244"/>
                  </a:cubicBezTo>
                  <a:cubicBezTo>
                    <a:pt x="999363" y="918828"/>
                    <a:pt x="956945" y="892158"/>
                    <a:pt x="913638" y="867012"/>
                  </a:cubicBezTo>
                  <a:cubicBezTo>
                    <a:pt x="951230" y="944482"/>
                    <a:pt x="951357" y="1032366"/>
                    <a:pt x="964057" y="1115932"/>
                  </a:cubicBezTo>
                  <a:cubicBezTo>
                    <a:pt x="1005840" y="1134093"/>
                    <a:pt x="1051179" y="1159239"/>
                    <a:pt x="1097915" y="1143491"/>
                  </a:cubicBezTo>
                  <a:cubicBezTo>
                    <a:pt x="1197229" y="1114154"/>
                    <a:pt x="1275207" y="1039859"/>
                    <a:pt x="1340866" y="962770"/>
                  </a:cubicBezTo>
                  <a:cubicBezTo>
                    <a:pt x="1271143" y="956420"/>
                    <a:pt x="1215136" y="906763"/>
                    <a:pt x="1181608" y="848216"/>
                  </a:cubicBezTo>
                  <a:cubicBezTo>
                    <a:pt x="1149604" y="883141"/>
                    <a:pt x="1119759" y="920479"/>
                    <a:pt x="1081532" y="949181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形状 32">
              <a:extLst>
                <a:ext uri="{FF2B5EF4-FFF2-40B4-BE49-F238E27FC236}">
                  <a16:creationId xmlns:a16="http://schemas.microsoft.com/office/drawing/2014/main" id="{2F336A3D-7C31-40B0-8049-1647A511C5DD}"/>
                </a:ext>
              </a:extLst>
            </p:cNvPr>
            <p:cNvSpPr/>
            <p:nvPr/>
          </p:nvSpPr>
          <p:spPr>
            <a:xfrm rot="21335936">
              <a:off x="6945492" y="4744608"/>
              <a:ext cx="275064" cy="216415"/>
            </a:xfrm>
            <a:custGeom>
              <a:avLst/>
              <a:gdLst>
                <a:gd name="connsiteX0" fmla="*/ 1373 w 344019"/>
                <a:gd name="connsiteY0" fmla="*/ 83653 h 270666"/>
                <a:gd name="connsiteX1" fmla="*/ 63349 w 344019"/>
                <a:gd name="connsiteY1" fmla="*/ 87 h 270666"/>
                <a:gd name="connsiteX2" fmla="*/ 105513 w 344019"/>
                <a:gd name="connsiteY2" fmla="*/ 45807 h 270666"/>
                <a:gd name="connsiteX3" fmla="*/ 175363 w 344019"/>
                <a:gd name="connsiteY3" fmla="*/ 216241 h 270666"/>
                <a:gd name="connsiteX4" fmla="*/ 235561 w 344019"/>
                <a:gd name="connsiteY4" fmla="*/ 85558 h 270666"/>
                <a:gd name="connsiteX5" fmla="*/ 282551 w 344019"/>
                <a:gd name="connsiteY5" fmla="*/ 7326 h 270666"/>
                <a:gd name="connsiteX6" fmla="*/ 344019 w 344019"/>
                <a:gd name="connsiteY6" fmla="*/ 58888 h 270666"/>
                <a:gd name="connsiteX7" fmla="*/ 204065 w 344019"/>
                <a:gd name="connsiteY7" fmla="*/ 260818 h 270666"/>
                <a:gd name="connsiteX8" fmla="*/ 91289 w 344019"/>
                <a:gd name="connsiteY8" fmla="*/ 236307 h 270666"/>
                <a:gd name="connsiteX9" fmla="*/ 1373 w 344019"/>
                <a:gd name="connsiteY9" fmla="*/ 83653 h 270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019" h="270666">
                  <a:moveTo>
                    <a:pt x="1373" y="83653"/>
                  </a:moveTo>
                  <a:cubicBezTo>
                    <a:pt x="5691" y="49363"/>
                    <a:pt x="22582" y="2246"/>
                    <a:pt x="63349" y="87"/>
                  </a:cubicBezTo>
                  <a:cubicBezTo>
                    <a:pt x="88368" y="-1818"/>
                    <a:pt x="96115" y="28154"/>
                    <a:pt x="105513" y="45807"/>
                  </a:cubicBezTo>
                  <a:cubicBezTo>
                    <a:pt x="122023" y="104608"/>
                    <a:pt x="127103" y="172553"/>
                    <a:pt x="175363" y="216241"/>
                  </a:cubicBezTo>
                  <a:cubicBezTo>
                    <a:pt x="200255" y="175093"/>
                    <a:pt x="221972" y="131786"/>
                    <a:pt x="235561" y="85558"/>
                  </a:cubicBezTo>
                  <a:cubicBezTo>
                    <a:pt x="245213" y="56729"/>
                    <a:pt x="257532" y="26249"/>
                    <a:pt x="282551" y="7326"/>
                  </a:cubicBezTo>
                  <a:cubicBezTo>
                    <a:pt x="313031" y="-6771"/>
                    <a:pt x="343130" y="30948"/>
                    <a:pt x="344019" y="58888"/>
                  </a:cubicBezTo>
                  <a:cubicBezTo>
                    <a:pt x="330938" y="142454"/>
                    <a:pt x="275693" y="217257"/>
                    <a:pt x="204065" y="260818"/>
                  </a:cubicBezTo>
                  <a:cubicBezTo>
                    <a:pt x="165965" y="284948"/>
                    <a:pt x="122404" y="260056"/>
                    <a:pt x="91289" y="236307"/>
                  </a:cubicBezTo>
                  <a:cubicBezTo>
                    <a:pt x="42902" y="200874"/>
                    <a:pt x="-9168" y="149566"/>
                    <a:pt x="1373" y="83653"/>
                  </a:cubicBezTo>
                  <a:close/>
                </a:path>
              </a:pathLst>
            </a:custGeom>
            <a:solidFill>
              <a:srgbClr val="707CFE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F2231F99-8D61-7B3F-CB22-AD64EDAC69F1}"/>
              </a:ext>
            </a:extLst>
          </p:cNvPr>
          <p:cNvSpPr/>
          <p:nvPr/>
        </p:nvSpPr>
        <p:spPr>
          <a:xfrm>
            <a:off x="4456943" y="2385141"/>
            <a:ext cx="5554356" cy="1459788"/>
          </a:xfrm>
          <a:prstGeom prst="roundRect">
            <a:avLst>
              <a:gd name="adj" fmla="val 224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071" name="组合 1070">
            <a:extLst>
              <a:ext uri="{FF2B5EF4-FFF2-40B4-BE49-F238E27FC236}">
                <a16:creationId xmlns:a16="http://schemas.microsoft.com/office/drawing/2014/main" id="{C0A9E849-AD43-F8F4-9C22-48933922FD41}"/>
              </a:ext>
            </a:extLst>
          </p:cNvPr>
          <p:cNvGrpSpPr/>
          <p:nvPr/>
        </p:nvGrpSpPr>
        <p:grpSpPr>
          <a:xfrm>
            <a:off x="7696066" y="4055939"/>
            <a:ext cx="1833405" cy="1466705"/>
            <a:chOff x="5915710" y="4159080"/>
            <a:chExt cx="1833405" cy="1466705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7CE9A18A-B604-9AC3-C25F-571AD08FC6E7}"/>
                </a:ext>
              </a:extLst>
            </p:cNvPr>
            <p:cNvGrpSpPr/>
            <p:nvPr/>
          </p:nvGrpSpPr>
          <p:grpSpPr>
            <a:xfrm>
              <a:off x="5915710" y="4230693"/>
              <a:ext cx="1833405" cy="1395092"/>
              <a:chOff x="-208785" y="4041472"/>
              <a:chExt cx="1833405" cy="1395092"/>
            </a:xfrm>
          </p:grpSpPr>
          <p:sp>
            <p:nvSpPr>
              <p:cNvPr id="58" name="任意形状 57">
                <a:extLst>
                  <a:ext uri="{FF2B5EF4-FFF2-40B4-BE49-F238E27FC236}">
                    <a16:creationId xmlns:a16="http://schemas.microsoft.com/office/drawing/2014/main" id="{75287D63-85EC-847C-65B7-D0604B4AE886}"/>
                  </a:ext>
                </a:extLst>
              </p:cNvPr>
              <p:cNvSpPr/>
              <p:nvPr/>
            </p:nvSpPr>
            <p:spPr>
              <a:xfrm>
                <a:off x="-208785" y="4041472"/>
                <a:ext cx="1833405" cy="1395092"/>
              </a:xfrm>
              <a:custGeom>
                <a:avLst/>
                <a:gdLst>
                  <a:gd name="connsiteX0" fmla="*/ 146946 w 1353299"/>
                  <a:gd name="connsiteY0" fmla="*/ 627574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12" fmla="*/ 146946 w 1353299"/>
                  <a:gd name="connsiteY12" fmla="*/ 627574 h 1060830"/>
                  <a:gd name="connsiteX0" fmla="*/ 523464 w 1353299"/>
                  <a:gd name="connsiteY0" fmla="*/ 224162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55 h 1060823"/>
                  <a:gd name="connsiteX1" fmla="*/ 159884 w 1356954"/>
                  <a:gd name="connsiteY1" fmla="*/ 589374 h 1060823"/>
                  <a:gd name="connsiteX2" fmla="*/ 16131 w 1356954"/>
                  <a:gd name="connsiteY2" fmla="*/ 726179 h 1060823"/>
                  <a:gd name="connsiteX3" fmla="*/ 60954 w 1356954"/>
                  <a:gd name="connsiteY3" fmla="*/ 878579 h 1060823"/>
                  <a:gd name="connsiteX4" fmla="*/ 527119 w 1356954"/>
                  <a:gd name="connsiteY4" fmla="*/ 977191 h 1060823"/>
                  <a:gd name="connsiteX5" fmla="*/ 1056037 w 1356954"/>
                  <a:gd name="connsiteY5" fmla="*/ 1048908 h 1060823"/>
                  <a:gd name="connsiteX6" fmla="*/ 1324978 w 1356954"/>
                  <a:gd name="connsiteY6" fmla="*/ 717214 h 1060823"/>
                  <a:gd name="connsiteX7" fmla="*/ 1351872 w 1356954"/>
                  <a:gd name="connsiteY7" fmla="*/ 609638 h 1060823"/>
                  <a:gd name="connsiteX8" fmla="*/ 1324978 w 1356954"/>
                  <a:gd name="connsiteY8" fmla="*/ 385520 h 1060823"/>
                  <a:gd name="connsiteX9" fmla="*/ 1113220 w 1356954"/>
                  <a:gd name="connsiteY9" fmla="*/ 238690 h 1060823"/>
                  <a:gd name="connsiteX10" fmla="*/ 822954 w 1356954"/>
                  <a:gd name="connsiteY10" fmla="*/ 38 h 1060823"/>
                  <a:gd name="connsiteX11" fmla="*/ 527119 w 1356954"/>
                  <a:gd name="connsiteY11" fmla="*/ 224155 h 1060823"/>
                  <a:gd name="connsiteX0" fmla="*/ 527119 w 1355127"/>
                  <a:gd name="connsiteY0" fmla="*/ 224155 h 1060823"/>
                  <a:gd name="connsiteX1" fmla="*/ 159884 w 1355127"/>
                  <a:gd name="connsiteY1" fmla="*/ 589374 h 1060823"/>
                  <a:gd name="connsiteX2" fmla="*/ 16131 w 1355127"/>
                  <a:gd name="connsiteY2" fmla="*/ 726179 h 1060823"/>
                  <a:gd name="connsiteX3" fmla="*/ 60954 w 1355127"/>
                  <a:gd name="connsiteY3" fmla="*/ 878579 h 1060823"/>
                  <a:gd name="connsiteX4" fmla="*/ 527119 w 1355127"/>
                  <a:gd name="connsiteY4" fmla="*/ 977191 h 1060823"/>
                  <a:gd name="connsiteX5" fmla="*/ 1056037 w 1355127"/>
                  <a:gd name="connsiteY5" fmla="*/ 1048908 h 1060823"/>
                  <a:gd name="connsiteX6" fmla="*/ 1324978 w 1355127"/>
                  <a:gd name="connsiteY6" fmla="*/ 717214 h 1060823"/>
                  <a:gd name="connsiteX7" fmla="*/ 1324978 w 1355127"/>
                  <a:gd name="connsiteY7" fmla="*/ 385520 h 1060823"/>
                  <a:gd name="connsiteX8" fmla="*/ 1113220 w 1355127"/>
                  <a:gd name="connsiteY8" fmla="*/ 238690 h 1060823"/>
                  <a:gd name="connsiteX9" fmla="*/ 822954 w 1355127"/>
                  <a:gd name="connsiteY9" fmla="*/ 38 h 1060823"/>
                  <a:gd name="connsiteX10" fmla="*/ 527119 w 1355127"/>
                  <a:gd name="connsiteY10" fmla="*/ 224155 h 1060823"/>
                  <a:gd name="connsiteX0" fmla="*/ 527119 w 1366276"/>
                  <a:gd name="connsiteY0" fmla="*/ 224155 h 1060823"/>
                  <a:gd name="connsiteX1" fmla="*/ 159884 w 1366276"/>
                  <a:gd name="connsiteY1" fmla="*/ 589374 h 1060823"/>
                  <a:gd name="connsiteX2" fmla="*/ 16131 w 1366276"/>
                  <a:gd name="connsiteY2" fmla="*/ 726179 h 1060823"/>
                  <a:gd name="connsiteX3" fmla="*/ 60954 w 1366276"/>
                  <a:gd name="connsiteY3" fmla="*/ 878579 h 1060823"/>
                  <a:gd name="connsiteX4" fmla="*/ 527119 w 1366276"/>
                  <a:gd name="connsiteY4" fmla="*/ 977191 h 1060823"/>
                  <a:gd name="connsiteX5" fmla="*/ 1056037 w 1366276"/>
                  <a:gd name="connsiteY5" fmla="*/ 1048908 h 1060823"/>
                  <a:gd name="connsiteX6" fmla="*/ 1324978 w 1366276"/>
                  <a:gd name="connsiteY6" fmla="*/ 717214 h 1060823"/>
                  <a:gd name="connsiteX7" fmla="*/ 1324978 w 1366276"/>
                  <a:gd name="connsiteY7" fmla="*/ 385520 h 1060823"/>
                  <a:gd name="connsiteX8" fmla="*/ 1113220 w 1366276"/>
                  <a:gd name="connsiteY8" fmla="*/ 238690 h 1060823"/>
                  <a:gd name="connsiteX9" fmla="*/ 822954 w 1366276"/>
                  <a:gd name="connsiteY9" fmla="*/ 38 h 1060823"/>
                  <a:gd name="connsiteX10" fmla="*/ 527119 w 1366276"/>
                  <a:gd name="connsiteY10" fmla="*/ 224155 h 1060823"/>
                  <a:gd name="connsiteX0" fmla="*/ 527119 w 1383515"/>
                  <a:gd name="connsiteY0" fmla="*/ 224155 h 1060823"/>
                  <a:gd name="connsiteX1" fmla="*/ 159884 w 1383515"/>
                  <a:gd name="connsiteY1" fmla="*/ 589374 h 1060823"/>
                  <a:gd name="connsiteX2" fmla="*/ 16131 w 1383515"/>
                  <a:gd name="connsiteY2" fmla="*/ 726179 h 1060823"/>
                  <a:gd name="connsiteX3" fmla="*/ 60954 w 1383515"/>
                  <a:gd name="connsiteY3" fmla="*/ 878579 h 1060823"/>
                  <a:gd name="connsiteX4" fmla="*/ 527119 w 1383515"/>
                  <a:gd name="connsiteY4" fmla="*/ 977191 h 1060823"/>
                  <a:gd name="connsiteX5" fmla="*/ 1056037 w 1383515"/>
                  <a:gd name="connsiteY5" fmla="*/ 1048908 h 1060823"/>
                  <a:gd name="connsiteX6" fmla="*/ 1324978 w 1383515"/>
                  <a:gd name="connsiteY6" fmla="*/ 717214 h 1060823"/>
                  <a:gd name="connsiteX7" fmla="*/ 1324978 w 1383515"/>
                  <a:gd name="connsiteY7" fmla="*/ 385520 h 1060823"/>
                  <a:gd name="connsiteX8" fmla="*/ 1113220 w 1383515"/>
                  <a:gd name="connsiteY8" fmla="*/ 238690 h 1060823"/>
                  <a:gd name="connsiteX9" fmla="*/ 822954 w 1383515"/>
                  <a:gd name="connsiteY9" fmla="*/ 38 h 1060823"/>
                  <a:gd name="connsiteX10" fmla="*/ 527119 w 1383515"/>
                  <a:gd name="connsiteY10" fmla="*/ 224155 h 1060823"/>
                  <a:gd name="connsiteX0" fmla="*/ 528943 w 1385339"/>
                  <a:gd name="connsiteY0" fmla="*/ 224155 h 1054145"/>
                  <a:gd name="connsiteX1" fmla="*/ 161708 w 1385339"/>
                  <a:gd name="connsiteY1" fmla="*/ 589374 h 1054145"/>
                  <a:gd name="connsiteX2" fmla="*/ 17955 w 1385339"/>
                  <a:gd name="connsiteY2" fmla="*/ 726179 h 1054145"/>
                  <a:gd name="connsiteX3" fmla="*/ 62778 w 1385339"/>
                  <a:gd name="connsiteY3" fmla="*/ 878579 h 1054145"/>
                  <a:gd name="connsiteX4" fmla="*/ 561407 w 1385339"/>
                  <a:gd name="connsiteY4" fmla="*/ 917674 h 1054145"/>
                  <a:gd name="connsiteX5" fmla="*/ 1057861 w 1385339"/>
                  <a:gd name="connsiteY5" fmla="*/ 1048908 h 1054145"/>
                  <a:gd name="connsiteX6" fmla="*/ 1326802 w 1385339"/>
                  <a:gd name="connsiteY6" fmla="*/ 717214 h 1054145"/>
                  <a:gd name="connsiteX7" fmla="*/ 1326802 w 1385339"/>
                  <a:gd name="connsiteY7" fmla="*/ 385520 h 1054145"/>
                  <a:gd name="connsiteX8" fmla="*/ 1115044 w 1385339"/>
                  <a:gd name="connsiteY8" fmla="*/ 238690 h 1054145"/>
                  <a:gd name="connsiteX9" fmla="*/ 824778 w 1385339"/>
                  <a:gd name="connsiteY9" fmla="*/ 38 h 1054145"/>
                  <a:gd name="connsiteX10" fmla="*/ 528943 w 1385339"/>
                  <a:gd name="connsiteY10" fmla="*/ 224155 h 1054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85339" h="1054145">
                    <a:moveTo>
                      <a:pt x="528943" y="224155"/>
                    </a:moveTo>
                    <a:cubicBezTo>
                      <a:pt x="450895" y="387305"/>
                      <a:pt x="273927" y="532756"/>
                      <a:pt x="161708" y="589374"/>
                    </a:cubicBezTo>
                    <a:cubicBezTo>
                      <a:pt x="49489" y="645992"/>
                      <a:pt x="34443" y="677978"/>
                      <a:pt x="17955" y="726179"/>
                    </a:cubicBezTo>
                    <a:cubicBezTo>
                      <a:pt x="1467" y="774380"/>
                      <a:pt x="-27797" y="846663"/>
                      <a:pt x="62778" y="878579"/>
                    </a:cubicBezTo>
                    <a:cubicBezTo>
                      <a:pt x="153353" y="910495"/>
                      <a:pt x="395560" y="889286"/>
                      <a:pt x="561407" y="917674"/>
                    </a:cubicBezTo>
                    <a:cubicBezTo>
                      <a:pt x="727254" y="946062"/>
                      <a:pt x="930295" y="1082318"/>
                      <a:pt x="1057861" y="1048908"/>
                    </a:cubicBezTo>
                    <a:cubicBezTo>
                      <a:pt x="1185427" y="1015498"/>
                      <a:pt x="1254926" y="844011"/>
                      <a:pt x="1326802" y="717214"/>
                    </a:cubicBezTo>
                    <a:cubicBezTo>
                      <a:pt x="1398678" y="590417"/>
                      <a:pt x="1410791" y="465274"/>
                      <a:pt x="1326802" y="385520"/>
                    </a:cubicBezTo>
                    <a:cubicBezTo>
                      <a:pt x="1242813" y="305766"/>
                      <a:pt x="1198715" y="302937"/>
                      <a:pt x="1115044" y="238690"/>
                    </a:cubicBezTo>
                    <a:cubicBezTo>
                      <a:pt x="1031373" y="174443"/>
                      <a:pt x="927872" y="-2950"/>
                      <a:pt x="824778" y="38"/>
                    </a:cubicBezTo>
                    <a:cubicBezTo>
                      <a:pt x="721684" y="3026"/>
                      <a:pt x="606991" y="61005"/>
                      <a:pt x="528943" y="224155"/>
                    </a:cubicBezTo>
                    <a:close/>
                  </a:path>
                </a:pathLst>
              </a:custGeom>
              <a:solidFill>
                <a:srgbClr val="CFCFF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9" name="任意形状 58">
                <a:extLst>
                  <a:ext uri="{FF2B5EF4-FFF2-40B4-BE49-F238E27FC236}">
                    <a16:creationId xmlns:a16="http://schemas.microsoft.com/office/drawing/2014/main" id="{D7019B13-90D5-FDC8-E494-8A5762EBEFFE}"/>
                  </a:ext>
                </a:extLst>
              </p:cNvPr>
              <p:cNvSpPr/>
              <p:nvPr/>
            </p:nvSpPr>
            <p:spPr>
              <a:xfrm>
                <a:off x="75980" y="4246252"/>
                <a:ext cx="1385339" cy="1054145"/>
              </a:xfrm>
              <a:custGeom>
                <a:avLst/>
                <a:gdLst>
                  <a:gd name="connsiteX0" fmla="*/ 146946 w 1353299"/>
                  <a:gd name="connsiteY0" fmla="*/ 627574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12" fmla="*/ 146946 w 1353299"/>
                  <a:gd name="connsiteY12" fmla="*/ 627574 h 1060830"/>
                  <a:gd name="connsiteX0" fmla="*/ 523464 w 1353299"/>
                  <a:gd name="connsiteY0" fmla="*/ 224162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55 h 1060823"/>
                  <a:gd name="connsiteX1" fmla="*/ 159884 w 1356954"/>
                  <a:gd name="connsiteY1" fmla="*/ 589374 h 1060823"/>
                  <a:gd name="connsiteX2" fmla="*/ 16131 w 1356954"/>
                  <a:gd name="connsiteY2" fmla="*/ 726179 h 1060823"/>
                  <a:gd name="connsiteX3" fmla="*/ 60954 w 1356954"/>
                  <a:gd name="connsiteY3" fmla="*/ 878579 h 1060823"/>
                  <a:gd name="connsiteX4" fmla="*/ 527119 w 1356954"/>
                  <a:gd name="connsiteY4" fmla="*/ 977191 h 1060823"/>
                  <a:gd name="connsiteX5" fmla="*/ 1056037 w 1356954"/>
                  <a:gd name="connsiteY5" fmla="*/ 1048908 h 1060823"/>
                  <a:gd name="connsiteX6" fmla="*/ 1324978 w 1356954"/>
                  <a:gd name="connsiteY6" fmla="*/ 717214 h 1060823"/>
                  <a:gd name="connsiteX7" fmla="*/ 1351872 w 1356954"/>
                  <a:gd name="connsiteY7" fmla="*/ 609638 h 1060823"/>
                  <a:gd name="connsiteX8" fmla="*/ 1324978 w 1356954"/>
                  <a:gd name="connsiteY8" fmla="*/ 385520 h 1060823"/>
                  <a:gd name="connsiteX9" fmla="*/ 1113220 w 1356954"/>
                  <a:gd name="connsiteY9" fmla="*/ 238690 h 1060823"/>
                  <a:gd name="connsiteX10" fmla="*/ 822954 w 1356954"/>
                  <a:gd name="connsiteY10" fmla="*/ 38 h 1060823"/>
                  <a:gd name="connsiteX11" fmla="*/ 527119 w 1356954"/>
                  <a:gd name="connsiteY11" fmla="*/ 224155 h 1060823"/>
                  <a:gd name="connsiteX0" fmla="*/ 527119 w 1355127"/>
                  <a:gd name="connsiteY0" fmla="*/ 224155 h 1060823"/>
                  <a:gd name="connsiteX1" fmla="*/ 159884 w 1355127"/>
                  <a:gd name="connsiteY1" fmla="*/ 589374 h 1060823"/>
                  <a:gd name="connsiteX2" fmla="*/ 16131 w 1355127"/>
                  <a:gd name="connsiteY2" fmla="*/ 726179 h 1060823"/>
                  <a:gd name="connsiteX3" fmla="*/ 60954 w 1355127"/>
                  <a:gd name="connsiteY3" fmla="*/ 878579 h 1060823"/>
                  <a:gd name="connsiteX4" fmla="*/ 527119 w 1355127"/>
                  <a:gd name="connsiteY4" fmla="*/ 977191 h 1060823"/>
                  <a:gd name="connsiteX5" fmla="*/ 1056037 w 1355127"/>
                  <a:gd name="connsiteY5" fmla="*/ 1048908 h 1060823"/>
                  <a:gd name="connsiteX6" fmla="*/ 1324978 w 1355127"/>
                  <a:gd name="connsiteY6" fmla="*/ 717214 h 1060823"/>
                  <a:gd name="connsiteX7" fmla="*/ 1324978 w 1355127"/>
                  <a:gd name="connsiteY7" fmla="*/ 385520 h 1060823"/>
                  <a:gd name="connsiteX8" fmla="*/ 1113220 w 1355127"/>
                  <a:gd name="connsiteY8" fmla="*/ 238690 h 1060823"/>
                  <a:gd name="connsiteX9" fmla="*/ 822954 w 1355127"/>
                  <a:gd name="connsiteY9" fmla="*/ 38 h 1060823"/>
                  <a:gd name="connsiteX10" fmla="*/ 527119 w 1355127"/>
                  <a:gd name="connsiteY10" fmla="*/ 224155 h 1060823"/>
                  <a:gd name="connsiteX0" fmla="*/ 527119 w 1366276"/>
                  <a:gd name="connsiteY0" fmla="*/ 224155 h 1060823"/>
                  <a:gd name="connsiteX1" fmla="*/ 159884 w 1366276"/>
                  <a:gd name="connsiteY1" fmla="*/ 589374 h 1060823"/>
                  <a:gd name="connsiteX2" fmla="*/ 16131 w 1366276"/>
                  <a:gd name="connsiteY2" fmla="*/ 726179 h 1060823"/>
                  <a:gd name="connsiteX3" fmla="*/ 60954 w 1366276"/>
                  <a:gd name="connsiteY3" fmla="*/ 878579 h 1060823"/>
                  <a:gd name="connsiteX4" fmla="*/ 527119 w 1366276"/>
                  <a:gd name="connsiteY4" fmla="*/ 977191 h 1060823"/>
                  <a:gd name="connsiteX5" fmla="*/ 1056037 w 1366276"/>
                  <a:gd name="connsiteY5" fmla="*/ 1048908 h 1060823"/>
                  <a:gd name="connsiteX6" fmla="*/ 1324978 w 1366276"/>
                  <a:gd name="connsiteY6" fmla="*/ 717214 h 1060823"/>
                  <a:gd name="connsiteX7" fmla="*/ 1324978 w 1366276"/>
                  <a:gd name="connsiteY7" fmla="*/ 385520 h 1060823"/>
                  <a:gd name="connsiteX8" fmla="*/ 1113220 w 1366276"/>
                  <a:gd name="connsiteY8" fmla="*/ 238690 h 1060823"/>
                  <a:gd name="connsiteX9" fmla="*/ 822954 w 1366276"/>
                  <a:gd name="connsiteY9" fmla="*/ 38 h 1060823"/>
                  <a:gd name="connsiteX10" fmla="*/ 527119 w 1366276"/>
                  <a:gd name="connsiteY10" fmla="*/ 224155 h 1060823"/>
                  <a:gd name="connsiteX0" fmla="*/ 527119 w 1383515"/>
                  <a:gd name="connsiteY0" fmla="*/ 224155 h 1060823"/>
                  <a:gd name="connsiteX1" fmla="*/ 159884 w 1383515"/>
                  <a:gd name="connsiteY1" fmla="*/ 589374 h 1060823"/>
                  <a:gd name="connsiteX2" fmla="*/ 16131 w 1383515"/>
                  <a:gd name="connsiteY2" fmla="*/ 726179 h 1060823"/>
                  <a:gd name="connsiteX3" fmla="*/ 60954 w 1383515"/>
                  <a:gd name="connsiteY3" fmla="*/ 878579 h 1060823"/>
                  <a:gd name="connsiteX4" fmla="*/ 527119 w 1383515"/>
                  <a:gd name="connsiteY4" fmla="*/ 977191 h 1060823"/>
                  <a:gd name="connsiteX5" fmla="*/ 1056037 w 1383515"/>
                  <a:gd name="connsiteY5" fmla="*/ 1048908 h 1060823"/>
                  <a:gd name="connsiteX6" fmla="*/ 1324978 w 1383515"/>
                  <a:gd name="connsiteY6" fmla="*/ 717214 h 1060823"/>
                  <a:gd name="connsiteX7" fmla="*/ 1324978 w 1383515"/>
                  <a:gd name="connsiteY7" fmla="*/ 385520 h 1060823"/>
                  <a:gd name="connsiteX8" fmla="*/ 1113220 w 1383515"/>
                  <a:gd name="connsiteY8" fmla="*/ 238690 h 1060823"/>
                  <a:gd name="connsiteX9" fmla="*/ 822954 w 1383515"/>
                  <a:gd name="connsiteY9" fmla="*/ 38 h 1060823"/>
                  <a:gd name="connsiteX10" fmla="*/ 527119 w 1383515"/>
                  <a:gd name="connsiteY10" fmla="*/ 224155 h 1060823"/>
                  <a:gd name="connsiteX0" fmla="*/ 528943 w 1385339"/>
                  <a:gd name="connsiteY0" fmla="*/ 224155 h 1054145"/>
                  <a:gd name="connsiteX1" fmla="*/ 161708 w 1385339"/>
                  <a:gd name="connsiteY1" fmla="*/ 589374 h 1054145"/>
                  <a:gd name="connsiteX2" fmla="*/ 17955 w 1385339"/>
                  <a:gd name="connsiteY2" fmla="*/ 726179 h 1054145"/>
                  <a:gd name="connsiteX3" fmla="*/ 62778 w 1385339"/>
                  <a:gd name="connsiteY3" fmla="*/ 878579 h 1054145"/>
                  <a:gd name="connsiteX4" fmla="*/ 561407 w 1385339"/>
                  <a:gd name="connsiteY4" fmla="*/ 917674 h 1054145"/>
                  <a:gd name="connsiteX5" fmla="*/ 1057861 w 1385339"/>
                  <a:gd name="connsiteY5" fmla="*/ 1048908 h 1054145"/>
                  <a:gd name="connsiteX6" fmla="*/ 1326802 w 1385339"/>
                  <a:gd name="connsiteY6" fmla="*/ 717214 h 1054145"/>
                  <a:gd name="connsiteX7" fmla="*/ 1326802 w 1385339"/>
                  <a:gd name="connsiteY7" fmla="*/ 385520 h 1054145"/>
                  <a:gd name="connsiteX8" fmla="*/ 1115044 w 1385339"/>
                  <a:gd name="connsiteY8" fmla="*/ 238690 h 1054145"/>
                  <a:gd name="connsiteX9" fmla="*/ 824778 w 1385339"/>
                  <a:gd name="connsiteY9" fmla="*/ 38 h 1054145"/>
                  <a:gd name="connsiteX10" fmla="*/ 528943 w 1385339"/>
                  <a:gd name="connsiteY10" fmla="*/ 224155 h 1054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85339" h="1054145">
                    <a:moveTo>
                      <a:pt x="528943" y="224155"/>
                    </a:moveTo>
                    <a:cubicBezTo>
                      <a:pt x="450895" y="387305"/>
                      <a:pt x="273927" y="532756"/>
                      <a:pt x="161708" y="589374"/>
                    </a:cubicBezTo>
                    <a:cubicBezTo>
                      <a:pt x="49489" y="645992"/>
                      <a:pt x="34443" y="677978"/>
                      <a:pt x="17955" y="726179"/>
                    </a:cubicBezTo>
                    <a:cubicBezTo>
                      <a:pt x="1467" y="774380"/>
                      <a:pt x="-27797" y="846663"/>
                      <a:pt x="62778" y="878579"/>
                    </a:cubicBezTo>
                    <a:cubicBezTo>
                      <a:pt x="153353" y="910495"/>
                      <a:pt x="395560" y="889286"/>
                      <a:pt x="561407" y="917674"/>
                    </a:cubicBezTo>
                    <a:cubicBezTo>
                      <a:pt x="727254" y="946062"/>
                      <a:pt x="930295" y="1082318"/>
                      <a:pt x="1057861" y="1048908"/>
                    </a:cubicBezTo>
                    <a:cubicBezTo>
                      <a:pt x="1185427" y="1015498"/>
                      <a:pt x="1254926" y="844011"/>
                      <a:pt x="1326802" y="717214"/>
                    </a:cubicBezTo>
                    <a:cubicBezTo>
                      <a:pt x="1398678" y="590417"/>
                      <a:pt x="1410791" y="465274"/>
                      <a:pt x="1326802" y="385520"/>
                    </a:cubicBezTo>
                    <a:cubicBezTo>
                      <a:pt x="1242813" y="305766"/>
                      <a:pt x="1198715" y="302937"/>
                      <a:pt x="1115044" y="238690"/>
                    </a:cubicBezTo>
                    <a:cubicBezTo>
                      <a:pt x="1031373" y="174443"/>
                      <a:pt x="927872" y="-2950"/>
                      <a:pt x="824778" y="38"/>
                    </a:cubicBezTo>
                    <a:cubicBezTo>
                      <a:pt x="721684" y="3026"/>
                      <a:pt x="606991" y="61005"/>
                      <a:pt x="528943" y="224155"/>
                    </a:cubicBezTo>
                    <a:close/>
                  </a:path>
                </a:pathLst>
              </a:custGeom>
              <a:solidFill>
                <a:srgbClr val="B4B4E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F1DE3C2D-3E3C-AA7D-F45B-319F47A0CCD4}"/>
                  </a:ext>
                </a:extLst>
              </p:cNvPr>
              <p:cNvGrpSpPr/>
              <p:nvPr/>
            </p:nvGrpSpPr>
            <p:grpSpPr>
              <a:xfrm>
                <a:off x="-157308" y="4248016"/>
                <a:ext cx="1052919" cy="1104901"/>
                <a:chOff x="276400" y="756457"/>
                <a:chExt cx="717686" cy="753117"/>
              </a:xfrm>
            </p:grpSpPr>
            <p:sp>
              <p:nvSpPr>
                <p:cNvPr id="61" name="任意形状 60">
                  <a:extLst>
                    <a:ext uri="{FF2B5EF4-FFF2-40B4-BE49-F238E27FC236}">
                      <a16:creationId xmlns:a16="http://schemas.microsoft.com/office/drawing/2014/main" id="{6D720DC8-176E-9B83-476A-33CCA23582D8}"/>
                    </a:ext>
                  </a:extLst>
                </p:cNvPr>
                <p:cNvSpPr/>
                <p:nvPr/>
              </p:nvSpPr>
              <p:spPr>
                <a:xfrm>
                  <a:off x="341148" y="939295"/>
                  <a:ext cx="42736" cy="104329"/>
                </a:xfrm>
                <a:custGeom>
                  <a:avLst/>
                  <a:gdLst>
                    <a:gd name="connsiteX0" fmla="*/ 28639 w 78470"/>
                    <a:gd name="connsiteY0" fmla="*/ 1397 h 191564"/>
                    <a:gd name="connsiteX1" fmla="*/ 51880 w 78470"/>
                    <a:gd name="connsiteY1" fmla="*/ 0 h 191564"/>
                    <a:gd name="connsiteX2" fmla="*/ 51880 w 78470"/>
                    <a:gd name="connsiteY2" fmla="*/ 189992 h 191564"/>
                    <a:gd name="connsiteX3" fmla="*/ 4128 w 78470"/>
                    <a:gd name="connsiteY3" fmla="*/ 140843 h 191564"/>
                    <a:gd name="connsiteX4" fmla="*/ 28639 w 78470"/>
                    <a:gd name="connsiteY4" fmla="*/ 1397 h 191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470" h="191564">
                      <a:moveTo>
                        <a:pt x="28639" y="1397"/>
                      </a:moveTo>
                      <a:cubicBezTo>
                        <a:pt x="34481" y="1016"/>
                        <a:pt x="46038" y="381"/>
                        <a:pt x="51880" y="0"/>
                      </a:cubicBezTo>
                      <a:cubicBezTo>
                        <a:pt x="82614" y="57531"/>
                        <a:pt x="91758" y="134620"/>
                        <a:pt x="51880" y="189992"/>
                      </a:cubicBezTo>
                      <a:cubicBezTo>
                        <a:pt x="20638" y="199390"/>
                        <a:pt x="8827" y="164592"/>
                        <a:pt x="4128" y="140843"/>
                      </a:cubicBezTo>
                      <a:cubicBezTo>
                        <a:pt x="-3873" y="93980"/>
                        <a:pt x="-2476" y="40005"/>
                        <a:pt x="28639" y="139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形状 61">
                  <a:extLst>
                    <a:ext uri="{FF2B5EF4-FFF2-40B4-BE49-F238E27FC236}">
                      <a16:creationId xmlns:a16="http://schemas.microsoft.com/office/drawing/2014/main" id="{0D84A3D2-A8DE-5363-EB1C-790CAEC6961E}"/>
                    </a:ext>
                  </a:extLst>
                </p:cNvPr>
                <p:cNvSpPr/>
                <p:nvPr/>
              </p:nvSpPr>
              <p:spPr>
                <a:xfrm>
                  <a:off x="276400" y="756457"/>
                  <a:ext cx="717686" cy="753117"/>
                </a:xfrm>
                <a:custGeom>
                  <a:avLst/>
                  <a:gdLst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447867 w 1644613"/>
                    <a:gd name="connsiteY4" fmla="*/ 744100 h 1635893"/>
                    <a:gd name="connsiteX5" fmla="*/ 1200852 w 1644613"/>
                    <a:gd name="connsiteY5" fmla="*/ 768865 h 1635893"/>
                    <a:gd name="connsiteX6" fmla="*/ 1100903 w 1644613"/>
                    <a:gd name="connsiteY6" fmla="*/ 724415 h 1635893"/>
                    <a:gd name="connsiteX7" fmla="*/ 1075122 w 1644613"/>
                    <a:gd name="connsiteY7" fmla="*/ 806838 h 1635893"/>
                    <a:gd name="connsiteX8" fmla="*/ 994858 w 1644613"/>
                    <a:gd name="connsiteY8" fmla="*/ 891166 h 1635893"/>
                    <a:gd name="connsiteX9" fmla="*/ 900370 w 1644613"/>
                    <a:gd name="connsiteY9" fmla="*/ 986162 h 1635893"/>
                    <a:gd name="connsiteX10" fmla="*/ 765623 w 1644613"/>
                    <a:gd name="connsiteY10" fmla="*/ 1048392 h 1635893"/>
                    <a:gd name="connsiteX11" fmla="*/ 993715 w 1644613"/>
                    <a:gd name="connsiteY11" fmla="*/ 1351541 h 1635893"/>
                    <a:gd name="connsiteX12" fmla="*/ 1109666 w 1644613"/>
                    <a:gd name="connsiteY12" fmla="*/ 1221620 h 1635893"/>
                    <a:gd name="connsiteX13" fmla="*/ 1283275 w 1644613"/>
                    <a:gd name="connsiteY13" fmla="*/ 1111003 h 1635893"/>
                    <a:gd name="connsiteX14" fmla="*/ 1372810 w 1644613"/>
                    <a:gd name="connsiteY14" fmla="*/ 1159136 h 1635893"/>
                    <a:gd name="connsiteX15" fmla="*/ 1290260 w 1644613"/>
                    <a:gd name="connsiteY15" fmla="*/ 1244353 h 1635893"/>
                    <a:gd name="connsiteX16" fmla="*/ 1514796 w 1644613"/>
                    <a:gd name="connsiteY16" fmla="*/ 1325633 h 1635893"/>
                    <a:gd name="connsiteX17" fmla="*/ 1460440 w 1644613"/>
                    <a:gd name="connsiteY17" fmla="*/ 1390657 h 1635893"/>
                    <a:gd name="connsiteX18" fmla="*/ 1460821 w 1644613"/>
                    <a:gd name="connsiteY18" fmla="*/ 1438790 h 1635893"/>
                    <a:gd name="connsiteX19" fmla="*/ 1403163 w 1644613"/>
                    <a:gd name="connsiteY19" fmla="*/ 1459999 h 1635893"/>
                    <a:gd name="connsiteX20" fmla="*/ 1396686 w 1644613"/>
                    <a:gd name="connsiteY20" fmla="*/ 1490352 h 1635893"/>
                    <a:gd name="connsiteX21" fmla="*/ 1222569 w 1644613"/>
                    <a:gd name="connsiteY21" fmla="*/ 1482224 h 1635893"/>
                    <a:gd name="connsiteX22" fmla="*/ 1041340 w 1644613"/>
                    <a:gd name="connsiteY22" fmla="*/ 1583443 h 1635893"/>
                    <a:gd name="connsiteX23" fmla="*/ 907228 w 1644613"/>
                    <a:gd name="connsiteY23" fmla="*/ 1570362 h 1635893"/>
                    <a:gd name="connsiteX24" fmla="*/ 909260 w 1644613"/>
                    <a:gd name="connsiteY24" fmla="*/ 1626242 h 1635893"/>
                    <a:gd name="connsiteX25" fmla="*/ 884622 w 1644613"/>
                    <a:gd name="connsiteY25" fmla="*/ 1624718 h 1635893"/>
                    <a:gd name="connsiteX26" fmla="*/ 878780 w 1644613"/>
                    <a:gd name="connsiteY26" fmla="*/ 1550296 h 1635893"/>
                    <a:gd name="connsiteX27" fmla="*/ 820106 w 1644613"/>
                    <a:gd name="connsiteY27" fmla="*/ 1144658 h 1635893"/>
                    <a:gd name="connsiteX28" fmla="*/ 747208 w 1644613"/>
                    <a:gd name="connsiteY28" fmla="*/ 1071887 h 1635893"/>
                    <a:gd name="connsiteX29" fmla="*/ 424882 w 1644613"/>
                    <a:gd name="connsiteY29" fmla="*/ 1070236 h 1635893"/>
                    <a:gd name="connsiteX30" fmla="*/ 337125 w 1644613"/>
                    <a:gd name="connsiteY30" fmla="*/ 1072395 h 1635893"/>
                    <a:gd name="connsiteX31" fmla="*/ 407610 w 1644613"/>
                    <a:gd name="connsiteY31" fmla="*/ 1284231 h 1635893"/>
                    <a:gd name="connsiteX32" fmla="*/ 322774 w 1644613"/>
                    <a:gd name="connsiteY32" fmla="*/ 1363352 h 1635893"/>
                    <a:gd name="connsiteX33" fmla="*/ 288357 w 1644613"/>
                    <a:gd name="connsiteY33" fmla="*/ 1588650 h 1635893"/>
                    <a:gd name="connsiteX34" fmla="*/ 283023 w 1644613"/>
                    <a:gd name="connsiteY34" fmla="*/ 1624718 h 1635893"/>
                    <a:gd name="connsiteX35" fmla="*/ 259020 w 1644613"/>
                    <a:gd name="connsiteY35" fmla="*/ 1629417 h 1635893"/>
                    <a:gd name="connsiteX36" fmla="*/ 323409 w 1644613"/>
                    <a:gd name="connsiteY36" fmla="*/ 1250068 h 1635893"/>
                    <a:gd name="connsiteX37" fmla="*/ 305629 w 1644613"/>
                    <a:gd name="connsiteY37" fmla="*/ 1166248 h 1635893"/>
                    <a:gd name="connsiteX38" fmla="*/ 229556 w 1644613"/>
                    <a:gd name="connsiteY38" fmla="*/ 1192410 h 1635893"/>
                    <a:gd name="connsiteX39" fmla="*/ 18228 w 1644613"/>
                    <a:gd name="connsiteY39" fmla="*/ 1623575 h 1635893"/>
                    <a:gd name="connsiteX40" fmla="*/ 2099 w 1644613"/>
                    <a:gd name="connsiteY40" fmla="*/ 1635894 h 1635893"/>
                    <a:gd name="connsiteX41" fmla="*/ 17212 w 1644613"/>
                    <a:gd name="connsiteY41" fmla="*/ 1539628 h 1635893"/>
                    <a:gd name="connsiteX42" fmla="*/ 107001 w 1644613"/>
                    <a:gd name="connsiteY42" fmla="*/ 1318648 h 1635893"/>
                    <a:gd name="connsiteX43" fmla="*/ 216983 w 1644613"/>
                    <a:gd name="connsiteY43" fmla="*/ 1168153 h 1635893"/>
                    <a:gd name="connsiteX44" fmla="*/ 304867 w 1644613"/>
                    <a:gd name="connsiteY44" fmla="*/ 1066553 h 1635893"/>
                    <a:gd name="connsiteX45" fmla="*/ 391481 w 1644613"/>
                    <a:gd name="connsiteY45" fmla="*/ 1032390 h 1635893"/>
                    <a:gd name="connsiteX46" fmla="*/ 252924 w 1644613"/>
                    <a:gd name="connsiteY46" fmla="*/ 952253 h 1635893"/>
                    <a:gd name="connsiteX47" fmla="*/ 138243 w 1644613"/>
                    <a:gd name="connsiteY47" fmla="*/ 837064 h 1635893"/>
                    <a:gd name="connsiteX48" fmla="*/ 83633 w 1644613"/>
                    <a:gd name="connsiteY48" fmla="*/ 754514 h 1635893"/>
                    <a:gd name="connsiteX49" fmla="*/ 139767 w 1644613"/>
                    <a:gd name="connsiteY49" fmla="*/ 520707 h 1635893"/>
                    <a:gd name="connsiteX50" fmla="*/ 413198 w 1644613"/>
                    <a:gd name="connsiteY50" fmla="*/ 274200 h 1635893"/>
                    <a:gd name="connsiteX51" fmla="*/ 730698 w 1644613"/>
                    <a:gd name="connsiteY51" fmla="*/ 270898 h 1635893"/>
                    <a:gd name="connsiteX52" fmla="*/ 944058 w 1644613"/>
                    <a:gd name="connsiteY52" fmla="*/ 397009 h 1635893"/>
                    <a:gd name="connsiteX53" fmla="*/ 1014924 w 1644613"/>
                    <a:gd name="connsiteY53" fmla="*/ 137040 h 1635893"/>
                    <a:gd name="connsiteX54" fmla="*/ 1076900 w 1644613"/>
                    <a:gd name="connsiteY54" fmla="*/ 110878 h 1635893"/>
                    <a:gd name="connsiteX55" fmla="*/ 971617 w 1644613"/>
                    <a:gd name="connsiteY55" fmla="*/ 432950 h 1635893"/>
                    <a:gd name="connsiteX56" fmla="*/ 1070423 w 1644613"/>
                    <a:gd name="connsiteY56" fmla="*/ 588017 h 1635893"/>
                    <a:gd name="connsiteX57" fmla="*/ 1107507 w 1644613"/>
                    <a:gd name="connsiteY57" fmla="*/ 692030 h 1635893"/>
                    <a:gd name="connsiteX58" fmla="*/ 1459424 w 1644613"/>
                    <a:gd name="connsiteY58" fmla="*/ 707524 h 1635893"/>
                    <a:gd name="connsiteX59" fmla="*/ 1614364 w 1644613"/>
                    <a:gd name="connsiteY59" fmla="*/ 462160 h 1635893"/>
                    <a:gd name="connsiteX60" fmla="*/ 1543879 w 1644613"/>
                    <a:gd name="connsiteY60" fmla="*/ 155963 h 1635893"/>
                    <a:gd name="connsiteX61" fmla="*/ 1261939 w 1644613"/>
                    <a:gd name="connsiteY61" fmla="*/ 27312 h 1635893"/>
                    <a:gd name="connsiteX62" fmla="*/ 1076900 w 1644613"/>
                    <a:gd name="connsiteY62" fmla="*/ 110878 h 1635893"/>
                    <a:gd name="connsiteX63" fmla="*/ 175327 w 1644613"/>
                    <a:gd name="connsiteY63" fmla="*/ 504578 h 1635893"/>
                    <a:gd name="connsiteX64" fmla="*/ 227270 w 1644613"/>
                    <a:gd name="connsiteY64" fmla="*/ 521723 h 1635893"/>
                    <a:gd name="connsiteX65" fmla="*/ 284801 w 1644613"/>
                    <a:gd name="connsiteY65" fmla="*/ 676663 h 1635893"/>
                    <a:gd name="connsiteX66" fmla="*/ 256607 w 1644613"/>
                    <a:gd name="connsiteY66" fmla="*/ 816998 h 1635893"/>
                    <a:gd name="connsiteX67" fmla="*/ 204283 w 1644613"/>
                    <a:gd name="connsiteY67" fmla="*/ 863734 h 1635893"/>
                    <a:gd name="connsiteX68" fmla="*/ 615128 w 1644613"/>
                    <a:gd name="connsiteY68" fmla="*/ 1040010 h 1635893"/>
                    <a:gd name="connsiteX69" fmla="*/ 979491 w 1644613"/>
                    <a:gd name="connsiteY69" fmla="*/ 867671 h 1635893"/>
                    <a:gd name="connsiteX70" fmla="*/ 1018353 w 1644613"/>
                    <a:gd name="connsiteY70" fmla="*/ 573666 h 1635893"/>
                    <a:gd name="connsiteX71" fmla="*/ 672151 w 1644613"/>
                    <a:gd name="connsiteY71" fmla="*/ 284741 h 1635893"/>
                    <a:gd name="connsiteX72" fmla="*/ 175327 w 1644613"/>
                    <a:gd name="connsiteY72" fmla="*/ 504578 h 1635893"/>
                    <a:gd name="connsiteX73" fmla="*/ 159833 w 1644613"/>
                    <a:gd name="connsiteY73" fmla="*/ 539884 h 1635893"/>
                    <a:gd name="connsiteX74" fmla="*/ 104588 w 1644613"/>
                    <a:gd name="connsiteY74" fmla="*/ 728098 h 1635893"/>
                    <a:gd name="connsiteX75" fmla="*/ 197679 w 1644613"/>
                    <a:gd name="connsiteY75" fmla="*/ 834143 h 1635893"/>
                    <a:gd name="connsiteX76" fmla="*/ 250892 w 1644613"/>
                    <a:gd name="connsiteY76" fmla="*/ 752355 h 1635893"/>
                    <a:gd name="connsiteX77" fmla="*/ 234636 w 1644613"/>
                    <a:gd name="connsiteY77" fmla="*/ 576587 h 1635893"/>
                    <a:gd name="connsiteX78" fmla="*/ 159833 w 1644613"/>
                    <a:gd name="connsiteY78" fmla="*/ 539884 h 1635893"/>
                    <a:gd name="connsiteX79" fmla="*/ 1052135 w 1644613"/>
                    <a:gd name="connsiteY79" fmla="*/ 598050 h 1635893"/>
                    <a:gd name="connsiteX80" fmla="*/ 1041086 w 1644613"/>
                    <a:gd name="connsiteY80" fmla="*/ 807092 h 1635893"/>
                    <a:gd name="connsiteX81" fmla="*/ 1052135 w 1644613"/>
                    <a:gd name="connsiteY81" fmla="*/ 598050 h 1635893"/>
                    <a:gd name="connsiteX82" fmla="*/ 441011 w 1644613"/>
                    <a:gd name="connsiteY82" fmla="*/ 1044963 h 1635893"/>
                    <a:gd name="connsiteX83" fmla="*/ 658816 w 1644613"/>
                    <a:gd name="connsiteY83" fmla="*/ 1078618 h 1635893"/>
                    <a:gd name="connsiteX84" fmla="*/ 569154 w 1644613"/>
                    <a:gd name="connsiteY84" fmla="*/ 1062616 h 1635893"/>
                    <a:gd name="connsiteX85" fmla="*/ 441011 w 1644613"/>
                    <a:gd name="connsiteY85" fmla="*/ 1044963 h 1635893"/>
                    <a:gd name="connsiteX86" fmla="*/ 303597 w 1644613"/>
                    <a:gd name="connsiteY86" fmla="*/ 1095509 h 1635893"/>
                    <a:gd name="connsiteX87" fmla="*/ 288992 w 1644613"/>
                    <a:gd name="connsiteY87" fmla="*/ 1125100 h 1635893"/>
                    <a:gd name="connsiteX88" fmla="*/ 345380 w 1644613"/>
                    <a:gd name="connsiteY88" fmla="*/ 1175519 h 1635893"/>
                    <a:gd name="connsiteX89" fmla="*/ 332934 w 1644613"/>
                    <a:gd name="connsiteY89" fmla="*/ 1333380 h 1635893"/>
                    <a:gd name="connsiteX90" fmla="*/ 384369 w 1644613"/>
                    <a:gd name="connsiteY90" fmla="*/ 1261879 h 1635893"/>
                    <a:gd name="connsiteX91" fmla="*/ 303597 w 1644613"/>
                    <a:gd name="connsiteY91" fmla="*/ 1095509 h 1635893"/>
                    <a:gd name="connsiteX92" fmla="*/ 1154370 w 1644613"/>
                    <a:gd name="connsiteY92" fmla="*/ 1214635 h 1635893"/>
                    <a:gd name="connsiteX93" fmla="*/ 1130875 w 1644613"/>
                    <a:gd name="connsiteY93" fmla="*/ 1407675 h 1635893"/>
                    <a:gd name="connsiteX94" fmla="*/ 1261431 w 1644613"/>
                    <a:gd name="connsiteY94" fmla="*/ 1463301 h 1635893"/>
                    <a:gd name="connsiteX95" fmla="*/ 1374969 w 1644613"/>
                    <a:gd name="connsiteY95" fmla="*/ 1474731 h 1635893"/>
                    <a:gd name="connsiteX96" fmla="*/ 1357316 w 1644613"/>
                    <a:gd name="connsiteY96" fmla="*/ 1446029 h 1635893"/>
                    <a:gd name="connsiteX97" fmla="*/ 1258637 w 1644613"/>
                    <a:gd name="connsiteY97" fmla="*/ 1386466 h 1635893"/>
                    <a:gd name="connsiteX98" fmla="*/ 1445581 w 1644613"/>
                    <a:gd name="connsiteY98" fmla="*/ 1429773 h 1635893"/>
                    <a:gd name="connsiteX99" fmla="*/ 1403163 w 1644613"/>
                    <a:gd name="connsiteY99" fmla="*/ 1377195 h 1635893"/>
                    <a:gd name="connsiteX100" fmla="*/ 1296229 w 1644613"/>
                    <a:gd name="connsiteY100" fmla="*/ 1332237 h 1635893"/>
                    <a:gd name="connsiteX101" fmla="*/ 1489269 w 1644613"/>
                    <a:gd name="connsiteY101" fmla="*/ 1359923 h 1635893"/>
                    <a:gd name="connsiteX102" fmla="*/ 1491174 w 1644613"/>
                    <a:gd name="connsiteY102" fmla="*/ 1340111 h 1635893"/>
                    <a:gd name="connsiteX103" fmla="*/ 1235269 w 1644613"/>
                    <a:gd name="connsiteY103" fmla="*/ 1248163 h 1635893"/>
                    <a:gd name="connsiteX104" fmla="*/ 1341060 w 1644613"/>
                    <a:gd name="connsiteY104" fmla="*/ 1171709 h 1635893"/>
                    <a:gd name="connsiteX105" fmla="*/ 1301944 w 1644613"/>
                    <a:gd name="connsiteY105" fmla="*/ 1132720 h 1635893"/>
                    <a:gd name="connsiteX106" fmla="*/ 1154370 w 1644613"/>
                    <a:gd name="connsiteY106" fmla="*/ 1214635 h 1635893"/>
                    <a:gd name="connsiteX107" fmla="*/ 857063 w 1644613"/>
                    <a:gd name="connsiteY107" fmla="*/ 1181488 h 1635893"/>
                    <a:gd name="connsiteX108" fmla="*/ 878272 w 1644613"/>
                    <a:gd name="connsiteY108" fmla="*/ 1300868 h 1635893"/>
                    <a:gd name="connsiteX109" fmla="*/ 905704 w 1644613"/>
                    <a:gd name="connsiteY109" fmla="*/ 1540771 h 1635893"/>
                    <a:gd name="connsiteX110" fmla="*/ 1188660 w 1644613"/>
                    <a:gd name="connsiteY110" fmla="*/ 1474350 h 1635893"/>
                    <a:gd name="connsiteX111" fmla="*/ 1073344 w 1644613"/>
                    <a:gd name="connsiteY111" fmla="*/ 1300233 h 1635893"/>
                    <a:gd name="connsiteX112" fmla="*/ 973522 w 1644613"/>
                    <a:gd name="connsiteY112" fmla="*/ 1438155 h 1635893"/>
                    <a:gd name="connsiteX113" fmla="*/ 945201 w 1644613"/>
                    <a:gd name="connsiteY113" fmla="*/ 1487558 h 1635893"/>
                    <a:gd name="connsiteX114" fmla="*/ 974665 w 1644613"/>
                    <a:gd name="connsiteY114" fmla="*/ 1366781 h 1635893"/>
                    <a:gd name="connsiteX115" fmla="*/ 857063 w 1644613"/>
                    <a:gd name="connsiteY115" fmla="*/ 1181488 h 1635893"/>
                    <a:gd name="connsiteX0" fmla="*/ 1014924 w 1644615"/>
                    <a:gd name="connsiteY0" fmla="*/ 137040 h 1635895"/>
                    <a:gd name="connsiteX1" fmla="*/ 1288609 w 1644615"/>
                    <a:gd name="connsiteY1" fmla="*/ 134 h 1635895"/>
                    <a:gd name="connsiteX2" fmla="*/ 1606363 w 1644615"/>
                    <a:gd name="connsiteY2" fmla="*/ 207525 h 1635895"/>
                    <a:gd name="connsiteX3" fmla="*/ 1635827 w 1644615"/>
                    <a:gd name="connsiteY3" fmla="*/ 498990 h 1635895"/>
                    <a:gd name="connsiteX4" fmla="*/ 1447867 w 1644615"/>
                    <a:gd name="connsiteY4" fmla="*/ 744100 h 1635895"/>
                    <a:gd name="connsiteX5" fmla="*/ 1200852 w 1644615"/>
                    <a:gd name="connsiteY5" fmla="*/ 768865 h 1635895"/>
                    <a:gd name="connsiteX6" fmla="*/ 1100903 w 1644615"/>
                    <a:gd name="connsiteY6" fmla="*/ 724415 h 1635895"/>
                    <a:gd name="connsiteX7" fmla="*/ 1075122 w 1644615"/>
                    <a:gd name="connsiteY7" fmla="*/ 806838 h 1635895"/>
                    <a:gd name="connsiteX8" fmla="*/ 994858 w 1644615"/>
                    <a:gd name="connsiteY8" fmla="*/ 891166 h 1635895"/>
                    <a:gd name="connsiteX9" fmla="*/ 900370 w 1644615"/>
                    <a:gd name="connsiteY9" fmla="*/ 986162 h 1635895"/>
                    <a:gd name="connsiteX10" fmla="*/ 765623 w 1644615"/>
                    <a:gd name="connsiteY10" fmla="*/ 1048392 h 1635895"/>
                    <a:gd name="connsiteX11" fmla="*/ 993715 w 1644615"/>
                    <a:gd name="connsiteY11" fmla="*/ 1351541 h 1635895"/>
                    <a:gd name="connsiteX12" fmla="*/ 1109666 w 1644615"/>
                    <a:gd name="connsiteY12" fmla="*/ 1221620 h 1635895"/>
                    <a:gd name="connsiteX13" fmla="*/ 1283275 w 1644615"/>
                    <a:gd name="connsiteY13" fmla="*/ 1111003 h 1635895"/>
                    <a:gd name="connsiteX14" fmla="*/ 1372810 w 1644615"/>
                    <a:gd name="connsiteY14" fmla="*/ 1159136 h 1635895"/>
                    <a:gd name="connsiteX15" fmla="*/ 1290260 w 1644615"/>
                    <a:gd name="connsiteY15" fmla="*/ 1244353 h 1635895"/>
                    <a:gd name="connsiteX16" fmla="*/ 1514796 w 1644615"/>
                    <a:gd name="connsiteY16" fmla="*/ 1325633 h 1635895"/>
                    <a:gd name="connsiteX17" fmla="*/ 1460440 w 1644615"/>
                    <a:gd name="connsiteY17" fmla="*/ 1390657 h 1635895"/>
                    <a:gd name="connsiteX18" fmla="*/ 1460821 w 1644615"/>
                    <a:gd name="connsiteY18" fmla="*/ 1438790 h 1635895"/>
                    <a:gd name="connsiteX19" fmla="*/ 1403163 w 1644615"/>
                    <a:gd name="connsiteY19" fmla="*/ 1459999 h 1635895"/>
                    <a:gd name="connsiteX20" fmla="*/ 1396686 w 1644615"/>
                    <a:gd name="connsiteY20" fmla="*/ 1490352 h 1635895"/>
                    <a:gd name="connsiteX21" fmla="*/ 1222569 w 1644615"/>
                    <a:gd name="connsiteY21" fmla="*/ 1482224 h 1635895"/>
                    <a:gd name="connsiteX22" fmla="*/ 1041340 w 1644615"/>
                    <a:gd name="connsiteY22" fmla="*/ 1583443 h 1635895"/>
                    <a:gd name="connsiteX23" fmla="*/ 907228 w 1644615"/>
                    <a:gd name="connsiteY23" fmla="*/ 1570362 h 1635895"/>
                    <a:gd name="connsiteX24" fmla="*/ 909260 w 1644615"/>
                    <a:gd name="connsiteY24" fmla="*/ 1626242 h 1635895"/>
                    <a:gd name="connsiteX25" fmla="*/ 884622 w 1644615"/>
                    <a:gd name="connsiteY25" fmla="*/ 1624718 h 1635895"/>
                    <a:gd name="connsiteX26" fmla="*/ 878780 w 1644615"/>
                    <a:gd name="connsiteY26" fmla="*/ 1550296 h 1635895"/>
                    <a:gd name="connsiteX27" fmla="*/ 820106 w 1644615"/>
                    <a:gd name="connsiteY27" fmla="*/ 1144658 h 1635895"/>
                    <a:gd name="connsiteX28" fmla="*/ 747208 w 1644615"/>
                    <a:gd name="connsiteY28" fmla="*/ 1071887 h 1635895"/>
                    <a:gd name="connsiteX29" fmla="*/ 424882 w 1644615"/>
                    <a:gd name="connsiteY29" fmla="*/ 1070236 h 1635895"/>
                    <a:gd name="connsiteX30" fmla="*/ 337125 w 1644615"/>
                    <a:gd name="connsiteY30" fmla="*/ 1072395 h 1635895"/>
                    <a:gd name="connsiteX31" fmla="*/ 407610 w 1644615"/>
                    <a:gd name="connsiteY31" fmla="*/ 1284231 h 1635895"/>
                    <a:gd name="connsiteX32" fmla="*/ 322774 w 1644615"/>
                    <a:gd name="connsiteY32" fmla="*/ 1363352 h 1635895"/>
                    <a:gd name="connsiteX33" fmla="*/ 288357 w 1644615"/>
                    <a:gd name="connsiteY33" fmla="*/ 1588650 h 1635895"/>
                    <a:gd name="connsiteX34" fmla="*/ 283023 w 1644615"/>
                    <a:gd name="connsiteY34" fmla="*/ 1624718 h 1635895"/>
                    <a:gd name="connsiteX35" fmla="*/ 259020 w 1644615"/>
                    <a:gd name="connsiteY35" fmla="*/ 1629417 h 1635895"/>
                    <a:gd name="connsiteX36" fmla="*/ 323409 w 1644615"/>
                    <a:gd name="connsiteY36" fmla="*/ 1250068 h 1635895"/>
                    <a:gd name="connsiteX37" fmla="*/ 305629 w 1644615"/>
                    <a:gd name="connsiteY37" fmla="*/ 1166248 h 1635895"/>
                    <a:gd name="connsiteX38" fmla="*/ 229556 w 1644615"/>
                    <a:gd name="connsiteY38" fmla="*/ 1192410 h 1635895"/>
                    <a:gd name="connsiteX39" fmla="*/ 18228 w 1644615"/>
                    <a:gd name="connsiteY39" fmla="*/ 1623575 h 1635895"/>
                    <a:gd name="connsiteX40" fmla="*/ 2099 w 1644615"/>
                    <a:gd name="connsiteY40" fmla="*/ 1635894 h 1635895"/>
                    <a:gd name="connsiteX41" fmla="*/ 17212 w 1644615"/>
                    <a:gd name="connsiteY41" fmla="*/ 1539628 h 1635895"/>
                    <a:gd name="connsiteX42" fmla="*/ 107001 w 1644615"/>
                    <a:gd name="connsiteY42" fmla="*/ 1318648 h 1635895"/>
                    <a:gd name="connsiteX43" fmla="*/ 216983 w 1644615"/>
                    <a:gd name="connsiteY43" fmla="*/ 1168153 h 1635895"/>
                    <a:gd name="connsiteX44" fmla="*/ 304867 w 1644615"/>
                    <a:gd name="connsiteY44" fmla="*/ 1066553 h 1635895"/>
                    <a:gd name="connsiteX45" fmla="*/ 391481 w 1644615"/>
                    <a:gd name="connsiteY45" fmla="*/ 1032390 h 1635895"/>
                    <a:gd name="connsiteX46" fmla="*/ 252924 w 1644615"/>
                    <a:gd name="connsiteY46" fmla="*/ 952253 h 1635895"/>
                    <a:gd name="connsiteX47" fmla="*/ 138243 w 1644615"/>
                    <a:gd name="connsiteY47" fmla="*/ 837064 h 1635895"/>
                    <a:gd name="connsiteX48" fmla="*/ 83633 w 1644615"/>
                    <a:gd name="connsiteY48" fmla="*/ 754514 h 1635895"/>
                    <a:gd name="connsiteX49" fmla="*/ 139767 w 1644615"/>
                    <a:gd name="connsiteY49" fmla="*/ 520707 h 1635895"/>
                    <a:gd name="connsiteX50" fmla="*/ 413198 w 1644615"/>
                    <a:gd name="connsiteY50" fmla="*/ 274200 h 1635895"/>
                    <a:gd name="connsiteX51" fmla="*/ 730698 w 1644615"/>
                    <a:gd name="connsiteY51" fmla="*/ 270898 h 1635895"/>
                    <a:gd name="connsiteX52" fmla="*/ 944058 w 1644615"/>
                    <a:gd name="connsiteY52" fmla="*/ 397009 h 1635895"/>
                    <a:gd name="connsiteX53" fmla="*/ 1076900 w 1644615"/>
                    <a:gd name="connsiteY53" fmla="*/ 110878 h 1635895"/>
                    <a:gd name="connsiteX54" fmla="*/ 971617 w 1644615"/>
                    <a:gd name="connsiteY54" fmla="*/ 432950 h 1635895"/>
                    <a:gd name="connsiteX55" fmla="*/ 1070423 w 1644615"/>
                    <a:gd name="connsiteY55" fmla="*/ 588017 h 1635895"/>
                    <a:gd name="connsiteX56" fmla="*/ 1107507 w 1644615"/>
                    <a:gd name="connsiteY56" fmla="*/ 692030 h 1635895"/>
                    <a:gd name="connsiteX57" fmla="*/ 1459424 w 1644615"/>
                    <a:gd name="connsiteY57" fmla="*/ 707524 h 1635895"/>
                    <a:gd name="connsiteX58" fmla="*/ 1614364 w 1644615"/>
                    <a:gd name="connsiteY58" fmla="*/ 462160 h 1635895"/>
                    <a:gd name="connsiteX59" fmla="*/ 1543879 w 1644615"/>
                    <a:gd name="connsiteY59" fmla="*/ 155963 h 1635895"/>
                    <a:gd name="connsiteX60" fmla="*/ 1261939 w 1644615"/>
                    <a:gd name="connsiteY60" fmla="*/ 27312 h 1635895"/>
                    <a:gd name="connsiteX61" fmla="*/ 1076900 w 1644615"/>
                    <a:gd name="connsiteY61" fmla="*/ 110878 h 1635895"/>
                    <a:gd name="connsiteX62" fmla="*/ 175327 w 1644615"/>
                    <a:gd name="connsiteY62" fmla="*/ 504578 h 1635895"/>
                    <a:gd name="connsiteX63" fmla="*/ 227270 w 1644615"/>
                    <a:gd name="connsiteY63" fmla="*/ 521723 h 1635895"/>
                    <a:gd name="connsiteX64" fmla="*/ 284801 w 1644615"/>
                    <a:gd name="connsiteY64" fmla="*/ 676663 h 1635895"/>
                    <a:gd name="connsiteX65" fmla="*/ 256607 w 1644615"/>
                    <a:gd name="connsiteY65" fmla="*/ 816998 h 1635895"/>
                    <a:gd name="connsiteX66" fmla="*/ 204283 w 1644615"/>
                    <a:gd name="connsiteY66" fmla="*/ 863734 h 1635895"/>
                    <a:gd name="connsiteX67" fmla="*/ 615128 w 1644615"/>
                    <a:gd name="connsiteY67" fmla="*/ 1040010 h 1635895"/>
                    <a:gd name="connsiteX68" fmla="*/ 979491 w 1644615"/>
                    <a:gd name="connsiteY68" fmla="*/ 867671 h 1635895"/>
                    <a:gd name="connsiteX69" fmla="*/ 1018353 w 1644615"/>
                    <a:gd name="connsiteY69" fmla="*/ 573666 h 1635895"/>
                    <a:gd name="connsiteX70" fmla="*/ 672151 w 1644615"/>
                    <a:gd name="connsiteY70" fmla="*/ 284741 h 1635895"/>
                    <a:gd name="connsiteX71" fmla="*/ 175327 w 1644615"/>
                    <a:gd name="connsiteY71" fmla="*/ 504578 h 1635895"/>
                    <a:gd name="connsiteX72" fmla="*/ 159833 w 1644615"/>
                    <a:gd name="connsiteY72" fmla="*/ 539884 h 1635895"/>
                    <a:gd name="connsiteX73" fmla="*/ 104588 w 1644615"/>
                    <a:gd name="connsiteY73" fmla="*/ 728098 h 1635895"/>
                    <a:gd name="connsiteX74" fmla="*/ 197679 w 1644615"/>
                    <a:gd name="connsiteY74" fmla="*/ 834143 h 1635895"/>
                    <a:gd name="connsiteX75" fmla="*/ 250892 w 1644615"/>
                    <a:gd name="connsiteY75" fmla="*/ 752355 h 1635895"/>
                    <a:gd name="connsiteX76" fmla="*/ 234636 w 1644615"/>
                    <a:gd name="connsiteY76" fmla="*/ 576587 h 1635895"/>
                    <a:gd name="connsiteX77" fmla="*/ 159833 w 1644615"/>
                    <a:gd name="connsiteY77" fmla="*/ 539884 h 1635895"/>
                    <a:gd name="connsiteX78" fmla="*/ 1052135 w 1644615"/>
                    <a:gd name="connsiteY78" fmla="*/ 598050 h 1635895"/>
                    <a:gd name="connsiteX79" fmla="*/ 1041086 w 1644615"/>
                    <a:gd name="connsiteY79" fmla="*/ 807092 h 1635895"/>
                    <a:gd name="connsiteX80" fmla="*/ 1052135 w 1644615"/>
                    <a:gd name="connsiteY80" fmla="*/ 598050 h 1635895"/>
                    <a:gd name="connsiteX81" fmla="*/ 441011 w 1644615"/>
                    <a:gd name="connsiteY81" fmla="*/ 1044963 h 1635895"/>
                    <a:gd name="connsiteX82" fmla="*/ 658816 w 1644615"/>
                    <a:gd name="connsiteY82" fmla="*/ 1078618 h 1635895"/>
                    <a:gd name="connsiteX83" fmla="*/ 569154 w 1644615"/>
                    <a:gd name="connsiteY83" fmla="*/ 1062616 h 1635895"/>
                    <a:gd name="connsiteX84" fmla="*/ 441011 w 1644615"/>
                    <a:gd name="connsiteY84" fmla="*/ 1044963 h 1635895"/>
                    <a:gd name="connsiteX85" fmla="*/ 303597 w 1644615"/>
                    <a:gd name="connsiteY85" fmla="*/ 1095509 h 1635895"/>
                    <a:gd name="connsiteX86" fmla="*/ 288992 w 1644615"/>
                    <a:gd name="connsiteY86" fmla="*/ 1125100 h 1635895"/>
                    <a:gd name="connsiteX87" fmla="*/ 345380 w 1644615"/>
                    <a:gd name="connsiteY87" fmla="*/ 1175519 h 1635895"/>
                    <a:gd name="connsiteX88" fmla="*/ 332934 w 1644615"/>
                    <a:gd name="connsiteY88" fmla="*/ 1333380 h 1635895"/>
                    <a:gd name="connsiteX89" fmla="*/ 384369 w 1644615"/>
                    <a:gd name="connsiteY89" fmla="*/ 1261879 h 1635895"/>
                    <a:gd name="connsiteX90" fmla="*/ 303597 w 1644615"/>
                    <a:gd name="connsiteY90" fmla="*/ 1095509 h 1635895"/>
                    <a:gd name="connsiteX91" fmla="*/ 1154370 w 1644615"/>
                    <a:gd name="connsiteY91" fmla="*/ 1214635 h 1635895"/>
                    <a:gd name="connsiteX92" fmla="*/ 1130875 w 1644615"/>
                    <a:gd name="connsiteY92" fmla="*/ 1407675 h 1635895"/>
                    <a:gd name="connsiteX93" fmla="*/ 1261431 w 1644615"/>
                    <a:gd name="connsiteY93" fmla="*/ 1463301 h 1635895"/>
                    <a:gd name="connsiteX94" fmla="*/ 1374969 w 1644615"/>
                    <a:gd name="connsiteY94" fmla="*/ 1474731 h 1635895"/>
                    <a:gd name="connsiteX95" fmla="*/ 1357316 w 1644615"/>
                    <a:gd name="connsiteY95" fmla="*/ 1446029 h 1635895"/>
                    <a:gd name="connsiteX96" fmla="*/ 1258637 w 1644615"/>
                    <a:gd name="connsiteY96" fmla="*/ 1386466 h 1635895"/>
                    <a:gd name="connsiteX97" fmla="*/ 1445581 w 1644615"/>
                    <a:gd name="connsiteY97" fmla="*/ 1429773 h 1635895"/>
                    <a:gd name="connsiteX98" fmla="*/ 1403163 w 1644615"/>
                    <a:gd name="connsiteY98" fmla="*/ 1377195 h 1635895"/>
                    <a:gd name="connsiteX99" fmla="*/ 1296229 w 1644615"/>
                    <a:gd name="connsiteY99" fmla="*/ 1332237 h 1635895"/>
                    <a:gd name="connsiteX100" fmla="*/ 1489269 w 1644615"/>
                    <a:gd name="connsiteY100" fmla="*/ 1359923 h 1635895"/>
                    <a:gd name="connsiteX101" fmla="*/ 1491174 w 1644615"/>
                    <a:gd name="connsiteY101" fmla="*/ 1340111 h 1635895"/>
                    <a:gd name="connsiteX102" fmla="*/ 1235269 w 1644615"/>
                    <a:gd name="connsiteY102" fmla="*/ 1248163 h 1635895"/>
                    <a:gd name="connsiteX103" fmla="*/ 1341060 w 1644615"/>
                    <a:gd name="connsiteY103" fmla="*/ 1171709 h 1635895"/>
                    <a:gd name="connsiteX104" fmla="*/ 1301944 w 1644615"/>
                    <a:gd name="connsiteY104" fmla="*/ 1132720 h 1635895"/>
                    <a:gd name="connsiteX105" fmla="*/ 1154370 w 1644615"/>
                    <a:gd name="connsiteY105" fmla="*/ 1214635 h 1635895"/>
                    <a:gd name="connsiteX106" fmla="*/ 857063 w 1644615"/>
                    <a:gd name="connsiteY106" fmla="*/ 1181488 h 1635895"/>
                    <a:gd name="connsiteX107" fmla="*/ 878272 w 1644615"/>
                    <a:gd name="connsiteY107" fmla="*/ 1300868 h 1635895"/>
                    <a:gd name="connsiteX108" fmla="*/ 905704 w 1644615"/>
                    <a:gd name="connsiteY108" fmla="*/ 1540771 h 1635895"/>
                    <a:gd name="connsiteX109" fmla="*/ 1188660 w 1644615"/>
                    <a:gd name="connsiteY109" fmla="*/ 1474350 h 1635895"/>
                    <a:gd name="connsiteX110" fmla="*/ 1073344 w 1644615"/>
                    <a:gd name="connsiteY110" fmla="*/ 1300233 h 1635895"/>
                    <a:gd name="connsiteX111" fmla="*/ 973522 w 1644615"/>
                    <a:gd name="connsiteY111" fmla="*/ 1438155 h 1635895"/>
                    <a:gd name="connsiteX112" fmla="*/ 945201 w 1644615"/>
                    <a:gd name="connsiteY112" fmla="*/ 1487558 h 1635895"/>
                    <a:gd name="connsiteX113" fmla="*/ 974665 w 1644615"/>
                    <a:gd name="connsiteY113" fmla="*/ 1366781 h 1635895"/>
                    <a:gd name="connsiteX114" fmla="*/ 857063 w 1644615"/>
                    <a:gd name="connsiteY114" fmla="*/ 1181488 h 1635895"/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200852 w 1644613"/>
                    <a:gd name="connsiteY4" fmla="*/ 768865 h 1635893"/>
                    <a:gd name="connsiteX5" fmla="*/ 1100903 w 1644613"/>
                    <a:gd name="connsiteY5" fmla="*/ 724415 h 1635893"/>
                    <a:gd name="connsiteX6" fmla="*/ 1075122 w 1644613"/>
                    <a:gd name="connsiteY6" fmla="*/ 806838 h 1635893"/>
                    <a:gd name="connsiteX7" fmla="*/ 994858 w 1644613"/>
                    <a:gd name="connsiteY7" fmla="*/ 891166 h 1635893"/>
                    <a:gd name="connsiteX8" fmla="*/ 900370 w 1644613"/>
                    <a:gd name="connsiteY8" fmla="*/ 986162 h 1635893"/>
                    <a:gd name="connsiteX9" fmla="*/ 765623 w 1644613"/>
                    <a:gd name="connsiteY9" fmla="*/ 1048392 h 1635893"/>
                    <a:gd name="connsiteX10" fmla="*/ 993715 w 1644613"/>
                    <a:gd name="connsiteY10" fmla="*/ 1351541 h 1635893"/>
                    <a:gd name="connsiteX11" fmla="*/ 1109666 w 1644613"/>
                    <a:gd name="connsiteY11" fmla="*/ 1221620 h 1635893"/>
                    <a:gd name="connsiteX12" fmla="*/ 1283275 w 1644613"/>
                    <a:gd name="connsiteY12" fmla="*/ 1111003 h 1635893"/>
                    <a:gd name="connsiteX13" fmla="*/ 1372810 w 1644613"/>
                    <a:gd name="connsiteY13" fmla="*/ 1159136 h 1635893"/>
                    <a:gd name="connsiteX14" fmla="*/ 1290260 w 1644613"/>
                    <a:gd name="connsiteY14" fmla="*/ 1244353 h 1635893"/>
                    <a:gd name="connsiteX15" fmla="*/ 1514796 w 1644613"/>
                    <a:gd name="connsiteY15" fmla="*/ 1325633 h 1635893"/>
                    <a:gd name="connsiteX16" fmla="*/ 1460440 w 1644613"/>
                    <a:gd name="connsiteY16" fmla="*/ 1390657 h 1635893"/>
                    <a:gd name="connsiteX17" fmla="*/ 1460821 w 1644613"/>
                    <a:gd name="connsiteY17" fmla="*/ 1438790 h 1635893"/>
                    <a:gd name="connsiteX18" fmla="*/ 1403163 w 1644613"/>
                    <a:gd name="connsiteY18" fmla="*/ 1459999 h 1635893"/>
                    <a:gd name="connsiteX19" fmla="*/ 1396686 w 1644613"/>
                    <a:gd name="connsiteY19" fmla="*/ 1490352 h 1635893"/>
                    <a:gd name="connsiteX20" fmla="*/ 1222569 w 1644613"/>
                    <a:gd name="connsiteY20" fmla="*/ 1482224 h 1635893"/>
                    <a:gd name="connsiteX21" fmla="*/ 1041340 w 1644613"/>
                    <a:gd name="connsiteY21" fmla="*/ 1583443 h 1635893"/>
                    <a:gd name="connsiteX22" fmla="*/ 907228 w 1644613"/>
                    <a:gd name="connsiteY22" fmla="*/ 1570362 h 1635893"/>
                    <a:gd name="connsiteX23" fmla="*/ 909260 w 1644613"/>
                    <a:gd name="connsiteY23" fmla="*/ 1626242 h 1635893"/>
                    <a:gd name="connsiteX24" fmla="*/ 884622 w 1644613"/>
                    <a:gd name="connsiteY24" fmla="*/ 1624718 h 1635893"/>
                    <a:gd name="connsiteX25" fmla="*/ 878780 w 1644613"/>
                    <a:gd name="connsiteY25" fmla="*/ 1550296 h 1635893"/>
                    <a:gd name="connsiteX26" fmla="*/ 820106 w 1644613"/>
                    <a:gd name="connsiteY26" fmla="*/ 1144658 h 1635893"/>
                    <a:gd name="connsiteX27" fmla="*/ 747208 w 1644613"/>
                    <a:gd name="connsiteY27" fmla="*/ 1071887 h 1635893"/>
                    <a:gd name="connsiteX28" fmla="*/ 424882 w 1644613"/>
                    <a:gd name="connsiteY28" fmla="*/ 1070236 h 1635893"/>
                    <a:gd name="connsiteX29" fmla="*/ 337125 w 1644613"/>
                    <a:gd name="connsiteY29" fmla="*/ 1072395 h 1635893"/>
                    <a:gd name="connsiteX30" fmla="*/ 407610 w 1644613"/>
                    <a:gd name="connsiteY30" fmla="*/ 1284231 h 1635893"/>
                    <a:gd name="connsiteX31" fmla="*/ 322774 w 1644613"/>
                    <a:gd name="connsiteY31" fmla="*/ 1363352 h 1635893"/>
                    <a:gd name="connsiteX32" fmla="*/ 288357 w 1644613"/>
                    <a:gd name="connsiteY32" fmla="*/ 1588650 h 1635893"/>
                    <a:gd name="connsiteX33" fmla="*/ 283023 w 1644613"/>
                    <a:gd name="connsiteY33" fmla="*/ 1624718 h 1635893"/>
                    <a:gd name="connsiteX34" fmla="*/ 259020 w 1644613"/>
                    <a:gd name="connsiteY34" fmla="*/ 1629417 h 1635893"/>
                    <a:gd name="connsiteX35" fmla="*/ 323409 w 1644613"/>
                    <a:gd name="connsiteY35" fmla="*/ 1250068 h 1635893"/>
                    <a:gd name="connsiteX36" fmla="*/ 305629 w 1644613"/>
                    <a:gd name="connsiteY36" fmla="*/ 1166248 h 1635893"/>
                    <a:gd name="connsiteX37" fmla="*/ 229556 w 1644613"/>
                    <a:gd name="connsiteY37" fmla="*/ 1192410 h 1635893"/>
                    <a:gd name="connsiteX38" fmla="*/ 18228 w 1644613"/>
                    <a:gd name="connsiteY38" fmla="*/ 1623575 h 1635893"/>
                    <a:gd name="connsiteX39" fmla="*/ 2099 w 1644613"/>
                    <a:gd name="connsiteY39" fmla="*/ 1635894 h 1635893"/>
                    <a:gd name="connsiteX40" fmla="*/ 17212 w 1644613"/>
                    <a:gd name="connsiteY40" fmla="*/ 1539628 h 1635893"/>
                    <a:gd name="connsiteX41" fmla="*/ 107001 w 1644613"/>
                    <a:gd name="connsiteY41" fmla="*/ 1318648 h 1635893"/>
                    <a:gd name="connsiteX42" fmla="*/ 216983 w 1644613"/>
                    <a:gd name="connsiteY42" fmla="*/ 1168153 h 1635893"/>
                    <a:gd name="connsiteX43" fmla="*/ 304867 w 1644613"/>
                    <a:gd name="connsiteY43" fmla="*/ 1066553 h 1635893"/>
                    <a:gd name="connsiteX44" fmla="*/ 391481 w 1644613"/>
                    <a:gd name="connsiteY44" fmla="*/ 1032390 h 1635893"/>
                    <a:gd name="connsiteX45" fmla="*/ 252924 w 1644613"/>
                    <a:gd name="connsiteY45" fmla="*/ 952253 h 1635893"/>
                    <a:gd name="connsiteX46" fmla="*/ 138243 w 1644613"/>
                    <a:gd name="connsiteY46" fmla="*/ 837064 h 1635893"/>
                    <a:gd name="connsiteX47" fmla="*/ 83633 w 1644613"/>
                    <a:gd name="connsiteY47" fmla="*/ 754514 h 1635893"/>
                    <a:gd name="connsiteX48" fmla="*/ 139767 w 1644613"/>
                    <a:gd name="connsiteY48" fmla="*/ 520707 h 1635893"/>
                    <a:gd name="connsiteX49" fmla="*/ 413198 w 1644613"/>
                    <a:gd name="connsiteY49" fmla="*/ 274200 h 1635893"/>
                    <a:gd name="connsiteX50" fmla="*/ 730698 w 1644613"/>
                    <a:gd name="connsiteY50" fmla="*/ 270898 h 1635893"/>
                    <a:gd name="connsiteX51" fmla="*/ 944058 w 1644613"/>
                    <a:gd name="connsiteY51" fmla="*/ 397009 h 1635893"/>
                    <a:gd name="connsiteX52" fmla="*/ 1076900 w 1644613"/>
                    <a:gd name="connsiteY52" fmla="*/ 110878 h 1635893"/>
                    <a:gd name="connsiteX53" fmla="*/ 971617 w 1644613"/>
                    <a:gd name="connsiteY53" fmla="*/ 432950 h 1635893"/>
                    <a:gd name="connsiteX54" fmla="*/ 1070423 w 1644613"/>
                    <a:gd name="connsiteY54" fmla="*/ 588017 h 1635893"/>
                    <a:gd name="connsiteX55" fmla="*/ 1107507 w 1644613"/>
                    <a:gd name="connsiteY55" fmla="*/ 692030 h 1635893"/>
                    <a:gd name="connsiteX56" fmla="*/ 1459424 w 1644613"/>
                    <a:gd name="connsiteY56" fmla="*/ 707524 h 1635893"/>
                    <a:gd name="connsiteX57" fmla="*/ 1614364 w 1644613"/>
                    <a:gd name="connsiteY57" fmla="*/ 462160 h 1635893"/>
                    <a:gd name="connsiteX58" fmla="*/ 1543879 w 1644613"/>
                    <a:gd name="connsiteY58" fmla="*/ 155963 h 1635893"/>
                    <a:gd name="connsiteX59" fmla="*/ 1261939 w 1644613"/>
                    <a:gd name="connsiteY59" fmla="*/ 27312 h 1635893"/>
                    <a:gd name="connsiteX60" fmla="*/ 1076900 w 1644613"/>
                    <a:gd name="connsiteY60" fmla="*/ 110878 h 1635893"/>
                    <a:gd name="connsiteX61" fmla="*/ 175327 w 1644613"/>
                    <a:gd name="connsiteY61" fmla="*/ 504578 h 1635893"/>
                    <a:gd name="connsiteX62" fmla="*/ 227270 w 1644613"/>
                    <a:gd name="connsiteY62" fmla="*/ 521723 h 1635893"/>
                    <a:gd name="connsiteX63" fmla="*/ 284801 w 1644613"/>
                    <a:gd name="connsiteY63" fmla="*/ 676663 h 1635893"/>
                    <a:gd name="connsiteX64" fmla="*/ 256607 w 1644613"/>
                    <a:gd name="connsiteY64" fmla="*/ 816998 h 1635893"/>
                    <a:gd name="connsiteX65" fmla="*/ 204283 w 1644613"/>
                    <a:gd name="connsiteY65" fmla="*/ 863734 h 1635893"/>
                    <a:gd name="connsiteX66" fmla="*/ 615128 w 1644613"/>
                    <a:gd name="connsiteY66" fmla="*/ 1040010 h 1635893"/>
                    <a:gd name="connsiteX67" fmla="*/ 979491 w 1644613"/>
                    <a:gd name="connsiteY67" fmla="*/ 867671 h 1635893"/>
                    <a:gd name="connsiteX68" fmla="*/ 1018353 w 1644613"/>
                    <a:gd name="connsiteY68" fmla="*/ 573666 h 1635893"/>
                    <a:gd name="connsiteX69" fmla="*/ 672151 w 1644613"/>
                    <a:gd name="connsiteY69" fmla="*/ 284741 h 1635893"/>
                    <a:gd name="connsiteX70" fmla="*/ 175327 w 1644613"/>
                    <a:gd name="connsiteY70" fmla="*/ 504578 h 1635893"/>
                    <a:gd name="connsiteX71" fmla="*/ 159833 w 1644613"/>
                    <a:gd name="connsiteY71" fmla="*/ 539884 h 1635893"/>
                    <a:gd name="connsiteX72" fmla="*/ 104588 w 1644613"/>
                    <a:gd name="connsiteY72" fmla="*/ 728098 h 1635893"/>
                    <a:gd name="connsiteX73" fmla="*/ 197679 w 1644613"/>
                    <a:gd name="connsiteY73" fmla="*/ 834143 h 1635893"/>
                    <a:gd name="connsiteX74" fmla="*/ 250892 w 1644613"/>
                    <a:gd name="connsiteY74" fmla="*/ 752355 h 1635893"/>
                    <a:gd name="connsiteX75" fmla="*/ 234636 w 1644613"/>
                    <a:gd name="connsiteY75" fmla="*/ 576587 h 1635893"/>
                    <a:gd name="connsiteX76" fmla="*/ 159833 w 1644613"/>
                    <a:gd name="connsiteY76" fmla="*/ 539884 h 1635893"/>
                    <a:gd name="connsiteX77" fmla="*/ 1052135 w 1644613"/>
                    <a:gd name="connsiteY77" fmla="*/ 598050 h 1635893"/>
                    <a:gd name="connsiteX78" fmla="*/ 1041086 w 1644613"/>
                    <a:gd name="connsiteY78" fmla="*/ 807092 h 1635893"/>
                    <a:gd name="connsiteX79" fmla="*/ 1052135 w 1644613"/>
                    <a:gd name="connsiteY79" fmla="*/ 598050 h 1635893"/>
                    <a:gd name="connsiteX80" fmla="*/ 441011 w 1644613"/>
                    <a:gd name="connsiteY80" fmla="*/ 1044963 h 1635893"/>
                    <a:gd name="connsiteX81" fmla="*/ 658816 w 1644613"/>
                    <a:gd name="connsiteY81" fmla="*/ 1078618 h 1635893"/>
                    <a:gd name="connsiteX82" fmla="*/ 569154 w 1644613"/>
                    <a:gd name="connsiteY82" fmla="*/ 1062616 h 1635893"/>
                    <a:gd name="connsiteX83" fmla="*/ 441011 w 1644613"/>
                    <a:gd name="connsiteY83" fmla="*/ 1044963 h 1635893"/>
                    <a:gd name="connsiteX84" fmla="*/ 303597 w 1644613"/>
                    <a:gd name="connsiteY84" fmla="*/ 1095509 h 1635893"/>
                    <a:gd name="connsiteX85" fmla="*/ 288992 w 1644613"/>
                    <a:gd name="connsiteY85" fmla="*/ 1125100 h 1635893"/>
                    <a:gd name="connsiteX86" fmla="*/ 345380 w 1644613"/>
                    <a:gd name="connsiteY86" fmla="*/ 1175519 h 1635893"/>
                    <a:gd name="connsiteX87" fmla="*/ 332934 w 1644613"/>
                    <a:gd name="connsiteY87" fmla="*/ 1333380 h 1635893"/>
                    <a:gd name="connsiteX88" fmla="*/ 384369 w 1644613"/>
                    <a:gd name="connsiteY88" fmla="*/ 1261879 h 1635893"/>
                    <a:gd name="connsiteX89" fmla="*/ 303597 w 1644613"/>
                    <a:gd name="connsiteY89" fmla="*/ 1095509 h 1635893"/>
                    <a:gd name="connsiteX90" fmla="*/ 1154370 w 1644613"/>
                    <a:gd name="connsiteY90" fmla="*/ 1214635 h 1635893"/>
                    <a:gd name="connsiteX91" fmla="*/ 1130875 w 1644613"/>
                    <a:gd name="connsiteY91" fmla="*/ 1407675 h 1635893"/>
                    <a:gd name="connsiteX92" fmla="*/ 1261431 w 1644613"/>
                    <a:gd name="connsiteY92" fmla="*/ 1463301 h 1635893"/>
                    <a:gd name="connsiteX93" fmla="*/ 1374969 w 1644613"/>
                    <a:gd name="connsiteY93" fmla="*/ 1474731 h 1635893"/>
                    <a:gd name="connsiteX94" fmla="*/ 1357316 w 1644613"/>
                    <a:gd name="connsiteY94" fmla="*/ 1446029 h 1635893"/>
                    <a:gd name="connsiteX95" fmla="*/ 1258637 w 1644613"/>
                    <a:gd name="connsiteY95" fmla="*/ 1386466 h 1635893"/>
                    <a:gd name="connsiteX96" fmla="*/ 1445581 w 1644613"/>
                    <a:gd name="connsiteY96" fmla="*/ 1429773 h 1635893"/>
                    <a:gd name="connsiteX97" fmla="*/ 1403163 w 1644613"/>
                    <a:gd name="connsiteY97" fmla="*/ 1377195 h 1635893"/>
                    <a:gd name="connsiteX98" fmla="*/ 1296229 w 1644613"/>
                    <a:gd name="connsiteY98" fmla="*/ 1332237 h 1635893"/>
                    <a:gd name="connsiteX99" fmla="*/ 1489269 w 1644613"/>
                    <a:gd name="connsiteY99" fmla="*/ 1359923 h 1635893"/>
                    <a:gd name="connsiteX100" fmla="*/ 1491174 w 1644613"/>
                    <a:gd name="connsiteY100" fmla="*/ 1340111 h 1635893"/>
                    <a:gd name="connsiteX101" fmla="*/ 1235269 w 1644613"/>
                    <a:gd name="connsiteY101" fmla="*/ 1248163 h 1635893"/>
                    <a:gd name="connsiteX102" fmla="*/ 1341060 w 1644613"/>
                    <a:gd name="connsiteY102" fmla="*/ 1171709 h 1635893"/>
                    <a:gd name="connsiteX103" fmla="*/ 1301944 w 1644613"/>
                    <a:gd name="connsiteY103" fmla="*/ 1132720 h 1635893"/>
                    <a:gd name="connsiteX104" fmla="*/ 1154370 w 1644613"/>
                    <a:gd name="connsiteY104" fmla="*/ 1214635 h 1635893"/>
                    <a:gd name="connsiteX105" fmla="*/ 857063 w 1644613"/>
                    <a:gd name="connsiteY105" fmla="*/ 1181488 h 1635893"/>
                    <a:gd name="connsiteX106" fmla="*/ 878272 w 1644613"/>
                    <a:gd name="connsiteY106" fmla="*/ 1300868 h 1635893"/>
                    <a:gd name="connsiteX107" fmla="*/ 905704 w 1644613"/>
                    <a:gd name="connsiteY107" fmla="*/ 1540771 h 1635893"/>
                    <a:gd name="connsiteX108" fmla="*/ 1188660 w 1644613"/>
                    <a:gd name="connsiteY108" fmla="*/ 1474350 h 1635893"/>
                    <a:gd name="connsiteX109" fmla="*/ 1073344 w 1644613"/>
                    <a:gd name="connsiteY109" fmla="*/ 1300233 h 1635893"/>
                    <a:gd name="connsiteX110" fmla="*/ 973522 w 1644613"/>
                    <a:gd name="connsiteY110" fmla="*/ 1438155 h 1635893"/>
                    <a:gd name="connsiteX111" fmla="*/ 945201 w 1644613"/>
                    <a:gd name="connsiteY111" fmla="*/ 1487558 h 1635893"/>
                    <a:gd name="connsiteX112" fmla="*/ 974665 w 1644613"/>
                    <a:gd name="connsiteY112" fmla="*/ 1366781 h 1635893"/>
                    <a:gd name="connsiteX113" fmla="*/ 857063 w 1644613"/>
                    <a:gd name="connsiteY113" fmla="*/ 1181488 h 1635893"/>
                    <a:gd name="connsiteX0" fmla="*/ 1014924 w 1644615"/>
                    <a:gd name="connsiteY0" fmla="*/ 137040 h 1635895"/>
                    <a:gd name="connsiteX1" fmla="*/ 1288609 w 1644615"/>
                    <a:gd name="connsiteY1" fmla="*/ 134 h 1635895"/>
                    <a:gd name="connsiteX2" fmla="*/ 1606363 w 1644615"/>
                    <a:gd name="connsiteY2" fmla="*/ 207525 h 1635895"/>
                    <a:gd name="connsiteX3" fmla="*/ 1635827 w 1644615"/>
                    <a:gd name="connsiteY3" fmla="*/ 498990 h 1635895"/>
                    <a:gd name="connsiteX4" fmla="*/ 1200852 w 1644615"/>
                    <a:gd name="connsiteY4" fmla="*/ 768865 h 1635895"/>
                    <a:gd name="connsiteX5" fmla="*/ 1100903 w 1644615"/>
                    <a:gd name="connsiteY5" fmla="*/ 724415 h 1635895"/>
                    <a:gd name="connsiteX6" fmla="*/ 1075122 w 1644615"/>
                    <a:gd name="connsiteY6" fmla="*/ 806838 h 1635895"/>
                    <a:gd name="connsiteX7" fmla="*/ 994858 w 1644615"/>
                    <a:gd name="connsiteY7" fmla="*/ 891166 h 1635895"/>
                    <a:gd name="connsiteX8" fmla="*/ 900370 w 1644615"/>
                    <a:gd name="connsiteY8" fmla="*/ 986162 h 1635895"/>
                    <a:gd name="connsiteX9" fmla="*/ 765623 w 1644615"/>
                    <a:gd name="connsiteY9" fmla="*/ 1048392 h 1635895"/>
                    <a:gd name="connsiteX10" fmla="*/ 993715 w 1644615"/>
                    <a:gd name="connsiteY10" fmla="*/ 1351541 h 1635895"/>
                    <a:gd name="connsiteX11" fmla="*/ 1109666 w 1644615"/>
                    <a:gd name="connsiteY11" fmla="*/ 1221620 h 1635895"/>
                    <a:gd name="connsiteX12" fmla="*/ 1283275 w 1644615"/>
                    <a:gd name="connsiteY12" fmla="*/ 1111003 h 1635895"/>
                    <a:gd name="connsiteX13" fmla="*/ 1372810 w 1644615"/>
                    <a:gd name="connsiteY13" fmla="*/ 1159136 h 1635895"/>
                    <a:gd name="connsiteX14" fmla="*/ 1290260 w 1644615"/>
                    <a:gd name="connsiteY14" fmla="*/ 1244353 h 1635895"/>
                    <a:gd name="connsiteX15" fmla="*/ 1514796 w 1644615"/>
                    <a:gd name="connsiteY15" fmla="*/ 1325633 h 1635895"/>
                    <a:gd name="connsiteX16" fmla="*/ 1460440 w 1644615"/>
                    <a:gd name="connsiteY16" fmla="*/ 1390657 h 1635895"/>
                    <a:gd name="connsiteX17" fmla="*/ 1460821 w 1644615"/>
                    <a:gd name="connsiteY17" fmla="*/ 1438790 h 1635895"/>
                    <a:gd name="connsiteX18" fmla="*/ 1403163 w 1644615"/>
                    <a:gd name="connsiteY18" fmla="*/ 1459999 h 1635895"/>
                    <a:gd name="connsiteX19" fmla="*/ 1396686 w 1644615"/>
                    <a:gd name="connsiteY19" fmla="*/ 1490352 h 1635895"/>
                    <a:gd name="connsiteX20" fmla="*/ 1222569 w 1644615"/>
                    <a:gd name="connsiteY20" fmla="*/ 1482224 h 1635895"/>
                    <a:gd name="connsiteX21" fmla="*/ 1041340 w 1644615"/>
                    <a:gd name="connsiteY21" fmla="*/ 1583443 h 1635895"/>
                    <a:gd name="connsiteX22" fmla="*/ 907228 w 1644615"/>
                    <a:gd name="connsiteY22" fmla="*/ 1570362 h 1635895"/>
                    <a:gd name="connsiteX23" fmla="*/ 909260 w 1644615"/>
                    <a:gd name="connsiteY23" fmla="*/ 1626242 h 1635895"/>
                    <a:gd name="connsiteX24" fmla="*/ 884622 w 1644615"/>
                    <a:gd name="connsiteY24" fmla="*/ 1624718 h 1635895"/>
                    <a:gd name="connsiteX25" fmla="*/ 878780 w 1644615"/>
                    <a:gd name="connsiteY25" fmla="*/ 1550296 h 1635895"/>
                    <a:gd name="connsiteX26" fmla="*/ 820106 w 1644615"/>
                    <a:gd name="connsiteY26" fmla="*/ 1144658 h 1635895"/>
                    <a:gd name="connsiteX27" fmla="*/ 747208 w 1644615"/>
                    <a:gd name="connsiteY27" fmla="*/ 1071887 h 1635895"/>
                    <a:gd name="connsiteX28" fmla="*/ 424882 w 1644615"/>
                    <a:gd name="connsiteY28" fmla="*/ 1070236 h 1635895"/>
                    <a:gd name="connsiteX29" fmla="*/ 337125 w 1644615"/>
                    <a:gd name="connsiteY29" fmla="*/ 1072395 h 1635895"/>
                    <a:gd name="connsiteX30" fmla="*/ 407610 w 1644615"/>
                    <a:gd name="connsiteY30" fmla="*/ 1284231 h 1635895"/>
                    <a:gd name="connsiteX31" fmla="*/ 322774 w 1644615"/>
                    <a:gd name="connsiteY31" fmla="*/ 1363352 h 1635895"/>
                    <a:gd name="connsiteX32" fmla="*/ 288357 w 1644615"/>
                    <a:gd name="connsiteY32" fmla="*/ 1588650 h 1635895"/>
                    <a:gd name="connsiteX33" fmla="*/ 283023 w 1644615"/>
                    <a:gd name="connsiteY33" fmla="*/ 1624718 h 1635895"/>
                    <a:gd name="connsiteX34" fmla="*/ 259020 w 1644615"/>
                    <a:gd name="connsiteY34" fmla="*/ 1629417 h 1635895"/>
                    <a:gd name="connsiteX35" fmla="*/ 323409 w 1644615"/>
                    <a:gd name="connsiteY35" fmla="*/ 1250068 h 1635895"/>
                    <a:gd name="connsiteX36" fmla="*/ 305629 w 1644615"/>
                    <a:gd name="connsiteY36" fmla="*/ 1166248 h 1635895"/>
                    <a:gd name="connsiteX37" fmla="*/ 229556 w 1644615"/>
                    <a:gd name="connsiteY37" fmla="*/ 1192410 h 1635895"/>
                    <a:gd name="connsiteX38" fmla="*/ 18228 w 1644615"/>
                    <a:gd name="connsiteY38" fmla="*/ 1623575 h 1635895"/>
                    <a:gd name="connsiteX39" fmla="*/ 2099 w 1644615"/>
                    <a:gd name="connsiteY39" fmla="*/ 1635894 h 1635895"/>
                    <a:gd name="connsiteX40" fmla="*/ 17212 w 1644615"/>
                    <a:gd name="connsiteY40" fmla="*/ 1539628 h 1635895"/>
                    <a:gd name="connsiteX41" fmla="*/ 107001 w 1644615"/>
                    <a:gd name="connsiteY41" fmla="*/ 1318648 h 1635895"/>
                    <a:gd name="connsiteX42" fmla="*/ 216983 w 1644615"/>
                    <a:gd name="connsiteY42" fmla="*/ 1168153 h 1635895"/>
                    <a:gd name="connsiteX43" fmla="*/ 304867 w 1644615"/>
                    <a:gd name="connsiteY43" fmla="*/ 1066553 h 1635895"/>
                    <a:gd name="connsiteX44" fmla="*/ 391481 w 1644615"/>
                    <a:gd name="connsiteY44" fmla="*/ 1032390 h 1635895"/>
                    <a:gd name="connsiteX45" fmla="*/ 252924 w 1644615"/>
                    <a:gd name="connsiteY45" fmla="*/ 952253 h 1635895"/>
                    <a:gd name="connsiteX46" fmla="*/ 138243 w 1644615"/>
                    <a:gd name="connsiteY46" fmla="*/ 837064 h 1635895"/>
                    <a:gd name="connsiteX47" fmla="*/ 83633 w 1644615"/>
                    <a:gd name="connsiteY47" fmla="*/ 754514 h 1635895"/>
                    <a:gd name="connsiteX48" fmla="*/ 139767 w 1644615"/>
                    <a:gd name="connsiteY48" fmla="*/ 520707 h 1635895"/>
                    <a:gd name="connsiteX49" fmla="*/ 413198 w 1644615"/>
                    <a:gd name="connsiteY49" fmla="*/ 274200 h 1635895"/>
                    <a:gd name="connsiteX50" fmla="*/ 730698 w 1644615"/>
                    <a:gd name="connsiteY50" fmla="*/ 270898 h 1635895"/>
                    <a:gd name="connsiteX51" fmla="*/ 944058 w 1644615"/>
                    <a:gd name="connsiteY51" fmla="*/ 397009 h 1635895"/>
                    <a:gd name="connsiteX52" fmla="*/ 1076900 w 1644615"/>
                    <a:gd name="connsiteY52" fmla="*/ 110878 h 1635895"/>
                    <a:gd name="connsiteX53" fmla="*/ 971617 w 1644615"/>
                    <a:gd name="connsiteY53" fmla="*/ 432950 h 1635895"/>
                    <a:gd name="connsiteX54" fmla="*/ 1070423 w 1644615"/>
                    <a:gd name="connsiteY54" fmla="*/ 588017 h 1635895"/>
                    <a:gd name="connsiteX55" fmla="*/ 1107507 w 1644615"/>
                    <a:gd name="connsiteY55" fmla="*/ 692030 h 1635895"/>
                    <a:gd name="connsiteX56" fmla="*/ 1459424 w 1644615"/>
                    <a:gd name="connsiteY56" fmla="*/ 707524 h 1635895"/>
                    <a:gd name="connsiteX57" fmla="*/ 1433787 w 1644615"/>
                    <a:gd name="connsiteY57" fmla="*/ 706301 h 1635895"/>
                    <a:gd name="connsiteX58" fmla="*/ 1614364 w 1644615"/>
                    <a:gd name="connsiteY58" fmla="*/ 462160 h 1635895"/>
                    <a:gd name="connsiteX59" fmla="*/ 1543879 w 1644615"/>
                    <a:gd name="connsiteY59" fmla="*/ 155963 h 1635895"/>
                    <a:gd name="connsiteX60" fmla="*/ 1261939 w 1644615"/>
                    <a:gd name="connsiteY60" fmla="*/ 27312 h 1635895"/>
                    <a:gd name="connsiteX61" fmla="*/ 1076900 w 1644615"/>
                    <a:gd name="connsiteY61" fmla="*/ 110878 h 1635895"/>
                    <a:gd name="connsiteX62" fmla="*/ 175327 w 1644615"/>
                    <a:gd name="connsiteY62" fmla="*/ 504578 h 1635895"/>
                    <a:gd name="connsiteX63" fmla="*/ 227270 w 1644615"/>
                    <a:gd name="connsiteY63" fmla="*/ 521723 h 1635895"/>
                    <a:gd name="connsiteX64" fmla="*/ 284801 w 1644615"/>
                    <a:gd name="connsiteY64" fmla="*/ 676663 h 1635895"/>
                    <a:gd name="connsiteX65" fmla="*/ 256607 w 1644615"/>
                    <a:gd name="connsiteY65" fmla="*/ 816998 h 1635895"/>
                    <a:gd name="connsiteX66" fmla="*/ 204283 w 1644615"/>
                    <a:gd name="connsiteY66" fmla="*/ 863734 h 1635895"/>
                    <a:gd name="connsiteX67" fmla="*/ 615128 w 1644615"/>
                    <a:gd name="connsiteY67" fmla="*/ 1040010 h 1635895"/>
                    <a:gd name="connsiteX68" fmla="*/ 979491 w 1644615"/>
                    <a:gd name="connsiteY68" fmla="*/ 867671 h 1635895"/>
                    <a:gd name="connsiteX69" fmla="*/ 1018353 w 1644615"/>
                    <a:gd name="connsiteY69" fmla="*/ 573666 h 1635895"/>
                    <a:gd name="connsiteX70" fmla="*/ 672151 w 1644615"/>
                    <a:gd name="connsiteY70" fmla="*/ 284741 h 1635895"/>
                    <a:gd name="connsiteX71" fmla="*/ 175327 w 1644615"/>
                    <a:gd name="connsiteY71" fmla="*/ 504578 h 1635895"/>
                    <a:gd name="connsiteX72" fmla="*/ 159833 w 1644615"/>
                    <a:gd name="connsiteY72" fmla="*/ 539884 h 1635895"/>
                    <a:gd name="connsiteX73" fmla="*/ 104588 w 1644615"/>
                    <a:gd name="connsiteY73" fmla="*/ 728098 h 1635895"/>
                    <a:gd name="connsiteX74" fmla="*/ 197679 w 1644615"/>
                    <a:gd name="connsiteY74" fmla="*/ 834143 h 1635895"/>
                    <a:gd name="connsiteX75" fmla="*/ 250892 w 1644615"/>
                    <a:gd name="connsiteY75" fmla="*/ 752355 h 1635895"/>
                    <a:gd name="connsiteX76" fmla="*/ 234636 w 1644615"/>
                    <a:gd name="connsiteY76" fmla="*/ 576587 h 1635895"/>
                    <a:gd name="connsiteX77" fmla="*/ 159833 w 1644615"/>
                    <a:gd name="connsiteY77" fmla="*/ 539884 h 1635895"/>
                    <a:gd name="connsiteX78" fmla="*/ 1052135 w 1644615"/>
                    <a:gd name="connsiteY78" fmla="*/ 598050 h 1635895"/>
                    <a:gd name="connsiteX79" fmla="*/ 1041086 w 1644615"/>
                    <a:gd name="connsiteY79" fmla="*/ 807092 h 1635895"/>
                    <a:gd name="connsiteX80" fmla="*/ 1052135 w 1644615"/>
                    <a:gd name="connsiteY80" fmla="*/ 598050 h 1635895"/>
                    <a:gd name="connsiteX81" fmla="*/ 441011 w 1644615"/>
                    <a:gd name="connsiteY81" fmla="*/ 1044963 h 1635895"/>
                    <a:gd name="connsiteX82" fmla="*/ 658816 w 1644615"/>
                    <a:gd name="connsiteY82" fmla="*/ 1078618 h 1635895"/>
                    <a:gd name="connsiteX83" fmla="*/ 569154 w 1644615"/>
                    <a:gd name="connsiteY83" fmla="*/ 1062616 h 1635895"/>
                    <a:gd name="connsiteX84" fmla="*/ 441011 w 1644615"/>
                    <a:gd name="connsiteY84" fmla="*/ 1044963 h 1635895"/>
                    <a:gd name="connsiteX85" fmla="*/ 303597 w 1644615"/>
                    <a:gd name="connsiteY85" fmla="*/ 1095509 h 1635895"/>
                    <a:gd name="connsiteX86" fmla="*/ 288992 w 1644615"/>
                    <a:gd name="connsiteY86" fmla="*/ 1125100 h 1635895"/>
                    <a:gd name="connsiteX87" fmla="*/ 345380 w 1644615"/>
                    <a:gd name="connsiteY87" fmla="*/ 1175519 h 1635895"/>
                    <a:gd name="connsiteX88" fmla="*/ 332934 w 1644615"/>
                    <a:gd name="connsiteY88" fmla="*/ 1333380 h 1635895"/>
                    <a:gd name="connsiteX89" fmla="*/ 384369 w 1644615"/>
                    <a:gd name="connsiteY89" fmla="*/ 1261879 h 1635895"/>
                    <a:gd name="connsiteX90" fmla="*/ 303597 w 1644615"/>
                    <a:gd name="connsiteY90" fmla="*/ 1095509 h 1635895"/>
                    <a:gd name="connsiteX91" fmla="*/ 1154370 w 1644615"/>
                    <a:gd name="connsiteY91" fmla="*/ 1214635 h 1635895"/>
                    <a:gd name="connsiteX92" fmla="*/ 1130875 w 1644615"/>
                    <a:gd name="connsiteY92" fmla="*/ 1407675 h 1635895"/>
                    <a:gd name="connsiteX93" fmla="*/ 1261431 w 1644615"/>
                    <a:gd name="connsiteY93" fmla="*/ 1463301 h 1635895"/>
                    <a:gd name="connsiteX94" fmla="*/ 1374969 w 1644615"/>
                    <a:gd name="connsiteY94" fmla="*/ 1474731 h 1635895"/>
                    <a:gd name="connsiteX95" fmla="*/ 1357316 w 1644615"/>
                    <a:gd name="connsiteY95" fmla="*/ 1446029 h 1635895"/>
                    <a:gd name="connsiteX96" fmla="*/ 1258637 w 1644615"/>
                    <a:gd name="connsiteY96" fmla="*/ 1386466 h 1635895"/>
                    <a:gd name="connsiteX97" fmla="*/ 1445581 w 1644615"/>
                    <a:gd name="connsiteY97" fmla="*/ 1429773 h 1635895"/>
                    <a:gd name="connsiteX98" fmla="*/ 1403163 w 1644615"/>
                    <a:gd name="connsiteY98" fmla="*/ 1377195 h 1635895"/>
                    <a:gd name="connsiteX99" fmla="*/ 1296229 w 1644615"/>
                    <a:gd name="connsiteY99" fmla="*/ 1332237 h 1635895"/>
                    <a:gd name="connsiteX100" fmla="*/ 1489269 w 1644615"/>
                    <a:gd name="connsiteY100" fmla="*/ 1359923 h 1635895"/>
                    <a:gd name="connsiteX101" fmla="*/ 1491174 w 1644615"/>
                    <a:gd name="connsiteY101" fmla="*/ 1340111 h 1635895"/>
                    <a:gd name="connsiteX102" fmla="*/ 1235269 w 1644615"/>
                    <a:gd name="connsiteY102" fmla="*/ 1248163 h 1635895"/>
                    <a:gd name="connsiteX103" fmla="*/ 1341060 w 1644615"/>
                    <a:gd name="connsiteY103" fmla="*/ 1171709 h 1635895"/>
                    <a:gd name="connsiteX104" fmla="*/ 1301944 w 1644615"/>
                    <a:gd name="connsiteY104" fmla="*/ 1132720 h 1635895"/>
                    <a:gd name="connsiteX105" fmla="*/ 1154370 w 1644615"/>
                    <a:gd name="connsiteY105" fmla="*/ 1214635 h 1635895"/>
                    <a:gd name="connsiteX106" fmla="*/ 857063 w 1644615"/>
                    <a:gd name="connsiteY106" fmla="*/ 1181488 h 1635895"/>
                    <a:gd name="connsiteX107" fmla="*/ 878272 w 1644615"/>
                    <a:gd name="connsiteY107" fmla="*/ 1300868 h 1635895"/>
                    <a:gd name="connsiteX108" fmla="*/ 905704 w 1644615"/>
                    <a:gd name="connsiteY108" fmla="*/ 1540771 h 1635895"/>
                    <a:gd name="connsiteX109" fmla="*/ 1188660 w 1644615"/>
                    <a:gd name="connsiteY109" fmla="*/ 1474350 h 1635895"/>
                    <a:gd name="connsiteX110" fmla="*/ 1073344 w 1644615"/>
                    <a:gd name="connsiteY110" fmla="*/ 1300233 h 1635895"/>
                    <a:gd name="connsiteX111" fmla="*/ 973522 w 1644615"/>
                    <a:gd name="connsiteY111" fmla="*/ 1438155 h 1635895"/>
                    <a:gd name="connsiteX112" fmla="*/ 945201 w 1644615"/>
                    <a:gd name="connsiteY112" fmla="*/ 1487558 h 1635895"/>
                    <a:gd name="connsiteX113" fmla="*/ 974665 w 1644615"/>
                    <a:gd name="connsiteY113" fmla="*/ 1366781 h 1635895"/>
                    <a:gd name="connsiteX114" fmla="*/ 857063 w 1644615"/>
                    <a:gd name="connsiteY114" fmla="*/ 1181488 h 1635895"/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200852 w 1644613"/>
                    <a:gd name="connsiteY4" fmla="*/ 768865 h 1635893"/>
                    <a:gd name="connsiteX5" fmla="*/ 1100903 w 1644613"/>
                    <a:gd name="connsiteY5" fmla="*/ 724415 h 1635893"/>
                    <a:gd name="connsiteX6" fmla="*/ 1075122 w 1644613"/>
                    <a:gd name="connsiteY6" fmla="*/ 806838 h 1635893"/>
                    <a:gd name="connsiteX7" fmla="*/ 994858 w 1644613"/>
                    <a:gd name="connsiteY7" fmla="*/ 891166 h 1635893"/>
                    <a:gd name="connsiteX8" fmla="*/ 900370 w 1644613"/>
                    <a:gd name="connsiteY8" fmla="*/ 986162 h 1635893"/>
                    <a:gd name="connsiteX9" fmla="*/ 765623 w 1644613"/>
                    <a:gd name="connsiteY9" fmla="*/ 1048392 h 1635893"/>
                    <a:gd name="connsiteX10" fmla="*/ 993715 w 1644613"/>
                    <a:gd name="connsiteY10" fmla="*/ 1351541 h 1635893"/>
                    <a:gd name="connsiteX11" fmla="*/ 1109666 w 1644613"/>
                    <a:gd name="connsiteY11" fmla="*/ 1221620 h 1635893"/>
                    <a:gd name="connsiteX12" fmla="*/ 1283275 w 1644613"/>
                    <a:gd name="connsiteY12" fmla="*/ 1111003 h 1635893"/>
                    <a:gd name="connsiteX13" fmla="*/ 1372810 w 1644613"/>
                    <a:gd name="connsiteY13" fmla="*/ 1159136 h 1635893"/>
                    <a:gd name="connsiteX14" fmla="*/ 1290260 w 1644613"/>
                    <a:gd name="connsiteY14" fmla="*/ 1244353 h 1635893"/>
                    <a:gd name="connsiteX15" fmla="*/ 1514796 w 1644613"/>
                    <a:gd name="connsiteY15" fmla="*/ 1325633 h 1635893"/>
                    <a:gd name="connsiteX16" fmla="*/ 1460440 w 1644613"/>
                    <a:gd name="connsiteY16" fmla="*/ 1390657 h 1635893"/>
                    <a:gd name="connsiteX17" fmla="*/ 1460821 w 1644613"/>
                    <a:gd name="connsiteY17" fmla="*/ 1438790 h 1635893"/>
                    <a:gd name="connsiteX18" fmla="*/ 1403163 w 1644613"/>
                    <a:gd name="connsiteY18" fmla="*/ 1459999 h 1635893"/>
                    <a:gd name="connsiteX19" fmla="*/ 1396686 w 1644613"/>
                    <a:gd name="connsiteY19" fmla="*/ 1490352 h 1635893"/>
                    <a:gd name="connsiteX20" fmla="*/ 1222569 w 1644613"/>
                    <a:gd name="connsiteY20" fmla="*/ 1482224 h 1635893"/>
                    <a:gd name="connsiteX21" fmla="*/ 1041340 w 1644613"/>
                    <a:gd name="connsiteY21" fmla="*/ 1583443 h 1635893"/>
                    <a:gd name="connsiteX22" fmla="*/ 907228 w 1644613"/>
                    <a:gd name="connsiteY22" fmla="*/ 1570362 h 1635893"/>
                    <a:gd name="connsiteX23" fmla="*/ 909260 w 1644613"/>
                    <a:gd name="connsiteY23" fmla="*/ 1626242 h 1635893"/>
                    <a:gd name="connsiteX24" fmla="*/ 884622 w 1644613"/>
                    <a:gd name="connsiteY24" fmla="*/ 1624718 h 1635893"/>
                    <a:gd name="connsiteX25" fmla="*/ 878780 w 1644613"/>
                    <a:gd name="connsiteY25" fmla="*/ 1550296 h 1635893"/>
                    <a:gd name="connsiteX26" fmla="*/ 820106 w 1644613"/>
                    <a:gd name="connsiteY26" fmla="*/ 1144658 h 1635893"/>
                    <a:gd name="connsiteX27" fmla="*/ 747208 w 1644613"/>
                    <a:gd name="connsiteY27" fmla="*/ 1071887 h 1635893"/>
                    <a:gd name="connsiteX28" fmla="*/ 424882 w 1644613"/>
                    <a:gd name="connsiteY28" fmla="*/ 1070236 h 1635893"/>
                    <a:gd name="connsiteX29" fmla="*/ 337125 w 1644613"/>
                    <a:gd name="connsiteY29" fmla="*/ 1072395 h 1635893"/>
                    <a:gd name="connsiteX30" fmla="*/ 407610 w 1644613"/>
                    <a:gd name="connsiteY30" fmla="*/ 1284231 h 1635893"/>
                    <a:gd name="connsiteX31" fmla="*/ 322774 w 1644613"/>
                    <a:gd name="connsiteY31" fmla="*/ 1363352 h 1635893"/>
                    <a:gd name="connsiteX32" fmla="*/ 288357 w 1644613"/>
                    <a:gd name="connsiteY32" fmla="*/ 1588650 h 1635893"/>
                    <a:gd name="connsiteX33" fmla="*/ 283023 w 1644613"/>
                    <a:gd name="connsiteY33" fmla="*/ 1624718 h 1635893"/>
                    <a:gd name="connsiteX34" fmla="*/ 259020 w 1644613"/>
                    <a:gd name="connsiteY34" fmla="*/ 1629417 h 1635893"/>
                    <a:gd name="connsiteX35" fmla="*/ 323409 w 1644613"/>
                    <a:gd name="connsiteY35" fmla="*/ 1250068 h 1635893"/>
                    <a:gd name="connsiteX36" fmla="*/ 305629 w 1644613"/>
                    <a:gd name="connsiteY36" fmla="*/ 1166248 h 1635893"/>
                    <a:gd name="connsiteX37" fmla="*/ 229556 w 1644613"/>
                    <a:gd name="connsiteY37" fmla="*/ 1192410 h 1635893"/>
                    <a:gd name="connsiteX38" fmla="*/ 18228 w 1644613"/>
                    <a:gd name="connsiteY38" fmla="*/ 1623575 h 1635893"/>
                    <a:gd name="connsiteX39" fmla="*/ 2099 w 1644613"/>
                    <a:gd name="connsiteY39" fmla="*/ 1635894 h 1635893"/>
                    <a:gd name="connsiteX40" fmla="*/ 17212 w 1644613"/>
                    <a:gd name="connsiteY40" fmla="*/ 1539628 h 1635893"/>
                    <a:gd name="connsiteX41" fmla="*/ 107001 w 1644613"/>
                    <a:gd name="connsiteY41" fmla="*/ 1318648 h 1635893"/>
                    <a:gd name="connsiteX42" fmla="*/ 216983 w 1644613"/>
                    <a:gd name="connsiteY42" fmla="*/ 1168153 h 1635893"/>
                    <a:gd name="connsiteX43" fmla="*/ 304867 w 1644613"/>
                    <a:gd name="connsiteY43" fmla="*/ 1066553 h 1635893"/>
                    <a:gd name="connsiteX44" fmla="*/ 391481 w 1644613"/>
                    <a:gd name="connsiteY44" fmla="*/ 1032390 h 1635893"/>
                    <a:gd name="connsiteX45" fmla="*/ 252924 w 1644613"/>
                    <a:gd name="connsiteY45" fmla="*/ 952253 h 1635893"/>
                    <a:gd name="connsiteX46" fmla="*/ 138243 w 1644613"/>
                    <a:gd name="connsiteY46" fmla="*/ 837064 h 1635893"/>
                    <a:gd name="connsiteX47" fmla="*/ 83633 w 1644613"/>
                    <a:gd name="connsiteY47" fmla="*/ 754514 h 1635893"/>
                    <a:gd name="connsiteX48" fmla="*/ 139767 w 1644613"/>
                    <a:gd name="connsiteY48" fmla="*/ 520707 h 1635893"/>
                    <a:gd name="connsiteX49" fmla="*/ 413198 w 1644613"/>
                    <a:gd name="connsiteY49" fmla="*/ 274200 h 1635893"/>
                    <a:gd name="connsiteX50" fmla="*/ 730698 w 1644613"/>
                    <a:gd name="connsiteY50" fmla="*/ 270898 h 1635893"/>
                    <a:gd name="connsiteX51" fmla="*/ 944058 w 1644613"/>
                    <a:gd name="connsiteY51" fmla="*/ 397009 h 1635893"/>
                    <a:gd name="connsiteX52" fmla="*/ 1076900 w 1644613"/>
                    <a:gd name="connsiteY52" fmla="*/ 110878 h 1635893"/>
                    <a:gd name="connsiteX53" fmla="*/ 971617 w 1644613"/>
                    <a:gd name="connsiteY53" fmla="*/ 432950 h 1635893"/>
                    <a:gd name="connsiteX54" fmla="*/ 1070423 w 1644613"/>
                    <a:gd name="connsiteY54" fmla="*/ 588017 h 1635893"/>
                    <a:gd name="connsiteX55" fmla="*/ 1107507 w 1644613"/>
                    <a:gd name="connsiteY55" fmla="*/ 692030 h 1635893"/>
                    <a:gd name="connsiteX56" fmla="*/ 1459424 w 1644613"/>
                    <a:gd name="connsiteY56" fmla="*/ 707524 h 1635893"/>
                    <a:gd name="connsiteX57" fmla="*/ 1614364 w 1644613"/>
                    <a:gd name="connsiteY57" fmla="*/ 462160 h 1635893"/>
                    <a:gd name="connsiteX58" fmla="*/ 1543879 w 1644613"/>
                    <a:gd name="connsiteY58" fmla="*/ 155963 h 1635893"/>
                    <a:gd name="connsiteX59" fmla="*/ 1261939 w 1644613"/>
                    <a:gd name="connsiteY59" fmla="*/ 27312 h 1635893"/>
                    <a:gd name="connsiteX60" fmla="*/ 1076900 w 1644613"/>
                    <a:gd name="connsiteY60" fmla="*/ 110878 h 1635893"/>
                    <a:gd name="connsiteX61" fmla="*/ 175327 w 1644613"/>
                    <a:gd name="connsiteY61" fmla="*/ 504578 h 1635893"/>
                    <a:gd name="connsiteX62" fmla="*/ 227270 w 1644613"/>
                    <a:gd name="connsiteY62" fmla="*/ 521723 h 1635893"/>
                    <a:gd name="connsiteX63" fmla="*/ 284801 w 1644613"/>
                    <a:gd name="connsiteY63" fmla="*/ 676663 h 1635893"/>
                    <a:gd name="connsiteX64" fmla="*/ 256607 w 1644613"/>
                    <a:gd name="connsiteY64" fmla="*/ 816998 h 1635893"/>
                    <a:gd name="connsiteX65" fmla="*/ 204283 w 1644613"/>
                    <a:gd name="connsiteY65" fmla="*/ 863734 h 1635893"/>
                    <a:gd name="connsiteX66" fmla="*/ 615128 w 1644613"/>
                    <a:gd name="connsiteY66" fmla="*/ 1040010 h 1635893"/>
                    <a:gd name="connsiteX67" fmla="*/ 979491 w 1644613"/>
                    <a:gd name="connsiteY67" fmla="*/ 867671 h 1635893"/>
                    <a:gd name="connsiteX68" fmla="*/ 1018353 w 1644613"/>
                    <a:gd name="connsiteY68" fmla="*/ 573666 h 1635893"/>
                    <a:gd name="connsiteX69" fmla="*/ 672151 w 1644613"/>
                    <a:gd name="connsiteY69" fmla="*/ 284741 h 1635893"/>
                    <a:gd name="connsiteX70" fmla="*/ 175327 w 1644613"/>
                    <a:gd name="connsiteY70" fmla="*/ 504578 h 1635893"/>
                    <a:gd name="connsiteX71" fmla="*/ 159833 w 1644613"/>
                    <a:gd name="connsiteY71" fmla="*/ 539884 h 1635893"/>
                    <a:gd name="connsiteX72" fmla="*/ 104588 w 1644613"/>
                    <a:gd name="connsiteY72" fmla="*/ 728098 h 1635893"/>
                    <a:gd name="connsiteX73" fmla="*/ 197679 w 1644613"/>
                    <a:gd name="connsiteY73" fmla="*/ 834143 h 1635893"/>
                    <a:gd name="connsiteX74" fmla="*/ 250892 w 1644613"/>
                    <a:gd name="connsiteY74" fmla="*/ 752355 h 1635893"/>
                    <a:gd name="connsiteX75" fmla="*/ 234636 w 1644613"/>
                    <a:gd name="connsiteY75" fmla="*/ 576587 h 1635893"/>
                    <a:gd name="connsiteX76" fmla="*/ 159833 w 1644613"/>
                    <a:gd name="connsiteY76" fmla="*/ 539884 h 1635893"/>
                    <a:gd name="connsiteX77" fmla="*/ 1052135 w 1644613"/>
                    <a:gd name="connsiteY77" fmla="*/ 598050 h 1635893"/>
                    <a:gd name="connsiteX78" fmla="*/ 1041086 w 1644613"/>
                    <a:gd name="connsiteY78" fmla="*/ 807092 h 1635893"/>
                    <a:gd name="connsiteX79" fmla="*/ 1052135 w 1644613"/>
                    <a:gd name="connsiteY79" fmla="*/ 598050 h 1635893"/>
                    <a:gd name="connsiteX80" fmla="*/ 441011 w 1644613"/>
                    <a:gd name="connsiteY80" fmla="*/ 1044963 h 1635893"/>
                    <a:gd name="connsiteX81" fmla="*/ 658816 w 1644613"/>
                    <a:gd name="connsiteY81" fmla="*/ 1078618 h 1635893"/>
                    <a:gd name="connsiteX82" fmla="*/ 569154 w 1644613"/>
                    <a:gd name="connsiteY82" fmla="*/ 1062616 h 1635893"/>
                    <a:gd name="connsiteX83" fmla="*/ 441011 w 1644613"/>
                    <a:gd name="connsiteY83" fmla="*/ 1044963 h 1635893"/>
                    <a:gd name="connsiteX84" fmla="*/ 303597 w 1644613"/>
                    <a:gd name="connsiteY84" fmla="*/ 1095509 h 1635893"/>
                    <a:gd name="connsiteX85" fmla="*/ 288992 w 1644613"/>
                    <a:gd name="connsiteY85" fmla="*/ 1125100 h 1635893"/>
                    <a:gd name="connsiteX86" fmla="*/ 345380 w 1644613"/>
                    <a:gd name="connsiteY86" fmla="*/ 1175519 h 1635893"/>
                    <a:gd name="connsiteX87" fmla="*/ 332934 w 1644613"/>
                    <a:gd name="connsiteY87" fmla="*/ 1333380 h 1635893"/>
                    <a:gd name="connsiteX88" fmla="*/ 384369 w 1644613"/>
                    <a:gd name="connsiteY88" fmla="*/ 1261879 h 1635893"/>
                    <a:gd name="connsiteX89" fmla="*/ 303597 w 1644613"/>
                    <a:gd name="connsiteY89" fmla="*/ 1095509 h 1635893"/>
                    <a:gd name="connsiteX90" fmla="*/ 1154370 w 1644613"/>
                    <a:gd name="connsiteY90" fmla="*/ 1214635 h 1635893"/>
                    <a:gd name="connsiteX91" fmla="*/ 1130875 w 1644613"/>
                    <a:gd name="connsiteY91" fmla="*/ 1407675 h 1635893"/>
                    <a:gd name="connsiteX92" fmla="*/ 1261431 w 1644613"/>
                    <a:gd name="connsiteY92" fmla="*/ 1463301 h 1635893"/>
                    <a:gd name="connsiteX93" fmla="*/ 1374969 w 1644613"/>
                    <a:gd name="connsiteY93" fmla="*/ 1474731 h 1635893"/>
                    <a:gd name="connsiteX94" fmla="*/ 1357316 w 1644613"/>
                    <a:gd name="connsiteY94" fmla="*/ 1446029 h 1635893"/>
                    <a:gd name="connsiteX95" fmla="*/ 1258637 w 1644613"/>
                    <a:gd name="connsiteY95" fmla="*/ 1386466 h 1635893"/>
                    <a:gd name="connsiteX96" fmla="*/ 1445581 w 1644613"/>
                    <a:gd name="connsiteY96" fmla="*/ 1429773 h 1635893"/>
                    <a:gd name="connsiteX97" fmla="*/ 1403163 w 1644613"/>
                    <a:gd name="connsiteY97" fmla="*/ 1377195 h 1635893"/>
                    <a:gd name="connsiteX98" fmla="*/ 1296229 w 1644613"/>
                    <a:gd name="connsiteY98" fmla="*/ 1332237 h 1635893"/>
                    <a:gd name="connsiteX99" fmla="*/ 1489269 w 1644613"/>
                    <a:gd name="connsiteY99" fmla="*/ 1359923 h 1635893"/>
                    <a:gd name="connsiteX100" fmla="*/ 1491174 w 1644613"/>
                    <a:gd name="connsiteY100" fmla="*/ 1340111 h 1635893"/>
                    <a:gd name="connsiteX101" fmla="*/ 1235269 w 1644613"/>
                    <a:gd name="connsiteY101" fmla="*/ 1248163 h 1635893"/>
                    <a:gd name="connsiteX102" fmla="*/ 1341060 w 1644613"/>
                    <a:gd name="connsiteY102" fmla="*/ 1171709 h 1635893"/>
                    <a:gd name="connsiteX103" fmla="*/ 1301944 w 1644613"/>
                    <a:gd name="connsiteY103" fmla="*/ 1132720 h 1635893"/>
                    <a:gd name="connsiteX104" fmla="*/ 1154370 w 1644613"/>
                    <a:gd name="connsiteY104" fmla="*/ 1214635 h 1635893"/>
                    <a:gd name="connsiteX105" fmla="*/ 857063 w 1644613"/>
                    <a:gd name="connsiteY105" fmla="*/ 1181488 h 1635893"/>
                    <a:gd name="connsiteX106" fmla="*/ 878272 w 1644613"/>
                    <a:gd name="connsiteY106" fmla="*/ 1300868 h 1635893"/>
                    <a:gd name="connsiteX107" fmla="*/ 905704 w 1644613"/>
                    <a:gd name="connsiteY107" fmla="*/ 1540771 h 1635893"/>
                    <a:gd name="connsiteX108" fmla="*/ 1188660 w 1644613"/>
                    <a:gd name="connsiteY108" fmla="*/ 1474350 h 1635893"/>
                    <a:gd name="connsiteX109" fmla="*/ 1073344 w 1644613"/>
                    <a:gd name="connsiteY109" fmla="*/ 1300233 h 1635893"/>
                    <a:gd name="connsiteX110" fmla="*/ 973522 w 1644613"/>
                    <a:gd name="connsiteY110" fmla="*/ 1438155 h 1635893"/>
                    <a:gd name="connsiteX111" fmla="*/ 945201 w 1644613"/>
                    <a:gd name="connsiteY111" fmla="*/ 1487558 h 1635893"/>
                    <a:gd name="connsiteX112" fmla="*/ 974665 w 1644613"/>
                    <a:gd name="connsiteY112" fmla="*/ 1366781 h 1635893"/>
                    <a:gd name="connsiteX113" fmla="*/ 857063 w 1644613"/>
                    <a:gd name="connsiteY113" fmla="*/ 1181488 h 1635893"/>
                    <a:gd name="connsiteX0" fmla="*/ 1014924 w 1644615"/>
                    <a:gd name="connsiteY0" fmla="*/ 137040 h 1635895"/>
                    <a:gd name="connsiteX1" fmla="*/ 1288609 w 1644615"/>
                    <a:gd name="connsiteY1" fmla="*/ 134 h 1635895"/>
                    <a:gd name="connsiteX2" fmla="*/ 1606363 w 1644615"/>
                    <a:gd name="connsiteY2" fmla="*/ 207525 h 1635895"/>
                    <a:gd name="connsiteX3" fmla="*/ 1635827 w 1644615"/>
                    <a:gd name="connsiteY3" fmla="*/ 498990 h 1635895"/>
                    <a:gd name="connsiteX4" fmla="*/ 1200852 w 1644615"/>
                    <a:gd name="connsiteY4" fmla="*/ 768865 h 1635895"/>
                    <a:gd name="connsiteX5" fmla="*/ 1100903 w 1644615"/>
                    <a:gd name="connsiteY5" fmla="*/ 724415 h 1635895"/>
                    <a:gd name="connsiteX6" fmla="*/ 1075122 w 1644615"/>
                    <a:gd name="connsiteY6" fmla="*/ 806838 h 1635895"/>
                    <a:gd name="connsiteX7" fmla="*/ 994858 w 1644615"/>
                    <a:gd name="connsiteY7" fmla="*/ 891166 h 1635895"/>
                    <a:gd name="connsiteX8" fmla="*/ 900370 w 1644615"/>
                    <a:gd name="connsiteY8" fmla="*/ 986162 h 1635895"/>
                    <a:gd name="connsiteX9" fmla="*/ 765623 w 1644615"/>
                    <a:gd name="connsiteY9" fmla="*/ 1048392 h 1635895"/>
                    <a:gd name="connsiteX10" fmla="*/ 993715 w 1644615"/>
                    <a:gd name="connsiteY10" fmla="*/ 1351541 h 1635895"/>
                    <a:gd name="connsiteX11" fmla="*/ 1109666 w 1644615"/>
                    <a:gd name="connsiteY11" fmla="*/ 1221620 h 1635895"/>
                    <a:gd name="connsiteX12" fmla="*/ 1283275 w 1644615"/>
                    <a:gd name="connsiteY12" fmla="*/ 1111003 h 1635895"/>
                    <a:gd name="connsiteX13" fmla="*/ 1372810 w 1644615"/>
                    <a:gd name="connsiteY13" fmla="*/ 1159136 h 1635895"/>
                    <a:gd name="connsiteX14" fmla="*/ 1290260 w 1644615"/>
                    <a:gd name="connsiteY14" fmla="*/ 1244353 h 1635895"/>
                    <a:gd name="connsiteX15" fmla="*/ 1514796 w 1644615"/>
                    <a:gd name="connsiteY15" fmla="*/ 1325633 h 1635895"/>
                    <a:gd name="connsiteX16" fmla="*/ 1460440 w 1644615"/>
                    <a:gd name="connsiteY16" fmla="*/ 1390657 h 1635895"/>
                    <a:gd name="connsiteX17" fmla="*/ 1460821 w 1644615"/>
                    <a:gd name="connsiteY17" fmla="*/ 1438790 h 1635895"/>
                    <a:gd name="connsiteX18" fmla="*/ 1403163 w 1644615"/>
                    <a:gd name="connsiteY18" fmla="*/ 1459999 h 1635895"/>
                    <a:gd name="connsiteX19" fmla="*/ 1396686 w 1644615"/>
                    <a:gd name="connsiteY19" fmla="*/ 1490352 h 1635895"/>
                    <a:gd name="connsiteX20" fmla="*/ 1222569 w 1644615"/>
                    <a:gd name="connsiteY20" fmla="*/ 1482224 h 1635895"/>
                    <a:gd name="connsiteX21" fmla="*/ 1041340 w 1644615"/>
                    <a:gd name="connsiteY21" fmla="*/ 1583443 h 1635895"/>
                    <a:gd name="connsiteX22" fmla="*/ 907228 w 1644615"/>
                    <a:gd name="connsiteY22" fmla="*/ 1570362 h 1635895"/>
                    <a:gd name="connsiteX23" fmla="*/ 909260 w 1644615"/>
                    <a:gd name="connsiteY23" fmla="*/ 1626242 h 1635895"/>
                    <a:gd name="connsiteX24" fmla="*/ 884622 w 1644615"/>
                    <a:gd name="connsiteY24" fmla="*/ 1624718 h 1635895"/>
                    <a:gd name="connsiteX25" fmla="*/ 878780 w 1644615"/>
                    <a:gd name="connsiteY25" fmla="*/ 1550296 h 1635895"/>
                    <a:gd name="connsiteX26" fmla="*/ 820106 w 1644615"/>
                    <a:gd name="connsiteY26" fmla="*/ 1144658 h 1635895"/>
                    <a:gd name="connsiteX27" fmla="*/ 747208 w 1644615"/>
                    <a:gd name="connsiteY27" fmla="*/ 1071887 h 1635895"/>
                    <a:gd name="connsiteX28" fmla="*/ 424882 w 1644615"/>
                    <a:gd name="connsiteY28" fmla="*/ 1070236 h 1635895"/>
                    <a:gd name="connsiteX29" fmla="*/ 337125 w 1644615"/>
                    <a:gd name="connsiteY29" fmla="*/ 1072395 h 1635895"/>
                    <a:gd name="connsiteX30" fmla="*/ 407610 w 1644615"/>
                    <a:gd name="connsiteY30" fmla="*/ 1284231 h 1635895"/>
                    <a:gd name="connsiteX31" fmla="*/ 322774 w 1644615"/>
                    <a:gd name="connsiteY31" fmla="*/ 1363352 h 1635895"/>
                    <a:gd name="connsiteX32" fmla="*/ 288357 w 1644615"/>
                    <a:gd name="connsiteY32" fmla="*/ 1588650 h 1635895"/>
                    <a:gd name="connsiteX33" fmla="*/ 283023 w 1644615"/>
                    <a:gd name="connsiteY33" fmla="*/ 1624718 h 1635895"/>
                    <a:gd name="connsiteX34" fmla="*/ 259020 w 1644615"/>
                    <a:gd name="connsiteY34" fmla="*/ 1629417 h 1635895"/>
                    <a:gd name="connsiteX35" fmla="*/ 323409 w 1644615"/>
                    <a:gd name="connsiteY35" fmla="*/ 1250068 h 1635895"/>
                    <a:gd name="connsiteX36" fmla="*/ 305629 w 1644615"/>
                    <a:gd name="connsiteY36" fmla="*/ 1166248 h 1635895"/>
                    <a:gd name="connsiteX37" fmla="*/ 229556 w 1644615"/>
                    <a:gd name="connsiteY37" fmla="*/ 1192410 h 1635895"/>
                    <a:gd name="connsiteX38" fmla="*/ 18228 w 1644615"/>
                    <a:gd name="connsiteY38" fmla="*/ 1623575 h 1635895"/>
                    <a:gd name="connsiteX39" fmla="*/ 2099 w 1644615"/>
                    <a:gd name="connsiteY39" fmla="*/ 1635894 h 1635895"/>
                    <a:gd name="connsiteX40" fmla="*/ 17212 w 1644615"/>
                    <a:gd name="connsiteY40" fmla="*/ 1539628 h 1635895"/>
                    <a:gd name="connsiteX41" fmla="*/ 107001 w 1644615"/>
                    <a:gd name="connsiteY41" fmla="*/ 1318648 h 1635895"/>
                    <a:gd name="connsiteX42" fmla="*/ 216983 w 1644615"/>
                    <a:gd name="connsiteY42" fmla="*/ 1168153 h 1635895"/>
                    <a:gd name="connsiteX43" fmla="*/ 304867 w 1644615"/>
                    <a:gd name="connsiteY43" fmla="*/ 1066553 h 1635895"/>
                    <a:gd name="connsiteX44" fmla="*/ 391481 w 1644615"/>
                    <a:gd name="connsiteY44" fmla="*/ 1032390 h 1635895"/>
                    <a:gd name="connsiteX45" fmla="*/ 252924 w 1644615"/>
                    <a:gd name="connsiteY45" fmla="*/ 952253 h 1635895"/>
                    <a:gd name="connsiteX46" fmla="*/ 138243 w 1644615"/>
                    <a:gd name="connsiteY46" fmla="*/ 837064 h 1635895"/>
                    <a:gd name="connsiteX47" fmla="*/ 83633 w 1644615"/>
                    <a:gd name="connsiteY47" fmla="*/ 754514 h 1635895"/>
                    <a:gd name="connsiteX48" fmla="*/ 139767 w 1644615"/>
                    <a:gd name="connsiteY48" fmla="*/ 520707 h 1635895"/>
                    <a:gd name="connsiteX49" fmla="*/ 413198 w 1644615"/>
                    <a:gd name="connsiteY49" fmla="*/ 274200 h 1635895"/>
                    <a:gd name="connsiteX50" fmla="*/ 730698 w 1644615"/>
                    <a:gd name="connsiteY50" fmla="*/ 270898 h 1635895"/>
                    <a:gd name="connsiteX51" fmla="*/ 944058 w 1644615"/>
                    <a:gd name="connsiteY51" fmla="*/ 397009 h 1635895"/>
                    <a:gd name="connsiteX52" fmla="*/ 1076900 w 1644615"/>
                    <a:gd name="connsiteY52" fmla="*/ 110878 h 1635895"/>
                    <a:gd name="connsiteX53" fmla="*/ 971617 w 1644615"/>
                    <a:gd name="connsiteY53" fmla="*/ 432950 h 1635895"/>
                    <a:gd name="connsiteX54" fmla="*/ 1070423 w 1644615"/>
                    <a:gd name="connsiteY54" fmla="*/ 588017 h 1635895"/>
                    <a:gd name="connsiteX55" fmla="*/ 1107507 w 1644615"/>
                    <a:gd name="connsiteY55" fmla="*/ 692030 h 1635895"/>
                    <a:gd name="connsiteX56" fmla="*/ 1614364 w 1644615"/>
                    <a:gd name="connsiteY56" fmla="*/ 462160 h 1635895"/>
                    <a:gd name="connsiteX57" fmla="*/ 1543879 w 1644615"/>
                    <a:gd name="connsiteY57" fmla="*/ 155963 h 1635895"/>
                    <a:gd name="connsiteX58" fmla="*/ 1261939 w 1644615"/>
                    <a:gd name="connsiteY58" fmla="*/ 27312 h 1635895"/>
                    <a:gd name="connsiteX59" fmla="*/ 1076900 w 1644615"/>
                    <a:gd name="connsiteY59" fmla="*/ 110878 h 1635895"/>
                    <a:gd name="connsiteX60" fmla="*/ 175327 w 1644615"/>
                    <a:gd name="connsiteY60" fmla="*/ 504578 h 1635895"/>
                    <a:gd name="connsiteX61" fmla="*/ 227270 w 1644615"/>
                    <a:gd name="connsiteY61" fmla="*/ 521723 h 1635895"/>
                    <a:gd name="connsiteX62" fmla="*/ 284801 w 1644615"/>
                    <a:gd name="connsiteY62" fmla="*/ 676663 h 1635895"/>
                    <a:gd name="connsiteX63" fmla="*/ 256607 w 1644615"/>
                    <a:gd name="connsiteY63" fmla="*/ 816998 h 1635895"/>
                    <a:gd name="connsiteX64" fmla="*/ 204283 w 1644615"/>
                    <a:gd name="connsiteY64" fmla="*/ 863734 h 1635895"/>
                    <a:gd name="connsiteX65" fmla="*/ 615128 w 1644615"/>
                    <a:gd name="connsiteY65" fmla="*/ 1040010 h 1635895"/>
                    <a:gd name="connsiteX66" fmla="*/ 979491 w 1644615"/>
                    <a:gd name="connsiteY66" fmla="*/ 867671 h 1635895"/>
                    <a:gd name="connsiteX67" fmla="*/ 1018353 w 1644615"/>
                    <a:gd name="connsiteY67" fmla="*/ 573666 h 1635895"/>
                    <a:gd name="connsiteX68" fmla="*/ 672151 w 1644615"/>
                    <a:gd name="connsiteY68" fmla="*/ 284741 h 1635895"/>
                    <a:gd name="connsiteX69" fmla="*/ 175327 w 1644615"/>
                    <a:gd name="connsiteY69" fmla="*/ 504578 h 1635895"/>
                    <a:gd name="connsiteX70" fmla="*/ 159833 w 1644615"/>
                    <a:gd name="connsiteY70" fmla="*/ 539884 h 1635895"/>
                    <a:gd name="connsiteX71" fmla="*/ 104588 w 1644615"/>
                    <a:gd name="connsiteY71" fmla="*/ 728098 h 1635895"/>
                    <a:gd name="connsiteX72" fmla="*/ 197679 w 1644615"/>
                    <a:gd name="connsiteY72" fmla="*/ 834143 h 1635895"/>
                    <a:gd name="connsiteX73" fmla="*/ 250892 w 1644615"/>
                    <a:gd name="connsiteY73" fmla="*/ 752355 h 1635895"/>
                    <a:gd name="connsiteX74" fmla="*/ 234636 w 1644615"/>
                    <a:gd name="connsiteY74" fmla="*/ 576587 h 1635895"/>
                    <a:gd name="connsiteX75" fmla="*/ 159833 w 1644615"/>
                    <a:gd name="connsiteY75" fmla="*/ 539884 h 1635895"/>
                    <a:gd name="connsiteX76" fmla="*/ 1052135 w 1644615"/>
                    <a:gd name="connsiteY76" fmla="*/ 598050 h 1635895"/>
                    <a:gd name="connsiteX77" fmla="*/ 1041086 w 1644615"/>
                    <a:gd name="connsiteY77" fmla="*/ 807092 h 1635895"/>
                    <a:gd name="connsiteX78" fmla="*/ 1052135 w 1644615"/>
                    <a:gd name="connsiteY78" fmla="*/ 598050 h 1635895"/>
                    <a:gd name="connsiteX79" fmla="*/ 441011 w 1644615"/>
                    <a:gd name="connsiteY79" fmla="*/ 1044963 h 1635895"/>
                    <a:gd name="connsiteX80" fmla="*/ 658816 w 1644615"/>
                    <a:gd name="connsiteY80" fmla="*/ 1078618 h 1635895"/>
                    <a:gd name="connsiteX81" fmla="*/ 569154 w 1644615"/>
                    <a:gd name="connsiteY81" fmla="*/ 1062616 h 1635895"/>
                    <a:gd name="connsiteX82" fmla="*/ 441011 w 1644615"/>
                    <a:gd name="connsiteY82" fmla="*/ 1044963 h 1635895"/>
                    <a:gd name="connsiteX83" fmla="*/ 303597 w 1644615"/>
                    <a:gd name="connsiteY83" fmla="*/ 1095509 h 1635895"/>
                    <a:gd name="connsiteX84" fmla="*/ 288992 w 1644615"/>
                    <a:gd name="connsiteY84" fmla="*/ 1125100 h 1635895"/>
                    <a:gd name="connsiteX85" fmla="*/ 345380 w 1644615"/>
                    <a:gd name="connsiteY85" fmla="*/ 1175519 h 1635895"/>
                    <a:gd name="connsiteX86" fmla="*/ 332934 w 1644615"/>
                    <a:gd name="connsiteY86" fmla="*/ 1333380 h 1635895"/>
                    <a:gd name="connsiteX87" fmla="*/ 384369 w 1644615"/>
                    <a:gd name="connsiteY87" fmla="*/ 1261879 h 1635895"/>
                    <a:gd name="connsiteX88" fmla="*/ 303597 w 1644615"/>
                    <a:gd name="connsiteY88" fmla="*/ 1095509 h 1635895"/>
                    <a:gd name="connsiteX89" fmla="*/ 1154370 w 1644615"/>
                    <a:gd name="connsiteY89" fmla="*/ 1214635 h 1635895"/>
                    <a:gd name="connsiteX90" fmla="*/ 1130875 w 1644615"/>
                    <a:gd name="connsiteY90" fmla="*/ 1407675 h 1635895"/>
                    <a:gd name="connsiteX91" fmla="*/ 1261431 w 1644615"/>
                    <a:gd name="connsiteY91" fmla="*/ 1463301 h 1635895"/>
                    <a:gd name="connsiteX92" fmla="*/ 1374969 w 1644615"/>
                    <a:gd name="connsiteY92" fmla="*/ 1474731 h 1635895"/>
                    <a:gd name="connsiteX93" fmla="*/ 1357316 w 1644615"/>
                    <a:gd name="connsiteY93" fmla="*/ 1446029 h 1635895"/>
                    <a:gd name="connsiteX94" fmla="*/ 1258637 w 1644615"/>
                    <a:gd name="connsiteY94" fmla="*/ 1386466 h 1635895"/>
                    <a:gd name="connsiteX95" fmla="*/ 1445581 w 1644615"/>
                    <a:gd name="connsiteY95" fmla="*/ 1429773 h 1635895"/>
                    <a:gd name="connsiteX96" fmla="*/ 1403163 w 1644615"/>
                    <a:gd name="connsiteY96" fmla="*/ 1377195 h 1635895"/>
                    <a:gd name="connsiteX97" fmla="*/ 1296229 w 1644615"/>
                    <a:gd name="connsiteY97" fmla="*/ 1332237 h 1635895"/>
                    <a:gd name="connsiteX98" fmla="*/ 1489269 w 1644615"/>
                    <a:gd name="connsiteY98" fmla="*/ 1359923 h 1635895"/>
                    <a:gd name="connsiteX99" fmla="*/ 1491174 w 1644615"/>
                    <a:gd name="connsiteY99" fmla="*/ 1340111 h 1635895"/>
                    <a:gd name="connsiteX100" fmla="*/ 1235269 w 1644615"/>
                    <a:gd name="connsiteY100" fmla="*/ 1248163 h 1635895"/>
                    <a:gd name="connsiteX101" fmla="*/ 1341060 w 1644615"/>
                    <a:gd name="connsiteY101" fmla="*/ 1171709 h 1635895"/>
                    <a:gd name="connsiteX102" fmla="*/ 1301944 w 1644615"/>
                    <a:gd name="connsiteY102" fmla="*/ 1132720 h 1635895"/>
                    <a:gd name="connsiteX103" fmla="*/ 1154370 w 1644615"/>
                    <a:gd name="connsiteY103" fmla="*/ 1214635 h 1635895"/>
                    <a:gd name="connsiteX104" fmla="*/ 857063 w 1644615"/>
                    <a:gd name="connsiteY104" fmla="*/ 1181488 h 1635895"/>
                    <a:gd name="connsiteX105" fmla="*/ 878272 w 1644615"/>
                    <a:gd name="connsiteY105" fmla="*/ 1300868 h 1635895"/>
                    <a:gd name="connsiteX106" fmla="*/ 905704 w 1644615"/>
                    <a:gd name="connsiteY106" fmla="*/ 1540771 h 1635895"/>
                    <a:gd name="connsiteX107" fmla="*/ 1188660 w 1644615"/>
                    <a:gd name="connsiteY107" fmla="*/ 1474350 h 1635895"/>
                    <a:gd name="connsiteX108" fmla="*/ 1073344 w 1644615"/>
                    <a:gd name="connsiteY108" fmla="*/ 1300233 h 1635895"/>
                    <a:gd name="connsiteX109" fmla="*/ 973522 w 1644615"/>
                    <a:gd name="connsiteY109" fmla="*/ 1438155 h 1635895"/>
                    <a:gd name="connsiteX110" fmla="*/ 945201 w 1644615"/>
                    <a:gd name="connsiteY110" fmla="*/ 1487558 h 1635895"/>
                    <a:gd name="connsiteX111" fmla="*/ 974665 w 1644615"/>
                    <a:gd name="connsiteY111" fmla="*/ 1366781 h 1635895"/>
                    <a:gd name="connsiteX112" fmla="*/ 857063 w 1644615"/>
                    <a:gd name="connsiteY112" fmla="*/ 1181488 h 1635895"/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100903 w 1644613"/>
                    <a:gd name="connsiteY4" fmla="*/ 724415 h 1635893"/>
                    <a:gd name="connsiteX5" fmla="*/ 1075122 w 1644613"/>
                    <a:gd name="connsiteY5" fmla="*/ 806838 h 1635893"/>
                    <a:gd name="connsiteX6" fmla="*/ 994858 w 1644613"/>
                    <a:gd name="connsiteY6" fmla="*/ 891166 h 1635893"/>
                    <a:gd name="connsiteX7" fmla="*/ 900370 w 1644613"/>
                    <a:gd name="connsiteY7" fmla="*/ 986162 h 1635893"/>
                    <a:gd name="connsiteX8" fmla="*/ 765623 w 1644613"/>
                    <a:gd name="connsiteY8" fmla="*/ 1048392 h 1635893"/>
                    <a:gd name="connsiteX9" fmla="*/ 993715 w 1644613"/>
                    <a:gd name="connsiteY9" fmla="*/ 1351541 h 1635893"/>
                    <a:gd name="connsiteX10" fmla="*/ 1109666 w 1644613"/>
                    <a:gd name="connsiteY10" fmla="*/ 1221620 h 1635893"/>
                    <a:gd name="connsiteX11" fmla="*/ 1283275 w 1644613"/>
                    <a:gd name="connsiteY11" fmla="*/ 1111003 h 1635893"/>
                    <a:gd name="connsiteX12" fmla="*/ 1372810 w 1644613"/>
                    <a:gd name="connsiteY12" fmla="*/ 1159136 h 1635893"/>
                    <a:gd name="connsiteX13" fmla="*/ 1290260 w 1644613"/>
                    <a:gd name="connsiteY13" fmla="*/ 1244353 h 1635893"/>
                    <a:gd name="connsiteX14" fmla="*/ 1514796 w 1644613"/>
                    <a:gd name="connsiteY14" fmla="*/ 1325633 h 1635893"/>
                    <a:gd name="connsiteX15" fmla="*/ 1460440 w 1644613"/>
                    <a:gd name="connsiteY15" fmla="*/ 1390657 h 1635893"/>
                    <a:gd name="connsiteX16" fmla="*/ 1460821 w 1644613"/>
                    <a:gd name="connsiteY16" fmla="*/ 1438790 h 1635893"/>
                    <a:gd name="connsiteX17" fmla="*/ 1403163 w 1644613"/>
                    <a:gd name="connsiteY17" fmla="*/ 1459999 h 1635893"/>
                    <a:gd name="connsiteX18" fmla="*/ 1396686 w 1644613"/>
                    <a:gd name="connsiteY18" fmla="*/ 1490352 h 1635893"/>
                    <a:gd name="connsiteX19" fmla="*/ 1222569 w 1644613"/>
                    <a:gd name="connsiteY19" fmla="*/ 1482224 h 1635893"/>
                    <a:gd name="connsiteX20" fmla="*/ 1041340 w 1644613"/>
                    <a:gd name="connsiteY20" fmla="*/ 1583443 h 1635893"/>
                    <a:gd name="connsiteX21" fmla="*/ 907228 w 1644613"/>
                    <a:gd name="connsiteY21" fmla="*/ 1570362 h 1635893"/>
                    <a:gd name="connsiteX22" fmla="*/ 909260 w 1644613"/>
                    <a:gd name="connsiteY22" fmla="*/ 1626242 h 1635893"/>
                    <a:gd name="connsiteX23" fmla="*/ 884622 w 1644613"/>
                    <a:gd name="connsiteY23" fmla="*/ 1624718 h 1635893"/>
                    <a:gd name="connsiteX24" fmla="*/ 878780 w 1644613"/>
                    <a:gd name="connsiteY24" fmla="*/ 1550296 h 1635893"/>
                    <a:gd name="connsiteX25" fmla="*/ 820106 w 1644613"/>
                    <a:gd name="connsiteY25" fmla="*/ 1144658 h 1635893"/>
                    <a:gd name="connsiteX26" fmla="*/ 747208 w 1644613"/>
                    <a:gd name="connsiteY26" fmla="*/ 1071887 h 1635893"/>
                    <a:gd name="connsiteX27" fmla="*/ 424882 w 1644613"/>
                    <a:gd name="connsiteY27" fmla="*/ 1070236 h 1635893"/>
                    <a:gd name="connsiteX28" fmla="*/ 337125 w 1644613"/>
                    <a:gd name="connsiteY28" fmla="*/ 1072395 h 1635893"/>
                    <a:gd name="connsiteX29" fmla="*/ 407610 w 1644613"/>
                    <a:gd name="connsiteY29" fmla="*/ 1284231 h 1635893"/>
                    <a:gd name="connsiteX30" fmla="*/ 322774 w 1644613"/>
                    <a:gd name="connsiteY30" fmla="*/ 1363352 h 1635893"/>
                    <a:gd name="connsiteX31" fmla="*/ 288357 w 1644613"/>
                    <a:gd name="connsiteY31" fmla="*/ 1588650 h 1635893"/>
                    <a:gd name="connsiteX32" fmla="*/ 283023 w 1644613"/>
                    <a:gd name="connsiteY32" fmla="*/ 1624718 h 1635893"/>
                    <a:gd name="connsiteX33" fmla="*/ 259020 w 1644613"/>
                    <a:gd name="connsiteY33" fmla="*/ 1629417 h 1635893"/>
                    <a:gd name="connsiteX34" fmla="*/ 323409 w 1644613"/>
                    <a:gd name="connsiteY34" fmla="*/ 1250068 h 1635893"/>
                    <a:gd name="connsiteX35" fmla="*/ 305629 w 1644613"/>
                    <a:gd name="connsiteY35" fmla="*/ 1166248 h 1635893"/>
                    <a:gd name="connsiteX36" fmla="*/ 229556 w 1644613"/>
                    <a:gd name="connsiteY36" fmla="*/ 1192410 h 1635893"/>
                    <a:gd name="connsiteX37" fmla="*/ 18228 w 1644613"/>
                    <a:gd name="connsiteY37" fmla="*/ 1623575 h 1635893"/>
                    <a:gd name="connsiteX38" fmla="*/ 2099 w 1644613"/>
                    <a:gd name="connsiteY38" fmla="*/ 1635894 h 1635893"/>
                    <a:gd name="connsiteX39" fmla="*/ 17212 w 1644613"/>
                    <a:gd name="connsiteY39" fmla="*/ 1539628 h 1635893"/>
                    <a:gd name="connsiteX40" fmla="*/ 107001 w 1644613"/>
                    <a:gd name="connsiteY40" fmla="*/ 1318648 h 1635893"/>
                    <a:gd name="connsiteX41" fmla="*/ 216983 w 1644613"/>
                    <a:gd name="connsiteY41" fmla="*/ 1168153 h 1635893"/>
                    <a:gd name="connsiteX42" fmla="*/ 304867 w 1644613"/>
                    <a:gd name="connsiteY42" fmla="*/ 1066553 h 1635893"/>
                    <a:gd name="connsiteX43" fmla="*/ 391481 w 1644613"/>
                    <a:gd name="connsiteY43" fmla="*/ 1032390 h 1635893"/>
                    <a:gd name="connsiteX44" fmla="*/ 252924 w 1644613"/>
                    <a:gd name="connsiteY44" fmla="*/ 952253 h 1635893"/>
                    <a:gd name="connsiteX45" fmla="*/ 138243 w 1644613"/>
                    <a:gd name="connsiteY45" fmla="*/ 837064 h 1635893"/>
                    <a:gd name="connsiteX46" fmla="*/ 83633 w 1644613"/>
                    <a:gd name="connsiteY46" fmla="*/ 754514 h 1635893"/>
                    <a:gd name="connsiteX47" fmla="*/ 139767 w 1644613"/>
                    <a:gd name="connsiteY47" fmla="*/ 520707 h 1635893"/>
                    <a:gd name="connsiteX48" fmla="*/ 413198 w 1644613"/>
                    <a:gd name="connsiteY48" fmla="*/ 274200 h 1635893"/>
                    <a:gd name="connsiteX49" fmla="*/ 730698 w 1644613"/>
                    <a:gd name="connsiteY49" fmla="*/ 270898 h 1635893"/>
                    <a:gd name="connsiteX50" fmla="*/ 944058 w 1644613"/>
                    <a:gd name="connsiteY50" fmla="*/ 397009 h 1635893"/>
                    <a:gd name="connsiteX51" fmla="*/ 1076900 w 1644613"/>
                    <a:gd name="connsiteY51" fmla="*/ 110878 h 1635893"/>
                    <a:gd name="connsiteX52" fmla="*/ 971617 w 1644613"/>
                    <a:gd name="connsiteY52" fmla="*/ 432950 h 1635893"/>
                    <a:gd name="connsiteX53" fmla="*/ 1070423 w 1644613"/>
                    <a:gd name="connsiteY53" fmla="*/ 588017 h 1635893"/>
                    <a:gd name="connsiteX54" fmla="*/ 1107507 w 1644613"/>
                    <a:gd name="connsiteY54" fmla="*/ 692030 h 1635893"/>
                    <a:gd name="connsiteX55" fmla="*/ 1614364 w 1644613"/>
                    <a:gd name="connsiteY55" fmla="*/ 462160 h 1635893"/>
                    <a:gd name="connsiteX56" fmla="*/ 1543879 w 1644613"/>
                    <a:gd name="connsiteY56" fmla="*/ 155963 h 1635893"/>
                    <a:gd name="connsiteX57" fmla="*/ 1261939 w 1644613"/>
                    <a:gd name="connsiteY57" fmla="*/ 27312 h 1635893"/>
                    <a:gd name="connsiteX58" fmla="*/ 1076900 w 1644613"/>
                    <a:gd name="connsiteY58" fmla="*/ 110878 h 1635893"/>
                    <a:gd name="connsiteX59" fmla="*/ 175327 w 1644613"/>
                    <a:gd name="connsiteY59" fmla="*/ 504578 h 1635893"/>
                    <a:gd name="connsiteX60" fmla="*/ 227270 w 1644613"/>
                    <a:gd name="connsiteY60" fmla="*/ 521723 h 1635893"/>
                    <a:gd name="connsiteX61" fmla="*/ 284801 w 1644613"/>
                    <a:gd name="connsiteY61" fmla="*/ 676663 h 1635893"/>
                    <a:gd name="connsiteX62" fmla="*/ 256607 w 1644613"/>
                    <a:gd name="connsiteY62" fmla="*/ 816998 h 1635893"/>
                    <a:gd name="connsiteX63" fmla="*/ 204283 w 1644613"/>
                    <a:gd name="connsiteY63" fmla="*/ 863734 h 1635893"/>
                    <a:gd name="connsiteX64" fmla="*/ 615128 w 1644613"/>
                    <a:gd name="connsiteY64" fmla="*/ 1040010 h 1635893"/>
                    <a:gd name="connsiteX65" fmla="*/ 979491 w 1644613"/>
                    <a:gd name="connsiteY65" fmla="*/ 867671 h 1635893"/>
                    <a:gd name="connsiteX66" fmla="*/ 1018353 w 1644613"/>
                    <a:gd name="connsiteY66" fmla="*/ 573666 h 1635893"/>
                    <a:gd name="connsiteX67" fmla="*/ 672151 w 1644613"/>
                    <a:gd name="connsiteY67" fmla="*/ 284741 h 1635893"/>
                    <a:gd name="connsiteX68" fmla="*/ 175327 w 1644613"/>
                    <a:gd name="connsiteY68" fmla="*/ 504578 h 1635893"/>
                    <a:gd name="connsiteX69" fmla="*/ 159833 w 1644613"/>
                    <a:gd name="connsiteY69" fmla="*/ 539884 h 1635893"/>
                    <a:gd name="connsiteX70" fmla="*/ 104588 w 1644613"/>
                    <a:gd name="connsiteY70" fmla="*/ 728098 h 1635893"/>
                    <a:gd name="connsiteX71" fmla="*/ 197679 w 1644613"/>
                    <a:gd name="connsiteY71" fmla="*/ 834143 h 1635893"/>
                    <a:gd name="connsiteX72" fmla="*/ 250892 w 1644613"/>
                    <a:gd name="connsiteY72" fmla="*/ 752355 h 1635893"/>
                    <a:gd name="connsiteX73" fmla="*/ 234636 w 1644613"/>
                    <a:gd name="connsiteY73" fmla="*/ 576587 h 1635893"/>
                    <a:gd name="connsiteX74" fmla="*/ 159833 w 1644613"/>
                    <a:gd name="connsiteY74" fmla="*/ 539884 h 1635893"/>
                    <a:gd name="connsiteX75" fmla="*/ 1052135 w 1644613"/>
                    <a:gd name="connsiteY75" fmla="*/ 598050 h 1635893"/>
                    <a:gd name="connsiteX76" fmla="*/ 1041086 w 1644613"/>
                    <a:gd name="connsiteY76" fmla="*/ 807092 h 1635893"/>
                    <a:gd name="connsiteX77" fmla="*/ 1052135 w 1644613"/>
                    <a:gd name="connsiteY77" fmla="*/ 598050 h 1635893"/>
                    <a:gd name="connsiteX78" fmla="*/ 441011 w 1644613"/>
                    <a:gd name="connsiteY78" fmla="*/ 1044963 h 1635893"/>
                    <a:gd name="connsiteX79" fmla="*/ 658816 w 1644613"/>
                    <a:gd name="connsiteY79" fmla="*/ 1078618 h 1635893"/>
                    <a:gd name="connsiteX80" fmla="*/ 569154 w 1644613"/>
                    <a:gd name="connsiteY80" fmla="*/ 1062616 h 1635893"/>
                    <a:gd name="connsiteX81" fmla="*/ 441011 w 1644613"/>
                    <a:gd name="connsiteY81" fmla="*/ 1044963 h 1635893"/>
                    <a:gd name="connsiteX82" fmla="*/ 303597 w 1644613"/>
                    <a:gd name="connsiteY82" fmla="*/ 1095509 h 1635893"/>
                    <a:gd name="connsiteX83" fmla="*/ 288992 w 1644613"/>
                    <a:gd name="connsiteY83" fmla="*/ 1125100 h 1635893"/>
                    <a:gd name="connsiteX84" fmla="*/ 345380 w 1644613"/>
                    <a:gd name="connsiteY84" fmla="*/ 1175519 h 1635893"/>
                    <a:gd name="connsiteX85" fmla="*/ 332934 w 1644613"/>
                    <a:gd name="connsiteY85" fmla="*/ 1333380 h 1635893"/>
                    <a:gd name="connsiteX86" fmla="*/ 384369 w 1644613"/>
                    <a:gd name="connsiteY86" fmla="*/ 1261879 h 1635893"/>
                    <a:gd name="connsiteX87" fmla="*/ 303597 w 1644613"/>
                    <a:gd name="connsiteY87" fmla="*/ 1095509 h 1635893"/>
                    <a:gd name="connsiteX88" fmla="*/ 1154370 w 1644613"/>
                    <a:gd name="connsiteY88" fmla="*/ 1214635 h 1635893"/>
                    <a:gd name="connsiteX89" fmla="*/ 1130875 w 1644613"/>
                    <a:gd name="connsiteY89" fmla="*/ 1407675 h 1635893"/>
                    <a:gd name="connsiteX90" fmla="*/ 1261431 w 1644613"/>
                    <a:gd name="connsiteY90" fmla="*/ 1463301 h 1635893"/>
                    <a:gd name="connsiteX91" fmla="*/ 1374969 w 1644613"/>
                    <a:gd name="connsiteY91" fmla="*/ 1474731 h 1635893"/>
                    <a:gd name="connsiteX92" fmla="*/ 1357316 w 1644613"/>
                    <a:gd name="connsiteY92" fmla="*/ 1446029 h 1635893"/>
                    <a:gd name="connsiteX93" fmla="*/ 1258637 w 1644613"/>
                    <a:gd name="connsiteY93" fmla="*/ 1386466 h 1635893"/>
                    <a:gd name="connsiteX94" fmla="*/ 1445581 w 1644613"/>
                    <a:gd name="connsiteY94" fmla="*/ 1429773 h 1635893"/>
                    <a:gd name="connsiteX95" fmla="*/ 1403163 w 1644613"/>
                    <a:gd name="connsiteY95" fmla="*/ 1377195 h 1635893"/>
                    <a:gd name="connsiteX96" fmla="*/ 1296229 w 1644613"/>
                    <a:gd name="connsiteY96" fmla="*/ 1332237 h 1635893"/>
                    <a:gd name="connsiteX97" fmla="*/ 1489269 w 1644613"/>
                    <a:gd name="connsiteY97" fmla="*/ 1359923 h 1635893"/>
                    <a:gd name="connsiteX98" fmla="*/ 1491174 w 1644613"/>
                    <a:gd name="connsiteY98" fmla="*/ 1340111 h 1635893"/>
                    <a:gd name="connsiteX99" fmla="*/ 1235269 w 1644613"/>
                    <a:gd name="connsiteY99" fmla="*/ 1248163 h 1635893"/>
                    <a:gd name="connsiteX100" fmla="*/ 1341060 w 1644613"/>
                    <a:gd name="connsiteY100" fmla="*/ 1171709 h 1635893"/>
                    <a:gd name="connsiteX101" fmla="*/ 1301944 w 1644613"/>
                    <a:gd name="connsiteY101" fmla="*/ 1132720 h 1635893"/>
                    <a:gd name="connsiteX102" fmla="*/ 1154370 w 1644613"/>
                    <a:gd name="connsiteY102" fmla="*/ 1214635 h 1635893"/>
                    <a:gd name="connsiteX103" fmla="*/ 857063 w 1644613"/>
                    <a:gd name="connsiteY103" fmla="*/ 1181488 h 1635893"/>
                    <a:gd name="connsiteX104" fmla="*/ 878272 w 1644613"/>
                    <a:gd name="connsiteY104" fmla="*/ 1300868 h 1635893"/>
                    <a:gd name="connsiteX105" fmla="*/ 905704 w 1644613"/>
                    <a:gd name="connsiteY105" fmla="*/ 1540771 h 1635893"/>
                    <a:gd name="connsiteX106" fmla="*/ 1188660 w 1644613"/>
                    <a:gd name="connsiteY106" fmla="*/ 1474350 h 1635893"/>
                    <a:gd name="connsiteX107" fmla="*/ 1073344 w 1644613"/>
                    <a:gd name="connsiteY107" fmla="*/ 1300233 h 1635893"/>
                    <a:gd name="connsiteX108" fmla="*/ 973522 w 1644613"/>
                    <a:gd name="connsiteY108" fmla="*/ 1438155 h 1635893"/>
                    <a:gd name="connsiteX109" fmla="*/ 945201 w 1644613"/>
                    <a:gd name="connsiteY109" fmla="*/ 1487558 h 1635893"/>
                    <a:gd name="connsiteX110" fmla="*/ 974665 w 1644613"/>
                    <a:gd name="connsiteY110" fmla="*/ 1366781 h 1635893"/>
                    <a:gd name="connsiteX111" fmla="*/ 857063 w 1644613"/>
                    <a:gd name="connsiteY111" fmla="*/ 1181488 h 1635893"/>
                    <a:gd name="connsiteX0" fmla="*/ 1014924 w 1618802"/>
                    <a:gd name="connsiteY0" fmla="*/ 137040 h 1635895"/>
                    <a:gd name="connsiteX1" fmla="*/ 1288609 w 1618802"/>
                    <a:gd name="connsiteY1" fmla="*/ 134 h 1635895"/>
                    <a:gd name="connsiteX2" fmla="*/ 1606363 w 1618802"/>
                    <a:gd name="connsiteY2" fmla="*/ 207525 h 1635895"/>
                    <a:gd name="connsiteX3" fmla="*/ 1100903 w 1618802"/>
                    <a:gd name="connsiteY3" fmla="*/ 724415 h 1635895"/>
                    <a:gd name="connsiteX4" fmla="*/ 1075122 w 1618802"/>
                    <a:gd name="connsiteY4" fmla="*/ 806838 h 1635895"/>
                    <a:gd name="connsiteX5" fmla="*/ 994858 w 1618802"/>
                    <a:gd name="connsiteY5" fmla="*/ 891166 h 1635895"/>
                    <a:gd name="connsiteX6" fmla="*/ 900370 w 1618802"/>
                    <a:gd name="connsiteY6" fmla="*/ 986162 h 1635895"/>
                    <a:gd name="connsiteX7" fmla="*/ 765623 w 1618802"/>
                    <a:gd name="connsiteY7" fmla="*/ 1048392 h 1635895"/>
                    <a:gd name="connsiteX8" fmla="*/ 993715 w 1618802"/>
                    <a:gd name="connsiteY8" fmla="*/ 1351541 h 1635895"/>
                    <a:gd name="connsiteX9" fmla="*/ 1109666 w 1618802"/>
                    <a:gd name="connsiteY9" fmla="*/ 1221620 h 1635895"/>
                    <a:gd name="connsiteX10" fmla="*/ 1283275 w 1618802"/>
                    <a:gd name="connsiteY10" fmla="*/ 1111003 h 1635895"/>
                    <a:gd name="connsiteX11" fmla="*/ 1372810 w 1618802"/>
                    <a:gd name="connsiteY11" fmla="*/ 1159136 h 1635895"/>
                    <a:gd name="connsiteX12" fmla="*/ 1290260 w 1618802"/>
                    <a:gd name="connsiteY12" fmla="*/ 1244353 h 1635895"/>
                    <a:gd name="connsiteX13" fmla="*/ 1514796 w 1618802"/>
                    <a:gd name="connsiteY13" fmla="*/ 1325633 h 1635895"/>
                    <a:gd name="connsiteX14" fmla="*/ 1460440 w 1618802"/>
                    <a:gd name="connsiteY14" fmla="*/ 1390657 h 1635895"/>
                    <a:gd name="connsiteX15" fmla="*/ 1460821 w 1618802"/>
                    <a:gd name="connsiteY15" fmla="*/ 1438790 h 1635895"/>
                    <a:gd name="connsiteX16" fmla="*/ 1403163 w 1618802"/>
                    <a:gd name="connsiteY16" fmla="*/ 1459999 h 1635895"/>
                    <a:gd name="connsiteX17" fmla="*/ 1396686 w 1618802"/>
                    <a:gd name="connsiteY17" fmla="*/ 1490352 h 1635895"/>
                    <a:gd name="connsiteX18" fmla="*/ 1222569 w 1618802"/>
                    <a:gd name="connsiteY18" fmla="*/ 1482224 h 1635895"/>
                    <a:gd name="connsiteX19" fmla="*/ 1041340 w 1618802"/>
                    <a:gd name="connsiteY19" fmla="*/ 1583443 h 1635895"/>
                    <a:gd name="connsiteX20" fmla="*/ 907228 w 1618802"/>
                    <a:gd name="connsiteY20" fmla="*/ 1570362 h 1635895"/>
                    <a:gd name="connsiteX21" fmla="*/ 909260 w 1618802"/>
                    <a:gd name="connsiteY21" fmla="*/ 1626242 h 1635895"/>
                    <a:gd name="connsiteX22" fmla="*/ 884622 w 1618802"/>
                    <a:gd name="connsiteY22" fmla="*/ 1624718 h 1635895"/>
                    <a:gd name="connsiteX23" fmla="*/ 878780 w 1618802"/>
                    <a:gd name="connsiteY23" fmla="*/ 1550296 h 1635895"/>
                    <a:gd name="connsiteX24" fmla="*/ 820106 w 1618802"/>
                    <a:gd name="connsiteY24" fmla="*/ 1144658 h 1635895"/>
                    <a:gd name="connsiteX25" fmla="*/ 747208 w 1618802"/>
                    <a:gd name="connsiteY25" fmla="*/ 1071887 h 1635895"/>
                    <a:gd name="connsiteX26" fmla="*/ 424882 w 1618802"/>
                    <a:gd name="connsiteY26" fmla="*/ 1070236 h 1635895"/>
                    <a:gd name="connsiteX27" fmla="*/ 337125 w 1618802"/>
                    <a:gd name="connsiteY27" fmla="*/ 1072395 h 1635895"/>
                    <a:gd name="connsiteX28" fmla="*/ 407610 w 1618802"/>
                    <a:gd name="connsiteY28" fmla="*/ 1284231 h 1635895"/>
                    <a:gd name="connsiteX29" fmla="*/ 322774 w 1618802"/>
                    <a:gd name="connsiteY29" fmla="*/ 1363352 h 1635895"/>
                    <a:gd name="connsiteX30" fmla="*/ 288357 w 1618802"/>
                    <a:gd name="connsiteY30" fmla="*/ 1588650 h 1635895"/>
                    <a:gd name="connsiteX31" fmla="*/ 283023 w 1618802"/>
                    <a:gd name="connsiteY31" fmla="*/ 1624718 h 1635895"/>
                    <a:gd name="connsiteX32" fmla="*/ 259020 w 1618802"/>
                    <a:gd name="connsiteY32" fmla="*/ 1629417 h 1635895"/>
                    <a:gd name="connsiteX33" fmla="*/ 323409 w 1618802"/>
                    <a:gd name="connsiteY33" fmla="*/ 1250068 h 1635895"/>
                    <a:gd name="connsiteX34" fmla="*/ 305629 w 1618802"/>
                    <a:gd name="connsiteY34" fmla="*/ 1166248 h 1635895"/>
                    <a:gd name="connsiteX35" fmla="*/ 229556 w 1618802"/>
                    <a:gd name="connsiteY35" fmla="*/ 1192410 h 1635895"/>
                    <a:gd name="connsiteX36" fmla="*/ 18228 w 1618802"/>
                    <a:gd name="connsiteY36" fmla="*/ 1623575 h 1635895"/>
                    <a:gd name="connsiteX37" fmla="*/ 2099 w 1618802"/>
                    <a:gd name="connsiteY37" fmla="*/ 1635894 h 1635895"/>
                    <a:gd name="connsiteX38" fmla="*/ 17212 w 1618802"/>
                    <a:gd name="connsiteY38" fmla="*/ 1539628 h 1635895"/>
                    <a:gd name="connsiteX39" fmla="*/ 107001 w 1618802"/>
                    <a:gd name="connsiteY39" fmla="*/ 1318648 h 1635895"/>
                    <a:gd name="connsiteX40" fmla="*/ 216983 w 1618802"/>
                    <a:gd name="connsiteY40" fmla="*/ 1168153 h 1635895"/>
                    <a:gd name="connsiteX41" fmla="*/ 304867 w 1618802"/>
                    <a:gd name="connsiteY41" fmla="*/ 1066553 h 1635895"/>
                    <a:gd name="connsiteX42" fmla="*/ 391481 w 1618802"/>
                    <a:gd name="connsiteY42" fmla="*/ 1032390 h 1635895"/>
                    <a:gd name="connsiteX43" fmla="*/ 252924 w 1618802"/>
                    <a:gd name="connsiteY43" fmla="*/ 952253 h 1635895"/>
                    <a:gd name="connsiteX44" fmla="*/ 138243 w 1618802"/>
                    <a:gd name="connsiteY44" fmla="*/ 837064 h 1635895"/>
                    <a:gd name="connsiteX45" fmla="*/ 83633 w 1618802"/>
                    <a:gd name="connsiteY45" fmla="*/ 754514 h 1635895"/>
                    <a:gd name="connsiteX46" fmla="*/ 139767 w 1618802"/>
                    <a:gd name="connsiteY46" fmla="*/ 520707 h 1635895"/>
                    <a:gd name="connsiteX47" fmla="*/ 413198 w 1618802"/>
                    <a:gd name="connsiteY47" fmla="*/ 274200 h 1635895"/>
                    <a:gd name="connsiteX48" fmla="*/ 730698 w 1618802"/>
                    <a:gd name="connsiteY48" fmla="*/ 270898 h 1635895"/>
                    <a:gd name="connsiteX49" fmla="*/ 944058 w 1618802"/>
                    <a:gd name="connsiteY49" fmla="*/ 397009 h 1635895"/>
                    <a:gd name="connsiteX50" fmla="*/ 1076900 w 1618802"/>
                    <a:gd name="connsiteY50" fmla="*/ 110878 h 1635895"/>
                    <a:gd name="connsiteX51" fmla="*/ 971617 w 1618802"/>
                    <a:gd name="connsiteY51" fmla="*/ 432950 h 1635895"/>
                    <a:gd name="connsiteX52" fmla="*/ 1070423 w 1618802"/>
                    <a:gd name="connsiteY52" fmla="*/ 588017 h 1635895"/>
                    <a:gd name="connsiteX53" fmla="*/ 1107507 w 1618802"/>
                    <a:gd name="connsiteY53" fmla="*/ 692030 h 1635895"/>
                    <a:gd name="connsiteX54" fmla="*/ 1614364 w 1618802"/>
                    <a:gd name="connsiteY54" fmla="*/ 462160 h 1635895"/>
                    <a:gd name="connsiteX55" fmla="*/ 1543879 w 1618802"/>
                    <a:gd name="connsiteY55" fmla="*/ 155963 h 1635895"/>
                    <a:gd name="connsiteX56" fmla="*/ 1261939 w 1618802"/>
                    <a:gd name="connsiteY56" fmla="*/ 27312 h 1635895"/>
                    <a:gd name="connsiteX57" fmla="*/ 1076900 w 1618802"/>
                    <a:gd name="connsiteY57" fmla="*/ 110878 h 1635895"/>
                    <a:gd name="connsiteX58" fmla="*/ 175327 w 1618802"/>
                    <a:gd name="connsiteY58" fmla="*/ 504578 h 1635895"/>
                    <a:gd name="connsiteX59" fmla="*/ 227270 w 1618802"/>
                    <a:gd name="connsiteY59" fmla="*/ 521723 h 1635895"/>
                    <a:gd name="connsiteX60" fmla="*/ 284801 w 1618802"/>
                    <a:gd name="connsiteY60" fmla="*/ 676663 h 1635895"/>
                    <a:gd name="connsiteX61" fmla="*/ 256607 w 1618802"/>
                    <a:gd name="connsiteY61" fmla="*/ 816998 h 1635895"/>
                    <a:gd name="connsiteX62" fmla="*/ 204283 w 1618802"/>
                    <a:gd name="connsiteY62" fmla="*/ 863734 h 1635895"/>
                    <a:gd name="connsiteX63" fmla="*/ 615128 w 1618802"/>
                    <a:gd name="connsiteY63" fmla="*/ 1040010 h 1635895"/>
                    <a:gd name="connsiteX64" fmla="*/ 979491 w 1618802"/>
                    <a:gd name="connsiteY64" fmla="*/ 867671 h 1635895"/>
                    <a:gd name="connsiteX65" fmla="*/ 1018353 w 1618802"/>
                    <a:gd name="connsiteY65" fmla="*/ 573666 h 1635895"/>
                    <a:gd name="connsiteX66" fmla="*/ 672151 w 1618802"/>
                    <a:gd name="connsiteY66" fmla="*/ 284741 h 1635895"/>
                    <a:gd name="connsiteX67" fmla="*/ 175327 w 1618802"/>
                    <a:gd name="connsiteY67" fmla="*/ 504578 h 1635895"/>
                    <a:gd name="connsiteX68" fmla="*/ 159833 w 1618802"/>
                    <a:gd name="connsiteY68" fmla="*/ 539884 h 1635895"/>
                    <a:gd name="connsiteX69" fmla="*/ 104588 w 1618802"/>
                    <a:gd name="connsiteY69" fmla="*/ 728098 h 1635895"/>
                    <a:gd name="connsiteX70" fmla="*/ 197679 w 1618802"/>
                    <a:gd name="connsiteY70" fmla="*/ 834143 h 1635895"/>
                    <a:gd name="connsiteX71" fmla="*/ 250892 w 1618802"/>
                    <a:gd name="connsiteY71" fmla="*/ 752355 h 1635895"/>
                    <a:gd name="connsiteX72" fmla="*/ 234636 w 1618802"/>
                    <a:gd name="connsiteY72" fmla="*/ 576587 h 1635895"/>
                    <a:gd name="connsiteX73" fmla="*/ 159833 w 1618802"/>
                    <a:gd name="connsiteY73" fmla="*/ 539884 h 1635895"/>
                    <a:gd name="connsiteX74" fmla="*/ 1052135 w 1618802"/>
                    <a:gd name="connsiteY74" fmla="*/ 598050 h 1635895"/>
                    <a:gd name="connsiteX75" fmla="*/ 1041086 w 1618802"/>
                    <a:gd name="connsiteY75" fmla="*/ 807092 h 1635895"/>
                    <a:gd name="connsiteX76" fmla="*/ 1052135 w 1618802"/>
                    <a:gd name="connsiteY76" fmla="*/ 598050 h 1635895"/>
                    <a:gd name="connsiteX77" fmla="*/ 441011 w 1618802"/>
                    <a:gd name="connsiteY77" fmla="*/ 1044963 h 1635895"/>
                    <a:gd name="connsiteX78" fmla="*/ 658816 w 1618802"/>
                    <a:gd name="connsiteY78" fmla="*/ 1078618 h 1635895"/>
                    <a:gd name="connsiteX79" fmla="*/ 569154 w 1618802"/>
                    <a:gd name="connsiteY79" fmla="*/ 1062616 h 1635895"/>
                    <a:gd name="connsiteX80" fmla="*/ 441011 w 1618802"/>
                    <a:gd name="connsiteY80" fmla="*/ 1044963 h 1635895"/>
                    <a:gd name="connsiteX81" fmla="*/ 303597 w 1618802"/>
                    <a:gd name="connsiteY81" fmla="*/ 1095509 h 1635895"/>
                    <a:gd name="connsiteX82" fmla="*/ 288992 w 1618802"/>
                    <a:gd name="connsiteY82" fmla="*/ 1125100 h 1635895"/>
                    <a:gd name="connsiteX83" fmla="*/ 345380 w 1618802"/>
                    <a:gd name="connsiteY83" fmla="*/ 1175519 h 1635895"/>
                    <a:gd name="connsiteX84" fmla="*/ 332934 w 1618802"/>
                    <a:gd name="connsiteY84" fmla="*/ 1333380 h 1635895"/>
                    <a:gd name="connsiteX85" fmla="*/ 384369 w 1618802"/>
                    <a:gd name="connsiteY85" fmla="*/ 1261879 h 1635895"/>
                    <a:gd name="connsiteX86" fmla="*/ 303597 w 1618802"/>
                    <a:gd name="connsiteY86" fmla="*/ 1095509 h 1635895"/>
                    <a:gd name="connsiteX87" fmla="*/ 1154370 w 1618802"/>
                    <a:gd name="connsiteY87" fmla="*/ 1214635 h 1635895"/>
                    <a:gd name="connsiteX88" fmla="*/ 1130875 w 1618802"/>
                    <a:gd name="connsiteY88" fmla="*/ 1407675 h 1635895"/>
                    <a:gd name="connsiteX89" fmla="*/ 1261431 w 1618802"/>
                    <a:gd name="connsiteY89" fmla="*/ 1463301 h 1635895"/>
                    <a:gd name="connsiteX90" fmla="*/ 1374969 w 1618802"/>
                    <a:gd name="connsiteY90" fmla="*/ 1474731 h 1635895"/>
                    <a:gd name="connsiteX91" fmla="*/ 1357316 w 1618802"/>
                    <a:gd name="connsiteY91" fmla="*/ 1446029 h 1635895"/>
                    <a:gd name="connsiteX92" fmla="*/ 1258637 w 1618802"/>
                    <a:gd name="connsiteY92" fmla="*/ 1386466 h 1635895"/>
                    <a:gd name="connsiteX93" fmla="*/ 1445581 w 1618802"/>
                    <a:gd name="connsiteY93" fmla="*/ 1429773 h 1635895"/>
                    <a:gd name="connsiteX94" fmla="*/ 1403163 w 1618802"/>
                    <a:gd name="connsiteY94" fmla="*/ 1377195 h 1635895"/>
                    <a:gd name="connsiteX95" fmla="*/ 1296229 w 1618802"/>
                    <a:gd name="connsiteY95" fmla="*/ 1332237 h 1635895"/>
                    <a:gd name="connsiteX96" fmla="*/ 1489269 w 1618802"/>
                    <a:gd name="connsiteY96" fmla="*/ 1359923 h 1635895"/>
                    <a:gd name="connsiteX97" fmla="*/ 1491174 w 1618802"/>
                    <a:gd name="connsiteY97" fmla="*/ 1340111 h 1635895"/>
                    <a:gd name="connsiteX98" fmla="*/ 1235269 w 1618802"/>
                    <a:gd name="connsiteY98" fmla="*/ 1248163 h 1635895"/>
                    <a:gd name="connsiteX99" fmla="*/ 1341060 w 1618802"/>
                    <a:gd name="connsiteY99" fmla="*/ 1171709 h 1635895"/>
                    <a:gd name="connsiteX100" fmla="*/ 1301944 w 1618802"/>
                    <a:gd name="connsiteY100" fmla="*/ 1132720 h 1635895"/>
                    <a:gd name="connsiteX101" fmla="*/ 1154370 w 1618802"/>
                    <a:gd name="connsiteY101" fmla="*/ 1214635 h 1635895"/>
                    <a:gd name="connsiteX102" fmla="*/ 857063 w 1618802"/>
                    <a:gd name="connsiteY102" fmla="*/ 1181488 h 1635895"/>
                    <a:gd name="connsiteX103" fmla="*/ 878272 w 1618802"/>
                    <a:gd name="connsiteY103" fmla="*/ 1300868 h 1635895"/>
                    <a:gd name="connsiteX104" fmla="*/ 905704 w 1618802"/>
                    <a:gd name="connsiteY104" fmla="*/ 1540771 h 1635895"/>
                    <a:gd name="connsiteX105" fmla="*/ 1188660 w 1618802"/>
                    <a:gd name="connsiteY105" fmla="*/ 1474350 h 1635895"/>
                    <a:gd name="connsiteX106" fmla="*/ 1073344 w 1618802"/>
                    <a:gd name="connsiteY106" fmla="*/ 1300233 h 1635895"/>
                    <a:gd name="connsiteX107" fmla="*/ 973522 w 1618802"/>
                    <a:gd name="connsiteY107" fmla="*/ 1438155 h 1635895"/>
                    <a:gd name="connsiteX108" fmla="*/ 945201 w 1618802"/>
                    <a:gd name="connsiteY108" fmla="*/ 1487558 h 1635895"/>
                    <a:gd name="connsiteX109" fmla="*/ 974665 w 1618802"/>
                    <a:gd name="connsiteY109" fmla="*/ 1366781 h 1635895"/>
                    <a:gd name="connsiteX110" fmla="*/ 857063 w 1618802"/>
                    <a:gd name="connsiteY110" fmla="*/ 1181488 h 1635895"/>
                    <a:gd name="connsiteX0" fmla="*/ 1014924 w 1606362"/>
                    <a:gd name="connsiteY0" fmla="*/ 137040 h 1635893"/>
                    <a:gd name="connsiteX1" fmla="*/ 1288609 w 1606362"/>
                    <a:gd name="connsiteY1" fmla="*/ 134 h 1635893"/>
                    <a:gd name="connsiteX2" fmla="*/ 1606363 w 1606362"/>
                    <a:gd name="connsiteY2" fmla="*/ 207525 h 1635893"/>
                    <a:gd name="connsiteX3" fmla="*/ 1100903 w 1606362"/>
                    <a:gd name="connsiteY3" fmla="*/ 724415 h 1635893"/>
                    <a:gd name="connsiteX4" fmla="*/ 1075122 w 1606362"/>
                    <a:gd name="connsiteY4" fmla="*/ 806838 h 1635893"/>
                    <a:gd name="connsiteX5" fmla="*/ 994858 w 1606362"/>
                    <a:gd name="connsiteY5" fmla="*/ 891166 h 1635893"/>
                    <a:gd name="connsiteX6" fmla="*/ 900370 w 1606362"/>
                    <a:gd name="connsiteY6" fmla="*/ 986162 h 1635893"/>
                    <a:gd name="connsiteX7" fmla="*/ 765623 w 1606362"/>
                    <a:gd name="connsiteY7" fmla="*/ 1048392 h 1635893"/>
                    <a:gd name="connsiteX8" fmla="*/ 993715 w 1606362"/>
                    <a:gd name="connsiteY8" fmla="*/ 1351541 h 1635893"/>
                    <a:gd name="connsiteX9" fmla="*/ 1109666 w 1606362"/>
                    <a:gd name="connsiteY9" fmla="*/ 1221620 h 1635893"/>
                    <a:gd name="connsiteX10" fmla="*/ 1283275 w 1606362"/>
                    <a:gd name="connsiteY10" fmla="*/ 1111003 h 1635893"/>
                    <a:gd name="connsiteX11" fmla="*/ 1372810 w 1606362"/>
                    <a:gd name="connsiteY11" fmla="*/ 1159136 h 1635893"/>
                    <a:gd name="connsiteX12" fmla="*/ 1290260 w 1606362"/>
                    <a:gd name="connsiteY12" fmla="*/ 1244353 h 1635893"/>
                    <a:gd name="connsiteX13" fmla="*/ 1514796 w 1606362"/>
                    <a:gd name="connsiteY13" fmla="*/ 1325633 h 1635893"/>
                    <a:gd name="connsiteX14" fmla="*/ 1460440 w 1606362"/>
                    <a:gd name="connsiteY14" fmla="*/ 1390657 h 1635893"/>
                    <a:gd name="connsiteX15" fmla="*/ 1460821 w 1606362"/>
                    <a:gd name="connsiteY15" fmla="*/ 1438790 h 1635893"/>
                    <a:gd name="connsiteX16" fmla="*/ 1403163 w 1606362"/>
                    <a:gd name="connsiteY16" fmla="*/ 1459999 h 1635893"/>
                    <a:gd name="connsiteX17" fmla="*/ 1396686 w 1606362"/>
                    <a:gd name="connsiteY17" fmla="*/ 1490352 h 1635893"/>
                    <a:gd name="connsiteX18" fmla="*/ 1222569 w 1606362"/>
                    <a:gd name="connsiteY18" fmla="*/ 1482224 h 1635893"/>
                    <a:gd name="connsiteX19" fmla="*/ 1041340 w 1606362"/>
                    <a:gd name="connsiteY19" fmla="*/ 1583443 h 1635893"/>
                    <a:gd name="connsiteX20" fmla="*/ 907228 w 1606362"/>
                    <a:gd name="connsiteY20" fmla="*/ 1570362 h 1635893"/>
                    <a:gd name="connsiteX21" fmla="*/ 909260 w 1606362"/>
                    <a:gd name="connsiteY21" fmla="*/ 1626242 h 1635893"/>
                    <a:gd name="connsiteX22" fmla="*/ 884622 w 1606362"/>
                    <a:gd name="connsiteY22" fmla="*/ 1624718 h 1635893"/>
                    <a:gd name="connsiteX23" fmla="*/ 878780 w 1606362"/>
                    <a:gd name="connsiteY23" fmla="*/ 1550296 h 1635893"/>
                    <a:gd name="connsiteX24" fmla="*/ 820106 w 1606362"/>
                    <a:gd name="connsiteY24" fmla="*/ 1144658 h 1635893"/>
                    <a:gd name="connsiteX25" fmla="*/ 747208 w 1606362"/>
                    <a:gd name="connsiteY25" fmla="*/ 1071887 h 1635893"/>
                    <a:gd name="connsiteX26" fmla="*/ 424882 w 1606362"/>
                    <a:gd name="connsiteY26" fmla="*/ 1070236 h 1635893"/>
                    <a:gd name="connsiteX27" fmla="*/ 337125 w 1606362"/>
                    <a:gd name="connsiteY27" fmla="*/ 1072395 h 1635893"/>
                    <a:gd name="connsiteX28" fmla="*/ 407610 w 1606362"/>
                    <a:gd name="connsiteY28" fmla="*/ 1284231 h 1635893"/>
                    <a:gd name="connsiteX29" fmla="*/ 322774 w 1606362"/>
                    <a:gd name="connsiteY29" fmla="*/ 1363352 h 1635893"/>
                    <a:gd name="connsiteX30" fmla="*/ 288357 w 1606362"/>
                    <a:gd name="connsiteY30" fmla="*/ 1588650 h 1635893"/>
                    <a:gd name="connsiteX31" fmla="*/ 283023 w 1606362"/>
                    <a:gd name="connsiteY31" fmla="*/ 1624718 h 1635893"/>
                    <a:gd name="connsiteX32" fmla="*/ 259020 w 1606362"/>
                    <a:gd name="connsiteY32" fmla="*/ 1629417 h 1635893"/>
                    <a:gd name="connsiteX33" fmla="*/ 323409 w 1606362"/>
                    <a:gd name="connsiteY33" fmla="*/ 1250068 h 1635893"/>
                    <a:gd name="connsiteX34" fmla="*/ 305629 w 1606362"/>
                    <a:gd name="connsiteY34" fmla="*/ 1166248 h 1635893"/>
                    <a:gd name="connsiteX35" fmla="*/ 229556 w 1606362"/>
                    <a:gd name="connsiteY35" fmla="*/ 1192410 h 1635893"/>
                    <a:gd name="connsiteX36" fmla="*/ 18228 w 1606362"/>
                    <a:gd name="connsiteY36" fmla="*/ 1623575 h 1635893"/>
                    <a:gd name="connsiteX37" fmla="*/ 2099 w 1606362"/>
                    <a:gd name="connsiteY37" fmla="*/ 1635894 h 1635893"/>
                    <a:gd name="connsiteX38" fmla="*/ 17212 w 1606362"/>
                    <a:gd name="connsiteY38" fmla="*/ 1539628 h 1635893"/>
                    <a:gd name="connsiteX39" fmla="*/ 107001 w 1606362"/>
                    <a:gd name="connsiteY39" fmla="*/ 1318648 h 1635893"/>
                    <a:gd name="connsiteX40" fmla="*/ 216983 w 1606362"/>
                    <a:gd name="connsiteY40" fmla="*/ 1168153 h 1635893"/>
                    <a:gd name="connsiteX41" fmla="*/ 304867 w 1606362"/>
                    <a:gd name="connsiteY41" fmla="*/ 1066553 h 1635893"/>
                    <a:gd name="connsiteX42" fmla="*/ 391481 w 1606362"/>
                    <a:gd name="connsiteY42" fmla="*/ 1032390 h 1635893"/>
                    <a:gd name="connsiteX43" fmla="*/ 252924 w 1606362"/>
                    <a:gd name="connsiteY43" fmla="*/ 952253 h 1635893"/>
                    <a:gd name="connsiteX44" fmla="*/ 138243 w 1606362"/>
                    <a:gd name="connsiteY44" fmla="*/ 837064 h 1635893"/>
                    <a:gd name="connsiteX45" fmla="*/ 83633 w 1606362"/>
                    <a:gd name="connsiteY45" fmla="*/ 754514 h 1635893"/>
                    <a:gd name="connsiteX46" fmla="*/ 139767 w 1606362"/>
                    <a:gd name="connsiteY46" fmla="*/ 520707 h 1635893"/>
                    <a:gd name="connsiteX47" fmla="*/ 413198 w 1606362"/>
                    <a:gd name="connsiteY47" fmla="*/ 274200 h 1635893"/>
                    <a:gd name="connsiteX48" fmla="*/ 730698 w 1606362"/>
                    <a:gd name="connsiteY48" fmla="*/ 270898 h 1635893"/>
                    <a:gd name="connsiteX49" fmla="*/ 944058 w 1606362"/>
                    <a:gd name="connsiteY49" fmla="*/ 397009 h 1635893"/>
                    <a:gd name="connsiteX50" fmla="*/ 1076900 w 1606362"/>
                    <a:gd name="connsiteY50" fmla="*/ 110878 h 1635893"/>
                    <a:gd name="connsiteX51" fmla="*/ 971617 w 1606362"/>
                    <a:gd name="connsiteY51" fmla="*/ 432950 h 1635893"/>
                    <a:gd name="connsiteX52" fmla="*/ 1070423 w 1606362"/>
                    <a:gd name="connsiteY52" fmla="*/ 588017 h 1635893"/>
                    <a:gd name="connsiteX53" fmla="*/ 1107507 w 1606362"/>
                    <a:gd name="connsiteY53" fmla="*/ 692030 h 1635893"/>
                    <a:gd name="connsiteX54" fmla="*/ 1543879 w 1606362"/>
                    <a:gd name="connsiteY54" fmla="*/ 155963 h 1635893"/>
                    <a:gd name="connsiteX55" fmla="*/ 1261939 w 1606362"/>
                    <a:gd name="connsiteY55" fmla="*/ 27312 h 1635893"/>
                    <a:gd name="connsiteX56" fmla="*/ 1076900 w 1606362"/>
                    <a:gd name="connsiteY56" fmla="*/ 110878 h 1635893"/>
                    <a:gd name="connsiteX57" fmla="*/ 175327 w 1606362"/>
                    <a:gd name="connsiteY57" fmla="*/ 504578 h 1635893"/>
                    <a:gd name="connsiteX58" fmla="*/ 227270 w 1606362"/>
                    <a:gd name="connsiteY58" fmla="*/ 521723 h 1635893"/>
                    <a:gd name="connsiteX59" fmla="*/ 284801 w 1606362"/>
                    <a:gd name="connsiteY59" fmla="*/ 676663 h 1635893"/>
                    <a:gd name="connsiteX60" fmla="*/ 256607 w 1606362"/>
                    <a:gd name="connsiteY60" fmla="*/ 816998 h 1635893"/>
                    <a:gd name="connsiteX61" fmla="*/ 204283 w 1606362"/>
                    <a:gd name="connsiteY61" fmla="*/ 863734 h 1635893"/>
                    <a:gd name="connsiteX62" fmla="*/ 615128 w 1606362"/>
                    <a:gd name="connsiteY62" fmla="*/ 1040010 h 1635893"/>
                    <a:gd name="connsiteX63" fmla="*/ 979491 w 1606362"/>
                    <a:gd name="connsiteY63" fmla="*/ 867671 h 1635893"/>
                    <a:gd name="connsiteX64" fmla="*/ 1018353 w 1606362"/>
                    <a:gd name="connsiteY64" fmla="*/ 573666 h 1635893"/>
                    <a:gd name="connsiteX65" fmla="*/ 672151 w 1606362"/>
                    <a:gd name="connsiteY65" fmla="*/ 284741 h 1635893"/>
                    <a:gd name="connsiteX66" fmla="*/ 175327 w 1606362"/>
                    <a:gd name="connsiteY66" fmla="*/ 504578 h 1635893"/>
                    <a:gd name="connsiteX67" fmla="*/ 159833 w 1606362"/>
                    <a:gd name="connsiteY67" fmla="*/ 539884 h 1635893"/>
                    <a:gd name="connsiteX68" fmla="*/ 104588 w 1606362"/>
                    <a:gd name="connsiteY68" fmla="*/ 728098 h 1635893"/>
                    <a:gd name="connsiteX69" fmla="*/ 197679 w 1606362"/>
                    <a:gd name="connsiteY69" fmla="*/ 834143 h 1635893"/>
                    <a:gd name="connsiteX70" fmla="*/ 250892 w 1606362"/>
                    <a:gd name="connsiteY70" fmla="*/ 752355 h 1635893"/>
                    <a:gd name="connsiteX71" fmla="*/ 234636 w 1606362"/>
                    <a:gd name="connsiteY71" fmla="*/ 576587 h 1635893"/>
                    <a:gd name="connsiteX72" fmla="*/ 159833 w 1606362"/>
                    <a:gd name="connsiteY72" fmla="*/ 539884 h 1635893"/>
                    <a:gd name="connsiteX73" fmla="*/ 1052135 w 1606362"/>
                    <a:gd name="connsiteY73" fmla="*/ 598050 h 1635893"/>
                    <a:gd name="connsiteX74" fmla="*/ 1041086 w 1606362"/>
                    <a:gd name="connsiteY74" fmla="*/ 807092 h 1635893"/>
                    <a:gd name="connsiteX75" fmla="*/ 1052135 w 1606362"/>
                    <a:gd name="connsiteY75" fmla="*/ 598050 h 1635893"/>
                    <a:gd name="connsiteX76" fmla="*/ 441011 w 1606362"/>
                    <a:gd name="connsiteY76" fmla="*/ 1044963 h 1635893"/>
                    <a:gd name="connsiteX77" fmla="*/ 658816 w 1606362"/>
                    <a:gd name="connsiteY77" fmla="*/ 1078618 h 1635893"/>
                    <a:gd name="connsiteX78" fmla="*/ 569154 w 1606362"/>
                    <a:gd name="connsiteY78" fmla="*/ 1062616 h 1635893"/>
                    <a:gd name="connsiteX79" fmla="*/ 441011 w 1606362"/>
                    <a:gd name="connsiteY79" fmla="*/ 1044963 h 1635893"/>
                    <a:gd name="connsiteX80" fmla="*/ 303597 w 1606362"/>
                    <a:gd name="connsiteY80" fmla="*/ 1095509 h 1635893"/>
                    <a:gd name="connsiteX81" fmla="*/ 288992 w 1606362"/>
                    <a:gd name="connsiteY81" fmla="*/ 1125100 h 1635893"/>
                    <a:gd name="connsiteX82" fmla="*/ 345380 w 1606362"/>
                    <a:gd name="connsiteY82" fmla="*/ 1175519 h 1635893"/>
                    <a:gd name="connsiteX83" fmla="*/ 332934 w 1606362"/>
                    <a:gd name="connsiteY83" fmla="*/ 1333380 h 1635893"/>
                    <a:gd name="connsiteX84" fmla="*/ 384369 w 1606362"/>
                    <a:gd name="connsiteY84" fmla="*/ 1261879 h 1635893"/>
                    <a:gd name="connsiteX85" fmla="*/ 303597 w 1606362"/>
                    <a:gd name="connsiteY85" fmla="*/ 1095509 h 1635893"/>
                    <a:gd name="connsiteX86" fmla="*/ 1154370 w 1606362"/>
                    <a:gd name="connsiteY86" fmla="*/ 1214635 h 1635893"/>
                    <a:gd name="connsiteX87" fmla="*/ 1130875 w 1606362"/>
                    <a:gd name="connsiteY87" fmla="*/ 1407675 h 1635893"/>
                    <a:gd name="connsiteX88" fmla="*/ 1261431 w 1606362"/>
                    <a:gd name="connsiteY88" fmla="*/ 1463301 h 1635893"/>
                    <a:gd name="connsiteX89" fmla="*/ 1374969 w 1606362"/>
                    <a:gd name="connsiteY89" fmla="*/ 1474731 h 1635893"/>
                    <a:gd name="connsiteX90" fmla="*/ 1357316 w 1606362"/>
                    <a:gd name="connsiteY90" fmla="*/ 1446029 h 1635893"/>
                    <a:gd name="connsiteX91" fmla="*/ 1258637 w 1606362"/>
                    <a:gd name="connsiteY91" fmla="*/ 1386466 h 1635893"/>
                    <a:gd name="connsiteX92" fmla="*/ 1445581 w 1606362"/>
                    <a:gd name="connsiteY92" fmla="*/ 1429773 h 1635893"/>
                    <a:gd name="connsiteX93" fmla="*/ 1403163 w 1606362"/>
                    <a:gd name="connsiteY93" fmla="*/ 1377195 h 1635893"/>
                    <a:gd name="connsiteX94" fmla="*/ 1296229 w 1606362"/>
                    <a:gd name="connsiteY94" fmla="*/ 1332237 h 1635893"/>
                    <a:gd name="connsiteX95" fmla="*/ 1489269 w 1606362"/>
                    <a:gd name="connsiteY95" fmla="*/ 1359923 h 1635893"/>
                    <a:gd name="connsiteX96" fmla="*/ 1491174 w 1606362"/>
                    <a:gd name="connsiteY96" fmla="*/ 1340111 h 1635893"/>
                    <a:gd name="connsiteX97" fmla="*/ 1235269 w 1606362"/>
                    <a:gd name="connsiteY97" fmla="*/ 1248163 h 1635893"/>
                    <a:gd name="connsiteX98" fmla="*/ 1341060 w 1606362"/>
                    <a:gd name="connsiteY98" fmla="*/ 1171709 h 1635893"/>
                    <a:gd name="connsiteX99" fmla="*/ 1301944 w 1606362"/>
                    <a:gd name="connsiteY99" fmla="*/ 1132720 h 1635893"/>
                    <a:gd name="connsiteX100" fmla="*/ 1154370 w 1606362"/>
                    <a:gd name="connsiteY100" fmla="*/ 1214635 h 1635893"/>
                    <a:gd name="connsiteX101" fmla="*/ 857063 w 1606362"/>
                    <a:gd name="connsiteY101" fmla="*/ 1181488 h 1635893"/>
                    <a:gd name="connsiteX102" fmla="*/ 878272 w 1606362"/>
                    <a:gd name="connsiteY102" fmla="*/ 1300868 h 1635893"/>
                    <a:gd name="connsiteX103" fmla="*/ 905704 w 1606362"/>
                    <a:gd name="connsiteY103" fmla="*/ 1540771 h 1635893"/>
                    <a:gd name="connsiteX104" fmla="*/ 1188660 w 1606362"/>
                    <a:gd name="connsiteY104" fmla="*/ 1474350 h 1635893"/>
                    <a:gd name="connsiteX105" fmla="*/ 1073344 w 1606362"/>
                    <a:gd name="connsiteY105" fmla="*/ 1300233 h 1635893"/>
                    <a:gd name="connsiteX106" fmla="*/ 973522 w 1606362"/>
                    <a:gd name="connsiteY106" fmla="*/ 1438155 h 1635893"/>
                    <a:gd name="connsiteX107" fmla="*/ 945201 w 1606362"/>
                    <a:gd name="connsiteY107" fmla="*/ 1487558 h 1635893"/>
                    <a:gd name="connsiteX108" fmla="*/ 974665 w 1606362"/>
                    <a:gd name="connsiteY108" fmla="*/ 1366781 h 1635893"/>
                    <a:gd name="connsiteX109" fmla="*/ 857063 w 1606362"/>
                    <a:gd name="connsiteY109" fmla="*/ 1181488 h 1635893"/>
                    <a:gd name="connsiteX0" fmla="*/ 1014924 w 1543880"/>
                    <a:gd name="connsiteY0" fmla="*/ 136948 h 1635803"/>
                    <a:gd name="connsiteX1" fmla="*/ 1288609 w 1543880"/>
                    <a:gd name="connsiteY1" fmla="*/ 42 h 1635803"/>
                    <a:gd name="connsiteX2" fmla="*/ 1100903 w 1543880"/>
                    <a:gd name="connsiteY2" fmla="*/ 724323 h 1635803"/>
                    <a:gd name="connsiteX3" fmla="*/ 1075122 w 1543880"/>
                    <a:gd name="connsiteY3" fmla="*/ 806746 h 1635803"/>
                    <a:gd name="connsiteX4" fmla="*/ 994858 w 1543880"/>
                    <a:gd name="connsiteY4" fmla="*/ 891074 h 1635803"/>
                    <a:gd name="connsiteX5" fmla="*/ 900370 w 1543880"/>
                    <a:gd name="connsiteY5" fmla="*/ 986070 h 1635803"/>
                    <a:gd name="connsiteX6" fmla="*/ 765623 w 1543880"/>
                    <a:gd name="connsiteY6" fmla="*/ 1048300 h 1635803"/>
                    <a:gd name="connsiteX7" fmla="*/ 993715 w 1543880"/>
                    <a:gd name="connsiteY7" fmla="*/ 1351449 h 1635803"/>
                    <a:gd name="connsiteX8" fmla="*/ 1109666 w 1543880"/>
                    <a:gd name="connsiteY8" fmla="*/ 1221528 h 1635803"/>
                    <a:gd name="connsiteX9" fmla="*/ 1283275 w 1543880"/>
                    <a:gd name="connsiteY9" fmla="*/ 1110911 h 1635803"/>
                    <a:gd name="connsiteX10" fmla="*/ 1372810 w 1543880"/>
                    <a:gd name="connsiteY10" fmla="*/ 1159044 h 1635803"/>
                    <a:gd name="connsiteX11" fmla="*/ 1290260 w 1543880"/>
                    <a:gd name="connsiteY11" fmla="*/ 1244261 h 1635803"/>
                    <a:gd name="connsiteX12" fmla="*/ 1514796 w 1543880"/>
                    <a:gd name="connsiteY12" fmla="*/ 1325541 h 1635803"/>
                    <a:gd name="connsiteX13" fmla="*/ 1460440 w 1543880"/>
                    <a:gd name="connsiteY13" fmla="*/ 1390565 h 1635803"/>
                    <a:gd name="connsiteX14" fmla="*/ 1460821 w 1543880"/>
                    <a:gd name="connsiteY14" fmla="*/ 1438698 h 1635803"/>
                    <a:gd name="connsiteX15" fmla="*/ 1403163 w 1543880"/>
                    <a:gd name="connsiteY15" fmla="*/ 1459907 h 1635803"/>
                    <a:gd name="connsiteX16" fmla="*/ 1396686 w 1543880"/>
                    <a:gd name="connsiteY16" fmla="*/ 1490260 h 1635803"/>
                    <a:gd name="connsiteX17" fmla="*/ 1222569 w 1543880"/>
                    <a:gd name="connsiteY17" fmla="*/ 1482132 h 1635803"/>
                    <a:gd name="connsiteX18" fmla="*/ 1041340 w 1543880"/>
                    <a:gd name="connsiteY18" fmla="*/ 1583351 h 1635803"/>
                    <a:gd name="connsiteX19" fmla="*/ 907228 w 1543880"/>
                    <a:gd name="connsiteY19" fmla="*/ 1570270 h 1635803"/>
                    <a:gd name="connsiteX20" fmla="*/ 909260 w 1543880"/>
                    <a:gd name="connsiteY20" fmla="*/ 1626150 h 1635803"/>
                    <a:gd name="connsiteX21" fmla="*/ 884622 w 1543880"/>
                    <a:gd name="connsiteY21" fmla="*/ 1624626 h 1635803"/>
                    <a:gd name="connsiteX22" fmla="*/ 878780 w 1543880"/>
                    <a:gd name="connsiteY22" fmla="*/ 1550204 h 1635803"/>
                    <a:gd name="connsiteX23" fmla="*/ 820106 w 1543880"/>
                    <a:gd name="connsiteY23" fmla="*/ 1144566 h 1635803"/>
                    <a:gd name="connsiteX24" fmla="*/ 747208 w 1543880"/>
                    <a:gd name="connsiteY24" fmla="*/ 1071795 h 1635803"/>
                    <a:gd name="connsiteX25" fmla="*/ 424882 w 1543880"/>
                    <a:gd name="connsiteY25" fmla="*/ 1070144 h 1635803"/>
                    <a:gd name="connsiteX26" fmla="*/ 337125 w 1543880"/>
                    <a:gd name="connsiteY26" fmla="*/ 1072303 h 1635803"/>
                    <a:gd name="connsiteX27" fmla="*/ 407610 w 1543880"/>
                    <a:gd name="connsiteY27" fmla="*/ 1284139 h 1635803"/>
                    <a:gd name="connsiteX28" fmla="*/ 322774 w 1543880"/>
                    <a:gd name="connsiteY28" fmla="*/ 1363260 h 1635803"/>
                    <a:gd name="connsiteX29" fmla="*/ 288357 w 1543880"/>
                    <a:gd name="connsiteY29" fmla="*/ 1588558 h 1635803"/>
                    <a:gd name="connsiteX30" fmla="*/ 283023 w 1543880"/>
                    <a:gd name="connsiteY30" fmla="*/ 1624626 h 1635803"/>
                    <a:gd name="connsiteX31" fmla="*/ 259020 w 1543880"/>
                    <a:gd name="connsiteY31" fmla="*/ 1629325 h 1635803"/>
                    <a:gd name="connsiteX32" fmla="*/ 323409 w 1543880"/>
                    <a:gd name="connsiteY32" fmla="*/ 1249976 h 1635803"/>
                    <a:gd name="connsiteX33" fmla="*/ 305629 w 1543880"/>
                    <a:gd name="connsiteY33" fmla="*/ 1166156 h 1635803"/>
                    <a:gd name="connsiteX34" fmla="*/ 229556 w 1543880"/>
                    <a:gd name="connsiteY34" fmla="*/ 1192318 h 1635803"/>
                    <a:gd name="connsiteX35" fmla="*/ 18228 w 1543880"/>
                    <a:gd name="connsiteY35" fmla="*/ 1623483 h 1635803"/>
                    <a:gd name="connsiteX36" fmla="*/ 2099 w 1543880"/>
                    <a:gd name="connsiteY36" fmla="*/ 1635802 h 1635803"/>
                    <a:gd name="connsiteX37" fmla="*/ 17212 w 1543880"/>
                    <a:gd name="connsiteY37" fmla="*/ 1539536 h 1635803"/>
                    <a:gd name="connsiteX38" fmla="*/ 107001 w 1543880"/>
                    <a:gd name="connsiteY38" fmla="*/ 1318556 h 1635803"/>
                    <a:gd name="connsiteX39" fmla="*/ 216983 w 1543880"/>
                    <a:gd name="connsiteY39" fmla="*/ 1168061 h 1635803"/>
                    <a:gd name="connsiteX40" fmla="*/ 304867 w 1543880"/>
                    <a:gd name="connsiteY40" fmla="*/ 1066461 h 1635803"/>
                    <a:gd name="connsiteX41" fmla="*/ 391481 w 1543880"/>
                    <a:gd name="connsiteY41" fmla="*/ 1032298 h 1635803"/>
                    <a:gd name="connsiteX42" fmla="*/ 252924 w 1543880"/>
                    <a:gd name="connsiteY42" fmla="*/ 952161 h 1635803"/>
                    <a:gd name="connsiteX43" fmla="*/ 138243 w 1543880"/>
                    <a:gd name="connsiteY43" fmla="*/ 836972 h 1635803"/>
                    <a:gd name="connsiteX44" fmla="*/ 83633 w 1543880"/>
                    <a:gd name="connsiteY44" fmla="*/ 754422 h 1635803"/>
                    <a:gd name="connsiteX45" fmla="*/ 139767 w 1543880"/>
                    <a:gd name="connsiteY45" fmla="*/ 520615 h 1635803"/>
                    <a:gd name="connsiteX46" fmla="*/ 413198 w 1543880"/>
                    <a:gd name="connsiteY46" fmla="*/ 274108 h 1635803"/>
                    <a:gd name="connsiteX47" fmla="*/ 730698 w 1543880"/>
                    <a:gd name="connsiteY47" fmla="*/ 270806 h 1635803"/>
                    <a:gd name="connsiteX48" fmla="*/ 944058 w 1543880"/>
                    <a:gd name="connsiteY48" fmla="*/ 396917 h 1635803"/>
                    <a:gd name="connsiteX49" fmla="*/ 1076900 w 1543880"/>
                    <a:gd name="connsiteY49" fmla="*/ 110786 h 1635803"/>
                    <a:gd name="connsiteX50" fmla="*/ 971617 w 1543880"/>
                    <a:gd name="connsiteY50" fmla="*/ 432858 h 1635803"/>
                    <a:gd name="connsiteX51" fmla="*/ 1070423 w 1543880"/>
                    <a:gd name="connsiteY51" fmla="*/ 587925 h 1635803"/>
                    <a:gd name="connsiteX52" fmla="*/ 1107507 w 1543880"/>
                    <a:gd name="connsiteY52" fmla="*/ 691938 h 1635803"/>
                    <a:gd name="connsiteX53" fmla="*/ 1543879 w 1543880"/>
                    <a:gd name="connsiteY53" fmla="*/ 155871 h 1635803"/>
                    <a:gd name="connsiteX54" fmla="*/ 1261939 w 1543880"/>
                    <a:gd name="connsiteY54" fmla="*/ 27220 h 1635803"/>
                    <a:gd name="connsiteX55" fmla="*/ 1076900 w 1543880"/>
                    <a:gd name="connsiteY55" fmla="*/ 110786 h 1635803"/>
                    <a:gd name="connsiteX56" fmla="*/ 175327 w 1543880"/>
                    <a:gd name="connsiteY56" fmla="*/ 504486 h 1635803"/>
                    <a:gd name="connsiteX57" fmla="*/ 227270 w 1543880"/>
                    <a:gd name="connsiteY57" fmla="*/ 521631 h 1635803"/>
                    <a:gd name="connsiteX58" fmla="*/ 284801 w 1543880"/>
                    <a:gd name="connsiteY58" fmla="*/ 676571 h 1635803"/>
                    <a:gd name="connsiteX59" fmla="*/ 256607 w 1543880"/>
                    <a:gd name="connsiteY59" fmla="*/ 816906 h 1635803"/>
                    <a:gd name="connsiteX60" fmla="*/ 204283 w 1543880"/>
                    <a:gd name="connsiteY60" fmla="*/ 863642 h 1635803"/>
                    <a:gd name="connsiteX61" fmla="*/ 615128 w 1543880"/>
                    <a:gd name="connsiteY61" fmla="*/ 1039918 h 1635803"/>
                    <a:gd name="connsiteX62" fmla="*/ 979491 w 1543880"/>
                    <a:gd name="connsiteY62" fmla="*/ 867579 h 1635803"/>
                    <a:gd name="connsiteX63" fmla="*/ 1018353 w 1543880"/>
                    <a:gd name="connsiteY63" fmla="*/ 573574 h 1635803"/>
                    <a:gd name="connsiteX64" fmla="*/ 672151 w 1543880"/>
                    <a:gd name="connsiteY64" fmla="*/ 284649 h 1635803"/>
                    <a:gd name="connsiteX65" fmla="*/ 175327 w 1543880"/>
                    <a:gd name="connsiteY65" fmla="*/ 504486 h 1635803"/>
                    <a:gd name="connsiteX66" fmla="*/ 159833 w 1543880"/>
                    <a:gd name="connsiteY66" fmla="*/ 539792 h 1635803"/>
                    <a:gd name="connsiteX67" fmla="*/ 104588 w 1543880"/>
                    <a:gd name="connsiteY67" fmla="*/ 728006 h 1635803"/>
                    <a:gd name="connsiteX68" fmla="*/ 197679 w 1543880"/>
                    <a:gd name="connsiteY68" fmla="*/ 834051 h 1635803"/>
                    <a:gd name="connsiteX69" fmla="*/ 250892 w 1543880"/>
                    <a:gd name="connsiteY69" fmla="*/ 752263 h 1635803"/>
                    <a:gd name="connsiteX70" fmla="*/ 234636 w 1543880"/>
                    <a:gd name="connsiteY70" fmla="*/ 576495 h 1635803"/>
                    <a:gd name="connsiteX71" fmla="*/ 159833 w 1543880"/>
                    <a:gd name="connsiteY71" fmla="*/ 539792 h 1635803"/>
                    <a:gd name="connsiteX72" fmla="*/ 1052135 w 1543880"/>
                    <a:gd name="connsiteY72" fmla="*/ 597958 h 1635803"/>
                    <a:gd name="connsiteX73" fmla="*/ 1041086 w 1543880"/>
                    <a:gd name="connsiteY73" fmla="*/ 807000 h 1635803"/>
                    <a:gd name="connsiteX74" fmla="*/ 1052135 w 1543880"/>
                    <a:gd name="connsiteY74" fmla="*/ 597958 h 1635803"/>
                    <a:gd name="connsiteX75" fmla="*/ 441011 w 1543880"/>
                    <a:gd name="connsiteY75" fmla="*/ 1044871 h 1635803"/>
                    <a:gd name="connsiteX76" fmla="*/ 658816 w 1543880"/>
                    <a:gd name="connsiteY76" fmla="*/ 1078526 h 1635803"/>
                    <a:gd name="connsiteX77" fmla="*/ 569154 w 1543880"/>
                    <a:gd name="connsiteY77" fmla="*/ 1062524 h 1635803"/>
                    <a:gd name="connsiteX78" fmla="*/ 441011 w 1543880"/>
                    <a:gd name="connsiteY78" fmla="*/ 1044871 h 1635803"/>
                    <a:gd name="connsiteX79" fmla="*/ 303597 w 1543880"/>
                    <a:gd name="connsiteY79" fmla="*/ 1095417 h 1635803"/>
                    <a:gd name="connsiteX80" fmla="*/ 288992 w 1543880"/>
                    <a:gd name="connsiteY80" fmla="*/ 1125008 h 1635803"/>
                    <a:gd name="connsiteX81" fmla="*/ 345380 w 1543880"/>
                    <a:gd name="connsiteY81" fmla="*/ 1175427 h 1635803"/>
                    <a:gd name="connsiteX82" fmla="*/ 332934 w 1543880"/>
                    <a:gd name="connsiteY82" fmla="*/ 1333288 h 1635803"/>
                    <a:gd name="connsiteX83" fmla="*/ 384369 w 1543880"/>
                    <a:gd name="connsiteY83" fmla="*/ 1261787 h 1635803"/>
                    <a:gd name="connsiteX84" fmla="*/ 303597 w 1543880"/>
                    <a:gd name="connsiteY84" fmla="*/ 1095417 h 1635803"/>
                    <a:gd name="connsiteX85" fmla="*/ 1154370 w 1543880"/>
                    <a:gd name="connsiteY85" fmla="*/ 1214543 h 1635803"/>
                    <a:gd name="connsiteX86" fmla="*/ 1130875 w 1543880"/>
                    <a:gd name="connsiteY86" fmla="*/ 1407583 h 1635803"/>
                    <a:gd name="connsiteX87" fmla="*/ 1261431 w 1543880"/>
                    <a:gd name="connsiteY87" fmla="*/ 1463209 h 1635803"/>
                    <a:gd name="connsiteX88" fmla="*/ 1374969 w 1543880"/>
                    <a:gd name="connsiteY88" fmla="*/ 1474639 h 1635803"/>
                    <a:gd name="connsiteX89" fmla="*/ 1357316 w 1543880"/>
                    <a:gd name="connsiteY89" fmla="*/ 1445937 h 1635803"/>
                    <a:gd name="connsiteX90" fmla="*/ 1258637 w 1543880"/>
                    <a:gd name="connsiteY90" fmla="*/ 1386374 h 1635803"/>
                    <a:gd name="connsiteX91" fmla="*/ 1445581 w 1543880"/>
                    <a:gd name="connsiteY91" fmla="*/ 1429681 h 1635803"/>
                    <a:gd name="connsiteX92" fmla="*/ 1403163 w 1543880"/>
                    <a:gd name="connsiteY92" fmla="*/ 1377103 h 1635803"/>
                    <a:gd name="connsiteX93" fmla="*/ 1296229 w 1543880"/>
                    <a:gd name="connsiteY93" fmla="*/ 1332145 h 1635803"/>
                    <a:gd name="connsiteX94" fmla="*/ 1489269 w 1543880"/>
                    <a:gd name="connsiteY94" fmla="*/ 1359831 h 1635803"/>
                    <a:gd name="connsiteX95" fmla="*/ 1491174 w 1543880"/>
                    <a:gd name="connsiteY95" fmla="*/ 1340019 h 1635803"/>
                    <a:gd name="connsiteX96" fmla="*/ 1235269 w 1543880"/>
                    <a:gd name="connsiteY96" fmla="*/ 1248071 h 1635803"/>
                    <a:gd name="connsiteX97" fmla="*/ 1341060 w 1543880"/>
                    <a:gd name="connsiteY97" fmla="*/ 1171617 h 1635803"/>
                    <a:gd name="connsiteX98" fmla="*/ 1301944 w 1543880"/>
                    <a:gd name="connsiteY98" fmla="*/ 1132628 h 1635803"/>
                    <a:gd name="connsiteX99" fmla="*/ 1154370 w 1543880"/>
                    <a:gd name="connsiteY99" fmla="*/ 1214543 h 1635803"/>
                    <a:gd name="connsiteX100" fmla="*/ 857063 w 1543880"/>
                    <a:gd name="connsiteY100" fmla="*/ 1181396 h 1635803"/>
                    <a:gd name="connsiteX101" fmla="*/ 878272 w 1543880"/>
                    <a:gd name="connsiteY101" fmla="*/ 1300776 h 1635803"/>
                    <a:gd name="connsiteX102" fmla="*/ 905704 w 1543880"/>
                    <a:gd name="connsiteY102" fmla="*/ 1540679 h 1635803"/>
                    <a:gd name="connsiteX103" fmla="*/ 1188660 w 1543880"/>
                    <a:gd name="connsiteY103" fmla="*/ 1474258 h 1635803"/>
                    <a:gd name="connsiteX104" fmla="*/ 1073344 w 1543880"/>
                    <a:gd name="connsiteY104" fmla="*/ 1300141 h 1635803"/>
                    <a:gd name="connsiteX105" fmla="*/ 973522 w 1543880"/>
                    <a:gd name="connsiteY105" fmla="*/ 1438063 h 1635803"/>
                    <a:gd name="connsiteX106" fmla="*/ 945201 w 1543880"/>
                    <a:gd name="connsiteY106" fmla="*/ 1487466 h 1635803"/>
                    <a:gd name="connsiteX107" fmla="*/ 974665 w 1543880"/>
                    <a:gd name="connsiteY107" fmla="*/ 1366689 h 1635803"/>
                    <a:gd name="connsiteX108" fmla="*/ 857063 w 1543880"/>
                    <a:gd name="connsiteY108" fmla="*/ 1181396 h 1635803"/>
                    <a:gd name="connsiteX0" fmla="*/ 1014924 w 1522114"/>
                    <a:gd name="connsiteY0" fmla="*/ 143988 h 1642841"/>
                    <a:gd name="connsiteX1" fmla="*/ 1288609 w 1522114"/>
                    <a:gd name="connsiteY1" fmla="*/ 7082 h 1642841"/>
                    <a:gd name="connsiteX2" fmla="*/ 1100903 w 1522114"/>
                    <a:gd name="connsiteY2" fmla="*/ 731363 h 1642841"/>
                    <a:gd name="connsiteX3" fmla="*/ 1075122 w 1522114"/>
                    <a:gd name="connsiteY3" fmla="*/ 813786 h 1642841"/>
                    <a:gd name="connsiteX4" fmla="*/ 994858 w 1522114"/>
                    <a:gd name="connsiteY4" fmla="*/ 898114 h 1642841"/>
                    <a:gd name="connsiteX5" fmla="*/ 900370 w 1522114"/>
                    <a:gd name="connsiteY5" fmla="*/ 993110 h 1642841"/>
                    <a:gd name="connsiteX6" fmla="*/ 765623 w 1522114"/>
                    <a:gd name="connsiteY6" fmla="*/ 1055340 h 1642841"/>
                    <a:gd name="connsiteX7" fmla="*/ 993715 w 1522114"/>
                    <a:gd name="connsiteY7" fmla="*/ 1358489 h 1642841"/>
                    <a:gd name="connsiteX8" fmla="*/ 1109666 w 1522114"/>
                    <a:gd name="connsiteY8" fmla="*/ 1228568 h 1642841"/>
                    <a:gd name="connsiteX9" fmla="*/ 1283275 w 1522114"/>
                    <a:gd name="connsiteY9" fmla="*/ 1117951 h 1642841"/>
                    <a:gd name="connsiteX10" fmla="*/ 1372810 w 1522114"/>
                    <a:gd name="connsiteY10" fmla="*/ 1166084 h 1642841"/>
                    <a:gd name="connsiteX11" fmla="*/ 1290260 w 1522114"/>
                    <a:gd name="connsiteY11" fmla="*/ 1251301 h 1642841"/>
                    <a:gd name="connsiteX12" fmla="*/ 1514796 w 1522114"/>
                    <a:gd name="connsiteY12" fmla="*/ 1332581 h 1642841"/>
                    <a:gd name="connsiteX13" fmla="*/ 1460440 w 1522114"/>
                    <a:gd name="connsiteY13" fmla="*/ 1397605 h 1642841"/>
                    <a:gd name="connsiteX14" fmla="*/ 1460821 w 1522114"/>
                    <a:gd name="connsiteY14" fmla="*/ 1445738 h 1642841"/>
                    <a:gd name="connsiteX15" fmla="*/ 1403163 w 1522114"/>
                    <a:gd name="connsiteY15" fmla="*/ 1466947 h 1642841"/>
                    <a:gd name="connsiteX16" fmla="*/ 1396686 w 1522114"/>
                    <a:gd name="connsiteY16" fmla="*/ 1497300 h 1642841"/>
                    <a:gd name="connsiteX17" fmla="*/ 1222569 w 1522114"/>
                    <a:gd name="connsiteY17" fmla="*/ 1489172 h 1642841"/>
                    <a:gd name="connsiteX18" fmla="*/ 1041340 w 1522114"/>
                    <a:gd name="connsiteY18" fmla="*/ 1590391 h 1642841"/>
                    <a:gd name="connsiteX19" fmla="*/ 907228 w 1522114"/>
                    <a:gd name="connsiteY19" fmla="*/ 1577310 h 1642841"/>
                    <a:gd name="connsiteX20" fmla="*/ 909260 w 1522114"/>
                    <a:gd name="connsiteY20" fmla="*/ 1633190 h 1642841"/>
                    <a:gd name="connsiteX21" fmla="*/ 884622 w 1522114"/>
                    <a:gd name="connsiteY21" fmla="*/ 1631666 h 1642841"/>
                    <a:gd name="connsiteX22" fmla="*/ 878780 w 1522114"/>
                    <a:gd name="connsiteY22" fmla="*/ 1557244 h 1642841"/>
                    <a:gd name="connsiteX23" fmla="*/ 820106 w 1522114"/>
                    <a:gd name="connsiteY23" fmla="*/ 1151606 h 1642841"/>
                    <a:gd name="connsiteX24" fmla="*/ 747208 w 1522114"/>
                    <a:gd name="connsiteY24" fmla="*/ 1078835 h 1642841"/>
                    <a:gd name="connsiteX25" fmla="*/ 424882 w 1522114"/>
                    <a:gd name="connsiteY25" fmla="*/ 1077184 h 1642841"/>
                    <a:gd name="connsiteX26" fmla="*/ 337125 w 1522114"/>
                    <a:gd name="connsiteY26" fmla="*/ 1079343 h 1642841"/>
                    <a:gd name="connsiteX27" fmla="*/ 407610 w 1522114"/>
                    <a:gd name="connsiteY27" fmla="*/ 1291179 h 1642841"/>
                    <a:gd name="connsiteX28" fmla="*/ 322774 w 1522114"/>
                    <a:gd name="connsiteY28" fmla="*/ 1370300 h 1642841"/>
                    <a:gd name="connsiteX29" fmla="*/ 288357 w 1522114"/>
                    <a:gd name="connsiteY29" fmla="*/ 1595598 h 1642841"/>
                    <a:gd name="connsiteX30" fmla="*/ 283023 w 1522114"/>
                    <a:gd name="connsiteY30" fmla="*/ 1631666 h 1642841"/>
                    <a:gd name="connsiteX31" fmla="*/ 259020 w 1522114"/>
                    <a:gd name="connsiteY31" fmla="*/ 1636365 h 1642841"/>
                    <a:gd name="connsiteX32" fmla="*/ 323409 w 1522114"/>
                    <a:gd name="connsiteY32" fmla="*/ 1257016 h 1642841"/>
                    <a:gd name="connsiteX33" fmla="*/ 305629 w 1522114"/>
                    <a:gd name="connsiteY33" fmla="*/ 1173196 h 1642841"/>
                    <a:gd name="connsiteX34" fmla="*/ 229556 w 1522114"/>
                    <a:gd name="connsiteY34" fmla="*/ 1199358 h 1642841"/>
                    <a:gd name="connsiteX35" fmla="*/ 18228 w 1522114"/>
                    <a:gd name="connsiteY35" fmla="*/ 1630523 h 1642841"/>
                    <a:gd name="connsiteX36" fmla="*/ 2099 w 1522114"/>
                    <a:gd name="connsiteY36" fmla="*/ 1642842 h 1642841"/>
                    <a:gd name="connsiteX37" fmla="*/ 17212 w 1522114"/>
                    <a:gd name="connsiteY37" fmla="*/ 1546576 h 1642841"/>
                    <a:gd name="connsiteX38" fmla="*/ 107001 w 1522114"/>
                    <a:gd name="connsiteY38" fmla="*/ 1325596 h 1642841"/>
                    <a:gd name="connsiteX39" fmla="*/ 216983 w 1522114"/>
                    <a:gd name="connsiteY39" fmla="*/ 1175101 h 1642841"/>
                    <a:gd name="connsiteX40" fmla="*/ 304867 w 1522114"/>
                    <a:gd name="connsiteY40" fmla="*/ 1073501 h 1642841"/>
                    <a:gd name="connsiteX41" fmla="*/ 391481 w 1522114"/>
                    <a:gd name="connsiteY41" fmla="*/ 1039338 h 1642841"/>
                    <a:gd name="connsiteX42" fmla="*/ 252924 w 1522114"/>
                    <a:gd name="connsiteY42" fmla="*/ 959201 h 1642841"/>
                    <a:gd name="connsiteX43" fmla="*/ 138243 w 1522114"/>
                    <a:gd name="connsiteY43" fmla="*/ 844012 h 1642841"/>
                    <a:gd name="connsiteX44" fmla="*/ 83633 w 1522114"/>
                    <a:gd name="connsiteY44" fmla="*/ 761462 h 1642841"/>
                    <a:gd name="connsiteX45" fmla="*/ 139767 w 1522114"/>
                    <a:gd name="connsiteY45" fmla="*/ 527655 h 1642841"/>
                    <a:gd name="connsiteX46" fmla="*/ 413198 w 1522114"/>
                    <a:gd name="connsiteY46" fmla="*/ 281148 h 1642841"/>
                    <a:gd name="connsiteX47" fmla="*/ 730698 w 1522114"/>
                    <a:gd name="connsiteY47" fmla="*/ 277846 h 1642841"/>
                    <a:gd name="connsiteX48" fmla="*/ 944058 w 1522114"/>
                    <a:gd name="connsiteY48" fmla="*/ 403957 h 1642841"/>
                    <a:gd name="connsiteX49" fmla="*/ 1076900 w 1522114"/>
                    <a:gd name="connsiteY49" fmla="*/ 117826 h 1642841"/>
                    <a:gd name="connsiteX50" fmla="*/ 971617 w 1522114"/>
                    <a:gd name="connsiteY50" fmla="*/ 439898 h 1642841"/>
                    <a:gd name="connsiteX51" fmla="*/ 1070423 w 1522114"/>
                    <a:gd name="connsiteY51" fmla="*/ 594965 h 1642841"/>
                    <a:gd name="connsiteX52" fmla="*/ 1107507 w 1522114"/>
                    <a:gd name="connsiteY52" fmla="*/ 698978 h 1642841"/>
                    <a:gd name="connsiteX53" fmla="*/ 1261939 w 1522114"/>
                    <a:gd name="connsiteY53" fmla="*/ 34260 h 1642841"/>
                    <a:gd name="connsiteX54" fmla="*/ 1076900 w 1522114"/>
                    <a:gd name="connsiteY54" fmla="*/ 117826 h 1642841"/>
                    <a:gd name="connsiteX55" fmla="*/ 175327 w 1522114"/>
                    <a:gd name="connsiteY55" fmla="*/ 511526 h 1642841"/>
                    <a:gd name="connsiteX56" fmla="*/ 227270 w 1522114"/>
                    <a:gd name="connsiteY56" fmla="*/ 528671 h 1642841"/>
                    <a:gd name="connsiteX57" fmla="*/ 284801 w 1522114"/>
                    <a:gd name="connsiteY57" fmla="*/ 683611 h 1642841"/>
                    <a:gd name="connsiteX58" fmla="*/ 256607 w 1522114"/>
                    <a:gd name="connsiteY58" fmla="*/ 823946 h 1642841"/>
                    <a:gd name="connsiteX59" fmla="*/ 204283 w 1522114"/>
                    <a:gd name="connsiteY59" fmla="*/ 870682 h 1642841"/>
                    <a:gd name="connsiteX60" fmla="*/ 615128 w 1522114"/>
                    <a:gd name="connsiteY60" fmla="*/ 1046958 h 1642841"/>
                    <a:gd name="connsiteX61" fmla="*/ 979491 w 1522114"/>
                    <a:gd name="connsiteY61" fmla="*/ 874619 h 1642841"/>
                    <a:gd name="connsiteX62" fmla="*/ 1018353 w 1522114"/>
                    <a:gd name="connsiteY62" fmla="*/ 580614 h 1642841"/>
                    <a:gd name="connsiteX63" fmla="*/ 672151 w 1522114"/>
                    <a:gd name="connsiteY63" fmla="*/ 291689 h 1642841"/>
                    <a:gd name="connsiteX64" fmla="*/ 175327 w 1522114"/>
                    <a:gd name="connsiteY64" fmla="*/ 511526 h 1642841"/>
                    <a:gd name="connsiteX65" fmla="*/ 159833 w 1522114"/>
                    <a:gd name="connsiteY65" fmla="*/ 546832 h 1642841"/>
                    <a:gd name="connsiteX66" fmla="*/ 104588 w 1522114"/>
                    <a:gd name="connsiteY66" fmla="*/ 735046 h 1642841"/>
                    <a:gd name="connsiteX67" fmla="*/ 197679 w 1522114"/>
                    <a:gd name="connsiteY67" fmla="*/ 841091 h 1642841"/>
                    <a:gd name="connsiteX68" fmla="*/ 250892 w 1522114"/>
                    <a:gd name="connsiteY68" fmla="*/ 759303 h 1642841"/>
                    <a:gd name="connsiteX69" fmla="*/ 234636 w 1522114"/>
                    <a:gd name="connsiteY69" fmla="*/ 583535 h 1642841"/>
                    <a:gd name="connsiteX70" fmla="*/ 159833 w 1522114"/>
                    <a:gd name="connsiteY70" fmla="*/ 546832 h 1642841"/>
                    <a:gd name="connsiteX71" fmla="*/ 1052135 w 1522114"/>
                    <a:gd name="connsiteY71" fmla="*/ 604998 h 1642841"/>
                    <a:gd name="connsiteX72" fmla="*/ 1041086 w 1522114"/>
                    <a:gd name="connsiteY72" fmla="*/ 814040 h 1642841"/>
                    <a:gd name="connsiteX73" fmla="*/ 1052135 w 1522114"/>
                    <a:gd name="connsiteY73" fmla="*/ 604998 h 1642841"/>
                    <a:gd name="connsiteX74" fmla="*/ 441011 w 1522114"/>
                    <a:gd name="connsiteY74" fmla="*/ 1051911 h 1642841"/>
                    <a:gd name="connsiteX75" fmla="*/ 658816 w 1522114"/>
                    <a:gd name="connsiteY75" fmla="*/ 1085566 h 1642841"/>
                    <a:gd name="connsiteX76" fmla="*/ 569154 w 1522114"/>
                    <a:gd name="connsiteY76" fmla="*/ 1069564 h 1642841"/>
                    <a:gd name="connsiteX77" fmla="*/ 441011 w 1522114"/>
                    <a:gd name="connsiteY77" fmla="*/ 1051911 h 1642841"/>
                    <a:gd name="connsiteX78" fmla="*/ 303597 w 1522114"/>
                    <a:gd name="connsiteY78" fmla="*/ 1102457 h 1642841"/>
                    <a:gd name="connsiteX79" fmla="*/ 288992 w 1522114"/>
                    <a:gd name="connsiteY79" fmla="*/ 1132048 h 1642841"/>
                    <a:gd name="connsiteX80" fmla="*/ 345380 w 1522114"/>
                    <a:gd name="connsiteY80" fmla="*/ 1182467 h 1642841"/>
                    <a:gd name="connsiteX81" fmla="*/ 332934 w 1522114"/>
                    <a:gd name="connsiteY81" fmla="*/ 1340328 h 1642841"/>
                    <a:gd name="connsiteX82" fmla="*/ 384369 w 1522114"/>
                    <a:gd name="connsiteY82" fmla="*/ 1268827 h 1642841"/>
                    <a:gd name="connsiteX83" fmla="*/ 303597 w 1522114"/>
                    <a:gd name="connsiteY83" fmla="*/ 1102457 h 1642841"/>
                    <a:gd name="connsiteX84" fmla="*/ 1154370 w 1522114"/>
                    <a:gd name="connsiteY84" fmla="*/ 1221583 h 1642841"/>
                    <a:gd name="connsiteX85" fmla="*/ 1130875 w 1522114"/>
                    <a:gd name="connsiteY85" fmla="*/ 1414623 h 1642841"/>
                    <a:gd name="connsiteX86" fmla="*/ 1261431 w 1522114"/>
                    <a:gd name="connsiteY86" fmla="*/ 1470249 h 1642841"/>
                    <a:gd name="connsiteX87" fmla="*/ 1374969 w 1522114"/>
                    <a:gd name="connsiteY87" fmla="*/ 1481679 h 1642841"/>
                    <a:gd name="connsiteX88" fmla="*/ 1357316 w 1522114"/>
                    <a:gd name="connsiteY88" fmla="*/ 1452977 h 1642841"/>
                    <a:gd name="connsiteX89" fmla="*/ 1258637 w 1522114"/>
                    <a:gd name="connsiteY89" fmla="*/ 1393414 h 1642841"/>
                    <a:gd name="connsiteX90" fmla="*/ 1445581 w 1522114"/>
                    <a:gd name="connsiteY90" fmla="*/ 1436721 h 1642841"/>
                    <a:gd name="connsiteX91" fmla="*/ 1403163 w 1522114"/>
                    <a:gd name="connsiteY91" fmla="*/ 1384143 h 1642841"/>
                    <a:gd name="connsiteX92" fmla="*/ 1296229 w 1522114"/>
                    <a:gd name="connsiteY92" fmla="*/ 1339185 h 1642841"/>
                    <a:gd name="connsiteX93" fmla="*/ 1489269 w 1522114"/>
                    <a:gd name="connsiteY93" fmla="*/ 1366871 h 1642841"/>
                    <a:gd name="connsiteX94" fmla="*/ 1491174 w 1522114"/>
                    <a:gd name="connsiteY94" fmla="*/ 1347059 h 1642841"/>
                    <a:gd name="connsiteX95" fmla="*/ 1235269 w 1522114"/>
                    <a:gd name="connsiteY95" fmla="*/ 1255111 h 1642841"/>
                    <a:gd name="connsiteX96" fmla="*/ 1341060 w 1522114"/>
                    <a:gd name="connsiteY96" fmla="*/ 1178657 h 1642841"/>
                    <a:gd name="connsiteX97" fmla="*/ 1301944 w 1522114"/>
                    <a:gd name="connsiteY97" fmla="*/ 1139668 h 1642841"/>
                    <a:gd name="connsiteX98" fmla="*/ 1154370 w 1522114"/>
                    <a:gd name="connsiteY98" fmla="*/ 1221583 h 1642841"/>
                    <a:gd name="connsiteX99" fmla="*/ 857063 w 1522114"/>
                    <a:gd name="connsiteY99" fmla="*/ 1188436 h 1642841"/>
                    <a:gd name="connsiteX100" fmla="*/ 878272 w 1522114"/>
                    <a:gd name="connsiteY100" fmla="*/ 1307816 h 1642841"/>
                    <a:gd name="connsiteX101" fmla="*/ 905704 w 1522114"/>
                    <a:gd name="connsiteY101" fmla="*/ 1547719 h 1642841"/>
                    <a:gd name="connsiteX102" fmla="*/ 1188660 w 1522114"/>
                    <a:gd name="connsiteY102" fmla="*/ 1481298 h 1642841"/>
                    <a:gd name="connsiteX103" fmla="*/ 1073344 w 1522114"/>
                    <a:gd name="connsiteY103" fmla="*/ 1307181 h 1642841"/>
                    <a:gd name="connsiteX104" fmla="*/ 973522 w 1522114"/>
                    <a:gd name="connsiteY104" fmla="*/ 1445103 h 1642841"/>
                    <a:gd name="connsiteX105" fmla="*/ 945201 w 1522114"/>
                    <a:gd name="connsiteY105" fmla="*/ 1494506 h 1642841"/>
                    <a:gd name="connsiteX106" fmla="*/ 974665 w 1522114"/>
                    <a:gd name="connsiteY106" fmla="*/ 1373729 h 1642841"/>
                    <a:gd name="connsiteX107" fmla="*/ 857063 w 1522114"/>
                    <a:gd name="connsiteY107" fmla="*/ 1188436 h 1642841"/>
                    <a:gd name="connsiteX0" fmla="*/ 1014924 w 1522114"/>
                    <a:gd name="connsiteY0" fmla="*/ 136948 h 1635803"/>
                    <a:gd name="connsiteX1" fmla="*/ 1288609 w 1522114"/>
                    <a:gd name="connsiteY1" fmla="*/ 42 h 1635803"/>
                    <a:gd name="connsiteX2" fmla="*/ 1100903 w 1522114"/>
                    <a:gd name="connsiteY2" fmla="*/ 724323 h 1635803"/>
                    <a:gd name="connsiteX3" fmla="*/ 1075122 w 1522114"/>
                    <a:gd name="connsiteY3" fmla="*/ 806746 h 1635803"/>
                    <a:gd name="connsiteX4" fmla="*/ 994858 w 1522114"/>
                    <a:gd name="connsiteY4" fmla="*/ 891074 h 1635803"/>
                    <a:gd name="connsiteX5" fmla="*/ 900370 w 1522114"/>
                    <a:gd name="connsiteY5" fmla="*/ 986070 h 1635803"/>
                    <a:gd name="connsiteX6" fmla="*/ 765623 w 1522114"/>
                    <a:gd name="connsiteY6" fmla="*/ 1048300 h 1635803"/>
                    <a:gd name="connsiteX7" fmla="*/ 993715 w 1522114"/>
                    <a:gd name="connsiteY7" fmla="*/ 1351449 h 1635803"/>
                    <a:gd name="connsiteX8" fmla="*/ 1109666 w 1522114"/>
                    <a:gd name="connsiteY8" fmla="*/ 1221528 h 1635803"/>
                    <a:gd name="connsiteX9" fmla="*/ 1283275 w 1522114"/>
                    <a:gd name="connsiteY9" fmla="*/ 1110911 h 1635803"/>
                    <a:gd name="connsiteX10" fmla="*/ 1372810 w 1522114"/>
                    <a:gd name="connsiteY10" fmla="*/ 1159044 h 1635803"/>
                    <a:gd name="connsiteX11" fmla="*/ 1290260 w 1522114"/>
                    <a:gd name="connsiteY11" fmla="*/ 1244261 h 1635803"/>
                    <a:gd name="connsiteX12" fmla="*/ 1514796 w 1522114"/>
                    <a:gd name="connsiteY12" fmla="*/ 1325541 h 1635803"/>
                    <a:gd name="connsiteX13" fmla="*/ 1460440 w 1522114"/>
                    <a:gd name="connsiteY13" fmla="*/ 1390565 h 1635803"/>
                    <a:gd name="connsiteX14" fmla="*/ 1460821 w 1522114"/>
                    <a:gd name="connsiteY14" fmla="*/ 1438698 h 1635803"/>
                    <a:gd name="connsiteX15" fmla="*/ 1403163 w 1522114"/>
                    <a:gd name="connsiteY15" fmla="*/ 1459907 h 1635803"/>
                    <a:gd name="connsiteX16" fmla="*/ 1396686 w 1522114"/>
                    <a:gd name="connsiteY16" fmla="*/ 1490260 h 1635803"/>
                    <a:gd name="connsiteX17" fmla="*/ 1222569 w 1522114"/>
                    <a:gd name="connsiteY17" fmla="*/ 1482132 h 1635803"/>
                    <a:gd name="connsiteX18" fmla="*/ 1041340 w 1522114"/>
                    <a:gd name="connsiteY18" fmla="*/ 1583351 h 1635803"/>
                    <a:gd name="connsiteX19" fmla="*/ 907228 w 1522114"/>
                    <a:gd name="connsiteY19" fmla="*/ 1570270 h 1635803"/>
                    <a:gd name="connsiteX20" fmla="*/ 909260 w 1522114"/>
                    <a:gd name="connsiteY20" fmla="*/ 1626150 h 1635803"/>
                    <a:gd name="connsiteX21" fmla="*/ 884622 w 1522114"/>
                    <a:gd name="connsiteY21" fmla="*/ 1624626 h 1635803"/>
                    <a:gd name="connsiteX22" fmla="*/ 878780 w 1522114"/>
                    <a:gd name="connsiteY22" fmla="*/ 1550204 h 1635803"/>
                    <a:gd name="connsiteX23" fmla="*/ 820106 w 1522114"/>
                    <a:gd name="connsiteY23" fmla="*/ 1144566 h 1635803"/>
                    <a:gd name="connsiteX24" fmla="*/ 747208 w 1522114"/>
                    <a:gd name="connsiteY24" fmla="*/ 1071795 h 1635803"/>
                    <a:gd name="connsiteX25" fmla="*/ 424882 w 1522114"/>
                    <a:gd name="connsiteY25" fmla="*/ 1070144 h 1635803"/>
                    <a:gd name="connsiteX26" fmla="*/ 337125 w 1522114"/>
                    <a:gd name="connsiteY26" fmla="*/ 1072303 h 1635803"/>
                    <a:gd name="connsiteX27" fmla="*/ 407610 w 1522114"/>
                    <a:gd name="connsiteY27" fmla="*/ 1284139 h 1635803"/>
                    <a:gd name="connsiteX28" fmla="*/ 322774 w 1522114"/>
                    <a:gd name="connsiteY28" fmla="*/ 1363260 h 1635803"/>
                    <a:gd name="connsiteX29" fmla="*/ 288357 w 1522114"/>
                    <a:gd name="connsiteY29" fmla="*/ 1588558 h 1635803"/>
                    <a:gd name="connsiteX30" fmla="*/ 283023 w 1522114"/>
                    <a:gd name="connsiteY30" fmla="*/ 1624626 h 1635803"/>
                    <a:gd name="connsiteX31" fmla="*/ 259020 w 1522114"/>
                    <a:gd name="connsiteY31" fmla="*/ 1629325 h 1635803"/>
                    <a:gd name="connsiteX32" fmla="*/ 323409 w 1522114"/>
                    <a:gd name="connsiteY32" fmla="*/ 1249976 h 1635803"/>
                    <a:gd name="connsiteX33" fmla="*/ 305629 w 1522114"/>
                    <a:gd name="connsiteY33" fmla="*/ 1166156 h 1635803"/>
                    <a:gd name="connsiteX34" fmla="*/ 229556 w 1522114"/>
                    <a:gd name="connsiteY34" fmla="*/ 1192318 h 1635803"/>
                    <a:gd name="connsiteX35" fmla="*/ 18228 w 1522114"/>
                    <a:gd name="connsiteY35" fmla="*/ 1623483 h 1635803"/>
                    <a:gd name="connsiteX36" fmla="*/ 2099 w 1522114"/>
                    <a:gd name="connsiteY36" fmla="*/ 1635802 h 1635803"/>
                    <a:gd name="connsiteX37" fmla="*/ 17212 w 1522114"/>
                    <a:gd name="connsiteY37" fmla="*/ 1539536 h 1635803"/>
                    <a:gd name="connsiteX38" fmla="*/ 107001 w 1522114"/>
                    <a:gd name="connsiteY38" fmla="*/ 1318556 h 1635803"/>
                    <a:gd name="connsiteX39" fmla="*/ 216983 w 1522114"/>
                    <a:gd name="connsiteY39" fmla="*/ 1168061 h 1635803"/>
                    <a:gd name="connsiteX40" fmla="*/ 304867 w 1522114"/>
                    <a:gd name="connsiteY40" fmla="*/ 1066461 h 1635803"/>
                    <a:gd name="connsiteX41" fmla="*/ 391481 w 1522114"/>
                    <a:gd name="connsiteY41" fmla="*/ 1032298 h 1635803"/>
                    <a:gd name="connsiteX42" fmla="*/ 252924 w 1522114"/>
                    <a:gd name="connsiteY42" fmla="*/ 952161 h 1635803"/>
                    <a:gd name="connsiteX43" fmla="*/ 138243 w 1522114"/>
                    <a:gd name="connsiteY43" fmla="*/ 836972 h 1635803"/>
                    <a:gd name="connsiteX44" fmla="*/ 83633 w 1522114"/>
                    <a:gd name="connsiteY44" fmla="*/ 754422 h 1635803"/>
                    <a:gd name="connsiteX45" fmla="*/ 139767 w 1522114"/>
                    <a:gd name="connsiteY45" fmla="*/ 520615 h 1635803"/>
                    <a:gd name="connsiteX46" fmla="*/ 413198 w 1522114"/>
                    <a:gd name="connsiteY46" fmla="*/ 274108 h 1635803"/>
                    <a:gd name="connsiteX47" fmla="*/ 730698 w 1522114"/>
                    <a:gd name="connsiteY47" fmla="*/ 270806 h 1635803"/>
                    <a:gd name="connsiteX48" fmla="*/ 944058 w 1522114"/>
                    <a:gd name="connsiteY48" fmla="*/ 396917 h 1635803"/>
                    <a:gd name="connsiteX49" fmla="*/ 1076900 w 1522114"/>
                    <a:gd name="connsiteY49" fmla="*/ 110786 h 1635803"/>
                    <a:gd name="connsiteX50" fmla="*/ 971617 w 1522114"/>
                    <a:gd name="connsiteY50" fmla="*/ 432858 h 1635803"/>
                    <a:gd name="connsiteX51" fmla="*/ 1070423 w 1522114"/>
                    <a:gd name="connsiteY51" fmla="*/ 587925 h 1635803"/>
                    <a:gd name="connsiteX52" fmla="*/ 1107507 w 1522114"/>
                    <a:gd name="connsiteY52" fmla="*/ 691938 h 1635803"/>
                    <a:gd name="connsiteX53" fmla="*/ 1076900 w 1522114"/>
                    <a:gd name="connsiteY53" fmla="*/ 110786 h 1635803"/>
                    <a:gd name="connsiteX54" fmla="*/ 175327 w 1522114"/>
                    <a:gd name="connsiteY54" fmla="*/ 504486 h 1635803"/>
                    <a:gd name="connsiteX55" fmla="*/ 227270 w 1522114"/>
                    <a:gd name="connsiteY55" fmla="*/ 521631 h 1635803"/>
                    <a:gd name="connsiteX56" fmla="*/ 284801 w 1522114"/>
                    <a:gd name="connsiteY56" fmla="*/ 676571 h 1635803"/>
                    <a:gd name="connsiteX57" fmla="*/ 256607 w 1522114"/>
                    <a:gd name="connsiteY57" fmla="*/ 816906 h 1635803"/>
                    <a:gd name="connsiteX58" fmla="*/ 204283 w 1522114"/>
                    <a:gd name="connsiteY58" fmla="*/ 863642 h 1635803"/>
                    <a:gd name="connsiteX59" fmla="*/ 615128 w 1522114"/>
                    <a:gd name="connsiteY59" fmla="*/ 1039918 h 1635803"/>
                    <a:gd name="connsiteX60" fmla="*/ 979491 w 1522114"/>
                    <a:gd name="connsiteY60" fmla="*/ 867579 h 1635803"/>
                    <a:gd name="connsiteX61" fmla="*/ 1018353 w 1522114"/>
                    <a:gd name="connsiteY61" fmla="*/ 573574 h 1635803"/>
                    <a:gd name="connsiteX62" fmla="*/ 672151 w 1522114"/>
                    <a:gd name="connsiteY62" fmla="*/ 284649 h 1635803"/>
                    <a:gd name="connsiteX63" fmla="*/ 175327 w 1522114"/>
                    <a:gd name="connsiteY63" fmla="*/ 504486 h 1635803"/>
                    <a:gd name="connsiteX64" fmla="*/ 159833 w 1522114"/>
                    <a:gd name="connsiteY64" fmla="*/ 539792 h 1635803"/>
                    <a:gd name="connsiteX65" fmla="*/ 104588 w 1522114"/>
                    <a:gd name="connsiteY65" fmla="*/ 728006 h 1635803"/>
                    <a:gd name="connsiteX66" fmla="*/ 197679 w 1522114"/>
                    <a:gd name="connsiteY66" fmla="*/ 834051 h 1635803"/>
                    <a:gd name="connsiteX67" fmla="*/ 250892 w 1522114"/>
                    <a:gd name="connsiteY67" fmla="*/ 752263 h 1635803"/>
                    <a:gd name="connsiteX68" fmla="*/ 234636 w 1522114"/>
                    <a:gd name="connsiteY68" fmla="*/ 576495 h 1635803"/>
                    <a:gd name="connsiteX69" fmla="*/ 159833 w 1522114"/>
                    <a:gd name="connsiteY69" fmla="*/ 539792 h 1635803"/>
                    <a:gd name="connsiteX70" fmla="*/ 1052135 w 1522114"/>
                    <a:gd name="connsiteY70" fmla="*/ 597958 h 1635803"/>
                    <a:gd name="connsiteX71" fmla="*/ 1041086 w 1522114"/>
                    <a:gd name="connsiteY71" fmla="*/ 807000 h 1635803"/>
                    <a:gd name="connsiteX72" fmla="*/ 1052135 w 1522114"/>
                    <a:gd name="connsiteY72" fmla="*/ 597958 h 1635803"/>
                    <a:gd name="connsiteX73" fmla="*/ 441011 w 1522114"/>
                    <a:gd name="connsiteY73" fmla="*/ 1044871 h 1635803"/>
                    <a:gd name="connsiteX74" fmla="*/ 658816 w 1522114"/>
                    <a:gd name="connsiteY74" fmla="*/ 1078526 h 1635803"/>
                    <a:gd name="connsiteX75" fmla="*/ 569154 w 1522114"/>
                    <a:gd name="connsiteY75" fmla="*/ 1062524 h 1635803"/>
                    <a:gd name="connsiteX76" fmla="*/ 441011 w 1522114"/>
                    <a:gd name="connsiteY76" fmla="*/ 1044871 h 1635803"/>
                    <a:gd name="connsiteX77" fmla="*/ 303597 w 1522114"/>
                    <a:gd name="connsiteY77" fmla="*/ 1095417 h 1635803"/>
                    <a:gd name="connsiteX78" fmla="*/ 288992 w 1522114"/>
                    <a:gd name="connsiteY78" fmla="*/ 1125008 h 1635803"/>
                    <a:gd name="connsiteX79" fmla="*/ 345380 w 1522114"/>
                    <a:gd name="connsiteY79" fmla="*/ 1175427 h 1635803"/>
                    <a:gd name="connsiteX80" fmla="*/ 332934 w 1522114"/>
                    <a:gd name="connsiteY80" fmla="*/ 1333288 h 1635803"/>
                    <a:gd name="connsiteX81" fmla="*/ 384369 w 1522114"/>
                    <a:gd name="connsiteY81" fmla="*/ 1261787 h 1635803"/>
                    <a:gd name="connsiteX82" fmla="*/ 303597 w 1522114"/>
                    <a:gd name="connsiteY82" fmla="*/ 1095417 h 1635803"/>
                    <a:gd name="connsiteX83" fmla="*/ 1154370 w 1522114"/>
                    <a:gd name="connsiteY83" fmla="*/ 1214543 h 1635803"/>
                    <a:gd name="connsiteX84" fmla="*/ 1130875 w 1522114"/>
                    <a:gd name="connsiteY84" fmla="*/ 1407583 h 1635803"/>
                    <a:gd name="connsiteX85" fmla="*/ 1261431 w 1522114"/>
                    <a:gd name="connsiteY85" fmla="*/ 1463209 h 1635803"/>
                    <a:gd name="connsiteX86" fmla="*/ 1374969 w 1522114"/>
                    <a:gd name="connsiteY86" fmla="*/ 1474639 h 1635803"/>
                    <a:gd name="connsiteX87" fmla="*/ 1357316 w 1522114"/>
                    <a:gd name="connsiteY87" fmla="*/ 1445937 h 1635803"/>
                    <a:gd name="connsiteX88" fmla="*/ 1258637 w 1522114"/>
                    <a:gd name="connsiteY88" fmla="*/ 1386374 h 1635803"/>
                    <a:gd name="connsiteX89" fmla="*/ 1445581 w 1522114"/>
                    <a:gd name="connsiteY89" fmla="*/ 1429681 h 1635803"/>
                    <a:gd name="connsiteX90" fmla="*/ 1403163 w 1522114"/>
                    <a:gd name="connsiteY90" fmla="*/ 1377103 h 1635803"/>
                    <a:gd name="connsiteX91" fmla="*/ 1296229 w 1522114"/>
                    <a:gd name="connsiteY91" fmla="*/ 1332145 h 1635803"/>
                    <a:gd name="connsiteX92" fmla="*/ 1489269 w 1522114"/>
                    <a:gd name="connsiteY92" fmla="*/ 1359831 h 1635803"/>
                    <a:gd name="connsiteX93" fmla="*/ 1491174 w 1522114"/>
                    <a:gd name="connsiteY93" fmla="*/ 1340019 h 1635803"/>
                    <a:gd name="connsiteX94" fmla="*/ 1235269 w 1522114"/>
                    <a:gd name="connsiteY94" fmla="*/ 1248071 h 1635803"/>
                    <a:gd name="connsiteX95" fmla="*/ 1341060 w 1522114"/>
                    <a:gd name="connsiteY95" fmla="*/ 1171617 h 1635803"/>
                    <a:gd name="connsiteX96" fmla="*/ 1301944 w 1522114"/>
                    <a:gd name="connsiteY96" fmla="*/ 1132628 h 1635803"/>
                    <a:gd name="connsiteX97" fmla="*/ 1154370 w 1522114"/>
                    <a:gd name="connsiteY97" fmla="*/ 1214543 h 1635803"/>
                    <a:gd name="connsiteX98" fmla="*/ 857063 w 1522114"/>
                    <a:gd name="connsiteY98" fmla="*/ 1181396 h 1635803"/>
                    <a:gd name="connsiteX99" fmla="*/ 878272 w 1522114"/>
                    <a:gd name="connsiteY99" fmla="*/ 1300776 h 1635803"/>
                    <a:gd name="connsiteX100" fmla="*/ 905704 w 1522114"/>
                    <a:gd name="connsiteY100" fmla="*/ 1540679 h 1635803"/>
                    <a:gd name="connsiteX101" fmla="*/ 1188660 w 1522114"/>
                    <a:gd name="connsiteY101" fmla="*/ 1474258 h 1635803"/>
                    <a:gd name="connsiteX102" fmla="*/ 1073344 w 1522114"/>
                    <a:gd name="connsiteY102" fmla="*/ 1300141 h 1635803"/>
                    <a:gd name="connsiteX103" fmla="*/ 973522 w 1522114"/>
                    <a:gd name="connsiteY103" fmla="*/ 1438063 h 1635803"/>
                    <a:gd name="connsiteX104" fmla="*/ 945201 w 1522114"/>
                    <a:gd name="connsiteY104" fmla="*/ 1487466 h 1635803"/>
                    <a:gd name="connsiteX105" fmla="*/ 974665 w 1522114"/>
                    <a:gd name="connsiteY105" fmla="*/ 1366689 h 1635803"/>
                    <a:gd name="connsiteX106" fmla="*/ 857063 w 1522114"/>
                    <a:gd name="connsiteY106" fmla="*/ 1181396 h 1635803"/>
                    <a:gd name="connsiteX0" fmla="*/ 1014924 w 1522114"/>
                    <a:gd name="connsiteY0" fmla="*/ 26162 h 1525016"/>
                    <a:gd name="connsiteX1" fmla="*/ 1100903 w 1522114"/>
                    <a:gd name="connsiteY1" fmla="*/ 613537 h 1525016"/>
                    <a:gd name="connsiteX2" fmla="*/ 1075122 w 1522114"/>
                    <a:gd name="connsiteY2" fmla="*/ 695960 h 1525016"/>
                    <a:gd name="connsiteX3" fmla="*/ 994858 w 1522114"/>
                    <a:gd name="connsiteY3" fmla="*/ 780288 h 1525016"/>
                    <a:gd name="connsiteX4" fmla="*/ 900370 w 1522114"/>
                    <a:gd name="connsiteY4" fmla="*/ 875284 h 1525016"/>
                    <a:gd name="connsiteX5" fmla="*/ 765623 w 1522114"/>
                    <a:gd name="connsiteY5" fmla="*/ 937514 h 1525016"/>
                    <a:gd name="connsiteX6" fmla="*/ 993715 w 1522114"/>
                    <a:gd name="connsiteY6" fmla="*/ 1240663 h 1525016"/>
                    <a:gd name="connsiteX7" fmla="*/ 1109666 w 1522114"/>
                    <a:gd name="connsiteY7" fmla="*/ 1110742 h 1525016"/>
                    <a:gd name="connsiteX8" fmla="*/ 1283275 w 1522114"/>
                    <a:gd name="connsiteY8" fmla="*/ 1000125 h 1525016"/>
                    <a:gd name="connsiteX9" fmla="*/ 1372810 w 1522114"/>
                    <a:gd name="connsiteY9" fmla="*/ 1048258 h 1525016"/>
                    <a:gd name="connsiteX10" fmla="*/ 1290260 w 1522114"/>
                    <a:gd name="connsiteY10" fmla="*/ 1133475 h 1525016"/>
                    <a:gd name="connsiteX11" fmla="*/ 1514796 w 1522114"/>
                    <a:gd name="connsiteY11" fmla="*/ 1214755 h 1525016"/>
                    <a:gd name="connsiteX12" fmla="*/ 1460440 w 1522114"/>
                    <a:gd name="connsiteY12" fmla="*/ 1279779 h 1525016"/>
                    <a:gd name="connsiteX13" fmla="*/ 1460821 w 1522114"/>
                    <a:gd name="connsiteY13" fmla="*/ 1327912 h 1525016"/>
                    <a:gd name="connsiteX14" fmla="*/ 1403163 w 1522114"/>
                    <a:gd name="connsiteY14" fmla="*/ 1349121 h 1525016"/>
                    <a:gd name="connsiteX15" fmla="*/ 1396686 w 1522114"/>
                    <a:gd name="connsiteY15" fmla="*/ 1379474 h 1525016"/>
                    <a:gd name="connsiteX16" fmla="*/ 1222569 w 1522114"/>
                    <a:gd name="connsiteY16" fmla="*/ 1371346 h 1525016"/>
                    <a:gd name="connsiteX17" fmla="*/ 1041340 w 1522114"/>
                    <a:gd name="connsiteY17" fmla="*/ 1472565 h 1525016"/>
                    <a:gd name="connsiteX18" fmla="*/ 907228 w 1522114"/>
                    <a:gd name="connsiteY18" fmla="*/ 1459484 h 1525016"/>
                    <a:gd name="connsiteX19" fmla="*/ 909260 w 1522114"/>
                    <a:gd name="connsiteY19" fmla="*/ 1515364 h 1525016"/>
                    <a:gd name="connsiteX20" fmla="*/ 884622 w 1522114"/>
                    <a:gd name="connsiteY20" fmla="*/ 1513840 h 1525016"/>
                    <a:gd name="connsiteX21" fmla="*/ 878780 w 1522114"/>
                    <a:gd name="connsiteY21" fmla="*/ 1439418 h 1525016"/>
                    <a:gd name="connsiteX22" fmla="*/ 820106 w 1522114"/>
                    <a:gd name="connsiteY22" fmla="*/ 1033780 h 1525016"/>
                    <a:gd name="connsiteX23" fmla="*/ 747208 w 1522114"/>
                    <a:gd name="connsiteY23" fmla="*/ 961009 h 1525016"/>
                    <a:gd name="connsiteX24" fmla="*/ 424882 w 1522114"/>
                    <a:gd name="connsiteY24" fmla="*/ 959358 h 1525016"/>
                    <a:gd name="connsiteX25" fmla="*/ 337125 w 1522114"/>
                    <a:gd name="connsiteY25" fmla="*/ 961517 h 1525016"/>
                    <a:gd name="connsiteX26" fmla="*/ 407610 w 1522114"/>
                    <a:gd name="connsiteY26" fmla="*/ 1173353 h 1525016"/>
                    <a:gd name="connsiteX27" fmla="*/ 322774 w 1522114"/>
                    <a:gd name="connsiteY27" fmla="*/ 1252474 h 1525016"/>
                    <a:gd name="connsiteX28" fmla="*/ 288357 w 1522114"/>
                    <a:gd name="connsiteY28" fmla="*/ 1477772 h 1525016"/>
                    <a:gd name="connsiteX29" fmla="*/ 283023 w 1522114"/>
                    <a:gd name="connsiteY29" fmla="*/ 1513840 h 1525016"/>
                    <a:gd name="connsiteX30" fmla="*/ 259020 w 1522114"/>
                    <a:gd name="connsiteY30" fmla="*/ 1518539 h 1525016"/>
                    <a:gd name="connsiteX31" fmla="*/ 323409 w 1522114"/>
                    <a:gd name="connsiteY31" fmla="*/ 1139190 h 1525016"/>
                    <a:gd name="connsiteX32" fmla="*/ 305629 w 1522114"/>
                    <a:gd name="connsiteY32" fmla="*/ 1055370 h 1525016"/>
                    <a:gd name="connsiteX33" fmla="*/ 229556 w 1522114"/>
                    <a:gd name="connsiteY33" fmla="*/ 1081532 h 1525016"/>
                    <a:gd name="connsiteX34" fmla="*/ 18228 w 1522114"/>
                    <a:gd name="connsiteY34" fmla="*/ 1512697 h 1525016"/>
                    <a:gd name="connsiteX35" fmla="*/ 2099 w 1522114"/>
                    <a:gd name="connsiteY35" fmla="*/ 1525016 h 1525016"/>
                    <a:gd name="connsiteX36" fmla="*/ 17212 w 1522114"/>
                    <a:gd name="connsiteY36" fmla="*/ 1428750 h 1525016"/>
                    <a:gd name="connsiteX37" fmla="*/ 107001 w 1522114"/>
                    <a:gd name="connsiteY37" fmla="*/ 1207770 h 1525016"/>
                    <a:gd name="connsiteX38" fmla="*/ 216983 w 1522114"/>
                    <a:gd name="connsiteY38" fmla="*/ 1057275 h 1525016"/>
                    <a:gd name="connsiteX39" fmla="*/ 304867 w 1522114"/>
                    <a:gd name="connsiteY39" fmla="*/ 955675 h 1525016"/>
                    <a:gd name="connsiteX40" fmla="*/ 391481 w 1522114"/>
                    <a:gd name="connsiteY40" fmla="*/ 921512 h 1525016"/>
                    <a:gd name="connsiteX41" fmla="*/ 252924 w 1522114"/>
                    <a:gd name="connsiteY41" fmla="*/ 841375 h 1525016"/>
                    <a:gd name="connsiteX42" fmla="*/ 138243 w 1522114"/>
                    <a:gd name="connsiteY42" fmla="*/ 726186 h 1525016"/>
                    <a:gd name="connsiteX43" fmla="*/ 83633 w 1522114"/>
                    <a:gd name="connsiteY43" fmla="*/ 643636 h 1525016"/>
                    <a:gd name="connsiteX44" fmla="*/ 139767 w 1522114"/>
                    <a:gd name="connsiteY44" fmla="*/ 409829 h 1525016"/>
                    <a:gd name="connsiteX45" fmla="*/ 413198 w 1522114"/>
                    <a:gd name="connsiteY45" fmla="*/ 163322 h 1525016"/>
                    <a:gd name="connsiteX46" fmla="*/ 730698 w 1522114"/>
                    <a:gd name="connsiteY46" fmla="*/ 160020 h 1525016"/>
                    <a:gd name="connsiteX47" fmla="*/ 944058 w 1522114"/>
                    <a:gd name="connsiteY47" fmla="*/ 286131 h 1525016"/>
                    <a:gd name="connsiteX48" fmla="*/ 1076900 w 1522114"/>
                    <a:gd name="connsiteY48" fmla="*/ 0 h 1525016"/>
                    <a:gd name="connsiteX49" fmla="*/ 971617 w 1522114"/>
                    <a:gd name="connsiteY49" fmla="*/ 322072 h 1525016"/>
                    <a:gd name="connsiteX50" fmla="*/ 1070423 w 1522114"/>
                    <a:gd name="connsiteY50" fmla="*/ 477139 h 1525016"/>
                    <a:gd name="connsiteX51" fmla="*/ 1107507 w 1522114"/>
                    <a:gd name="connsiteY51" fmla="*/ 581152 h 1525016"/>
                    <a:gd name="connsiteX52" fmla="*/ 1076900 w 1522114"/>
                    <a:gd name="connsiteY52" fmla="*/ 0 h 1525016"/>
                    <a:gd name="connsiteX53" fmla="*/ 175327 w 1522114"/>
                    <a:gd name="connsiteY53" fmla="*/ 393700 h 1525016"/>
                    <a:gd name="connsiteX54" fmla="*/ 227270 w 1522114"/>
                    <a:gd name="connsiteY54" fmla="*/ 410845 h 1525016"/>
                    <a:gd name="connsiteX55" fmla="*/ 284801 w 1522114"/>
                    <a:gd name="connsiteY55" fmla="*/ 565785 h 1525016"/>
                    <a:gd name="connsiteX56" fmla="*/ 256607 w 1522114"/>
                    <a:gd name="connsiteY56" fmla="*/ 706120 h 1525016"/>
                    <a:gd name="connsiteX57" fmla="*/ 204283 w 1522114"/>
                    <a:gd name="connsiteY57" fmla="*/ 752856 h 1525016"/>
                    <a:gd name="connsiteX58" fmla="*/ 615128 w 1522114"/>
                    <a:gd name="connsiteY58" fmla="*/ 929132 h 1525016"/>
                    <a:gd name="connsiteX59" fmla="*/ 979491 w 1522114"/>
                    <a:gd name="connsiteY59" fmla="*/ 756793 h 1525016"/>
                    <a:gd name="connsiteX60" fmla="*/ 1018353 w 1522114"/>
                    <a:gd name="connsiteY60" fmla="*/ 462788 h 1525016"/>
                    <a:gd name="connsiteX61" fmla="*/ 672151 w 1522114"/>
                    <a:gd name="connsiteY61" fmla="*/ 173863 h 1525016"/>
                    <a:gd name="connsiteX62" fmla="*/ 175327 w 1522114"/>
                    <a:gd name="connsiteY62" fmla="*/ 393700 h 1525016"/>
                    <a:gd name="connsiteX63" fmla="*/ 159833 w 1522114"/>
                    <a:gd name="connsiteY63" fmla="*/ 429006 h 1525016"/>
                    <a:gd name="connsiteX64" fmla="*/ 104588 w 1522114"/>
                    <a:gd name="connsiteY64" fmla="*/ 617220 h 1525016"/>
                    <a:gd name="connsiteX65" fmla="*/ 197679 w 1522114"/>
                    <a:gd name="connsiteY65" fmla="*/ 723265 h 1525016"/>
                    <a:gd name="connsiteX66" fmla="*/ 250892 w 1522114"/>
                    <a:gd name="connsiteY66" fmla="*/ 641477 h 1525016"/>
                    <a:gd name="connsiteX67" fmla="*/ 234636 w 1522114"/>
                    <a:gd name="connsiteY67" fmla="*/ 465709 h 1525016"/>
                    <a:gd name="connsiteX68" fmla="*/ 159833 w 1522114"/>
                    <a:gd name="connsiteY68" fmla="*/ 429006 h 1525016"/>
                    <a:gd name="connsiteX69" fmla="*/ 1052135 w 1522114"/>
                    <a:gd name="connsiteY69" fmla="*/ 487172 h 1525016"/>
                    <a:gd name="connsiteX70" fmla="*/ 1041086 w 1522114"/>
                    <a:gd name="connsiteY70" fmla="*/ 696214 h 1525016"/>
                    <a:gd name="connsiteX71" fmla="*/ 1052135 w 1522114"/>
                    <a:gd name="connsiteY71" fmla="*/ 487172 h 1525016"/>
                    <a:gd name="connsiteX72" fmla="*/ 441011 w 1522114"/>
                    <a:gd name="connsiteY72" fmla="*/ 934085 h 1525016"/>
                    <a:gd name="connsiteX73" fmla="*/ 658816 w 1522114"/>
                    <a:gd name="connsiteY73" fmla="*/ 967740 h 1525016"/>
                    <a:gd name="connsiteX74" fmla="*/ 569154 w 1522114"/>
                    <a:gd name="connsiteY74" fmla="*/ 951738 h 1525016"/>
                    <a:gd name="connsiteX75" fmla="*/ 441011 w 1522114"/>
                    <a:gd name="connsiteY75" fmla="*/ 934085 h 1525016"/>
                    <a:gd name="connsiteX76" fmla="*/ 303597 w 1522114"/>
                    <a:gd name="connsiteY76" fmla="*/ 984631 h 1525016"/>
                    <a:gd name="connsiteX77" fmla="*/ 288992 w 1522114"/>
                    <a:gd name="connsiteY77" fmla="*/ 1014222 h 1525016"/>
                    <a:gd name="connsiteX78" fmla="*/ 345380 w 1522114"/>
                    <a:gd name="connsiteY78" fmla="*/ 1064641 h 1525016"/>
                    <a:gd name="connsiteX79" fmla="*/ 332934 w 1522114"/>
                    <a:gd name="connsiteY79" fmla="*/ 1222502 h 1525016"/>
                    <a:gd name="connsiteX80" fmla="*/ 384369 w 1522114"/>
                    <a:gd name="connsiteY80" fmla="*/ 1151001 h 1525016"/>
                    <a:gd name="connsiteX81" fmla="*/ 303597 w 1522114"/>
                    <a:gd name="connsiteY81" fmla="*/ 984631 h 1525016"/>
                    <a:gd name="connsiteX82" fmla="*/ 1154370 w 1522114"/>
                    <a:gd name="connsiteY82" fmla="*/ 1103757 h 1525016"/>
                    <a:gd name="connsiteX83" fmla="*/ 1130875 w 1522114"/>
                    <a:gd name="connsiteY83" fmla="*/ 1296797 h 1525016"/>
                    <a:gd name="connsiteX84" fmla="*/ 1261431 w 1522114"/>
                    <a:gd name="connsiteY84" fmla="*/ 1352423 h 1525016"/>
                    <a:gd name="connsiteX85" fmla="*/ 1374969 w 1522114"/>
                    <a:gd name="connsiteY85" fmla="*/ 1363853 h 1525016"/>
                    <a:gd name="connsiteX86" fmla="*/ 1357316 w 1522114"/>
                    <a:gd name="connsiteY86" fmla="*/ 1335151 h 1525016"/>
                    <a:gd name="connsiteX87" fmla="*/ 1258637 w 1522114"/>
                    <a:gd name="connsiteY87" fmla="*/ 1275588 h 1525016"/>
                    <a:gd name="connsiteX88" fmla="*/ 1445581 w 1522114"/>
                    <a:gd name="connsiteY88" fmla="*/ 1318895 h 1525016"/>
                    <a:gd name="connsiteX89" fmla="*/ 1403163 w 1522114"/>
                    <a:gd name="connsiteY89" fmla="*/ 1266317 h 1525016"/>
                    <a:gd name="connsiteX90" fmla="*/ 1296229 w 1522114"/>
                    <a:gd name="connsiteY90" fmla="*/ 1221359 h 1525016"/>
                    <a:gd name="connsiteX91" fmla="*/ 1489269 w 1522114"/>
                    <a:gd name="connsiteY91" fmla="*/ 1249045 h 1525016"/>
                    <a:gd name="connsiteX92" fmla="*/ 1491174 w 1522114"/>
                    <a:gd name="connsiteY92" fmla="*/ 1229233 h 1525016"/>
                    <a:gd name="connsiteX93" fmla="*/ 1235269 w 1522114"/>
                    <a:gd name="connsiteY93" fmla="*/ 1137285 h 1525016"/>
                    <a:gd name="connsiteX94" fmla="*/ 1341060 w 1522114"/>
                    <a:gd name="connsiteY94" fmla="*/ 1060831 h 1525016"/>
                    <a:gd name="connsiteX95" fmla="*/ 1301944 w 1522114"/>
                    <a:gd name="connsiteY95" fmla="*/ 1021842 h 1525016"/>
                    <a:gd name="connsiteX96" fmla="*/ 1154370 w 1522114"/>
                    <a:gd name="connsiteY96" fmla="*/ 1103757 h 1525016"/>
                    <a:gd name="connsiteX97" fmla="*/ 857063 w 1522114"/>
                    <a:gd name="connsiteY97" fmla="*/ 1070610 h 1525016"/>
                    <a:gd name="connsiteX98" fmla="*/ 878272 w 1522114"/>
                    <a:gd name="connsiteY98" fmla="*/ 1189990 h 1525016"/>
                    <a:gd name="connsiteX99" fmla="*/ 905704 w 1522114"/>
                    <a:gd name="connsiteY99" fmla="*/ 1429893 h 1525016"/>
                    <a:gd name="connsiteX100" fmla="*/ 1188660 w 1522114"/>
                    <a:gd name="connsiteY100" fmla="*/ 1363472 h 1525016"/>
                    <a:gd name="connsiteX101" fmla="*/ 1073344 w 1522114"/>
                    <a:gd name="connsiteY101" fmla="*/ 1189355 h 1525016"/>
                    <a:gd name="connsiteX102" fmla="*/ 973522 w 1522114"/>
                    <a:gd name="connsiteY102" fmla="*/ 1327277 h 1525016"/>
                    <a:gd name="connsiteX103" fmla="*/ 945201 w 1522114"/>
                    <a:gd name="connsiteY103" fmla="*/ 1376680 h 1525016"/>
                    <a:gd name="connsiteX104" fmla="*/ 974665 w 1522114"/>
                    <a:gd name="connsiteY104" fmla="*/ 1255903 h 1525016"/>
                    <a:gd name="connsiteX105" fmla="*/ 857063 w 1522114"/>
                    <a:gd name="connsiteY105" fmla="*/ 1070610 h 1525016"/>
                    <a:gd name="connsiteX0" fmla="*/ 1014924 w 1522114"/>
                    <a:gd name="connsiteY0" fmla="*/ 26162 h 1525016"/>
                    <a:gd name="connsiteX1" fmla="*/ 1100903 w 1522114"/>
                    <a:gd name="connsiteY1" fmla="*/ 613537 h 1525016"/>
                    <a:gd name="connsiteX2" fmla="*/ 1075122 w 1522114"/>
                    <a:gd name="connsiteY2" fmla="*/ 695960 h 1525016"/>
                    <a:gd name="connsiteX3" fmla="*/ 994858 w 1522114"/>
                    <a:gd name="connsiteY3" fmla="*/ 780288 h 1525016"/>
                    <a:gd name="connsiteX4" fmla="*/ 900370 w 1522114"/>
                    <a:gd name="connsiteY4" fmla="*/ 875284 h 1525016"/>
                    <a:gd name="connsiteX5" fmla="*/ 765623 w 1522114"/>
                    <a:gd name="connsiteY5" fmla="*/ 937514 h 1525016"/>
                    <a:gd name="connsiteX6" fmla="*/ 993715 w 1522114"/>
                    <a:gd name="connsiteY6" fmla="*/ 1240663 h 1525016"/>
                    <a:gd name="connsiteX7" fmla="*/ 1109666 w 1522114"/>
                    <a:gd name="connsiteY7" fmla="*/ 1110742 h 1525016"/>
                    <a:gd name="connsiteX8" fmla="*/ 1283275 w 1522114"/>
                    <a:gd name="connsiteY8" fmla="*/ 1000125 h 1525016"/>
                    <a:gd name="connsiteX9" fmla="*/ 1372810 w 1522114"/>
                    <a:gd name="connsiteY9" fmla="*/ 1048258 h 1525016"/>
                    <a:gd name="connsiteX10" fmla="*/ 1290260 w 1522114"/>
                    <a:gd name="connsiteY10" fmla="*/ 1133475 h 1525016"/>
                    <a:gd name="connsiteX11" fmla="*/ 1514796 w 1522114"/>
                    <a:gd name="connsiteY11" fmla="*/ 1214755 h 1525016"/>
                    <a:gd name="connsiteX12" fmla="*/ 1460440 w 1522114"/>
                    <a:gd name="connsiteY12" fmla="*/ 1279779 h 1525016"/>
                    <a:gd name="connsiteX13" fmla="*/ 1460821 w 1522114"/>
                    <a:gd name="connsiteY13" fmla="*/ 1327912 h 1525016"/>
                    <a:gd name="connsiteX14" fmla="*/ 1403163 w 1522114"/>
                    <a:gd name="connsiteY14" fmla="*/ 1349121 h 1525016"/>
                    <a:gd name="connsiteX15" fmla="*/ 1396686 w 1522114"/>
                    <a:gd name="connsiteY15" fmla="*/ 1379474 h 1525016"/>
                    <a:gd name="connsiteX16" fmla="*/ 1222569 w 1522114"/>
                    <a:gd name="connsiteY16" fmla="*/ 1371346 h 1525016"/>
                    <a:gd name="connsiteX17" fmla="*/ 1041340 w 1522114"/>
                    <a:gd name="connsiteY17" fmla="*/ 1472565 h 1525016"/>
                    <a:gd name="connsiteX18" fmla="*/ 907228 w 1522114"/>
                    <a:gd name="connsiteY18" fmla="*/ 1459484 h 1525016"/>
                    <a:gd name="connsiteX19" fmla="*/ 909260 w 1522114"/>
                    <a:gd name="connsiteY19" fmla="*/ 1515364 h 1525016"/>
                    <a:gd name="connsiteX20" fmla="*/ 884622 w 1522114"/>
                    <a:gd name="connsiteY20" fmla="*/ 1513840 h 1525016"/>
                    <a:gd name="connsiteX21" fmla="*/ 878780 w 1522114"/>
                    <a:gd name="connsiteY21" fmla="*/ 1439418 h 1525016"/>
                    <a:gd name="connsiteX22" fmla="*/ 820106 w 1522114"/>
                    <a:gd name="connsiteY22" fmla="*/ 1033780 h 1525016"/>
                    <a:gd name="connsiteX23" fmla="*/ 747208 w 1522114"/>
                    <a:gd name="connsiteY23" fmla="*/ 961009 h 1525016"/>
                    <a:gd name="connsiteX24" fmla="*/ 424882 w 1522114"/>
                    <a:gd name="connsiteY24" fmla="*/ 959358 h 1525016"/>
                    <a:gd name="connsiteX25" fmla="*/ 337125 w 1522114"/>
                    <a:gd name="connsiteY25" fmla="*/ 961517 h 1525016"/>
                    <a:gd name="connsiteX26" fmla="*/ 407610 w 1522114"/>
                    <a:gd name="connsiteY26" fmla="*/ 1173353 h 1525016"/>
                    <a:gd name="connsiteX27" fmla="*/ 322774 w 1522114"/>
                    <a:gd name="connsiteY27" fmla="*/ 1252474 h 1525016"/>
                    <a:gd name="connsiteX28" fmla="*/ 288357 w 1522114"/>
                    <a:gd name="connsiteY28" fmla="*/ 1477772 h 1525016"/>
                    <a:gd name="connsiteX29" fmla="*/ 283023 w 1522114"/>
                    <a:gd name="connsiteY29" fmla="*/ 1513840 h 1525016"/>
                    <a:gd name="connsiteX30" fmla="*/ 259020 w 1522114"/>
                    <a:gd name="connsiteY30" fmla="*/ 1518539 h 1525016"/>
                    <a:gd name="connsiteX31" fmla="*/ 323409 w 1522114"/>
                    <a:gd name="connsiteY31" fmla="*/ 1139190 h 1525016"/>
                    <a:gd name="connsiteX32" fmla="*/ 305629 w 1522114"/>
                    <a:gd name="connsiteY32" fmla="*/ 1055370 h 1525016"/>
                    <a:gd name="connsiteX33" fmla="*/ 229556 w 1522114"/>
                    <a:gd name="connsiteY33" fmla="*/ 1081532 h 1525016"/>
                    <a:gd name="connsiteX34" fmla="*/ 18228 w 1522114"/>
                    <a:gd name="connsiteY34" fmla="*/ 1512697 h 1525016"/>
                    <a:gd name="connsiteX35" fmla="*/ 2099 w 1522114"/>
                    <a:gd name="connsiteY35" fmla="*/ 1525016 h 1525016"/>
                    <a:gd name="connsiteX36" fmla="*/ 17212 w 1522114"/>
                    <a:gd name="connsiteY36" fmla="*/ 1428750 h 1525016"/>
                    <a:gd name="connsiteX37" fmla="*/ 107001 w 1522114"/>
                    <a:gd name="connsiteY37" fmla="*/ 1207770 h 1525016"/>
                    <a:gd name="connsiteX38" fmla="*/ 216983 w 1522114"/>
                    <a:gd name="connsiteY38" fmla="*/ 1057275 h 1525016"/>
                    <a:gd name="connsiteX39" fmla="*/ 304867 w 1522114"/>
                    <a:gd name="connsiteY39" fmla="*/ 955675 h 1525016"/>
                    <a:gd name="connsiteX40" fmla="*/ 391481 w 1522114"/>
                    <a:gd name="connsiteY40" fmla="*/ 921512 h 1525016"/>
                    <a:gd name="connsiteX41" fmla="*/ 252924 w 1522114"/>
                    <a:gd name="connsiteY41" fmla="*/ 841375 h 1525016"/>
                    <a:gd name="connsiteX42" fmla="*/ 138243 w 1522114"/>
                    <a:gd name="connsiteY42" fmla="*/ 726186 h 1525016"/>
                    <a:gd name="connsiteX43" fmla="*/ 83633 w 1522114"/>
                    <a:gd name="connsiteY43" fmla="*/ 643636 h 1525016"/>
                    <a:gd name="connsiteX44" fmla="*/ 139767 w 1522114"/>
                    <a:gd name="connsiteY44" fmla="*/ 409829 h 1525016"/>
                    <a:gd name="connsiteX45" fmla="*/ 413198 w 1522114"/>
                    <a:gd name="connsiteY45" fmla="*/ 163322 h 1525016"/>
                    <a:gd name="connsiteX46" fmla="*/ 730698 w 1522114"/>
                    <a:gd name="connsiteY46" fmla="*/ 160020 h 1525016"/>
                    <a:gd name="connsiteX47" fmla="*/ 944058 w 1522114"/>
                    <a:gd name="connsiteY47" fmla="*/ 286131 h 1525016"/>
                    <a:gd name="connsiteX48" fmla="*/ 1076900 w 1522114"/>
                    <a:gd name="connsiteY48" fmla="*/ 0 h 1525016"/>
                    <a:gd name="connsiteX49" fmla="*/ 971617 w 1522114"/>
                    <a:gd name="connsiteY49" fmla="*/ 322072 h 1525016"/>
                    <a:gd name="connsiteX50" fmla="*/ 1070423 w 1522114"/>
                    <a:gd name="connsiteY50" fmla="*/ 477139 h 1525016"/>
                    <a:gd name="connsiteX51" fmla="*/ 1107507 w 1522114"/>
                    <a:gd name="connsiteY51" fmla="*/ 581152 h 1525016"/>
                    <a:gd name="connsiteX52" fmla="*/ 175327 w 1522114"/>
                    <a:gd name="connsiteY52" fmla="*/ 393700 h 1525016"/>
                    <a:gd name="connsiteX53" fmla="*/ 227270 w 1522114"/>
                    <a:gd name="connsiteY53" fmla="*/ 410845 h 1525016"/>
                    <a:gd name="connsiteX54" fmla="*/ 284801 w 1522114"/>
                    <a:gd name="connsiteY54" fmla="*/ 565785 h 1525016"/>
                    <a:gd name="connsiteX55" fmla="*/ 256607 w 1522114"/>
                    <a:gd name="connsiteY55" fmla="*/ 706120 h 1525016"/>
                    <a:gd name="connsiteX56" fmla="*/ 204283 w 1522114"/>
                    <a:gd name="connsiteY56" fmla="*/ 752856 h 1525016"/>
                    <a:gd name="connsiteX57" fmla="*/ 615128 w 1522114"/>
                    <a:gd name="connsiteY57" fmla="*/ 929132 h 1525016"/>
                    <a:gd name="connsiteX58" fmla="*/ 979491 w 1522114"/>
                    <a:gd name="connsiteY58" fmla="*/ 756793 h 1525016"/>
                    <a:gd name="connsiteX59" fmla="*/ 1018353 w 1522114"/>
                    <a:gd name="connsiteY59" fmla="*/ 462788 h 1525016"/>
                    <a:gd name="connsiteX60" fmla="*/ 672151 w 1522114"/>
                    <a:gd name="connsiteY60" fmla="*/ 173863 h 1525016"/>
                    <a:gd name="connsiteX61" fmla="*/ 175327 w 1522114"/>
                    <a:gd name="connsiteY61" fmla="*/ 393700 h 1525016"/>
                    <a:gd name="connsiteX62" fmla="*/ 159833 w 1522114"/>
                    <a:gd name="connsiteY62" fmla="*/ 429006 h 1525016"/>
                    <a:gd name="connsiteX63" fmla="*/ 104588 w 1522114"/>
                    <a:gd name="connsiteY63" fmla="*/ 617220 h 1525016"/>
                    <a:gd name="connsiteX64" fmla="*/ 197679 w 1522114"/>
                    <a:gd name="connsiteY64" fmla="*/ 723265 h 1525016"/>
                    <a:gd name="connsiteX65" fmla="*/ 250892 w 1522114"/>
                    <a:gd name="connsiteY65" fmla="*/ 641477 h 1525016"/>
                    <a:gd name="connsiteX66" fmla="*/ 234636 w 1522114"/>
                    <a:gd name="connsiteY66" fmla="*/ 465709 h 1525016"/>
                    <a:gd name="connsiteX67" fmla="*/ 159833 w 1522114"/>
                    <a:gd name="connsiteY67" fmla="*/ 429006 h 1525016"/>
                    <a:gd name="connsiteX68" fmla="*/ 1052135 w 1522114"/>
                    <a:gd name="connsiteY68" fmla="*/ 487172 h 1525016"/>
                    <a:gd name="connsiteX69" fmla="*/ 1041086 w 1522114"/>
                    <a:gd name="connsiteY69" fmla="*/ 696214 h 1525016"/>
                    <a:gd name="connsiteX70" fmla="*/ 1052135 w 1522114"/>
                    <a:gd name="connsiteY70" fmla="*/ 487172 h 1525016"/>
                    <a:gd name="connsiteX71" fmla="*/ 441011 w 1522114"/>
                    <a:gd name="connsiteY71" fmla="*/ 934085 h 1525016"/>
                    <a:gd name="connsiteX72" fmla="*/ 658816 w 1522114"/>
                    <a:gd name="connsiteY72" fmla="*/ 967740 h 1525016"/>
                    <a:gd name="connsiteX73" fmla="*/ 569154 w 1522114"/>
                    <a:gd name="connsiteY73" fmla="*/ 951738 h 1525016"/>
                    <a:gd name="connsiteX74" fmla="*/ 441011 w 1522114"/>
                    <a:gd name="connsiteY74" fmla="*/ 934085 h 1525016"/>
                    <a:gd name="connsiteX75" fmla="*/ 303597 w 1522114"/>
                    <a:gd name="connsiteY75" fmla="*/ 984631 h 1525016"/>
                    <a:gd name="connsiteX76" fmla="*/ 288992 w 1522114"/>
                    <a:gd name="connsiteY76" fmla="*/ 1014222 h 1525016"/>
                    <a:gd name="connsiteX77" fmla="*/ 345380 w 1522114"/>
                    <a:gd name="connsiteY77" fmla="*/ 1064641 h 1525016"/>
                    <a:gd name="connsiteX78" fmla="*/ 332934 w 1522114"/>
                    <a:gd name="connsiteY78" fmla="*/ 1222502 h 1525016"/>
                    <a:gd name="connsiteX79" fmla="*/ 384369 w 1522114"/>
                    <a:gd name="connsiteY79" fmla="*/ 1151001 h 1525016"/>
                    <a:gd name="connsiteX80" fmla="*/ 303597 w 1522114"/>
                    <a:gd name="connsiteY80" fmla="*/ 984631 h 1525016"/>
                    <a:gd name="connsiteX81" fmla="*/ 1154370 w 1522114"/>
                    <a:gd name="connsiteY81" fmla="*/ 1103757 h 1525016"/>
                    <a:gd name="connsiteX82" fmla="*/ 1130875 w 1522114"/>
                    <a:gd name="connsiteY82" fmla="*/ 1296797 h 1525016"/>
                    <a:gd name="connsiteX83" fmla="*/ 1261431 w 1522114"/>
                    <a:gd name="connsiteY83" fmla="*/ 1352423 h 1525016"/>
                    <a:gd name="connsiteX84" fmla="*/ 1374969 w 1522114"/>
                    <a:gd name="connsiteY84" fmla="*/ 1363853 h 1525016"/>
                    <a:gd name="connsiteX85" fmla="*/ 1357316 w 1522114"/>
                    <a:gd name="connsiteY85" fmla="*/ 1335151 h 1525016"/>
                    <a:gd name="connsiteX86" fmla="*/ 1258637 w 1522114"/>
                    <a:gd name="connsiteY86" fmla="*/ 1275588 h 1525016"/>
                    <a:gd name="connsiteX87" fmla="*/ 1445581 w 1522114"/>
                    <a:gd name="connsiteY87" fmla="*/ 1318895 h 1525016"/>
                    <a:gd name="connsiteX88" fmla="*/ 1403163 w 1522114"/>
                    <a:gd name="connsiteY88" fmla="*/ 1266317 h 1525016"/>
                    <a:gd name="connsiteX89" fmla="*/ 1296229 w 1522114"/>
                    <a:gd name="connsiteY89" fmla="*/ 1221359 h 1525016"/>
                    <a:gd name="connsiteX90" fmla="*/ 1489269 w 1522114"/>
                    <a:gd name="connsiteY90" fmla="*/ 1249045 h 1525016"/>
                    <a:gd name="connsiteX91" fmla="*/ 1491174 w 1522114"/>
                    <a:gd name="connsiteY91" fmla="*/ 1229233 h 1525016"/>
                    <a:gd name="connsiteX92" fmla="*/ 1235269 w 1522114"/>
                    <a:gd name="connsiteY92" fmla="*/ 1137285 h 1525016"/>
                    <a:gd name="connsiteX93" fmla="*/ 1341060 w 1522114"/>
                    <a:gd name="connsiteY93" fmla="*/ 1060831 h 1525016"/>
                    <a:gd name="connsiteX94" fmla="*/ 1301944 w 1522114"/>
                    <a:gd name="connsiteY94" fmla="*/ 1021842 h 1525016"/>
                    <a:gd name="connsiteX95" fmla="*/ 1154370 w 1522114"/>
                    <a:gd name="connsiteY95" fmla="*/ 1103757 h 1525016"/>
                    <a:gd name="connsiteX96" fmla="*/ 857063 w 1522114"/>
                    <a:gd name="connsiteY96" fmla="*/ 1070610 h 1525016"/>
                    <a:gd name="connsiteX97" fmla="*/ 878272 w 1522114"/>
                    <a:gd name="connsiteY97" fmla="*/ 1189990 h 1525016"/>
                    <a:gd name="connsiteX98" fmla="*/ 905704 w 1522114"/>
                    <a:gd name="connsiteY98" fmla="*/ 1429893 h 1525016"/>
                    <a:gd name="connsiteX99" fmla="*/ 1188660 w 1522114"/>
                    <a:gd name="connsiteY99" fmla="*/ 1363472 h 1525016"/>
                    <a:gd name="connsiteX100" fmla="*/ 1073344 w 1522114"/>
                    <a:gd name="connsiteY100" fmla="*/ 1189355 h 1525016"/>
                    <a:gd name="connsiteX101" fmla="*/ 973522 w 1522114"/>
                    <a:gd name="connsiteY101" fmla="*/ 1327277 h 1525016"/>
                    <a:gd name="connsiteX102" fmla="*/ 945201 w 1522114"/>
                    <a:gd name="connsiteY102" fmla="*/ 1376680 h 1525016"/>
                    <a:gd name="connsiteX103" fmla="*/ 974665 w 1522114"/>
                    <a:gd name="connsiteY103" fmla="*/ 1255903 h 1525016"/>
                    <a:gd name="connsiteX104" fmla="*/ 857063 w 1522114"/>
                    <a:gd name="connsiteY104" fmla="*/ 1070610 h 1525016"/>
                    <a:gd name="connsiteX0" fmla="*/ 1100903 w 1522114"/>
                    <a:gd name="connsiteY0" fmla="*/ 613537 h 1525016"/>
                    <a:gd name="connsiteX1" fmla="*/ 1075122 w 1522114"/>
                    <a:gd name="connsiteY1" fmla="*/ 695960 h 1525016"/>
                    <a:gd name="connsiteX2" fmla="*/ 994858 w 1522114"/>
                    <a:gd name="connsiteY2" fmla="*/ 780288 h 1525016"/>
                    <a:gd name="connsiteX3" fmla="*/ 900370 w 1522114"/>
                    <a:gd name="connsiteY3" fmla="*/ 875284 h 1525016"/>
                    <a:gd name="connsiteX4" fmla="*/ 765623 w 1522114"/>
                    <a:gd name="connsiteY4" fmla="*/ 937514 h 1525016"/>
                    <a:gd name="connsiteX5" fmla="*/ 993715 w 1522114"/>
                    <a:gd name="connsiteY5" fmla="*/ 1240663 h 1525016"/>
                    <a:gd name="connsiteX6" fmla="*/ 1109666 w 1522114"/>
                    <a:gd name="connsiteY6" fmla="*/ 1110742 h 1525016"/>
                    <a:gd name="connsiteX7" fmla="*/ 1283275 w 1522114"/>
                    <a:gd name="connsiteY7" fmla="*/ 1000125 h 1525016"/>
                    <a:gd name="connsiteX8" fmla="*/ 1372810 w 1522114"/>
                    <a:gd name="connsiteY8" fmla="*/ 1048258 h 1525016"/>
                    <a:gd name="connsiteX9" fmla="*/ 1290260 w 1522114"/>
                    <a:gd name="connsiteY9" fmla="*/ 1133475 h 1525016"/>
                    <a:gd name="connsiteX10" fmla="*/ 1514796 w 1522114"/>
                    <a:gd name="connsiteY10" fmla="*/ 1214755 h 1525016"/>
                    <a:gd name="connsiteX11" fmla="*/ 1460440 w 1522114"/>
                    <a:gd name="connsiteY11" fmla="*/ 1279779 h 1525016"/>
                    <a:gd name="connsiteX12" fmla="*/ 1460821 w 1522114"/>
                    <a:gd name="connsiteY12" fmla="*/ 1327912 h 1525016"/>
                    <a:gd name="connsiteX13" fmla="*/ 1403163 w 1522114"/>
                    <a:gd name="connsiteY13" fmla="*/ 1349121 h 1525016"/>
                    <a:gd name="connsiteX14" fmla="*/ 1396686 w 1522114"/>
                    <a:gd name="connsiteY14" fmla="*/ 1379474 h 1525016"/>
                    <a:gd name="connsiteX15" fmla="*/ 1222569 w 1522114"/>
                    <a:gd name="connsiteY15" fmla="*/ 1371346 h 1525016"/>
                    <a:gd name="connsiteX16" fmla="*/ 1041340 w 1522114"/>
                    <a:gd name="connsiteY16" fmla="*/ 1472565 h 1525016"/>
                    <a:gd name="connsiteX17" fmla="*/ 907228 w 1522114"/>
                    <a:gd name="connsiteY17" fmla="*/ 1459484 h 1525016"/>
                    <a:gd name="connsiteX18" fmla="*/ 909260 w 1522114"/>
                    <a:gd name="connsiteY18" fmla="*/ 1515364 h 1525016"/>
                    <a:gd name="connsiteX19" fmla="*/ 884622 w 1522114"/>
                    <a:gd name="connsiteY19" fmla="*/ 1513840 h 1525016"/>
                    <a:gd name="connsiteX20" fmla="*/ 878780 w 1522114"/>
                    <a:gd name="connsiteY20" fmla="*/ 1439418 h 1525016"/>
                    <a:gd name="connsiteX21" fmla="*/ 820106 w 1522114"/>
                    <a:gd name="connsiteY21" fmla="*/ 1033780 h 1525016"/>
                    <a:gd name="connsiteX22" fmla="*/ 747208 w 1522114"/>
                    <a:gd name="connsiteY22" fmla="*/ 961009 h 1525016"/>
                    <a:gd name="connsiteX23" fmla="*/ 424882 w 1522114"/>
                    <a:gd name="connsiteY23" fmla="*/ 959358 h 1525016"/>
                    <a:gd name="connsiteX24" fmla="*/ 337125 w 1522114"/>
                    <a:gd name="connsiteY24" fmla="*/ 961517 h 1525016"/>
                    <a:gd name="connsiteX25" fmla="*/ 407610 w 1522114"/>
                    <a:gd name="connsiteY25" fmla="*/ 1173353 h 1525016"/>
                    <a:gd name="connsiteX26" fmla="*/ 322774 w 1522114"/>
                    <a:gd name="connsiteY26" fmla="*/ 1252474 h 1525016"/>
                    <a:gd name="connsiteX27" fmla="*/ 288357 w 1522114"/>
                    <a:gd name="connsiteY27" fmla="*/ 1477772 h 1525016"/>
                    <a:gd name="connsiteX28" fmla="*/ 283023 w 1522114"/>
                    <a:gd name="connsiteY28" fmla="*/ 1513840 h 1525016"/>
                    <a:gd name="connsiteX29" fmla="*/ 259020 w 1522114"/>
                    <a:gd name="connsiteY29" fmla="*/ 1518539 h 1525016"/>
                    <a:gd name="connsiteX30" fmla="*/ 323409 w 1522114"/>
                    <a:gd name="connsiteY30" fmla="*/ 1139190 h 1525016"/>
                    <a:gd name="connsiteX31" fmla="*/ 305629 w 1522114"/>
                    <a:gd name="connsiteY31" fmla="*/ 1055370 h 1525016"/>
                    <a:gd name="connsiteX32" fmla="*/ 229556 w 1522114"/>
                    <a:gd name="connsiteY32" fmla="*/ 1081532 h 1525016"/>
                    <a:gd name="connsiteX33" fmla="*/ 18228 w 1522114"/>
                    <a:gd name="connsiteY33" fmla="*/ 1512697 h 1525016"/>
                    <a:gd name="connsiteX34" fmla="*/ 2099 w 1522114"/>
                    <a:gd name="connsiteY34" fmla="*/ 1525016 h 1525016"/>
                    <a:gd name="connsiteX35" fmla="*/ 17212 w 1522114"/>
                    <a:gd name="connsiteY35" fmla="*/ 1428750 h 1525016"/>
                    <a:gd name="connsiteX36" fmla="*/ 107001 w 1522114"/>
                    <a:gd name="connsiteY36" fmla="*/ 1207770 h 1525016"/>
                    <a:gd name="connsiteX37" fmla="*/ 216983 w 1522114"/>
                    <a:gd name="connsiteY37" fmla="*/ 1057275 h 1525016"/>
                    <a:gd name="connsiteX38" fmla="*/ 304867 w 1522114"/>
                    <a:gd name="connsiteY38" fmla="*/ 955675 h 1525016"/>
                    <a:gd name="connsiteX39" fmla="*/ 391481 w 1522114"/>
                    <a:gd name="connsiteY39" fmla="*/ 921512 h 1525016"/>
                    <a:gd name="connsiteX40" fmla="*/ 252924 w 1522114"/>
                    <a:gd name="connsiteY40" fmla="*/ 841375 h 1525016"/>
                    <a:gd name="connsiteX41" fmla="*/ 138243 w 1522114"/>
                    <a:gd name="connsiteY41" fmla="*/ 726186 h 1525016"/>
                    <a:gd name="connsiteX42" fmla="*/ 83633 w 1522114"/>
                    <a:gd name="connsiteY42" fmla="*/ 643636 h 1525016"/>
                    <a:gd name="connsiteX43" fmla="*/ 139767 w 1522114"/>
                    <a:gd name="connsiteY43" fmla="*/ 409829 h 1525016"/>
                    <a:gd name="connsiteX44" fmla="*/ 413198 w 1522114"/>
                    <a:gd name="connsiteY44" fmla="*/ 163322 h 1525016"/>
                    <a:gd name="connsiteX45" fmla="*/ 730698 w 1522114"/>
                    <a:gd name="connsiteY45" fmla="*/ 160020 h 1525016"/>
                    <a:gd name="connsiteX46" fmla="*/ 944058 w 1522114"/>
                    <a:gd name="connsiteY46" fmla="*/ 286131 h 1525016"/>
                    <a:gd name="connsiteX47" fmla="*/ 1076900 w 1522114"/>
                    <a:gd name="connsiteY47" fmla="*/ 0 h 1525016"/>
                    <a:gd name="connsiteX48" fmla="*/ 971617 w 1522114"/>
                    <a:gd name="connsiteY48" fmla="*/ 322072 h 1525016"/>
                    <a:gd name="connsiteX49" fmla="*/ 1070423 w 1522114"/>
                    <a:gd name="connsiteY49" fmla="*/ 477139 h 1525016"/>
                    <a:gd name="connsiteX50" fmla="*/ 1107507 w 1522114"/>
                    <a:gd name="connsiteY50" fmla="*/ 581152 h 1525016"/>
                    <a:gd name="connsiteX51" fmla="*/ 175327 w 1522114"/>
                    <a:gd name="connsiteY51" fmla="*/ 393700 h 1525016"/>
                    <a:gd name="connsiteX52" fmla="*/ 227270 w 1522114"/>
                    <a:gd name="connsiteY52" fmla="*/ 410845 h 1525016"/>
                    <a:gd name="connsiteX53" fmla="*/ 284801 w 1522114"/>
                    <a:gd name="connsiteY53" fmla="*/ 565785 h 1525016"/>
                    <a:gd name="connsiteX54" fmla="*/ 256607 w 1522114"/>
                    <a:gd name="connsiteY54" fmla="*/ 706120 h 1525016"/>
                    <a:gd name="connsiteX55" fmla="*/ 204283 w 1522114"/>
                    <a:gd name="connsiteY55" fmla="*/ 752856 h 1525016"/>
                    <a:gd name="connsiteX56" fmla="*/ 615128 w 1522114"/>
                    <a:gd name="connsiteY56" fmla="*/ 929132 h 1525016"/>
                    <a:gd name="connsiteX57" fmla="*/ 979491 w 1522114"/>
                    <a:gd name="connsiteY57" fmla="*/ 756793 h 1525016"/>
                    <a:gd name="connsiteX58" fmla="*/ 1018353 w 1522114"/>
                    <a:gd name="connsiteY58" fmla="*/ 462788 h 1525016"/>
                    <a:gd name="connsiteX59" fmla="*/ 672151 w 1522114"/>
                    <a:gd name="connsiteY59" fmla="*/ 173863 h 1525016"/>
                    <a:gd name="connsiteX60" fmla="*/ 175327 w 1522114"/>
                    <a:gd name="connsiteY60" fmla="*/ 393700 h 1525016"/>
                    <a:gd name="connsiteX61" fmla="*/ 159833 w 1522114"/>
                    <a:gd name="connsiteY61" fmla="*/ 429006 h 1525016"/>
                    <a:gd name="connsiteX62" fmla="*/ 104588 w 1522114"/>
                    <a:gd name="connsiteY62" fmla="*/ 617220 h 1525016"/>
                    <a:gd name="connsiteX63" fmla="*/ 197679 w 1522114"/>
                    <a:gd name="connsiteY63" fmla="*/ 723265 h 1525016"/>
                    <a:gd name="connsiteX64" fmla="*/ 250892 w 1522114"/>
                    <a:gd name="connsiteY64" fmla="*/ 641477 h 1525016"/>
                    <a:gd name="connsiteX65" fmla="*/ 234636 w 1522114"/>
                    <a:gd name="connsiteY65" fmla="*/ 465709 h 1525016"/>
                    <a:gd name="connsiteX66" fmla="*/ 159833 w 1522114"/>
                    <a:gd name="connsiteY66" fmla="*/ 429006 h 1525016"/>
                    <a:gd name="connsiteX67" fmla="*/ 1052135 w 1522114"/>
                    <a:gd name="connsiteY67" fmla="*/ 487172 h 1525016"/>
                    <a:gd name="connsiteX68" fmla="*/ 1041086 w 1522114"/>
                    <a:gd name="connsiteY68" fmla="*/ 696214 h 1525016"/>
                    <a:gd name="connsiteX69" fmla="*/ 1052135 w 1522114"/>
                    <a:gd name="connsiteY69" fmla="*/ 487172 h 1525016"/>
                    <a:gd name="connsiteX70" fmla="*/ 441011 w 1522114"/>
                    <a:gd name="connsiteY70" fmla="*/ 934085 h 1525016"/>
                    <a:gd name="connsiteX71" fmla="*/ 658816 w 1522114"/>
                    <a:gd name="connsiteY71" fmla="*/ 967740 h 1525016"/>
                    <a:gd name="connsiteX72" fmla="*/ 569154 w 1522114"/>
                    <a:gd name="connsiteY72" fmla="*/ 951738 h 1525016"/>
                    <a:gd name="connsiteX73" fmla="*/ 441011 w 1522114"/>
                    <a:gd name="connsiteY73" fmla="*/ 934085 h 1525016"/>
                    <a:gd name="connsiteX74" fmla="*/ 303597 w 1522114"/>
                    <a:gd name="connsiteY74" fmla="*/ 984631 h 1525016"/>
                    <a:gd name="connsiteX75" fmla="*/ 288992 w 1522114"/>
                    <a:gd name="connsiteY75" fmla="*/ 1014222 h 1525016"/>
                    <a:gd name="connsiteX76" fmla="*/ 345380 w 1522114"/>
                    <a:gd name="connsiteY76" fmla="*/ 1064641 h 1525016"/>
                    <a:gd name="connsiteX77" fmla="*/ 332934 w 1522114"/>
                    <a:gd name="connsiteY77" fmla="*/ 1222502 h 1525016"/>
                    <a:gd name="connsiteX78" fmla="*/ 384369 w 1522114"/>
                    <a:gd name="connsiteY78" fmla="*/ 1151001 h 1525016"/>
                    <a:gd name="connsiteX79" fmla="*/ 303597 w 1522114"/>
                    <a:gd name="connsiteY79" fmla="*/ 984631 h 1525016"/>
                    <a:gd name="connsiteX80" fmla="*/ 1154370 w 1522114"/>
                    <a:gd name="connsiteY80" fmla="*/ 1103757 h 1525016"/>
                    <a:gd name="connsiteX81" fmla="*/ 1130875 w 1522114"/>
                    <a:gd name="connsiteY81" fmla="*/ 1296797 h 1525016"/>
                    <a:gd name="connsiteX82" fmla="*/ 1261431 w 1522114"/>
                    <a:gd name="connsiteY82" fmla="*/ 1352423 h 1525016"/>
                    <a:gd name="connsiteX83" fmla="*/ 1374969 w 1522114"/>
                    <a:gd name="connsiteY83" fmla="*/ 1363853 h 1525016"/>
                    <a:gd name="connsiteX84" fmla="*/ 1357316 w 1522114"/>
                    <a:gd name="connsiteY84" fmla="*/ 1335151 h 1525016"/>
                    <a:gd name="connsiteX85" fmla="*/ 1258637 w 1522114"/>
                    <a:gd name="connsiteY85" fmla="*/ 1275588 h 1525016"/>
                    <a:gd name="connsiteX86" fmla="*/ 1445581 w 1522114"/>
                    <a:gd name="connsiteY86" fmla="*/ 1318895 h 1525016"/>
                    <a:gd name="connsiteX87" fmla="*/ 1403163 w 1522114"/>
                    <a:gd name="connsiteY87" fmla="*/ 1266317 h 1525016"/>
                    <a:gd name="connsiteX88" fmla="*/ 1296229 w 1522114"/>
                    <a:gd name="connsiteY88" fmla="*/ 1221359 h 1525016"/>
                    <a:gd name="connsiteX89" fmla="*/ 1489269 w 1522114"/>
                    <a:gd name="connsiteY89" fmla="*/ 1249045 h 1525016"/>
                    <a:gd name="connsiteX90" fmla="*/ 1491174 w 1522114"/>
                    <a:gd name="connsiteY90" fmla="*/ 1229233 h 1525016"/>
                    <a:gd name="connsiteX91" fmla="*/ 1235269 w 1522114"/>
                    <a:gd name="connsiteY91" fmla="*/ 1137285 h 1525016"/>
                    <a:gd name="connsiteX92" fmla="*/ 1341060 w 1522114"/>
                    <a:gd name="connsiteY92" fmla="*/ 1060831 h 1525016"/>
                    <a:gd name="connsiteX93" fmla="*/ 1301944 w 1522114"/>
                    <a:gd name="connsiteY93" fmla="*/ 1021842 h 1525016"/>
                    <a:gd name="connsiteX94" fmla="*/ 1154370 w 1522114"/>
                    <a:gd name="connsiteY94" fmla="*/ 1103757 h 1525016"/>
                    <a:gd name="connsiteX95" fmla="*/ 857063 w 1522114"/>
                    <a:gd name="connsiteY95" fmla="*/ 1070610 h 1525016"/>
                    <a:gd name="connsiteX96" fmla="*/ 878272 w 1522114"/>
                    <a:gd name="connsiteY96" fmla="*/ 1189990 h 1525016"/>
                    <a:gd name="connsiteX97" fmla="*/ 905704 w 1522114"/>
                    <a:gd name="connsiteY97" fmla="*/ 1429893 h 1525016"/>
                    <a:gd name="connsiteX98" fmla="*/ 1188660 w 1522114"/>
                    <a:gd name="connsiteY98" fmla="*/ 1363472 h 1525016"/>
                    <a:gd name="connsiteX99" fmla="*/ 1073344 w 1522114"/>
                    <a:gd name="connsiteY99" fmla="*/ 1189355 h 1525016"/>
                    <a:gd name="connsiteX100" fmla="*/ 973522 w 1522114"/>
                    <a:gd name="connsiteY100" fmla="*/ 1327277 h 1525016"/>
                    <a:gd name="connsiteX101" fmla="*/ 945201 w 1522114"/>
                    <a:gd name="connsiteY101" fmla="*/ 1376680 h 1525016"/>
                    <a:gd name="connsiteX102" fmla="*/ 974665 w 1522114"/>
                    <a:gd name="connsiteY102" fmla="*/ 1255903 h 1525016"/>
                    <a:gd name="connsiteX103" fmla="*/ 857063 w 1522114"/>
                    <a:gd name="connsiteY103" fmla="*/ 1070610 h 1525016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4058 w 1522114"/>
                    <a:gd name="connsiteY46" fmla="*/ 143947 h 1382832"/>
                    <a:gd name="connsiteX47" fmla="*/ 971617 w 1522114"/>
                    <a:gd name="connsiteY47" fmla="*/ 179888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4058 w 1522114"/>
                    <a:gd name="connsiteY46" fmla="*/ 143947 h 1382832"/>
                    <a:gd name="connsiteX47" fmla="*/ 1053234 w 1522114"/>
                    <a:gd name="connsiteY47" fmla="*/ 174057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4058 w 1522114"/>
                    <a:gd name="connsiteY46" fmla="*/ 143947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229733 w 1522114"/>
                    <a:gd name="connsiteY49" fmla="*/ 384357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063298 w 1522114"/>
                    <a:gd name="connsiteY49" fmla="*/ 269933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021689 w 1522114"/>
                    <a:gd name="connsiteY49" fmla="*/ 212721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75327 w 1522114"/>
                    <a:gd name="connsiteY49" fmla="*/ 251516 h 1382832"/>
                    <a:gd name="connsiteX50" fmla="*/ 227270 w 1522114"/>
                    <a:gd name="connsiteY50" fmla="*/ 268661 h 1382832"/>
                    <a:gd name="connsiteX51" fmla="*/ 284801 w 1522114"/>
                    <a:gd name="connsiteY51" fmla="*/ 423601 h 1382832"/>
                    <a:gd name="connsiteX52" fmla="*/ 256607 w 1522114"/>
                    <a:gd name="connsiteY52" fmla="*/ 563936 h 1382832"/>
                    <a:gd name="connsiteX53" fmla="*/ 204283 w 1522114"/>
                    <a:gd name="connsiteY53" fmla="*/ 610672 h 1382832"/>
                    <a:gd name="connsiteX54" fmla="*/ 615128 w 1522114"/>
                    <a:gd name="connsiteY54" fmla="*/ 786948 h 1382832"/>
                    <a:gd name="connsiteX55" fmla="*/ 979491 w 1522114"/>
                    <a:gd name="connsiteY55" fmla="*/ 614609 h 1382832"/>
                    <a:gd name="connsiteX56" fmla="*/ 1018353 w 1522114"/>
                    <a:gd name="connsiteY56" fmla="*/ 320604 h 1382832"/>
                    <a:gd name="connsiteX57" fmla="*/ 672151 w 1522114"/>
                    <a:gd name="connsiteY57" fmla="*/ 31679 h 1382832"/>
                    <a:gd name="connsiteX58" fmla="*/ 175327 w 1522114"/>
                    <a:gd name="connsiteY58" fmla="*/ 251516 h 1382832"/>
                    <a:gd name="connsiteX59" fmla="*/ 159833 w 1522114"/>
                    <a:gd name="connsiteY59" fmla="*/ 286822 h 1382832"/>
                    <a:gd name="connsiteX60" fmla="*/ 104588 w 1522114"/>
                    <a:gd name="connsiteY60" fmla="*/ 475036 h 1382832"/>
                    <a:gd name="connsiteX61" fmla="*/ 197679 w 1522114"/>
                    <a:gd name="connsiteY61" fmla="*/ 581081 h 1382832"/>
                    <a:gd name="connsiteX62" fmla="*/ 250892 w 1522114"/>
                    <a:gd name="connsiteY62" fmla="*/ 499293 h 1382832"/>
                    <a:gd name="connsiteX63" fmla="*/ 234636 w 1522114"/>
                    <a:gd name="connsiteY63" fmla="*/ 323525 h 1382832"/>
                    <a:gd name="connsiteX64" fmla="*/ 159833 w 1522114"/>
                    <a:gd name="connsiteY64" fmla="*/ 286822 h 1382832"/>
                    <a:gd name="connsiteX65" fmla="*/ 1052135 w 1522114"/>
                    <a:gd name="connsiteY65" fmla="*/ 344988 h 1382832"/>
                    <a:gd name="connsiteX66" fmla="*/ 1041086 w 1522114"/>
                    <a:gd name="connsiteY66" fmla="*/ 554030 h 1382832"/>
                    <a:gd name="connsiteX67" fmla="*/ 1052135 w 1522114"/>
                    <a:gd name="connsiteY67" fmla="*/ 344988 h 1382832"/>
                    <a:gd name="connsiteX68" fmla="*/ 441011 w 1522114"/>
                    <a:gd name="connsiteY68" fmla="*/ 791901 h 1382832"/>
                    <a:gd name="connsiteX69" fmla="*/ 658816 w 1522114"/>
                    <a:gd name="connsiteY69" fmla="*/ 825556 h 1382832"/>
                    <a:gd name="connsiteX70" fmla="*/ 569154 w 1522114"/>
                    <a:gd name="connsiteY70" fmla="*/ 809554 h 1382832"/>
                    <a:gd name="connsiteX71" fmla="*/ 441011 w 1522114"/>
                    <a:gd name="connsiteY71" fmla="*/ 791901 h 1382832"/>
                    <a:gd name="connsiteX72" fmla="*/ 303597 w 1522114"/>
                    <a:gd name="connsiteY72" fmla="*/ 842447 h 1382832"/>
                    <a:gd name="connsiteX73" fmla="*/ 288992 w 1522114"/>
                    <a:gd name="connsiteY73" fmla="*/ 872038 h 1382832"/>
                    <a:gd name="connsiteX74" fmla="*/ 345380 w 1522114"/>
                    <a:gd name="connsiteY74" fmla="*/ 922457 h 1382832"/>
                    <a:gd name="connsiteX75" fmla="*/ 332934 w 1522114"/>
                    <a:gd name="connsiteY75" fmla="*/ 1080318 h 1382832"/>
                    <a:gd name="connsiteX76" fmla="*/ 384369 w 1522114"/>
                    <a:gd name="connsiteY76" fmla="*/ 1008817 h 1382832"/>
                    <a:gd name="connsiteX77" fmla="*/ 303597 w 1522114"/>
                    <a:gd name="connsiteY77" fmla="*/ 842447 h 1382832"/>
                    <a:gd name="connsiteX78" fmla="*/ 1154370 w 1522114"/>
                    <a:gd name="connsiteY78" fmla="*/ 961573 h 1382832"/>
                    <a:gd name="connsiteX79" fmla="*/ 1130875 w 1522114"/>
                    <a:gd name="connsiteY79" fmla="*/ 1154613 h 1382832"/>
                    <a:gd name="connsiteX80" fmla="*/ 1261431 w 1522114"/>
                    <a:gd name="connsiteY80" fmla="*/ 1210239 h 1382832"/>
                    <a:gd name="connsiteX81" fmla="*/ 1374969 w 1522114"/>
                    <a:gd name="connsiteY81" fmla="*/ 1221669 h 1382832"/>
                    <a:gd name="connsiteX82" fmla="*/ 1357316 w 1522114"/>
                    <a:gd name="connsiteY82" fmla="*/ 1192967 h 1382832"/>
                    <a:gd name="connsiteX83" fmla="*/ 1258637 w 1522114"/>
                    <a:gd name="connsiteY83" fmla="*/ 1133404 h 1382832"/>
                    <a:gd name="connsiteX84" fmla="*/ 1445581 w 1522114"/>
                    <a:gd name="connsiteY84" fmla="*/ 1176711 h 1382832"/>
                    <a:gd name="connsiteX85" fmla="*/ 1403163 w 1522114"/>
                    <a:gd name="connsiteY85" fmla="*/ 1124133 h 1382832"/>
                    <a:gd name="connsiteX86" fmla="*/ 1296229 w 1522114"/>
                    <a:gd name="connsiteY86" fmla="*/ 1079175 h 1382832"/>
                    <a:gd name="connsiteX87" fmla="*/ 1489269 w 1522114"/>
                    <a:gd name="connsiteY87" fmla="*/ 1106861 h 1382832"/>
                    <a:gd name="connsiteX88" fmla="*/ 1491174 w 1522114"/>
                    <a:gd name="connsiteY88" fmla="*/ 1087049 h 1382832"/>
                    <a:gd name="connsiteX89" fmla="*/ 1235269 w 1522114"/>
                    <a:gd name="connsiteY89" fmla="*/ 995101 h 1382832"/>
                    <a:gd name="connsiteX90" fmla="*/ 1341060 w 1522114"/>
                    <a:gd name="connsiteY90" fmla="*/ 918647 h 1382832"/>
                    <a:gd name="connsiteX91" fmla="*/ 1301944 w 1522114"/>
                    <a:gd name="connsiteY91" fmla="*/ 879658 h 1382832"/>
                    <a:gd name="connsiteX92" fmla="*/ 1154370 w 1522114"/>
                    <a:gd name="connsiteY92" fmla="*/ 961573 h 1382832"/>
                    <a:gd name="connsiteX93" fmla="*/ 857063 w 1522114"/>
                    <a:gd name="connsiteY93" fmla="*/ 928426 h 1382832"/>
                    <a:gd name="connsiteX94" fmla="*/ 878272 w 1522114"/>
                    <a:gd name="connsiteY94" fmla="*/ 1047806 h 1382832"/>
                    <a:gd name="connsiteX95" fmla="*/ 905704 w 1522114"/>
                    <a:gd name="connsiteY95" fmla="*/ 1287709 h 1382832"/>
                    <a:gd name="connsiteX96" fmla="*/ 1188660 w 1522114"/>
                    <a:gd name="connsiteY96" fmla="*/ 1221288 h 1382832"/>
                    <a:gd name="connsiteX97" fmla="*/ 1073344 w 1522114"/>
                    <a:gd name="connsiteY97" fmla="*/ 1047171 h 1382832"/>
                    <a:gd name="connsiteX98" fmla="*/ 973522 w 1522114"/>
                    <a:gd name="connsiteY98" fmla="*/ 1185093 h 1382832"/>
                    <a:gd name="connsiteX99" fmla="*/ 945201 w 1522114"/>
                    <a:gd name="connsiteY99" fmla="*/ 1234496 h 1382832"/>
                    <a:gd name="connsiteX100" fmla="*/ 974665 w 1522114"/>
                    <a:gd name="connsiteY100" fmla="*/ 1113719 h 1382832"/>
                    <a:gd name="connsiteX101" fmla="*/ 857063 w 1522114"/>
                    <a:gd name="connsiteY101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52135 w 1522114"/>
                    <a:gd name="connsiteY63" fmla="*/ 34498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4498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52135 w 1522114"/>
                    <a:gd name="connsiteY63" fmla="*/ 34498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36532 w 1522114"/>
                    <a:gd name="connsiteY63" fmla="*/ 34498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153556 w 1522114"/>
                    <a:gd name="connsiteY63" fmla="*/ 339787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171760 w 1522114"/>
                    <a:gd name="connsiteY63" fmla="*/ 43860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36532 w 1522114"/>
                    <a:gd name="connsiteY63" fmla="*/ 21496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955915 w 1522114"/>
                    <a:gd name="connsiteY63" fmla="*/ 16555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955915 w 1522114"/>
                    <a:gd name="connsiteY63" fmla="*/ 16555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955915 w 1522114"/>
                    <a:gd name="connsiteY63" fmla="*/ 16555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202966 w 1522114"/>
                    <a:gd name="connsiteY63" fmla="*/ 29557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41086 w 1522114"/>
                    <a:gd name="connsiteY63" fmla="*/ 554030 h 1382832"/>
                    <a:gd name="connsiteX64" fmla="*/ 1052135 w 1522114"/>
                    <a:gd name="connsiteY64" fmla="*/ 394398 h 1382832"/>
                    <a:gd name="connsiteX65" fmla="*/ 441011 w 1522114"/>
                    <a:gd name="connsiteY65" fmla="*/ 791901 h 1382832"/>
                    <a:gd name="connsiteX66" fmla="*/ 658816 w 1522114"/>
                    <a:gd name="connsiteY66" fmla="*/ 825556 h 1382832"/>
                    <a:gd name="connsiteX67" fmla="*/ 569154 w 1522114"/>
                    <a:gd name="connsiteY67" fmla="*/ 809554 h 1382832"/>
                    <a:gd name="connsiteX68" fmla="*/ 441011 w 1522114"/>
                    <a:gd name="connsiteY68" fmla="*/ 791901 h 1382832"/>
                    <a:gd name="connsiteX69" fmla="*/ 303597 w 1522114"/>
                    <a:gd name="connsiteY69" fmla="*/ 842447 h 1382832"/>
                    <a:gd name="connsiteX70" fmla="*/ 288992 w 1522114"/>
                    <a:gd name="connsiteY70" fmla="*/ 872038 h 1382832"/>
                    <a:gd name="connsiteX71" fmla="*/ 345380 w 1522114"/>
                    <a:gd name="connsiteY71" fmla="*/ 922457 h 1382832"/>
                    <a:gd name="connsiteX72" fmla="*/ 332934 w 1522114"/>
                    <a:gd name="connsiteY72" fmla="*/ 1080318 h 1382832"/>
                    <a:gd name="connsiteX73" fmla="*/ 384369 w 1522114"/>
                    <a:gd name="connsiteY73" fmla="*/ 1008817 h 1382832"/>
                    <a:gd name="connsiteX74" fmla="*/ 303597 w 1522114"/>
                    <a:gd name="connsiteY74" fmla="*/ 842447 h 1382832"/>
                    <a:gd name="connsiteX75" fmla="*/ 1154370 w 1522114"/>
                    <a:gd name="connsiteY75" fmla="*/ 961573 h 1382832"/>
                    <a:gd name="connsiteX76" fmla="*/ 1130875 w 1522114"/>
                    <a:gd name="connsiteY76" fmla="*/ 1154613 h 1382832"/>
                    <a:gd name="connsiteX77" fmla="*/ 1261431 w 1522114"/>
                    <a:gd name="connsiteY77" fmla="*/ 1210239 h 1382832"/>
                    <a:gd name="connsiteX78" fmla="*/ 1374969 w 1522114"/>
                    <a:gd name="connsiteY78" fmla="*/ 1221669 h 1382832"/>
                    <a:gd name="connsiteX79" fmla="*/ 1357316 w 1522114"/>
                    <a:gd name="connsiteY79" fmla="*/ 1192967 h 1382832"/>
                    <a:gd name="connsiteX80" fmla="*/ 1258637 w 1522114"/>
                    <a:gd name="connsiteY80" fmla="*/ 1133404 h 1382832"/>
                    <a:gd name="connsiteX81" fmla="*/ 1445581 w 1522114"/>
                    <a:gd name="connsiteY81" fmla="*/ 1176711 h 1382832"/>
                    <a:gd name="connsiteX82" fmla="*/ 1403163 w 1522114"/>
                    <a:gd name="connsiteY82" fmla="*/ 1124133 h 1382832"/>
                    <a:gd name="connsiteX83" fmla="*/ 1296229 w 1522114"/>
                    <a:gd name="connsiteY83" fmla="*/ 1079175 h 1382832"/>
                    <a:gd name="connsiteX84" fmla="*/ 1489269 w 1522114"/>
                    <a:gd name="connsiteY84" fmla="*/ 1106861 h 1382832"/>
                    <a:gd name="connsiteX85" fmla="*/ 1491174 w 1522114"/>
                    <a:gd name="connsiteY85" fmla="*/ 1087049 h 1382832"/>
                    <a:gd name="connsiteX86" fmla="*/ 1235269 w 1522114"/>
                    <a:gd name="connsiteY86" fmla="*/ 995101 h 1382832"/>
                    <a:gd name="connsiteX87" fmla="*/ 1341060 w 1522114"/>
                    <a:gd name="connsiteY87" fmla="*/ 918647 h 1382832"/>
                    <a:gd name="connsiteX88" fmla="*/ 1301944 w 1522114"/>
                    <a:gd name="connsiteY88" fmla="*/ 879658 h 1382832"/>
                    <a:gd name="connsiteX89" fmla="*/ 1154370 w 1522114"/>
                    <a:gd name="connsiteY89" fmla="*/ 961573 h 1382832"/>
                    <a:gd name="connsiteX90" fmla="*/ 857063 w 1522114"/>
                    <a:gd name="connsiteY90" fmla="*/ 928426 h 1382832"/>
                    <a:gd name="connsiteX91" fmla="*/ 878272 w 1522114"/>
                    <a:gd name="connsiteY91" fmla="*/ 1047806 h 1382832"/>
                    <a:gd name="connsiteX92" fmla="*/ 905704 w 1522114"/>
                    <a:gd name="connsiteY92" fmla="*/ 1287709 h 1382832"/>
                    <a:gd name="connsiteX93" fmla="*/ 1188660 w 1522114"/>
                    <a:gd name="connsiteY93" fmla="*/ 1221288 h 1382832"/>
                    <a:gd name="connsiteX94" fmla="*/ 1073344 w 1522114"/>
                    <a:gd name="connsiteY94" fmla="*/ 1047171 h 1382832"/>
                    <a:gd name="connsiteX95" fmla="*/ 973522 w 1522114"/>
                    <a:gd name="connsiteY95" fmla="*/ 1185093 h 1382832"/>
                    <a:gd name="connsiteX96" fmla="*/ 945201 w 1522114"/>
                    <a:gd name="connsiteY96" fmla="*/ 1234496 h 1382832"/>
                    <a:gd name="connsiteX97" fmla="*/ 974665 w 1522114"/>
                    <a:gd name="connsiteY97" fmla="*/ 1113719 h 1382832"/>
                    <a:gd name="connsiteX98" fmla="*/ 857063 w 1522114"/>
                    <a:gd name="connsiteY98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949887 w 1522114"/>
                    <a:gd name="connsiteY47" fmla="*/ 155606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962889 w 1522114"/>
                    <a:gd name="connsiteY47" fmla="*/ 181611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38305 w 1522114"/>
                    <a:gd name="connsiteY47" fmla="*/ 31944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38305 w 1522114"/>
                    <a:gd name="connsiteY47" fmla="*/ 31944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38305 w 1522114"/>
                    <a:gd name="connsiteY47" fmla="*/ 31944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4736 w 1522114"/>
                    <a:gd name="connsiteY65" fmla="*/ 415202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491175"/>
                    <a:gd name="connsiteY0" fmla="*/ 471353 h 1382832"/>
                    <a:gd name="connsiteX1" fmla="*/ 1075122 w 1491175"/>
                    <a:gd name="connsiteY1" fmla="*/ 553776 h 1382832"/>
                    <a:gd name="connsiteX2" fmla="*/ 994858 w 1491175"/>
                    <a:gd name="connsiteY2" fmla="*/ 638104 h 1382832"/>
                    <a:gd name="connsiteX3" fmla="*/ 900370 w 1491175"/>
                    <a:gd name="connsiteY3" fmla="*/ 733100 h 1382832"/>
                    <a:gd name="connsiteX4" fmla="*/ 765623 w 1491175"/>
                    <a:gd name="connsiteY4" fmla="*/ 795330 h 1382832"/>
                    <a:gd name="connsiteX5" fmla="*/ 993715 w 1491175"/>
                    <a:gd name="connsiteY5" fmla="*/ 1098479 h 1382832"/>
                    <a:gd name="connsiteX6" fmla="*/ 1109666 w 1491175"/>
                    <a:gd name="connsiteY6" fmla="*/ 968558 h 1382832"/>
                    <a:gd name="connsiteX7" fmla="*/ 1283275 w 1491175"/>
                    <a:gd name="connsiteY7" fmla="*/ 857941 h 1382832"/>
                    <a:gd name="connsiteX8" fmla="*/ 1372810 w 1491175"/>
                    <a:gd name="connsiteY8" fmla="*/ 906074 h 1382832"/>
                    <a:gd name="connsiteX9" fmla="*/ 1290260 w 1491175"/>
                    <a:gd name="connsiteY9" fmla="*/ 991291 h 1382832"/>
                    <a:gd name="connsiteX10" fmla="*/ 1286974 w 1491175"/>
                    <a:gd name="connsiteY10" fmla="*/ 1024887 h 1382832"/>
                    <a:gd name="connsiteX11" fmla="*/ 1460440 w 1491175"/>
                    <a:gd name="connsiteY11" fmla="*/ 1137595 h 1382832"/>
                    <a:gd name="connsiteX12" fmla="*/ 1460821 w 1491175"/>
                    <a:gd name="connsiteY12" fmla="*/ 1185728 h 1382832"/>
                    <a:gd name="connsiteX13" fmla="*/ 1403163 w 1491175"/>
                    <a:gd name="connsiteY13" fmla="*/ 1206937 h 1382832"/>
                    <a:gd name="connsiteX14" fmla="*/ 1396686 w 1491175"/>
                    <a:gd name="connsiteY14" fmla="*/ 1237290 h 1382832"/>
                    <a:gd name="connsiteX15" fmla="*/ 1222569 w 1491175"/>
                    <a:gd name="connsiteY15" fmla="*/ 1229162 h 1382832"/>
                    <a:gd name="connsiteX16" fmla="*/ 1041340 w 1491175"/>
                    <a:gd name="connsiteY16" fmla="*/ 1330381 h 1382832"/>
                    <a:gd name="connsiteX17" fmla="*/ 907228 w 1491175"/>
                    <a:gd name="connsiteY17" fmla="*/ 1317300 h 1382832"/>
                    <a:gd name="connsiteX18" fmla="*/ 909260 w 1491175"/>
                    <a:gd name="connsiteY18" fmla="*/ 1373180 h 1382832"/>
                    <a:gd name="connsiteX19" fmla="*/ 884622 w 1491175"/>
                    <a:gd name="connsiteY19" fmla="*/ 1371656 h 1382832"/>
                    <a:gd name="connsiteX20" fmla="*/ 878780 w 1491175"/>
                    <a:gd name="connsiteY20" fmla="*/ 1297234 h 1382832"/>
                    <a:gd name="connsiteX21" fmla="*/ 820106 w 1491175"/>
                    <a:gd name="connsiteY21" fmla="*/ 891596 h 1382832"/>
                    <a:gd name="connsiteX22" fmla="*/ 747208 w 1491175"/>
                    <a:gd name="connsiteY22" fmla="*/ 818825 h 1382832"/>
                    <a:gd name="connsiteX23" fmla="*/ 424882 w 1491175"/>
                    <a:gd name="connsiteY23" fmla="*/ 817174 h 1382832"/>
                    <a:gd name="connsiteX24" fmla="*/ 337125 w 1491175"/>
                    <a:gd name="connsiteY24" fmla="*/ 819333 h 1382832"/>
                    <a:gd name="connsiteX25" fmla="*/ 407610 w 1491175"/>
                    <a:gd name="connsiteY25" fmla="*/ 1031169 h 1382832"/>
                    <a:gd name="connsiteX26" fmla="*/ 322774 w 1491175"/>
                    <a:gd name="connsiteY26" fmla="*/ 1110290 h 1382832"/>
                    <a:gd name="connsiteX27" fmla="*/ 288357 w 1491175"/>
                    <a:gd name="connsiteY27" fmla="*/ 1335588 h 1382832"/>
                    <a:gd name="connsiteX28" fmla="*/ 283023 w 1491175"/>
                    <a:gd name="connsiteY28" fmla="*/ 1371656 h 1382832"/>
                    <a:gd name="connsiteX29" fmla="*/ 259020 w 1491175"/>
                    <a:gd name="connsiteY29" fmla="*/ 1376355 h 1382832"/>
                    <a:gd name="connsiteX30" fmla="*/ 323409 w 1491175"/>
                    <a:gd name="connsiteY30" fmla="*/ 997006 h 1382832"/>
                    <a:gd name="connsiteX31" fmla="*/ 305629 w 1491175"/>
                    <a:gd name="connsiteY31" fmla="*/ 913186 h 1382832"/>
                    <a:gd name="connsiteX32" fmla="*/ 229556 w 1491175"/>
                    <a:gd name="connsiteY32" fmla="*/ 939348 h 1382832"/>
                    <a:gd name="connsiteX33" fmla="*/ 18228 w 1491175"/>
                    <a:gd name="connsiteY33" fmla="*/ 1370513 h 1382832"/>
                    <a:gd name="connsiteX34" fmla="*/ 2099 w 1491175"/>
                    <a:gd name="connsiteY34" fmla="*/ 1382832 h 1382832"/>
                    <a:gd name="connsiteX35" fmla="*/ 17212 w 1491175"/>
                    <a:gd name="connsiteY35" fmla="*/ 1286566 h 1382832"/>
                    <a:gd name="connsiteX36" fmla="*/ 107001 w 1491175"/>
                    <a:gd name="connsiteY36" fmla="*/ 1065586 h 1382832"/>
                    <a:gd name="connsiteX37" fmla="*/ 216983 w 1491175"/>
                    <a:gd name="connsiteY37" fmla="*/ 915091 h 1382832"/>
                    <a:gd name="connsiteX38" fmla="*/ 304867 w 1491175"/>
                    <a:gd name="connsiteY38" fmla="*/ 813491 h 1382832"/>
                    <a:gd name="connsiteX39" fmla="*/ 391481 w 1491175"/>
                    <a:gd name="connsiteY39" fmla="*/ 779328 h 1382832"/>
                    <a:gd name="connsiteX40" fmla="*/ 252924 w 1491175"/>
                    <a:gd name="connsiteY40" fmla="*/ 699191 h 1382832"/>
                    <a:gd name="connsiteX41" fmla="*/ 138243 w 1491175"/>
                    <a:gd name="connsiteY41" fmla="*/ 584002 h 1382832"/>
                    <a:gd name="connsiteX42" fmla="*/ 83633 w 1491175"/>
                    <a:gd name="connsiteY42" fmla="*/ 501452 h 1382832"/>
                    <a:gd name="connsiteX43" fmla="*/ 139767 w 1491175"/>
                    <a:gd name="connsiteY43" fmla="*/ 267645 h 1382832"/>
                    <a:gd name="connsiteX44" fmla="*/ 413198 w 1491175"/>
                    <a:gd name="connsiteY44" fmla="*/ 21138 h 1382832"/>
                    <a:gd name="connsiteX45" fmla="*/ 730698 w 1491175"/>
                    <a:gd name="connsiteY45" fmla="*/ 17836 h 1382832"/>
                    <a:gd name="connsiteX46" fmla="*/ 912643 w 1491175"/>
                    <a:gd name="connsiteY46" fmla="*/ 121183 h 1382832"/>
                    <a:gd name="connsiteX47" fmla="*/ 1056509 w 1491175"/>
                    <a:gd name="connsiteY47" fmla="*/ 366250 h 1382832"/>
                    <a:gd name="connsiteX48" fmla="*/ 175327 w 1491175"/>
                    <a:gd name="connsiteY48" fmla="*/ 251516 h 1382832"/>
                    <a:gd name="connsiteX49" fmla="*/ 227270 w 1491175"/>
                    <a:gd name="connsiteY49" fmla="*/ 268661 h 1382832"/>
                    <a:gd name="connsiteX50" fmla="*/ 284801 w 1491175"/>
                    <a:gd name="connsiteY50" fmla="*/ 423601 h 1382832"/>
                    <a:gd name="connsiteX51" fmla="*/ 256607 w 1491175"/>
                    <a:gd name="connsiteY51" fmla="*/ 563936 h 1382832"/>
                    <a:gd name="connsiteX52" fmla="*/ 204283 w 1491175"/>
                    <a:gd name="connsiteY52" fmla="*/ 610672 h 1382832"/>
                    <a:gd name="connsiteX53" fmla="*/ 615128 w 1491175"/>
                    <a:gd name="connsiteY53" fmla="*/ 786948 h 1382832"/>
                    <a:gd name="connsiteX54" fmla="*/ 979491 w 1491175"/>
                    <a:gd name="connsiteY54" fmla="*/ 614609 h 1382832"/>
                    <a:gd name="connsiteX55" fmla="*/ 1018353 w 1491175"/>
                    <a:gd name="connsiteY55" fmla="*/ 320604 h 1382832"/>
                    <a:gd name="connsiteX56" fmla="*/ 672151 w 1491175"/>
                    <a:gd name="connsiteY56" fmla="*/ 31679 h 1382832"/>
                    <a:gd name="connsiteX57" fmla="*/ 175327 w 1491175"/>
                    <a:gd name="connsiteY57" fmla="*/ 251516 h 1382832"/>
                    <a:gd name="connsiteX58" fmla="*/ 159833 w 1491175"/>
                    <a:gd name="connsiteY58" fmla="*/ 286822 h 1382832"/>
                    <a:gd name="connsiteX59" fmla="*/ 104588 w 1491175"/>
                    <a:gd name="connsiteY59" fmla="*/ 475036 h 1382832"/>
                    <a:gd name="connsiteX60" fmla="*/ 197679 w 1491175"/>
                    <a:gd name="connsiteY60" fmla="*/ 581081 h 1382832"/>
                    <a:gd name="connsiteX61" fmla="*/ 250892 w 1491175"/>
                    <a:gd name="connsiteY61" fmla="*/ 499293 h 1382832"/>
                    <a:gd name="connsiteX62" fmla="*/ 234636 w 1491175"/>
                    <a:gd name="connsiteY62" fmla="*/ 323525 h 1382832"/>
                    <a:gd name="connsiteX63" fmla="*/ 159833 w 1491175"/>
                    <a:gd name="connsiteY63" fmla="*/ 286822 h 1382832"/>
                    <a:gd name="connsiteX64" fmla="*/ 1041086 w 1491175"/>
                    <a:gd name="connsiteY64" fmla="*/ 554030 h 1382832"/>
                    <a:gd name="connsiteX65" fmla="*/ 1054736 w 1491175"/>
                    <a:gd name="connsiteY65" fmla="*/ 415202 h 1382832"/>
                    <a:gd name="connsiteX66" fmla="*/ 441011 w 1491175"/>
                    <a:gd name="connsiteY66" fmla="*/ 791901 h 1382832"/>
                    <a:gd name="connsiteX67" fmla="*/ 658816 w 1491175"/>
                    <a:gd name="connsiteY67" fmla="*/ 825556 h 1382832"/>
                    <a:gd name="connsiteX68" fmla="*/ 569154 w 1491175"/>
                    <a:gd name="connsiteY68" fmla="*/ 809554 h 1382832"/>
                    <a:gd name="connsiteX69" fmla="*/ 441011 w 1491175"/>
                    <a:gd name="connsiteY69" fmla="*/ 791901 h 1382832"/>
                    <a:gd name="connsiteX70" fmla="*/ 303597 w 1491175"/>
                    <a:gd name="connsiteY70" fmla="*/ 842447 h 1382832"/>
                    <a:gd name="connsiteX71" fmla="*/ 288992 w 1491175"/>
                    <a:gd name="connsiteY71" fmla="*/ 872038 h 1382832"/>
                    <a:gd name="connsiteX72" fmla="*/ 345380 w 1491175"/>
                    <a:gd name="connsiteY72" fmla="*/ 922457 h 1382832"/>
                    <a:gd name="connsiteX73" fmla="*/ 332934 w 1491175"/>
                    <a:gd name="connsiteY73" fmla="*/ 1080318 h 1382832"/>
                    <a:gd name="connsiteX74" fmla="*/ 384369 w 1491175"/>
                    <a:gd name="connsiteY74" fmla="*/ 1008817 h 1382832"/>
                    <a:gd name="connsiteX75" fmla="*/ 303597 w 1491175"/>
                    <a:gd name="connsiteY75" fmla="*/ 842447 h 1382832"/>
                    <a:gd name="connsiteX76" fmla="*/ 1154370 w 1491175"/>
                    <a:gd name="connsiteY76" fmla="*/ 961573 h 1382832"/>
                    <a:gd name="connsiteX77" fmla="*/ 1130875 w 1491175"/>
                    <a:gd name="connsiteY77" fmla="*/ 1154613 h 1382832"/>
                    <a:gd name="connsiteX78" fmla="*/ 1261431 w 1491175"/>
                    <a:gd name="connsiteY78" fmla="*/ 1210239 h 1382832"/>
                    <a:gd name="connsiteX79" fmla="*/ 1374969 w 1491175"/>
                    <a:gd name="connsiteY79" fmla="*/ 1221669 h 1382832"/>
                    <a:gd name="connsiteX80" fmla="*/ 1357316 w 1491175"/>
                    <a:gd name="connsiteY80" fmla="*/ 1192967 h 1382832"/>
                    <a:gd name="connsiteX81" fmla="*/ 1258637 w 1491175"/>
                    <a:gd name="connsiteY81" fmla="*/ 1133404 h 1382832"/>
                    <a:gd name="connsiteX82" fmla="*/ 1445581 w 1491175"/>
                    <a:gd name="connsiteY82" fmla="*/ 1176711 h 1382832"/>
                    <a:gd name="connsiteX83" fmla="*/ 1403163 w 1491175"/>
                    <a:gd name="connsiteY83" fmla="*/ 1124133 h 1382832"/>
                    <a:gd name="connsiteX84" fmla="*/ 1296229 w 1491175"/>
                    <a:gd name="connsiteY84" fmla="*/ 1079175 h 1382832"/>
                    <a:gd name="connsiteX85" fmla="*/ 1489269 w 1491175"/>
                    <a:gd name="connsiteY85" fmla="*/ 1106861 h 1382832"/>
                    <a:gd name="connsiteX86" fmla="*/ 1491174 w 1491175"/>
                    <a:gd name="connsiteY86" fmla="*/ 1087049 h 1382832"/>
                    <a:gd name="connsiteX87" fmla="*/ 1235269 w 1491175"/>
                    <a:gd name="connsiteY87" fmla="*/ 995101 h 1382832"/>
                    <a:gd name="connsiteX88" fmla="*/ 1341060 w 1491175"/>
                    <a:gd name="connsiteY88" fmla="*/ 918647 h 1382832"/>
                    <a:gd name="connsiteX89" fmla="*/ 1301944 w 1491175"/>
                    <a:gd name="connsiteY89" fmla="*/ 879658 h 1382832"/>
                    <a:gd name="connsiteX90" fmla="*/ 1154370 w 1491175"/>
                    <a:gd name="connsiteY90" fmla="*/ 961573 h 1382832"/>
                    <a:gd name="connsiteX91" fmla="*/ 857063 w 1491175"/>
                    <a:gd name="connsiteY91" fmla="*/ 928426 h 1382832"/>
                    <a:gd name="connsiteX92" fmla="*/ 878272 w 1491175"/>
                    <a:gd name="connsiteY92" fmla="*/ 1047806 h 1382832"/>
                    <a:gd name="connsiteX93" fmla="*/ 905704 w 1491175"/>
                    <a:gd name="connsiteY93" fmla="*/ 1287709 h 1382832"/>
                    <a:gd name="connsiteX94" fmla="*/ 1188660 w 1491175"/>
                    <a:gd name="connsiteY94" fmla="*/ 1221288 h 1382832"/>
                    <a:gd name="connsiteX95" fmla="*/ 1073344 w 1491175"/>
                    <a:gd name="connsiteY95" fmla="*/ 1047171 h 1382832"/>
                    <a:gd name="connsiteX96" fmla="*/ 973522 w 1491175"/>
                    <a:gd name="connsiteY96" fmla="*/ 1185093 h 1382832"/>
                    <a:gd name="connsiteX97" fmla="*/ 945201 w 1491175"/>
                    <a:gd name="connsiteY97" fmla="*/ 1234496 h 1382832"/>
                    <a:gd name="connsiteX98" fmla="*/ 974665 w 1491175"/>
                    <a:gd name="connsiteY98" fmla="*/ 1113719 h 1382832"/>
                    <a:gd name="connsiteX99" fmla="*/ 857063 w 1491175"/>
                    <a:gd name="connsiteY99" fmla="*/ 928426 h 1382832"/>
                    <a:gd name="connsiteX0" fmla="*/ 1100903 w 1489270"/>
                    <a:gd name="connsiteY0" fmla="*/ 471353 h 1382832"/>
                    <a:gd name="connsiteX1" fmla="*/ 1075122 w 1489270"/>
                    <a:gd name="connsiteY1" fmla="*/ 553776 h 1382832"/>
                    <a:gd name="connsiteX2" fmla="*/ 994858 w 1489270"/>
                    <a:gd name="connsiteY2" fmla="*/ 638104 h 1382832"/>
                    <a:gd name="connsiteX3" fmla="*/ 900370 w 1489270"/>
                    <a:gd name="connsiteY3" fmla="*/ 733100 h 1382832"/>
                    <a:gd name="connsiteX4" fmla="*/ 765623 w 1489270"/>
                    <a:gd name="connsiteY4" fmla="*/ 795330 h 1382832"/>
                    <a:gd name="connsiteX5" fmla="*/ 993715 w 1489270"/>
                    <a:gd name="connsiteY5" fmla="*/ 1098479 h 1382832"/>
                    <a:gd name="connsiteX6" fmla="*/ 1109666 w 1489270"/>
                    <a:gd name="connsiteY6" fmla="*/ 968558 h 1382832"/>
                    <a:gd name="connsiteX7" fmla="*/ 1283275 w 1489270"/>
                    <a:gd name="connsiteY7" fmla="*/ 857941 h 1382832"/>
                    <a:gd name="connsiteX8" fmla="*/ 1372810 w 1489270"/>
                    <a:gd name="connsiteY8" fmla="*/ 906074 h 1382832"/>
                    <a:gd name="connsiteX9" fmla="*/ 1290260 w 1489270"/>
                    <a:gd name="connsiteY9" fmla="*/ 991291 h 1382832"/>
                    <a:gd name="connsiteX10" fmla="*/ 1286974 w 1489270"/>
                    <a:gd name="connsiteY10" fmla="*/ 1024887 h 1382832"/>
                    <a:gd name="connsiteX11" fmla="*/ 1460440 w 1489270"/>
                    <a:gd name="connsiteY11" fmla="*/ 1137595 h 1382832"/>
                    <a:gd name="connsiteX12" fmla="*/ 1460821 w 1489270"/>
                    <a:gd name="connsiteY12" fmla="*/ 1185728 h 1382832"/>
                    <a:gd name="connsiteX13" fmla="*/ 1403163 w 1489270"/>
                    <a:gd name="connsiteY13" fmla="*/ 1206937 h 1382832"/>
                    <a:gd name="connsiteX14" fmla="*/ 1396686 w 1489270"/>
                    <a:gd name="connsiteY14" fmla="*/ 1237290 h 1382832"/>
                    <a:gd name="connsiteX15" fmla="*/ 1222569 w 1489270"/>
                    <a:gd name="connsiteY15" fmla="*/ 1229162 h 1382832"/>
                    <a:gd name="connsiteX16" fmla="*/ 1041340 w 1489270"/>
                    <a:gd name="connsiteY16" fmla="*/ 1330381 h 1382832"/>
                    <a:gd name="connsiteX17" fmla="*/ 907228 w 1489270"/>
                    <a:gd name="connsiteY17" fmla="*/ 1317300 h 1382832"/>
                    <a:gd name="connsiteX18" fmla="*/ 909260 w 1489270"/>
                    <a:gd name="connsiteY18" fmla="*/ 1373180 h 1382832"/>
                    <a:gd name="connsiteX19" fmla="*/ 884622 w 1489270"/>
                    <a:gd name="connsiteY19" fmla="*/ 1371656 h 1382832"/>
                    <a:gd name="connsiteX20" fmla="*/ 878780 w 1489270"/>
                    <a:gd name="connsiteY20" fmla="*/ 1297234 h 1382832"/>
                    <a:gd name="connsiteX21" fmla="*/ 820106 w 1489270"/>
                    <a:gd name="connsiteY21" fmla="*/ 891596 h 1382832"/>
                    <a:gd name="connsiteX22" fmla="*/ 747208 w 1489270"/>
                    <a:gd name="connsiteY22" fmla="*/ 818825 h 1382832"/>
                    <a:gd name="connsiteX23" fmla="*/ 424882 w 1489270"/>
                    <a:gd name="connsiteY23" fmla="*/ 817174 h 1382832"/>
                    <a:gd name="connsiteX24" fmla="*/ 337125 w 1489270"/>
                    <a:gd name="connsiteY24" fmla="*/ 819333 h 1382832"/>
                    <a:gd name="connsiteX25" fmla="*/ 407610 w 1489270"/>
                    <a:gd name="connsiteY25" fmla="*/ 1031169 h 1382832"/>
                    <a:gd name="connsiteX26" fmla="*/ 322774 w 1489270"/>
                    <a:gd name="connsiteY26" fmla="*/ 1110290 h 1382832"/>
                    <a:gd name="connsiteX27" fmla="*/ 288357 w 1489270"/>
                    <a:gd name="connsiteY27" fmla="*/ 1335588 h 1382832"/>
                    <a:gd name="connsiteX28" fmla="*/ 283023 w 1489270"/>
                    <a:gd name="connsiteY28" fmla="*/ 1371656 h 1382832"/>
                    <a:gd name="connsiteX29" fmla="*/ 259020 w 1489270"/>
                    <a:gd name="connsiteY29" fmla="*/ 1376355 h 1382832"/>
                    <a:gd name="connsiteX30" fmla="*/ 323409 w 1489270"/>
                    <a:gd name="connsiteY30" fmla="*/ 997006 h 1382832"/>
                    <a:gd name="connsiteX31" fmla="*/ 305629 w 1489270"/>
                    <a:gd name="connsiteY31" fmla="*/ 913186 h 1382832"/>
                    <a:gd name="connsiteX32" fmla="*/ 229556 w 1489270"/>
                    <a:gd name="connsiteY32" fmla="*/ 939348 h 1382832"/>
                    <a:gd name="connsiteX33" fmla="*/ 18228 w 1489270"/>
                    <a:gd name="connsiteY33" fmla="*/ 1370513 h 1382832"/>
                    <a:gd name="connsiteX34" fmla="*/ 2099 w 1489270"/>
                    <a:gd name="connsiteY34" fmla="*/ 1382832 h 1382832"/>
                    <a:gd name="connsiteX35" fmla="*/ 17212 w 1489270"/>
                    <a:gd name="connsiteY35" fmla="*/ 1286566 h 1382832"/>
                    <a:gd name="connsiteX36" fmla="*/ 107001 w 1489270"/>
                    <a:gd name="connsiteY36" fmla="*/ 1065586 h 1382832"/>
                    <a:gd name="connsiteX37" fmla="*/ 216983 w 1489270"/>
                    <a:gd name="connsiteY37" fmla="*/ 915091 h 1382832"/>
                    <a:gd name="connsiteX38" fmla="*/ 304867 w 1489270"/>
                    <a:gd name="connsiteY38" fmla="*/ 813491 h 1382832"/>
                    <a:gd name="connsiteX39" fmla="*/ 391481 w 1489270"/>
                    <a:gd name="connsiteY39" fmla="*/ 779328 h 1382832"/>
                    <a:gd name="connsiteX40" fmla="*/ 252924 w 1489270"/>
                    <a:gd name="connsiteY40" fmla="*/ 699191 h 1382832"/>
                    <a:gd name="connsiteX41" fmla="*/ 138243 w 1489270"/>
                    <a:gd name="connsiteY41" fmla="*/ 584002 h 1382832"/>
                    <a:gd name="connsiteX42" fmla="*/ 83633 w 1489270"/>
                    <a:gd name="connsiteY42" fmla="*/ 501452 h 1382832"/>
                    <a:gd name="connsiteX43" fmla="*/ 139767 w 1489270"/>
                    <a:gd name="connsiteY43" fmla="*/ 267645 h 1382832"/>
                    <a:gd name="connsiteX44" fmla="*/ 413198 w 1489270"/>
                    <a:gd name="connsiteY44" fmla="*/ 21138 h 1382832"/>
                    <a:gd name="connsiteX45" fmla="*/ 730698 w 1489270"/>
                    <a:gd name="connsiteY45" fmla="*/ 17836 h 1382832"/>
                    <a:gd name="connsiteX46" fmla="*/ 912643 w 1489270"/>
                    <a:gd name="connsiteY46" fmla="*/ 121183 h 1382832"/>
                    <a:gd name="connsiteX47" fmla="*/ 1056509 w 1489270"/>
                    <a:gd name="connsiteY47" fmla="*/ 366250 h 1382832"/>
                    <a:gd name="connsiteX48" fmla="*/ 175327 w 1489270"/>
                    <a:gd name="connsiteY48" fmla="*/ 251516 h 1382832"/>
                    <a:gd name="connsiteX49" fmla="*/ 227270 w 1489270"/>
                    <a:gd name="connsiteY49" fmla="*/ 268661 h 1382832"/>
                    <a:gd name="connsiteX50" fmla="*/ 284801 w 1489270"/>
                    <a:gd name="connsiteY50" fmla="*/ 423601 h 1382832"/>
                    <a:gd name="connsiteX51" fmla="*/ 256607 w 1489270"/>
                    <a:gd name="connsiteY51" fmla="*/ 563936 h 1382832"/>
                    <a:gd name="connsiteX52" fmla="*/ 204283 w 1489270"/>
                    <a:gd name="connsiteY52" fmla="*/ 610672 h 1382832"/>
                    <a:gd name="connsiteX53" fmla="*/ 615128 w 1489270"/>
                    <a:gd name="connsiteY53" fmla="*/ 786948 h 1382832"/>
                    <a:gd name="connsiteX54" fmla="*/ 979491 w 1489270"/>
                    <a:gd name="connsiteY54" fmla="*/ 614609 h 1382832"/>
                    <a:gd name="connsiteX55" fmla="*/ 1018353 w 1489270"/>
                    <a:gd name="connsiteY55" fmla="*/ 320604 h 1382832"/>
                    <a:gd name="connsiteX56" fmla="*/ 672151 w 1489270"/>
                    <a:gd name="connsiteY56" fmla="*/ 31679 h 1382832"/>
                    <a:gd name="connsiteX57" fmla="*/ 175327 w 1489270"/>
                    <a:gd name="connsiteY57" fmla="*/ 251516 h 1382832"/>
                    <a:gd name="connsiteX58" fmla="*/ 159833 w 1489270"/>
                    <a:gd name="connsiteY58" fmla="*/ 286822 h 1382832"/>
                    <a:gd name="connsiteX59" fmla="*/ 104588 w 1489270"/>
                    <a:gd name="connsiteY59" fmla="*/ 475036 h 1382832"/>
                    <a:gd name="connsiteX60" fmla="*/ 197679 w 1489270"/>
                    <a:gd name="connsiteY60" fmla="*/ 581081 h 1382832"/>
                    <a:gd name="connsiteX61" fmla="*/ 250892 w 1489270"/>
                    <a:gd name="connsiteY61" fmla="*/ 499293 h 1382832"/>
                    <a:gd name="connsiteX62" fmla="*/ 234636 w 1489270"/>
                    <a:gd name="connsiteY62" fmla="*/ 323525 h 1382832"/>
                    <a:gd name="connsiteX63" fmla="*/ 159833 w 1489270"/>
                    <a:gd name="connsiteY63" fmla="*/ 286822 h 1382832"/>
                    <a:gd name="connsiteX64" fmla="*/ 1041086 w 1489270"/>
                    <a:gd name="connsiteY64" fmla="*/ 554030 h 1382832"/>
                    <a:gd name="connsiteX65" fmla="*/ 1054736 w 1489270"/>
                    <a:gd name="connsiteY65" fmla="*/ 415202 h 1382832"/>
                    <a:gd name="connsiteX66" fmla="*/ 441011 w 1489270"/>
                    <a:gd name="connsiteY66" fmla="*/ 791901 h 1382832"/>
                    <a:gd name="connsiteX67" fmla="*/ 658816 w 1489270"/>
                    <a:gd name="connsiteY67" fmla="*/ 825556 h 1382832"/>
                    <a:gd name="connsiteX68" fmla="*/ 569154 w 1489270"/>
                    <a:gd name="connsiteY68" fmla="*/ 809554 h 1382832"/>
                    <a:gd name="connsiteX69" fmla="*/ 441011 w 1489270"/>
                    <a:gd name="connsiteY69" fmla="*/ 791901 h 1382832"/>
                    <a:gd name="connsiteX70" fmla="*/ 303597 w 1489270"/>
                    <a:gd name="connsiteY70" fmla="*/ 842447 h 1382832"/>
                    <a:gd name="connsiteX71" fmla="*/ 288992 w 1489270"/>
                    <a:gd name="connsiteY71" fmla="*/ 872038 h 1382832"/>
                    <a:gd name="connsiteX72" fmla="*/ 345380 w 1489270"/>
                    <a:gd name="connsiteY72" fmla="*/ 922457 h 1382832"/>
                    <a:gd name="connsiteX73" fmla="*/ 332934 w 1489270"/>
                    <a:gd name="connsiteY73" fmla="*/ 1080318 h 1382832"/>
                    <a:gd name="connsiteX74" fmla="*/ 384369 w 1489270"/>
                    <a:gd name="connsiteY74" fmla="*/ 1008817 h 1382832"/>
                    <a:gd name="connsiteX75" fmla="*/ 303597 w 1489270"/>
                    <a:gd name="connsiteY75" fmla="*/ 842447 h 1382832"/>
                    <a:gd name="connsiteX76" fmla="*/ 1154370 w 1489270"/>
                    <a:gd name="connsiteY76" fmla="*/ 961573 h 1382832"/>
                    <a:gd name="connsiteX77" fmla="*/ 1130875 w 1489270"/>
                    <a:gd name="connsiteY77" fmla="*/ 1154613 h 1382832"/>
                    <a:gd name="connsiteX78" fmla="*/ 1261431 w 1489270"/>
                    <a:gd name="connsiteY78" fmla="*/ 1210239 h 1382832"/>
                    <a:gd name="connsiteX79" fmla="*/ 1374969 w 1489270"/>
                    <a:gd name="connsiteY79" fmla="*/ 1221669 h 1382832"/>
                    <a:gd name="connsiteX80" fmla="*/ 1357316 w 1489270"/>
                    <a:gd name="connsiteY80" fmla="*/ 1192967 h 1382832"/>
                    <a:gd name="connsiteX81" fmla="*/ 1258637 w 1489270"/>
                    <a:gd name="connsiteY81" fmla="*/ 1133404 h 1382832"/>
                    <a:gd name="connsiteX82" fmla="*/ 1445581 w 1489270"/>
                    <a:gd name="connsiteY82" fmla="*/ 1176711 h 1382832"/>
                    <a:gd name="connsiteX83" fmla="*/ 1403163 w 1489270"/>
                    <a:gd name="connsiteY83" fmla="*/ 1124133 h 1382832"/>
                    <a:gd name="connsiteX84" fmla="*/ 1296229 w 1489270"/>
                    <a:gd name="connsiteY84" fmla="*/ 1079175 h 1382832"/>
                    <a:gd name="connsiteX85" fmla="*/ 1489269 w 1489270"/>
                    <a:gd name="connsiteY85" fmla="*/ 1106861 h 1382832"/>
                    <a:gd name="connsiteX86" fmla="*/ 1300439 w 1489270"/>
                    <a:gd name="connsiteY86" fmla="*/ 1049963 h 1382832"/>
                    <a:gd name="connsiteX87" fmla="*/ 1235269 w 1489270"/>
                    <a:gd name="connsiteY87" fmla="*/ 995101 h 1382832"/>
                    <a:gd name="connsiteX88" fmla="*/ 1341060 w 1489270"/>
                    <a:gd name="connsiteY88" fmla="*/ 918647 h 1382832"/>
                    <a:gd name="connsiteX89" fmla="*/ 1301944 w 1489270"/>
                    <a:gd name="connsiteY89" fmla="*/ 879658 h 1382832"/>
                    <a:gd name="connsiteX90" fmla="*/ 1154370 w 1489270"/>
                    <a:gd name="connsiteY90" fmla="*/ 961573 h 1382832"/>
                    <a:gd name="connsiteX91" fmla="*/ 857063 w 1489270"/>
                    <a:gd name="connsiteY91" fmla="*/ 928426 h 1382832"/>
                    <a:gd name="connsiteX92" fmla="*/ 878272 w 1489270"/>
                    <a:gd name="connsiteY92" fmla="*/ 1047806 h 1382832"/>
                    <a:gd name="connsiteX93" fmla="*/ 905704 w 1489270"/>
                    <a:gd name="connsiteY93" fmla="*/ 1287709 h 1382832"/>
                    <a:gd name="connsiteX94" fmla="*/ 1188660 w 1489270"/>
                    <a:gd name="connsiteY94" fmla="*/ 1221288 h 1382832"/>
                    <a:gd name="connsiteX95" fmla="*/ 1073344 w 1489270"/>
                    <a:gd name="connsiteY95" fmla="*/ 1047171 h 1382832"/>
                    <a:gd name="connsiteX96" fmla="*/ 973522 w 1489270"/>
                    <a:gd name="connsiteY96" fmla="*/ 1185093 h 1382832"/>
                    <a:gd name="connsiteX97" fmla="*/ 945201 w 1489270"/>
                    <a:gd name="connsiteY97" fmla="*/ 1234496 h 1382832"/>
                    <a:gd name="connsiteX98" fmla="*/ 974665 w 1489270"/>
                    <a:gd name="connsiteY98" fmla="*/ 1113719 h 1382832"/>
                    <a:gd name="connsiteX99" fmla="*/ 857063 w 1489270"/>
                    <a:gd name="connsiteY99" fmla="*/ 928426 h 1382832"/>
                    <a:gd name="connsiteX0" fmla="*/ 1100903 w 1463132"/>
                    <a:gd name="connsiteY0" fmla="*/ 471353 h 1382832"/>
                    <a:gd name="connsiteX1" fmla="*/ 1075122 w 1463132"/>
                    <a:gd name="connsiteY1" fmla="*/ 553776 h 1382832"/>
                    <a:gd name="connsiteX2" fmla="*/ 994858 w 1463132"/>
                    <a:gd name="connsiteY2" fmla="*/ 638104 h 1382832"/>
                    <a:gd name="connsiteX3" fmla="*/ 900370 w 1463132"/>
                    <a:gd name="connsiteY3" fmla="*/ 733100 h 1382832"/>
                    <a:gd name="connsiteX4" fmla="*/ 765623 w 1463132"/>
                    <a:gd name="connsiteY4" fmla="*/ 795330 h 1382832"/>
                    <a:gd name="connsiteX5" fmla="*/ 993715 w 1463132"/>
                    <a:gd name="connsiteY5" fmla="*/ 1098479 h 1382832"/>
                    <a:gd name="connsiteX6" fmla="*/ 1109666 w 1463132"/>
                    <a:gd name="connsiteY6" fmla="*/ 968558 h 1382832"/>
                    <a:gd name="connsiteX7" fmla="*/ 1283275 w 1463132"/>
                    <a:gd name="connsiteY7" fmla="*/ 857941 h 1382832"/>
                    <a:gd name="connsiteX8" fmla="*/ 1372810 w 1463132"/>
                    <a:gd name="connsiteY8" fmla="*/ 906074 h 1382832"/>
                    <a:gd name="connsiteX9" fmla="*/ 1290260 w 1463132"/>
                    <a:gd name="connsiteY9" fmla="*/ 991291 h 1382832"/>
                    <a:gd name="connsiteX10" fmla="*/ 1286974 w 1463132"/>
                    <a:gd name="connsiteY10" fmla="*/ 1024887 h 1382832"/>
                    <a:gd name="connsiteX11" fmla="*/ 1460440 w 1463132"/>
                    <a:gd name="connsiteY11" fmla="*/ 1137595 h 1382832"/>
                    <a:gd name="connsiteX12" fmla="*/ 1460821 w 1463132"/>
                    <a:gd name="connsiteY12" fmla="*/ 1185728 h 1382832"/>
                    <a:gd name="connsiteX13" fmla="*/ 1403163 w 1463132"/>
                    <a:gd name="connsiteY13" fmla="*/ 1206937 h 1382832"/>
                    <a:gd name="connsiteX14" fmla="*/ 1396686 w 1463132"/>
                    <a:gd name="connsiteY14" fmla="*/ 1237290 h 1382832"/>
                    <a:gd name="connsiteX15" fmla="*/ 1222569 w 1463132"/>
                    <a:gd name="connsiteY15" fmla="*/ 1229162 h 1382832"/>
                    <a:gd name="connsiteX16" fmla="*/ 1041340 w 1463132"/>
                    <a:gd name="connsiteY16" fmla="*/ 1330381 h 1382832"/>
                    <a:gd name="connsiteX17" fmla="*/ 907228 w 1463132"/>
                    <a:gd name="connsiteY17" fmla="*/ 1317300 h 1382832"/>
                    <a:gd name="connsiteX18" fmla="*/ 909260 w 1463132"/>
                    <a:gd name="connsiteY18" fmla="*/ 1373180 h 1382832"/>
                    <a:gd name="connsiteX19" fmla="*/ 884622 w 1463132"/>
                    <a:gd name="connsiteY19" fmla="*/ 1371656 h 1382832"/>
                    <a:gd name="connsiteX20" fmla="*/ 878780 w 1463132"/>
                    <a:gd name="connsiteY20" fmla="*/ 1297234 h 1382832"/>
                    <a:gd name="connsiteX21" fmla="*/ 820106 w 1463132"/>
                    <a:gd name="connsiteY21" fmla="*/ 891596 h 1382832"/>
                    <a:gd name="connsiteX22" fmla="*/ 747208 w 1463132"/>
                    <a:gd name="connsiteY22" fmla="*/ 818825 h 1382832"/>
                    <a:gd name="connsiteX23" fmla="*/ 424882 w 1463132"/>
                    <a:gd name="connsiteY23" fmla="*/ 817174 h 1382832"/>
                    <a:gd name="connsiteX24" fmla="*/ 337125 w 1463132"/>
                    <a:gd name="connsiteY24" fmla="*/ 819333 h 1382832"/>
                    <a:gd name="connsiteX25" fmla="*/ 407610 w 1463132"/>
                    <a:gd name="connsiteY25" fmla="*/ 1031169 h 1382832"/>
                    <a:gd name="connsiteX26" fmla="*/ 322774 w 1463132"/>
                    <a:gd name="connsiteY26" fmla="*/ 1110290 h 1382832"/>
                    <a:gd name="connsiteX27" fmla="*/ 288357 w 1463132"/>
                    <a:gd name="connsiteY27" fmla="*/ 1335588 h 1382832"/>
                    <a:gd name="connsiteX28" fmla="*/ 283023 w 1463132"/>
                    <a:gd name="connsiteY28" fmla="*/ 1371656 h 1382832"/>
                    <a:gd name="connsiteX29" fmla="*/ 259020 w 1463132"/>
                    <a:gd name="connsiteY29" fmla="*/ 1376355 h 1382832"/>
                    <a:gd name="connsiteX30" fmla="*/ 323409 w 1463132"/>
                    <a:gd name="connsiteY30" fmla="*/ 997006 h 1382832"/>
                    <a:gd name="connsiteX31" fmla="*/ 305629 w 1463132"/>
                    <a:gd name="connsiteY31" fmla="*/ 913186 h 1382832"/>
                    <a:gd name="connsiteX32" fmla="*/ 229556 w 1463132"/>
                    <a:gd name="connsiteY32" fmla="*/ 939348 h 1382832"/>
                    <a:gd name="connsiteX33" fmla="*/ 18228 w 1463132"/>
                    <a:gd name="connsiteY33" fmla="*/ 1370513 h 1382832"/>
                    <a:gd name="connsiteX34" fmla="*/ 2099 w 1463132"/>
                    <a:gd name="connsiteY34" fmla="*/ 1382832 h 1382832"/>
                    <a:gd name="connsiteX35" fmla="*/ 17212 w 1463132"/>
                    <a:gd name="connsiteY35" fmla="*/ 1286566 h 1382832"/>
                    <a:gd name="connsiteX36" fmla="*/ 107001 w 1463132"/>
                    <a:gd name="connsiteY36" fmla="*/ 1065586 h 1382832"/>
                    <a:gd name="connsiteX37" fmla="*/ 216983 w 1463132"/>
                    <a:gd name="connsiteY37" fmla="*/ 915091 h 1382832"/>
                    <a:gd name="connsiteX38" fmla="*/ 304867 w 1463132"/>
                    <a:gd name="connsiteY38" fmla="*/ 813491 h 1382832"/>
                    <a:gd name="connsiteX39" fmla="*/ 391481 w 1463132"/>
                    <a:gd name="connsiteY39" fmla="*/ 779328 h 1382832"/>
                    <a:gd name="connsiteX40" fmla="*/ 252924 w 1463132"/>
                    <a:gd name="connsiteY40" fmla="*/ 699191 h 1382832"/>
                    <a:gd name="connsiteX41" fmla="*/ 138243 w 1463132"/>
                    <a:gd name="connsiteY41" fmla="*/ 584002 h 1382832"/>
                    <a:gd name="connsiteX42" fmla="*/ 83633 w 1463132"/>
                    <a:gd name="connsiteY42" fmla="*/ 501452 h 1382832"/>
                    <a:gd name="connsiteX43" fmla="*/ 139767 w 1463132"/>
                    <a:gd name="connsiteY43" fmla="*/ 267645 h 1382832"/>
                    <a:gd name="connsiteX44" fmla="*/ 413198 w 1463132"/>
                    <a:gd name="connsiteY44" fmla="*/ 21138 h 1382832"/>
                    <a:gd name="connsiteX45" fmla="*/ 730698 w 1463132"/>
                    <a:gd name="connsiteY45" fmla="*/ 17836 h 1382832"/>
                    <a:gd name="connsiteX46" fmla="*/ 912643 w 1463132"/>
                    <a:gd name="connsiteY46" fmla="*/ 121183 h 1382832"/>
                    <a:gd name="connsiteX47" fmla="*/ 1056509 w 1463132"/>
                    <a:gd name="connsiteY47" fmla="*/ 366250 h 1382832"/>
                    <a:gd name="connsiteX48" fmla="*/ 175327 w 1463132"/>
                    <a:gd name="connsiteY48" fmla="*/ 251516 h 1382832"/>
                    <a:gd name="connsiteX49" fmla="*/ 227270 w 1463132"/>
                    <a:gd name="connsiteY49" fmla="*/ 268661 h 1382832"/>
                    <a:gd name="connsiteX50" fmla="*/ 284801 w 1463132"/>
                    <a:gd name="connsiteY50" fmla="*/ 423601 h 1382832"/>
                    <a:gd name="connsiteX51" fmla="*/ 256607 w 1463132"/>
                    <a:gd name="connsiteY51" fmla="*/ 563936 h 1382832"/>
                    <a:gd name="connsiteX52" fmla="*/ 204283 w 1463132"/>
                    <a:gd name="connsiteY52" fmla="*/ 610672 h 1382832"/>
                    <a:gd name="connsiteX53" fmla="*/ 615128 w 1463132"/>
                    <a:gd name="connsiteY53" fmla="*/ 786948 h 1382832"/>
                    <a:gd name="connsiteX54" fmla="*/ 979491 w 1463132"/>
                    <a:gd name="connsiteY54" fmla="*/ 614609 h 1382832"/>
                    <a:gd name="connsiteX55" fmla="*/ 1018353 w 1463132"/>
                    <a:gd name="connsiteY55" fmla="*/ 320604 h 1382832"/>
                    <a:gd name="connsiteX56" fmla="*/ 672151 w 1463132"/>
                    <a:gd name="connsiteY56" fmla="*/ 31679 h 1382832"/>
                    <a:gd name="connsiteX57" fmla="*/ 175327 w 1463132"/>
                    <a:gd name="connsiteY57" fmla="*/ 251516 h 1382832"/>
                    <a:gd name="connsiteX58" fmla="*/ 159833 w 1463132"/>
                    <a:gd name="connsiteY58" fmla="*/ 286822 h 1382832"/>
                    <a:gd name="connsiteX59" fmla="*/ 104588 w 1463132"/>
                    <a:gd name="connsiteY59" fmla="*/ 475036 h 1382832"/>
                    <a:gd name="connsiteX60" fmla="*/ 197679 w 1463132"/>
                    <a:gd name="connsiteY60" fmla="*/ 581081 h 1382832"/>
                    <a:gd name="connsiteX61" fmla="*/ 250892 w 1463132"/>
                    <a:gd name="connsiteY61" fmla="*/ 499293 h 1382832"/>
                    <a:gd name="connsiteX62" fmla="*/ 234636 w 1463132"/>
                    <a:gd name="connsiteY62" fmla="*/ 323525 h 1382832"/>
                    <a:gd name="connsiteX63" fmla="*/ 159833 w 1463132"/>
                    <a:gd name="connsiteY63" fmla="*/ 286822 h 1382832"/>
                    <a:gd name="connsiteX64" fmla="*/ 1041086 w 1463132"/>
                    <a:gd name="connsiteY64" fmla="*/ 554030 h 1382832"/>
                    <a:gd name="connsiteX65" fmla="*/ 1054736 w 1463132"/>
                    <a:gd name="connsiteY65" fmla="*/ 415202 h 1382832"/>
                    <a:gd name="connsiteX66" fmla="*/ 441011 w 1463132"/>
                    <a:gd name="connsiteY66" fmla="*/ 791901 h 1382832"/>
                    <a:gd name="connsiteX67" fmla="*/ 658816 w 1463132"/>
                    <a:gd name="connsiteY67" fmla="*/ 825556 h 1382832"/>
                    <a:gd name="connsiteX68" fmla="*/ 569154 w 1463132"/>
                    <a:gd name="connsiteY68" fmla="*/ 809554 h 1382832"/>
                    <a:gd name="connsiteX69" fmla="*/ 441011 w 1463132"/>
                    <a:gd name="connsiteY69" fmla="*/ 791901 h 1382832"/>
                    <a:gd name="connsiteX70" fmla="*/ 303597 w 1463132"/>
                    <a:gd name="connsiteY70" fmla="*/ 842447 h 1382832"/>
                    <a:gd name="connsiteX71" fmla="*/ 288992 w 1463132"/>
                    <a:gd name="connsiteY71" fmla="*/ 872038 h 1382832"/>
                    <a:gd name="connsiteX72" fmla="*/ 345380 w 1463132"/>
                    <a:gd name="connsiteY72" fmla="*/ 922457 h 1382832"/>
                    <a:gd name="connsiteX73" fmla="*/ 332934 w 1463132"/>
                    <a:gd name="connsiteY73" fmla="*/ 1080318 h 1382832"/>
                    <a:gd name="connsiteX74" fmla="*/ 384369 w 1463132"/>
                    <a:gd name="connsiteY74" fmla="*/ 1008817 h 1382832"/>
                    <a:gd name="connsiteX75" fmla="*/ 303597 w 1463132"/>
                    <a:gd name="connsiteY75" fmla="*/ 842447 h 1382832"/>
                    <a:gd name="connsiteX76" fmla="*/ 1154370 w 1463132"/>
                    <a:gd name="connsiteY76" fmla="*/ 961573 h 1382832"/>
                    <a:gd name="connsiteX77" fmla="*/ 1130875 w 1463132"/>
                    <a:gd name="connsiteY77" fmla="*/ 1154613 h 1382832"/>
                    <a:gd name="connsiteX78" fmla="*/ 1261431 w 1463132"/>
                    <a:gd name="connsiteY78" fmla="*/ 1210239 h 1382832"/>
                    <a:gd name="connsiteX79" fmla="*/ 1374969 w 1463132"/>
                    <a:gd name="connsiteY79" fmla="*/ 1221669 h 1382832"/>
                    <a:gd name="connsiteX80" fmla="*/ 1357316 w 1463132"/>
                    <a:gd name="connsiteY80" fmla="*/ 1192967 h 1382832"/>
                    <a:gd name="connsiteX81" fmla="*/ 1258637 w 1463132"/>
                    <a:gd name="connsiteY81" fmla="*/ 1133404 h 1382832"/>
                    <a:gd name="connsiteX82" fmla="*/ 1445581 w 1463132"/>
                    <a:gd name="connsiteY82" fmla="*/ 1176711 h 1382832"/>
                    <a:gd name="connsiteX83" fmla="*/ 1403163 w 1463132"/>
                    <a:gd name="connsiteY83" fmla="*/ 1124133 h 1382832"/>
                    <a:gd name="connsiteX84" fmla="*/ 1296229 w 1463132"/>
                    <a:gd name="connsiteY84" fmla="*/ 1079175 h 1382832"/>
                    <a:gd name="connsiteX85" fmla="*/ 1287937 w 1463132"/>
                    <a:gd name="connsiteY85" fmla="*/ 1075072 h 1382832"/>
                    <a:gd name="connsiteX86" fmla="*/ 1300439 w 1463132"/>
                    <a:gd name="connsiteY86" fmla="*/ 1049963 h 1382832"/>
                    <a:gd name="connsiteX87" fmla="*/ 1235269 w 1463132"/>
                    <a:gd name="connsiteY87" fmla="*/ 995101 h 1382832"/>
                    <a:gd name="connsiteX88" fmla="*/ 1341060 w 1463132"/>
                    <a:gd name="connsiteY88" fmla="*/ 918647 h 1382832"/>
                    <a:gd name="connsiteX89" fmla="*/ 1301944 w 1463132"/>
                    <a:gd name="connsiteY89" fmla="*/ 879658 h 1382832"/>
                    <a:gd name="connsiteX90" fmla="*/ 1154370 w 1463132"/>
                    <a:gd name="connsiteY90" fmla="*/ 961573 h 1382832"/>
                    <a:gd name="connsiteX91" fmla="*/ 857063 w 1463132"/>
                    <a:gd name="connsiteY91" fmla="*/ 928426 h 1382832"/>
                    <a:gd name="connsiteX92" fmla="*/ 878272 w 1463132"/>
                    <a:gd name="connsiteY92" fmla="*/ 1047806 h 1382832"/>
                    <a:gd name="connsiteX93" fmla="*/ 905704 w 1463132"/>
                    <a:gd name="connsiteY93" fmla="*/ 1287709 h 1382832"/>
                    <a:gd name="connsiteX94" fmla="*/ 1188660 w 1463132"/>
                    <a:gd name="connsiteY94" fmla="*/ 1221288 h 1382832"/>
                    <a:gd name="connsiteX95" fmla="*/ 1073344 w 1463132"/>
                    <a:gd name="connsiteY95" fmla="*/ 1047171 h 1382832"/>
                    <a:gd name="connsiteX96" fmla="*/ 973522 w 1463132"/>
                    <a:gd name="connsiteY96" fmla="*/ 1185093 h 1382832"/>
                    <a:gd name="connsiteX97" fmla="*/ 945201 w 1463132"/>
                    <a:gd name="connsiteY97" fmla="*/ 1234496 h 1382832"/>
                    <a:gd name="connsiteX98" fmla="*/ 974665 w 1463132"/>
                    <a:gd name="connsiteY98" fmla="*/ 1113719 h 1382832"/>
                    <a:gd name="connsiteX99" fmla="*/ 857063 w 1463132"/>
                    <a:gd name="connsiteY99" fmla="*/ 928426 h 1382832"/>
                    <a:gd name="connsiteX0" fmla="*/ 1100903 w 1460822"/>
                    <a:gd name="connsiteY0" fmla="*/ 471353 h 1382832"/>
                    <a:gd name="connsiteX1" fmla="*/ 1075122 w 1460822"/>
                    <a:gd name="connsiteY1" fmla="*/ 553776 h 1382832"/>
                    <a:gd name="connsiteX2" fmla="*/ 994858 w 1460822"/>
                    <a:gd name="connsiteY2" fmla="*/ 638104 h 1382832"/>
                    <a:gd name="connsiteX3" fmla="*/ 900370 w 1460822"/>
                    <a:gd name="connsiteY3" fmla="*/ 733100 h 1382832"/>
                    <a:gd name="connsiteX4" fmla="*/ 765623 w 1460822"/>
                    <a:gd name="connsiteY4" fmla="*/ 795330 h 1382832"/>
                    <a:gd name="connsiteX5" fmla="*/ 993715 w 1460822"/>
                    <a:gd name="connsiteY5" fmla="*/ 1098479 h 1382832"/>
                    <a:gd name="connsiteX6" fmla="*/ 1109666 w 1460822"/>
                    <a:gd name="connsiteY6" fmla="*/ 968558 h 1382832"/>
                    <a:gd name="connsiteX7" fmla="*/ 1283275 w 1460822"/>
                    <a:gd name="connsiteY7" fmla="*/ 857941 h 1382832"/>
                    <a:gd name="connsiteX8" fmla="*/ 1372810 w 1460822"/>
                    <a:gd name="connsiteY8" fmla="*/ 906074 h 1382832"/>
                    <a:gd name="connsiteX9" fmla="*/ 1290260 w 1460822"/>
                    <a:gd name="connsiteY9" fmla="*/ 991291 h 1382832"/>
                    <a:gd name="connsiteX10" fmla="*/ 1286974 w 1460822"/>
                    <a:gd name="connsiteY10" fmla="*/ 1024887 h 1382832"/>
                    <a:gd name="connsiteX11" fmla="*/ 1290897 w 1460822"/>
                    <a:gd name="connsiteY11" fmla="*/ 1084613 h 1382832"/>
                    <a:gd name="connsiteX12" fmla="*/ 1460821 w 1460822"/>
                    <a:gd name="connsiteY12" fmla="*/ 1185728 h 1382832"/>
                    <a:gd name="connsiteX13" fmla="*/ 1403163 w 1460822"/>
                    <a:gd name="connsiteY13" fmla="*/ 1206937 h 1382832"/>
                    <a:gd name="connsiteX14" fmla="*/ 1396686 w 1460822"/>
                    <a:gd name="connsiteY14" fmla="*/ 1237290 h 1382832"/>
                    <a:gd name="connsiteX15" fmla="*/ 1222569 w 1460822"/>
                    <a:gd name="connsiteY15" fmla="*/ 1229162 h 1382832"/>
                    <a:gd name="connsiteX16" fmla="*/ 1041340 w 1460822"/>
                    <a:gd name="connsiteY16" fmla="*/ 1330381 h 1382832"/>
                    <a:gd name="connsiteX17" fmla="*/ 907228 w 1460822"/>
                    <a:gd name="connsiteY17" fmla="*/ 1317300 h 1382832"/>
                    <a:gd name="connsiteX18" fmla="*/ 909260 w 1460822"/>
                    <a:gd name="connsiteY18" fmla="*/ 1373180 h 1382832"/>
                    <a:gd name="connsiteX19" fmla="*/ 884622 w 1460822"/>
                    <a:gd name="connsiteY19" fmla="*/ 1371656 h 1382832"/>
                    <a:gd name="connsiteX20" fmla="*/ 878780 w 1460822"/>
                    <a:gd name="connsiteY20" fmla="*/ 1297234 h 1382832"/>
                    <a:gd name="connsiteX21" fmla="*/ 820106 w 1460822"/>
                    <a:gd name="connsiteY21" fmla="*/ 891596 h 1382832"/>
                    <a:gd name="connsiteX22" fmla="*/ 747208 w 1460822"/>
                    <a:gd name="connsiteY22" fmla="*/ 818825 h 1382832"/>
                    <a:gd name="connsiteX23" fmla="*/ 424882 w 1460822"/>
                    <a:gd name="connsiteY23" fmla="*/ 817174 h 1382832"/>
                    <a:gd name="connsiteX24" fmla="*/ 337125 w 1460822"/>
                    <a:gd name="connsiteY24" fmla="*/ 819333 h 1382832"/>
                    <a:gd name="connsiteX25" fmla="*/ 407610 w 1460822"/>
                    <a:gd name="connsiteY25" fmla="*/ 1031169 h 1382832"/>
                    <a:gd name="connsiteX26" fmla="*/ 322774 w 1460822"/>
                    <a:gd name="connsiteY26" fmla="*/ 1110290 h 1382832"/>
                    <a:gd name="connsiteX27" fmla="*/ 288357 w 1460822"/>
                    <a:gd name="connsiteY27" fmla="*/ 1335588 h 1382832"/>
                    <a:gd name="connsiteX28" fmla="*/ 283023 w 1460822"/>
                    <a:gd name="connsiteY28" fmla="*/ 1371656 h 1382832"/>
                    <a:gd name="connsiteX29" fmla="*/ 259020 w 1460822"/>
                    <a:gd name="connsiteY29" fmla="*/ 1376355 h 1382832"/>
                    <a:gd name="connsiteX30" fmla="*/ 323409 w 1460822"/>
                    <a:gd name="connsiteY30" fmla="*/ 997006 h 1382832"/>
                    <a:gd name="connsiteX31" fmla="*/ 305629 w 1460822"/>
                    <a:gd name="connsiteY31" fmla="*/ 913186 h 1382832"/>
                    <a:gd name="connsiteX32" fmla="*/ 229556 w 1460822"/>
                    <a:gd name="connsiteY32" fmla="*/ 939348 h 1382832"/>
                    <a:gd name="connsiteX33" fmla="*/ 18228 w 1460822"/>
                    <a:gd name="connsiteY33" fmla="*/ 1370513 h 1382832"/>
                    <a:gd name="connsiteX34" fmla="*/ 2099 w 1460822"/>
                    <a:gd name="connsiteY34" fmla="*/ 1382832 h 1382832"/>
                    <a:gd name="connsiteX35" fmla="*/ 17212 w 1460822"/>
                    <a:gd name="connsiteY35" fmla="*/ 1286566 h 1382832"/>
                    <a:gd name="connsiteX36" fmla="*/ 107001 w 1460822"/>
                    <a:gd name="connsiteY36" fmla="*/ 1065586 h 1382832"/>
                    <a:gd name="connsiteX37" fmla="*/ 216983 w 1460822"/>
                    <a:gd name="connsiteY37" fmla="*/ 915091 h 1382832"/>
                    <a:gd name="connsiteX38" fmla="*/ 304867 w 1460822"/>
                    <a:gd name="connsiteY38" fmla="*/ 813491 h 1382832"/>
                    <a:gd name="connsiteX39" fmla="*/ 391481 w 1460822"/>
                    <a:gd name="connsiteY39" fmla="*/ 779328 h 1382832"/>
                    <a:gd name="connsiteX40" fmla="*/ 252924 w 1460822"/>
                    <a:gd name="connsiteY40" fmla="*/ 699191 h 1382832"/>
                    <a:gd name="connsiteX41" fmla="*/ 138243 w 1460822"/>
                    <a:gd name="connsiteY41" fmla="*/ 584002 h 1382832"/>
                    <a:gd name="connsiteX42" fmla="*/ 83633 w 1460822"/>
                    <a:gd name="connsiteY42" fmla="*/ 501452 h 1382832"/>
                    <a:gd name="connsiteX43" fmla="*/ 139767 w 1460822"/>
                    <a:gd name="connsiteY43" fmla="*/ 267645 h 1382832"/>
                    <a:gd name="connsiteX44" fmla="*/ 413198 w 1460822"/>
                    <a:gd name="connsiteY44" fmla="*/ 21138 h 1382832"/>
                    <a:gd name="connsiteX45" fmla="*/ 730698 w 1460822"/>
                    <a:gd name="connsiteY45" fmla="*/ 17836 h 1382832"/>
                    <a:gd name="connsiteX46" fmla="*/ 912643 w 1460822"/>
                    <a:gd name="connsiteY46" fmla="*/ 121183 h 1382832"/>
                    <a:gd name="connsiteX47" fmla="*/ 1056509 w 1460822"/>
                    <a:gd name="connsiteY47" fmla="*/ 366250 h 1382832"/>
                    <a:gd name="connsiteX48" fmla="*/ 175327 w 1460822"/>
                    <a:gd name="connsiteY48" fmla="*/ 251516 h 1382832"/>
                    <a:gd name="connsiteX49" fmla="*/ 227270 w 1460822"/>
                    <a:gd name="connsiteY49" fmla="*/ 268661 h 1382832"/>
                    <a:gd name="connsiteX50" fmla="*/ 284801 w 1460822"/>
                    <a:gd name="connsiteY50" fmla="*/ 423601 h 1382832"/>
                    <a:gd name="connsiteX51" fmla="*/ 256607 w 1460822"/>
                    <a:gd name="connsiteY51" fmla="*/ 563936 h 1382832"/>
                    <a:gd name="connsiteX52" fmla="*/ 204283 w 1460822"/>
                    <a:gd name="connsiteY52" fmla="*/ 610672 h 1382832"/>
                    <a:gd name="connsiteX53" fmla="*/ 615128 w 1460822"/>
                    <a:gd name="connsiteY53" fmla="*/ 786948 h 1382832"/>
                    <a:gd name="connsiteX54" fmla="*/ 979491 w 1460822"/>
                    <a:gd name="connsiteY54" fmla="*/ 614609 h 1382832"/>
                    <a:gd name="connsiteX55" fmla="*/ 1018353 w 1460822"/>
                    <a:gd name="connsiteY55" fmla="*/ 320604 h 1382832"/>
                    <a:gd name="connsiteX56" fmla="*/ 672151 w 1460822"/>
                    <a:gd name="connsiteY56" fmla="*/ 31679 h 1382832"/>
                    <a:gd name="connsiteX57" fmla="*/ 175327 w 1460822"/>
                    <a:gd name="connsiteY57" fmla="*/ 251516 h 1382832"/>
                    <a:gd name="connsiteX58" fmla="*/ 159833 w 1460822"/>
                    <a:gd name="connsiteY58" fmla="*/ 286822 h 1382832"/>
                    <a:gd name="connsiteX59" fmla="*/ 104588 w 1460822"/>
                    <a:gd name="connsiteY59" fmla="*/ 475036 h 1382832"/>
                    <a:gd name="connsiteX60" fmla="*/ 197679 w 1460822"/>
                    <a:gd name="connsiteY60" fmla="*/ 581081 h 1382832"/>
                    <a:gd name="connsiteX61" fmla="*/ 250892 w 1460822"/>
                    <a:gd name="connsiteY61" fmla="*/ 499293 h 1382832"/>
                    <a:gd name="connsiteX62" fmla="*/ 234636 w 1460822"/>
                    <a:gd name="connsiteY62" fmla="*/ 323525 h 1382832"/>
                    <a:gd name="connsiteX63" fmla="*/ 159833 w 1460822"/>
                    <a:gd name="connsiteY63" fmla="*/ 286822 h 1382832"/>
                    <a:gd name="connsiteX64" fmla="*/ 1041086 w 1460822"/>
                    <a:gd name="connsiteY64" fmla="*/ 554030 h 1382832"/>
                    <a:gd name="connsiteX65" fmla="*/ 1054736 w 1460822"/>
                    <a:gd name="connsiteY65" fmla="*/ 415202 h 1382832"/>
                    <a:gd name="connsiteX66" fmla="*/ 441011 w 1460822"/>
                    <a:gd name="connsiteY66" fmla="*/ 791901 h 1382832"/>
                    <a:gd name="connsiteX67" fmla="*/ 658816 w 1460822"/>
                    <a:gd name="connsiteY67" fmla="*/ 825556 h 1382832"/>
                    <a:gd name="connsiteX68" fmla="*/ 569154 w 1460822"/>
                    <a:gd name="connsiteY68" fmla="*/ 809554 h 1382832"/>
                    <a:gd name="connsiteX69" fmla="*/ 441011 w 1460822"/>
                    <a:gd name="connsiteY69" fmla="*/ 791901 h 1382832"/>
                    <a:gd name="connsiteX70" fmla="*/ 303597 w 1460822"/>
                    <a:gd name="connsiteY70" fmla="*/ 842447 h 1382832"/>
                    <a:gd name="connsiteX71" fmla="*/ 288992 w 1460822"/>
                    <a:gd name="connsiteY71" fmla="*/ 872038 h 1382832"/>
                    <a:gd name="connsiteX72" fmla="*/ 345380 w 1460822"/>
                    <a:gd name="connsiteY72" fmla="*/ 922457 h 1382832"/>
                    <a:gd name="connsiteX73" fmla="*/ 332934 w 1460822"/>
                    <a:gd name="connsiteY73" fmla="*/ 1080318 h 1382832"/>
                    <a:gd name="connsiteX74" fmla="*/ 384369 w 1460822"/>
                    <a:gd name="connsiteY74" fmla="*/ 1008817 h 1382832"/>
                    <a:gd name="connsiteX75" fmla="*/ 303597 w 1460822"/>
                    <a:gd name="connsiteY75" fmla="*/ 842447 h 1382832"/>
                    <a:gd name="connsiteX76" fmla="*/ 1154370 w 1460822"/>
                    <a:gd name="connsiteY76" fmla="*/ 961573 h 1382832"/>
                    <a:gd name="connsiteX77" fmla="*/ 1130875 w 1460822"/>
                    <a:gd name="connsiteY77" fmla="*/ 1154613 h 1382832"/>
                    <a:gd name="connsiteX78" fmla="*/ 1261431 w 1460822"/>
                    <a:gd name="connsiteY78" fmla="*/ 1210239 h 1382832"/>
                    <a:gd name="connsiteX79" fmla="*/ 1374969 w 1460822"/>
                    <a:gd name="connsiteY79" fmla="*/ 1221669 h 1382832"/>
                    <a:gd name="connsiteX80" fmla="*/ 1357316 w 1460822"/>
                    <a:gd name="connsiteY80" fmla="*/ 1192967 h 1382832"/>
                    <a:gd name="connsiteX81" fmla="*/ 1258637 w 1460822"/>
                    <a:gd name="connsiteY81" fmla="*/ 1133404 h 1382832"/>
                    <a:gd name="connsiteX82" fmla="*/ 1445581 w 1460822"/>
                    <a:gd name="connsiteY82" fmla="*/ 1176711 h 1382832"/>
                    <a:gd name="connsiteX83" fmla="*/ 1403163 w 1460822"/>
                    <a:gd name="connsiteY83" fmla="*/ 1124133 h 1382832"/>
                    <a:gd name="connsiteX84" fmla="*/ 1296229 w 1460822"/>
                    <a:gd name="connsiteY84" fmla="*/ 1079175 h 1382832"/>
                    <a:gd name="connsiteX85" fmla="*/ 1287937 w 1460822"/>
                    <a:gd name="connsiteY85" fmla="*/ 1075072 h 1382832"/>
                    <a:gd name="connsiteX86" fmla="*/ 1300439 w 1460822"/>
                    <a:gd name="connsiteY86" fmla="*/ 1049963 h 1382832"/>
                    <a:gd name="connsiteX87" fmla="*/ 1235269 w 1460822"/>
                    <a:gd name="connsiteY87" fmla="*/ 995101 h 1382832"/>
                    <a:gd name="connsiteX88" fmla="*/ 1341060 w 1460822"/>
                    <a:gd name="connsiteY88" fmla="*/ 918647 h 1382832"/>
                    <a:gd name="connsiteX89" fmla="*/ 1301944 w 1460822"/>
                    <a:gd name="connsiteY89" fmla="*/ 879658 h 1382832"/>
                    <a:gd name="connsiteX90" fmla="*/ 1154370 w 1460822"/>
                    <a:gd name="connsiteY90" fmla="*/ 961573 h 1382832"/>
                    <a:gd name="connsiteX91" fmla="*/ 857063 w 1460822"/>
                    <a:gd name="connsiteY91" fmla="*/ 928426 h 1382832"/>
                    <a:gd name="connsiteX92" fmla="*/ 878272 w 1460822"/>
                    <a:gd name="connsiteY92" fmla="*/ 1047806 h 1382832"/>
                    <a:gd name="connsiteX93" fmla="*/ 905704 w 1460822"/>
                    <a:gd name="connsiteY93" fmla="*/ 1287709 h 1382832"/>
                    <a:gd name="connsiteX94" fmla="*/ 1188660 w 1460822"/>
                    <a:gd name="connsiteY94" fmla="*/ 1221288 h 1382832"/>
                    <a:gd name="connsiteX95" fmla="*/ 1073344 w 1460822"/>
                    <a:gd name="connsiteY95" fmla="*/ 1047171 h 1382832"/>
                    <a:gd name="connsiteX96" fmla="*/ 973522 w 1460822"/>
                    <a:gd name="connsiteY96" fmla="*/ 1185093 h 1382832"/>
                    <a:gd name="connsiteX97" fmla="*/ 945201 w 1460822"/>
                    <a:gd name="connsiteY97" fmla="*/ 1234496 h 1382832"/>
                    <a:gd name="connsiteX98" fmla="*/ 974665 w 1460822"/>
                    <a:gd name="connsiteY98" fmla="*/ 1113719 h 1382832"/>
                    <a:gd name="connsiteX99" fmla="*/ 857063 w 1460822"/>
                    <a:gd name="connsiteY99" fmla="*/ 928426 h 1382832"/>
                    <a:gd name="connsiteX0" fmla="*/ 1100903 w 1460822"/>
                    <a:gd name="connsiteY0" fmla="*/ 471353 h 1382832"/>
                    <a:gd name="connsiteX1" fmla="*/ 1075122 w 1460822"/>
                    <a:gd name="connsiteY1" fmla="*/ 553776 h 1382832"/>
                    <a:gd name="connsiteX2" fmla="*/ 994858 w 1460822"/>
                    <a:gd name="connsiteY2" fmla="*/ 638104 h 1382832"/>
                    <a:gd name="connsiteX3" fmla="*/ 900370 w 1460822"/>
                    <a:gd name="connsiteY3" fmla="*/ 733100 h 1382832"/>
                    <a:gd name="connsiteX4" fmla="*/ 765623 w 1460822"/>
                    <a:gd name="connsiteY4" fmla="*/ 795330 h 1382832"/>
                    <a:gd name="connsiteX5" fmla="*/ 993715 w 1460822"/>
                    <a:gd name="connsiteY5" fmla="*/ 1098479 h 1382832"/>
                    <a:gd name="connsiteX6" fmla="*/ 1109666 w 1460822"/>
                    <a:gd name="connsiteY6" fmla="*/ 968558 h 1382832"/>
                    <a:gd name="connsiteX7" fmla="*/ 1283275 w 1460822"/>
                    <a:gd name="connsiteY7" fmla="*/ 857941 h 1382832"/>
                    <a:gd name="connsiteX8" fmla="*/ 1372810 w 1460822"/>
                    <a:gd name="connsiteY8" fmla="*/ 906074 h 1382832"/>
                    <a:gd name="connsiteX9" fmla="*/ 1290260 w 1460822"/>
                    <a:gd name="connsiteY9" fmla="*/ 991291 h 1382832"/>
                    <a:gd name="connsiteX10" fmla="*/ 1286974 w 1460822"/>
                    <a:gd name="connsiteY10" fmla="*/ 1024887 h 1382832"/>
                    <a:gd name="connsiteX11" fmla="*/ 1290897 w 1460822"/>
                    <a:gd name="connsiteY11" fmla="*/ 1084613 h 1382832"/>
                    <a:gd name="connsiteX12" fmla="*/ 1460821 w 1460822"/>
                    <a:gd name="connsiteY12" fmla="*/ 1185728 h 1382832"/>
                    <a:gd name="connsiteX13" fmla="*/ 1403163 w 1460822"/>
                    <a:gd name="connsiteY13" fmla="*/ 1206937 h 1382832"/>
                    <a:gd name="connsiteX14" fmla="*/ 1396686 w 1460822"/>
                    <a:gd name="connsiteY14" fmla="*/ 1237290 h 1382832"/>
                    <a:gd name="connsiteX15" fmla="*/ 1222569 w 1460822"/>
                    <a:gd name="connsiteY15" fmla="*/ 1229162 h 1382832"/>
                    <a:gd name="connsiteX16" fmla="*/ 1041340 w 1460822"/>
                    <a:gd name="connsiteY16" fmla="*/ 1330381 h 1382832"/>
                    <a:gd name="connsiteX17" fmla="*/ 907228 w 1460822"/>
                    <a:gd name="connsiteY17" fmla="*/ 1317300 h 1382832"/>
                    <a:gd name="connsiteX18" fmla="*/ 909260 w 1460822"/>
                    <a:gd name="connsiteY18" fmla="*/ 1373180 h 1382832"/>
                    <a:gd name="connsiteX19" fmla="*/ 884622 w 1460822"/>
                    <a:gd name="connsiteY19" fmla="*/ 1371656 h 1382832"/>
                    <a:gd name="connsiteX20" fmla="*/ 878780 w 1460822"/>
                    <a:gd name="connsiteY20" fmla="*/ 1297234 h 1382832"/>
                    <a:gd name="connsiteX21" fmla="*/ 820106 w 1460822"/>
                    <a:gd name="connsiteY21" fmla="*/ 891596 h 1382832"/>
                    <a:gd name="connsiteX22" fmla="*/ 747208 w 1460822"/>
                    <a:gd name="connsiteY22" fmla="*/ 818825 h 1382832"/>
                    <a:gd name="connsiteX23" fmla="*/ 424882 w 1460822"/>
                    <a:gd name="connsiteY23" fmla="*/ 817174 h 1382832"/>
                    <a:gd name="connsiteX24" fmla="*/ 337125 w 1460822"/>
                    <a:gd name="connsiteY24" fmla="*/ 819333 h 1382832"/>
                    <a:gd name="connsiteX25" fmla="*/ 407610 w 1460822"/>
                    <a:gd name="connsiteY25" fmla="*/ 1031169 h 1382832"/>
                    <a:gd name="connsiteX26" fmla="*/ 322774 w 1460822"/>
                    <a:gd name="connsiteY26" fmla="*/ 1110290 h 1382832"/>
                    <a:gd name="connsiteX27" fmla="*/ 288357 w 1460822"/>
                    <a:gd name="connsiteY27" fmla="*/ 1335588 h 1382832"/>
                    <a:gd name="connsiteX28" fmla="*/ 283023 w 1460822"/>
                    <a:gd name="connsiteY28" fmla="*/ 1371656 h 1382832"/>
                    <a:gd name="connsiteX29" fmla="*/ 259020 w 1460822"/>
                    <a:gd name="connsiteY29" fmla="*/ 1376355 h 1382832"/>
                    <a:gd name="connsiteX30" fmla="*/ 323409 w 1460822"/>
                    <a:gd name="connsiteY30" fmla="*/ 997006 h 1382832"/>
                    <a:gd name="connsiteX31" fmla="*/ 305629 w 1460822"/>
                    <a:gd name="connsiteY31" fmla="*/ 913186 h 1382832"/>
                    <a:gd name="connsiteX32" fmla="*/ 229556 w 1460822"/>
                    <a:gd name="connsiteY32" fmla="*/ 939348 h 1382832"/>
                    <a:gd name="connsiteX33" fmla="*/ 18228 w 1460822"/>
                    <a:gd name="connsiteY33" fmla="*/ 1370513 h 1382832"/>
                    <a:gd name="connsiteX34" fmla="*/ 2099 w 1460822"/>
                    <a:gd name="connsiteY34" fmla="*/ 1382832 h 1382832"/>
                    <a:gd name="connsiteX35" fmla="*/ 17212 w 1460822"/>
                    <a:gd name="connsiteY35" fmla="*/ 1286566 h 1382832"/>
                    <a:gd name="connsiteX36" fmla="*/ 107001 w 1460822"/>
                    <a:gd name="connsiteY36" fmla="*/ 1065586 h 1382832"/>
                    <a:gd name="connsiteX37" fmla="*/ 216983 w 1460822"/>
                    <a:gd name="connsiteY37" fmla="*/ 915091 h 1382832"/>
                    <a:gd name="connsiteX38" fmla="*/ 304867 w 1460822"/>
                    <a:gd name="connsiteY38" fmla="*/ 813491 h 1382832"/>
                    <a:gd name="connsiteX39" fmla="*/ 391481 w 1460822"/>
                    <a:gd name="connsiteY39" fmla="*/ 779328 h 1382832"/>
                    <a:gd name="connsiteX40" fmla="*/ 252924 w 1460822"/>
                    <a:gd name="connsiteY40" fmla="*/ 699191 h 1382832"/>
                    <a:gd name="connsiteX41" fmla="*/ 138243 w 1460822"/>
                    <a:gd name="connsiteY41" fmla="*/ 584002 h 1382832"/>
                    <a:gd name="connsiteX42" fmla="*/ 83633 w 1460822"/>
                    <a:gd name="connsiteY42" fmla="*/ 501452 h 1382832"/>
                    <a:gd name="connsiteX43" fmla="*/ 139767 w 1460822"/>
                    <a:gd name="connsiteY43" fmla="*/ 267645 h 1382832"/>
                    <a:gd name="connsiteX44" fmla="*/ 413198 w 1460822"/>
                    <a:gd name="connsiteY44" fmla="*/ 21138 h 1382832"/>
                    <a:gd name="connsiteX45" fmla="*/ 730698 w 1460822"/>
                    <a:gd name="connsiteY45" fmla="*/ 17836 h 1382832"/>
                    <a:gd name="connsiteX46" fmla="*/ 912643 w 1460822"/>
                    <a:gd name="connsiteY46" fmla="*/ 121183 h 1382832"/>
                    <a:gd name="connsiteX47" fmla="*/ 1056509 w 1460822"/>
                    <a:gd name="connsiteY47" fmla="*/ 366250 h 1382832"/>
                    <a:gd name="connsiteX48" fmla="*/ 175327 w 1460822"/>
                    <a:gd name="connsiteY48" fmla="*/ 251516 h 1382832"/>
                    <a:gd name="connsiteX49" fmla="*/ 227270 w 1460822"/>
                    <a:gd name="connsiteY49" fmla="*/ 268661 h 1382832"/>
                    <a:gd name="connsiteX50" fmla="*/ 284801 w 1460822"/>
                    <a:gd name="connsiteY50" fmla="*/ 423601 h 1382832"/>
                    <a:gd name="connsiteX51" fmla="*/ 256607 w 1460822"/>
                    <a:gd name="connsiteY51" fmla="*/ 563936 h 1382832"/>
                    <a:gd name="connsiteX52" fmla="*/ 204283 w 1460822"/>
                    <a:gd name="connsiteY52" fmla="*/ 610672 h 1382832"/>
                    <a:gd name="connsiteX53" fmla="*/ 615128 w 1460822"/>
                    <a:gd name="connsiteY53" fmla="*/ 786948 h 1382832"/>
                    <a:gd name="connsiteX54" fmla="*/ 979491 w 1460822"/>
                    <a:gd name="connsiteY54" fmla="*/ 614609 h 1382832"/>
                    <a:gd name="connsiteX55" fmla="*/ 1018353 w 1460822"/>
                    <a:gd name="connsiteY55" fmla="*/ 320604 h 1382832"/>
                    <a:gd name="connsiteX56" fmla="*/ 672151 w 1460822"/>
                    <a:gd name="connsiteY56" fmla="*/ 31679 h 1382832"/>
                    <a:gd name="connsiteX57" fmla="*/ 175327 w 1460822"/>
                    <a:gd name="connsiteY57" fmla="*/ 251516 h 1382832"/>
                    <a:gd name="connsiteX58" fmla="*/ 159833 w 1460822"/>
                    <a:gd name="connsiteY58" fmla="*/ 286822 h 1382832"/>
                    <a:gd name="connsiteX59" fmla="*/ 104588 w 1460822"/>
                    <a:gd name="connsiteY59" fmla="*/ 475036 h 1382832"/>
                    <a:gd name="connsiteX60" fmla="*/ 197679 w 1460822"/>
                    <a:gd name="connsiteY60" fmla="*/ 581081 h 1382832"/>
                    <a:gd name="connsiteX61" fmla="*/ 250892 w 1460822"/>
                    <a:gd name="connsiteY61" fmla="*/ 499293 h 1382832"/>
                    <a:gd name="connsiteX62" fmla="*/ 234636 w 1460822"/>
                    <a:gd name="connsiteY62" fmla="*/ 323525 h 1382832"/>
                    <a:gd name="connsiteX63" fmla="*/ 159833 w 1460822"/>
                    <a:gd name="connsiteY63" fmla="*/ 286822 h 1382832"/>
                    <a:gd name="connsiteX64" fmla="*/ 1041086 w 1460822"/>
                    <a:gd name="connsiteY64" fmla="*/ 554030 h 1382832"/>
                    <a:gd name="connsiteX65" fmla="*/ 1054736 w 1460822"/>
                    <a:gd name="connsiteY65" fmla="*/ 415202 h 1382832"/>
                    <a:gd name="connsiteX66" fmla="*/ 441011 w 1460822"/>
                    <a:gd name="connsiteY66" fmla="*/ 791901 h 1382832"/>
                    <a:gd name="connsiteX67" fmla="*/ 658816 w 1460822"/>
                    <a:gd name="connsiteY67" fmla="*/ 825556 h 1382832"/>
                    <a:gd name="connsiteX68" fmla="*/ 569154 w 1460822"/>
                    <a:gd name="connsiteY68" fmla="*/ 809554 h 1382832"/>
                    <a:gd name="connsiteX69" fmla="*/ 441011 w 1460822"/>
                    <a:gd name="connsiteY69" fmla="*/ 791901 h 1382832"/>
                    <a:gd name="connsiteX70" fmla="*/ 303597 w 1460822"/>
                    <a:gd name="connsiteY70" fmla="*/ 842447 h 1382832"/>
                    <a:gd name="connsiteX71" fmla="*/ 288992 w 1460822"/>
                    <a:gd name="connsiteY71" fmla="*/ 872038 h 1382832"/>
                    <a:gd name="connsiteX72" fmla="*/ 345380 w 1460822"/>
                    <a:gd name="connsiteY72" fmla="*/ 922457 h 1382832"/>
                    <a:gd name="connsiteX73" fmla="*/ 332934 w 1460822"/>
                    <a:gd name="connsiteY73" fmla="*/ 1080318 h 1382832"/>
                    <a:gd name="connsiteX74" fmla="*/ 384369 w 1460822"/>
                    <a:gd name="connsiteY74" fmla="*/ 1008817 h 1382832"/>
                    <a:gd name="connsiteX75" fmla="*/ 303597 w 1460822"/>
                    <a:gd name="connsiteY75" fmla="*/ 842447 h 1382832"/>
                    <a:gd name="connsiteX76" fmla="*/ 1154370 w 1460822"/>
                    <a:gd name="connsiteY76" fmla="*/ 961573 h 1382832"/>
                    <a:gd name="connsiteX77" fmla="*/ 1130875 w 1460822"/>
                    <a:gd name="connsiteY77" fmla="*/ 1154613 h 1382832"/>
                    <a:gd name="connsiteX78" fmla="*/ 1261431 w 1460822"/>
                    <a:gd name="connsiteY78" fmla="*/ 1210239 h 1382832"/>
                    <a:gd name="connsiteX79" fmla="*/ 1374969 w 1460822"/>
                    <a:gd name="connsiteY79" fmla="*/ 1221669 h 1382832"/>
                    <a:gd name="connsiteX80" fmla="*/ 1357316 w 1460822"/>
                    <a:gd name="connsiteY80" fmla="*/ 1192967 h 1382832"/>
                    <a:gd name="connsiteX81" fmla="*/ 1258637 w 1460822"/>
                    <a:gd name="connsiteY81" fmla="*/ 1133404 h 1382832"/>
                    <a:gd name="connsiteX82" fmla="*/ 1445581 w 1460822"/>
                    <a:gd name="connsiteY82" fmla="*/ 1176711 h 1382832"/>
                    <a:gd name="connsiteX83" fmla="*/ 1281304 w 1460822"/>
                    <a:gd name="connsiteY83" fmla="*/ 1102940 h 1382832"/>
                    <a:gd name="connsiteX84" fmla="*/ 1296229 w 1460822"/>
                    <a:gd name="connsiteY84" fmla="*/ 1079175 h 1382832"/>
                    <a:gd name="connsiteX85" fmla="*/ 1287937 w 1460822"/>
                    <a:gd name="connsiteY85" fmla="*/ 1075072 h 1382832"/>
                    <a:gd name="connsiteX86" fmla="*/ 1300439 w 1460822"/>
                    <a:gd name="connsiteY86" fmla="*/ 1049963 h 1382832"/>
                    <a:gd name="connsiteX87" fmla="*/ 1235269 w 1460822"/>
                    <a:gd name="connsiteY87" fmla="*/ 995101 h 1382832"/>
                    <a:gd name="connsiteX88" fmla="*/ 1341060 w 1460822"/>
                    <a:gd name="connsiteY88" fmla="*/ 918647 h 1382832"/>
                    <a:gd name="connsiteX89" fmla="*/ 1301944 w 1460822"/>
                    <a:gd name="connsiteY89" fmla="*/ 879658 h 1382832"/>
                    <a:gd name="connsiteX90" fmla="*/ 1154370 w 1460822"/>
                    <a:gd name="connsiteY90" fmla="*/ 961573 h 1382832"/>
                    <a:gd name="connsiteX91" fmla="*/ 857063 w 1460822"/>
                    <a:gd name="connsiteY91" fmla="*/ 928426 h 1382832"/>
                    <a:gd name="connsiteX92" fmla="*/ 878272 w 1460822"/>
                    <a:gd name="connsiteY92" fmla="*/ 1047806 h 1382832"/>
                    <a:gd name="connsiteX93" fmla="*/ 905704 w 1460822"/>
                    <a:gd name="connsiteY93" fmla="*/ 1287709 h 1382832"/>
                    <a:gd name="connsiteX94" fmla="*/ 1188660 w 1460822"/>
                    <a:gd name="connsiteY94" fmla="*/ 1221288 h 1382832"/>
                    <a:gd name="connsiteX95" fmla="*/ 1073344 w 1460822"/>
                    <a:gd name="connsiteY95" fmla="*/ 1047171 h 1382832"/>
                    <a:gd name="connsiteX96" fmla="*/ 973522 w 1460822"/>
                    <a:gd name="connsiteY96" fmla="*/ 1185093 h 1382832"/>
                    <a:gd name="connsiteX97" fmla="*/ 945201 w 1460822"/>
                    <a:gd name="connsiteY97" fmla="*/ 1234496 h 1382832"/>
                    <a:gd name="connsiteX98" fmla="*/ 974665 w 1460822"/>
                    <a:gd name="connsiteY98" fmla="*/ 1113719 h 1382832"/>
                    <a:gd name="connsiteX99" fmla="*/ 857063 w 1460822"/>
                    <a:gd name="connsiteY99" fmla="*/ 928426 h 1382832"/>
                    <a:gd name="connsiteX0" fmla="*/ 1100903 w 1445581"/>
                    <a:gd name="connsiteY0" fmla="*/ 471353 h 1382832"/>
                    <a:gd name="connsiteX1" fmla="*/ 1075122 w 1445581"/>
                    <a:gd name="connsiteY1" fmla="*/ 553776 h 1382832"/>
                    <a:gd name="connsiteX2" fmla="*/ 994858 w 1445581"/>
                    <a:gd name="connsiteY2" fmla="*/ 638104 h 1382832"/>
                    <a:gd name="connsiteX3" fmla="*/ 900370 w 1445581"/>
                    <a:gd name="connsiteY3" fmla="*/ 733100 h 1382832"/>
                    <a:gd name="connsiteX4" fmla="*/ 765623 w 1445581"/>
                    <a:gd name="connsiteY4" fmla="*/ 795330 h 1382832"/>
                    <a:gd name="connsiteX5" fmla="*/ 993715 w 1445581"/>
                    <a:gd name="connsiteY5" fmla="*/ 1098479 h 1382832"/>
                    <a:gd name="connsiteX6" fmla="*/ 1109666 w 1445581"/>
                    <a:gd name="connsiteY6" fmla="*/ 968558 h 1382832"/>
                    <a:gd name="connsiteX7" fmla="*/ 1283275 w 1445581"/>
                    <a:gd name="connsiteY7" fmla="*/ 857941 h 1382832"/>
                    <a:gd name="connsiteX8" fmla="*/ 1372810 w 1445581"/>
                    <a:gd name="connsiteY8" fmla="*/ 906074 h 1382832"/>
                    <a:gd name="connsiteX9" fmla="*/ 1290260 w 1445581"/>
                    <a:gd name="connsiteY9" fmla="*/ 991291 h 1382832"/>
                    <a:gd name="connsiteX10" fmla="*/ 1286974 w 1445581"/>
                    <a:gd name="connsiteY10" fmla="*/ 1024887 h 1382832"/>
                    <a:gd name="connsiteX11" fmla="*/ 1290897 w 1445581"/>
                    <a:gd name="connsiteY11" fmla="*/ 1084613 h 1382832"/>
                    <a:gd name="connsiteX12" fmla="*/ 1317769 w 1445581"/>
                    <a:gd name="connsiteY12" fmla="*/ 1169833 h 1382832"/>
                    <a:gd name="connsiteX13" fmla="*/ 1403163 w 1445581"/>
                    <a:gd name="connsiteY13" fmla="*/ 1206937 h 1382832"/>
                    <a:gd name="connsiteX14" fmla="*/ 1396686 w 1445581"/>
                    <a:gd name="connsiteY14" fmla="*/ 1237290 h 1382832"/>
                    <a:gd name="connsiteX15" fmla="*/ 1222569 w 1445581"/>
                    <a:gd name="connsiteY15" fmla="*/ 1229162 h 1382832"/>
                    <a:gd name="connsiteX16" fmla="*/ 1041340 w 1445581"/>
                    <a:gd name="connsiteY16" fmla="*/ 1330381 h 1382832"/>
                    <a:gd name="connsiteX17" fmla="*/ 907228 w 1445581"/>
                    <a:gd name="connsiteY17" fmla="*/ 1317300 h 1382832"/>
                    <a:gd name="connsiteX18" fmla="*/ 909260 w 1445581"/>
                    <a:gd name="connsiteY18" fmla="*/ 1373180 h 1382832"/>
                    <a:gd name="connsiteX19" fmla="*/ 884622 w 1445581"/>
                    <a:gd name="connsiteY19" fmla="*/ 1371656 h 1382832"/>
                    <a:gd name="connsiteX20" fmla="*/ 878780 w 1445581"/>
                    <a:gd name="connsiteY20" fmla="*/ 1297234 h 1382832"/>
                    <a:gd name="connsiteX21" fmla="*/ 820106 w 1445581"/>
                    <a:gd name="connsiteY21" fmla="*/ 891596 h 1382832"/>
                    <a:gd name="connsiteX22" fmla="*/ 747208 w 1445581"/>
                    <a:gd name="connsiteY22" fmla="*/ 818825 h 1382832"/>
                    <a:gd name="connsiteX23" fmla="*/ 424882 w 1445581"/>
                    <a:gd name="connsiteY23" fmla="*/ 817174 h 1382832"/>
                    <a:gd name="connsiteX24" fmla="*/ 337125 w 1445581"/>
                    <a:gd name="connsiteY24" fmla="*/ 819333 h 1382832"/>
                    <a:gd name="connsiteX25" fmla="*/ 407610 w 1445581"/>
                    <a:gd name="connsiteY25" fmla="*/ 1031169 h 1382832"/>
                    <a:gd name="connsiteX26" fmla="*/ 322774 w 1445581"/>
                    <a:gd name="connsiteY26" fmla="*/ 1110290 h 1382832"/>
                    <a:gd name="connsiteX27" fmla="*/ 288357 w 1445581"/>
                    <a:gd name="connsiteY27" fmla="*/ 1335588 h 1382832"/>
                    <a:gd name="connsiteX28" fmla="*/ 283023 w 1445581"/>
                    <a:gd name="connsiteY28" fmla="*/ 1371656 h 1382832"/>
                    <a:gd name="connsiteX29" fmla="*/ 259020 w 1445581"/>
                    <a:gd name="connsiteY29" fmla="*/ 1376355 h 1382832"/>
                    <a:gd name="connsiteX30" fmla="*/ 323409 w 1445581"/>
                    <a:gd name="connsiteY30" fmla="*/ 997006 h 1382832"/>
                    <a:gd name="connsiteX31" fmla="*/ 305629 w 1445581"/>
                    <a:gd name="connsiteY31" fmla="*/ 913186 h 1382832"/>
                    <a:gd name="connsiteX32" fmla="*/ 229556 w 1445581"/>
                    <a:gd name="connsiteY32" fmla="*/ 939348 h 1382832"/>
                    <a:gd name="connsiteX33" fmla="*/ 18228 w 1445581"/>
                    <a:gd name="connsiteY33" fmla="*/ 1370513 h 1382832"/>
                    <a:gd name="connsiteX34" fmla="*/ 2099 w 1445581"/>
                    <a:gd name="connsiteY34" fmla="*/ 1382832 h 1382832"/>
                    <a:gd name="connsiteX35" fmla="*/ 17212 w 1445581"/>
                    <a:gd name="connsiteY35" fmla="*/ 1286566 h 1382832"/>
                    <a:gd name="connsiteX36" fmla="*/ 107001 w 1445581"/>
                    <a:gd name="connsiteY36" fmla="*/ 1065586 h 1382832"/>
                    <a:gd name="connsiteX37" fmla="*/ 216983 w 1445581"/>
                    <a:gd name="connsiteY37" fmla="*/ 915091 h 1382832"/>
                    <a:gd name="connsiteX38" fmla="*/ 304867 w 1445581"/>
                    <a:gd name="connsiteY38" fmla="*/ 813491 h 1382832"/>
                    <a:gd name="connsiteX39" fmla="*/ 391481 w 1445581"/>
                    <a:gd name="connsiteY39" fmla="*/ 779328 h 1382832"/>
                    <a:gd name="connsiteX40" fmla="*/ 252924 w 1445581"/>
                    <a:gd name="connsiteY40" fmla="*/ 699191 h 1382832"/>
                    <a:gd name="connsiteX41" fmla="*/ 138243 w 1445581"/>
                    <a:gd name="connsiteY41" fmla="*/ 584002 h 1382832"/>
                    <a:gd name="connsiteX42" fmla="*/ 83633 w 1445581"/>
                    <a:gd name="connsiteY42" fmla="*/ 501452 h 1382832"/>
                    <a:gd name="connsiteX43" fmla="*/ 139767 w 1445581"/>
                    <a:gd name="connsiteY43" fmla="*/ 267645 h 1382832"/>
                    <a:gd name="connsiteX44" fmla="*/ 413198 w 1445581"/>
                    <a:gd name="connsiteY44" fmla="*/ 21138 h 1382832"/>
                    <a:gd name="connsiteX45" fmla="*/ 730698 w 1445581"/>
                    <a:gd name="connsiteY45" fmla="*/ 17836 h 1382832"/>
                    <a:gd name="connsiteX46" fmla="*/ 912643 w 1445581"/>
                    <a:gd name="connsiteY46" fmla="*/ 121183 h 1382832"/>
                    <a:gd name="connsiteX47" fmla="*/ 1056509 w 1445581"/>
                    <a:gd name="connsiteY47" fmla="*/ 366250 h 1382832"/>
                    <a:gd name="connsiteX48" fmla="*/ 175327 w 1445581"/>
                    <a:gd name="connsiteY48" fmla="*/ 251516 h 1382832"/>
                    <a:gd name="connsiteX49" fmla="*/ 227270 w 1445581"/>
                    <a:gd name="connsiteY49" fmla="*/ 268661 h 1382832"/>
                    <a:gd name="connsiteX50" fmla="*/ 284801 w 1445581"/>
                    <a:gd name="connsiteY50" fmla="*/ 423601 h 1382832"/>
                    <a:gd name="connsiteX51" fmla="*/ 256607 w 1445581"/>
                    <a:gd name="connsiteY51" fmla="*/ 563936 h 1382832"/>
                    <a:gd name="connsiteX52" fmla="*/ 204283 w 1445581"/>
                    <a:gd name="connsiteY52" fmla="*/ 610672 h 1382832"/>
                    <a:gd name="connsiteX53" fmla="*/ 615128 w 1445581"/>
                    <a:gd name="connsiteY53" fmla="*/ 786948 h 1382832"/>
                    <a:gd name="connsiteX54" fmla="*/ 979491 w 1445581"/>
                    <a:gd name="connsiteY54" fmla="*/ 614609 h 1382832"/>
                    <a:gd name="connsiteX55" fmla="*/ 1018353 w 1445581"/>
                    <a:gd name="connsiteY55" fmla="*/ 320604 h 1382832"/>
                    <a:gd name="connsiteX56" fmla="*/ 672151 w 1445581"/>
                    <a:gd name="connsiteY56" fmla="*/ 31679 h 1382832"/>
                    <a:gd name="connsiteX57" fmla="*/ 175327 w 1445581"/>
                    <a:gd name="connsiteY57" fmla="*/ 251516 h 1382832"/>
                    <a:gd name="connsiteX58" fmla="*/ 159833 w 1445581"/>
                    <a:gd name="connsiteY58" fmla="*/ 286822 h 1382832"/>
                    <a:gd name="connsiteX59" fmla="*/ 104588 w 1445581"/>
                    <a:gd name="connsiteY59" fmla="*/ 475036 h 1382832"/>
                    <a:gd name="connsiteX60" fmla="*/ 197679 w 1445581"/>
                    <a:gd name="connsiteY60" fmla="*/ 581081 h 1382832"/>
                    <a:gd name="connsiteX61" fmla="*/ 250892 w 1445581"/>
                    <a:gd name="connsiteY61" fmla="*/ 499293 h 1382832"/>
                    <a:gd name="connsiteX62" fmla="*/ 234636 w 1445581"/>
                    <a:gd name="connsiteY62" fmla="*/ 323525 h 1382832"/>
                    <a:gd name="connsiteX63" fmla="*/ 159833 w 1445581"/>
                    <a:gd name="connsiteY63" fmla="*/ 286822 h 1382832"/>
                    <a:gd name="connsiteX64" fmla="*/ 1041086 w 1445581"/>
                    <a:gd name="connsiteY64" fmla="*/ 554030 h 1382832"/>
                    <a:gd name="connsiteX65" fmla="*/ 1054736 w 1445581"/>
                    <a:gd name="connsiteY65" fmla="*/ 415202 h 1382832"/>
                    <a:gd name="connsiteX66" fmla="*/ 441011 w 1445581"/>
                    <a:gd name="connsiteY66" fmla="*/ 791901 h 1382832"/>
                    <a:gd name="connsiteX67" fmla="*/ 658816 w 1445581"/>
                    <a:gd name="connsiteY67" fmla="*/ 825556 h 1382832"/>
                    <a:gd name="connsiteX68" fmla="*/ 569154 w 1445581"/>
                    <a:gd name="connsiteY68" fmla="*/ 809554 h 1382832"/>
                    <a:gd name="connsiteX69" fmla="*/ 441011 w 1445581"/>
                    <a:gd name="connsiteY69" fmla="*/ 791901 h 1382832"/>
                    <a:gd name="connsiteX70" fmla="*/ 303597 w 1445581"/>
                    <a:gd name="connsiteY70" fmla="*/ 842447 h 1382832"/>
                    <a:gd name="connsiteX71" fmla="*/ 288992 w 1445581"/>
                    <a:gd name="connsiteY71" fmla="*/ 872038 h 1382832"/>
                    <a:gd name="connsiteX72" fmla="*/ 345380 w 1445581"/>
                    <a:gd name="connsiteY72" fmla="*/ 922457 h 1382832"/>
                    <a:gd name="connsiteX73" fmla="*/ 332934 w 1445581"/>
                    <a:gd name="connsiteY73" fmla="*/ 1080318 h 1382832"/>
                    <a:gd name="connsiteX74" fmla="*/ 384369 w 1445581"/>
                    <a:gd name="connsiteY74" fmla="*/ 1008817 h 1382832"/>
                    <a:gd name="connsiteX75" fmla="*/ 303597 w 1445581"/>
                    <a:gd name="connsiteY75" fmla="*/ 842447 h 1382832"/>
                    <a:gd name="connsiteX76" fmla="*/ 1154370 w 1445581"/>
                    <a:gd name="connsiteY76" fmla="*/ 961573 h 1382832"/>
                    <a:gd name="connsiteX77" fmla="*/ 1130875 w 1445581"/>
                    <a:gd name="connsiteY77" fmla="*/ 1154613 h 1382832"/>
                    <a:gd name="connsiteX78" fmla="*/ 1261431 w 1445581"/>
                    <a:gd name="connsiteY78" fmla="*/ 1210239 h 1382832"/>
                    <a:gd name="connsiteX79" fmla="*/ 1374969 w 1445581"/>
                    <a:gd name="connsiteY79" fmla="*/ 1221669 h 1382832"/>
                    <a:gd name="connsiteX80" fmla="*/ 1357316 w 1445581"/>
                    <a:gd name="connsiteY80" fmla="*/ 1192967 h 1382832"/>
                    <a:gd name="connsiteX81" fmla="*/ 1258637 w 1445581"/>
                    <a:gd name="connsiteY81" fmla="*/ 1133404 h 1382832"/>
                    <a:gd name="connsiteX82" fmla="*/ 1445581 w 1445581"/>
                    <a:gd name="connsiteY82" fmla="*/ 1176711 h 1382832"/>
                    <a:gd name="connsiteX83" fmla="*/ 1281304 w 1445581"/>
                    <a:gd name="connsiteY83" fmla="*/ 1102940 h 1382832"/>
                    <a:gd name="connsiteX84" fmla="*/ 1296229 w 1445581"/>
                    <a:gd name="connsiteY84" fmla="*/ 1079175 h 1382832"/>
                    <a:gd name="connsiteX85" fmla="*/ 1287937 w 1445581"/>
                    <a:gd name="connsiteY85" fmla="*/ 1075072 h 1382832"/>
                    <a:gd name="connsiteX86" fmla="*/ 1300439 w 1445581"/>
                    <a:gd name="connsiteY86" fmla="*/ 1049963 h 1382832"/>
                    <a:gd name="connsiteX87" fmla="*/ 1235269 w 1445581"/>
                    <a:gd name="connsiteY87" fmla="*/ 995101 h 1382832"/>
                    <a:gd name="connsiteX88" fmla="*/ 1341060 w 1445581"/>
                    <a:gd name="connsiteY88" fmla="*/ 918647 h 1382832"/>
                    <a:gd name="connsiteX89" fmla="*/ 1301944 w 1445581"/>
                    <a:gd name="connsiteY89" fmla="*/ 879658 h 1382832"/>
                    <a:gd name="connsiteX90" fmla="*/ 1154370 w 1445581"/>
                    <a:gd name="connsiteY90" fmla="*/ 961573 h 1382832"/>
                    <a:gd name="connsiteX91" fmla="*/ 857063 w 1445581"/>
                    <a:gd name="connsiteY91" fmla="*/ 928426 h 1382832"/>
                    <a:gd name="connsiteX92" fmla="*/ 878272 w 1445581"/>
                    <a:gd name="connsiteY92" fmla="*/ 1047806 h 1382832"/>
                    <a:gd name="connsiteX93" fmla="*/ 905704 w 1445581"/>
                    <a:gd name="connsiteY93" fmla="*/ 1287709 h 1382832"/>
                    <a:gd name="connsiteX94" fmla="*/ 1188660 w 1445581"/>
                    <a:gd name="connsiteY94" fmla="*/ 1221288 h 1382832"/>
                    <a:gd name="connsiteX95" fmla="*/ 1073344 w 1445581"/>
                    <a:gd name="connsiteY95" fmla="*/ 1047171 h 1382832"/>
                    <a:gd name="connsiteX96" fmla="*/ 973522 w 1445581"/>
                    <a:gd name="connsiteY96" fmla="*/ 1185093 h 1382832"/>
                    <a:gd name="connsiteX97" fmla="*/ 945201 w 1445581"/>
                    <a:gd name="connsiteY97" fmla="*/ 1234496 h 1382832"/>
                    <a:gd name="connsiteX98" fmla="*/ 974665 w 1445581"/>
                    <a:gd name="connsiteY98" fmla="*/ 1113719 h 1382832"/>
                    <a:gd name="connsiteX99" fmla="*/ 857063 w 1445581"/>
                    <a:gd name="connsiteY99" fmla="*/ 928426 h 1382832"/>
                    <a:gd name="connsiteX0" fmla="*/ 1100903 w 1405278"/>
                    <a:gd name="connsiteY0" fmla="*/ 471353 h 1382832"/>
                    <a:gd name="connsiteX1" fmla="*/ 1075122 w 1405278"/>
                    <a:gd name="connsiteY1" fmla="*/ 553776 h 1382832"/>
                    <a:gd name="connsiteX2" fmla="*/ 994858 w 1405278"/>
                    <a:gd name="connsiteY2" fmla="*/ 638104 h 1382832"/>
                    <a:gd name="connsiteX3" fmla="*/ 900370 w 1405278"/>
                    <a:gd name="connsiteY3" fmla="*/ 733100 h 1382832"/>
                    <a:gd name="connsiteX4" fmla="*/ 765623 w 1405278"/>
                    <a:gd name="connsiteY4" fmla="*/ 795330 h 1382832"/>
                    <a:gd name="connsiteX5" fmla="*/ 993715 w 1405278"/>
                    <a:gd name="connsiteY5" fmla="*/ 1098479 h 1382832"/>
                    <a:gd name="connsiteX6" fmla="*/ 1109666 w 1405278"/>
                    <a:gd name="connsiteY6" fmla="*/ 968558 h 1382832"/>
                    <a:gd name="connsiteX7" fmla="*/ 1283275 w 1405278"/>
                    <a:gd name="connsiteY7" fmla="*/ 857941 h 1382832"/>
                    <a:gd name="connsiteX8" fmla="*/ 1372810 w 1405278"/>
                    <a:gd name="connsiteY8" fmla="*/ 906074 h 1382832"/>
                    <a:gd name="connsiteX9" fmla="*/ 1290260 w 1405278"/>
                    <a:gd name="connsiteY9" fmla="*/ 991291 h 1382832"/>
                    <a:gd name="connsiteX10" fmla="*/ 1286974 w 1405278"/>
                    <a:gd name="connsiteY10" fmla="*/ 1024887 h 1382832"/>
                    <a:gd name="connsiteX11" fmla="*/ 1290897 w 1405278"/>
                    <a:gd name="connsiteY11" fmla="*/ 1084613 h 1382832"/>
                    <a:gd name="connsiteX12" fmla="*/ 1317769 w 1405278"/>
                    <a:gd name="connsiteY12" fmla="*/ 1169833 h 1382832"/>
                    <a:gd name="connsiteX13" fmla="*/ 1403163 w 1405278"/>
                    <a:gd name="connsiteY13" fmla="*/ 1206937 h 1382832"/>
                    <a:gd name="connsiteX14" fmla="*/ 1396686 w 1405278"/>
                    <a:gd name="connsiteY14" fmla="*/ 1237290 h 1382832"/>
                    <a:gd name="connsiteX15" fmla="*/ 1222569 w 1405278"/>
                    <a:gd name="connsiteY15" fmla="*/ 1229162 h 1382832"/>
                    <a:gd name="connsiteX16" fmla="*/ 1041340 w 1405278"/>
                    <a:gd name="connsiteY16" fmla="*/ 1330381 h 1382832"/>
                    <a:gd name="connsiteX17" fmla="*/ 907228 w 1405278"/>
                    <a:gd name="connsiteY17" fmla="*/ 1317300 h 1382832"/>
                    <a:gd name="connsiteX18" fmla="*/ 909260 w 1405278"/>
                    <a:gd name="connsiteY18" fmla="*/ 1373180 h 1382832"/>
                    <a:gd name="connsiteX19" fmla="*/ 884622 w 1405278"/>
                    <a:gd name="connsiteY19" fmla="*/ 1371656 h 1382832"/>
                    <a:gd name="connsiteX20" fmla="*/ 878780 w 1405278"/>
                    <a:gd name="connsiteY20" fmla="*/ 1297234 h 1382832"/>
                    <a:gd name="connsiteX21" fmla="*/ 820106 w 1405278"/>
                    <a:gd name="connsiteY21" fmla="*/ 891596 h 1382832"/>
                    <a:gd name="connsiteX22" fmla="*/ 747208 w 1405278"/>
                    <a:gd name="connsiteY22" fmla="*/ 818825 h 1382832"/>
                    <a:gd name="connsiteX23" fmla="*/ 424882 w 1405278"/>
                    <a:gd name="connsiteY23" fmla="*/ 817174 h 1382832"/>
                    <a:gd name="connsiteX24" fmla="*/ 337125 w 1405278"/>
                    <a:gd name="connsiteY24" fmla="*/ 819333 h 1382832"/>
                    <a:gd name="connsiteX25" fmla="*/ 407610 w 1405278"/>
                    <a:gd name="connsiteY25" fmla="*/ 1031169 h 1382832"/>
                    <a:gd name="connsiteX26" fmla="*/ 322774 w 1405278"/>
                    <a:gd name="connsiteY26" fmla="*/ 1110290 h 1382832"/>
                    <a:gd name="connsiteX27" fmla="*/ 288357 w 1405278"/>
                    <a:gd name="connsiteY27" fmla="*/ 1335588 h 1382832"/>
                    <a:gd name="connsiteX28" fmla="*/ 283023 w 1405278"/>
                    <a:gd name="connsiteY28" fmla="*/ 1371656 h 1382832"/>
                    <a:gd name="connsiteX29" fmla="*/ 259020 w 1405278"/>
                    <a:gd name="connsiteY29" fmla="*/ 1376355 h 1382832"/>
                    <a:gd name="connsiteX30" fmla="*/ 323409 w 1405278"/>
                    <a:gd name="connsiteY30" fmla="*/ 997006 h 1382832"/>
                    <a:gd name="connsiteX31" fmla="*/ 305629 w 1405278"/>
                    <a:gd name="connsiteY31" fmla="*/ 913186 h 1382832"/>
                    <a:gd name="connsiteX32" fmla="*/ 229556 w 1405278"/>
                    <a:gd name="connsiteY32" fmla="*/ 939348 h 1382832"/>
                    <a:gd name="connsiteX33" fmla="*/ 18228 w 1405278"/>
                    <a:gd name="connsiteY33" fmla="*/ 1370513 h 1382832"/>
                    <a:gd name="connsiteX34" fmla="*/ 2099 w 1405278"/>
                    <a:gd name="connsiteY34" fmla="*/ 1382832 h 1382832"/>
                    <a:gd name="connsiteX35" fmla="*/ 17212 w 1405278"/>
                    <a:gd name="connsiteY35" fmla="*/ 1286566 h 1382832"/>
                    <a:gd name="connsiteX36" fmla="*/ 107001 w 1405278"/>
                    <a:gd name="connsiteY36" fmla="*/ 1065586 h 1382832"/>
                    <a:gd name="connsiteX37" fmla="*/ 216983 w 1405278"/>
                    <a:gd name="connsiteY37" fmla="*/ 915091 h 1382832"/>
                    <a:gd name="connsiteX38" fmla="*/ 304867 w 1405278"/>
                    <a:gd name="connsiteY38" fmla="*/ 813491 h 1382832"/>
                    <a:gd name="connsiteX39" fmla="*/ 391481 w 1405278"/>
                    <a:gd name="connsiteY39" fmla="*/ 779328 h 1382832"/>
                    <a:gd name="connsiteX40" fmla="*/ 252924 w 1405278"/>
                    <a:gd name="connsiteY40" fmla="*/ 699191 h 1382832"/>
                    <a:gd name="connsiteX41" fmla="*/ 138243 w 1405278"/>
                    <a:gd name="connsiteY41" fmla="*/ 584002 h 1382832"/>
                    <a:gd name="connsiteX42" fmla="*/ 83633 w 1405278"/>
                    <a:gd name="connsiteY42" fmla="*/ 501452 h 1382832"/>
                    <a:gd name="connsiteX43" fmla="*/ 139767 w 1405278"/>
                    <a:gd name="connsiteY43" fmla="*/ 267645 h 1382832"/>
                    <a:gd name="connsiteX44" fmla="*/ 413198 w 1405278"/>
                    <a:gd name="connsiteY44" fmla="*/ 21138 h 1382832"/>
                    <a:gd name="connsiteX45" fmla="*/ 730698 w 1405278"/>
                    <a:gd name="connsiteY45" fmla="*/ 17836 h 1382832"/>
                    <a:gd name="connsiteX46" fmla="*/ 912643 w 1405278"/>
                    <a:gd name="connsiteY46" fmla="*/ 121183 h 1382832"/>
                    <a:gd name="connsiteX47" fmla="*/ 1056509 w 1405278"/>
                    <a:gd name="connsiteY47" fmla="*/ 366250 h 1382832"/>
                    <a:gd name="connsiteX48" fmla="*/ 175327 w 1405278"/>
                    <a:gd name="connsiteY48" fmla="*/ 251516 h 1382832"/>
                    <a:gd name="connsiteX49" fmla="*/ 227270 w 1405278"/>
                    <a:gd name="connsiteY49" fmla="*/ 268661 h 1382832"/>
                    <a:gd name="connsiteX50" fmla="*/ 284801 w 1405278"/>
                    <a:gd name="connsiteY50" fmla="*/ 423601 h 1382832"/>
                    <a:gd name="connsiteX51" fmla="*/ 256607 w 1405278"/>
                    <a:gd name="connsiteY51" fmla="*/ 563936 h 1382832"/>
                    <a:gd name="connsiteX52" fmla="*/ 204283 w 1405278"/>
                    <a:gd name="connsiteY52" fmla="*/ 610672 h 1382832"/>
                    <a:gd name="connsiteX53" fmla="*/ 615128 w 1405278"/>
                    <a:gd name="connsiteY53" fmla="*/ 786948 h 1382832"/>
                    <a:gd name="connsiteX54" fmla="*/ 979491 w 1405278"/>
                    <a:gd name="connsiteY54" fmla="*/ 614609 h 1382832"/>
                    <a:gd name="connsiteX55" fmla="*/ 1018353 w 1405278"/>
                    <a:gd name="connsiteY55" fmla="*/ 320604 h 1382832"/>
                    <a:gd name="connsiteX56" fmla="*/ 672151 w 1405278"/>
                    <a:gd name="connsiteY56" fmla="*/ 31679 h 1382832"/>
                    <a:gd name="connsiteX57" fmla="*/ 175327 w 1405278"/>
                    <a:gd name="connsiteY57" fmla="*/ 251516 h 1382832"/>
                    <a:gd name="connsiteX58" fmla="*/ 159833 w 1405278"/>
                    <a:gd name="connsiteY58" fmla="*/ 286822 h 1382832"/>
                    <a:gd name="connsiteX59" fmla="*/ 104588 w 1405278"/>
                    <a:gd name="connsiteY59" fmla="*/ 475036 h 1382832"/>
                    <a:gd name="connsiteX60" fmla="*/ 197679 w 1405278"/>
                    <a:gd name="connsiteY60" fmla="*/ 581081 h 1382832"/>
                    <a:gd name="connsiteX61" fmla="*/ 250892 w 1405278"/>
                    <a:gd name="connsiteY61" fmla="*/ 499293 h 1382832"/>
                    <a:gd name="connsiteX62" fmla="*/ 234636 w 1405278"/>
                    <a:gd name="connsiteY62" fmla="*/ 323525 h 1382832"/>
                    <a:gd name="connsiteX63" fmla="*/ 159833 w 1405278"/>
                    <a:gd name="connsiteY63" fmla="*/ 286822 h 1382832"/>
                    <a:gd name="connsiteX64" fmla="*/ 1041086 w 1405278"/>
                    <a:gd name="connsiteY64" fmla="*/ 554030 h 1382832"/>
                    <a:gd name="connsiteX65" fmla="*/ 1054736 w 1405278"/>
                    <a:gd name="connsiteY65" fmla="*/ 415202 h 1382832"/>
                    <a:gd name="connsiteX66" fmla="*/ 441011 w 1405278"/>
                    <a:gd name="connsiteY66" fmla="*/ 791901 h 1382832"/>
                    <a:gd name="connsiteX67" fmla="*/ 658816 w 1405278"/>
                    <a:gd name="connsiteY67" fmla="*/ 825556 h 1382832"/>
                    <a:gd name="connsiteX68" fmla="*/ 569154 w 1405278"/>
                    <a:gd name="connsiteY68" fmla="*/ 809554 h 1382832"/>
                    <a:gd name="connsiteX69" fmla="*/ 441011 w 1405278"/>
                    <a:gd name="connsiteY69" fmla="*/ 791901 h 1382832"/>
                    <a:gd name="connsiteX70" fmla="*/ 303597 w 1405278"/>
                    <a:gd name="connsiteY70" fmla="*/ 842447 h 1382832"/>
                    <a:gd name="connsiteX71" fmla="*/ 288992 w 1405278"/>
                    <a:gd name="connsiteY71" fmla="*/ 872038 h 1382832"/>
                    <a:gd name="connsiteX72" fmla="*/ 345380 w 1405278"/>
                    <a:gd name="connsiteY72" fmla="*/ 922457 h 1382832"/>
                    <a:gd name="connsiteX73" fmla="*/ 332934 w 1405278"/>
                    <a:gd name="connsiteY73" fmla="*/ 1080318 h 1382832"/>
                    <a:gd name="connsiteX74" fmla="*/ 384369 w 1405278"/>
                    <a:gd name="connsiteY74" fmla="*/ 1008817 h 1382832"/>
                    <a:gd name="connsiteX75" fmla="*/ 303597 w 1405278"/>
                    <a:gd name="connsiteY75" fmla="*/ 842447 h 1382832"/>
                    <a:gd name="connsiteX76" fmla="*/ 1154370 w 1405278"/>
                    <a:gd name="connsiteY76" fmla="*/ 961573 h 1382832"/>
                    <a:gd name="connsiteX77" fmla="*/ 1130875 w 1405278"/>
                    <a:gd name="connsiteY77" fmla="*/ 1154613 h 1382832"/>
                    <a:gd name="connsiteX78" fmla="*/ 1261431 w 1405278"/>
                    <a:gd name="connsiteY78" fmla="*/ 1210239 h 1382832"/>
                    <a:gd name="connsiteX79" fmla="*/ 1374969 w 1405278"/>
                    <a:gd name="connsiteY79" fmla="*/ 1221669 h 1382832"/>
                    <a:gd name="connsiteX80" fmla="*/ 1357316 w 1405278"/>
                    <a:gd name="connsiteY80" fmla="*/ 1192967 h 1382832"/>
                    <a:gd name="connsiteX81" fmla="*/ 1258637 w 1405278"/>
                    <a:gd name="connsiteY81" fmla="*/ 1133404 h 1382832"/>
                    <a:gd name="connsiteX82" fmla="*/ 1291934 w 1405278"/>
                    <a:gd name="connsiteY82" fmla="*/ 1144922 h 1382832"/>
                    <a:gd name="connsiteX83" fmla="*/ 1281304 w 1405278"/>
                    <a:gd name="connsiteY83" fmla="*/ 1102940 h 1382832"/>
                    <a:gd name="connsiteX84" fmla="*/ 1296229 w 1405278"/>
                    <a:gd name="connsiteY84" fmla="*/ 1079175 h 1382832"/>
                    <a:gd name="connsiteX85" fmla="*/ 1287937 w 1405278"/>
                    <a:gd name="connsiteY85" fmla="*/ 1075072 h 1382832"/>
                    <a:gd name="connsiteX86" fmla="*/ 1300439 w 1405278"/>
                    <a:gd name="connsiteY86" fmla="*/ 1049963 h 1382832"/>
                    <a:gd name="connsiteX87" fmla="*/ 1235269 w 1405278"/>
                    <a:gd name="connsiteY87" fmla="*/ 995101 h 1382832"/>
                    <a:gd name="connsiteX88" fmla="*/ 1341060 w 1405278"/>
                    <a:gd name="connsiteY88" fmla="*/ 918647 h 1382832"/>
                    <a:gd name="connsiteX89" fmla="*/ 1301944 w 1405278"/>
                    <a:gd name="connsiteY89" fmla="*/ 879658 h 1382832"/>
                    <a:gd name="connsiteX90" fmla="*/ 1154370 w 1405278"/>
                    <a:gd name="connsiteY90" fmla="*/ 961573 h 1382832"/>
                    <a:gd name="connsiteX91" fmla="*/ 857063 w 1405278"/>
                    <a:gd name="connsiteY91" fmla="*/ 928426 h 1382832"/>
                    <a:gd name="connsiteX92" fmla="*/ 878272 w 1405278"/>
                    <a:gd name="connsiteY92" fmla="*/ 1047806 h 1382832"/>
                    <a:gd name="connsiteX93" fmla="*/ 905704 w 1405278"/>
                    <a:gd name="connsiteY93" fmla="*/ 1287709 h 1382832"/>
                    <a:gd name="connsiteX94" fmla="*/ 1188660 w 1405278"/>
                    <a:gd name="connsiteY94" fmla="*/ 1221288 h 1382832"/>
                    <a:gd name="connsiteX95" fmla="*/ 1073344 w 1405278"/>
                    <a:gd name="connsiteY95" fmla="*/ 1047171 h 1382832"/>
                    <a:gd name="connsiteX96" fmla="*/ 973522 w 1405278"/>
                    <a:gd name="connsiteY96" fmla="*/ 1185093 h 1382832"/>
                    <a:gd name="connsiteX97" fmla="*/ 945201 w 1405278"/>
                    <a:gd name="connsiteY97" fmla="*/ 1234496 h 1382832"/>
                    <a:gd name="connsiteX98" fmla="*/ 974665 w 1405278"/>
                    <a:gd name="connsiteY98" fmla="*/ 1113719 h 1382832"/>
                    <a:gd name="connsiteX99" fmla="*/ 857063 w 1405278"/>
                    <a:gd name="connsiteY99" fmla="*/ 928426 h 1382832"/>
                    <a:gd name="connsiteX0" fmla="*/ 1100903 w 1405277"/>
                    <a:gd name="connsiteY0" fmla="*/ 471353 h 1382832"/>
                    <a:gd name="connsiteX1" fmla="*/ 1075122 w 1405277"/>
                    <a:gd name="connsiteY1" fmla="*/ 553776 h 1382832"/>
                    <a:gd name="connsiteX2" fmla="*/ 994858 w 1405277"/>
                    <a:gd name="connsiteY2" fmla="*/ 638104 h 1382832"/>
                    <a:gd name="connsiteX3" fmla="*/ 900370 w 1405277"/>
                    <a:gd name="connsiteY3" fmla="*/ 733100 h 1382832"/>
                    <a:gd name="connsiteX4" fmla="*/ 765623 w 1405277"/>
                    <a:gd name="connsiteY4" fmla="*/ 795330 h 1382832"/>
                    <a:gd name="connsiteX5" fmla="*/ 993715 w 1405277"/>
                    <a:gd name="connsiteY5" fmla="*/ 1098479 h 1382832"/>
                    <a:gd name="connsiteX6" fmla="*/ 1109666 w 1405277"/>
                    <a:gd name="connsiteY6" fmla="*/ 968558 h 1382832"/>
                    <a:gd name="connsiteX7" fmla="*/ 1283275 w 1405277"/>
                    <a:gd name="connsiteY7" fmla="*/ 857941 h 1382832"/>
                    <a:gd name="connsiteX8" fmla="*/ 1372810 w 1405277"/>
                    <a:gd name="connsiteY8" fmla="*/ 906074 h 1382832"/>
                    <a:gd name="connsiteX9" fmla="*/ 1290260 w 1405277"/>
                    <a:gd name="connsiteY9" fmla="*/ 991291 h 1382832"/>
                    <a:gd name="connsiteX10" fmla="*/ 1286974 w 1405277"/>
                    <a:gd name="connsiteY10" fmla="*/ 1024887 h 1382832"/>
                    <a:gd name="connsiteX11" fmla="*/ 1290897 w 1405277"/>
                    <a:gd name="connsiteY11" fmla="*/ 1084613 h 1382832"/>
                    <a:gd name="connsiteX12" fmla="*/ 1317769 w 1405277"/>
                    <a:gd name="connsiteY12" fmla="*/ 1169833 h 1382832"/>
                    <a:gd name="connsiteX13" fmla="*/ 1403163 w 1405277"/>
                    <a:gd name="connsiteY13" fmla="*/ 1206937 h 1382832"/>
                    <a:gd name="connsiteX14" fmla="*/ 1396686 w 1405277"/>
                    <a:gd name="connsiteY14" fmla="*/ 1237290 h 1382832"/>
                    <a:gd name="connsiteX15" fmla="*/ 1222569 w 1405277"/>
                    <a:gd name="connsiteY15" fmla="*/ 1229162 h 1382832"/>
                    <a:gd name="connsiteX16" fmla="*/ 1041340 w 1405277"/>
                    <a:gd name="connsiteY16" fmla="*/ 1330381 h 1382832"/>
                    <a:gd name="connsiteX17" fmla="*/ 907228 w 1405277"/>
                    <a:gd name="connsiteY17" fmla="*/ 1317300 h 1382832"/>
                    <a:gd name="connsiteX18" fmla="*/ 909260 w 1405277"/>
                    <a:gd name="connsiteY18" fmla="*/ 1373180 h 1382832"/>
                    <a:gd name="connsiteX19" fmla="*/ 884622 w 1405277"/>
                    <a:gd name="connsiteY19" fmla="*/ 1371656 h 1382832"/>
                    <a:gd name="connsiteX20" fmla="*/ 878780 w 1405277"/>
                    <a:gd name="connsiteY20" fmla="*/ 1297234 h 1382832"/>
                    <a:gd name="connsiteX21" fmla="*/ 820106 w 1405277"/>
                    <a:gd name="connsiteY21" fmla="*/ 891596 h 1382832"/>
                    <a:gd name="connsiteX22" fmla="*/ 747208 w 1405277"/>
                    <a:gd name="connsiteY22" fmla="*/ 818825 h 1382832"/>
                    <a:gd name="connsiteX23" fmla="*/ 424882 w 1405277"/>
                    <a:gd name="connsiteY23" fmla="*/ 817174 h 1382832"/>
                    <a:gd name="connsiteX24" fmla="*/ 337125 w 1405277"/>
                    <a:gd name="connsiteY24" fmla="*/ 819333 h 1382832"/>
                    <a:gd name="connsiteX25" fmla="*/ 407610 w 1405277"/>
                    <a:gd name="connsiteY25" fmla="*/ 1031169 h 1382832"/>
                    <a:gd name="connsiteX26" fmla="*/ 322774 w 1405277"/>
                    <a:gd name="connsiteY26" fmla="*/ 1110290 h 1382832"/>
                    <a:gd name="connsiteX27" fmla="*/ 288357 w 1405277"/>
                    <a:gd name="connsiteY27" fmla="*/ 1335588 h 1382832"/>
                    <a:gd name="connsiteX28" fmla="*/ 283023 w 1405277"/>
                    <a:gd name="connsiteY28" fmla="*/ 1371656 h 1382832"/>
                    <a:gd name="connsiteX29" fmla="*/ 259020 w 1405277"/>
                    <a:gd name="connsiteY29" fmla="*/ 1376355 h 1382832"/>
                    <a:gd name="connsiteX30" fmla="*/ 323409 w 1405277"/>
                    <a:gd name="connsiteY30" fmla="*/ 997006 h 1382832"/>
                    <a:gd name="connsiteX31" fmla="*/ 305629 w 1405277"/>
                    <a:gd name="connsiteY31" fmla="*/ 913186 h 1382832"/>
                    <a:gd name="connsiteX32" fmla="*/ 229556 w 1405277"/>
                    <a:gd name="connsiteY32" fmla="*/ 939348 h 1382832"/>
                    <a:gd name="connsiteX33" fmla="*/ 18228 w 1405277"/>
                    <a:gd name="connsiteY33" fmla="*/ 1370513 h 1382832"/>
                    <a:gd name="connsiteX34" fmla="*/ 2099 w 1405277"/>
                    <a:gd name="connsiteY34" fmla="*/ 1382832 h 1382832"/>
                    <a:gd name="connsiteX35" fmla="*/ 17212 w 1405277"/>
                    <a:gd name="connsiteY35" fmla="*/ 1286566 h 1382832"/>
                    <a:gd name="connsiteX36" fmla="*/ 107001 w 1405277"/>
                    <a:gd name="connsiteY36" fmla="*/ 1065586 h 1382832"/>
                    <a:gd name="connsiteX37" fmla="*/ 216983 w 1405277"/>
                    <a:gd name="connsiteY37" fmla="*/ 915091 h 1382832"/>
                    <a:gd name="connsiteX38" fmla="*/ 304867 w 1405277"/>
                    <a:gd name="connsiteY38" fmla="*/ 813491 h 1382832"/>
                    <a:gd name="connsiteX39" fmla="*/ 391481 w 1405277"/>
                    <a:gd name="connsiteY39" fmla="*/ 779328 h 1382832"/>
                    <a:gd name="connsiteX40" fmla="*/ 252924 w 1405277"/>
                    <a:gd name="connsiteY40" fmla="*/ 699191 h 1382832"/>
                    <a:gd name="connsiteX41" fmla="*/ 138243 w 1405277"/>
                    <a:gd name="connsiteY41" fmla="*/ 584002 h 1382832"/>
                    <a:gd name="connsiteX42" fmla="*/ 83633 w 1405277"/>
                    <a:gd name="connsiteY42" fmla="*/ 501452 h 1382832"/>
                    <a:gd name="connsiteX43" fmla="*/ 139767 w 1405277"/>
                    <a:gd name="connsiteY43" fmla="*/ 267645 h 1382832"/>
                    <a:gd name="connsiteX44" fmla="*/ 413198 w 1405277"/>
                    <a:gd name="connsiteY44" fmla="*/ 21138 h 1382832"/>
                    <a:gd name="connsiteX45" fmla="*/ 730698 w 1405277"/>
                    <a:gd name="connsiteY45" fmla="*/ 17836 h 1382832"/>
                    <a:gd name="connsiteX46" fmla="*/ 912643 w 1405277"/>
                    <a:gd name="connsiteY46" fmla="*/ 121183 h 1382832"/>
                    <a:gd name="connsiteX47" fmla="*/ 1056509 w 1405277"/>
                    <a:gd name="connsiteY47" fmla="*/ 366250 h 1382832"/>
                    <a:gd name="connsiteX48" fmla="*/ 175327 w 1405277"/>
                    <a:gd name="connsiteY48" fmla="*/ 251516 h 1382832"/>
                    <a:gd name="connsiteX49" fmla="*/ 227270 w 1405277"/>
                    <a:gd name="connsiteY49" fmla="*/ 268661 h 1382832"/>
                    <a:gd name="connsiteX50" fmla="*/ 284801 w 1405277"/>
                    <a:gd name="connsiteY50" fmla="*/ 423601 h 1382832"/>
                    <a:gd name="connsiteX51" fmla="*/ 256607 w 1405277"/>
                    <a:gd name="connsiteY51" fmla="*/ 563936 h 1382832"/>
                    <a:gd name="connsiteX52" fmla="*/ 204283 w 1405277"/>
                    <a:gd name="connsiteY52" fmla="*/ 610672 h 1382832"/>
                    <a:gd name="connsiteX53" fmla="*/ 615128 w 1405277"/>
                    <a:gd name="connsiteY53" fmla="*/ 786948 h 1382832"/>
                    <a:gd name="connsiteX54" fmla="*/ 979491 w 1405277"/>
                    <a:gd name="connsiteY54" fmla="*/ 614609 h 1382832"/>
                    <a:gd name="connsiteX55" fmla="*/ 1018353 w 1405277"/>
                    <a:gd name="connsiteY55" fmla="*/ 320604 h 1382832"/>
                    <a:gd name="connsiteX56" fmla="*/ 672151 w 1405277"/>
                    <a:gd name="connsiteY56" fmla="*/ 31679 h 1382832"/>
                    <a:gd name="connsiteX57" fmla="*/ 175327 w 1405277"/>
                    <a:gd name="connsiteY57" fmla="*/ 251516 h 1382832"/>
                    <a:gd name="connsiteX58" fmla="*/ 159833 w 1405277"/>
                    <a:gd name="connsiteY58" fmla="*/ 286822 h 1382832"/>
                    <a:gd name="connsiteX59" fmla="*/ 104588 w 1405277"/>
                    <a:gd name="connsiteY59" fmla="*/ 475036 h 1382832"/>
                    <a:gd name="connsiteX60" fmla="*/ 197679 w 1405277"/>
                    <a:gd name="connsiteY60" fmla="*/ 581081 h 1382832"/>
                    <a:gd name="connsiteX61" fmla="*/ 250892 w 1405277"/>
                    <a:gd name="connsiteY61" fmla="*/ 499293 h 1382832"/>
                    <a:gd name="connsiteX62" fmla="*/ 234636 w 1405277"/>
                    <a:gd name="connsiteY62" fmla="*/ 323525 h 1382832"/>
                    <a:gd name="connsiteX63" fmla="*/ 159833 w 1405277"/>
                    <a:gd name="connsiteY63" fmla="*/ 286822 h 1382832"/>
                    <a:gd name="connsiteX64" fmla="*/ 1041086 w 1405277"/>
                    <a:gd name="connsiteY64" fmla="*/ 554030 h 1382832"/>
                    <a:gd name="connsiteX65" fmla="*/ 1054736 w 1405277"/>
                    <a:gd name="connsiteY65" fmla="*/ 415202 h 1382832"/>
                    <a:gd name="connsiteX66" fmla="*/ 441011 w 1405277"/>
                    <a:gd name="connsiteY66" fmla="*/ 791901 h 1382832"/>
                    <a:gd name="connsiteX67" fmla="*/ 658816 w 1405277"/>
                    <a:gd name="connsiteY67" fmla="*/ 825556 h 1382832"/>
                    <a:gd name="connsiteX68" fmla="*/ 569154 w 1405277"/>
                    <a:gd name="connsiteY68" fmla="*/ 809554 h 1382832"/>
                    <a:gd name="connsiteX69" fmla="*/ 441011 w 1405277"/>
                    <a:gd name="connsiteY69" fmla="*/ 791901 h 1382832"/>
                    <a:gd name="connsiteX70" fmla="*/ 303597 w 1405277"/>
                    <a:gd name="connsiteY70" fmla="*/ 842447 h 1382832"/>
                    <a:gd name="connsiteX71" fmla="*/ 288992 w 1405277"/>
                    <a:gd name="connsiteY71" fmla="*/ 872038 h 1382832"/>
                    <a:gd name="connsiteX72" fmla="*/ 345380 w 1405277"/>
                    <a:gd name="connsiteY72" fmla="*/ 922457 h 1382832"/>
                    <a:gd name="connsiteX73" fmla="*/ 332934 w 1405277"/>
                    <a:gd name="connsiteY73" fmla="*/ 1080318 h 1382832"/>
                    <a:gd name="connsiteX74" fmla="*/ 384369 w 1405277"/>
                    <a:gd name="connsiteY74" fmla="*/ 1008817 h 1382832"/>
                    <a:gd name="connsiteX75" fmla="*/ 303597 w 1405277"/>
                    <a:gd name="connsiteY75" fmla="*/ 842447 h 1382832"/>
                    <a:gd name="connsiteX76" fmla="*/ 1154370 w 1405277"/>
                    <a:gd name="connsiteY76" fmla="*/ 961573 h 1382832"/>
                    <a:gd name="connsiteX77" fmla="*/ 1130875 w 1405277"/>
                    <a:gd name="connsiteY77" fmla="*/ 1154613 h 1382832"/>
                    <a:gd name="connsiteX78" fmla="*/ 1261431 w 1405277"/>
                    <a:gd name="connsiteY78" fmla="*/ 1210239 h 1382832"/>
                    <a:gd name="connsiteX79" fmla="*/ 1263707 w 1405277"/>
                    <a:gd name="connsiteY79" fmla="*/ 1189880 h 1382832"/>
                    <a:gd name="connsiteX80" fmla="*/ 1357316 w 1405277"/>
                    <a:gd name="connsiteY80" fmla="*/ 1192967 h 1382832"/>
                    <a:gd name="connsiteX81" fmla="*/ 1258637 w 1405277"/>
                    <a:gd name="connsiteY81" fmla="*/ 1133404 h 1382832"/>
                    <a:gd name="connsiteX82" fmla="*/ 1291934 w 1405277"/>
                    <a:gd name="connsiteY82" fmla="*/ 1144922 h 1382832"/>
                    <a:gd name="connsiteX83" fmla="*/ 1281304 w 1405277"/>
                    <a:gd name="connsiteY83" fmla="*/ 1102940 h 1382832"/>
                    <a:gd name="connsiteX84" fmla="*/ 1296229 w 1405277"/>
                    <a:gd name="connsiteY84" fmla="*/ 1079175 h 1382832"/>
                    <a:gd name="connsiteX85" fmla="*/ 1287937 w 1405277"/>
                    <a:gd name="connsiteY85" fmla="*/ 1075072 h 1382832"/>
                    <a:gd name="connsiteX86" fmla="*/ 1300439 w 1405277"/>
                    <a:gd name="connsiteY86" fmla="*/ 1049963 h 1382832"/>
                    <a:gd name="connsiteX87" fmla="*/ 1235269 w 1405277"/>
                    <a:gd name="connsiteY87" fmla="*/ 995101 h 1382832"/>
                    <a:gd name="connsiteX88" fmla="*/ 1341060 w 1405277"/>
                    <a:gd name="connsiteY88" fmla="*/ 918647 h 1382832"/>
                    <a:gd name="connsiteX89" fmla="*/ 1301944 w 1405277"/>
                    <a:gd name="connsiteY89" fmla="*/ 879658 h 1382832"/>
                    <a:gd name="connsiteX90" fmla="*/ 1154370 w 1405277"/>
                    <a:gd name="connsiteY90" fmla="*/ 961573 h 1382832"/>
                    <a:gd name="connsiteX91" fmla="*/ 857063 w 1405277"/>
                    <a:gd name="connsiteY91" fmla="*/ 928426 h 1382832"/>
                    <a:gd name="connsiteX92" fmla="*/ 878272 w 1405277"/>
                    <a:gd name="connsiteY92" fmla="*/ 1047806 h 1382832"/>
                    <a:gd name="connsiteX93" fmla="*/ 905704 w 1405277"/>
                    <a:gd name="connsiteY93" fmla="*/ 1287709 h 1382832"/>
                    <a:gd name="connsiteX94" fmla="*/ 1188660 w 1405277"/>
                    <a:gd name="connsiteY94" fmla="*/ 1221288 h 1382832"/>
                    <a:gd name="connsiteX95" fmla="*/ 1073344 w 1405277"/>
                    <a:gd name="connsiteY95" fmla="*/ 1047171 h 1382832"/>
                    <a:gd name="connsiteX96" fmla="*/ 973522 w 1405277"/>
                    <a:gd name="connsiteY96" fmla="*/ 1185093 h 1382832"/>
                    <a:gd name="connsiteX97" fmla="*/ 945201 w 1405277"/>
                    <a:gd name="connsiteY97" fmla="*/ 1234496 h 1382832"/>
                    <a:gd name="connsiteX98" fmla="*/ 974665 w 1405277"/>
                    <a:gd name="connsiteY98" fmla="*/ 1113719 h 1382832"/>
                    <a:gd name="connsiteX99" fmla="*/ 857063 w 1405277"/>
                    <a:gd name="connsiteY99" fmla="*/ 928426 h 1382832"/>
                    <a:gd name="connsiteX0" fmla="*/ 1100903 w 1396696"/>
                    <a:gd name="connsiteY0" fmla="*/ 471353 h 1382832"/>
                    <a:gd name="connsiteX1" fmla="*/ 1075122 w 1396696"/>
                    <a:gd name="connsiteY1" fmla="*/ 553776 h 1382832"/>
                    <a:gd name="connsiteX2" fmla="*/ 994858 w 1396696"/>
                    <a:gd name="connsiteY2" fmla="*/ 638104 h 1382832"/>
                    <a:gd name="connsiteX3" fmla="*/ 900370 w 1396696"/>
                    <a:gd name="connsiteY3" fmla="*/ 733100 h 1382832"/>
                    <a:gd name="connsiteX4" fmla="*/ 765623 w 1396696"/>
                    <a:gd name="connsiteY4" fmla="*/ 795330 h 1382832"/>
                    <a:gd name="connsiteX5" fmla="*/ 993715 w 1396696"/>
                    <a:gd name="connsiteY5" fmla="*/ 1098479 h 1382832"/>
                    <a:gd name="connsiteX6" fmla="*/ 1109666 w 1396696"/>
                    <a:gd name="connsiteY6" fmla="*/ 968558 h 1382832"/>
                    <a:gd name="connsiteX7" fmla="*/ 1283275 w 1396696"/>
                    <a:gd name="connsiteY7" fmla="*/ 857941 h 1382832"/>
                    <a:gd name="connsiteX8" fmla="*/ 1372810 w 1396696"/>
                    <a:gd name="connsiteY8" fmla="*/ 906074 h 1382832"/>
                    <a:gd name="connsiteX9" fmla="*/ 1290260 w 1396696"/>
                    <a:gd name="connsiteY9" fmla="*/ 991291 h 1382832"/>
                    <a:gd name="connsiteX10" fmla="*/ 1286974 w 1396696"/>
                    <a:gd name="connsiteY10" fmla="*/ 1024887 h 1382832"/>
                    <a:gd name="connsiteX11" fmla="*/ 1290897 w 1396696"/>
                    <a:gd name="connsiteY11" fmla="*/ 1084613 h 1382832"/>
                    <a:gd name="connsiteX12" fmla="*/ 1317769 w 1396696"/>
                    <a:gd name="connsiteY12" fmla="*/ 1169833 h 1382832"/>
                    <a:gd name="connsiteX13" fmla="*/ 1212428 w 1396696"/>
                    <a:gd name="connsiteY13" fmla="*/ 1164551 h 1382832"/>
                    <a:gd name="connsiteX14" fmla="*/ 1396686 w 1396696"/>
                    <a:gd name="connsiteY14" fmla="*/ 1237290 h 1382832"/>
                    <a:gd name="connsiteX15" fmla="*/ 1222569 w 1396696"/>
                    <a:gd name="connsiteY15" fmla="*/ 1229162 h 1382832"/>
                    <a:gd name="connsiteX16" fmla="*/ 1041340 w 1396696"/>
                    <a:gd name="connsiteY16" fmla="*/ 1330381 h 1382832"/>
                    <a:gd name="connsiteX17" fmla="*/ 907228 w 1396696"/>
                    <a:gd name="connsiteY17" fmla="*/ 1317300 h 1382832"/>
                    <a:gd name="connsiteX18" fmla="*/ 909260 w 1396696"/>
                    <a:gd name="connsiteY18" fmla="*/ 1373180 h 1382832"/>
                    <a:gd name="connsiteX19" fmla="*/ 884622 w 1396696"/>
                    <a:gd name="connsiteY19" fmla="*/ 1371656 h 1382832"/>
                    <a:gd name="connsiteX20" fmla="*/ 878780 w 1396696"/>
                    <a:gd name="connsiteY20" fmla="*/ 1297234 h 1382832"/>
                    <a:gd name="connsiteX21" fmla="*/ 820106 w 1396696"/>
                    <a:gd name="connsiteY21" fmla="*/ 891596 h 1382832"/>
                    <a:gd name="connsiteX22" fmla="*/ 747208 w 1396696"/>
                    <a:gd name="connsiteY22" fmla="*/ 818825 h 1382832"/>
                    <a:gd name="connsiteX23" fmla="*/ 424882 w 1396696"/>
                    <a:gd name="connsiteY23" fmla="*/ 817174 h 1382832"/>
                    <a:gd name="connsiteX24" fmla="*/ 337125 w 1396696"/>
                    <a:gd name="connsiteY24" fmla="*/ 819333 h 1382832"/>
                    <a:gd name="connsiteX25" fmla="*/ 407610 w 1396696"/>
                    <a:gd name="connsiteY25" fmla="*/ 1031169 h 1382832"/>
                    <a:gd name="connsiteX26" fmla="*/ 322774 w 1396696"/>
                    <a:gd name="connsiteY26" fmla="*/ 1110290 h 1382832"/>
                    <a:gd name="connsiteX27" fmla="*/ 288357 w 1396696"/>
                    <a:gd name="connsiteY27" fmla="*/ 1335588 h 1382832"/>
                    <a:gd name="connsiteX28" fmla="*/ 283023 w 1396696"/>
                    <a:gd name="connsiteY28" fmla="*/ 1371656 h 1382832"/>
                    <a:gd name="connsiteX29" fmla="*/ 259020 w 1396696"/>
                    <a:gd name="connsiteY29" fmla="*/ 1376355 h 1382832"/>
                    <a:gd name="connsiteX30" fmla="*/ 323409 w 1396696"/>
                    <a:gd name="connsiteY30" fmla="*/ 997006 h 1382832"/>
                    <a:gd name="connsiteX31" fmla="*/ 305629 w 1396696"/>
                    <a:gd name="connsiteY31" fmla="*/ 913186 h 1382832"/>
                    <a:gd name="connsiteX32" fmla="*/ 229556 w 1396696"/>
                    <a:gd name="connsiteY32" fmla="*/ 939348 h 1382832"/>
                    <a:gd name="connsiteX33" fmla="*/ 18228 w 1396696"/>
                    <a:gd name="connsiteY33" fmla="*/ 1370513 h 1382832"/>
                    <a:gd name="connsiteX34" fmla="*/ 2099 w 1396696"/>
                    <a:gd name="connsiteY34" fmla="*/ 1382832 h 1382832"/>
                    <a:gd name="connsiteX35" fmla="*/ 17212 w 1396696"/>
                    <a:gd name="connsiteY35" fmla="*/ 1286566 h 1382832"/>
                    <a:gd name="connsiteX36" fmla="*/ 107001 w 1396696"/>
                    <a:gd name="connsiteY36" fmla="*/ 1065586 h 1382832"/>
                    <a:gd name="connsiteX37" fmla="*/ 216983 w 1396696"/>
                    <a:gd name="connsiteY37" fmla="*/ 915091 h 1382832"/>
                    <a:gd name="connsiteX38" fmla="*/ 304867 w 1396696"/>
                    <a:gd name="connsiteY38" fmla="*/ 813491 h 1382832"/>
                    <a:gd name="connsiteX39" fmla="*/ 391481 w 1396696"/>
                    <a:gd name="connsiteY39" fmla="*/ 779328 h 1382832"/>
                    <a:gd name="connsiteX40" fmla="*/ 252924 w 1396696"/>
                    <a:gd name="connsiteY40" fmla="*/ 699191 h 1382832"/>
                    <a:gd name="connsiteX41" fmla="*/ 138243 w 1396696"/>
                    <a:gd name="connsiteY41" fmla="*/ 584002 h 1382832"/>
                    <a:gd name="connsiteX42" fmla="*/ 83633 w 1396696"/>
                    <a:gd name="connsiteY42" fmla="*/ 501452 h 1382832"/>
                    <a:gd name="connsiteX43" fmla="*/ 139767 w 1396696"/>
                    <a:gd name="connsiteY43" fmla="*/ 267645 h 1382832"/>
                    <a:gd name="connsiteX44" fmla="*/ 413198 w 1396696"/>
                    <a:gd name="connsiteY44" fmla="*/ 21138 h 1382832"/>
                    <a:gd name="connsiteX45" fmla="*/ 730698 w 1396696"/>
                    <a:gd name="connsiteY45" fmla="*/ 17836 h 1382832"/>
                    <a:gd name="connsiteX46" fmla="*/ 912643 w 1396696"/>
                    <a:gd name="connsiteY46" fmla="*/ 121183 h 1382832"/>
                    <a:gd name="connsiteX47" fmla="*/ 1056509 w 1396696"/>
                    <a:gd name="connsiteY47" fmla="*/ 366250 h 1382832"/>
                    <a:gd name="connsiteX48" fmla="*/ 175327 w 1396696"/>
                    <a:gd name="connsiteY48" fmla="*/ 251516 h 1382832"/>
                    <a:gd name="connsiteX49" fmla="*/ 227270 w 1396696"/>
                    <a:gd name="connsiteY49" fmla="*/ 268661 h 1382832"/>
                    <a:gd name="connsiteX50" fmla="*/ 284801 w 1396696"/>
                    <a:gd name="connsiteY50" fmla="*/ 423601 h 1382832"/>
                    <a:gd name="connsiteX51" fmla="*/ 256607 w 1396696"/>
                    <a:gd name="connsiteY51" fmla="*/ 563936 h 1382832"/>
                    <a:gd name="connsiteX52" fmla="*/ 204283 w 1396696"/>
                    <a:gd name="connsiteY52" fmla="*/ 610672 h 1382832"/>
                    <a:gd name="connsiteX53" fmla="*/ 615128 w 1396696"/>
                    <a:gd name="connsiteY53" fmla="*/ 786948 h 1382832"/>
                    <a:gd name="connsiteX54" fmla="*/ 979491 w 1396696"/>
                    <a:gd name="connsiteY54" fmla="*/ 614609 h 1382832"/>
                    <a:gd name="connsiteX55" fmla="*/ 1018353 w 1396696"/>
                    <a:gd name="connsiteY55" fmla="*/ 320604 h 1382832"/>
                    <a:gd name="connsiteX56" fmla="*/ 672151 w 1396696"/>
                    <a:gd name="connsiteY56" fmla="*/ 31679 h 1382832"/>
                    <a:gd name="connsiteX57" fmla="*/ 175327 w 1396696"/>
                    <a:gd name="connsiteY57" fmla="*/ 251516 h 1382832"/>
                    <a:gd name="connsiteX58" fmla="*/ 159833 w 1396696"/>
                    <a:gd name="connsiteY58" fmla="*/ 286822 h 1382832"/>
                    <a:gd name="connsiteX59" fmla="*/ 104588 w 1396696"/>
                    <a:gd name="connsiteY59" fmla="*/ 475036 h 1382832"/>
                    <a:gd name="connsiteX60" fmla="*/ 197679 w 1396696"/>
                    <a:gd name="connsiteY60" fmla="*/ 581081 h 1382832"/>
                    <a:gd name="connsiteX61" fmla="*/ 250892 w 1396696"/>
                    <a:gd name="connsiteY61" fmla="*/ 499293 h 1382832"/>
                    <a:gd name="connsiteX62" fmla="*/ 234636 w 1396696"/>
                    <a:gd name="connsiteY62" fmla="*/ 323525 h 1382832"/>
                    <a:gd name="connsiteX63" fmla="*/ 159833 w 1396696"/>
                    <a:gd name="connsiteY63" fmla="*/ 286822 h 1382832"/>
                    <a:gd name="connsiteX64" fmla="*/ 1041086 w 1396696"/>
                    <a:gd name="connsiteY64" fmla="*/ 554030 h 1382832"/>
                    <a:gd name="connsiteX65" fmla="*/ 1054736 w 1396696"/>
                    <a:gd name="connsiteY65" fmla="*/ 415202 h 1382832"/>
                    <a:gd name="connsiteX66" fmla="*/ 441011 w 1396696"/>
                    <a:gd name="connsiteY66" fmla="*/ 791901 h 1382832"/>
                    <a:gd name="connsiteX67" fmla="*/ 658816 w 1396696"/>
                    <a:gd name="connsiteY67" fmla="*/ 825556 h 1382832"/>
                    <a:gd name="connsiteX68" fmla="*/ 569154 w 1396696"/>
                    <a:gd name="connsiteY68" fmla="*/ 809554 h 1382832"/>
                    <a:gd name="connsiteX69" fmla="*/ 441011 w 1396696"/>
                    <a:gd name="connsiteY69" fmla="*/ 791901 h 1382832"/>
                    <a:gd name="connsiteX70" fmla="*/ 303597 w 1396696"/>
                    <a:gd name="connsiteY70" fmla="*/ 842447 h 1382832"/>
                    <a:gd name="connsiteX71" fmla="*/ 288992 w 1396696"/>
                    <a:gd name="connsiteY71" fmla="*/ 872038 h 1382832"/>
                    <a:gd name="connsiteX72" fmla="*/ 345380 w 1396696"/>
                    <a:gd name="connsiteY72" fmla="*/ 922457 h 1382832"/>
                    <a:gd name="connsiteX73" fmla="*/ 332934 w 1396696"/>
                    <a:gd name="connsiteY73" fmla="*/ 1080318 h 1382832"/>
                    <a:gd name="connsiteX74" fmla="*/ 384369 w 1396696"/>
                    <a:gd name="connsiteY74" fmla="*/ 1008817 h 1382832"/>
                    <a:gd name="connsiteX75" fmla="*/ 303597 w 1396696"/>
                    <a:gd name="connsiteY75" fmla="*/ 842447 h 1382832"/>
                    <a:gd name="connsiteX76" fmla="*/ 1154370 w 1396696"/>
                    <a:gd name="connsiteY76" fmla="*/ 961573 h 1382832"/>
                    <a:gd name="connsiteX77" fmla="*/ 1130875 w 1396696"/>
                    <a:gd name="connsiteY77" fmla="*/ 1154613 h 1382832"/>
                    <a:gd name="connsiteX78" fmla="*/ 1261431 w 1396696"/>
                    <a:gd name="connsiteY78" fmla="*/ 1210239 h 1382832"/>
                    <a:gd name="connsiteX79" fmla="*/ 1263707 w 1396696"/>
                    <a:gd name="connsiteY79" fmla="*/ 1189880 h 1382832"/>
                    <a:gd name="connsiteX80" fmla="*/ 1357316 w 1396696"/>
                    <a:gd name="connsiteY80" fmla="*/ 1192967 h 1382832"/>
                    <a:gd name="connsiteX81" fmla="*/ 1258637 w 1396696"/>
                    <a:gd name="connsiteY81" fmla="*/ 1133404 h 1382832"/>
                    <a:gd name="connsiteX82" fmla="*/ 1291934 w 1396696"/>
                    <a:gd name="connsiteY82" fmla="*/ 1144922 h 1382832"/>
                    <a:gd name="connsiteX83" fmla="*/ 1281304 w 1396696"/>
                    <a:gd name="connsiteY83" fmla="*/ 1102940 h 1382832"/>
                    <a:gd name="connsiteX84" fmla="*/ 1296229 w 1396696"/>
                    <a:gd name="connsiteY84" fmla="*/ 1079175 h 1382832"/>
                    <a:gd name="connsiteX85" fmla="*/ 1287937 w 1396696"/>
                    <a:gd name="connsiteY85" fmla="*/ 1075072 h 1382832"/>
                    <a:gd name="connsiteX86" fmla="*/ 1300439 w 1396696"/>
                    <a:gd name="connsiteY86" fmla="*/ 1049963 h 1382832"/>
                    <a:gd name="connsiteX87" fmla="*/ 1235269 w 1396696"/>
                    <a:gd name="connsiteY87" fmla="*/ 995101 h 1382832"/>
                    <a:gd name="connsiteX88" fmla="*/ 1341060 w 1396696"/>
                    <a:gd name="connsiteY88" fmla="*/ 918647 h 1382832"/>
                    <a:gd name="connsiteX89" fmla="*/ 1301944 w 1396696"/>
                    <a:gd name="connsiteY89" fmla="*/ 879658 h 1382832"/>
                    <a:gd name="connsiteX90" fmla="*/ 1154370 w 1396696"/>
                    <a:gd name="connsiteY90" fmla="*/ 961573 h 1382832"/>
                    <a:gd name="connsiteX91" fmla="*/ 857063 w 1396696"/>
                    <a:gd name="connsiteY91" fmla="*/ 928426 h 1382832"/>
                    <a:gd name="connsiteX92" fmla="*/ 878272 w 1396696"/>
                    <a:gd name="connsiteY92" fmla="*/ 1047806 h 1382832"/>
                    <a:gd name="connsiteX93" fmla="*/ 905704 w 1396696"/>
                    <a:gd name="connsiteY93" fmla="*/ 1287709 h 1382832"/>
                    <a:gd name="connsiteX94" fmla="*/ 1188660 w 1396696"/>
                    <a:gd name="connsiteY94" fmla="*/ 1221288 h 1382832"/>
                    <a:gd name="connsiteX95" fmla="*/ 1073344 w 1396696"/>
                    <a:gd name="connsiteY95" fmla="*/ 1047171 h 1382832"/>
                    <a:gd name="connsiteX96" fmla="*/ 973522 w 1396696"/>
                    <a:gd name="connsiteY96" fmla="*/ 1185093 h 1382832"/>
                    <a:gd name="connsiteX97" fmla="*/ 945201 w 1396696"/>
                    <a:gd name="connsiteY97" fmla="*/ 1234496 h 1382832"/>
                    <a:gd name="connsiteX98" fmla="*/ 974665 w 1396696"/>
                    <a:gd name="connsiteY98" fmla="*/ 1113719 h 1382832"/>
                    <a:gd name="connsiteX99" fmla="*/ 857063 w 1396696"/>
                    <a:gd name="connsiteY99" fmla="*/ 928426 h 1382832"/>
                    <a:gd name="connsiteX0" fmla="*/ 1100903 w 1372810"/>
                    <a:gd name="connsiteY0" fmla="*/ 471353 h 1382832"/>
                    <a:gd name="connsiteX1" fmla="*/ 1075122 w 1372810"/>
                    <a:gd name="connsiteY1" fmla="*/ 553776 h 1382832"/>
                    <a:gd name="connsiteX2" fmla="*/ 994858 w 1372810"/>
                    <a:gd name="connsiteY2" fmla="*/ 638104 h 1382832"/>
                    <a:gd name="connsiteX3" fmla="*/ 900370 w 1372810"/>
                    <a:gd name="connsiteY3" fmla="*/ 733100 h 1382832"/>
                    <a:gd name="connsiteX4" fmla="*/ 765623 w 1372810"/>
                    <a:gd name="connsiteY4" fmla="*/ 795330 h 1382832"/>
                    <a:gd name="connsiteX5" fmla="*/ 993715 w 1372810"/>
                    <a:gd name="connsiteY5" fmla="*/ 1098479 h 1382832"/>
                    <a:gd name="connsiteX6" fmla="*/ 1109666 w 1372810"/>
                    <a:gd name="connsiteY6" fmla="*/ 968558 h 1382832"/>
                    <a:gd name="connsiteX7" fmla="*/ 1283275 w 1372810"/>
                    <a:gd name="connsiteY7" fmla="*/ 857941 h 1382832"/>
                    <a:gd name="connsiteX8" fmla="*/ 1372810 w 1372810"/>
                    <a:gd name="connsiteY8" fmla="*/ 906074 h 1382832"/>
                    <a:gd name="connsiteX9" fmla="*/ 1290260 w 1372810"/>
                    <a:gd name="connsiteY9" fmla="*/ 991291 h 1382832"/>
                    <a:gd name="connsiteX10" fmla="*/ 1286974 w 1372810"/>
                    <a:gd name="connsiteY10" fmla="*/ 1024887 h 1382832"/>
                    <a:gd name="connsiteX11" fmla="*/ 1290897 w 1372810"/>
                    <a:gd name="connsiteY11" fmla="*/ 1084613 h 1382832"/>
                    <a:gd name="connsiteX12" fmla="*/ 1317769 w 1372810"/>
                    <a:gd name="connsiteY12" fmla="*/ 1169833 h 1382832"/>
                    <a:gd name="connsiteX13" fmla="*/ 1212428 w 1372810"/>
                    <a:gd name="connsiteY13" fmla="*/ 1164551 h 1382832"/>
                    <a:gd name="connsiteX14" fmla="*/ 1290721 w 1372810"/>
                    <a:gd name="connsiteY14" fmla="*/ 1184307 h 1382832"/>
                    <a:gd name="connsiteX15" fmla="*/ 1222569 w 1372810"/>
                    <a:gd name="connsiteY15" fmla="*/ 1229162 h 1382832"/>
                    <a:gd name="connsiteX16" fmla="*/ 1041340 w 1372810"/>
                    <a:gd name="connsiteY16" fmla="*/ 1330381 h 1382832"/>
                    <a:gd name="connsiteX17" fmla="*/ 907228 w 1372810"/>
                    <a:gd name="connsiteY17" fmla="*/ 1317300 h 1382832"/>
                    <a:gd name="connsiteX18" fmla="*/ 909260 w 1372810"/>
                    <a:gd name="connsiteY18" fmla="*/ 1373180 h 1382832"/>
                    <a:gd name="connsiteX19" fmla="*/ 884622 w 1372810"/>
                    <a:gd name="connsiteY19" fmla="*/ 1371656 h 1382832"/>
                    <a:gd name="connsiteX20" fmla="*/ 878780 w 1372810"/>
                    <a:gd name="connsiteY20" fmla="*/ 1297234 h 1382832"/>
                    <a:gd name="connsiteX21" fmla="*/ 820106 w 1372810"/>
                    <a:gd name="connsiteY21" fmla="*/ 891596 h 1382832"/>
                    <a:gd name="connsiteX22" fmla="*/ 747208 w 1372810"/>
                    <a:gd name="connsiteY22" fmla="*/ 818825 h 1382832"/>
                    <a:gd name="connsiteX23" fmla="*/ 424882 w 1372810"/>
                    <a:gd name="connsiteY23" fmla="*/ 817174 h 1382832"/>
                    <a:gd name="connsiteX24" fmla="*/ 337125 w 1372810"/>
                    <a:gd name="connsiteY24" fmla="*/ 819333 h 1382832"/>
                    <a:gd name="connsiteX25" fmla="*/ 407610 w 1372810"/>
                    <a:gd name="connsiteY25" fmla="*/ 1031169 h 1382832"/>
                    <a:gd name="connsiteX26" fmla="*/ 322774 w 1372810"/>
                    <a:gd name="connsiteY26" fmla="*/ 1110290 h 1382832"/>
                    <a:gd name="connsiteX27" fmla="*/ 288357 w 1372810"/>
                    <a:gd name="connsiteY27" fmla="*/ 1335588 h 1382832"/>
                    <a:gd name="connsiteX28" fmla="*/ 283023 w 1372810"/>
                    <a:gd name="connsiteY28" fmla="*/ 1371656 h 1382832"/>
                    <a:gd name="connsiteX29" fmla="*/ 259020 w 1372810"/>
                    <a:gd name="connsiteY29" fmla="*/ 1376355 h 1382832"/>
                    <a:gd name="connsiteX30" fmla="*/ 323409 w 1372810"/>
                    <a:gd name="connsiteY30" fmla="*/ 997006 h 1382832"/>
                    <a:gd name="connsiteX31" fmla="*/ 305629 w 1372810"/>
                    <a:gd name="connsiteY31" fmla="*/ 913186 h 1382832"/>
                    <a:gd name="connsiteX32" fmla="*/ 229556 w 1372810"/>
                    <a:gd name="connsiteY32" fmla="*/ 939348 h 1382832"/>
                    <a:gd name="connsiteX33" fmla="*/ 18228 w 1372810"/>
                    <a:gd name="connsiteY33" fmla="*/ 1370513 h 1382832"/>
                    <a:gd name="connsiteX34" fmla="*/ 2099 w 1372810"/>
                    <a:gd name="connsiteY34" fmla="*/ 1382832 h 1382832"/>
                    <a:gd name="connsiteX35" fmla="*/ 17212 w 1372810"/>
                    <a:gd name="connsiteY35" fmla="*/ 1286566 h 1382832"/>
                    <a:gd name="connsiteX36" fmla="*/ 107001 w 1372810"/>
                    <a:gd name="connsiteY36" fmla="*/ 1065586 h 1382832"/>
                    <a:gd name="connsiteX37" fmla="*/ 216983 w 1372810"/>
                    <a:gd name="connsiteY37" fmla="*/ 915091 h 1382832"/>
                    <a:gd name="connsiteX38" fmla="*/ 304867 w 1372810"/>
                    <a:gd name="connsiteY38" fmla="*/ 813491 h 1382832"/>
                    <a:gd name="connsiteX39" fmla="*/ 391481 w 1372810"/>
                    <a:gd name="connsiteY39" fmla="*/ 779328 h 1382832"/>
                    <a:gd name="connsiteX40" fmla="*/ 252924 w 1372810"/>
                    <a:gd name="connsiteY40" fmla="*/ 699191 h 1382832"/>
                    <a:gd name="connsiteX41" fmla="*/ 138243 w 1372810"/>
                    <a:gd name="connsiteY41" fmla="*/ 584002 h 1382832"/>
                    <a:gd name="connsiteX42" fmla="*/ 83633 w 1372810"/>
                    <a:gd name="connsiteY42" fmla="*/ 501452 h 1382832"/>
                    <a:gd name="connsiteX43" fmla="*/ 139767 w 1372810"/>
                    <a:gd name="connsiteY43" fmla="*/ 267645 h 1382832"/>
                    <a:gd name="connsiteX44" fmla="*/ 413198 w 1372810"/>
                    <a:gd name="connsiteY44" fmla="*/ 21138 h 1382832"/>
                    <a:gd name="connsiteX45" fmla="*/ 730698 w 1372810"/>
                    <a:gd name="connsiteY45" fmla="*/ 17836 h 1382832"/>
                    <a:gd name="connsiteX46" fmla="*/ 912643 w 1372810"/>
                    <a:gd name="connsiteY46" fmla="*/ 121183 h 1382832"/>
                    <a:gd name="connsiteX47" fmla="*/ 1056509 w 1372810"/>
                    <a:gd name="connsiteY47" fmla="*/ 366250 h 1382832"/>
                    <a:gd name="connsiteX48" fmla="*/ 175327 w 1372810"/>
                    <a:gd name="connsiteY48" fmla="*/ 251516 h 1382832"/>
                    <a:gd name="connsiteX49" fmla="*/ 227270 w 1372810"/>
                    <a:gd name="connsiteY49" fmla="*/ 268661 h 1382832"/>
                    <a:gd name="connsiteX50" fmla="*/ 284801 w 1372810"/>
                    <a:gd name="connsiteY50" fmla="*/ 423601 h 1382832"/>
                    <a:gd name="connsiteX51" fmla="*/ 256607 w 1372810"/>
                    <a:gd name="connsiteY51" fmla="*/ 563936 h 1382832"/>
                    <a:gd name="connsiteX52" fmla="*/ 204283 w 1372810"/>
                    <a:gd name="connsiteY52" fmla="*/ 610672 h 1382832"/>
                    <a:gd name="connsiteX53" fmla="*/ 615128 w 1372810"/>
                    <a:gd name="connsiteY53" fmla="*/ 786948 h 1382832"/>
                    <a:gd name="connsiteX54" fmla="*/ 979491 w 1372810"/>
                    <a:gd name="connsiteY54" fmla="*/ 614609 h 1382832"/>
                    <a:gd name="connsiteX55" fmla="*/ 1018353 w 1372810"/>
                    <a:gd name="connsiteY55" fmla="*/ 320604 h 1382832"/>
                    <a:gd name="connsiteX56" fmla="*/ 672151 w 1372810"/>
                    <a:gd name="connsiteY56" fmla="*/ 31679 h 1382832"/>
                    <a:gd name="connsiteX57" fmla="*/ 175327 w 1372810"/>
                    <a:gd name="connsiteY57" fmla="*/ 251516 h 1382832"/>
                    <a:gd name="connsiteX58" fmla="*/ 159833 w 1372810"/>
                    <a:gd name="connsiteY58" fmla="*/ 286822 h 1382832"/>
                    <a:gd name="connsiteX59" fmla="*/ 104588 w 1372810"/>
                    <a:gd name="connsiteY59" fmla="*/ 475036 h 1382832"/>
                    <a:gd name="connsiteX60" fmla="*/ 197679 w 1372810"/>
                    <a:gd name="connsiteY60" fmla="*/ 581081 h 1382832"/>
                    <a:gd name="connsiteX61" fmla="*/ 250892 w 1372810"/>
                    <a:gd name="connsiteY61" fmla="*/ 499293 h 1382832"/>
                    <a:gd name="connsiteX62" fmla="*/ 234636 w 1372810"/>
                    <a:gd name="connsiteY62" fmla="*/ 323525 h 1382832"/>
                    <a:gd name="connsiteX63" fmla="*/ 159833 w 1372810"/>
                    <a:gd name="connsiteY63" fmla="*/ 286822 h 1382832"/>
                    <a:gd name="connsiteX64" fmla="*/ 1041086 w 1372810"/>
                    <a:gd name="connsiteY64" fmla="*/ 554030 h 1382832"/>
                    <a:gd name="connsiteX65" fmla="*/ 1054736 w 1372810"/>
                    <a:gd name="connsiteY65" fmla="*/ 415202 h 1382832"/>
                    <a:gd name="connsiteX66" fmla="*/ 441011 w 1372810"/>
                    <a:gd name="connsiteY66" fmla="*/ 791901 h 1382832"/>
                    <a:gd name="connsiteX67" fmla="*/ 658816 w 1372810"/>
                    <a:gd name="connsiteY67" fmla="*/ 825556 h 1382832"/>
                    <a:gd name="connsiteX68" fmla="*/ 569154 w 1372810"/>
                    <a:gd name="connsiteY68" fmla="*/ 809554 h 1382832"/>
                    <a:gd name="connsiteX69" fmla="*/ 441011 w 1372810"/>
                    <a:gd name="connsiteY69" fmla="*/ 791901 h 1382832"/>
                    <a:gd name="connsiteX70" fmla="*/ 303597 w 1372810"/>
                    <a:gd name="connsiteY70" fmla="*/ 842447 h 1382832"/>
                    <a:gd name="connsiteX71" fmla="*/ 288992 w 1372810"/>
                    <a:gd name="connsiteY71" fmla="*/ 872038 h 1382832"/>
                    <a:gd name="connsiteX72" fmla="*/ 345380 w 1372810"/>
                    <a:gd name="connsiteY72" fmla="*/ 922457 h 1382832"/>
                    <a:gd name="connsiteX73" fmla="*/ 332934 w 1372810"/>
                    <a:gd name="connsiteY73" fmla="*/ 1080318 h 1382832"/>
                    <a:gd name="connsiteX74" fmla="*/ 384369 w 1372810"/>
                    <a:gd name="connsiteY74" fmla="*/ 1008817 h 1382832"/>
                    <a:gd name="connsiteX75" fmla="*/ 303597 w 1372810"/>
                    <a:gd name="connsiteY75" fmla="*/ 842447 h 1382832"/>
                    <a:gd name="connsiteX76" fmla="*/ 1154370 w 1372810"/>
                    <a:gd name="connsiteY76" fmla="*/ 961573 h 1382832"/>
                    <a:gd name="connsiteX77" fmla="*/ 1130875 w 1372810"/>
                    <a:gd name="connsiteY77" fmla="*/ 1154613 h 1382832"/>
                    <a:gd name="connsiteX78" fmla="*/ 1261431 w 1372810"/>
                    <a:gd name="connsiteY78" fmla="*/ 1210239 h 1382832"/>
                    <a:gd name="connsiteX79" fmla="*/ 1263707 w 1372810"/>
                    <a:gd name="connsiteY79" fmla="*/ 1189880 h 1382832"/>
                    <a:gd name="connsiteX80" fmla="*/ 1357316 w 1372810"/>
                    <a:gd name="connsiteY80" fmla="*/ 1192967 h 1382832"/>
                    <a:gd name="connsiteX81" fmla="*/ 1258637 w 1372810"/>
                    <a:gd name="connsiteY81" fmla="*/ 1133404 h 1382832"/>
                    <a:gd name="connsiteX82" fmla="*/ 1291934 w 1372810"/>
                    <a:gd name="connsiteY82" fmla="*/ 1144922 h 1382832"/>
                    <a:gd name="connsiteX83" fmla="*/ 1281304 w 1372810"/>
                    <a:gd name="connsiteY83" fmla="*/ 1102940 h 1382832"/>
                    <a:gd name="connsiteX84" fmla="*/ 1296229 w 1372810"/>
                    <a:gd name="connsiteY84" fmla="*/ 1079175 h 1382832"/>
                    <a:gd name="connsiteX85" fmla="*/ 1287937 w 1372810"/>
                    <a:gd name="connsiteY85" fmla="*/ 1075072 h 1382832"/>
                    <a:gd name="connsiteX86" fmla="*/ 1300439 w 1372810"/>
                    <a:gd name="connsiteY86" fmla="*/ 1049963 h 1382832"/>
                    <a:gd name="connsiteX87" fmla="*/ 1235269 w 1372810"/>
                    <a:gd name="connsiteY87" fmla="*/ 995101 h 1382832"/>
                    <a:gd name="connsiteX88" fmla="*/ 1341060 w 1372810"/>
                    <a:gd name="connsiteY88" fmla="*/ 918647 h 1382832"/>
                    <a:gd name="connsiteX89" fmla="*/ 1301944 w 1372810"/>
                    <a:gd name="connsiteY89" fmla="*/ 879658 h 1382832"/>
                    <a:gd name="connsiteX90" fmla="*/ 1154370 w 1372810"/>
                    <a:gd name="connsiteY90" fmla="*/ 961573 h 1382832"/>
                    <a:gd name="connsiteX91" fmla="*/ 857063 w 1372810"/>
                    <a:gd name="connsiteY91" fmla="*/ 928426 h 1382832"/>
                    <a:gd name="connsiteX92" fmla="*/ 878272 w 1372810"/>
                    <a:gd name="connsiteY92" fmla="*/ 1047806 h 1382832"/>
                    <a:gd name="connsiteX93" fmla="*/ 905704 w 1372810"/>
                    <a:gd name="connsiteY93" fmla="*/ 1287709 h 1382832"/>
                    <a:gd name="connsiteX94" fmla="*/ 1188660 w 1372810"/>
                    <a:gd name="connsiteY94" fmla="*/ 1221288 h 1382832"/>
                    <a:gd name="connsiteX95" fmla="*/ 1073344 w 1372810"/>
                    <a:gd name="connsiteY95" fmla="*/ 1047171 h 1382832"/>
                    <a:gd name="connsiteX96" fmla="*/ 973522 w 1372810"/>
                    <a:gd name="connsiteY96" fmla="*/ 1185093 h 1382832"/>
                    <a:gd name="connsiteX97" fmla="*/ 945201 w 1372810"/>
                    <a:gd name="connsiteY97" fmla="*/ 1234496 h 1382832"/>
                    <a:gd name="connsiteX98" fmla="*/ 974665 w 1372810"/>
                    <a:gd name="connsiteY98" fmla="*/ 1113719 h 1382832"/>
                    <a:gd name="connsiteX99" fmla="*/ 857063 w 1372810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83275 w 1358918"/>
                    <a:gd name="connsiteY7" fmla="*/ 857941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341060 w 1358918"/>
                    <a:gd name="connsiteY88" fmla="*/ 918647 h 1382832"/>
                    <a:gd name="connsiteX89" fmla="*/ 1301944 w 1358918"/>
                    <a:gd name="connsiteY89" fmla="*/ 879658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83275 w 1358918"/>
                    <a:gd name="connsiteY7" fmla="*/ 857941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220848 w 1358918"/>
                    <a:gd name="connsiteY88" fmla="*/ 971540 h 1382832"/>
                    <a:gd name="connsiteX89" fmla="*/ 1301944 w 1358918"/>
                    <a:gd name="connsiteY89" fmla="*/ 879658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83275 w 1358918"/>
                    <a:gd name="connsiteY7" fmla="*/ 857941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220848 w 1358918"/>
                    <a:gd name="connsiteY88" fmla="*/ 971540 h 1382832"/>
                    <a:gd name="connsiteX89" fmla="*/ 1225009 w 1358918"/>
                    <a:gd name="connsiteY89" fmla="*/ 951785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49616 w 1358918"/>
                    <a:gd name="connsiteY7" fmla="*/ 920452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220848 w 1358918"/>
                    <a:gd name="connsiteY88" fmla="*/ 971540 h 1382832"/>
                    <a:gd name="connsiteX89" fmla="*/ 1225009 w 1358918"/>
                    <a:gd name="connsiteY89" fmla="*/ 951785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17776"/>
                    <a:gd name="connsiteY0" fmla="*/ 471353 h 1382832"/>
                    <a:gd name="connsiteX1" fmla="*/ 1075122 w 1317776"/>
                    <a:gd name="connsiteY1" fmla="*/ 553776 h 1382832"/>
                    <a:gd name="connsiteX2" fmla="*/ 994858 w 1317776"/>
                    <a:gd name="connsiteY2" fmla="*/ 638104 h 1382832"/>
                    <a:gd name="connsiteX3" fmla="*/ 900370 w 1317776"/>
                    <a:gd name="connsiteY3" fmla="*/ 733100 h 1382832"/>
                    <a:gd name="connsiteX4" fmla="*/ 765623 w 1317776"/>
                    <a:gd name="connsiteY4" fmla="*/ 795330 h 1382832"/>
                    <a:gd name="connsiteX5" fmla="*/ 993715 w 1317776"/>
                    <a:gd name="connsiteY5" fmla="*/ 1098479 h 1382832"/>
                    <a:gd name="connsiteX6" fmla="*/ 1109666 w 1317776"/>
                    <a:gd name="connsiteY6" fmla="*/ 968558 h 1382832"/>
                    <a:gd name="connsiteX7" fmla="*/ 1249616 w 1317776"/>
                    <a:gd name="connsiteY7" fmla="*/ 920452 h 1382832"/>
                    <a:gd name="connsiteX8" fmla="*/ 1185280 w 1317776"/>
                    <a:gd name="connsiteY8" fmla="*/ 1016669 h 1382832"/>
                    <a:gd name="connsiteX9" fmla="*/ 1290260 w 1317776"/>
                    <a:gd name="connsiteY9" fmla="*/ 991291 h 1382832"/>
                    <a:gd name="connsiteX10" fmla="*/ 1286974 w 1317776"/>
                    <a:gd name="connsiteY10" fmla="*/ 1024887 h 1382832"/>
                    <a:gd name="connsiteX11" fmla="*/ 1290897 w 1317776"/>
                    <a:gd name="connsiteY11" fmla="*/ 1084613 h 1382832"/>
                    <a:gd name="connsiteX12" fmla="*/ 1317769 w 1317776"/>
                    <a:gd name="connsiteY12" fmla="*/ 1169833 h 1382832"/>
                    <a:gd name="connsiteX13" fmla="*/ 1212428 w 1317776"/>
                    <a:gd name="connsiteY13" fmla="*/ 1164551 h 1382832"/>
                    <a:gd name="connsiteX14" fmla="*/ 1290721 w 1317776"/>
                    <a:gd name="connsiteY14" fmla="*/ 1184307 h 1382832"/>
                    <a:gd name="connsiteX15" fmla="*/ 1222569 w 1317776"/>
                    <a:gd name="connsiteY15" fmla="*/ 1229162 h 1382832"/>
                    <a:gd name="connsiteX16" fmla="*/ 1041340 w 1317776"/>
                    <a:gd name="connsiteY16" fmla="*/ 1330381 h 1382832"/>
                    <a:gd name="connsiteX17" fmla="*/ 907228 w 1317776"/>
                    <a:gd name="connsiteY17" fmla="*/ 1317300 h 1382832"/>
                    <a:gd name="connsiteX18" fmla="*/ 909260 w 1317776"/>
                    <a:gd name="connsiteY18" fmla="*/ 1373180 h 1382832"/>
                    <a:gd name="connsiteX19" fmla="*/ 884622 w 1317776"/>
                    <a:gd name="connsiteY19" fmla="*/ 1371656 h 1382832"/>
                    <a:gd name="connsiteX20" fmla="*/ 878780 w 1317776"/>
                    <a:gd name="connsiteY20" fmla="*/ 1297234 h 1382832"/>
                    <a:gd name="connsiteX21" fmla="*/ 820106 w 1317776"/>
                    <a:gd name="connsiteY21" fmla="*/ 891596 h 1382832"/>
                    <a:gd name="connsiteX22" fmla="*/ 747208 w 1317776"/>
                    <a:gd name="connsiteY22" fmla="*/ 818825 h 1382832"/>
                    <a:gd name="connsiteX23" fmla="*/ 424882 w 1317776"/>
                    <a:gd name="connsiteY23" fmla="*/ 817174 h 1382832"/>
                    <a:gd name="connsiteX24" fmla="*/ 337125 w 1317776"/>
                    <a:gd name="connsiteY24" fmla="*/ 819333 h 1382832"/>
                    <a:gd name="connsiteX25" fmla="*/ 407610 w 1317776"/>
                    <a:gd name="connsiteY25" fmla="*/ 1031169 h 1382832"/>
                    <a:gd name="connsiteX26" fmla="*/ 322774 w 1317776"/>
                    <a:gd name="connsiteY26" fmla="*/ 1110290 h 1382832"/>
                    <a:gd name="connsiteX27" fmla="*/ 288357 w 1317776"/>
                    <a:gd name="connsiteY27" fmla="*/ 1335588 h 1382832"/>
                    <a:gd name="connsiteX28" fmla="*/ 283023 w 1317776"/>
                    <a:gd name="connsiteY28" fmla="*/ 1371656 h 1382832"/>
                    <a:gd name="connsiteX29" fmla="*/ 259020 w 1317776"/>
                    <a:gd name="connsiteY29" fmla="*/ 1376355 h 1382832"/>
                    <a:gd name="connsiteX30" fmla="*/ 323409 w 1317776"/>
                    <a:gd name="connsiteY30" fmla="*/ 997006 h 1382832"/>
                    <a:gd name="connsiteX31" fmla="*/ 305629 w 1317776"/>
                    <a:gd name="connsiteY31" fmla="*/ 913186 h 1382832"/>
                    <a:gd name="connsiteX32" fmla="*/ 229556 w 1317776"/>
                    <a:gd name="connsiteY32" fmla="*/ 939348 h 1382832"/>
                    <a:gd name="connsiteX33" fmla="*/ 18228 w 1317776"/>
                    <a:gd name="connsiteY33" fmla="*/ 1370513 h 1382832"/>
                    <a:gd name="connsiteX34" fmla="*/ 2099 w 1317776"/>
                    <a:gd name="connsiteY34" fmla="*/ 1382832 h 1382832"/>
                    <a:gd name="connsiteX35" fmla="*/ 17212 w 1317776"/>
                    <a:gd name="connsiteY35" fmla="*/ 1286566 h 1382832"/>
                    <a:gd name="connsiteX36" fmla="*/ 107001 w 1317776"/>
                    <a:gd name="connsiteY36" fmla="*/ 1065586 h 1382832"/>
                    <a:gd name="connsiteX37" fmla="*/ 216983 w 1317776"/>
                    <a:gd name="connsiteY37" fmla="*/ 915091 h 1382832"/>
                    <a:gd name="connsiteX38" fmla="*/ 304867 w 1317776"/>
                    <a:gd name="connsiteY38" fmla="*/ 813491 h 1382832"/>
                    <a:gd name="connsiteX39" fmla="*/ 391481 w 1317776"/>
                    <a:gd name="connsiteY39" fmla="*/ 779328 h 1382832"/>
                    <a:gd name="connsiteX40" fmla="*/ 252924 w 1317776"/>
                    <a:gd name="connsiteY40" fmla="*/ 699191 h 1382832"/>
                    <a:gd name="connsiteX41" fmla="*/ 138243 w 1317776"/>
                    <a:gd name="connsiteY41" fmla="*/ 584002 h 1382832"/>
                    <a:gd name="connsiteX42" fmla="*/ 83633 w 1317776"/>
                    <a:gd name="connsiteY42" fmla="*/ 501452 h 1382832"/>
                    <a:gd name="connsiteX43" fmla="*/ 139767 w 1317776"/>
                    <a:gd name="connsiteY43" fmla="*/ 267645 h 1382832"/>
                    <a:gd name="connsiteX44" fmla="*/ 413198 w 1317776"/>
                    <a:gd name="connsiteY44" fmla="*/ 21138 h 1382832"/>
                    <a:gd name="connsiteX45" fmla="*/ 730698 w 1317776"/>
                    <a:gd name="connsiteY45" fmla="*/ 17836 h 1382832"/>
                    <a:gd name="connsiteX46" fmla="*/ 912643 w 1317776"/>
                    <a:gd name="connsiteY46" fmla="*/ 121183 h 1382832"/>
                    <a:gd name="connsiteX47" fmla="*/ 1056509 w 1317776"/>
                    <a:gd name="connsiteY47" fmla="*/ 366250 h 1382832"/>
                    <a:gd name="connsiteX48" fmla="*/ 175327 w 1317776"/>
                    <a:gd name="connsiteY48" fmla="*/ 251516 h 1382832"/>
                    <a:gd name="connsiteX49" fmla="*/ 227270 w 1317776"/>
                    <a:gd name="connsiteY49" fmla="*/ 268661 h 1382832"/>
                    <a:gd name="connsiteX50" fmla="*/ 284801 w 1317776"/>
                    <a:gd name="connsiteY50" fmla="*/ 423601 h 1382832"/>
                    <a:gd name="connsiteX51" fmla="*/ 256607 w 1317776"/>
                    <a:gd name="connsiteY51" fmla="*/ 563936 h 1382832"/>
                    <a:gd name="connsiteX52" fmla="*/ 204283 w 1317776"/>
                    <a:gd name="connsiteY52" fmla="*/ 610672 h 1382832"/>
                    <a:gd name="connsiteX53" fmla="*/ 615128 w 1317776"/>
                    <a:gd name="connsiteY53" fmla="*/ 786948 h 1382832"/>
                    <a:gd name="connsiteX54" fmla="*/ 979491 w 1317776"/>
                    <a:gd name="connsiteY54" fmla="*/ 614609 h 1382832"/>
                    <a:gd name="connsiteX55" fmla="*/ 1018353 w 1317776"/>
                    <a:gd name="connsiteY55" fmla="*/ 320604 h 1382832"/>
                    <a:gd name="connsiteX56" fmla="*/ 672151 w 1317776"/>
                    <a:gd name="connsiteY56" fmla="*/ 31679 h 1382832"/>
                    <a:gd name="connsiteX57" fmla="*/ 175327 w 1317776"/>
                    <a:gd name="connsiteY57" fmla="*/ 251516 h 1382832"/>
                    <a:gd name="connsiteX58" fmla="*/ 159833 w 1317776"/>
                    <a:gd name="connsiteY58" fmla="*/ 286822 h 1382832"/>
                    <a:gd name="connsiteX59" fmla="*/ 104588 w 1317776"/>
                    <a:gd name="connsiteY59" fmla="*/ 475036 h 1382832"/>
                    <a:gd name="connsiteX60" fmla="*/ 197679 w 1317776"/>
                    <a:gd name="connsiteY60" fmla="*/ 581081 h 1382832"/>
                    <a:gd name="connsiteX61" fmla="*/ 250892 w 1317776"/>
                    <a:gd name="connsiteY61" fmla="*/ 499293 h 1382832"/>
                    <a:gd name="connsiteX62" fmla="*/ 234636 w 1317776"/>
                    <a:gd name="connsiteY62" fmla="*/ 323525 h 1382832"/>
                    <a:gd name="connsiteX63" fmla="*/ 159833 w 1317776"/>
                    <a:gd name="connsiteY63" fmla="*/ 286822 h 1382832"/>
                    <a:gd name="connsiteX64" fmla="*/ 1041086 w 1317776"/>
                    <a:gd name="connsiteY64" fmla="*/ 554030 h 1382832"/>
                    <a:gd name="connsiteX65" fmla="*/ 1054736 w 1317776"/>
                    <a:gd name="connsiteY65" fmla="*/ 415202 h 1382832"/>
                    <a:gd name="connsiteX66" fmla="*/ 441011 w 1317776"/>
                    <a:gd name="connsiteY66" fmla="*/ 791901 h 1382832"/>
                    <a:gd name="connsiteX67" fmla="*/ 658816 w 1317776"/>
                    <a:gd name="connsiteY67" fmla="*/ 825556 h 1382832"/>
                    <a:gd name="connsiteX68" fmla="*/ 569154 w 1317776"/>
                    <a:gd name="connsiteY68" fmla="*/ 809554 h 1382832"/>
                    <a:gd name="connsiteX69" fmla="*/ 441011 w 1317776"/>
                    <a:gd name="connsiteY69" fmla="*/ 791901 h 1382832"/>
                    <a:gd name="connsiteX70" fmla="*/ 303597 w 1317776"/>
                    <a:gd name="connsiteY70" fmla="*/ 842447 h 1382832"/>
                    <a:gd name="connsiteX71" fmla="*/ 288992 w 1317776"/>
                    <a:gd name="connsiteY71" fmla="*/ 872038 h 1382832"/>
                    <a:gd name="connsiteX72" fmla="*/ 345380 w 1317776"/>
                    <a:gd name="connsiteY72" fmla="*/ 922457 h 1382832"/>
                    <a:gd name="connsiteX73" fmla="*/ 332934 w 1317776"/>
                    <a:gd name="connsiteY73" fmla="*/ 1080318 h 1382832"/>
                    <a:gd name="connsiteX74" fmla="*/ 384369 w 1317776"/>
                    <a:gd name="connsiteY74" fmla="*/ 1008817 h 1382832"/>
                    <a:gd name="connsiteX75" fmla="*/ 303597 w 1317776"/>
                    <a:gd name="connsiteY75" fmla="*/ 842447 h 1382832"/>
                    <a:gd name="connsiteX76" fmla="*/ 1154370 w 1317776"/>
                    <a:gd name="connsiteY76" fmla="*/ 961573 h 1382832"/>
                    <a:gd name="connsiteX77" fmla="*/ 1130875 w 1317776"/>
                    <a:gd name="connsiteY77" fmla="*/ 1154613 h 1382832"/>
                    <a:gd name="connsiteX78" fmla="*/ 1261431 w 1317776"/>
                    <a:gd name="connsiteY78" fmla="*/ 1210239 h 1382832"/>
                    <a:gd name="connsiteX79" fmla="*/ 1263707 w 1317776"/>
                    <a:gd name="connsiteY79" fmla="*/ 1189880 h 1382832"/>
                    <a:gd name="connsiteX80" fmla="*/ 1217870 w 1317776"/>
                    <a:gd name="connsiteY80" fmla="*/ 1063139 h 1382832"/>
                    <a:gd name="connsiteX81" fmla="*/ 1258637 w 1317776"/>
                    <a:gd name="connsiteY81" fmla="*/ 1133404 h 1382832"/>
                    <a:gd name="connsiteX82" fmla="*/ 1291934 w 1317776"/>
                    <a:gd name="connsiteY82" fmla="*/ 1144922 h 1382832"/>
                    <a:gd name="connsiteX83" fmla="*/ 1281304 w 1317776"/>
                    <a:gd name="connsiteY83" fmla="*/ 1102940 h 1382832"/>
                    <a:gd name="connsiteX84" fmla="*/ 1296229 w 1317776"/>
                    <a:gd name="connsiteY84" fmla="*/ 1079175 h 1382832"/>
                    <a:gd name="connsiteX85" fmla="*/ 1287937 w 1317776"/>
                    <a:gd name="connsiteY85" fmla="*/ 1075072 h 1382832"/>
                    <a:gd name="connsiteX86" fmla="*/ 1300439 w 1317776"/>
                    <a:gd name="connsiteY86" fmla="*/ 1049963 h 1382832"/>
                    <a:gd name="connsiteX87" fmla="*/ 1235269 w 1317776"/>
                    <a:gd name="connsiteY87" fmla="*/ 995101 h 1382832"/>
                    <a:gd name="connsiteX88" fmla="*/ 1220848 w 1317776"/>
                    <a:gd name="connsiteY88" fmla="*/ 971540 h 1382832"/>
                    <a:gd name="connsiteX89" fmla="*/ 1225009 w 1317776"/>
                    <a:gd name="connsiteY89" fmla="*/ 951785 h 1382832"/>
                    <a:gd name="connsiteX90" fmla="*/ 1154370 w 1317776"/>
                    <a:gd name="connsiteY90" fmla="*/ 961573 h 1382832"/>
                    <a:gd name="connsiteX91" fmla="*/ 857063 w 1317776"/>
                    <a:gd name="connsiteY91" fmla="*/ 928426 h 1382832"/>
                    <a:gd name="connsiteX92" fmla="*/ 878272 w 1317776"/>
                    <a:gd name="connsiteY92" fmla="*/ 1047806 h 1382832"/>
                    <a:gd name="connsiteX93" fmla="*/ 905704 w 1317776"/>
                    <a:gd name="connsiteY93" fmla="*/ 1287709 h 1382832"/>
                    <a:gd name="connsiteX94" fmla="*/ 1188660 w 1317776"/>
                    <a:gd name="connsiteY94" fmla="*/ 1221288 h 1382832"/>
                    <a:gd name="connsiteX95" fmla="*/ 1073344 w 1317776"/>
                    <a:gd name="connsiteY95" fmla="*/ 1047171 h 1382832"/>
                    <a:gd name="connsiteX96" fmla="*/ 973522 w 1317776"/>
                    <a:gd name="connsiteY96" fmla="*/ 1185093 h 1382832"/>
                    <a:gd name="connsiteX97" fmla="*/ 945201 w 1317776"/>
                    <a:gd name="connsiteY97" fmla="*/ 1234496 h 1382832"/>
                    <a:gd name="connsiteX98" fmla="*/ 974665 w 1317776"/>
                    <a:gd name="connsiteY98" fmla="*/ 1113719 h 1382832"/>
                    <a:gd name="connsiteX99" fmla="*/ 857063 w 1317776"/>
                    <a:gd name="connsiteY99" fmla="*/ 928426 h 1382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</a:cxnLst>
                  <a:rect l="l" t="t" r="r" b="b"/>
                  <a:pathLst>
                    <a:path w="1317776" h="1382832">
                      <a:moveTo>
                        <a:pt x="1100903" y="471353"/>
                      </a:moveTo>
                      <a:cubicBezTo>
                        <a:pt x="1094934" y="499547"/>
                        <a:pt x="1090108" y="528757"/>
                        <a:pt x="1075122" y="553776"/>
                      </a:cubicBezTo>
                      <a:cubicBezTo>
                        <a:pt x="1055945" y="588574"/>
                        <a:pt x="1017718" y="606227"/>
                        <a:pt x="994858" y="638104"/>
                      </a:cubicBezTo>
                      <a:cubicBezTo>
                        <a:pt x="967680" y="673791"/>
                        <a:pt x="937454" y="707446"/>
                        <a:pt x="900370" y="733100"/>
                      </a:cubicBezTo>
                      <a:cubicBezTo>
                        <a:pt x="858841" y="760405"/>
                        <a:pt x="812613" y="779709"/>
                        <a:pt x="765623" y="795330"/>
                      </a:cubicBezTo>
                      <a:cubicBezTo>
                        <a:pt x="871160" y="870006"/>
                        <a:pt x="929834" y="989894"/>
                        <a:pt x="993715" y="1098479"/>
                      </a:cubicBezTo>
                      <a:cubicBezTo>
                        <a:pt x="1031561" y="1054537"/>
                        <a:pt x="1069915" y="1010976"/>
                        <a:pt x="1109666" y="968558"/>
                      </a:cubicBezTo>
                      <a:cubicBezTo>
                        <a:pt x="1156783" y="917123"/>
                        <a:pt x="1188783" y="952075"/>
                        <a:pt x="1249616" y="920452"/>
                      </a:cubicBezTo>
                      <a:cubicBezTo>
                        <a:pt x="1286319" y="903180"/>
                        <a:pt x="1185153" y="972219"/>
                        <a:pt x="1185280" y="1016669"/>
                      </a:cubicBezTo>
                      <a:cubicBezTo>
                        <a:pt x="1182232" y="1061373"/>
                        <a:pt x="1323534" y="970971"/>
                        <a:pt x="1290260" y="991291"/>
                      </a:cubicBezTo>
                      <a:cubicBezTo>
                        <a:pt x="1367222" y="1005896"/>
                        <a:pt x="1233761" y="958466"/>
                        <a:pt x="1286974" y="1024887"/>
                      </a:cubicBezTo>
                      <a:cubicBezTo>
                        <a:pt x="1314152" y="1063495"/>
                        <a:pt x="1317059" y="1074326"/>
                        <a:pt x="1290897" y="1084613"/>
                      </a:cubicBezTo>
                      <a:cubicBezTo>
                        <a:pt x="1291659" y="1100615"/>
                        <a:pt x="1318277" y="1153704"/>
                        <a:pt x="1317769" y="1169833"/>
                      </a:cubicBezTo>
                      <a:cubicBezTo>
                        <a:pt x="1305958" y="1189518"/>
                        <a:pt x="1231478" y="1158836"/>
                        <a:pt x="1212428" y="1164551"/>
                      </a:cubicBezTo>
                      <a:cubicBezTo>
                        <a:pt x="1210904" y="1172171"/>
                        <a:pt x="1292372" y="1176687"/>
                        <a:pt x="1290721" y="1184307"/>
                      </a:cubicBezTo>
                      <a:cubicBezTo>
                        <a:pt x="1234714" y="1211739"/>
                        <a:pt x="1279719" y="1236909"/>
                        <a:pt x="1222569" y="1229162"/>
                      </a:cubicBezTo>
                      <a:cubicBezTo>
                        <a:pt x="1167578" y="1270945"/>
                        <a:pt x="1111952" y="1318951"/>
                        <a:pt x="1041340" y="1330381"/>
                      </a:cubicBezTo>
                      <a:cubicBezTo>
                        <a:pt x="996382" y="1342192"/>
                        <a:pt x="950662" y="1328857"/>
                        <a:pt x="907228" y="1317300"/>
                      </a:cubicBezTo>
                      <a:cubicBezTo>
                        <a:pt x="907863" y="1335842"/>
                        <a:pt x="908625" y="1354511"/>
                        <a:pt x="909260" y="1373180"/>
                      </a:cubicBezTo>
                      <a:lnTo>
                        <a:pt x="884622" y="1371656"/>
                      </a:lnTo>
                      <a:cubicBezTo>
                        <a:pt x="882336" y="1346764"/>
                        <a:pt x="880939" y="1321999"/>
                        <a:pt x="878780" y="1297234"/>
                      </a:cubicBezTo>
                      <a:cubicBezTo>
                        <a:pt x="867477" y="1160963"/>
                        <a:pt x="854904" y="1024184"/>
                        <a:pt x="820106" y="891596"/>
                      </a:cubicBezTo>
                      <a:cubicBezTo>
                        <a:pt x="811089" y="855020"/>
                        <a:pt x="777942" y="835335"/>
                        <a:pt x="747208" y="818825"/>
                      </a:cubicBezTo>
                      <a:cubicBezTo>
                        <a:pt x="648021" y="873562"/>
                        <a:pt x="526736" y="854893"/>
                        <a:pt x="424882" y="817174"/>
                      </a:cubicBezTo>
                      <a:cubicBezTo>
                        <a:pt x="396561" y="803966"/>
                        <a:pt x="366081" y="815523"/>
                        <a:pt x="337125" y="819333"/>
                      </a:cubicBezTo>
                      <a:cubicBezTo>
                        <a:pt x="379924" y="879785"/>
                        <a:pt x="430470" y="953572"/>
                        <a:pt x="407610" y="1031169"/>
                      </a:cubicBezTo>
                      <a:cubicBezTo>
                        <a:pt x="398085" y="1073079"/>
                        <a:pt x="358461" y="1093780"/>
                        <a:pt x="322774" y="1110290"/>
                      </a:cubicBezTo>
                      <a:cubicBezTo>
                        <a:pt x="311471" y="1185474"/>
                        <a:pt x="293945" y="1259642"/>
                        <a:pt x="288357" y="1335588"/>
                      </a:cubicBezTo>
                      <a:cubicBezTo>
                        <a:pt x="287087" y="1344605"/>
                        <a:pt x="284420" y="1362639"/>
                        <a:pt x="283023" y="1371656"/>
                      </a:cubicBezTo>
                      <a:lnTo>
                        <a:pt x="259020" y="1376355"/>
                      </a:lnTo>
                      <a:cubicBezTo>
                        <a:pt x="267021" y="1247958"/>
                        <a:pt x="295850" y="1122228"/>
                        <a:pt x="323409" y="997006"/>
                      </a:cubicBezTo>
                      <a:cubicBezTo>
                        <a:pt x="329124" y="968558"/>
                        <a:pt x="329632" y="933887"/>
                        <a:pt x="305629" y="913186"/>
                      </a:cubicBezTo>
                      <a:cubicBezTo>
                        <a:pt x="277181" y="895660"/>
                        <a:pt x="247844" y="918012"/>
                        <a:pt x="229556" y="939348"/>
                      </a:cubicBezTo>
                      <a:cubicBezTo>
                        <a:pt x="118812" y="1058728"/>
                        <a:pt x="60900" y="1215954"/>
                        <a:pt x="18228" y="1370513"/>
                      </a:cubicBezTo>
                      <a:lnTo>
                        <a:pt x="2099" y="1382832"/>
                      </a:lnTo>
                      <a:cubicBezTo>
                        <a:pt x="-5394" y="1349558"/>
                        <a:pt x="8957" y="1318062"/>
                        <a:pt x="17212" y="1286566"/>
                      </a:cubicBezTo>
                      <a:cubicBezTo>
                        <a:pt x="36516" y="1209096"/>
                        <a:pt x="70679" y="1136325"/>
                        <a:pt x="107001" y="1065586"/>
                      </a:cubicBezTo>
                      <a:cubicBezTo>
                        <a:pt x="137100" y="1010976"/>
                        <a:pt x="174184" y="960430"/>
                        <a:pt x="216983" y="915091"/>
                      </a:cubicBezTo>
                      <a:cubicBezTo>
                        <a:pt x="248352" y="882960"/>
                        <a:pt x="268545" y="840796"/>
                        <a:pt x="304867" y="813491"/>
                      </a:cubicBezTo>
                      <a:cubicBezTo>
                        <a:pt x="329886" y="793806"/>
                        <a:pt x="361763" y="787964"/>
                        <a:pt x="391481" y="779328"/>
                      </a:cubicBezTo>
                      <a:cubicBezTo>
                        <a:pt x="343475" y="756087"/>
                        <a:pt x="293564" y="734497"/>
                        <a:pt x="252924" y="699191"/>
                      </a:cubicBezTo>
                      <a:cubicBezTo>
                        <a:pt x="209236" y="665790"/>
                        <a:pt x="187392" y="610672"/>
                        <a:pt x="138243" y="584002"/>
                      </a:cubicBezTo>
                      <a:cubicBezTo>
                        <a:pt x="109033" y="565841"/>
                        <a:pt x="90491" y="534599"/>
                        <a:pt x="83633" y="501452"/>
                      </a:cubicBezTo>
                      <a:cubicBezTo>
                        <a:pt x="60900" y="421061"/>
                        <a:pt x="74616" y="324795"/>
                        <a:pt x="139767" y="267645"/>
                      </a:cubicBezTo>
                      <a:cubicBezTo>
                        <a:pt x="191075" y="151567"/>
                        <a:pt x="291278" y="58476"/>
                        <a:pt x="413198" y="21138"/>
                      </a:cubicBezTo>
                      <a:cubicBezTo>
                        <a:pt x="516830" y="-5278"/>
                        <a:pt x="626558" y="-7564"/>
                        <a:pt x="730698" y="17836"/>
                      </a:cubicBezTo>
                      <a:cubicBezTo>
                        <a:pt x="813939" y="34943"/>
                        <a:pt x="876112" y="98221"/>
                        <a:pt x="912643" y="121183"/>
                      </a:cubicBezTo>
                      <a:cubicBezTo>
                        <a:pt x="972579" y="183153"/>
                        <a:pt x="1025963" y="238339"/>
                        <a:pt x="1056509" y="366250"/>
                      </a:cubicBezTo>
                      <a:moveTo>
                        <a:pt x="175327" y="251516"/>
                      </a:moveTo>
                      <a:cubicBezTo>
                        <a:pt x="192726" y="256977"/>
                        <a:pt x="209998" y="262692"/>
                        <a:pt x="227270" y="268661"/>
                      </a:cubicBezTo>
                      <a:cubicBezTo>
                        <a:pt x="268418" y="309682"/>
                        <a:pt x="275276" y="369245"/>
                        <a:pt x="284801" y="423601"/>
                      </a:cubicBezTo>
                      <a:cubicBezTo>
                        <a:pt x="288484" y="471988"/>
                        <a:pt x="270450" y="518470"/>
                        <a:pt x="256607" y="563936"/>
                      </a:cubicBezTo>
                      <a:cubicBezTo>
                        <a:pt x="239970" y="580446"/>
                        <a:pt x="222571" y="596067"/>
                        <a:pt x="204283" y="610672"/>
                      </a:cubicBezTo>
                      <a:cubicBezTo>
                        <a:pt x="296231" y="739450"/>
                        <a:pt x="463490" y="787710"/>
                        <a:pt x="615128" y="786948"/>
                      </a:cubicBezTo>
                      <a:cubicBezTo>
                        <a:pt x="754447" y="793552"/>
                        <a:pt x="900243" y="732338"/>
                        <a:pt x="979491" y="614609"/>
                      </a:cubicBezTo>
                      <a:cubicBezTo>
                        <a:pt x="1036133" y="529773"/>
                        <a:pt x="1058231" y="416743"/>
                        <a:pt x="1018353" y="320604"/>
                      </a:cubicBezTo>
                      <a:cubicBezTo>
                        <a:pt x="969077" y="169474"/>
                        <a:pt x="828742" y="54793"/>
                        <a:pt x="672151" y="31679"/>
                      </a:cubicBezTo>
                      <a:cubicBezTo>
                        <a:pt x="483302" y="-10739"/>
                        <a:pt x="265878" y="75748"/>
                        <a:pt x="175327" y="251516"/>
                      </a:cubicBezTo>
                      <a:moveTo>
                        <a:pt x="159833" y="286822"/>
                      </a:moveTo>
                      <a:cubicBezTo>
                        <a:pt x="97349" y="324033"/>
                        <a:pt x="93285" y="410901"/>
                        <a:pt x="104588" y="475036"/>
                      </a:cubicBezTo>
                      <a:cubicBezTo>
                        <a:pt x="109414" y="523804"/>
                        <a:pt x="139767" y="587050"/>
                        <a:pt x="197679" y="581081"/>
                      </a:cubicBezTo>
                      <a:cubicBezTo>
                        <a:pt x="231715" y="568635"/>
                        <a:pt x="242129" y="530535"/>
                        <a:pt x="250892" y="499293"/>
                      </a:cubicBezTo>
                      <a:cubicBezTo>
                        <a:pt x="268926" y="441127"/>
                        <a:pt x="256353" y="378770"/>
                        <a:pt x="234636" y="323525"/>
                      </a:cubicBezTo>
                      <a:cubicBezTo>
                        <a:pt x="224095" y="294823"/>
                        <a:pt x="190059" y="268915"/>
                        <a:pt x="159833" y="286822"/>
                      </a:cubicBezTo>
                      <a:moveTo>
                        <a:pt x="1041086" y="554030"/>
                      </a:moveTo>
                      <a:cubicBezTo>
                        <a:pt x="1085663" y="495356"/>
                        <a:pt x="1087629" y="479337"/>
                        <a:pt x="1054736" y="415202"/>
                      </a:cubicBezTo>
                      <a:moveTo>
                        <a:pt x="441011" y="791901"/>
                      </a:moveTo>
                      <a:cubicBezTo>
                        <a:pt x="504003" y="832922"/>
                        <a:pt x="586553" y="833176"/>
                        <a:pt x="658816" y="825556"/>
                      </a:cubicBezTo>
                      <a:cubicBezTo>
                        <a:pt x="631384" y="810316"/>
                        <a:pt x="599507" y="811840"/>
                        <a:pt x="569154" y="809554"/>
                      </a:cubicBezTo>
                      <a:cubicBezTo>
                        <a:pt x="526101" y="806633"/>
                        <a:pt x="483937" y="796981"/>
                        <a:pt x="441011" y="791901"/>
                      </a:cubicBezTo>
                      <a:moveTo>
                        <a:pt x="303597" y="842447"/>
                      </a:moveTo>
                      <a:cubicBezTo>
                        <a:pt x="298771" y="852226"/>
                        <a:pt x="293818" y="862132"/>
                        <a:pt x="288992" y="872038"/>
                      </a:cubicBezTo>
                      <a:cubicBezTo>
                        <a:pt x="311725" y="883595"/>
                        <a:pt x="336363" y="896676"/>
                        <a:pt x="345380" y="922457"/>
                      </a:cubicBezTo>
                      <a:cubicBezTo>
                        <a:pt x="365446" y="974273"/>
                        <a:pt x="341062" y="1028629"/>
                        <a:pt x="332934" y="1080318"/>
                      </a:cubicBezTo>
                      <a:cubicBezTo>
                        <a:pt x="360620" y="1066221"/>
                        <a:pt x="386655" y="1042853"/>
                        <a:pt x="384369" y="1008817"/>
                      </a:cubicBezTo>
                      <a:cubicBezTo>
                        <a:pt x="387671" y="947349"/>
                        <a:pt x="365065" y="867593"/>
                        <a:pt x="303597" y="842447"/>
                      </a:cubicBezTo>
                      <a:moveTo>
                        <a:pt x="1154370" y="961573"/>
                      </a:moveTo>
                      <a:cubicBezTo>
                        <a:pt x="1093537" y="1003356"/>
                        <a:pt x="1079059" y="1100130"/>
                        <a:pt x="1130875" y="1154613"/>
                      </a:cubicBezTo>
                      <a:cubicBezTo>
                        <a:pt x="1164276" y="1191189"/>
                        <a:pt x="1215076" y="1200714"/>
                        <a:pt x="1261431" y="1210239"/>
                      </a:cubicBezTo>
                      <a:cubicBezTo>
                        <a:pt x="1298769" y="1216716"/>
                        <a:pt x="1225480" y="1197246"/>
                        <a:pt x="1263707" y="1189880"/>
                      </a:cubicBezTo>
                      <a:cubicBezTo>
                        <a:pt x="1267644" y="1173878"/>
                        <a:pt x="1233618" y="1066187"/>
                        <a:pt x="1217870" y="1063139"/>
                      </a:cubicBezTo>
                      <a:cubicBezTo>
                        <a:pt x="1183834" y="1045740"/>
                        <a:pt x="1272734" y="1175695"/>
                        <a:pt x="1258637" y="1133404"/>
                      </a:cubicBezTo>
                      <a:cubicBezTo>
                        <a:pt x="1322010" y="1145088"/>
                        <a:pt x="1224624" y="1156098"/>
                        <a:pt x="1291934" y="1144922"/>
                      </a:cubicBezTo>
                      <a:cubicBezTo>
                        <a:pt x="1281139" y="1125745"/>
                        <a:pt x="1308482" y="1104845"/>
                        <a:pt x="1281304" y="1102940"/>
                      </a:cubicBezTo>
                      <a:cubicBezTo>
                        <a:pt x="1245744" y="1088462"/>
                        <a:pt x="1310580" y="1123752"/>
                        <a:pt x="1296229" y="1079175"/>
                      </a:cubicBezTo>
                      <a:cubicBezTo>
                        <a:pt x="1361507" y="1082604"/>
                        <a:pt x="1222151" y="1079517"/>
                        <a:pt x="1287937" y="1075072"/>
                      </a:cubicBezTo>
                      <a:cubicBezTo>
                        <a:pt x="1288445" y="1070119"/>
                        <a:pt x="1299931" y="1054916"/>
                        <a:pt x="1300439" y="1049963"/>
                      </a:cubicBezTo>
                      <a:cubicBezTo>
                        <a:pt x="1234399" y="978081"/>
                        <a:pt x="1315279" y="1039678"/>
                        <a:pt x="1235269" y="995101"/>
                      </a:cubicBezTo>
                      <a:cubicBezTo>
                        <a:pt x="1267400" y="965129"/>
                        <a:pt x="1194813" y="1007862"/>
                        <a:pt x="1220848" y="971540"/>
                      </a:cubicBezTo>
                      <a:cubicBezTo>
                        <a:pt x="1236977" y="948426"/>
                        <a:pt x="1248250" y="939847"/>
                        <a:pt x="1225009" y="951785"/>
                      </a:cubicBezTo>
                      <a:cubicBezTo>
                        <a:pt x="1172685" y="972486"/>
                        <a:pt x="1200217" y="928807"/>
                        <a:pt x="1154370" y="961573"/>
                      </a:cubicBezTo>
                      <a:moveTo>
                        <a:pt x="857063" y="928426"/>
                      </a:moveTo>
                      <a:cubicBezTo>
                        <a:pt x="862905" y="968431"/>
                        <a:pt x="869509" y="1008309"/>
                        <a:pt x="878272" y="1047806"/>
                      </a:cubicBezTo>
                      <a:cubicBezTo>
                        <a:pt x="894655" y="1126800"/>
                        <a:pt x="890718" y="1208461"/>
                        <a:pt x="905704" y="1287709"/>
                      </a:cubicBezTo>
                      <a:cubicBezTo>
                        <a:pt x="1003113" y="1335334"/>
                        <a:pt x="1115635" y="1292789"/>
                        <a:pt x="1188660" y="1221288"/>
                      </a:cubicBezTo>
                      <a:cubicBezTo>
                        <a:pt x="1114238" y="1199063"/>
                        <a:pt x="1062930" y="1125403"/>
                        <a:pt x="1073344" y="1047171"/>
                      </a:cubicBezTo>
                      <a:cubicBezTo>
                        <a:pt x="1035625" y="1089335"/>
                        <a:pt x="991429" y="1129975"/>
                        <a:pt x="973522" y="1185093"/>
                      </a:cubicBezTo>
                      <a:cubicBezTo>
                        <a:pt x="968823" y="1204016"/>
                        <a:pt x="958917" y="1220653"/>
                        <a:pt x="945201" y="1234496"/>
                      </a:cubicBezTo>
                      <a:cubicBezTo>
                        <a:pt x="926659" y="1190300"/>
                        <a:pt x="968823" y="1153851"/>
                        <a:pt x="974665" y="1113719"/>
                      </a:cubicBezTo>
                      <a:cubicBezTo>
                        <a:pt x="938978" y="1049838"/>
                        <a:pt x="899481" y="988116"/>
                        <a:pt x="857063" y="928426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形状 62">
                  <a:extLst>
                    <a:ext uri="{FF2B5EF4-FFF2-40B4-BE49-F238E27FC236}">
                      <a16:creationId xmlns:a16="http://schemas.microsoft.com/office/drawing/2014/main" id="{C3AA1869-29D2-B249-ECA9-508CE7084FEF}"/>
                    </a:ext>
                  </a:extLst>
                </p:cNvPr>
                <p:cNvSpPr/>
                <p:nvPr/>
              </p:nvSpPr>
              <p:spPr>
                <a:xfrm>
                  <a:off x="473959" y="874495"/>
                  <a:ext cx="356515" cy="277723"/>
                </a:xfrm>
                <a:custGeom>
                  <a:avLst/>
                  <a:gdLst>
                    <a:gd name="connsiteX0" fmla="*/ 18840 w 654613"/>
                    <a:gd name="connsiteY0" fmla="*/ 154795 h 509939"/>
                    <a:gd name="connsiteX1" fmla="*/ 227374 w 654613"/>
                    <a:gd name="connsiteY1" fmla="*/ 3792 h 509939"/>
                    <a:gd name="connsiteX2" fmla="*/ 610406 w 654613"/>
                    <a:gd name="connsiteY2" fmla="*/ 90660 h 509939"/>
                    <a:gd name="connsiteX3" fmla="*/ 643299 w 654613"/>
                    <a:gd name="connsiteY3" fmla="*/ 311132 h 509939"/>
                    <a:gd name="connsiteX4" fmla="*/ 430828 w 654613"/>
                    <a:gd name="connsiteY4" fmla="*/ 499346 h 509939"/>
                    <a:gd name="connsiteX5" fmla="*/ 113455 w 654613"/>
                    <a:gd name="connsiteY5" fmla="*/ 453626 h 509939"/>
                    <a:gd name="connsiteX6" fmla="*/ 18840 w 654613"/>
                    <a:gd name="connsiteY6" fmla="*/ 154795 h 509939"/>
                    <a:gd name="connsiteX7" fmla="*/ 193592 w 654613"/>
                    <a:gd name="connsiteY7" fmla="*/ 34653 h 509939"/>
                    <a:gd name="connsiteX8" fmla="*/ 41573 w 654613"/>
                    <a:gd name="connsiteY8" fmla="*/ 331198 h 509939"/>
                    <a:gd name="connsiteX9" fmla="*/ 145332 w 654613"/>
                    <a:gd name="connsiteY9" fmla="*/ 441815 h 509939"/>
                    <a:gd name="connsiteX10" fmla="*/ 405682 w 654613"/>
                    <a:gd name="connsiteY10" fmla="*/ 479407 h 509939"/>
                    <a:gd name="connsiteX11" fmla="*/ 625773 w 654613"/>
                    <a:gd name="connsiteY11" fmla="*/ 257665 h 509939"/>
                    <a:gd name="connsiteX12" fmla="*/ 578656 w 654613"/>
                    <a:gd name="connsiteY12" fmla="*/ 97518 h 509939"/>
                    <a:gd name="connsiteX13" fmla="*/ 193592 w 654613"/>
                    <a:gd name="connsiteY13" fmla="*/ 34653 h 509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54613" h="509939">
                      <a:moveTo>
                        <a:pt x="18840" y="154795"/>
                      </a:moveTo>
                      <a:cubicBezTo>
                        <a:pt x="46526" y="65006"/>
                        <a:pt x="136950" y="10142"/>
                        <a:pt x="227374" y="3792"/>
                      </a:cubicBezTo>
                      <a:cubicBezTo>
                        <a:pt x="358565" y="-5479"/>
                        <a:pt x="507790" y="-4844"/>
                        <a:pt x="610406" y="90660"/>
                      </a:cubicBezTo>
                      <a:cubicBezTo>
                        <a:pt x="659936" y="151874"/>
                        <a:pt x="662984" y="237853"/>
                        <a:pt x="643299" y="311132"/>
                      </a:cubicBezTo>
                      <a:cubicBezTo>
                        <a:pt x="613073" y="406636"/>
                        <a:pt x="527094" y="477121"/>
                        <a:pt x="430828" y="499346"/>
                      </a:cubicBezTo>
                      <a:cubicBezTo>
                        <a:pt x="324148" y="522460"/>
                        <a:pt x="208832" y="507982"/>
                        <a:pt x="113455" y="453626"/>
                      </a:cubicBezTo>
                      <a:cubicBezTo>
                        <a:pt x="12236" y="396222"/>
                        <a:pt x="-26626" y="259697"/>
                        <a:pt x="18840" y="154795"/>
                      </a:cubicBezTo>
                      <a:moveTo>
                        <a:pt x="193592" y="34653"/>
                      </a:moveTo>
                      <a:cubicBezTo>
                        <a:pt x="63417" y="54846"/>
                        <a:pt x="-10370" y="214739"/>
                        <a:pt x="41573" y="331198"/>
                      </a:cubicBezTo>
                      <a:cubicBezTo>
                        <a:pt x="58210" y="381109"/>
                        <a:pt x="98977" y="418828"/>
                        <a:pt x="145332" y="441815"/>
                      </a:cubicBezTo>
                      <a:cubicBezTo>
                        <a:pt x="224580" y="484106"/>
                        <a:pt x="317925" y="490202"/>
                        <a:pt x="405682" y="479407"/>
                      </a:cubicBezTo>
                      <a:cubicBezTo>
                        <a:pt x="515029" y="462516"/>
                        <a:pt x="619169" y="372473"/>
                        <a:pt x="625773" y="257665"/>
                      </a:cubicBezTo>
                      <a:cubicBezTo>
                        <a:pt x="630599" y="201531"/>
                        <a:pt x="628694" y="133967"/>
                        <a:pt x="578656" y="97518"/>
                      </a:cubicBezTo>
                      <a:cubicBezTo>
                        <a:pt x="471087" y="10904"/>
                        <a:pt x="322497" y="20683"/>
                        <a:pt x="193592" y="34653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24" name="任意形状 1023">
                  <a:extLst>
                    <a:ext uri="{FF2B5EF4-FFF2-40B4-BE49-F238E27FC236}">
                      <a16:creationId xmlns:a16="http://schemas.microsoft.com/office/drawing/2014/main" id="{1AEE336F-BC49-C306-AF73-73A852795411}"/>
                    </a:ext>
                  </a:extLst>
                </p:cNvPr>
                <p:cNvSpPr/>
                <p:nvPr/>
              </p:nvSpPr>
              <p:spPr>
                <a:xfrm>
                  <a:off x="585914" y="1244790"/>
                  <a:ext cx="93860" cy="98275"/>
                </a:xfrm>
                <a:custGeom>
                  <a:avLst/>
                  <a:gdLst>
                    <a:gd name="connsiteX0" fmla="*/ 52670 w 172341"/>
                    <a:gd name="connsiteY0" fmla="*/ 5741 h 180447"/>
                    <a:gd name="connsiteX1" fmla="*/ 171542 w 172341"/>
                    <a:gd name="connsiteY1" fmla="*/ 86259 h 180447"/>
                    <a:gd name="connsiteX2" fmla="*/ 42891 w 172341"/>
                    <a:gd name="connsiteY2" fmla="*/ 166904 h 180447"/>
                    <a:gd name="connsiteX3" fmla="*/ 52670 w 172341"/>
                    <a:gd name="connsiteY3" fmla="*/ 5741 h 180447"/>
                    <a:gd name="connsiteX4" fmla="*/ 64989 w 172341"/>
                    <a:gd name="connsiteY4" fmla="*/ 29490 h 180447"/>
                    <a:gd name="connsiteX5" fmla="*/ 53178 w 172341"/>
                    <a:gd name="connsiteY5" fmla="*/ 142774 h 180447"/>
                    <a:gd name="connsiteX6" fmla="*/ 145380 w 172341"/>
                    <a:gd name="connsiteY6" fmla="*/ 86513 h 180447"/>
                    <a:gd name="connsiteX7" fmla="*/ 64989 w 172341"/>
                    <a:gd name="connsiteY7" fmla="*/ 29490 h 18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72341" h="180447">
                      <a:moveTo>
                        <a:pt x="52670" y="5741"/>
                      </a:moveTo>
                      <a:cubicBezTo>
                        <a:pt x="107280" y="-15595"/>
                        <a:pt x="175859" y="25045"/>
                        <a:pt x="171542" y="86259"/>
                      </a:cubicBezTo>
                      <a:cubicBezTo>
                        <a:pt x="181448" y="151791"/>
                        <a:pt x="97120" y="206909"/>
                        <a:pt x="42891" y="166904"/>
                      </a:cubicBezTo>
                      <a:cubicBezTo>
                        <a:pt x="-16926" y="132614"/>
                        <a:pt x="-14640" y="29236"/>
                        <a:pt x="52670" y="5741"/>
                      </a:cubicBezTo>
                      <a:moveTo>
                        <a:pt x="64989" y="29490"/>
                      </a:moveTo>
                      <a:cubicBezTo>
                        <a:pt x="18125" y="45111"/>
                        <a:pt x="11649" y="117374"/>
                        <a:pt x="53178" y="142774"/>
                      </a:cubicBezTo>
                      <a:cubicBezTo>
                        <a:pt x="92548" y="175159"/>
                        <a:pt x="153126" y="134646"/>
                        <a:pt x="145380" y="86513"/>
                      </a:cubicBezTo>
                      <a:cubicBezTo>
                        <a:pt x="148300" y="45619"/>
                        <a:pt x="102200" y="15266"/>
                        <a:pt x="64989" y="29490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25" name="任意形状 1024">
                  <a:extLst>
                    <a:ext uri="{FF2B5EF4-FFF2-40B4-BE49-F238E27FC236}">
                      <a16:creationId xmlns:a16="http://schemas.microsoft.com/office/drawing/2014/main" id="{57CA70C4-AFDC-ACB0-A1BC-79CCFC0EEE28}"/>
                    </a:ext>
                  </a:extLst>
                </p:cNvPr>
                <p:cNvSpPr/>
                <p:nvPr/>
              </p:nvSpPr>
              <p:spPr>
                <a:xfrm>
                  <a:off x="371893" y="767908"/>
                  <a:ext cx="270579" cy="134866"/>
                </a:xfrm>
                <a:custGeom>
                  <a:avLst/>
                  <a:gdLst>
                    <a:gd name="connsiteX0" fmla="*/ 0 w 496823"/>
                    <a:gd name="connsiteY0" fmla="*/ 230489 h 247634"/>
                    <a:gd name="connsiteX1" fmla="*/ 496824 w 496823"/>
                    <a:gd name="connsiteY1" fmla="*/ 10652 h 247634"/>
                    <a:gd name="connsiteX2" fmla="*/ 51943 w 496823"/>
                    <a:gd name="connsiteY2" fmla="*/ 247634 h 247634"/>
                    <a:gd name="connsiteX3" fmla="*/ 0 w 496823"/>
                    <a:gd name="connsiteY3" fmla="*/ 230489 h 247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6823" h="247634">
                      <a:moveTo>
                        <a:pt x="0" y="230489"/>
                      </a:moveTo>
                      <a:cubicBezTo>
                        <a:pt x="90551" y="54721"/>
                        <a:pt x="307975" y="-31766"/>
                        <a:pt x="496824" y="10652"/>
                      </a:cubicBezTo>
                      <a:cubicBezTo>
                        <a:pt x="331724" y="45577"/>
                        <a:pt x="157734" y="108823"/>
                        <a:pt x="51943" y="247634"/>
                      </a:cubicBezTo>
                      <a:cubicBezTo>
                        <a:pt x="34671" y="241665"/>
                        <a:pt x="17399" y="235950"/>
                        <a:pt x="0" y="230489"/>
                      </a:cubicBezTo>
                      <a:close/>
                    </a:path>
                  </a:pathLst>
                </a:custGeom>
                <a:solidFill>
                  <a:srgbClr val="FEFEFE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27" name="任意形状 1026">
                  <a:extLst>
                    <a:ext uri="{FF2B5EF4-FFF2-40B4-BE49-F238E27FC236}">
                      <a16:creationId xmlns:a16="http://schemas.microsoft.com/office/drawing/2014/main" id="{756A9C62-EB6F-160B-37E1-12DFDE840BC7}"/>
                    </a:ext>
                  </a:extLst>
                </p:cNvPr>
                <p:cNvSpPr/>
                <p:nvPr/>
              </p:nvSpPr>
              <p:spPr>
                <a:xfrm>
                  <a:off x="400183" y="773709"/>
                  <a:ext cx="430839" cy="350625"/>
                </a:xfrm>
                <a:custGeom>
                  <a:avLst/>
                  <a:gdLst>
                    <a:gd name="connsiteX0" fmla="*/ 444881 w 791083"/>
                    <a:gd name="connsiteY0" fmla="*/ 0 h 643798"/>
                    <a:gd name="connsiteX1" fmla="*/ 791083 w 791083"/>
                    <a:gd name="connsiteY1" fmla="*/ 288925 h 643798"/>
                    <a:gd name="connsiteX2" fmla="*/ 745871 w 791083"/>
                    <a:gd name="connsiteY2" fmla="*/ 275717 h 643798"/>
                    <a:gd name="connsiteX3" fmla="*/ 362839 w 791083"/>
                    <a:gd name="connsiteY3" fmla="*/ 188849 h 643798"/>
                    <a:gd name="connsiteX4" fmla="*/ 154305 w 791083"/>
                    <a:gd name="connsiteY4" fmla="*/ 339852 h 643798"/>
                    <a:gd name="connsiteX5" fmla="*/ 248920 w 791083"/>
                    <a:gd name="connsiteY5" fmla="*/ 638683 h 643798"/>
                    <a:gd name="connsiteX6" fmla="*/ 189611 w 791083"/>
                    <a:gd name="connsiteY6" fmla="*/ 639445 h 643798"/>
                    <a:gd name="connsiteX7" fmla="*/ 29337 w 791083"/>
                    <a:gd name="connsiteY7" fmla="*/ 532257 h 643798"/>
                    <a:gd name="connsiteX8" fmla="*/ 57531 w 791083"/>
                    <a:gd name="connsiteY8" fmla="*/ 391922 h 643798"/>
                    <a:gd name="connsiteX9" fmla="*/ 0 w 791083"/>
                    <a:gd name="connsiteY9" fmla="*/ 236982 h 643798"/>
                    <a:gd name="connsiteX10" fmla="*/ 444881 w 791083"/>
                    <a:gd name="connsiteY10" fmla="*/ 0 h 643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91083" h="643798">
                      <a:moveTo>
                        <a:pt x="444881" y="0"/>
                      </a:moveTo>
                      <a:cubicBezTo>
                        <a:pt x="601472" y="23114"/>
                        <a:pt x="741807" y="137795"/>
                        <a:pt x="791083" y="288925"/>
                      </a:cubicBezTo>
                      <a:cubicBezTo>
                        <a:pt x="775843" y="284734"/>
                        <a:pt x="760857" y="280289"/>
                        <a:pt x="745871" y="275717"/>
                      </a:cubicBezTo>
                      <a:cubicBezTo>
                        <a:pt x="643255" y="180213"/>
                        <a:pt x="494030" y="179578"/>
                        <a:pt x="362839" y="188849"/>
                      </a:cubicBezTo>
                      <a:cubicBezTo>
                        <a:pt x="272415" y="195199"/>
                        <a:pt x="181991" y="250063"/>
                        <a:pt x="154305" y="339852"/>
                      </a:cubicBezTo>
                      <a:cubicBezTo>
                        <a:pt x="108839" y="444754"/>
                        <a:pt x="147701" y="581279"/>
                        <a:pt x="248920" y="638683"/>
                      </a:cubicBezTo>
                      <a:cubicBezTo>
                        <a:pt x="229489" y="640588"/>
                        <a:pt x="208534" y="648716"/>
                        <a:pt x="189611" y="639445"/>
                      </a:cubicBezTo>
                      <a:cubicBezTo>
                        <a:pt x="130556" y="613156"/>
                        <a:pt x="81026" y="570230"/>
                        <a:pt x="29337" y="532257"/>
                      </a:cubicBezTo>
                      <a:cubicBezTo>
                        <a:pt x="43180" y="486791"/>
                        <a:pt x="61214" y="440309"/>
                        <a:pt x="57531" y="391922"/>
                      </a:cubicBezTo>
                      <a:cubicBezTo>
                        <a:pt x="48006" y="337566"/>
                        <a:pt x="41148" y="278003"/>
                        <a:pt x="0" y="236982"/>
                      </a:cubicBezTo>
                      <a:cubicBezTo>
                        <a:pt x="105791" y="98171"/>
                        <a:pt x="279781" y="34925"/>
                        <a:pt x="444881" y="0"/>
                      </a:cubicBezTo>
                      <a:close/>
                    </a:path>
                  </a:pathLst>
                </a:custGeom>
                <a:solidFill>
                  <a:srgbClr val="EEEEFC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29" name="任意形状 1028">
                  <a:extLst>
                    <a:ext uri="{FF2B5EF4-FFF2-40B4-BE49-F238E27FC236}">
                      <a16:creationId xmlns:a16="http://schemas.microsoft.com/office/drawing/2014/main" id="{4880C359-8EA0-94CE-2827-10D135CC93EE}"/>
                    </a:ext>
                  </a:extLst>
                </p:cNvPr>
                <p:cNvSpPr/>
                <p:nvPr/>
              </p:nvSpPr>
              <p:spPr>
                <a:xfrm>
                  <a:off x="487470" y="888370"/>
                  <a:ext cx="328259" cy="249763"/>
                </a:xfrm>
                <a:custGeom>
                  <a:avLst/>
                  <a:gdLst>
                    <a:gd name="connsiteX0" fmla="*/ 168784 w 602732"/>
                    <a:gd name="connsiteY0" fmla="*/ 9177 h 458602"/>
                    <a:gd name="connsiteX1" fmla="*/ 553848 w 602732"/>
                    <a:gd name="connsiteY1" fmla="*/ 72041 h 458602"/>
                    <a:gd name="connsiteX2" fmla="*/ 600965 w 602732"/>
                    <a:gd name="connsiteY2" fmla="*/ 232189 h 458602"/>
                    <a:gd name="connsiteX3" fmla="*/ 380874 w 602732"/>
                    <a:gd name="connsiteY3" fmla="*/ 453930 h 458602"/>
                    <a:gd name="connsiteX4" fmla="*/ 120524 w 602732"/>
                    <a:gd name="connsiteY4" fmla="*/ 416339 h 458602"/>
                    <a:gd name="connsiteX5" fmla="*/ 16765 w 602732"/>
                    <a:gd name="connsiteY5" fmla="*/ 305722 h 458602"/>
                    <a:gd name="connsiteX6" fmla="*/ 168784 w 602732"/>
                    <a:gd name="connsiteY6" fmla="*/ 9177 h 458602"/>
                    <a:gd name="connsiteX7" fmla="*/ 151131 w 602732"/>
                    <a:gd name="connsiteY7" fmla="*/ 206154 h 458602"/>
                    <a:gd name="connsiteX8" fmla="*/ 241047 w 602732"/>
                    <a:gd name="connsiteY8" fmla="*/ 358808 h 458602"/>
                    <a:gd name="connsiteX9" fmla="*/ 353823 w 602732"/>
                    <a:gd name="connsiteY9" fmla="*/ 383319 h 458602"/>
                    <a:gd name="connsiteX10" fmla="*/ 493777 w 602732"/>
                    <a:gd name="connsiteY10" fmla="*/ 181389 h 458602"/>
                    <a:gd name="connsiteX11" fmla="*/ 432309 w 602732"/>
                    <a:gd name="connsiteY11" fmla="*/ 129827 h 458602"/>
                    <a:gd name="connsiteX12" fmla="*/ 385319 w 602732"/>
                    <a:gd name="connsiteY12" fmla="*/ 208058 h 458602"/>
                    <a:gd name="connsiteX13" fmla="*/ 325121 w 602732"/>
                    <a:gd name="connsiteY13" fmla="*/ 338742 h 458602"/>
                    <a:gd name="connsiteX14" fmla="*/ 255271 w 602732"/>
                    <a:gd name="connsiteY14" fmla="*/ 168308 h 458602"/>
                    <a:gd name="connsiteX15" fmla="*/ 213107 w 602732"/>
                    <a:gd name="connsiteY15" fmla="*/ 122588 h 458602"/>
                    <a:gd name="connsiteX16" fmla="*/ 151131 w 602732"/>
                    <a:gd name="connsiteY16" fmla="*/ 206154 h 458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602732" h="458602">
                      <a:moveTo>
                        <a:pt x="168784" y="9177"/>
                      </a:moveTo>
                      <a:cubicBezTo>
                        <a:pt x="297689" y="-4793"/>
                        <a:pt x="446279" y="-14573"/>
                        <a:pt x="553848" y="72041"/>
                      </a:cubicBezTo>
                      <a:cubicBezTo>
                        <a:pt x="603886" y="108491"/>
                        <a:pt x="605791" y="176055"/>
                        <a:pt x="600965" y="232189"/>
                      </a:cubicBezTo>
                      <a:cubicBezTo>
                        <a:pt x="594361" y="346997"/>
                        <a:pt x="490221" y="437039"/>
                        <a:pt x="380874" y="453930"/>
                      </a:cubicBezTo>
                      <a:cubicBezTo>
                        <a:pt x="293117" y="464726"/>
                        <a:pt x="199772" y="458629"/>
                        <a:pt x="120524" y="416339"/>
                      </a:cubicBezTo>
                      <a:cubicBezTo>
                        <a:pt x="74169" y="393352"/>
                        <a:pt x="33402" y="355633"/>
                        <a:pt x="16765" y="305722"/>
                      </a:cubicBezTo>
                      <a:cubicBezTo>
                        <a:pt x="-35178" y="189263"/>
                        <a:pt x="38609" y="29369"/>
                        <a:pt x="168784" y="9177"/>
                      </a:cubicBezTo>
                      <a:moveTo>
                        <a:pt x="151131" y="206154"/>
                      </a:moveTo>
                      <a:cubicBezTo>
                        <a:pt x="140590" y="272067"/>
                        <a:pt x="192660" y="323375"/>
                        <a:pt x="241047" y="358808"/>
                      </a:cubicBezTo>
                      <a:cubicBezTo>
                        <a:pt x="272162" y="382557"/>
                        <a:pt x="315723" y="407449"/>
                        <a:pt x="353823" y="383319"/>
                      </a:cubicBezTo>
                      <a:cubicBezTo>
                        <a:pt x="425451" y="339758"/>
                        <a:pt x="480696" y="264955"/>
                        <a:pt x="493777" y="181389"/>
                      </a:cubicBezTo>
                      <a:cubicBezTo>
                        <a:pt x="492888" y="153449"/>
                        <a:pt x="462789" y="115730"/>
                        <a:pt x="432309" y="129827"/>
                      </a:cubicBezTo>
                      <a:cubicBezTo>
                        <a:pt x="407290" y="148750"/>
                        <a:pt x="394971" y="179230"/>
                        <a:pt x="385319" y="208058"/>
                      </a:cubicBezTo>
                      <a:cubicBezTo>
                        <a:pt x="371730" y="254286"/>
                        <a:pt x="350013" y="297594"/>
                        <a:pt x="325121" y="338742"/>
                      </a:cubicBezTo>
                      <a:cubicBezTo>
                        <a:pt x="276861" y="295054"/>
                        <a:pt x="271781" y="227108"/>
                        <a:pt x="255271" y="168308"/>
                      </a:cubicBezTo>
                      <a:cubicBezTo>
                        <a:pt x="245873" y="150655"/>
                        <a:pt x="238126" y="120683"/>
                        <a:pt x="213107" y="122588"/>
                      </a:cubicBezTo>
                      <a:cubicBezTo>
                        <a:pt x="172340" y="124747"/>
                        <a:pt x="155449" y="171864"/>
                        <a:pt x="151131" y="206154"/>
                      </a:cubicBezTo>
                      <a:close/>
                    </a:path>
                  </a:pathLst>
                </a:custGeom>
                <a:solidFill>
                  <a:srgbClr val="0E1D3A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1" name="任意形状 1030">
                  <a:extLst>
                    <a:ext uri="{FF2B5EF4-FFF2-40B4-BE49-F238E27FC236}">
                      <a16:creationId xmlns:a16="http://schemas.microsoft.com/office/drawing/2014/main" id="{F3D09135-D2F7-DE35-B3BD-F720706D3A9C}"/>
                    </a:ext>
                  </a:extLst>
                </p:cNvPr>
                <p:cNvSpPr/>
                <p:nvPr/>
              </p:nvSpPr>
              <p:spPr>
                <a:xfrm>
                  <a:off x="330673" y="909451"/>
                  <a:ext cx="87073" cy="163687"/>
                </a:xfrm>
                <a:custGeom>
                  <a:avLst/>
                  <a:gdLst>
                    <a:gd name="connsiteX0" fmla="*/ 60193 w 159878"/>
                    <a:gd name="connsiteY0" fmla="*/ 5902 h 300553"/>
                    <a:gd name="connsiteX1" fmla="*/ 134996 w 159878"/>
                    <a:gd name="connsiteY1" fmla="*/ 42605 h 300553"/>
                    <a:gd name="connsiteX2" fmla="*/ 151252 w 159878"/>
                    <a:gd name="connsiteY2" fmla="*/ 218373 h 300553"/>
                    <a:gd name="connsiteX3" fmla="*/ 98039 w 159878"/>
                    <a:gd name="connsiteY3" fmla="*/ 300161 h 300553"/>
                    <a:gd name="connsiteX4" fmla="*/ 4948 w 159878"/>
                    <a:gd name="connsiteY4" fmla="*/ 194116 h 300553"/>
                    <a:gd name="connsiteX5" fmla="*/ 60193 w 159878"/>
                    <a:gd name="connsiteY5" fmla="*/ 5902 h 300553"/>
                    <a:gd name="connsiteX6" fmla="*/ 47874 w 159878"/>
                    <a:gd name="connsiteY6" fmla="*/ 56194 h 300553"/>
                    <a:gd name="connsiteX7" fmla="*/ 23363 w 159878"/>
                    <a:gd name="connsiteY7" fmla="*/ 195640 h 300553"/>
                    <a:gd name="connsiteX8" fmla="*/ 71115 w 159878"/>
                    <a:gd name="connsiteY8" fmla="*/ 244789 h 300553"/>
                    <a:gd name="connsiteX9" fmla="*/ 71115 w 159878"/>
                    <a:gd name="connsiteY9" fmla="*/ 54797 h 300553"/>
                    <a:gd name="connsiteX10" fmla="*/ 47874 w 159878"/>
                    <a:gd name="connsiteY10" fmla="*/ 56194 h 3005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59878" h="300553">
                      <a:moveTo>
                        <a:pt x="60193" y="5902"/>
                      </a:moveTo>
                      <a:cubicBezTo>
                        <a:pt x="90419" y="-12005"/>
                        <a:pt x="124455" y="13903"/>
                        <a:pt x="134996" y="42605"/>
                      </a:cubicBezTo>
                      <a:cubicBezTo>
                        <a:pt x="156713" y="97850"/>
                        <a:pt x="169286" y="160207"/>
                        <a:pt x="151252" y="218373"/>
                      </a:cubicBezTo>
                      <a:cubicBezTo>
                        <a:pt x="142489" y="249615"/>
                        <a:pt x="132075" y="287715"/>
                        <a:pt x="98039" y="300161"/>
                      </a:cubicBezTo>
                      <a:cubicBezTo>
                        <a:pt x="40127" y="306130"/>
                        <a:pt x="9774" y="242884"/>
                        <a:pt x="4948" y="194116"/>
                      </a:cubicBezTo>
                      <a:cubicBezTo>
                        <a:pt x="-6355" y="129981"/>
                        <a:pt x="-2291" y="43113"/>
                        <a:pt x="60193" y="5902"/>
                      </a:cubicBezTo>
                      <a:moveTo>
                        <a:pt x="47874" y="56194"/>
                      </a:moveTo>
                      <a:cubicBezTo>
                        <a:pt x="16759" y="94802"/>
                        <a:pt x="15362" y="148777"/>
                        <a:pt x="23363" y="195640"/>
                      </a:cubicBezTo>
                      <a:cubicBezTo>
                        <a:pt x="28062" y="219389"/>
                        <a:pt x="39873" y="254187"/>
                        <a:pt x="71115" y="244789"/>
                      </a:cubicBezTo>
                      <a:cubicBezTo>
                        <a:pt x="110993" y="189417"/>
                        <a:pt x="101849" y="112328"/>
                        <a:pt x="71115" y="54797"/>
                      </a:cubicBezTo>
                      <a:cubicBezTo>
                        <a:pt x="65273" y="55178"/>
                        <a:pt x="53716" y="55813"/>
                        <a:pt x="47874" y="56194"/>
                      </a:cubicBezTo>
                      <a:close/>
                    </a:path>
                  </a:pathLst>
                </a:custGeom>
                <a:solidFill>
                  <a:srgbClr val="9B9CD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3" name="任意形状 1032">
                  <a:extLst>
                    <a:ext uri="{FF2B5EF4-FFF2-40B4-BE49-F238E27FC236}">
                      <a16:creationId xmlns:a16="http://schemas.microsoft.com/office/drawing/2014/main" id="{32F564BA-24AA-8776-C413-A3239D4DC915}"/>
                    </a:ext>
                  </a:extLst>
                </p:cNvPr>
                <p:cNvSpPr/>
                <p:nvPr/>
              </p:nvSpPr>
              <p:spPr>
                <a:xfrm>
                  <a:off x="387663" y="923870"/>
                  <a:ext cx="454399" cy="261436"/>
                </a:xfrm>
                <a:custGeom>
                  <a:avLst/>
                  <a:gdLst>
                    <a:gd name="connsiteX0" fmla="*/ 768858 w 834342"/>
                    <a:gd name="connsiteY0" fmla="*/ 0 h 480035"/>
                    <a:gd name="connsiteX1" fmla="*/ 814070 w 834342"/>
                    <a:gd name="connsiteY1" fmla="*/ 13208 h 480035"/>
                    <a:gd name="connsiteX2" fmla="*/ 775208 w 834342"/>
                    <a:gd name="connsiteY2" fmla="*/ 307213 h 480035"/>
                    <a:gd name="connsiteX3" fmla="*/ 410845 w 834342"/>
                    <a:gd name="connsiteY3" fmla="*/ 479552 h 480035"/>
                    <a:gd name="connsiteX4" fmla="*/ 0 w 834342"/>
                    <a:gd name="connsiteY4" fmla="*/ 303276 h 480035"/>
                    <a:gd name="connsiteX5" fmla="*/ 52324 w 834342"/>
                    <a:gd name="connsiteY5" fmla="*/ 256540 h 480035"/>
                    <a:gd name="connsiteX6" fmla="*/ 212598 w 834342"/>
                    <a:gd name="connsiteY6" fmla="*/ 363728 h 480035"/>
                    <a:gd name="connsiteX7" fmla="*/ 271907 w 834342"/>
                    <a:gd name="connsiteY7" fmla="*/ 362966 h 480035"/>
                    <a:gd name="connsiteX8" fmla="*/ 589280 w 834342"/>
                    <a:gd name="connsiteY8" fmla="*/ 408686 h 480035"/>
                    <a:gd name="connsiteX9" fmla="*/ 801751 w 834342"/>
                    <a:gd name="connsiteY9" fmla="*/ 220472 h 480035"/>
                    <a:gd name="connsiteX10" fmla="*/ 768858 w 834342"/>
                    <a:gd name="connsiteY10" fmla="*/ 0 h 480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34342" h="480035">
                      <a:moveTo>
                        <a:pt x="768858" y="0"/>
                      </a:moveTo>
                      <a:cubicBezTo>
                        <a:pt x="783844" y="4572"/>
                        <a:pt x="798830" y="9017"/>
                        <a:pt x="814070" y="13208"/>
                      </a:cubicBezTo>
                      <a:cubicBezTo>
                        <a:pt x="853948" y="109347"/>
                        <a:pt x="831850" y="222377"/>
                        <a:pt x="775208" y="307213"/>
                      </a:cubicBezTo>
                      <a:cubicBezTo>
                        <a:pt x="695960" y="424942"/>
                        <a:pt x="550164" y="486156"/>
                        <a:pt x="410845" y="479552"/>
                      </a:cubicBezTo>
                      <a:cubicBezTo>
                        <a:pt x="259207" y="480314"/>
                        <a:pt x="91948" y="432054"/>
                        <a:pt x="0" y="303276"/>
                      </a:cubicBezTo>
                      <a:cubicBezTo>
                        <a:pt x="18288" y="288671"/>
                        <a:pt x="35687" y="273050"/>
                        <a:pt x="52324" y="256540"/>
                      </a:cubicBezTo>
                      <a:cubicBezTo>
                        <a:pt x="104013" y="294513"/>
                        <a:pt x="153543" y="337439"/>
                        <a:pt x="212598" y="363728"/>
                      </a:cubicBezTo>
                      <a:cubicBezTo>
                        <a:pt x="231521" y="372999"/>
                        <a:pt x="252476" y="364871"/>
                        <a:pt x="271907" y="362966"/>
                      </a:cubicBezTo>
                      <a:cubicBezTo>
                        <a:pt x="367284" y="417322"/>
                        <a:pt x="482600" y="431800"/>
                        <a:pt x="589280" y="408686"/>
                      </a:cubicBezTo>
                      <a:cubicBezTo>
                        <a:pt x="685546" y="386461"/>
                        <a:pt x="771525" y="315976"/>
                        <a:pt x="801751" y="220472"/>
                      </a:cubicBezTo>
                      <a:cubicBezTo>
                        <a:pt x="821436" y="147193"/>
                        <a:pt x="818388" y="61214"/>
                        <a:pt x="768858" y="0"/>
                      </a:cubicBezTo>
                      <a:close/>
                    </a:path>
                  </a:pathLst>
                </a:custGeom>
                <a:solidFill>
                  <a:srgbClr val="BEC4F4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4" name="任意形状 1033">
                  <a:extLst>
                    <a:ext uri="{FF2B5EF4-FFF2-40B4-BE49-F238E27FC236}">
                      <a16:creationId xmlns:a16="http://schemas.microsoft.com/office/drawing/2014/main" id="{722EC39B-0883-D2BA-680A-09E7411B56DB}"/>
                    </a:ext>
                  </a:extLst>
                </p:cNvPr>
                <p:cNvSpPr/>
                <p:nvPr/>
              </p:nvSpPr>
              <p:spPr>
                <a:xfrm>
                  <a:off x="569031" y="955087"/>
                  <a:ext cx="187359" cy="147410"/>
                </a:xfrm>
                <a:custGeom>
                  <a:avLst/>
                  <a:gdLst>
                    <a:gd name="connsiteX0" fmla="*/ 1373 w 344019"/>
                    <a:gd name="connsiteY0" fmla="*/ 83653 h 270666"/>
                    <a:gd name="connsiteX1" fmla="*/ 63349 w 344019"/>
                    <a:gd name="connsiteY1" fmla="*/ 87 h 270666"/>
                    <a:gd name="connsiteX2" fmla="*/ 105513 w 344019"/>
                    <a:gd name="connsiteY2" fmla="*/ 45807 h 270666"/>
                    <a:gd name="connsiteX3" fmla="*/ 175363 w 344019"/>
                    <a:gd name="connsiteY3" fmla="*/ 216241 h 270666"/>
                    <a:gd name="connsiteX4" fmla="*/ 235561 w 344019"/>
                    <a:gd name="connsiteY4" fmla="*/ 85558 h 270666"/>
                    <a:gd name="connsiteX5" fmla="*/ 282551 w 344019"/>
                    <a:gd name="connsiteY5" fmla="*/ 7326 h 270666"/>
                    <a:gd name="connsiteX6" fmla="*/ 344019 w 344019"/>
                    <a:gd name="connsiteY6" fmla="*/ 58888 h 270666"/>
                    <a:gd name="connsiteX7" fmla="*/ 204065 w 344019"/>
                    <a:gd name="connsiteY7" fmla="*/ 260818 h 270666"/>
                    <a:gd name="connsiteX8" fmla="*/ 91289 w 344019"/>
                    <a:gd name="connsiteY8" fmla="*/ 236307 h 270666"/>
                    <a:gd name="connsiteX9" fmla="*/ 1373 w 344019"/>
                    <a:gd name="connsiteY9" fmla="*/ 83653 h 2706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4019" h="270666">
                      <a:moveTo>
                        <a:pt x="1373" y="83653"/>
                      </a:moveTo>
                      <a:cubicBezTo>
                        <a:pt x="5691" y="49363"/>
                        <a:pt x="22582" y="2246"/>
                        <a:pt x="63349" y="87"/>
                      </a:cubicBezTo>
                      <a:cubicBezTo>
                        <a:pt x="88368" y="-1818"/>
                        <a:pt x="96115" y="28154"/>
                        <a:pt x="105513" y="45807"/>
                      </a:cubicBezTo>
                      <a:cubicBezTo>
                        <a:pt x="122023" y="104608"/>
                        <a:pt x="127103" y="172553"/>
                        <a:pt x="175363" y="216241"/>
                      </a:cubicBezTo>
                      <a:cubicBezTo>
                        <a:pt x="200255" y="175093"/>
                        <a:pt x="221972" y="131786"/>
                        <a:pt x="235561" y="85558"/>
                      </a:cubicBezTo>
                      <a:cubicBezTo>
                        <a:pt x="245213" y="56729"/>
                        <a:pt x="257532" y="26249"/>
                        <a:pt x="282551" y="7326"/>
                      </a:cubicBezTo>
                      <a:cubicBezTo>
                        <a:pt x="313031" y="-6771"/>
                        <a:pt x="343130" y="30948"/>
                        <a:pt x="344019" y="58888"/>
                      </a:cubicBezTo>
                      <a:cubicBezTo>
                        <a:pt x="330938" y="142454"/>
                        <a:pt x="275693" y="217257"/>
                        <a:pt x="204065" y="260818"/>
                      </a:cubicBezTo>
                      <a:cubicBezTo>
                        <a:pt x="165965" y="284948"/>
                        <a:pt x="122404" y="260056"/>
                        <a:pt x="91289" y="236307"/>
                      </a:cubicBezTo>
                      <a:cubicBezTo>
                        <a:pt x="42902" y="200874"/>
                        <a:pt x="-9168" y="149566"/>
                        <a:pt x="1373" y="83653"/>
                      </a:cubicBezTo>
                      <a:close/>
                    </a:path>
                  </a:pathLst>
                </a:custGeom>
                <a:solidFill>
                  <a:srgbClr val="707CFE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5" name="任意形状 1034">
                  <a:extLst>
                    <a:ext uri="{FF2B5EF4-FFF2-40B4-BE49-F238E27FC236}">
                      <a16:creationId xmlns:a16="http://schemas.microsoft.com/office/drawing/2014/main" id="{4FA9D441-7A7D-115E-923D-B7A8F0113FC2}"/>
                    </a:ext>
                  </a:extLst>
                </p:cNvPr>
                <p:cNvSpPr/>
                <p:nvPr/>
              </p:nvSpPr>
              <p:spPr>
                <a:xfrm>
                  <a:off x="516590" y="1187741"/>
                  <a:ext cx="118621" cy="20423"/>
                </a:xfrm>
                <a:custGeom>
                  <a:avLst/>
                  <a:gdLst>
                    <a:gd name="connsiteX0" fmla="*/ 0 w 217805"/>
                    <a:gd name="connsiteY0" fmla="*/ 0 h 37499"/>
                    <a:gd name="connsiteX1" fmla="*/ 128143 w 217805"/>
                    <a:gd name="connsiteY1" fmla="*/ 17653 h 37499"/>
                    <a:gd name="connsiteX2" fmla="*/ 217805 w 217805"/>
                    <a:gd name="connsiteY2" fmla="*/ 33655 h 37499"/>
                    <a:gd name="connsiteX3" fmla="*/ 0 w 217805"/>
                    <a:gd name="connsiteY3" fmla="*/ 0 h 374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7805" h="37499">
                      <a:moveTo>
                        <a:pt x="0" y="0"/>
                      </a:moveTo>
                      <a:cubicBezTo>
                        <a:pt x="42926" y="5080"/>
                        <a:pt x="85090" y="14732"/>
                        <a:pt x="128143" y="17653"/>
                      </a:cubicBezTo>
                      <a:cubicBezTo>
                        <a:pt x="158496" y="19939"/>
                        <a:pt x="190373" y="18415"/>
                        <a:pt x="217805" y="33655"/>
                      </a:cubicBezTo>
                      <a:cubicBezTo>
                        <a:pt x="145542" y="41275"/>
                        <a:pt x="62992" y="41021"/>
                        <a:pt x="0" y="0"/>
                      </a:cubicBezTo>
                      <a:close/>
                    </a:path>
                  </a:pathLst>
                </a:custGeom>
                <a:solidFill>
                  <a:srgbClr val="152035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6" name="任意形状 1035">
                  <a:extLst>
                    <a:ext uri="{FF2B5EF4-FFF2-40B4-BE49-F238E27FC236}">
                      <a16:creationId xmlns:a16="http://schemas.microsoft.com/office/drawing/2014/main" id="{64DED16E-48C3-8C2A-3CB5-812C0588AF79}"/>
                    </a:ext>
                  </a:extLst>
                </p:cNvPr>
                <p:cNvSpPr/>
                <p:nvPr/>
              </p:nvSpPr>
              <p:spPr>
                <a:xfrm>
                  <a:off x="433452" y="1198149"/>
                  <a:ext cx="321556" cy="307650"/>
                </a:xfrm>
                <a:custGeom>
                  <a:avLst/>
                  <a:gdLst>
                    <a:gd name="connsiteX0" fmla="*/ 48768 w 590423"/>
                    <a:gd name="connsiteY0" fmla="*/ 8321 h 564890"/>
                    <a:gd name="connsiteX1" fmla="*/ 136525 w 590423"/>
                    <a:gd name="connsiteY1" fmla="*/ 6162 h 564890"/>
                    <a:gd name="connsiteX2" fmla="*/ 458851 w 590423"/>
                    <a:gd name="connsiteY2" fmla="*/ 7813 h 564890"/>
                    <a:gd name="connsiteX3" fmla="*/ 531749 w 590423"/>
                    <a:gd name="connsiteY3" fmla="*/ 80584 h 564890"/>
                    <a:gd name="connsiteX4" fmla="*/ 590423 w 590423"/>
                    <a:gd name="connsiteY4" fmla="*/ 486222 h 564890"/>
                    <a:gd name="connsiteX5" fmla="*/ 411988 w 590423"/>
                    <a:gd name="connsiteY5" fmla="*/ 559247 h 564890"/>
                    <a:gd name="connsiteX6" fmla="*/ 155448 w 590423"/>
                    <a:gd name="connsiteY6" fmla="*/ 558993 h 564890"/>
                    <a:gd name="connsiteX7" fmla="*/ 21209 w 590423"/>
                    <a:gd name="connsiteY7" fmla="*/ 512892 h 564890"/>
                    <a:gd name="connsiteX8" fmla="*/ 0 w 590423"/>
                    <a:gd name="connsiteY8" fmla="*/ 524576 h 564890"/>
                    <a:gd name="connsiteX9" fmla="*/ 34417 w 590423"/>
                    <a:gd name="connsiteY9" fmla="*/ 299278 h 564890"/>
                    <a:gd name="connsiteX10" fmla="*/ 119253 w 590423"/>
                    <a:gd name="connsiteY10" fmla="*/ 220157 h 564890"/>
                    <a:gd name="connsiteX11" fmla="*/ 48768 w 590423"/>
                    <a:gd name="connsiteY11" fmla="*/ 8321 h 564890"/>
                    <a:gd name="connsiteX12" fmla="*/ 332613 w 590423"/>
                    <a:gd name="connsiteY12" fmla="*/ 91379 h 564890"/>
                    <a:gd name="connsiteX13" fmla="*/ 322834 w 590423"/>
                    <a:gd name="connsiteY13" fmla="*/ 252542 h 564890"/>
                    <a:gd name="connsiteX14" fmla="*/ 451485 w 590423"/>
                    <a:gd name="connsiteY14" fmla="*/ 171897 h 564890"/>
                    <a:gd name="connsiteX15" fmla="*/ 332613 w 590423"/>
                    <a:gd name="connsiteY15" fmla="*/ 91379 h 564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90423" h="564890">
                      <a:moveTo>
                        <a:pt x="48768" y="8321"/>
                      </a:moveTo>
                      <a:cubicBezTo>
                        <a:pt x="77724" y="4511"/>
                        <a:pt x="108204" y="-7046"/>
                        <a:pt x="136525" y="6162"/>
                      </a:cubicBezTo>
                      <a:cubicBezTo>
                        <a:pt x="238379" y="43881"/>
                        <a:pt x="359664" y="62550"/>
                        <a:pt x="458851" y="7813"/>
                      </a:cubicBezTo>
                      <a:cubicBezTo>
                        <a:pt x="489585" y="24323"/>
                        <a:pt x="522732" y="44008"/>
                        <a:pt x="531749" y="80584"/>
                      </a:cubicBezTo>
                      <a:cubicBezTo>
                        <a:pt x="566547" y="213172"/>
                        <a:pt x="579120" y="349951"/>
                        <a:pt x="590423" y="486222"/>
                      </a:cubicBezTo>
                      <a:cubicBezTo>
                        <a:pt x="535051" y="519496"/>
                        <a:pt x="474599" y="543753"/>
                        <a:pt x="411988" y="559247"/>
                      </a:cubicBezTo>
                      <a:cubicBezTo>
                        <a:pt x="327152" y="566105"/>
                        <a:pt x="240030" y="567502"/>
                        <a:pt x="155448" y="558993"/>
                      </a:cubicBezTo>
                      <a:cubicBezTo>
                        <a:pt x="109982" y="545785"/>
                        <a:pt x="65659" y="528894"/>
                        <a:pt x="21209" y="512892"/>
                      </a:cubicBezTo>
                      <a:cubicBezTo>
                        <a:pt x="15875" y="515813"/>
                        <a:pt x="5334" y="521655"/>
                        <a:pt x="0" y="524576"/>
                      </a:cubicBezTo>
                      <a:cubicBezTo>
                        <a:pt x="5588" y="448630"/>
                        <a:pt x="23114" y="374462"/>
                        <a:pt x="34417" y="299278"/>
                      </a:cubicBezTo>
                      <a:cubicBezTo>
                        <a:pt x="70104" y="282768"/>
                        <a:pt x="109728" y="262067"/>
                        <a:pt x="119253" y="220157"/>
                      </a:cubicBezTo>
                      <a:cubicBezTo>
                        <a:pt x="142113" y="142560"/>
                        <a:pt x="91567" y="68773"/>
                        <a:pt x="48768" y="8321"/>
                      </a:cubicBezTo>
                      <a:moveTo>
                        <a:pt x="332613" y="91379"/>
                      </a:moveTo>
                      <a:cubicBezTo>
                        <a:pt x="265303" y="114874"/>
                        <a:pt x="263017" y="218252"/>
                        <a:pt x="322834" y="252542"/>
                      </a:cubicBezTo>
                      <a:cubicBezTo>
                        <a:pt x="377063" y="292547"/>
                        <a:pt x="461391" y="237429"/>
                        <a:pt x="451485" y="171897"/>
                      </a:cubicBezTo>
                      <a:cubicBezTo>
                        <a:pt x="455803" y="110683"/>
                        <a:pt x="387223" y="70043"/>
                        <a:pt x="332613" y="91379"/>
                      </a:cubicBezTo>
                      <a:close/>
                    </a:path>
                  </a:pathLst>
                </a:custGeom>
                <a:solidFill>
                  <a:srgbClr val="EFEEFB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7" name="任意形状 1036">
                  <a:extLst>
                    <a:ext uri="{FF2B5EF4-FFF2-40B4-BE49-F238E27FC236}">
                      <a16:creationId xmlns:a16="http://schemas.microsoft.com/office/drawing/2014/main" id="{3770EFC3-51E5-10E3-84D1-53919552F612}"/>
                    </a:ext>
                  </a:extLst>
                </p:cNvPr>
                <p:cNvSpPr/>
                <p:nvPr/>
              </p:nvSpPr>
              <p:spPr>
                <a:xfrm>
                  <a:off x="433798" y="1215270"/>
                  <a:ext cx="52114" cy="129549"/>
                </a:xfrm>
                <a:custGeom>
                  <a:avLst/>
                  <a:gdLst>
                    <a:gd name="connsiteX0" fmla="*/ 14605 w 95689"/>
                    <a:gd name="connsiteY0" fmla="*/ 0 h 237870"/>
                    <a:gd name="connsiteX1" fmla="*/ 95377 w 95689"/>
                    <a:gd name="connsiteY1" fmla="*/ 166370 h 237870"/>
                    <a:gd name="connsiteX2" fmla="*/ 43942 w 95689"/>
                    <a:gd name="connsiteY2" fmla="*/ 237871 h 237870"/>
                    <a:gd name="connsiteX3" fmla="*/ 56388 w 95689"/>
                    <a:gd name="connsiteY3" fmla="*/ 80010 h 237870"/>
                    <a:gd name="connsiteX4" fmla="*/ 0 w 95689"/>
                    <a:gd name="connsiteY4" fmla="*/ 29591 h 237870"/>
                    <a:gd name="connsiteX5" fmla="*/ 14605 w 95689"/>
                    <a:gd name="connsiteY5" fmla="*/ 0 h 2378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5689" h="237870">
                      <a:moveTo>
                        <a:pt x="14605" y="0"/>
                      </a:moveTo>
                      <a:cubicBezTo>
                        <a:pt x="76073" y="25146"/>
                        <a:pt x="98679" y="104902"/>
                        <a:pt x="95377" y="166370"/>
                      </a:cubicBezTo>
                      <a:cubicBezTo>
                        <a:pt x="97663" y="200406"/>
                        <a:pt x="71628" y="223774"/>
                        <a:pt x="43942" y="237871"/>
                      </a:cubicBezTo>
                      <a:cubicBezTo>
                        <a:pt x="52070" y="186182"/>
                        <a:pt x="76454" y="131826"/>
                        <a:pt x="56388" y="80010"/>
                      </a:cubicBezTo>
                      <a:cubicBezTo>
                        <a:pt x="47371" y="54229"/>
                        <a:pt x="22733" y="41148"/>
                        <a:pt x="0" y="29591"/>
                      </a:cubicBezTo>
                      <a:cubicBezTo>
                        <a:pt x="4826" y="19685"/>
                        <a:pt x="9779" y="9779"/>
                        <a:pt x="14605" y="0"/>
                      </a:cubicBezTo>
                      <a:close/>
                    </a:path>
                  </a:pathLst>
                </a:custGeom>
                <a:solidFill>
                  <a:srgbClr val="2A4067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8" name="任意形状 1037">
                  <a:extLst>
                    <a:ext uri="{FF2B5EF4-FFF2-40B4-BE49-F238E27FC236}">
                      <a16:creationId xmlns:a16="http://schemas.microsoft.com/office/drawing/2014/main" id="{363D3729-F0A9-9DF7-B4DE-BD928CBCDA02}"/>
                    </a:ext>
                  </a:extLst>
                </p:cNvPr>
                <p:cNvSpPr/>
                <p:nvPr/>
              </p:nvSpPr>
              <p:spPr>
                <a:xfrm>
                  <a:off x="286334" y="1250361"/>
                  <a:ext cx="167986" cy="255685"/>
                </a:xfrm>
                <a:custGeom>
                  <a:avLst/>
                  <a:gdLst>
                    <a:gd name="connsiteX0" fmla="*/ 211328 w 308446"/>
                    <a:gd name="connsiteY0" fmla="*/ 32469 h 469475"/>
                    <a:gd name="connsiteX1" fmla="*/ 287401 w 308446"/>
                    <a:gd name="connsiteY1" fmla="*/ 6307 h 469475"/>
                    <a:gd name="connsiteX2" fmla="*/ 305181 w 308446"/>
                    <a:gd name="connsiteY2" fmla="*/ 90127 h 469475"/>
                    <a:gd name="connsiteX3" fmla="*/ 240792 w 308446"/>
                    <a:gd name="connsiteY3" fmla="*/ 469476 h 469475"/>
                    <a:gd name="connsiteX4" fmla="*/ 0 w 308446"/>
                    <a:gd name="connsiteY4" fmla="*/ 463634 h 469475"/>
                    <a:gd name="connsiteX5" fmla="*/ 211328 w 308446"/>
                    <a:gd name="connsiteY5" fmla="*/ 32469 h 469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8446" h="469475">
                      <a:moveTo>
                        <a:pt x="211328" y="32469"/>
                      </a:moveTo>
                      <a:cubicBezTo>
                        <a:pt x="229616" y="11133"/>
                        <a:pt x="258953" y="-11219"/>
                        <a:pt x="287401" y="6307"/>
                      </a:cubicBezTo>
                      <a:cubicBezTo>
                        <a:pt x="311404" y="27008"/>
                        <a:pt x="310896" y="61679"/>
                        <a:pt x="305181" y="90127"/>
                      </a:cubicBezTo>
                      <a:cubicBezTo>
                        <a:pt x="277622" y="215349"/>
                        <a:pt x="248793" y="341079"/>
                        <a:pt x="240792" y="469476"/>
                      </a:cubicBezTo>
                      <a:cubicBezTo>
                        <a:pt x="160655" y="462872"/>
                        <a:pt x="80137" y="469730"/>
                        <a:pt x="0" y="463634"/>
                      </a:cubicBezTo>
                      <a:cubicBezTo>
                        <a:pt x="42672" y="309075"/>
                        <a:pt x="100584" y="151849"/>
                        <a:pt x="211328" y="32469"/>
                      </a:cubicBezTo>
                      <a:close/>
                    </a:path>
                  </a:pathLst>
                </a:custGeom>
                <a:solidFill>
                  <a:srgbClr val="EFEEFC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9" name="任意形状 1038">
                  <a:extLst>
                    <a:ext uri="{FF2B5EF4-FFF2-40B4-BE49-F238E27FC236}">
                      <a16:creationId xmlns:a16="http://schemas.microsoft.com/office/drawing/2014/main" id="{48A3FA0B-E707-AB9B-B23A-7620D6A63ACC}"/>
                    </a:ext>
                  </a:extLst>
                </p:cNvPr>
                <p:cNvSpPr/>
                <p:nvPr/>
              </p:nvSpPr>
              <p:spPr>
                <a:xfrm>
                  <a:off x="599847" y="1258913"/>
                  <a:ext cx="65612" cy="69973"/>
                </a:xfrm>
                <a:custGeom>
                  <a:avLst/>
                  <a:gdLst>
                    <a:gd name="connsiteX0" fmla="*/ 39406 w 120473"/>
                    <a:gd name="connsiteY0" fmla="*/ 3557 h 128481"/>
                    <a:gd name="connsiteX1" fmla="*/ 119797 w 120473"/>
                    <a:gd name="connsiteY1" fmla="*/ 60580 h 128481"/>
                    <a:gd name="connsiteX2" fmla="*/ 27595 w 120473"/>
                    <a:gd name="connsiteY2" fmla="*/ 116841 h 128481"/>
                    <a:gd name="connsiteX3" fmla="*/ 39406 w 120473"/>
                    <a:gd name="connsiteY3" fmla="*/ 3557 h 128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73" h="128481">
                      <a:moveTo>
                        <a:pt x="39406" y="3557"/>
                      </a:moveTo>
                      <a:cubicBezTo>
                        <a:pt x="76617" y="-10667"/>
                        <a:pt x="122718" y="19686"/>
                        <a:pt x="119797" y="60580"/>
                      </a:cubicBezTo>
                      <a:cubicBezTo>
                        <a:pt x="127544" y="108713"/>
                        <a:pt x="66965" y="149226"/>
                        <a:pt x="27595" y="116841"/>
                      </a:cubicBezTo>
                      <a:cubicBezTo>
                        <a:pt x="-13934" y="91441"/>
                        <a:pt x="-7457" y="19178"/>
                        <a:pt x="39406" y="3557"/>
                      </a:cubicBezTo>
                      <a:close/>
                    </a:path>
                  </a:pathLst>
                </a:custGeom>
                <a:solidFill>
                  <a:srgbClr val="707CFE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40" name="任意形状 1039">
                  <a:extLst>
                    <a:ext uri="{FF2B5EF4-FFF2-40B4-BE49-F238E27FC236}">
                      <a16:creationId xmlns:a16="http://schemas.microsoft.com/office/drawing/2014/main" id="{28AE2381-5270-D442-AAEC-1C6B77E0D98A}"/>
                    </a:ext>
                  </a:extLst>
                </p:cNvPr>
                <p:cNvSpPr/>
                <p:nvPr/>
              </p:nvSpPr>
              <p:spPr>
                <a:xfrm>
                  <a:off x="743180" y="1262096"/>
                  <a:ext cx="180594" cy="206662"/>
                </a:xfrm>
                <a:custGeom>
                  <a:avLst/>
                  <a:gdLst>
                    <a:gd name="connsiteX0" fmla="*/ 0 w 331597"/>
                    <a:gd name="connsiteY0" fmla="*/ 0 h 379462"/>
                    <a:gd name="connsiteX1" fmla="*/ 117602 w 331597"/>
                    <a:gd name="connsiteY1" fmla="*/ 185293 h 379462"/>
                    <a:gd name="connsiteX2" fmla="*/ 88138 w 331597"/>
                    <a:gd name="connsiteY2" fmla="*/ 306070 h 379462"/>
                    <a:gd name="connsiteX3" fmla="*/ 116459 w 331597"/>
                    <a:gd name="connsiteY3" fmla="*/ 256667 h 379462"/>
                    <a:gd name="connsiteX4" fmla="*/ 216281 w 331597"/>
                    <a:gd name="connsiteY4" fmla="*/ 118745 h 379462"/>
                    <a:gd name="connsiteX5" fmla="*/ 331597 w 331597"/>
                    <a:gd name="connsiteY5" fmla="*/ 292862 h 379462"/>
                    <a:gd name="connsiteX6" fmla="*/ 48641 w 331597"/>
                    <a:gd name="connsiteY6" fmla="*/ 359283 h 379462"/>
                    <a:gd name="connsiteX7" fmla="*/ 21209 w 331597"/>
                    <a:gd name="connsiteY7" fmla="*/ 119380 h 379462"/>
                    <a:gd name="connsiteX8" fmla="*/ 0 w 331597"/>
                    <a:gd name="connsiteY8" fmla="*/ 0 h 379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1597" h="379462">
                      <a:moveTo>
                        <a:pt x="0" y="0"/>
                      </a:moveTo>
                      <a:cubicBezTo>
                        <a:pt x="42418" y="59690"/>
                        <a:pt x="81915" y="121412"/>
                        <a:pt x="117602" y="185293"/>
                      </a:cubicBezTo>
                      <a:cubicBezTo>
                        <a:pt x="111760" y="225425"/>
                        <a:pt x="69596" y="261874"/>
                        <a:pt x="88138" y="306070"/>
                      </a:cubicBezTo>
                      <a:cubicBezTo>
                        <a:pt x="101854" y="292227"/>
                        <a:pt x="111760" y="275590"/>
                        <a:pt x="116459" y="256667"/>
                      </a:cubicBezTo>
                      <a:cubicBezTo>
                        <a:pt x="134366" y="201549"/>
                        <a:pt x="178562" y="160909"/>
                        <a:pt x="216281" y="118745"/>
                      </a:cubicBezTo>
                      <a:cubicBezTo>
                        <a:pt x="205867" y="196977"/>
                        <a:pt x="257175" y="270637"/>
                        <a:pt x="331597" y="292862"/>
                      </a:cubicBezTo>
                      <a:cubicBezTo>
                        <a:pt x="258572" y="364363"/>
                        <a:pt x="146050" y="406908"/>
                        <a:pt x="48641" y="359283"/>
                      </a:cubicBezTo>
                      <a:cubicBezTo>
                        <a:pt x="33655" y="280035"/>
                        <a:pt x="37592" y="198374"/>
                        <a:pt x="21209" y="119380"/>
                      </a:cubicBezTo>
                      <a:cubicBezTo>
                        <a:pt x="12446" y="79883"/>
                        <a:pt x="5842" y="40005"/>
                        <a:pt x="0" y="0"/>
                      </a:cubicBezTo>
                      <a:close/>
                    </a:path>
                  </a:pathLst>
                </a:custGeom>
                <a:solidFill>
                  <a:srgbClr val="EEEDFB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41" name="任意形状 1040">
                  <a:extLst>
                    <a:ext uri="{FF2B5EF4-FFF2-40B4-BE49-F238E27FC236}">
                      <a16:creationId xmlns:a16="http://schemas.microsoft.com/office/drawing/2014/main" id="{A6E7C817-8B89-DE10-1005-517E274EA2FC}"/>
                    </a:ext>
                  </a:extLst>
                </p:cNvPr>
                <p:cNvSpPr/>
                <p:nvPr/>
              </p:nvSpPr>
              <p:spPr>
                <a:xfrm>
                  <a:off x="657828" y="1462955"/>
                  <a:ext cx="100361" cy="41191"/>
                </a:xfrm>
                <a:custGeom>
                  <a:avLst/>
                  <a:gdLst>
                    <a:gd name="connsiteX0" fmla="*/ 0 w 184277"/>
                    <a:gd name="connsiteY0" fmla="*/ 73025 h 75632"/>
                    <a:gd name="connsiteX1" fmla="*/ 178435 w 184277"/>
                    <a:gd name="connsiteY1" fmla="*/ 0 h 75632"/>
                    <a:gd name="connsiteX2" fmla="*/ 184277 w 184277"/>
                    <a:gd name="connsiteY2" fmla="*/ 74422 h 75632"/>
                    <a:gd name="connsiteX3" fmla="*/ 0 w 184277"/>
                    <a:gd name="connsiteY3" fmla="*/ 73025 h 75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277" h="75632">
                      <a:moveTo>
                        <a:pt x="0" y="73025"/>
                      </a:moveTo>
                      <a:cubicBezTo>
                        <a:pt x="62611" y="57531"/>
                        <a:pt x="123063" y="33274"/>
                        <a:pt x="178435" y="0"/>
                      </a:cubicBezTo>
                      <a:cubicBezTo>
                        <a:pt x="180594" y="24765"/>
                        <a:pt x="181991" y="49530"/>
                        <a:pt x="184277" y="74422"/>
                      </a:cubicBezTo>
                      <a:cubicBezTo>
                        <a:pt x="122809" y="76327"/>
                        <a:pt x="61341" y="76073"/>
                        <a:pt x="0" y="73025"/>
                      </a:cubicBezTo>
                      <a:close/>
                    </a:path>
                  </a:pathLst>
                </a:custGeom>
                <a:solidFill>
                  <a:srgbClr val="C3C9F8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42" name="任意形状 1041">
                  <a:extLst>
                    <a:ext uri="{FF2B5EF4-FFF2-40B4-BE49-F238E27FC236}">
                      <a16:creationId xmlns:a16="http://schemas.microsoft.com/office/drawing/2014/main" id="{8F1C82BD-3CDA-2D31-1213-431DAD5589C1}"/>
                    </a:ext>
                  </a:extLst>
                </p:cNvPr>
                <p:cNvSpPr/>
                <p:nvPr/>
              </p:nvSpPr>
              <p:spPr>
                <a:xfrm>
                  <a:off x="430546" y="1477480"/>
                  <a:ext cx="87564" cy="26701"/>
                </a:xfrm>
                <a:custGeom>
                  <a:avLst/>
                  <a:gdLst>
                    <a:gd name="connsiteX0" fmla="*/ 5334 w 160781"/>
                    <a:gd name="connsiteY0" fmla="*/ 11684 h 49027"/>
                    <a:gd name="connsiteX1" fmla="*/ 26543 w 160781"/>
                    <a:gd name="connsiteY1" fmla="*/ 0 h 49027"/>
                    <a:gd name="connsiteX2" fmla="*/ 160782 w 160781"/>
                    <a:gd name="connsiteY2" fmla="*/ 46101 h 49027"/>
                    <a:gd name="connsiteX3" fmla="*/ 0 w 160781"/>
                    <a:gd name="connsiteY3" fmla="*/ 47752 h 49027"/>
                    <a:gd name="connsiteX4" fmla="*/ 5334 w 160781"/>
                    <a:gd name="connsiteY4" fmla="*/ 11684 h 49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0781" h="49027">
                      <a:moveTo>
                        <a:pt x="5334" y="11684"/>
                      </a:moveTo>
                      <a:cubicBezTo>
                        <a:pt x="10668" y="8763"/>
                        <a:pt x="21209" y="2921"/>
                        <a:pt x="26543" y="0"/>
                      </a:cubicBezTo>
                      <a:cubicBezTo>
                        <a:pt x="70993" y="16002"/>
                        <a:pt x="115316" y="32893"/>
                        <a:pt x="160782" y="46101"/>
                      </a:cubicBezTo>
                      <a:cubicBezTo>
                        <a:pt x="107188" y="48895"/>
                        <a:pt x="53594" y="50165"/>
                        <a:pt x="0" y="47752"/>
                      </a:cubicBezTo>
                      <a:cubicBezTo>
                        <a:pt x="1397" y="38735"/>
                        <a:pt x="4064" y="20701"/>
                        <a:pt x="5334" y="11684"/>
                      </a:cubicBezTo>
                      <a:close/>
                    </a:path>
                  </a:pathLst>
                </a:custGeom>
                <a:solidFill>
                  <a:srgbClr val="C1C8F7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pic>
          <p:nvPicPr>
            <p:cNvPr id="1043" name="图片 1042">
              <a:extLst>
                <a:ext uri="{FF2B5EF4-FFF2-40B4-BE49-F238E27FC236}">
                  <a16:creationId xmlns:a16="http://schemas.microsoft.com/office/drawing/2014/main" id="{15C27F25-5581-2EBD-3525-C9D332333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900000" flipH="1">
              <a:off x="6460749" y="4702986"/>
              <a:ext cx="517472" cy="517472"/>
            </a:xfrm>
            <a:prstGeom prst="rect">
              <a:avLst/>
            </a:prstGeom>
          </p:spPr>
        </p:pic>
        <p:sp>
          <p:nvSpPr>
            <p:cNvPr id="1044" name="圆角矩形 25">
              <a:extLst>
                <a:ext uri="{FF2B5EF4-FFF2-40B4-BE49-F238E27FC236}">
                  <a16:creationId xmlns:a16="http://schemas.microsoft.com/office/drawing/2014/main" id="{98D5B153-EDE7-0A83-728E-709C1185A3B0}"/>
                </a:ext>
              </a:extLst>
            </p:cNvPr>
            <p:cNvSpPr/>
            <p:nvPr/>
          </p:nvSpPr>
          <p:spPr>
            <a:xfrm rot="20700000">
              <a:off x="6802431" y="5134839"/>
              <a:ext cx="239120" cy="287888"/>
            </a:xfrm>
            <a:custGeom>
              <a:avLst/>
              <a:gdLst>
                <a:gd name="connsiteX0" fmla="*/ 0 w 232911"/>
                <a:gd name="connsiteY0" fmla="*/ 38819 h 252879"/>
                <a:gd name="connsiteX1" fmla="*/ 38819 w 232911"/>
                <a:gd name="connsiteY1" fmla="*/ 0 h 252879"/>
                <a:gd name="connsiteX2" fmla="*/ 194092 w 232911"/>
                <a:gd name="connsiteY2" fmla="*/ 0 h 252879"/>
                <a:gd name="connsiteX3" fmla="*/ 232911 w 232911"/>
                <a:gd name="connsiteY3" fmla="*/ 38819 h 252879"/>
                <a:gd name="connsiteX4" fmla="*/ 232911 w 232911"/>
                <a:gd name="connsiteY4" fmla="*/ 214060 h 252879"/>
                <a:gd name="connsiteX5" fmla="*/ 194092 w 232911"/>
                <a:gd name="connsiteY5" fmla="*/ 252879 h 252879"/>
                <a:gd name="connsiteX6" fmla="*/ 38819 w 232911"/>
                <a:gd name="connsiteY6" fmla="*/ 252879 h 252879"/>
                <a:gd name="connsiteX7" fmla="*/ 0 w 232911"/>
                <a:gd name="connsiteY7" fmla="*/ 214060 h 252879"/>
                <a:gd name="connsiteX8" fmla="*/ 0 w 232911"/>
                <a:gd name="connsiteY8" fmla="*/ 38819 h 252879"/>
                <a:gd name="connsiteX0" fmla="*/ 0 w 232911"/>
                <a:gd name="connsiteY0" fmla="*/ 58756 h 272816"/>
                <a:gd name="connsiteX1" fmla="*/ 38819 w 232911"/>
                <a:gd name="connsiteY1" fmla="*/ 19937 h 272816"/>
                <a:gd name="connsiteX2" fmla="*/ 168755 w 232911"/>
                <a:gd name="connsiteY2" fmla="*/ 0 h 272816"/>
                <a:gd name="connsiteX3" fmla="*/ 232911 w 232911"/>
                <a:gd name="connsiteY3" fmla="*/ 58756 h 272816"/>
                <a:gd name="connsiteX4" fmla="*/ 232911 w 232911"/>
                <a:gd name="connsiteY4" fmla="*/ 233997 h 272816"/>
                <a:gd name="connsiteX5" fmla="*/ 194092 w 232911"/>
                <a:gd name="connsiteY5" fmla="*/ 272816 h 272816"/>
                <a:gd name="connsiteX6" fmla="*/ 38819 w 232911"/>
                <a:gd name="connsiteY6" fmla="*/ 272816 h 272816"/>
                <a:gd name="connsiteX7" fmla="*/ 0 w 232911"/>
                <a:gd name="connsiteY7" fmla="*/ 233997 h 272816"/>
                <a:gd name="connsiteX8" fmla="*/ 0 w 232911"/>
                <a:gd name="connsiteY8" fmla="*/ 58756 h 272816"/>
                <a:gd name="connsiteX0" fmla="*/ 0 w 232911"/>
                <a:gd name="connsiteY0" fmla="*/ 70500 h 284560"/>
                <a:gd name="connsiteX1" fmla="*/ 38819 w 232911"/>
                <a:gd name="connsiteY1" fmla="*/ 31681 h 284560"/>
                <a:gd name="connsiteX2" fmla="*/ 168755 w 232911"/>
                <a:gd name="connsiteY2" fmla="*/ 11744 h 284560"/>
                <a:gd name="connsiteX3" fmla="*/ 232911 w 232911"/>
                <a:gd name="connsiteY3" fmla="*/ 70500 h 284560"/>
                <a:gd name="connsiteX4" fmla="*/ 232911 w 232911"/>
                <a:gd name="connsiteY4" fmla="*/ 245741 h 284560"/>
                <a:gd name="connsiteX5" fmla="*/ 194092 w 232911"/>
                <a:gd name="connsiteY5" fmla="*/ 284560 h 284560"/>
                <a:gd name="connsiteX6" fmla="*/ 38819 w 232911"/>
                <a:gd name="connsiteY6" fmla="*/ 284560 h 284560"/>
                <a:gd name="connsiteX7" fmla="*/ 0 w 232911"/>
                <a:gd name="connsiteY7" fmla="*/ 245741 h 284560"/>
                <a:gd name="connsiteX8" fmla="*/ 0 w 232911"/>
                <a:gd name="connsiteY8" fmla="*/ 70500 h 284560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232911 w 232911"/>
                <a:gd name="connsiteY4" fmla="*/ 253607 h 292426"/>
                <a:gd name="connsiteX5" fmla="*/ 194092 w 232911"/>
                <a:gd name="connsiteY5" fmla="*/ 292426 h 292426"/>
                <a:gd name="connsiteX6" fmla="*/ 38819 w 232911"/>
                <a:gd name="connsiteY6" fmla="*/ 292426 h 292426"/>
                <a:gd name="connsiteX7" fmla="*/ 0 w 232911"/>
                <a:gd name="connsiteY7" fmla="*/ 253607 h 292426"/>
                <a:gd name="connsiteX8" fmla="*/ 0 w 232911"/>
                <a:gd name="connsiteY8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94092 w 232911"/>
                <a:gd name="connsiteY4" fmla="*/ 292426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38821 h 252881"/>
                <a:gd name="connsiteX1" fmla="*/ 38819 w 232911"/>
                <a:gd name="connsiteY1" fmla="*/ 2 h 252881"/>
                <a:gd name="connsiteX2" fmla="*/ 232911 w 232911"/>
                <a:gd name="connsiteY2" fmla="*/ 38821 h 252881"/>
                <a:gd name="connsiteX3" fmla="*/ 188295 w 232911"/>
                <a:gd name="connsiteY3" fmla="*/ 237444 h 252881"/>
                <a:gd name="connsiteX4" fmla="*/ 38819 w 232911"/>
                <a:gd name="connsiteY4" fmla="*/ 252881 h 252881"/>
                <a:gd name="connsiteX5" fmla="*/ 0 w 232911"/>
                <a:gd name="connsiteY5" fmla="*/ 214062 h 252881"/>
                <a:gd name="connsiteX6" fmla="*/ 0 w 232911"/>
                <a:gd name="connsiteY6" fmla="*/ 38821 h 252881"/>
                <a:gd name="connsiteX0" fmla="*/ 0 w 210421"/>
                <a:gd name="connsiteY0" fmla="*/ 54480 h 268540"/>
                <a:gd name="connsiteX1" fmla="*/ 38819 w 210421"/>
                <a:gd name="connsiteY1" fmla="*/ 15661 h 268540"/>
                <a:gd name="connsiteX2" fmla="*/ 160564 w 210421"/>
                <a:gd name="connsiteY2" fmla="*/ 18297 h 268540"/>
                <a:gd name="connsiteX3" fmla="*/ 188295 w 210421"/>
                <a:gd name="connsiteY3" fmla="*/ 253103 h 268540"/>
                <a:gd name="connsiteX4" fmla="*/ 38819 w 210421"/>
                <a:gd name="connsiteY4" fmla="*/ 268540 h 268540"/>
                <a:gd name="connsiteX5" fmla="*/ 0 w 210421"/>
                <a:gd name="connsiteY5" fmla="*/ 229721 h 268540"/>
                <a:gd name="connsiteX6" fmla="*/ 0 w 210421"/>
                <a:gd name="connsiteY6" fmla="*/ 54480 h 268540"/>
                <a:gd name="connsiteX0" fmla="*/ 0 w 241900"/>
                <a:gd name="connsiteY0" fmla="*/ 54481 h 268541"/>
                <a:gd name="connsiteX1" fmla="*/ 38819 w 241900"/>
                <a:gd name="connsiteY1" fmla="*/ 15662 h 268541"/>
                <a:gd name="connsiteX2" fmla="*/ 160564 w 241900"/>
                <a:gd name="connsiteY2" fmla="*/ 18298 h 268541"/>
                <a:gd name="connsiteX3" fmla="*/ 188295 w 241900"/>
                <a:gd name="connsiteY3" fmla="*/ 253104 h 268541"/>
                <a:gd name="connsiteX4" fmla="*/ 38819 w 241900"/>
                <a:gd name="connsiteY4" fmla="*/ 268541 h 268541"/>
                <a:gd name="connsiteX5" fmla="*/ 0 w 241900"/>
                <a:gd name="connsiteY5" fmla="*/ 229722 h 268541"/>
                <a:gd name="connsiteX6" fmla="*/ 0 w 241900"/>
                <a:gd name="connsiteY6" fmla="*/ 54481 h 268541"/>
                <a:gd name="connsiteX0" fmla="*/ 0 w 234120"/>
                <a:gd name="connsiteY0" fmla="*/ 54481 h 268541"/>
                <a:gd name="connsiteX1" fmla="*/ 38819 w 234120"/>
                <a:gd name="connsiteY1" fmla="*/ 15662 h 268541"/>
                <a:gd name="connsiteX2" fmla="*/ 160564 w 234120"/>
                <a:gd name="connsiteY2" fmla="*/ 18298 h 268541"/>
                <a:gd name="connsiteX3" fmla="*/ 188295 w 234120"/>
                <a:gd name="connsiteY3" fmla="*/ 253104 h 268541"/>
                <a:gd name="connsiteX4" fmla="*/ 38819 w 234120"/>
                <a:gd name="connsiteY4" fmla="*/ 268541 h 268541"/>
                <a:gd name="connsiteX5" fmla="*/ 0 w 234120"/>
                <a:gd name="connsiteY5" fmla="*/ 229722 h 268541"/>
                <a:gd name="connsiteX6" fmla="*/ 0 w 234120"/>
                <a:gd name="connsiteY6" fmla="*/ 54481 h 268541"/>
                <a:gd name="connsiteX0" fmla="*/ 0 w 234122"/>
                <a:gd name="connsiteY0" fmla="*/ 46125 h 260185"/>
                <a:gd name="connsiteX1" fmla="*/ 38819 w 234122"/>
                <a:gd name="connsiteY1" fmla="*/ 7306 h 260185"/>
                <a:gd name="connsiteX2" fmla="*/ 160564 w 234122"/>
                <a:gd name="connsiteY2" fmla="*/ 9942 h 260185"/>
                <a:gd name="connsiteX3" fmla="*/ 188295 w 234122"/>
                <a:gd name="connsiteY3" fmla="*/ 244748 h 260185"/>
                <a:gd name="connsiteX4" fmla="*/ 38819 w 234122"/>
                <a:gd name="connsiteY4" fmla="*/ 260185 h 260185"/>
                <a:gd name="connsiteX5" fmla="*/ 0 w 234122"/>
                <a:gd name="connsiteY5" fmla="*/ 221366 h 260185"/>
                <a:gd name="connsiteX6" fmla="*/ 0 w 234122"/>
                <a:gd name="connsiteY6" fmla="*/ 46125 h 260185"/>
                <a:gd name="connsiteX0" fmla="*/ 0 w 235795"/>
                <a:gd name="connsiteY0" fmla="*/ 56384 h 270444"/>
                <a:gd name="connsiteX1" fmla="*/ 38819 w 235795"/>
                <a:gd name="connsiteY1" fmla="*/ 17565 h 270444"/>
                <a:gd name="connsiteX2" fmla="*/ 164459 w 235795"/>
                <a:gd name="connsiteY2" fmla="*/ 7102 h 270444"/>
                <a:gd name="connsiteX3" fmla="*/ 188295 w 235795"/>
                <a:gd name="connsiteY3" fmla="*/ 255007 h 270444"/>
                <a:gd name="connsiteX4" fmla="*/ 38819 w 235795"/>
                <a:gd name="connsiteY4" fmla="*/ 270444 h 270444"/>
                <a:gd name="connsiteX5" fmla="*/ 0 w 235795"/>
                <a:gd name="connsiteY5" fmla="*/ 231625 h 270444"/>
                <a:gd name="connsiteX6" fmla="*/ 0 w 235795"/>
                <a:gd name="connsiteY6" fmla="*/ 56384 h 270444"/>
                <a:gd name="connsiteX0" fmla="*/ 21890 w 235797"/>
                <a:gd name="connsiteY0" fmla="*/ 122504 h 270444"/>
                <a:gd name="connsiteX1" fmla="*/ 38819 w 235797"/>
                <a:gd name="connsiteY1" fmla="*/ 17565 h 270444"/>
                <a:gd name="connsiteX2" fmla="*/ 164459 w 235797"/>
                <a:gd name="connsiteY2" fmla="*/ 7102 h 270444"/>
                <a:gd name="connsiteX3" fmla="*/ 188295 w 235797"/>
                <a:gd name="connsiteY3" fmla="*/ 255007 h 270444"/>
                <a:gd name="connsiteX4" fmla="*/ 38819 w 235797"/>
                <a:gd name="connsiteY4" fmla="*/ 270444 h 270444"/>
                <a:gd name="connsiteX5" fmla="*/ 0 w 235797"/>
                <a:gd name="connsiteY5" fmla="*/ 231625 h 270444"/>
                <a:gd name="connsiteX6" fmla="*/ 21890 w 235797"/>
                <a:gd name="connsiteY6" fmla="*/ 122504 h 270444"/>
                <a:gd name="connsiteX0" fmla="*/ 47010 w 260915"/>
                <a:gd name="connsiteY0" fmla="*/ 118449 h 266389"/>
                <a:gd name="connsiteX1" fmla="*/ 4389 w 260915"/>
                <a:gd name="connsiteY1" fmla="*/ 74011 h 266389"/>
                <a:gd name="connsiteX2" fmla="*/ 189579 w 260915"/>
                <a:gd name="connsiteY2" fmla="*/ 3047 h 266389"/>
                <a:gd name="connsiteX3" fmla="*/ 213415 w 260915"/>
                <a:gd name="connsiteY3" fmla="*/ 250952 h 266389"/>
                <a:gd name="connsiteX4" fmla="*/ 63939 w 260915"/>
                <a:gd name="connsiteY4" fmla="*/ 266389 h 266389"/>
                <a:gd name="connsiteX5" fmla="*/ 25120 w 260915"/>
                <a:gd name="connsiteY5" fmla="*/ 227570 h 266389"/>
                <a:gd name="connsiteX6" fmla="*/ 47010 w 260915"/>
                <a:gd name="connsiteY6" fmla="*/ 118449 h 266389"/>
                <a:gd name="connsiteX0" fmla="*/ 47010 w 260917"/>
                <a:gd name="connsiteY0" fmla="*/ 121891 h 269831"/>
                <a:gd name="connsiteX1" fmla="*/ 4389 w 260917"/>
                <a:gd name="connsiteY1" fmla="*/ 77453 h 269831"/>
                <a:gd name="connsiteX2" fmla="*/ 189579 w 260917"/>
                <a:gd name="connsiteY2" fmla="*/ 6489 h 269831"/>
                <a:gd name="connsiteX3" fmla="*/ 213415 w 260917"/>
                <a:gd name="connsiteY3" fmla="*/ 254394 h 269831"/>
                <a:gd name="connsiteX4" fmla="*/ 63939 w 260917"/>
                <a:gd name="connsiteY4" fmla="*/ 269831 h 269831"/>
                <a:gd name="connsiteX5" fmla="*/ 25120 w 260917"/>
                <a:gd name="connsiteY5" fmla="*/ 231012 h 269831"/>
                <a:gd name="connsiteX6" fmla="*/ 47010 w 260917"/>
                <a:gd name="connsiteY6" fmla="*/ 121891 h 269831"/>
                <a:gd name="connsiteX0" fmla="*/ 47010 w 262505"/>
                <a:gd name="connsiteY0" fmla="*/ 117056 h 264996"/>
                <a:gd name="connsiteX1" fmla="*/ 4389 w 262505"/>
                <a:gd name="connsiteY1" fmla="*/ 72618 h 264996"/>
                <a:gd name="connsiteX2" fmla="*/ 193127 w 262505"/>
                <a:gd name="connsiteY2" fmla="*/ 7191 h 264996"/>
                <a:gd name="connsiteX3" fmla="*/ 213415 w 262505"/>
                <a:gd name="connsiteY3" fmla="*/ 249559 h 264996"/>
                <a:gd name="connsiteX4" fmla="*/ 63939 w 262505"/>
                <a:gd name="connsiteY4" fmla="*/ 264996 h 264996"/>
                <a:gd name="connsiteX5" fmla="*/ 25120 w 262505"/>
                <a:gd name="connsiteY5" fmla="*/ 226177 h 264996"/>
                <a:gd name="connsiteX6" fmla="*/ 47010 w 262505"/>
                <a:gd name="connsiteY6" fmla="*/ 117056 h 264996"/>
                <a:gd name="connsiteX0" fmla="*/ 43088 w 258583"/>
                <a:gd name="connsiteY0" fmla="*/ 117056 h 264996"/>
                <a:gd name="connsiteX1" fmla="*/ 467 w 258583"/>
                <a:gd name="connsiteY1" fmla="*/ 72618 h 264996"/>
                <a:gd name="connsiteX2" fmla="*/ 189205 w 258583"/>
                <a:gd name="connsiteY2" fmla="*/ 7191 h 264996"/>
                <a:gd name="connsiteX3" fmla="*/ 209493 w 258583"/>
                <a:gd name="connsiteY3" fmla="*/ 249559 h 264996"/>
                <a:gd name="connsiteX4" fmla="*/ 60017 w 258583"/>
                <a:gd name="connsiteY4" fmla="*/ 264996 h 264996"/>
                <a:gd name="connsiteX5" fmla="*/ 21198 w 258583"/>
                <a:gd name="connsiteY5" fmla="*/ 226177 h 264996"/>
                <a:gd name="connsiteX6" fmla="*/ 43088 w 258583"/>
                <a:gd name="connsiteY6" fmla="*/ 117056 h 264996"/>
                <a:gd name="connsiteX0" fmla="*/ 48838 w 258536"/>
                <a:gd name="connsiteY0" fmla="*/ 132494 h 264996"/>
                <a:gd name="connsiteX1" fmla="*/ 420 w 258536"/>
                <a:gd name="connsiteY1" fmla="*/ 72618 h 264996"/>
                <a:gd name="connsiteX2" fmla="*/ 189158 w 258536"/>
                <a:gd name="connsiteY2" fmla="*/ 7191 h 264996"/>
                <a:gd name="connsiteX3" fmla="*/ 209446 w 258536"/>
                <a:gd name="connsiteY3" fmla="*/ 249559 h 264996"/>
                <a:gd name="connsiteX4" fmla="*/ 59970 w 258536"/>
                <a:gd name="connsiteY4" fmla="*/ 264996 h 264996"/>
                <a:gd name="connsiteX5" fmla="*/ 21151 w 258536"/>
                <a:gd name="connsiteY5" fmla="*/ 226177 h 264996"/>
                <a:gd name="connsiteX6" fmla="*/ 48838 w 258536"/>
                <a:gd name="connsiteY6" fmla="*/ 132494 h 264996"/>
                <a:gd name="connsiteX0" fmla="*/ 31874 w 258711"/>
                <a:gd name="connsiteY0" fmla="*/ 137716 h 264996"/>
                <a:gd name="connsiteX1" fmla="*/ 595 w 258711"/>
                <a:gd name="connsiteY1" fmla="*/ 72618 h 264996"/>
                <a:gd name="connsiteX2" fmla="*/ 189333 w 258711"/>
                <a:gd name="connsiteY2" fmla="*/ 7191 h 264996"/>
                <a:gd name="connsiteX3" fmla="*/ 209621 w 258711"/>
                <a:gd name="connsiteY3" fmla="*/ 249559 h 264996"/>
                <a:gd name="connsiteX4" fmla="*/ 60145 w 258711"/>
                <a:gd name="connsiteY4" fmla="*/ 264996 h 264996"/>
                <a:gd name="connsiteX5" fmla="*/ 21326 w 258711"/>
                <a:gd name="connsiteY5" fmla="*/ 226177 h 264996"/>
                <a:gd name="connsiteX6" fmla="*/ 31874 w 258711"/>
                <a:gd name="connsiteY6" fmla="*/ 137716 h 264996"/>
                <a:gd name="connsiteX0" fmla="*/ 31876 w 258713"/>
                <a:gd name="connsiteY0" fmla="*/ 137716 h 249559"/>
                <a:gd name="connsiteX1" fmla="*/ 597 w 258713"/>
                <a:gd name="connsiteY1" fmla="*/ 72618 h 249559"/>
                <a:gd name="connsiteX2" fmla="*/ 189335 w 258713"/>
                <a:gd name="connsiteY2" fmla="*/ 7191 h 249559"/>
                <a:gd name="connsiteX3" fmla="*/ 209623 w 258713"/>
                <a:gd name="connsiteY3" fmla="*/ 249559 h 249559"/>
                <a:gd name="connsiteX4" fmla="*/ 21328 w 258713"/>
                <a:gd name="connsiteY4" fmla="*/ 226177 h 249559"/>
                <a:gd name="connsiteX5" fmla="*/ 31876 w 258713"/>
                <a:gd name="connsiteY5" fmla="*/ 137716 h 249559"/>
                <a:gd name="connsiteX0" fmla="*/ 31876 w 258713"/>
                <a:gd name="connsiteY0" fmla="*/ 137716 h 282816"/>
                <a:gd name="connsiteX1" fmla="*/ 597 w 258713"/>
                <a:gd name="connsiteY1" fmla="*/ 72618 h 282816"/>
                <a:gd name="connsiteX2" fmla="*/ 189335 w 258713"/>
                <a:gd name="connsiteY2" fmla="*/ 7191 h 282816"/>
                <a:gd name="connsiteX3" fmla="*/ 209623 w 258713"/>
                <a:gd name="connsiteY3" fmla="*/ 249559 h 282816"/>
                <a:gd name="connsiteX4" fmla="*/ 21328 w 258713"/>
                <a:gd name="connsiteY4" fmla="*/ 226177 h 282816"/>
                <a:gd name="connsiteX5" fmla="*/ 31876 w 258713"/>
                <a:gd name="connsiteY5" fmla="*/ 137716 h 282816"/>
                <a:gd name="connsiteX0" fmla="*/ 31876 w 258713"/>
                <a:gd name="connsiteY0" fmla="*/ 137716 h 293030"/>
                <a:gd name="connsiteX1" fmla="*/ 597 w 258713"/>
                <a:gd name="connsiteY1" fmla="*/ 72618 h 293030"/>
                <a:gd name="connsiteX2" fmla="*/ 189335 w 258713"/>
                <a:gd name="connsiteY2" fmla="*/ 7191 h 293030"/>
                <a:gd name="connsiteX3" fmla="*/ 209623 w 258713"/>
                <a:gd name="connsiteY3" fmla="*/ 249559 h 293030"/>
                <a:gd name="connsiteX4" fmla="*/ 21328 w 258713"/>
                <a:gd name="connsiteY4" fmla="*/ 226177 h 293030"/>
                <a:gd name="connsiteX5" fmla="*/ 31876 w 258713"/>
                <a:gd name="connsiteY5" fmla="*/ 137716 h 293030"/>
                <a:gd name="connsiteX0" fmla="*/ 31876 w 258713"/>
                <a:gd name="connsiteY0" fmla="*/ 137716 h 275762"/>
                <a:gd name="connsiteX1" fmla="*/ 597 w 258713"/>
                <a:gd name="connsiteY1" fmla="*/ 72618 h 275762"/>
                <a:gd name="connsiteX2" fmla="*/ 189335 w 258713"/>
                <a:gd name="connsiteY2" fmla="*/ 7191 h 275762"/>
                <a:gd name="connsiteX3" fmla="*/ 209623 w 258713"/>
                <a:gd name="connsiteY3" fmla="*/ 249559 h 275762"/>
                <a:gd name="connsiteX4" fmla="*/ 21328 w 258713"/>
                <a:gd name="connsiteY4" fmla="*/ 226177 h 275762"/>
                <a:gd name="connsiteX5" fmla="*/ 31876 w 258713"/>
                <a:gd name="connsiteY5" fmla="*/ 137716 h 275762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713" h="280615">
                  <a:moveTo>
                    <a:pt x="31876" y="137716"/>
                  </a:moveTo>
                  <a:cubicBezTo>
                    <a:pt x="31876" y="116277"/>
                    <a:pt x="-5097" y="141934"/>
                    <a:pt x="597" y="72618"/>
                  </a:cubicBezTo>
                  <a:cubicBezTo>
                    <a:pt x="36911" y="11178"/>
                    <a:pt x="106867" y="-13519"/>
                    <a:pt x="189335" y="7191"/>
                  </a:cubicBezTo>
                  <a:cubicBezTo>
                    <a:pt x="279181" y="70601"/>
                    <a:pt x="277202" y="163317"/>
                    <a:pt x="209623" y="249559"/>
                  </a:cubicBezTo>
                  <a:cubicBezTo>
                    <a:pt x="189781" y="289566"/>
                    <a:pt x="85297" y="299778"/>
                    <a:pt x="21328" y="226177"/>
                  </a:cubicBezTo>
                  <a:cubicBezTo>
                    <a:pt x="-17474" y="181793"/>
                    <a:pt x="28360" y="167203"/>
                    <a:pt x="31876" y="137716"/>
                  </a:cubicBezTo>
                  <a:close/>
                </a:path>
              </a:pathLst>
            </a:custGeom>
            <a:solidFill>
              <a:srgbClr val="103D4D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45" name="圆角矩形 25">
              <a:extLst>
                <a:ext uri="{FF2B5EF4-FFF2-40B4-BE49-F238E27FC236}">
                  <a16:creationId xmlns:a16="http://schemas.microsoft.com/office/drawing/2014/main" id="{8FE82507-A34D-1C80-E4B5-B444F886F2BF}"/>
                </a:ext>
              </a:extLst>
            </p:cNvPr>
            <p:cNvSpPr/>
            <p:nvPr/>
          </p:nvSpPr>
          <p:spPr>
            <a:xfrm rot="20700000">
              <a:off x="6836465" y="5146518"/>
              <a:ext cx="186783" cy="242319"/>
            </a:xfrm>
            <a:custGeom>
              <a:avLst/>
              <a:gdLst>
                <a:gd name="connsiteX0" fmla="*/ 0 w 232911"/>
                <a:gd name="connsiteY0" fmla="*/ 38819 h 252879"/>
                <a:gd name="connsiteX1" fmla="*/ 38819 w 232911"/>
                <a:gd name="connsiteY1" fmla="*/ 0 h 252879"/>
                <a:gd name="connsiteX2" fmla="*/ 194092 w 232911"/>
                <a:gd name="connsiteY2" fmla="*/ 0 h 252879"/>
                <a:gd name="connsiteX3" fmla="*/ 232911 w 232911"/>
                <a:gd name="connsiteY3" fmla="*/ 38819 h 252879"/>
                <a:gd name="connsiteX4" fmla="*/ 232911 w 232911"/>
                <a:gd name="connsiteY4" fmla="*/ 214060 h 252879"/>
                <a:gd name="connsiteX5" fmla="*/ 194092 w 232911"/>
                <a:gd name="connsiteY5" fmla="*/ 252879 h 252879"/>
                <a:gd name="connsiteX6" fmla="*/ 38819 w 232911"/>
                <a:gd name="connsiteY6" fmla="*/ 252879 h 252879"/>
                <a:gd name="connsiteX7" fmla="*/ 0 w 232911"/>
                <a:gd name="connsiteY7" fmla="*/ 214060 h 252879"/>
                <a:gd name="connsiteX8" fmla="*/ 0 w 232911"/>
                <a:gd name="connsiteY8" fmla="*/ 38819 h 252879"/>
                <a:gd name="connsiteX0" fmla="*/ 0 w 232911"/>
                <a:gd name="connsiteY0" fmla="*/ 58756 h 272816"/>
                <a:gd name="connsiteX1" fmla="*/ 38819 w 232911"/>
                <a:gd name="connsiteY1" fmla="*/ 19937 h 272816"/>
                <a:gd name="connsiteX2" fmla="*/ 168755 w 232911"/>
                <a:gd name="connsiteY2" fmla="*/ 0 h 272816"/>
                <a:gd name="connsiteX3" fmla="*/ 232911 w 232911"/>
                <a:gd name="connsiteY3" fmla="*/ 58756 h 272816"/>
                <a:gd name="connsiteX4" fmla="*/ 232911 w 232911"/>
                <a:gd name="connsiteY4" fmla="*/ 233997 h 272816"/>
                <a:gd name="connsiteX5" fmla="*/ 194092 w 232911"/>
                <a:gd name="connsiteY5" fmla="*/ 272816 h 272816"/>
                <a:gd name="connsiteX6" fmla="*/ 38819 w 232911"/>
                <a:gd name="connsiteY6" fmla="*/ 272816 h 272816"/>
                <a:gd name="connsiteX7" fmla="*/ 0 w 232911"/>
                <a:gd name="connsiteY7" fmla="*/ 233997 h 272816"/>
                <a:gd name="connsiteX8" fmla="*/ 0 w 232911"/>
                <a:gd name="connsiteY8" fmla="*/ 58756 h 272816"/>
                <a:gd name="connsiteX0" fmla="*/ 0 w 232911"/>
                <a:gd name="connsiteY0" fmla="*/ 70500 h 284560"/>
                <a:gd name="connsiteX1" fmla="*/ 38819 w 232911"/>
                <a:gd name="connsiteY1" fmla="*/ 31681 h 284560"/>
                <a:gd name="connsiteX2" fmla="*/ 168755 w 232911"/>
                <a:gd name="connsiteY2" fmla="*/ 11744 h 284560"/>
                <a:gd name="connsiteX3" fmla="*/ 232911 w 232911"/>
                <a:gd name="connsiteY3" fmla="*/ 70500 h 284560"/>
                <a:gd name="connsiteX4" fmla="*/ 232911 w 232911"/>
                <a:gd name="connsiteY4" fmla="*/ 245741 h 284560"/>
                <a:gd name="connsiteX5" fmla="*/ 194092 w 232911"/>
                <a:gd name="connsiteY5" fmla="*/ 284560 h 284560"/>
                <a:gd name="connsiteX6" fmla="*/ 38819 w 232911"/>
                <a:gd name="connsiteY6" fmla="*/ 284560 h 284560"/>
                <a:gd name="connsiteX7" fmla="*/ 0 w 232911"/>
                <a:gd name="connsiteY7" fmla="*/ 245741 h 284560"/>
                <a:gd name="connsiteX8" fmla="*/ 0 w 232911"/>
                <a:gd name="connsiteY8" fmla="*/ 70500 h 284560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232911 w 232911"/>
                <a:gd name="connsiteY4" fmla="*/ 253607 h 292426"/>
                <a:gd name="connsiteX5" fmla="*/ 194092 w 232911"/>
                <a:gd name="connsiteY5" fmla="*/ 292426 h 292426"/>
                <a:gd name="connsiteX6" fmla="*/ 38819 w 232911"/>
                <a:gd name="connsiteY6" fmla="*/ 292426 h 292426"/>
                <a:gd name="connsiteX7" fmla="*/ 0 w 232911"/>
                <a:gd name="connsiteY7" fmla="*/ 253607 h 292426"/>
                <a:gd name="connsiteX8" fmla="*/ 0 w 232911"/>
                <a:gd name="connsiteY8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94092 w 232911"/>
                <a:gd name="connsiteY4" fmla="*/ 292426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38821 h 252881"/>
                <a:gd name="connsiteX1" fmla="*/ 38819 w 232911"/>
                <a:gd name="connsiteY1" fmla="*/ 2 h 252881"/>
                <a:gd name="connsiteX2" fmla="*/ 232911 w 232911"/>
                <a:gd name="connsiteY2" fmla="*/ 38821 h 252881"/>
                <a:gd name="connsiteX3" fmla="*/ 188295 w 232911"/>
                <a:gd name="connsiteY3" fmla="*/ 237444 h 252881"/>
                <a:gd name="connsiteX4" fmla="*/ 38819 w 232911"/>
                <a:gd name="connsiteY4" fmla="*/ 252881 h 252881"/>
                <a:gd name="connsiteX5" fmla="*/ 0 w 232911"/>
                <a:gd name="connsiteY5" fmla="*/ 214062 h 252881"/>
                <a:gd name="connsiteX6" fmla="*/ 0 w 232911"/>
                <a:gd name="connsiteY6" fmla="*/ 38821 h 252881"/>
                <a:gd name="connsiteX0" fmla="*/ 0 w 210421"/>
                <a:gd name="connsiteY0" fmla="*/ 54480 h 268540"/>
                <a:gd name="connsiteX1" fmla="*/ 38819 w 210421"/>
                <a:gd name="connsiteY1" fmla="*/ 15661 h 268540"/>
                <a:gd name="connsiteX2" fmla="*/ 160564 w 210421"/>
                <a:gd name="connsiteY2" fmla="*/ 18297 h 268540"/>
                <a:gd name="connsiteX3" fmla="*/ 188295 w 210421"/>
                <a:gd name="connsiteY3" fmla="*/ 253103 h 268540"/>
                <a:gd name="connsiteX4" fmla="*/ 38819 w 210421"/>
                <a:gd name="connsiteY4" fmla="*/ 268540 h 268540"/>
                <a:gd name="connsiteX5" fmla="*/ 0 w 210421"/>
                <a:gd name="connsiteY5" fmla="*/ 229721 h 268540"/>
                <a:gd name="connsiteX6" fmla="*/ 0 w 210421"/>
                <a:gd name="connsiteY6" fmla="*/ 54480 h 268540"/>
                <a:gd name="connsiteX0" fmla="*/ 0 w 241900"/>
                <a:gd name="connsiteY0" fmla="*/ 54481 h 268541"/>
                <a:gd name="connsiteX1" fmla="*/ 38819 w 241900"/>
                <a:gd name="connsiteY1" fmla="*/ 15662 h 268541"/>
                <a:gd name="connsiteX2" fmla="*/ 160564 w 241900"/>
                <a:gd name="connsiteY2" fmla="*/ 18298 h 268541"/>
                <a:gd name="connsiteX3" fmla="*/ 188295 w 241900"/>
                <a:gd name="connsiteY3" fmla="*/ 253104 h 268541"/>
                <a:gd name="connsiteX4" fmla="*/ 38819 w 241900"/>
                <a:gd name="connsiteY4" fmla="*/ 268541 h 268541"/>
                <a:gd name="connsiteX5" fmla="*/ 0 w 241900"/>
                <a:gd name="connsiteY5" fmla="*/ 229722 h 268541"/>
                <a:gd name="connsiteX6" fmla="*/ 0 w 241900"/>
                <a:gd name="connsiteY6" fmla="*/ 54481 h 268541"/>
                <a:gd name="connsiteX0" fmla="*/ 0 w 234120"/>
                <a:gd name="connsiteY0" fmla="*/ 54481 h 268541"/>
                <a:gd name="connsiteX1" fmla="*/ 38819 w 234120"/>
                <a:gd name="connsiteY1" fmla="*/ 15662 h 268541"/>
                <a:gd name="connsiteX2" fmla="*/ 160564 w 234120"/>
                <a:gd name="connsiteY2" fmla="*/ 18298 h 268541"/>
                <a:gd name="connsiteX3" fmla="*/ 188295 w 234120"/>
                <a:gd name="connsiteY3" fmla="*/ 253104 h 268541"/>
                <a:gd name="connsiteX4" fmla="*/ 38819 w 234120"/>
                <a:gd name="connsiteY4" fmla="*/ 268541 h 268541"/>
                <a:gd name="connsiteX5" fmla="*/ 0 w 234120"/>
                <a:gd name="connsiteY5" fmla="*/ 229722 h 268541"/>
                <a:gd name="connsiteX6" fmla="*/ 0 w 234120"/>
                <a:gd name="connsiteY6" fmla="*/ 54481 h 268541"/>
                <a:gd name="connsiteX0" fmla="*/ 0 w 234122"/>
                <a:gd name="connsiteY0" fmla="*/ 46125 h 260185"/>
                <a:gd name="connsiteX1" fmla="*/ 38819 w 234122"/>
                <a:gd name="connsiteY1" fmla="*/ 7306 h 260185"/>
                <a:gd name="connsiteX2" fmla="*/ 160564 w 234122"/>
                <a:gd name="connsiteY2" fmla="*/ 9942 h 260185"/>
                <a:gd name="connsiteX3" fmla="*/ 188295 w 234122"/>
                <a:gd name="connsiteY3" fmla="*/ 244748 h 260185"/>
                <a:gd name="connsiteX4" fmla="*/ 38819 w 234122"/>
                <a:gd name="connsiteY4" fmla="*/ 260185 h 260185"/>
                <a:gd name="connsiteX5" fmla="*/ 0 w 234122"/>
                <a:gd name="connsiteY5" fmla="*/ 221366 h 260185"/>
                <a:gd name="connsiteX6" fmla="*/ 0 w 234122"/>
                <a:gd name="connsiteY6" fmla="*/ 46125 h 260185"/>
                <a:gd name="connsiteX0" fmla="*/ 0 w 235795"/>
                <a:gd name="connsiteY0" fmla="*/ 56384 h 270444"/>
                <a:gd name="connsiteX1" fmla="*/ 38819 w 235795"/>
                <a:gd name="connsiteY1" fmla="*/ 17565 h 270444"/>
                <a:gd name="connsiteX2" fmla="*/ 164459 w 235795"/>
                <a:gd name="connsiteY2" fmla="*/ 7102 h 270444"/>
                <a:gd name="connsiteX3" fmla="*/ 188295 w 235795"/>
                <a:gd name="connsiteY3" fmla="*/ 255007 h 270444"/>
                <a:gd name="connsiteX4" fmla="*/ 38819 w 235795"/>
                <a:gd name="connsiteY4" fmla="*/ 270444 h 270444"/>
                <a:gd name="connsiteX5" fmla="*/ 0 w 235795"/>
                <a:gd name="connsiteY5" fmla="*/ 231625 h 270444"/>
                <a:gd name="connsiteX6" fmla="*/ 0 w 235795"/>
                <a:gd name="connsiteY6" fmla="*/ 56384 h 270444"/>
                <a:gd name="connsiteX0" fmla="*/ 21890 w 235797"/>
                <a:gd name="connsiteY0" fmla="*/ 122504 h 270444"/>
                <a:gd name="connsiteX1" fmla="*/ 38819 w 235797"/>
                <a:gd name="connsiteY1" fmla="*/ 17565 h 270444"/>
                <a:gd name="connsiteX2" fmla="*/ 164459 w 235797"/>
                <a:gd name="connsiteY2" fmla="*/ 7102 h 270444"/>
                <a:gd name="connsiteX3" fmla="*/ 188295 w 235797"/>
                <a:gd name="connsiteY3" fmla="*/ 255007 h 270444"/>
                <a:gd name="connsiteX4" fmla="*/ 38819 w 235797"/>
                <a:gd name="connsiteY4" fmla="*/ 270444 h 270444"/>
                <a:gd name="connsiteX5" fmla="*/ 0 w 235797"/>
                <a:gd name="connsiteY5" fmla="*/ 231625 h 270444"/>
                <a:gd name="connsiteX6" fmla="*/ 21890 w 235797"/>
                <a:gd name="connsiteY6" fmla="*/ 122504 h 270444"/>
                <a:gd name="connsiteX0" fmla="*/ 47010 w 260915"/>
                <a:gd name="connsiteY0" fmla="*/ 118449 h 266389"/>
                <a:gd name="connsiteX1" fmla="*/ 4389 w 260915"/>
                <a:gd name="connsiteY1" fmla="*/ 74011 h 266389"/>
                <a:gd name="connsiteX2" fmla="*/ 189579 w 260915"/>
                <a:gd name="connsiteY2" fmla="*/ 3047 h 266389"/>
                <a:gd name="connsiteX3" fmla="*/ 213415 w 260915"/>
                <a:gd name="connsiteY3" fmla="*/ 250952 h 266389"/>
                <a:gd name="connsiteX4" fmla="*/ 63939 w 260915"/>
                <a:gd name="connsiteY4" fmla="*/ 266389 h 266389"/>
                <a:gd name="connsiteX5" fmla="*/ 25120 w 260915"/>
                <a:gd name="connsiteY5" fmla="*/ 227570 h 266389"/>
                <a:gd name="connsiteX6" fmla="*/ 47010 w 260915"/>
                <a:gd name="connsiteY6" fmla="*/ 118449 h 266389"/>
                <a:gd name="connsiteX0" fmla="*/ 47010 w 260917"/>
                <a:gd name="connsiteY0" fmla="*/ 121891 h 269831"/>
                <a:gd name="connsiteX1" fmla="*/ 4389 w 260917"/>
                <a:gd name="connsiteY1" fmla="*/ 77453 h 269831"/>
                <a:gd name="connsiteX2" fmla="*/ 189579 w 260917"/>
                <a:gd name="connsiteY2" fmla="*/ 6489 h 269831"/>
                <a:gd name="connsiteX3" fmla="*/ 213415 w 260917"/>
                <a:gd name="connsiteY3" fmla="*/ 254394 h 269831"/>
                <a:gd name="connsiteX4" fmla="*/ 63939 w 260917"/>
                <a:gd name="connsiteY4" fmla="*/ 269831 h 269831"/>
                <a:gd name="connsiteX5" fmla="*/ 25120 w 260917"/>
                <a:gd name="connsiteY5" fmla="*/ 231012 h 269831"/>
                <a:gd name="connsiteX6" fmla="*/ 47010 w 260917"/>
                <a:gd name="connsiteY6" fmla="*/ 121891 h 269831"/>
                <a:gd name="connsiteX0" fmla="*/ 47010 w 262505"/>
                <a:gd name="connsiteY0" fmla="*/ 117056 h 264996"/>
                <a:gd name="connsiteX1" fmla="*/ 4389 w 262505"/>
                <a:gd name="connsiteY1" fmla="*/ 72618 h 264996"/>
                <a:gd name="connsiteX2" fmla="*/ 193127 w 262505"/>
                <a:gd name="connsiteY2" fmla="*/ 7191 h 264996"/>
                <a:gd name="connsiteX3" fmla="*/ 213415 w 262505"/>
                <a:gd name="connsiteY3" fmla="*/ 249559 h 264996"/>
                <a:gd name="connsiteX4" fmla="*/ 63939 w 262505"/>
                <a:gd name="connsiteY4" fmla="*/ 264996 h 264996"/>
                <a:gd name="connsiteX5" fmla="*/ 25120 w 262505"/>
                <a:gd name="connsiteY5" fmla="*/ 226177 h 264996"/>
                <a:gd name="connsiteX6" fmla="*/ 47010 w 262505"/>
                <a:gd name="connsiteY6" fmla="*/ 117056 h 264996"/>
                <a:gd name="connsiteX0" fmla="*/ 43088 w 258583"/>
                <a:gd name="connsiteY0" fmla="*/ 117056 h 264996"/>
                <a:gd name="connsiteX1" fmla="*/ 467 w 258583"/>
                <a:gd name="connsiteY1" fmla="*/ 72618 h 264996"/>
                <a:gd name="connsiteX2" fmla="*/ 189205 w 258583"/>
                <a:gd name="connsiteY2" fmla="*/ 7191 h 264996"/>
                <a:gd name="connsiteX3" fmla="*/ 209493 w 258583"/>
                <a:gd name="connsiteY3" fmla="*/ 249559 h 264996"/>
                <a:gd name="connsiteX4" fmla="*/ 60017 w 258583"/>
                <a:gd name="connsiteY4" fmla="*/ 264996 h 264996"/>
                <a:gd name="connsiteX5" fmla="*/ 21198 w 258583"/>
                <a:gd name="connsiteY5" fmla="*/ 226177 h 264996"/>
                <a:gd name="connsiteX6" fmla="*/ 43088 w 258583"/>
                <a:gd name="connsiteY6" fmla="*/ 117056 h 264996"/>
                <a:gd name="connsiteX0" fmla="*/ 48838 w 258536"/>
                <a:gd name="connsiteY0" fmla="*/ 132494 h 264996"/>
                <a:gd name="connsiteX1" fmla="*/ 420 w 258536"/>
                <a:gd name="connsiteY1" fmla="*/ 72618 h 264996"/>
                <a:gd name="connsiteX2" fmla="*/ 189158 w 258536"/>
                <a:gd name="connsiteY2" fmla="*/ 7191 h 264996"/>
                <a:gd name="connsiteX3" fmla="*/ 209446 w 258536"/>
                <a:gd name="connsiteY3" fmla="*/ 249559 h 264996"/>
                <a:gd name="connsiteX4" fmla="*/ 59970 w 258536"/>
                <a:gd name="connsiteY4" fmla="*/ 264996 h 264996"/>
                <a:gd name="connsiteX5" fmla="*/ 21151 w 258536"/>
                <a:gd name="connsiteY5" fmla="*/ 226177 h 264996"/>
                <a:gd name="connsiteX6" fmla="*/ 48838 w 258536"/>
                <a:gd name="connsiteY6" fmla="*/ 132494 h 264996"/>
                <a:gd name="connsiteX0" fmla="*/ 31874 w 258711"/>
                <a:gd name="connsiteY0" fmla="*/ 137716 h 264996"/>
                <a:gd name="connsiteX1" fmla="*/ 595 w 258711"/>
                <a:gd name="connsiteY1" fmla="*/ 72618 h 264996"/>
                <a:gd name="connsiteX2" fmla="*/ 189333 w 258711"/>
                <a:gd name="connsiteY2" fmla="*/ 7191 h 264996"/>
                <a:gd name="connsiteX3" fmla="*/ 209621 w 258711"/>
                <a:gd name="connsiteY3" fmla="*/ 249559 h 264996"/>
                <a:gd name="connsiteX4" fmla="*/ 60145 w 258711"/>
                <a:gd name="connsiteY4" fmla="*/ 264996 h 264996"/>
                <a:gd name="connsiteX5" fmla="*/ 21326 w 258711"/>
                <a:gd name="connsiteY5" fmla="*/ 226177 h 264996"/>
                <a:gd name="connsiteX6" fmla="*/ 31874 w 258711"/>
                <a:gd name="connsiteY6" fmla="*/ 137716 h 264996"/>
                <a:gd name="connsiteX0" fmla="*/ 31876 w 258713"/>
                <a:gd name="connsiteY0" fmla="*/ 137716 h 249559"/>
                <a:gd name="connsiteX1" fmla="*/ 597 w 258713"/>
                <a:gd name="connsiteY1" fmla="*/ 72618 h 249559"/>
                <a:gd name="connsiteX2" fmla="*/ 189335 w 258713"/>
                <a:gd name="connsiteY2" fmla="*/ 7191 h 249559"/>
                <a:gd name="connsiteX3" fmla="*/ 209623 w 258713"/>
                <a:gd name="connsiteY3" fmla="*/ 249559 h 249559"/>
                <a:gd name="connsiteX4" fmla="*/ 21328 w 258713"/>
                <a:gd name="connsiteY4" fmla="*/ 226177 h 249559"/>
                <a:gd name="connsiteX5" fmla="*/ 31876 w 258713"/>
                <a:gd name="connsiteY5" fmla="*/ 137716 h 249559"/>
                <a:gd name="connsiteX0" fmla="*/ 31876 w 258713"/>
                <a:gd name="connsiteY0" fmla="*/ 137716 h 282816"/>
                <a:gd name="connsiteX1" fmla="*/ 597 w 258713"/>
                <a:gd name="connsiteY1" fmla="*/ 72618 h 282816"/>
                <a:gd name="connsiteX2" fmla="*/ 189335 w 258713"/>
                <a:gd name="connsiteY2" fmla="*/ 7191 h 282816"/>
                <a:gd name="connsiteX3" fmla="*/ 209623 w 258713"/>
                <a:gd name="connsiteY3" fmla="*/ 249559 h 282816"/>
                <a:gd name="connsiteX4" fmla="*/ 21328 w 258713"/>
                <a:gd name="connsiteY4" fmla="*/ 226177 h 282816"/>
                <a:gd name="connsiteX5" fmla="*/ 31876 w 258713"/>
                <a:gd name="connsiteY5" fmla="*/ 137716 h 282816"/>
                <a:gd name="connsiteX0" fmla="*/ 31876 w 258713"/>
                <a:gd name="connsiteY0" fmla="*/ 137716 h 293030"/>
                <a:gd name="connsiteX1" fmla="*/ 597 w 258713"/>
                <a:gd name="connsiteY1" fmla="*/ 72618 h 293030"/>
                <a:gd name="connsiteX2" fmla="*/ 189335 w 258713"/>
                <a:gd name="connsiteY2" fmla="*/ 7191 h 293030"/>
                <a:gd name="connsiteX3" fmla="*/ 209623 w 258713"/>
                <a:gd name="connsiteY3" fmla="*/ 249559 h 293030"/>
                <a:gd name="connsiteX4" fmla="*/ 21328 w 258713"/>
                <a:gd name="connsiteY4" fmla="*/ 226177 h 293030"/>
                <a:gd name="connsiteX5" fmla="*/ 31876 w 258713"/>
                <a:gd name="connsiteY5" fmla="*/ 137716 h 293030"/>
                <a:gd name="connsiteX0" fmla="*/ 31876 w 258713"/>
                <a:gd name="connsiteY0" fmla="*/ 137716 h 275762"/>
                <a:gd name="connsiteX1" fmla="*/ 597 w 258713"/>
                <a:gd name="connsiteY1" fmla="*/ 72618 h 275762"/>
                <a:gd name="connsiteX2" fmla="*/ 189335 w 258713"/>
                <a:gd name="connsiteY2" fmla="*/ 7191 h 275762"/>
                <a:gd name="connsiteX3" fmla="*/ 209623 w 258713"/>
                <a:gd name="connsiteY3" fmla="*/ 249559 h 275762"/>
                <a:gd name="connsiteX4" fmla="*/ 21328 w 258713"/>
                <a:gd name="connsiteY4" fmla="*/ 226177 h 275762"/>
                <a:gd name="connsiteX5" fmla="*/ 31876 w 258713"/>
                <a:gd name="connsiteY5" fmla="*/ 137716 h 275762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713" h="280615">
                  <a:moveTo>
                    <a:pt x="31876" y="137716"/>
                  </a:moveTo>
                  <a:cubicBezTo>
                    <a:pt x="31876" y="116277"/>
                    <a:pt x="-5097" y="141934"/>
                    <a:pt x="597" y="72618"/>
                  </a:cubicBezTo>
                  <a:cubicBezTo>
                    <a:pt x="36911" y="11178"/>
                    <a:pt x="106867" y="-13519"/>
                    <a:pt x="189335" y="7191"/>
                  </a:cubicBezTo>
                  <a:cubicBezTo>
                    <a:pt x="279181" y="70601"/>
                    <a:pt x="277202" y="163317"/>
                    <a:pt x="209623" y="249559"/>
                  </a:cubicBezTo>
                  <a:cubicBezTo>
                    <a:pt x="189781" y="289566"/>
                    <a:pt x="85297" y="299778"/>
                    <a:pt x="21328" y="226177"/>
                  </a:cubicBezTo>
                  <a:cubicBezTo>
                    <a:pt x="-17474" y="181793"/>
                    <a:pt x="28360" y="167203"/>
                    <a:pt x="31876" y="137716"/>
                  </a:cubicBezTo>
                  <a:close/>
                </a:path>
              </a:pathLst>
            </a:custGeom>
            <a:solidFill>
              <a:srgbClr val="27555F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46" name="椭圆 1045">
              <a:extLst>
                <a:ext uri="{FF2B5EF4-FFF2-40B4-BE49-F238E27FC236}">
                  <a16:creationId xmlns:a16="http://schemas.microsoft.com/office/drawing/2014/main" id="{83EDAEE3-C1C2-A8C6-21F6-669BAA0A6C66}"/>
                </a:ext>
              </a:extLst>
            </p:cNvPr>
            <p:cNvSpPr/>
            <p:nvPr/>
          </p:nvSpPr>
          <p:spPr>
            <a:xfrm>
              <a:off x="6536529" y="4742332"/>
              <a:ext cx="295884" cy="295884"/>
            </a:xfrm>
            <a:prstGeom prst="ellipse">
              <a:avLst/>
            </a:prstGeom>
            <a:solidFill>
              <a:srgbClr val="C2E6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47" name="椭圆 1046">
              <a:extLst>
                <a:ext uri="{FF2B5EF4-FFF2-40B4-BE49-F238E27FC236}">
                  <a16:creationId xmlns:a16="http://schemas.microsoft.com/office/drawing/2014/main" id="{58F904B9-3659-FC57-F2C2-FDA825E82FBB}"/>
                </a:ext>
              </a:extLst>
            </p:cNvPr>
            <p:cNvSpPr/>
            <p:nvPr/>
          </p:nvSpPr>
          <p:spPr>
            <a:xfrm>
              <a:off x="6680550" y="4792797"/>
              <a:ext cx="80257" cy="802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48" name="椭圆 30">
              <a:extLst>
                <a:ext uri="{FF2B5EF4-FFF2-40B4-BE49-F238E27FC236}">
                  <a16:creationId xmlns:a16="http://schemas.microsoft.com/office/drawing/2014/main" id="{293C9A10-8F5D-5AE8-A29E-25AD95BF85D0}"/>
                </a:ext>
              </a:extLst>
            </p:cNvPr>
            <p:cNvSpPr/>
            <p:nvPr/>
          </p:nvSpPr>
          <p:spPr>
            <a:xfrm rot="1800000">
              <a:off x="6575966" y="4756415"/>
              <a:ext cx="66455" cy="160975"/>
            </a:xfrm>
            <a:custGeom>
              <a:avLst/>
              <a:gdLst>
                <a:gd name="connsiteX0" fmla="*/ 0 w 65379"/>
                <a:gd name="connsiteY0" fmla="*/ 184976 h 369951"/>
                <a:gd name="connsiteX1" fmla="*/ 32690 w 65379"/>
                <a:gd name="connsiteY1" fmla="*/ 0 h 369951"/>
                <a:gd name="connsiteX2" fmla="*/ 65380 w 65379"/>
                <a:gd name="connsiteY2" fmla="*/ 184976 h 369951"/>
                <a:gd name="connsiteX3" fmla="*/ 32690 w 65379"/>
                <a:gd name="connsiteY3" fmla="*/ 369952 h 369951"/>
                <a:gd name="connsiteX4" fmla="*/ 0 w 65379"/>
                <a:gd name="connsiteY4" fmla="*/ 184976 h 369951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483"/>
                <a:gd name="connsiteY0" fmla="*/ 184976 h 369952"/>
                <a:gd name="connsiteX1" fmla="*/ 32690 w 65483"/>
                <a:gd name="connsiteY1" fmla="*/ 0 h 369952"/>
                <a:gd name="connsiteX2" fmla="*/ 65380 w 65483"/>
                <a:gd name="connsiteY2" fmla="*/ 184976 h 369952"/>
                <a:gd name="connsiteX3" fmla="*/ 32690 w 65483"/>
                <a:gd name="connsiteY3" fmla="*/ 369952 h 369952"/>
                <a:gd name="connsiteX4" fmla="*/ 0 w 65483"/>
                <a:gd name="connsiteY4" fmla="*/ 184976 h 369952"/>
                <a:gd name="connsiteX0" fmla="*/ 0 w 65483"/>
                <a:gd name="connsiteY0" fmla="*/ 184976 h 369952"/>
                <a:gd name="connsiteX1" fmla="*/ 32690 w 65483"/>
                <a:gd name="connsiteY1" fmla="*/ 0 h 369952"/>
                <a:gd name="connsiteX2" fmla="*/ 65380 w 65483"/>
                <a:gd name="connsiteY2" fmla="*/ 184976 h 369952"/>
                <a:gd name="connsiteX3" fmla="*/ 32690 w 65483"/>
                <a:gd name="connsiteY3" fmla="*/ 369952 h 369952"/>
                <a:gd name="connsiteX4" fmla="*/ 0 w 65483"/>
                <a:gd name="connsiteY4" fmla="*/ 184976 h 369952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80" h="369952">
                  <a:moveTo>
                    <a:pt x="0" y="184976"/>
                  </a:moveTo>
                  <a:cubicBezTo>
                    <a:pt x="0" y="82817"/>
                    <a:pt x="22185" y="13252"/>
                    <a:pt x="32690" y="0"/>
                  </a:cubicBezTo>
                  <a:cubicBezTo>
                    <a:pt x="35011" y="13252"/>
                    <a:pt x="65380" y="82817"/>
                    <a:pt x="65380" y="184976"/>
                  </a:cubicBezTo>
                  <a:cubicBezTo>
                    <a:pt x="65380" y="287135"/>
                    <a:pt x="37507" y="365534"/>
                    <a:pt x="32690" y="369952"/>
                  </a:cubicBezTo>
                  <a:cubicBezTo>
                    <a:pt x="21565" y="339030"/>
                    <a:pt x="0" y="287135"/>
                    <a:pt x="0" y="184976"/>
                  </a:cubicBezTo>
                  <a:close/>
                </a:path>
              </a:pathLst>
            </a:custGeom>
            <a:solidFill>
              <a:srgbClr val="54C9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049" name="图片 1048">
              <a:extLst>
                <a:ext uri="{FF2B5EF4-FFF2-40B4-BE49-F238E27FC236}">
                  <a16:creationId xmlns:a16="http://schemas.microsoft.com/office/drawing/2014/main" id="{F8FBE702-297E-DF30-1AB0-4C58CE543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61610" y="4950119"/>
              <a:ext cx="561777" cy="561777"/>
            </a:xfrm>
            <a:prstGeom prst="rect">
              <a:avLst/>
            </a:prstGeom>
          </p:spPr>
        </p:pic>
        <p:pic>
          <p:nvPicPr>
            <p:cNvPr id="1050" name="图片 1049">
              <a:extLst>
                <a:ext uri="{FF2B5EF4-FFF2-40B4-BE49-F238E27FC236}">
                  <a16:creationId xmlns:a16="http://schemas.microsoft.com/office/drawing/2014/main" id="{CFFBA76D-C9AB-772C-FEAD-0C6B5C0F0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92460" y="4159080"/>
              <a:ext cx="800728" cy="800728"/>
            </a:xfrm>
            <a:prstGeom prst="rect">
              <a:avLst/>
            </a:prstGeom>
          </p:spPr>
        </p:pic>
      </p:grpSp>
      <p:grpSp>
        <p:nvGrpSpPr>
          <p:cNvPr id="1051" name="组合 1050">
            <a:extLst>
              <a:ext uri="{FF2B5EF4-FFF2-40B4-BE49-F238E27FC236}">
                <a16:creationId xmlns:a16="http://schemas.microsoft.com/office/drawing/2014/main" id="{A9D3AF5B-7300-97B3-975C-6ED6D707781B}"/>
              </a:ext>
            </a:extLst>
          </p:cNvPr>
          <p:cNvGrpSpPr/>
          <p:nvPr/>
        </p:nvGrpSpPr>
        <p:grpSpPr>
          <a:xfrm>
            <a:off x="4843298" y="4349708"/>
            <a:ext cx="1216190" cy="1104901"/>
            <a:chOff x="276405" y="756457"/>
            <a:chExt cx="828973" cy="753117"/>
          </a:xfrm>
        </p:grpSpPr>
        <p:sp>
          <p:nvSpPr>
            <p:cNvPr id="1052" name="任意形状 1051">
              <a:extLst>
                <a:ext uri="{FF2B5EF4-FFF2-40B4-BE49-F238E27FC236}">
                  <a16:creationId xmlns:a16="http://schemas.microsoft.com/office/drawing/2014/main" id="{14810C2F-FBE9-48E2-F968-4691D73FE78C}"/>
                </a:ext>
              </a:extLst>
            </p:cNvPr>
            <p:cNvSpPr/>
            <p:nvPr/>
          </p:nvSpPr>
          <p:spPr>
            <a:xfrm>
              <a:off x="341148" y="939295"/>
              <a:ext cx="42736" cy="104329"/>
            </a:xfrm>
            <a:custGeom>
              <a:avLst/>
              <a:gdLst>
                <a:gd name="connsiteX0" fmla="*/ 28639 w 78470"/>
                <a:gd name="connsiteY0" fmla="*/ 1397 h 191564"/>
                <a:gd name="connsiteX1" fmla="*/ 51880 w 78470"/>
                <a:gd name="connsiteY1" fmla="*/ 0 h 191564"/>
                <a:gd name="connsiteX2" fmla="*/ 51880 w 78470"/>
                <a:gd name="connsiteY2" fmla="*/ 189992 h 191564"/>
                <a:gd name="connsiteX3" fmla="*/ 4128 w 78470"/>
                <a:gd name="connsiteY3" fmla="*/ 140843 h 191564"/>
                <a:gd name="connsiteX4" fmla="*/ 28639 w 78470"/>
                <a:gd name="connsiteY4" fmla="*/ 1397 h 19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70" h="191564">
                  <a:moveTo>
                    <a:pt x="28639" y="1397"/>
                  </a:moveTo>
                  <a:cubicBezTo>
                    <a:pt x="34481" y="1016"/>
                    <a:pt x="46038" y="381"/>
                    <a:pt x="51880" y="0"/>
                  </a:cubicBezTo>
                  <a:cubicBezTo>
                    <a:pt x="82614" y="57531"/>
                    <a:pt x="91758" y="134620"/>
                    <a:pt x="51880" y="189992"/>
                  </a:cubicBezTo>
                  <a:cubicBezTo>
                    <a:pt x="20638" y="199390"/>
                    <a:pt x="8827" y="164592"/>
                    <a:pt x="4128" y="140843"/>
                  </a:cubicBezTo>
                  <a:cubicBezTo>
                    <a:pt x="-3873" y="93980"/>
                    <a:pt x="-2476" y="40005"/>
                    <a:pt x="28639" y="1397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3" name="任意形状 1052">
              <a:extLst>
                <a:ext uri="{FF2B5EF4-FFF2-40B4-BE49-F238E27FC236}">
                  <a16:creationId xmlns:a16="http://schemas.microsoft.com/office/drawing/2014/main" id="{D9BE03BC-B87C-32C7-8225-B82B3EC1916E}"/>
                </a:ext>
              </a:extLst>
            </p:cNvPr>
            <p:cNvSpPr/>
            <p:nvPr/>
          </p:nvSpPr>
          <p:spPr>
            <a:xfrm>
              <a:off x="276405" y="756457"/>
              <a:ext cx="828973" cy="753117"/>
            </a:xfrm>
            <a:custGeom>
              <a:avLst/>
              <a:gdLst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447867 w 1644613"/>
                <a:gd name="connsiteY4" fmla="*/ 744100 h 1635893"/>
                <a:gd name="connsiteX5" fmla="*/ 1200852 w 1644613"/>
                <a:gd name="connsiteY5" fmla="*/ 768865 h 1635893"/>
                <a:gd name="connsiteX6" fmla="*/ 1100903 w 1644613"/>
                <a:gd name="connsiteY6" fmla="*/ 724415 h 1635893"/>
                <a:gd name="connsiteX7" fmla="*/ 1075122 w 1644613"/>
                <a:gd name="connsiteY7" fmla="*/ 806838 h 1635893"/>
                <a:gd name="connsiteX8" fmla="*/ 994858 w 1644613"/>
                <a:gd name="connsiteY8" fmla="*/ 891166 h 1635893"/>
                <a:gd name="connsiteX9" fmla="*/ 900370 w 1644613"/>
                <a:gd name="connsiteY9" fmla="*/ 986162 h 1635893"/>
                <a:gd name="connsiteX10" fmla="*/ 765623 w 1644613"/>
                <a:gd name="connsiteY10" fmla="*/ 1048392 h 1635893"/>
                <a:gd name="connsiteX11" fmla="*/ 993715 w 1644613"/>
                <a:gd name="connsiteY11" fmla="*/ 1351541 h 1635893"/>
                <a:gd name="connsiteX12" fmla="*/ 1109666 w 1644613"/>
                <a:gd name="connsiteY12" fmla="*/ 1221620 h 1635893"/>
                <a:gd name="connsiteX13" fmla="*/ 1283275 w 1644613"/>
                <a:gd name="connsiteY13" fmla="*/ 1111003 h 1635893"/>
                <a:gd name="connsiteX14" fmla="*/ 1372810 w 1644613"/>
                <a:gd name="connsiteY14" fmla="*/ 1159136 h 1635893"/>
                <a:gd name="connsiteX15" fmla="*/ 1290260 w 1644613"/>
                <a:gd name="connsiteY15" fmla="*/ 1244353 h 1635893"/>
                <a:gd name="connsiteX16" fmla="*/ 1514796 w 1644613"/>
                <a:gd name="connsiteY16" fmla="*/ 1325633 h 1635893"/>
                <a:gd name="connsiteX17" fmla="*/ 1460440 w 1644613"/>
                <a:gd name="connsiteY17" fmla="*/ 1390657 h 1635893"/>
                <a:gd name="connsiteX18" fmla="*/ 1460821 w 1644613"/>
                <a:gd name="connsiteY18" fmla="*/ 1438790 h 1635893"/>
                <a:gd name="connsiteX19" fmla="*/ 1403163 w 1644613"/>
                <a:gd name="connsiteY19" fmla="*/ 1459999 h 1635893"/>
                <a:gd name="connsiteX20" fmla="*/ 1396686 w 1644613"/>
                <a:gd name="connsiteY20" fmla="*/ 1490352 h 1635893"/>
                <a:gd name="connsiteX21" fmla="*/ 1222569 w 1644613"/>
                <a:gd name="connsiteY21" fmla="*/ 1482224 h 1635893"/>
                <a:gd name="connsiteX22" fmla="*/ 1041340 w 1644613"/>
                <a:gd name="connsiteY22" fmla="*/ 1583443 h 1635893"/>
                <a:gd name="connsiteX23" fmla="*/ 907228 w 1644613"/>
                <a:gd name="connsiteY23" fmla="*/ 1570362 h 1635893"/>
                <a:gd name="connsiteX24" fmla="*/ 909260 w 1644613"/>
                <a:gd name="connsiteY24" fmla="*/ 1626242 h 1635893"/>
                <a:gd name="connsiteX25" fmla="*/ 884622 w 1644613"/>
                <a:gd name="connsiteY25" fmla="*/ 1624718 h 1635893"/>
                <a:gd name="connsiteX26" fmla="*/ 878780 w 1644613"/>
                <a:gd name="connsiteY26" fmla="*/ 1550296 h 1635893"/>
                <a:gd name="connsiteX27" fmla="*/ 820106 w 1644613"/>
                <a:gd name="connsiteY27" fmla="*/ 1144658 h 1635893"/>
                <a:gd name="connsiteX28" fmla="*/ 747208 w 1644613"/>
                <a:gd name="connsiteY28" fmla="*/ 1071887 h 1635893"/>
                <a:gd name="connsiteX29" fmla="*/ 424882 w 1644613"/>
                <a:gd name="connsiteY29" fmla="*/ 1070236 h 1635893"/>
                <a:gd name="connsiteX30" fmla="*/ 337125 w 1644613"/>
                <a:gd name="connsiteY30" fmla="*/ 1072395 h 1635893"/>
                <a:gd name="connsiteX31" fmla="*/ 407610 w 1644613"/>
                <a:gd name="connsiteY31" fmla="*/ 1284231 h 1635893"/>
                <a:gd name="connsiteX32" fmla="*/ 322774 w 1644613"/>
                <a:gd name="connsiteY32" fmla="*/ 1363352 h 1635893"/>
                <a:gd name="connsiteX33" fmla="*/ 288357 w 1644613"/>
                <a:gd name="connsiteY33" fmla="*/ 1588650 h 1635893"/>
                <a:gd name="connsiteX34" fmla="*/ 283023 w 1644613"/>
                <a:gd name="connsiteY34" fmla="*/ 1624718 h 1635893"/>
                <a:gd name="connsiteX35" fmla="*/ 259020 w 1644613"/>
                <a:gd name="connsiteY35" fmla="*/ 1629417 h 1635893"/>
                <a:gd name="connsiteX36" fmla="*/ 323409 w 1644613"/>
                <a:gd name="connsiteY36" fmla="*/ 1250068 h 1635893"/>
                <a:gd name="connsiteX37" fmla="*/ 305629 w 1644613"/>
                <a:gd name="connsiteY37" fmla="*/ 1166248 h 1635893"/>
                <a:gd name="connsiteX38" fmla="*/ 229556 w 1644613"/>
                <a:gd name="connsiteY38" fmla="*/ 1192410 h 1635893"/>
                <a:gd name="connsiteX39" fmla="*/ 18228 w 1644613"/>
                <a:gd name="connsiteY39" fmla="*/ 1623575 h 1635893"/>
                <a:gd name="connsiteX40" fmla="*/ 2099 w 1644613"/>
                <a:gd name="connsiteY40" fmla="*/ 1635894 h 1635893"/>
                <a:gd name="connsiteX41" fmla="*/ 17212 w 1644613"/>
                <a:gd name="connsiteY41" fmla="*/ 1539628 h 1635893"/>
                <a:gd name="connsiteX42" fmla="*/ 107001 w 1644613"/>
                <a:gd name="connsiteY42" fmla="*/ 1318648 h 1635893"/>
                <a:gd name="connsiteX43" fmla="*/ 216983 w 1644613"/>
                <a:gd name="connsiteY43" fmla="*/ 1168153 h 1635893"/>
                <a:gd name="connsiteX44" fmla="*/ 304867 w 1644613"/>
                <a:gd name="connsiteY44" fmla="*/ 1066553 h 1635893"/>
                <a:gd name="connsiteX45" fmla="*/ 391481 w 1644613"/>
                <a:gd name="connsiteY45" fmla="*/ 1032390 h 1635893"/>
                <a:gd name="connsiteX46" fmla="*/ 252924 w 1644613"/>
                <a:gd name="connsiteY46" fmla="*/ 952253 h 1635893"/>
                <a:gd name="connsiteX47" fmla="*/ 138243 w 1644613"/>
                <a:gd name="connsiteY47" fmla="*/ 837064 h 1635893"/>
                <a:gd name="connsiteX48" fmla="*/ 83633 w 1644613"/>
                <a:gd name="connsiteY48" fmla="*/ 754514 h 1635893"/>
                <a:gd name="connsiteX49" fmla="*/ 139767 w 1644613"/>
                <a:gd name="connsiteY49" fmla="*/ 520707 h 1635893"/>
                <a:gd name="connsiteX50" fmla="*/ 413198 w 1644613"/>
                <a:gd name="connsiteY50" fmla="*/ 274200 h 1635893"/>
                <a:gd name="connsiteX51" fmla="*/ 730698 w 1644613"/>
                <a:gd name="connsiteY51" fmla="*/ 270898 h 1635893"/>
                <a:gd name="connsiteX52" fmla="*/ 944058 w 1644613"/>
                <a:gd name="connsiteY52" fmla="*/ 397009 h 1635893"/>
                <a:gd name="connsiteX53" fmla="*/ 1014924 w 1644613"/>
                <a:gd name="connsiteY53" fmla="*/ 137040 h 1635893"/>
                <a:gd name="connsiteX54" fmla="*/ 1076900 w 1644613"/>
                <a:gd name="connsiteY54" fmla="*/ 110878 h 1635893"/>
                <a:gd name="connsiteX55" fmla="*/ 971617 w 1644613"/>
                <a:gd name="connsiteY55" fmla="*/ 432950 h 1635893"/>
                <a:gd name="connsiteX56" fmla="*/ 1070423 w 1644613"/>
                <a:gd name="connsiteY56" fmla="*/ 588017 h 1635893"/>
                <a:gd name="connsiteX57" fmla="*/ 1107507 w 1644613"/>
                <a:gd name="connsiteY57" fmla="*/ 692030 h 1635893"/>
                <a:gd name="connsiteX58" fmla="*/ 1459424 w 1644613"/>
                <a:gd name="connsiteY58" fmla="*/ 707524 h 1635893"/>
                <a:gd name="connsiteX59" fmla="*/ 1614364 w 1644613"/>
                <a:gd name="connsiteY59" fmla="*/ 462160 h 1635893"/>
                <a:gd name="connsiteX60" fmla="*/ 1543879 w 1644613"/>
                <a:gd name="connsiteY60" fmla="*/ 155963 h 1635893"/>
                <a:gd name="connsiteX61" fmla="*/ 1261939 w 1644613"/>
                <a:gd name="connsiteY61" fmla="*/ 27312 h 1635893"/>
                <a:gd name="connsiteX62" fmla="*/ 1076900 w 1644613"/>
                <a:gd name="connsiteY62" fmla="*/ 110878 h 1635893"/>
                <a:gd name="connsiteX63" fmla="*/ 175327 w 1644613"/>
                <a:gd name="connsiteY63" fmla="*/ 504578 h 1635893"/>
                <a:gd name="connsiteX64" fmla="*/ 227270 w 1644613"/>
                <a:gd name="connsiteY64" fmla="*/ 521723 h 1635893"/>
                <a:gd name="connsiteX65" fmla="*/ 284801 w 1644613"/>
                <a:gd name="connsiteY65" fmla="*/ 676663 h 1635893"/>
                <a:gd name="connsiteX66" fmla="*/ 256607 w 1644613"/>
                <a:gd name="connsiteY66" fmla="*/ 816998 h 1635893"/>
                <a:gd name="connsiteX67" fmla="*/ 204283 w 1644613"/>
                <a:gd name="connsiteY67" fmla="*/ 863734 h 1635893"/>
                <a:gd name="connsiteX68" fmla="*/ 615128 w 1644613"/>
                <a:gd name="connsiteY68" fmla="*/ 1040010 h 1635893"/>
                <a:gd name="connsiteX69" fmla="*/ 979491 w 1644613"/>
                <a:gd name="connsiteY69" fmla="*/ 867671 h 1635893"/>
                <a:gd name="connsiteX70" fmla="*/ 1018353 w 1644613"/>
                <a:gd name="connsiteY70" fmla="*/ 573666 h 1635893"/>
                <a:gd name="connsiteX71" fmla="*/ 672151 w 1644613"/>
                <a:gd name="connsiteY71" fmla="*/ 284741 h 1635893"/>
                <a:gd name="connsiteX72" fmla="*/ 175327 w 1644613"/>
                <a:gd name="connsiteY72" fmla="*/ 504578 h 1635893"/>
                <a:gd name="connsiteX73" fmla="*/ 159833 w 1644613"/>
                <a:gd name="connsiteY73" fmla="*/ 539884 h 1635893"/>
                <a:gd name="connsiteX74" fmla="*/ 104588 w 1644613"/>
                <a:gd name="connsiteY74" fmla="*/ 728098 h 1635893"/>
                <a:gd name="connsiteX75" fmla="*/ 197679 w 1644613"/>
                <a:gd name="connsiteY75" fmla="*/ 834143 h 1635893"/>
                <a:gd name="connsiteX76" fmla="*/ 250892 w 1644613"/>
                <a:gd name="connsiteY76" fmla="*/ 752355 h 1635893"/>
                <a:gd name="connsiteX77" fmla="*/ 234636 w 1644613"/>
                <a:gd name="connsiteY77" fmla="*/ 576587 h 1635893"/>
                <a:gd name="connsiteX78" fmla="*/ 159833 w 1644613"/>
                <a:gd name="connsiteY78" fmla="*/ 539884 h 1635893"/>
                <a:gd name="connsiteX79" fmla="*/ 1052135 w 1644613"/>
                <a:gd name="connsiteY79" fmla="*/ 598050 h 1635893"/>
                <a:gd name="connsiteX80" fmla="*/ 1041086 w 1644613"/>
                <a:gd name="connsiteY80" fmla="*/ 807092 h 1635893"/>
                <a:gd name="connsiteX81" fmla="*/ 1052135 w 1644613"/>
                <a:gd name="connsiteY81" fmla="*/ 598050 h 1635893"/>
                <a:gd name="connsiteX82" fmla="*/ 441011 w 1644613"/>
                <a:gd name="connsiteY82" fmla="*/ 1044963 h 1635893"/>
                <a:gd name="connsiteX83" fmla="*/ 658816 w 1644613"/>
                <a:gd name="connsiteY83" fmla="*/ 1078618 h 1635893"/>
                <a:gd name="connsiteX84" fmla="*/ 569154 w 1644613"/>
                <a:gd name="connsiteY84" fmla="*/ 1062616 h 1635893"/>
                <a:gd name="connsiteX85" fmla="*/ 441011 w 1644613"/>
                <a:gd name="connsiteY85" fmla="*/ 1044963 h 1635893"/>
                <a:gd name="connsiteX86" fmla="*/ 303597 w 1644613"/>
                <a:gd name="connsiteY86" fmla="*/ 1095509 h 1635893"/>
                <a:gd name="connsiteX87" fmla="*/ 288992 w 1644613"/>
                <a:gd name="connsiteY87" fmla="*/ 1125100 h 1635893"/>
                <a:gd name="connsiteX88" fmla="*/ 345380 w 1644613"/>
                <a:gd name="connsiteY88" fmla="*/ 1175519 h 1635893"/>
                <a:gd name="connsiteX89" fmla="*/ 332934 w 1644613"/>
                <a:gd name="connsiteY89" fmla="*/ 1333380 h 1635893"/>
                <a:gd name="connsiteX90" fmla="*/ 384369 w 1644613"/>
                <a:gd name="connsiteY90" fmla="*/ 1261879 h 1635893"/>
                <a:gd name="connsiteX91" fmla="*/ 303597 w 1644613"/>
                <a:gd name="connsiteY91" fmla="*/ 1095509 h 1635893"/>
                <a:gd name="connsiteX92" fmla="*/ 1154370 w 1644613"/>
                <a:gd name="connsiteY92" fmla="*/ 1214635 h 1635893"/>
                <a:gd name="connsiteX93" fmla="*/ 1130875 w 1644613"/>
                <a:gd name="connsiteY93" fmla="*/ 1407675 h 1635893"/>
                <a:gd name="connsiteX94" fmla="*/ 1261431 w 1644613"/>
                <a:gd name="connsiteY94" fmla="*/ 1463301 h 1635893"/>
                <a:gd name="connsiteX95" fmla="*/ 1374969 w 1644613"/>
                <a:gd name="connsiteY95" fmla="*/ 1474731 h 1635893"/>
                <a:gd name="connsiteX96" fmla="*/ 1357316 w 1644613"/>
                <a:gd name="connsiteY96" fmla="*/ 1446029 h 1635893"/>
                <a:gd name="connsiteX97" fmla="*/ 1258637 w 1644613"/>
                <a:gd name="connsiteY97" fmla="*/ 1386466 h 1635893"/>
                <a:gd name="connsiteX98" fmla="*/ 1445581 w 1644613"/>
                <a:gd name="connsiteY98" fmla="*/ 1429773 h 1635893"/>
                <a:gd name="connsiteX99" fmla="*/ 1403163 w 1644613"/>
                <a:gd name="connsiteY99" fmla="*/ 1377195 h 1635893"/>
                <a:gd name="connsiteX100" fmla="*/ 1296229 w 1644613"/>
                <a:gd name="connsiteY100" fmla="*/ 1332237 h 1635893"/>
                <a:gd name="connsiteX101" fmla="*/ 1489269 w 1644613"/>
                <a:gd name="connsiteY101" fmla="*/ 1359923 h 1635893"/>
                <a:gd name="connsiteX102" fmla="*/ 1491174 w 1644613"/>
                <a:gd name="connsiteY102" fmla="*/ 1340111 h 1635893"/>
                <a:gd name="connsiteX103" fmla="*/ 1235269 w 1644613"/>
                <a:gd name="connsiteY103" fmla="*/ 1248163 h 1635893"/>
                <a:gd name="connsiteX104" fmla="*/ 1341060 w 1644613"/>
                <a:gd name="connsiteY104" fmla="*/ 1171709 h 1635893"/>
                <a:gd name="connsiteX105" fmla="*/ 1301944 w 1644613"/>
                <a:gd name="connsiteY105" fmla="*/ 1132720 h 1635893"/>
                <a:gd name="connsiteX106" fmla="*/ 1154370 w 1644613"/>
                <a:gd name="connsiteY106" fmla="*/ 1214635 h 1635893"/>
                <a:gd name="connsiteX107" fmla="*/ 857063 w 1644613"/>
                <a:gd name="connsiteY107" fmla="*/ 1181488 h 1635893"/>
                <a:gd name="connsiteX108" fmla="*/ 878272 w 1644613"/>
                <a:gd name="connsiteY108" fmla="*/ 1300868 h 1635893"/>
                <a:gd name="connsiteX109" fmla="*/ 905704 w 1644613"/>
                <a:gd name="connsiteY109" fmla="*/ 1540771 h 1635893"/>
                <a:gd name="connsiteX110" fmla="*/ 1188660 w 1644613"/>
                <a:gd name="connsiteY110" fmla="*/ 1474350 h 1635893"/>
                <a:gd name="connsiteX111" fmla="*/ 1073344 w 1644613"/>
                <a:gd name="connsiteY111" fmla="*/ 1300233 h 1635893"/>
                <a:gd name="connsiteX112" fmla="*/ 973522 w 1644613"/>
                <a:gd name="connsiteY112" fmla="*/ 1438155 h 1635893"/>
                <a:gd name="connsiteX113" fmla="*/ 945201 w 1644613"/>
                <a:gd name="connsiteY113" fmla="*/ 1487558 h 1635893"/>
                <a:gd name="connsiteX114" fmla="*/ 974665 w 1644613"/>
                <a:gd name="connsiteY114" fmla="*/ 1366781 h 1635893"/>
                <a:gd name="connsiteX115" fmla="*/ 857063 w 1644613"/>
                <a:gd name="connsiteY115" fmla="*/ 1181488 h 1635893"/>
                <a:gd name="connsiteX0" fmla="*/ 1014924 w 1644615"/>
                <a:gd name="connsiteY0" fmla="*/ 137040 h 1635895"/>
                <a:gd name="connsiteX1" fmla="*/ 1288609 w 1644615"/>
                <a:gd name="connsiteY1" fmla="*/ 134 h 1635895"/>
                <a:gd name="connsiteX2" fmla="*/ 1606363 w 1644615"/>
                <a:gd name="connsiteY2" fmla="*/ 207525 h 1635895"/>
                <a:gd name="connsiteX3" fmla="*/ 1635827 w 1644615"/>
                <a:gd name="connsiteY3" fmla="*/ 498990 h 1635895"/>
                <a:gd name="connsiteX4" fmla="*/ 1447867 w 1644615"/>
                <a:gd name="connsiteY4" fmla="*/ 744100 h 1635895"/>
                <a:gd name="connsiteX5" fmla="*/ 1200852 w 1644615"/>
                <a:gd name="connsiteY5" fmla="*/ 768865 h 1635895"/>
                <a:gd name="connsiteX6" fmla="*/ 1100903 w 1644615"/>
                <a:gd name="connsiteY6" fmla="*/ 724415 h 1635895"/>
                <a:gd name="connsiteX7" fmla="*/ 1075122 w 1644615"/>
                <a:gd name="connsiteY7" fmla="*/ 806838 h 1635895"/>
                <a:gd name="connsiteX8" fmla="*/ 994858 w 1644615"/>
                <a:gd name="connsiteY8" fmla="*/ 891166 h 1635895"/>
                <a:gd name="connsiteX9" fmla="*/ 900370 w 1644615"/>
                <a:gd name="connsiteY9" fmla="*/ 986162 h 1635895"/>
                <a:gd name="connsiteX10" fmla="*/ 765623 w 1644615"/>
                <a:gd name="connsiteY10" fmla="*/ 1048392 h 1635895"/>
                <a:gd name="connsiteX11" fmla="*/ 993715 w 1644615"/>
                <a:gd name="connsiteY11" fmla="*/ 1351541 h 1635895"/>
                <a:gd name="connsiteX12" fmla="*/ 1109666 w 1644615"/>
                <a:gd name="connsiteY12" fmla="*/ 1221620 h 1635895"/>
                <a:gd name="connsiteX13" fmla="*/ 1283275 w 1644615"/>
                <a:gd name="connsiteY13" fmla="*/ 1111003 h 1635895"/>
                <a:gd name="connsiteX14" fmla="*/ 1372810 w 1644615"/>
                <a:gd name="connsiteY14" fmla="*/ 1159136 h 1635895"/>
                <a:gd name="connsiteX15" fmla="*/ 1290260 w 1644615"/>
                <a:gd name="connsiteY15" fmla="*/ 1244353 h 1635895"/>
                <a:gd name="connsiteX16" fmla="*/ 1514796 w 1644615"/>
                <a:gd name="connsiteY16" fmla="*/ 1325633 h 1635895"/>
                <a:gd name="connsiteX17" fmla="*/ 1460440 w 1644615"/>
                <a:gd name="connsiteY17" fmla="*/ 1390657 h 1635895"/>
                <a:gd name="connsiteX18" fmla="*/ 1460821 w 1644615"/>
                <a:gd name="connsiteY18" fmla="*/ 1438790 h 1635895"/>
                <a:gd name="connsiteX19" fmla="*/ 1403163 w 1644615"/>
                <a:gd name="connsiteY19" fmla="*/ 1459999 h 1635895"/>
                <a:gd name="connsiteX20" fmla="*/ 1396686 w 1644615"/>
                <a:gd name="connsiteY20" fmla="*/ 1490352 h 1635895"/>
                <a:gd name="connsiteX21" fmla="*/ 1222569 w 1644615"/>
                <a:gd name="connsiteY21" fmla="*/ 1482224 h 1635895"/>
                <a:gd name="connsiteX22" fmla="*/ 1041340 w 1644615"/>
                <a:gd name="connsiteY22" fmla="*/ 1583443 h 1635895"/>
                <a:gd name="connsiteX23" fmla="*/ 907228 w 1644615"/>
                <a:gd name="connsiteY23" fmla="*/ 1570362 h 1635895"/>
                <a:gd name="connsiteX24" fmla="*/ 909260 w 1644615"/>
                <a:gd name="connsiteY24" fmla="*/ 1626242 h 1635895"/>
                <a:gd name="connsiteX25" fmla="*/ 884622 w 1644615"/>
                <a:gd name="connsiteY25" fmla="*/ 1624718 h 1635895"/>
                <a:gd name="connsiteX26" fmla="*/ 878780 w 1644615"/>
                <a:gd name="connsiteY26" fmla="*/ 1550296 h 1635895"/>
                <a:gd name="connsiteX27" fmla="*/ 820106 w 1644615"/>
                <a:gd name="connsiteY27" fmla="*/ 1144658 h 1635895"/>
                <a:gd name="connsiteX28" fmla="*/ 747208 w 1644615"/>
                <a:gd name="connsiteY28" fmla="*/ 1071887 h 1635895"/>
                <a:gd name="connsiteX29" fmla="*/ 424882 w 1644615"/>
                <a:gd name="connsiteY29" fmla="*/ 1070236 h 1635895"/>
                <a:gd name="connsiteX30" fmla="*/ 337125 w 1644615"/>
                <a:gd name="connsiteY30" fmla="*/ 1072395 h 1635895"/>
                <a:gd name="connsiteX31" fmla="*/ 407610 w 1644615"/>
                <a:gd name="connsiteY31" fmla="*/ 1284231 h 1635895"/>
                <a:gd name="connsiteX32" fmla="*/ 322774 w 1644615"/>
                <a:gd name="connsiteY32" fmla="*/ 1363352 h 1635895"/>
                <a:gd name="connsiteX33" fmla="*/ 288357 w 1644615"/>
                <a:gd name="connsiteY33" fmla="*/ 1588650 h 1635895"/>
                <a:gd name="connsiteX34" fmla="*/ 283023 w 1644615"/>
                <a:gd name="connsiteY34" fmla="*/ 1624718 h 1635895"/>
                <a:gd name="connsiteX35" fmla="*/ 259020 w 1644615"/>
                <a:gd name="connsiteY35" fmla="*/ 1629417 h 1635895"/>
                <a:gd name="connsiteX36" fmla="*/ 323409 w 1644615"/>
                <a:gd name="connsiteY36" fmla="*/ 1250068 h 1635895"/>
                <a:gd name="connsiteX37" fmla="*/ 305629 w 1644615"/>
                <a:gd name="connsiteY37" fmla="*/ 1166248 h 1635895"/>
                <a:gd name="connsiteX38" fmla="*/ 229556 w 1644615"/>
                <a:gd name="connsiteY38" fmla="*/ 1192410 h 1635895"/>
                <a:gd name="connsiteX39" fmla="*/ 18228 w 1644615"/>
                <a:gd name="connsiteY39" fmla="*/ 1623575 h 1635895"/>
                <a:gd name="connsiteX40" fmla="*/ 2099 w 1644615"/>
                <a:gd name="connsiteY40" fmla="*/ 1635894 h 1635895"/>
                <a:gd name="connsiteX41" fmla="*/ 17212 w 1644615"/>
                <a:gd name="connsiteY41" fmla="*/ 1539628 h 1635895"/>
                <a:gd name="connsiteX42" fmla="*/ 107001 w 1644615"/>
                <a:gd name="connsiteY42" fmla="*/ 1318648 h 1635895"/>
                <a:gd name="connsiteX43" fmla="*/ 216983 w 1644615"/>
                <a:gd name="connsiteY43" fmla="*/ 1168153 h 1635895"/>
                <a:gd name="connsiteX44" fmla="*/ 304867 w 1644615"/>
                <a:gd name="connsiteY44" fmla="*/ 1066553 h 1635895"/>
                <a:gd name="connsiteX45" fmla="*/ 391481 w 1644615"/>
                <a:gd name="connsiteY45" fmla="*/ 1032390 h 1635895"/>
                <a:gd name="connsiteX46" fmla="*/ 252924 w 1644615"/>
                <a:gd name="connsiteY46" fmla="*/ 952253 h 1635895"/>
                <a:gd name="connsiteX47" fmla="*/ 138243 w 1644615"/>
                <a:gd name="connsiteY47" fmla="*/ 837064 h 1635895"/>
                <a:gd name="connsiteX48" fmla="*/ 83633 w 1644615"/>
                <a:gd name="connsiteY48" fmla="*/ 754514 h 1635895"/>
                <a:gd name="connsiteX49" fmla="*/ 139767 w 1644615"/>
                <a:gd name="connsiteY49" fmla="*/ 520707 h 1635895"/>
                <a:gd name="connsiteX50" fmla="*/ 413198 w 1644615"/>
                <a:gd name="connsiteY50" fmla="*/ 274200 h 1635895"/>
                <a:gd name="connsiteX51" fmla="*/ 730698 w 1644615"/>
                <a:gd name="connsiteY51" fmla="*/ 270898 h 1635895"/>
                <a:gd name="connsiteX52" fmla="*/ 944058 w 1644615"/>
                <a:gd name="connsiteY52" fmla="*/ 397009 h 1635895"/>
                <a:gd name="connsiteX53" fmla="*/ 1076900 w 1644615"/>
                <a:gd name="connsiteY53" fmla="*/ 110878 h 1635895"/>
                <a:gd name="connsiteX54" fmla="*/ 971617 w 1644615"/>
                <a:gd name="connsiteY54" fmla="*/ 432950 h 1635895"/>
                <a:gd name="connsiteX55" fmla="*/ 1070423 w 1644615"/>
                <a:gd name="connsiteY55" fmla="*/ 588017 h 1635895"/>
                <a:gd name="connsiteX56" fmla="*/ 1107507 w 1644615"/>
                <a:gd name="connsiteY56" fmla="*/ 692030 h 1635895"/>
                <a:gd name="connsiteX57" fmla="*/ 1459424 w 1644615"/>
                <a:gd name="connsiteY57" fmla="*/ 707524 h 1635895"/>
                <a:gd name="connsiteX58" fmla="*/ 1614364 w 1644615"/>
                <a:gd name="connsiteY58" fmla="*/ 462160 h 1635895"/>
                <a:gd name="connsiteX59" fmla="*/ 1543879 w 1644615"/>
                <a:gd name="connsiteY59" fmla="*/ 155963 h 1635895"/>
                <a:gd name="connsiteX60" fmla="*/ 1261939 w 1644615"/>
                <a:gd name="connsiteY60" fmla="*/ 27312 h 1635895"/>
                <a:gd name="connsiteX61" fmla="*/ 1076900 w 1644615"/>
                <a:gd name="connsiteY61" fmla="*/ 110878 h 1635895"/>
                <a:gd name="connsiteX62" fmla="*/ 175327 w 1644615"/>
                <a:gd name="connsiteY62" fmla="*/ 504578 h 1635895"/>
                <a:gd name="connsiteX63" fmla="*/ 227270 w 1644615"/>
                <a:gd name="connsiteY63" fmla="*/ 521723 h 1635895"/>
                <a:gd name="connsiteX64" fmla="*/ 284801 w 1644615"/>
                <a:gd name="connsiteY64" fmla="*/ 676663 h 1635895"/>
                <a:gd name="connsiteX65" fmla="*/ 256607 w 1644615"/>
                <a:gd name="connsiteY65" fmla="*/ 816998 h 1635895"/>
                <a:gd name="connsiteX66" fmla="*/ 204283 w 1644615"/>
                <a:gd name="connsiteY66" fmla="*/ 863734 h 1635895"/>
                <a:gd name="connsiteX67" fmla="*/ 615128 w 1644615"/>
                <a:gd name="connsiteY67" fmla="*/ 1040010 h 1635895"/>
                <a:gd name="connsiteX68" fmla="*/ 979491 w 1644615"/>
                <a:gd name="connsiteY68" fmla="*/ 867671 h 1635895"/>
                <a:gd name="connsiteX69" fmla="*/ 1018353 w 1644615"/>
                <a:gd name="connsiteY69" fmla="*/ 573666 h 1635895"/>
                <a:gd name="connsiteX70" fmla="*/ 672151 w 1644615"/>
                <a:gd name="connsiteY70" fmla="*/ 284741 h 1635895"/>
                <a:gd name="connsiteX71" fmla="*/ 175327 w 1644615"/>
                <a:gd name="connsiteY71" fmla="*/ 504578 h 1635895"/>
                <a:gd name="connsiteX72" fmla="*/ 159833 w 1644615"/>
                <a:gd name="connsiteY72" fmla="*/ 539884 h 1635895"/>
                <a:gd name="connsiteX73" fmla="*/ 104588 w 1644615"/>
                <a:gd name="connsiteY73" fmla="*/ 728098 h 1635895"/>
                <a:gd name="connsiteX74" fmla="*/ 197679 w 1644615"/>
                <a:gd name="connsiteY74" fmla="*/ 834143 h 1635895"/>
                <a:gd name="connsiteX75" fmla="*/ 250892 w 1644615"/>
                <a:gd name="connsiteY75" fmla="*/ 752355 h 1635895"/>
                <a:gd name="connsiteX76" fmla="*/ 234636 w 1644615"/>
                <a:gd name="connsiteY76" fmla="*/ 576587 h 1635895"/>
                <a:gd name="connsiteX77" fmla="*/ 159833 w 1644615"/>
                <a:gd name="connsiteY77" fmla="*/ 539884 h 1635895"/>
                <a:gd name="connsiteX78" fmla="*/ 1052135 w 1644615"/>
                <a:gd name="connsiteY78" fmla="*/ 598050 h 1635895"/>
                <a:gd name="connsiteX79" fmla="*/ 1041086 w 1644615"/>
                <a:gd name="connsiteY79" fmla="*/ 807092 h 1635895"/>
                <a:gd name="connsiteX80" fmla="*/ 1052135 w 1644615"/>
                <a:gd name="connsiteY80" fmla="*/ 598050 h 1635895"/>
                <a:gd name="connsiteX81" fmla="*/ 441011 w 1644615"/>
                <a:gd name="connsiteY81" fmla="*/ 1044963 h 1635895"/>
                <a:gd name="connsiteX82" fmla="*/ 658816 w 1644615"/>
                <a:gd name="connsiteY82" fmla="*/ 1078618 h 1635895"/>
                <a:gd name="connsiteX83" fmla="*/ 569154 w 1644615"/>
                <a:gd name="connsiteY83" fmla="*/ 1062616 h 1635895"/>
                <a:gd name="connsiteX84" fmla="*/ 441011 w 1644615"/>
                <a:gd name="connsiteY84" fmla="*/ 1044963 h 1635895"/>
                <a:gd name="connsiteX85" fmla="*/ 303597 w 1644615"/>
                <a:gd name="connsiteY85" fmla="*/ 1095509 h 1635895"/>
                <a:gd name="connsiteX86" fmla="*/ 288992 w 1644615"/>
                <a:gd name="connsiteY86" fmla="*/ 1125100 h 1635895"/>
                <a:gd name="connsiteX87" fmla="*/ 345380 w 1644615"/>
                <a:gd name="connsiteY87" fmla="*/ 1175519 h 1635895"/>
                <a:gd name="connsiteX88" fmla="*/ 332934 w 1644615"/>
                <a:gd name="connsiteY88" fmla="*/ 1333380 h 1635895"/>
                <a:gd name="connsiteX89" fmla="*/ 384369 w 1644615"/>
                <a:gd name="connsiteY89" fmla="*/ 1261879 h 1635895"/>
                <a:gd name="connsiteX90" fmla="*/ 303597 w 1644615"/>
                <a:gd name="connsiteY90" fmla="*/ 1095509 h 1635895"/>
                <a:gd name="connsiteX91" fmla="*/ 1154370 w 1644615"/>
                <a:gd name="connsiteY91" fmla="*/ 1214635 h 1635895"/>
                <a:gd name="connsiteX92" fmla="*/ 1130875 w 1644615"/>
                <a:gd name="connsiteY92" fmla="*/ 1407675 h 1635895"/>
                <a:gd name="connsiteX93" fmla="*/ 1261431 w 1644615"/>
                <a:gd name="connsiteY93" fmla="*/ 1463301 h 1635895"/>
                <a:gd name="connsiteX94" fmla="*/ 1374969 w 1644615"/>
                <a:gd name="connsiteY94" fmla="*/ 1474731 h 1635895"/>
                <a:gd name="connsiteX95" fmla="*/ 1357316 w 1644615"/>
                <a:gd name="connsiteY95" fmla="*/ 1446029 h 1635895"/>
                <a:gd name="connsiteX96" fmla="*/ 1258637 w 1644615"/>
                <a:gd name="connsiteY96" fmla="*/ 1386466 h 1635895"/>
                <a:gd name="connsiteX97" fmla="*/ 1445581 w 1644615"/>
                <a:gd name="connsiteY97" fmla="*/ 1429773 h 1635895"/>
                <a:gd name="connsiteX98" fmla="*/ 1403163 w 1644615"/>
                <a:gd name="connsiteY98" fmla="*/ 1377195 h 1635895"/>
                <a:gd name="connsiteX99" fmla="*/ 1296229 w 1644615"/>
                <a:gd name="connsiteY99" fmla="*/ 1332237 h 1635895"/>
                <a:gd name="connsiteX100" fmla="*/ 1489269 w 1644615"/>
                <a:gd name="connsiteY100" fmla="*/ 1359923 h 1635895"/>
                <a:gd name="connsiteX101" fmla="*/ 1491174 w 1644615"/>
                <a:gd name="connsiteY101" fmla="*/ 1340111 h 1635895"/>
                <a:gd name="connsiteX102" fmla="*/ 1235269 w 1644615"/>
                <a:gd name="connsiteY102" fmla="*/ 1248163 h 1635895"/>
                <a:gd name="connsiteX103" fmla="*/ 1341060 w 1644615"/>
                <a:gd name="connsiteY103" fmla="*/ 1171709 h 1635895"/>
                <a:gd name="connsiteX104" fmla="*/ 1301944 w 1644615"/>
                <a:gd name="connsiteY104" fmla="*/ 1132720 h 1635895"/>
                <a:gd name="connsiteX105" fmla="*/ 1154370 w 1644615"/>
                <a:gd name="connsiteY105" fmla="*/ 1214635 h 1635895"/>
                <a:gd name="connsiteX106" fmla="*/ 857063 w 1644615"/>
                <a:gd name="connsiteY106" fmla="*/ 1181488 h 1635895"/>
                <a:gd name="connsiteX107" fmla="*/ 878272 w 1644615"/>
                <a:gd name="connsiteY107" fmla="*/ 1300868 h 1635895"/>
                <a:gd name="connsiteX108" fmla="*/ 905704 w 1644615"/>
                <a:gd name="connsiteY108" fmla="*/ 1540771 h 1635895"/>
                <a:gd name="connsiteX109" fmla="*/ 1188660 w 1644615"/>
                <a:gd name="connsiteY109" fmla="*/ 1474350 h 1635895"/>
                <a:gd name="connsiteX110" fmla="*/ 1073344 w 1644615"/>
                <a:gd name="connsiteY110" fmla="*/ 1300233 h 1635895"/>
                <a:gd name="connsiteX111" fmla="*/ 973522 w 1644615"/>
                <a:gd name="connsiteY111" fmla="*/ 1438155 h 1635895"/>
                <a:gd name="connsiteX112" fmla="*/ 945201 w 1644615"/>
                <a:gd name="connsiteY112" fmla="*/ 1487558 h 1635895"/>
                <a:gd name="connsiteX113" fmla="*/ 974665 w 1644615"/>
                <a:gd name="connsiteY113" fmla="*/ 1366781 h 1635895"/>
                <a:gd name="connsiteX114" fmla="*/ 857063 w 1644615"/>
                <a:gd name="connsiteY114" fmla="*/ 1181488 h 1635895"/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200852 w 1644613"/>
                <a:gd name="connsiteY4" fmla="*/ 768865 h 1635893"/>
                <a:gd name="connsiteX5" fmla="*/ 1100903 w 1644613"/>
                <a:gd name="connsiteY5" fmla="*/ 724415 h 1635893"/>
                <a:gd name="connsiteX6" fmla="*/ 1075122 w 1644613"/>
                <a:gd name="connsiteY6" fmla="*/ 806838 h 1635893"/>
                <a:gd name="connsiteX7" fmla="*/ 994858 w 1644613"/>
                <a:gd name="connsiteY7" fmla="*/ 891166 h 1635893"/>
                <a:gd name="connsiteX8" fmla="*/ 900370 w 1644613"/>
                <a:gd name="connsiteY8" fmla="*/ 986162 h 1635893"/>
                <a:gd name="connsiteX9" fmla="*/ 765623 w 1644613"/>
                <a:gd name="connsiteY9" fmla="*/ 1048392 h 1635893"/>
                <a:gd name="connsiteX10" fmla="*/ 993715 w 1644613"/>
                <a:gd name="connsiteY10" fmla="*/ 1351541 h 1635893"/>
                <a:gd name="connsiteX11" fmla="*/ 1109666 w 1644613"/>
                <a:gd name="connsiteY11" fmla="*/ 1221620 h 1635893"/>
                <a:gd name="connsiteX12" fmla="*/ 1283275 w 1644613"/>
                <a:gd name="connsiteY12" fmla="*/ 1111003 h 1635893"/>
                <a:gd name="connsiteX13" fmla="*/ 1372810 w 1644613"/>
                <a:gd name="connsiteY13" fmla="*/ 1159136 h 1635893"/>
                <a:gd name="connsiteX14" fmla="*/ 1290260 w 1644613"/>
                <a:gd name="connsiteY14" fmla="*/ 1244353 h 1635893"/>
                <a:gd name="connsiteX15" fmla="*/ 1514796 w 1644613"/>
                <a:gd name="connsiteY15" fmla="*/ 1325633 h 1635893"/>
                <a:gd name="connsiteX16" fmla="*/ 1460440 w 1644613"/>
                <a:gd name="connsiteY16" fmla="*/ 1390657 h 1635893"/>
                <a:gd name="connsiteX17" fmla="*/ 1460821 w 1644613"/>
                <a:gd name="connsiteY17" fmla="*/ 1438790 h 1635893"/>
                <a:gd name="connsiteX18" fmla="*/ 1403163 w 1644613"/>
                <a:gd name="connsiteY18" fmla="*/ 1459999 h 1635893"/>
                <a:gd name="connsiteX19" fmla="*/ 1396686 w 1644613"/>
                <a:gd name="connsiteY19" fmla="*/ 1490352 h 1635893"/>
                <a:gd name="connsiteX20" fmla="*/ 1222569 w 1644613"/>
                <a:gd name="connsiteY20" fmla="*/ 1482224 h 1635893"/>
                <a:gd name="connsiteX21" fmla="*/ 1041340 w 1644613"/>
                <a:gd name="connsiteY21" fmla="*/ 1583443 h 1635893"/>
                <a:gd name="connsiteX22" fmla="*/ 907228 w 1644613"/>
                <a:gd name="connsiteY22" fmla="*/ 1570362 h 1635893"/>
                <a:gd name="connsiteX23" fmla="*/ 909260 w 1644613"/>
                <a:gd name="connsiteY23" fmla="*/ 1626242 h 1635893"/>
                <a:gd name="connsiteX24" fmla="*/ 884622 w 1644613"/>
                <a:gd name="connsiteY24" fmla="*/ 1624718 h 1635893"/>
                <a:gd name="connsiteX25" fmla="*/ 878780 w 1644613"/>
                <a:gd name="connsiteY25" fmla="*/ 1550296 h 1635893"/>
                <a:gd name="connsiteX26" fmla="*/ 820106 w 1644613"/>
                <a:gd name="connsiteY26" fmla="*/ 1144658 h 1635893"/>
                <a:gd name="connsiteX27" fmla="*/ 747208 w 1644613"/>
                <a:gd name="connsiteY27" fmla="*/ 1071887 h 1635893"/>
                <a:gd name="connsiteX28" fmla="*/ 424882 w 1644613"/>
                <a:gd name="connsiteY28" fmla="*/ 1070236 h 1635893"/>
                <a:gd name="connsiteX29" fmla="*/ 337125 w 1644613"/>
                <a:gd name="connsiteY29" fmla="*/ 1072395 h 1635893"/>
                <a:gd name="connsiteX30" fmla="*/ 407610 w 1644613"/>
                <a:gd name="connsiteY30" fmla="*/ 1284231 h 1635893"/>
                <a:gd name="connsiteX31" fmla="*/ 322774 w 1644613"/>
                <a:gd name="connsiteY31" fmla="*/ 1363352 h 1635893"/>
                <a:gd name="connsiteX32" fmla="*/ 288357 w 1644613"/>
                <a:gd name="connsiteY32" fmla="*/ 1588650 h 1635893"/>
                <a:gd name="connsiteX33" fmla="*/ 283023 w 1644613"/>
                <a:gd name="connsiteY33" fmla="*/ 1624718 h 1635893"/>
                <a:gd name="connsiteX34" fmla="*/ 259020 w 1644613"/>
                <a:gd name="connsiteY34" fmla="*/ 1629417 h 1635893"/>
                <a:gd name="connsiteX35" fmla="*/ 323409 w 1644613"/>
                <a:gd name="connsiteY35" fmla="*/ 1250068 h 1635893"/>
                <a:gd name="connsiteX36" fmla="*/ 305629 w 1644613"/>
                <a:gd name="connsiteY36" fmla="*/ 1166248 h 1635893"/>
                <a:gd name="connsiteX37" fmla="*/ 229556 w 1644613"/>
                <a:gd name="connsiteY37" fmla="*/ 1192410 h 1635893"/>
                <a:gd name="connsiteX38" fmla="*/ 18228 w 1644613"/>
                <a:gd name="connsiteY38" fmla="*/ 1623575 h 1635893"/>
                <a:gd name="connsiteX39" fmla="*/ 2099 w 1644613"/>
                <a:gd name="connsiteY39" fmla="*/ 1635894 h 1635893"/>
                <a:gd name="connsiteX40" fmla="*/ 17212 w 1644613"/>
                <a:gd name="connsiteY40" fmla="*/ 1539628 h 1635893"/>
                <a:gd name="connsiteX41" fmla="*/ 107001 w 1644613"/>
                <a:gd name="connsiteY41" fmla="*/ 1318648 h 1635893"/>
                <a:gd name="connsiteX42" fmla="*/ 216983 w 1644613"/>
                <a:gd name="connsiteY42" fmla="*/ 1168153 h 1635893"/>
                <a:gd name="connsiteX43" fmla="*/ 304867 w 1644613"/>
                <a:gd name="connsiteY43" fmla="*/ 1066553 h 1635893"/>
                <a:gd name="connsiteX44" fmla="*/ 391481 w 1644613"/>
                <a:gd name="connsiteY44" fmla="*/ 1032390 h 1635893"/>
                <a:gd name="connsiteX45" fmla="*/ 252924 w 1644613"/>
                <a:gd name="connsiteY45" fmla="*/ 952253 h 1635893"/>
                <a:gd name="connsiteX46" fmla="*/ 138243 w 1644613"/>
                <a:gd name="connsiteY46" fmla="*/ 837064 h 1635893"/>
                <a:gd name="connsiteX47" fmla="*/ 83633 w 1644613"/>
                <a:gd name="connsiteY47" fmla="*/ 754514 h 1635893"/>
                <a:gd name="connsiteX48" fmla="*/ 139767 w 1644613"/>
                <a:gd name="connsiteY48" fmla="*/ 520707 h 1635893"/>
                <a:gd name="connsiteX49" fmla="*/ 413198 w 1644613"/>
                <a:gd name="connsiteY49" fmla="*/ 274200 h 1635893"/>
                <a:gd name="connsiteX50" fmla="*/ 730698 w 1644613"/>
                <a:gd name="connsiteY50" fmla="*/ 270898 h 1635893"/>
                <a:gd name="connsiteX51" fmla="*/ 944058 w 1644613"/>
                <a:gd name="connsiteY51" fmla="*/ 397009 h 1635893"/>
                <a:gd name="connsiteX52" fmla="*/ 1076900 w 1644613"/>
                <a:gd name="connsiteY52" fmla="*/ 110878 h 1635893"/>
                <a:gd name="connsiteX53" fmla="*/ 971617 w 1644613"/>
                <a:gd name="connsiteY53" fmla="*/ 432950 h 1635893"/>
                <a:gd name="connsiteX54" fmla="*/ 1070423 w 1644613"/>
                <a:gd name="connsiteY54" fmla="*/ 588017 h 1635893"/>
                <a:gd name="connsiteX55" fmla="*/ 1107507 w 1644613"/>
                <a:gd name="connsiteY55" fmla="*/ 692030 h 1635893"/>
                <a:gd name="connsiteX56" fmla="*/ 1459424 w 1644613"/>
                <a:gd name="connsiteY56" fmla="*/ 707524 h 1635893"/>
                <a:gd name="connsiteX57" fmla="*/ 1614364 w 1644613"/>
                <a:gd name="connsiteY57" fmla="*/ 462160 h 1635893"/>
                <a:gd name="connsiteX58" fmla="*/ 1543879 w 1644613"/>
                <a:gd name="connsiteY58" fmla="*/ 155963 h 1635893"/>
                <a:gd name="connsiteX59" fmla="*/ 1261939 w 1644613"/>
                <a:gd name="connsiteY59" fmla="*/ 27312 h 1635893"/>
                <a:gd name="connsiteX60" fmla="*/ 1076900 w 1644613"/>
                <a:gd name="connsiteY60" fmla="*/ 110878 h 1635893"/>
                <a:gd name="connsiteX61" fmla="*/ 175327 w 1644613"/>
                <a:gd name="connsiteY61" fmla="*/ 504578 h 1635893"/>
                <a:gd name="connsiteX62" fmla="*/ 227270 w 1644613"/>
                <a:gd name="connsiteY62" fmla="*/ 521723 h 1635893"/>
                <a:gd name="connsiteX63" fmla="*/ 284801 w 1644613"/>
                <a:gd name="connsiteY63" fmla="*/ 676663 h 1635893"/>
                <a:gd name="connsiteX64" fmla="*/ 256607 w 1644613"/>
                <a:gd name="connsiteY64" fmla="*/ 816998 h 1635893"/>
                <a:gd name="connsiteX65" fmla="*/ 204283 w 1644613"/>
                <a:gd name="connsiteY65" fmla="*/ 863734 h 1635893"/>
                <a:gd name="connsiteX66" fmla="*/ 615128 w 1644613"/>
                <a:gd name="connsiteY66" fmla="*/ 1040010 h 1635893"/>
                <a:gd name="connsiteX67" fmla="*/ 979491 w 1644613"/>
                <a:gd name="connsiteY67" fmla="*/ 867671 h 1635893"/>
                <a:gd name="connsiteX68" fmla="*/ 1018353 w 1644613"/>
                <a:gd name="connsiteY68" fmla="*/ 573666 h 1635893"/>
                <a:gd name="connsiteX69" fmla="*/ 672151 w 1644613"/>
                <a:gd name="connsiteY69" fmla="*/ 284741 h 1635893"/>
                <a:gd name="connsiteX70" fmla="*/ 175327 w 1644613"/>
                <a:gd name="connsiteY70" fmla="*/ 504578 h 1635893"/>
                <a:gd name="connsiteX71" fmla="*/ 159833 w 1644613"/>
                <a:gd name="connsiteY71" fmla="*/ 539884 h 1635893"/>
                <a:gd name="connsiteX72" fmla="*/ 104588 w 1644613"/>
                <a:gd name="connsiteY72" fmla="*/ 728098 h 1635893"/>
                <a:gd name="connsiteX73" fmla="*/ 197679 w 1644613"/>
                <a:gd name="connsiteY73" fmla="*/ 834143 h 1635893"/>
                <a:gd name="connsiteX74" fmla="*/ 250892 w 1644613"/>
                <a:gd name="connsiteY74" fmla="*/ 752355 h 1635893"/>
                <a:gd name="connsiteX75" fmla="*/ 234636 w 1644613"/>
                <a:gd name="connsiteY75" fmla="*/ 576587 h 1635893"/>
                <a:gd name="connsiteX76" fmla="*/ 159833 w 1644613"/>
                <a:gd name="connsiteY76" fmla="*/ 539884 h 1635893"/>
                <a:gd name="connsiteX77" fmla="*/ 1052135 w 1644613"/>
                <a:gd name="connsiteY77" fmla="*/ 598050 h 1635893"/>
                <a:gd name="connsiteX78" fmla="*/ 1041086 w 1644613"/>
                <a:gd name="connsiteY78" fmla="*/ 807092 h 1635893"/>
                <a:gd name="connsiteX79" fmla="*/ 1052135 w 1644613"/>
                <a:gd name="connsiteY79" fmla="*/ 598050 h 1635893"/>
                <a:gd name="connsiteX80" fmla="*/ 441011 w 1644613"/>
                <a:gd name="connsiteY80" fmla="*/ 1044963 h 1635893"/>
                <a:gd name="connsiteX81" fmla="*/ 658816 w 1644613"/>
                <a:gd name="connsiteY81" fmla="*/ 1078618 h 1635893"/>
                <a:gd name="connsiteX82" fmla="*/ 569154 w 1644613"/>
                <a:gd name="connsiteY82" fmla="*/ 1062616 h 1635893"/>
                <a:gd name="connsiteX83" fmla="*/ 441011 w 1644613"/>
                <a:gd name="connsiteY83" fmla="*/ 1044963 h 1635893"/>
                <a:gd name="connsiteX84" fmla="*/ 303597 w 1644613"/>
                <a:gd name="connsiteY84" fmla="*/ 1095509 h 1635893"/>
                <a:gd name="connsiteX85" fmla="*/ 288992 w 1644613"/>
                <a:gd name="connsiteY85" fmla="*/ 1125100 h 1635893"/>
                <a:gd name="connsiteX86" fmla="*/ 345380 w 1644613"/>
                <a:gd name="connsiteY86" fmla="*/ 1175519 h 1635893"/>
                <a:gd name="connsiteX87" fmla="*/ 332934 w 1644613"/>
                <a:gd name="connsiteY87" fmla="*/ 1333380 h 1635893"/>
                <a:gd name="connsiteX88" fmla="*/ 384369 w 1644613"/>
                <a:gd name="connsiteY88" fmla="*/ 1261879 h 1635893"/>
                <a:gd name="connsiteX89" fmla="*/ 303597 w 1644613"/>
                <a:gd name="connsiteY89" fmla="*/ 1095509 h 1635893"/>
                <a:gd name="connsiteX90" fmla="*/ 1154370 w 1644613"/>
                <a:gd name="connsiteY90" fmla="*/ 1214635 h 1635893"/>
                <a:gd name="connsiteX91" fmla="*/ 1130875 w 1644613"/>
                <a:gd name="connsiteY91" fmla="*/ 1407675 h 1635893"/>
                <a:gd name="connsiteX92" fmla="*/ 1261431 w 1644613"/>
                <a:gd name="connsiteY92" fmla="*/ 1463301 h 1635893"/>
                <a:gd name="connsiteX93" fmla="*/ 1374969 w 1644613"/>
                <a:gd name="connsiteY93" fmla="*/ 1474731 h 1635893"/>
                <a:gd name="connsiteX94" fmla="*/ 1357316 w 1644613"/>
                <a:gd name="connsiteY94" fmla="*/ 1446029 h 1635893"/>
                <a:gd name="connsiteX95" fmla="*/ 1258637 w 1644613"/>
                <a:gd name="connsiteY95" fmla="*/ 1386466 h 1635893"/>
                <a:gd name="connsiteX96" fmla="*/ 1445581 w 1644613"/>
                <a:gd name="connsiteY96" fmla="*/ 1429773 h 1635893"/>
                <a:gd name="connsiteX97" fmla="*/ 1403163 w 1644613"/>
                <a:gd name="connsiteY97" fmla="*/ 1377195 h 1635893"/>
                <a:gd name="connsiteX98" fmla="*/ 1296229 w 1644613"/>
                <a:gd name="connsiteY98" fmla="*/ 1332237 h 1635893"/>
                <a:gd name="connsiteX99" fmla="*/ 1489269 w 1644613"/>
                <a:gd name="connsiteY99" fmla="*/ 1359923 h 1635893"/>
                <a:gd name="connsiteX100" fmla="*/ 1491174 w 1644613"/>
                <a:gd name="connsiteY100" fmla="*/ 1340111 h 1635893"/>
                <a:gd name="connsiteX101" fmla="*/ 1235269 w 1644613"/>
                <a:gd name="connsiteY101" fmla="*/ 1248163 h 1635893"/>
                <a:gd name="connsiteX102" fmla="*/ 1341060 w 1644613"/>
                <a:gd name="connsiteY102" fmla="*/ 1171709 h 1635893"/>
                <a:gd name="connsiteX103" fmla="*/ 1301944 w 1644613"/>
                <a:gd name="connsiteY103" fmla="*/ 1132720 h 1635893"/>
                <a:gd name="connsiteX104" fmla="*/ 1154370 w 1644613"/>
                <a:gd name="connsiteY104" fmla="*/ 1214635 h 1635893"/>
                <a:gd name="connsiteX105" fmla="*/ 857063 w 1644613"/>
                <a:gd name="connsiteY105" fmla="*/ 1181488 h 1635893"/>
                <a:gd name="connsiteX106" fmla="*/ 878272 w 1644613"/>
                <a:gd name="connsiteY106" fmla="*/ 1300868 h 1635893"/>
                <a:gd name="connsiteX107" fmla="*/ 905704 w 1644613"/>
                <a:gd name="connsiteY107" fmla="*/ 1540771 h 1635893"/>
                <a:gd name="connsiteX108" fmla="*/ 1188660 w 1644613"/>
                <a:gd name="connsiteY108" fmla="*/ 1474350 h 1635893"/>
                <a:gd name="connsiteX109" fmla="*/ 1073344 w 1644613"/>
                <a:gd name="connsiteY109" fmla="*/ 1300233 h 1635893"/>
                <a:gd name="connsiteX110" fmla="*/ 973522 w 1644613"/>
                <a:gd name="connsiteY110" fmla="*/ 1438155 h 1635893"/>
                <a:gd name="connsiteX111" fmla="*/ 945201 w 1644613"/>
                <a:gd name="connsiteY111" fmla="*/ 1487558 h 1635893"/>
                <a:gd name="connsiteX112" fmla="*/ 974665 w 1644613"/>
                <a:gd name="connsiteY112" fmla="*/ 1366781 h 1635893"/>
                <a:gd name="connsiteX113" fmla="*/ 857063 w 1644613"/>
                <a:gd name="connsiteY113" fmla="*/ 1181488 h 1635893"/>
                <a:gd name="connsiteX0" fmla="*/ 1014924 w 1644615"/>
                <a:gd name="connsiteY0" fmla="*/ 137040 h 1635895"/>
                <a:gd name="connsiteX1" fmla="*/ 1288609 w 1644615"/>
                <a:gd name="connsiteY1" fmla="*/ 134 h 1635895"/>
                <a:gd name="connsiteX2" fmla="*/ 1606363 w 1644615"/>
                <a:gd name="connsiteY2" fmla="*/ 207525 h 1635895"/>
                <a:gd name="connsiteX3" fmla="*/ 1635827 w 1644615"/>
                <a:gd name="connsiteY3" fmla="*/ 498990 h 1635895"/>
                <a:gd name="connsiteX4" fmla="*/ 1200852 w 1644615"/>
                <a:gd name="connsiteY4" fmla="*/ 768865 h 1635895"/>
                <a:gd name="connsiteX5" fmla="*/ 1100903 w 1644615"/>
                <a:gd name="connsiteY5" fmla="*/ 724415 h 1635895"/>
                <a:gd name="connsiteX6" fmla="*/ 1075122 w 1644615"/>
                <a:gd name="connsiteY6" fmla="*/ 806838 h 1635895"/>
                <a:gd name="connsiteX7" fmla="*/ 994858 w 1644615"/>
                <a:gd name="connsiteY7" fmla="*/ 891166 h 1635895"/>
                <a:gd name="connsiteX8" fmla="*/ 900370 w 1644615"/>
                <a:gd name="connsiteY8" fmla="*/ 986162 h 1635895"/>
                <a:gd name="connsiteX9" fmla="*/ 765623 w 1644615"/>
                <a:gd name="connsiteY9" fmla="*/ 1048392 h 1635895"/>
                <a:gd name="connsiteX10" fmla="*/ 993715 w 1644615"/>
                <a:gd name="connsiteY10" fmla="*/ 1351541 h 1635895"/>
                <a:gd name="connsiteX11" fmla="*/ 1109666 w 1644615"/>
                <a:gd name="connsiteY11" fmla="*/ 1221620 h 1635895"/>
                <a:gd name="connsiteX12" fmla="*/ 1283275 w 1644615"/>
                <a:gd name="connsiteY12" fmla="*/ 1111003 h 1635895"/>
                <a:gd name="connsiteX13" fmla="*/ 1372810 w 1644615"/>
                <a:gd name="connsiteY13" fmla="*/ 1159136 h 1635895"/>
                <a:gd name="connsiteX14" fmla="*/ 1290260 w 1644615"/>
                <a:gd name="connsiteY14" fmla="*/ 1244353 h 1635895"/>
                <a:gd name="connsiteX15" fmla="*/ 1514796 w 1644615"/>
                <a:gd name="connsiteY15" fmla="*/ 1325633 h 1635895"/>
                <a:gd name="connsiteX16" fmla="*/ 1460440 w 1644615"/>
                <a:gd name="connsiteY16" fmla="*/ 1390657 h 1635895"/>
                <a:gd name="connsiteX17" fmla="*/ 1460821 w 1644615"/>
                <a:gd name="connsiteY17" fmla="*/ 1438790 h 1635895"/>
                <a:gd name="connsiteX18" fmla="*/ 1403163 w 1644615"/>
                <a:gd name="connsiteY18" fmla="*/ 1459999 h 1635895"/>
                <a:gd name="connsiteX19" fmla="*/ 1396686 w 1644615"/>
                <a:gd name="connsiteY19" fmla="*/ 1490352 h 1635895"/>
                <a:gd name="connsiteX20" fmla="*/ 1222569 w 1644615"/>
                <a:gd name="connsiteY20" fmla="*/ 1482224 h 1635895"/>
                <a:gd name="connsiteX21" fmla="*/ 1041340 w 1644615"/>
                <a:gd name="connsiteY21" fmla="*/ 1583443 h 1635895"/>
                <a:gd name="connsiteX22" fmla="*/ 907228 w 1644615"/>
                <a:gd name="connsiteY22" fmla="*/ 1570362 h 1635895"/>
                <a:gd name="connsiteX23" fmla="*/ 909260 w 1644615"/>
                <a:gd name="connsiteY23" fmla="*/ 1626242 h 1635895"/>
                <a:gd name="connsiteX24" fmla="*/ 884622 w 1644615"/>
                <a:gd name="connsiteY24" fmla="*/ 1624718 h 1635895"/>
                <a:gd name="connsiteX25" fmla="*/ 878780 w 1644615"/>
                <a:gd name="connsiteY25" fmla="*/ 1550296 h 1635895"/>
                <a:gd name="connsiteX26" fmla="*/ 820106 w 1644615"/>
                <a:gd name="connsiteY26" fmla="*/ 1144658 h 1635895"/>
                <a:gd name="connsiteX27" fmla="*/ 747208 w 1644615"/>
                <a:gd name="connsiteY27" fmla="*/ 1071887 h 1635895"/>
                <a:gd name="connsiteX28" fmla="*/ 424882 w 1644615"/>
                <a:gd name="connsiteY28" fmla="*/ 1070236 h 1635895"/>
                <a:gd name="connsiteX29" fmla="*/ 337125 w 1644615"/>
                <a:gd name="connsiteY29" fmla="*/ 1072395 h 1635895"/>
                <a:gd name="connsiteX30" fmla="*/ 407610 w 1644615"/>
                <a:gd name="connsiteY30" fmla="*/ 1284231 h 1635895"/>
                <a:gd name="connsiteX31" fmla="*/ 322774 w 1644615"/>
                <a:gd name="connsiteY31" fmla="*/ 1363352 h 1635895"/>
                <a:gd name="connsiteX32" fmla="*/ 288357 w 1644615"/>
                <a:gd name="connsiteY32" fmla="*/ 1588650 h 1635895"/>
                <a:gd name="connsiteX33" fmla="*/ 283023 w 1644615"/>
                <a:gd name="connsiteY33" fmla="*/ 1624718 h 1635895"/>
                <a:gd name="connsiteX34" fmla="*/ 259020 w 1644615"/>
                <a:gd name="connsiteY34" fmla="*/ 1629417 h 1635895"/>
                <a:gd name="connsiteX35" fmla="*/ 323409 w 1644615"/>
                <a:gd name="connsiteY35" fmla="*/ 1250068 h 1635895"/>
                <a:gd name="connsiteX36" fmla="*/ 305629 w 1644615"/>
                <a:gd name="connsiteY36" fmla="*/ 1166248 h 1635895"/>
                <a:gd name="connsiteX37" fmla="*/ 229556 w 1644615"/>
                <a:gd name="connsiteY37" fmla="*/ 1192410 h 1635895"/>
                <a:gd name="connsiteX38" fmla="*/ 18228 w 1644615"/>
                <a:gd name="connsiteY38" fmla="*/ 1623575 h 1635895"/>
                <a:gd name="connsiteX39" fmla="*/ 2099 w 1644615"/>
                <a:gd name="connsiteY39" fmla="*/ 1635894 h 1635895"/>
                <a:gd name="connsiteX40" fmla="*/ 17212 w 1644615"/>
                <a:gd name="connsiteY40" fmla="*/ 1539628 h 1635895"/>
                <a:gd name="connsiteX41" fmla="*/ 107001 w 1644615"/>
                <a:gd name="connsiteY41" fmla="*/ 1318648 h 1635895"/>
                <a:gd name="connsiteX42" fmla="*/ 216983 w 1644615"/>
                <a:gd name="connsiteY42" fmla="*/ 1168153 h 1635895"/>
                <a:gd name="connsiteX43" fmla="*/ 304867 w 1644615"/>
                <a:gd name="connsiteY43" fmla="*/ 1066553 h 1635895"/>
                <a:gd name="connsiteX44" fmla="*/ 391481 w 1644615"/>
                <a:gd name="connsiteY44" fmla="*/ 1032390 h 1635895"/>
                <a:gd name="connsiteX45" fmla="*/ 252924 w 1644615"/>
                <a:gd name="connsiteY45" fmla="*/ 952253 h 1635895"/>
                <a:gd name="connsiteX46" fmla="*/ 138243 w 1644615"/>
                <a:gd name="connsiteY46" fmla="*/ 837064 h 1635895"/>
                <a:gd name="connsiteX47" fmla="*/ 83633 w 1644615"/>
                <a:gd name="connsiteY47" fmla="*/ 754514 h 1635895"/>
                <a:gd name="connsiteX48" fmla="*/ 139767 w 1644615"/>
                <a:gd name="connsiteY48" fmla="*/ 520707 h 1635895"/>
                <a:gd name="connsiteX49" fmla="*/ 413198 w 1644615"/>
                <a:gd name="connsiteY49" fmla="*/ 274200 h 1635895"/>
                <a:gd name="connsiteX50" fmla="*/ 730698 w 1644615"/>
                <a:gd name="connsiteY50" fmla="*/ 270898 h 1635895"/>
                <a:gd name="connsiteX51" fmla="*/ 944058 w 1644615"/>
                <a:gd name="connsiteY51" fmla="*/ 397009 h 1635895"/>
                <a:gd name="connsiteX52" fmla="*/ 1076900 w 1644615"/>
                <a:gd name="connsiteY52" fmla="*/ 110878 h 1635895"/>
                <a:gd name="connsiteX53" fmla="*/ 971617 w 1644615"/>
                <a:gd name="connsiteY53" fmla="*/ 432950 h 1635895"/>
                <a:gd name="connsiteX54" fmla="*/ 1070423 w 1644615"/>
                <a:gd name="connsiteY54" fmla="*/ 588017 h 1635895"/>
                <a:gd name="connsiteX55" fmla="*/ 1107507 w 1644615"/>
                <a:gd name="connsiteY55" fmla="*/ 692030 h 1635895"/>
                <a:gd name="connsiteX56" fmla="*/ 1459424 w 1644615"/>
                <a:gd name="connsiteY56" fmla="*/ 707524 h 1635895"/>
                <a:gd name="connsiteX57" fmla="*/ 1433787 w 1644615"/>
                <a:gd name="connsiteY57" fmla="*/ 706301 h 1635895"/>
                <a:gd name="connsiteX58" fmla="*/ 1614364 w 1644615"/>
                <a:gd name="connsiteY58" fmla="*/ 462160 h 1635895"/>
                <a:gd name="connsiteX59" fmla="*/ 1543879 w 1644615"/>
                <a:gd name="connsiteY59" fmla="*/ 155963 h 1635895"/>
                <a:gd name="connsiteX60" fmla="*/ 1261939 w 1644615"/>
                <a:gd name="connsiteY60" fmla="*/ 27312 h 1635895"/>
                <a:gd name="connsiteX61" fmla="*/ 1076900 w 1644615"/>
                <a:gd name="connsiteY61" fmla="*/ 110878 h 1635895"/>
                <a:gd name="connsiteX62" fmla="*/ 175327 w 1644615"/>
                <a:gd name="connsiteY62" fmla="*/ 504578 h 1635895"/>
                <a:gd name="connsiteX63" fmla="*/ 227270 w 1644615"/>
                <a:gd name="connsiteY63" fmla="*/ 521723 h 1635895"/>
                <a:gd name="connsiteX64" fmla="*/ 284801 w 1644615"/>
                <a:gd name="connsiteY64" fmla="*/ 676663 h 1635895"/>
                <a:gd name="connsiteX65" fmla="*/ 256607 w 1644615"/>
                <a:gd name="connsiteY65" fmla="*/ 816998 h 1635895"/>
                <a:gd name="connsiteX66" fmla="*/ 204283 w 1644615"/>
                <a:gd name="connsiteY66" fmla="*/ 863734 h 1635895"/>
                <a:gd name="connsiteX67" fmla="*/ 615128 w 1644615"/>
                <a:gd name="connsiteY67" fmla="*/ 1040010 h 1635895"/>
                <a:gd name="connsiteX68" fmla="*/ 979491 w 1644615"/>
                <a:gd name="connsiteY68" fmla="*/ 867671 h 1635895"/>
                <a:gd name="connsiteX69" fmla="*/ 1018353 w 1644615"/>
                <a:gd name="connsiteY69" fmla="*/ 573666 h 1635895"/>
                <a:gd name="connsiteX70" fmla="*/ 672151 w 1644615"/>
                <a:gd name="connsiteY70" fmla="*/ 284741 h 1635895"/>
                <a:gd name="connsiteX71" fmla="*/ 175327 w 1644615"/>
                <a:gd name="connsiteY71" fmla="*/ 504578 h 1635895"/>
                <a:gd name="connsiteX72" fmla="*/ 159833 w 1644615"/>
                <a:gd name="connsiteY72" fmla="*/ 539884 h 1635895"/>
                <a:gd name="connsiteX73" fmla="*/ 104588 w 1644615"/>
                <a:gd name="connsiteY73" fmla="*/ 728098 h 1635895"/>
                <a:gd name="connsiteX74" fmla="*/ 197679 w 1644615"/>
                <a:gd name="connsiteY74" fmla="*/ 834143 h 1635895"/>
                <a:gd name="connsiteX75" fmla="*/ 250892 w 1644615"/>
                <a:gd name="connsiteY75" fmla="*/ 752355 h 1635895"/>
                <a:gd name="connsiteX76" fmla="*/ 234636 w 1644615"/>
                <a:gd name="connsiteY76" fmla="*/ 576587 h 1635895"/>
                <a:gd name="connsiteX77" fmla="*/ 159833 w 1644615"/>
                <a:gd name="connsiteY77" fmla="*/ 539884 h 1635895"/>
                <a:gd name="connsiteX78" fmla="*/ 1052135 w 1644615"/>
                <a:gd name="connsiteY78" fmla="*/ 598050 h 1635895"/>
                <a:gd name="connsiteX79" fmla="*/ 1041086 w 1644615"/>
                <a:gd name="connsiteY79" fmla="*/ 807092 h 1635895"/>
                <a:gd name="connsiteX80" fmla="*/ 1052135 w 1644615"/>
                <a:gd name="connsiteY80" fmla="*/ 598050 h 1635895"/>
                <a:gd name="connsiteX81" fmla="*/ 441011 w 1644615"/>
                <a:gd name="connsiteY81" fmla="*/ 1044963 h 1635895"/>
                <a:gd name="connsiteX82" fmla="*/ 658816 w 1644615"/>
                <a:gd name="connsiteY82" fmla="*/ 1078618 h 1635895"/>
                <a:gd name="connsiteX83" fmla="*/ 569154 w 1644615"/>
                <a:gd name="connsiteY83" fmla="*/ 1062616 h 1635895"/>
                <a:gd name="connsiteX84" fmla="*/ 441011 w 1644615"/>
                <a:gd name="connsiteY84" fmla="*/ 1044963 h 1635895"/>
                <a:gd name="connsiteX85" fmla="*/ 303597 w 1644615"/>
                <a:gd name="connsiteY85" fmla="*/ 1095509 h 1635895"/>
                <a:gd name="connsiteX86" fmla="*/ 288992 w 1644615"/>
                <a:gd name="connsiteY86" fmla="*/ 1125100 h 1635895"/>
                <a:gd name="connsiteX87" fmla="*/ 345380 w 1644615"/>
                <a:gd name="connsiteY87" fmla="*/ 1175519 h 1635895"/>
                <a:gd name="connsiteX88" fmla="*/ 332934 w 1644615"/>
                <a:gd name="connsiteY88" fmla="*/ 1333380 h 1635895"/>
                <a:gd name="connsiteX89" fmla="*/ 384369 w 1644615"/>
                <a:gd name="connsiteY89" fmla="*/ 1261879 h 1635895"/>
                <a:gd name="connsiteX90" fmla="*/ 303597 w 1644615"/>
                <a:gd name="connsiteY90" fmla="*/ 1095509 h 1635895"/>
                <a:gd name="connsiteX91" fmla="*/ 1154370 w 1644615"/>
                <a:gd name="connsiteY91" fmla="*/ 1214635 h 1635895"/>
                <a:gd name="connsiteX92" fmla="*/ 1130875 w 1644615"/>
                <a:gd name="connsiteY92" fmla="*/ 1407675 h 1635895"/>
                <a:gd name="connsiteX93" fmla="*/ 1261431 w 1644615"/>
                <a:gd name="connsiteY93" fmla="*/ 1463301 h 1635895"/>
                <a:gd name="connsiteX94" fmla="*/ 1374969 w 1644615"/>
                <a:gd name="connsiteY94" fmla="*/ 1474731 h 1635895"/>
                <a:gd name="connsiteX95" fmla="*/ 1357316 w 1644615"/>
                <a:gd name="connsiteY95" fmla="*/ 1446029 h 1635895"/>
                <a:gd name="connsiteX96" fmla="*/ 1258637 w 1644615"/>
                <a:gd name="connsiteY96" fmla="*/ 1386466 h 1635895"/>
                <a:gd name="connsiteX97" fmla="*/ 1445581 w 1644615"/>
                <a:gd name="connsiteY97" fmla="*/ 1429773 h 1635895"/>
                <a:gd name="connsiteX98" fmla="*/ 1403163 w 1644615"/>
                <a:gd name="connsiteY98" fmla="*/ 1377195 h 1635895"/>
                <a:gd name="connsiteX99" fmla="*/ 1296229 w 1644615"/>
                <a:gd name="connsiteY99" fmla="*/ 1332237 h 1635895"/>
                <a:gd name="connsiteX100" fmla="*/ 1489269 w 1644615"/>
                <a:gd name="connsiteY100" fmla="*/ 1359923 h 1635895"/>
                <a:gd name="connsiteX101" fmla="*/ 1491174 w 1644615"/>
                <a:gd name="connsiteY101" fmla="*/ 1340111 h 1635895"/>
                <a:gd name="connsiteX102" fmla="*/ 1235269 w 1644615"/>
                <a:gd name="connsiteY102" fmla="*/ 1248163 h 1635895"/>
                <a:gd name="connsiteX103" fmla="*/ 1341060 w 1644615"/>
                <a:gd name="connsiteY103" fmla="*/ 1171709 h 1635895"/>
                <a:gd name="connsiteX104" fmla="*/ 1301944 w 1644615"/>
                <a:gd name="connsiteY104" fmla="*/ 1132720 h 1635895"/>
                <a:gd name="connsiteX105" fmla="*/ 1154370 w 1644615"/>
                <a:gd name="connsiteY105" fmla="*/ 1214635 h 1635895"/>
                <a:gd name="connsiteX106" fmla="*/ 857063 w 1644615"/>
                <a:gd name="connsiteY106" fmla="*/ 1181488 h 1635895"/>
                <a:gd name="connsiteX107" fmla="*/ 878272 w 1644615"/>
                <a:gd name="connsiteY107" fmla="*/ 1300868 h 1635895"/>
                <a:gd name="connsiteX108" fmla="*/ 905704 w 1644615"/>
                <a:gd name="connsiteY108" fmla="*/ 1540771 h 1635895"/>
                <a:gd name="connsiteX109" fmla="*/ 1188660 w 1644615"/>
                <a:gd name="connsiteY109" fmla="*/ 1474350 h 1635895"/>
                <a:gd name="connsiteX110" fmla="*/ 1073344 w 1644615"/>
                <a:gd name="connsiteY110" fmla="*/ 1300233 h 1635895"/>
                <a:gd name="connsiteX111" fmla="*/ 973522 w 1644615"/>
                <a:gd name="connsiteY111" fmla="*/ 1438155 h 1635895"/>
                <a:gd name="connsiteX112" fmla="*/ 945201 w 1644615"/>
                <a:gd name="connsiteY112" fmla="*/ 1487558 h 1635895"/>
                <a:gd name="connsiteX113" fmla="*/ 974665 w 1644615"/>
                <a:gd name="connsiteY113" fmla="*/ 1366781 h 1635895"/>
                <a:gd name="connsiteX114" fmla="*/ 857063 w 1644615"/>
                <a:gd name="connsiteY114" fmla="*/ 1181488 h 1635895"/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200852 w 1644613"/>
                <a:gd name="connsiteY4" fmla="*/ 768865 h 1635893"/>
                <a:gd name="connsiteX5" fmla="*/ 1100903 w 1644613"/>
                <a:gd name="connsiteY5" fmla="*/ 724415 h 1635893"/>
                <a:gd name="connsiteX6" fmla="*/ 1075122 w 1644613"/>
                <a:gd name="connsiteY6" fmla="*/ 806838 h 1635893"/>
                <a:gd name="connsiteX7" fmla="*/ 994858 w 1644613"/>
                <a:gd name="connsiteY7" fmla="*/ 891166 h 1635893"/>
                <a:gd name="connsiteX8" fmla="*/ 900370 w 1644613"/>
                <a:gd name="connsiteY8" fmla="*/ 986162 h 1635893"/>
                <a:gd name="connsiteX9" fmla="*/ 765623 w 1644613"/>
                <a:gd name="connsiteY9" fmla="*/ 1048392 h 1635893"/>
                <a:gd name="connsiteX10" fmla="*/ 993715 w 1644613"/>
                <a:gd name="connsiteY10" fmla="*/ 1351541 h 1635893"/>
                <a:gd name="connsiteX11" fmla="*/ 1109666 w 1644613"/>
                <a:gd name="connsiteY11" fmla="*/ 1221620 h 1635893"/>
                <a:gd name="connsiteX12" fmla="*/ 1283275 w 1644613"/>
                <a:gd name="connsiteY12" fmla="*/ 1111003 h 1635893"/>
                <a:gd name="connsiteX13" fmla="*/ 1372810 w 1644613"/>
                <a:gd name="connsiteY13" fmla="*/ 1159136 h 1635893"/>
                <a:gd name="connsiteX14" fmla="*/ 1290260 w 1644613"/>
                <a:gd name="connsiteY14" fmla="*/ 1244353 h 1635893"/>
                <a:gd name="connsiteX15" fmla="*/ 1514796 w 1644613"/>
                <a:gd name="connsiteY15" fmla="*/ 1325633 h 1635893"/>
                <a:gd name="connsiteX16" fmla="*/ 1460440 w 1644613"/>
                <a:gd name="connsiteY16" fmla="*/ 1390657 h 1635893"/>
                <a:gd name="connsiteX17" fmla="*/ 1460821 w 1644613"/>
                <a:gd name="connsiteY17" fmla="*/ 1438790 h 1635893"/>
                <a:gd name="connsiteX18" fmla="*/ 1403163 w 1644613"/>
                <a:gd name="connsiteY18" fmla="*/ 1459999 h 1635893"/>
                <a:gd name="connsiteX19" fmla="*/ 1396686 w 1644613"/>
                <a:gd name="connsiteY19" fmla="*/ 1490352 h 1635893"/>
                <a:gd name="connsiteX20" fmla="*/ 1222569 w 1644613"/>
                <a:gd name="connsiteY20" fmla="*/ 1482224 h 1635893"/>
                <a:gd name="connsiteX21" fmla="*/ 1041340 w 1644613"/>
                <a:gd name="connsiteY21" fmla="*/ 1583443 h 1635893"/>
                <a:gd name="connsiteX22" fmla="*/ 907228 w 1644613"/>
                <a:gd name="connsiteY22" fmla="*/ 1570362 h 1635893"/>
                <a:gd name="connsiteX23" fmla="*/ 909260 w 1644613"/>
                <a:gd name="connsiteY23" fmla="*/ 1626242 h 1635893"/>
                <a:gd name="connsiteX24" fmla="*/ 884622 w 1644613"/>
                <a:gd name="connsiteY24" fmla="*/ 1624718 h 1635893"/>
                <a:gd name="connsiteX25" fmla="*/ 878780 w 1644613"/>
                <a:gd name="connsiteY25" fmla="*/ 1550296 h 1635893"/>
                <a:gd name="connsiteX26" fmla="*/ 820106 w 1644613"/>
                <a:gd name="connsiteY26" fmla="*/ 1144658 h 1635893"/>
                <a:gd name="connsiteX27" fmla="*/ 747208 w 1644613"/>
                <a:gd name="connsiteY27" fmla="*/ 1071887 h 1635893"/>
                <a:gd name="connsiteX28" fmla="*/ 424882 w 1644613"/>
                <a:gd name="connsiteY28" fmla="*/ 1070236 h 1635893"/>
                <a:gd name="connsiteX29" fmla="*/ 337125 w 1644613"/>
                <a:gd name="connsiteY29" fmla="*/ 1072395 h 1635893"/>
                <a:gd name="connsiteX30" fmla="*/ 407610 w 1644613"/>
                <a:gd name="connsiteY30" fmla="*/ 1284231 h 1635893"/>
                <a:gd name="connsiteX31" fmla="*/ 322774 w 1644613"/>
                <a:gd name="connsiteY31" fmla="*/ 1363352 h 1635893"/>
                <a:gd name="connsiteX32" fmla="*/ 288357 w 1644613"/>
                <a:gd name="connsiteY32" fmla="*/ 1588650 h 1635893"/>
                <a:gd name="connsiteX33" fmla="*/ 283023 w 1644613"/>
                <a:gd name="connsiteY33" fmla="*/ 1624718 h 1635893"/>
                <a:gd name="connsiteX34" fmla="*/ 259020 w 1644613"/>
                <a:gd name="connsiteY34" fmla="*/ 1629417 h 1635893"/>
                <a:gd name="connsiteX35" fmla="*/ 323409 w 1644613"/>
                <a:gd name="connsiteY35" fmla="*/ 1250068 h 1635893"/>
                <a:gd name="connsiteX36" fmla="*/ 305629 w 1644613"/>
                <a:gd name="connsiteY36" fmla="*/ 1166248 h 1635893"/>
                <a:gd name="connsiteX37" fmla="*/ 229556 w 1644613"/>
                <a:gd name="connsiteY37" fmla="*/ 1192410 h 1635893"/>
                <a:gd name="connsiteX38" fmla="*/ 18228 w 1644613"/>
                <a:gd name="connsiteY38" fmla="*/ 1623575 h 1635893"/>
                <a:gd name="connsiteX39" fmla="*/ 2099 w 1644613"/>
                <a:gd name="connsiteY39" fmla="*/ 1635894 h 1635893"/>
                <a:gd name="connsiteX40" fmla="*/ 17212 w 1644613"/>
                <a:gd name="connsiteY40" fmla="*/ 1539628 h 1635893"/>
                <a:gd name="connsiteX41" fmla="*/ 107001 w 1644613"/>
                <a:gd name="connsiteY41" fmla="*/ 1318648 h 1635893"/>
                <a:gd name="connsiteX42" fmla="*/ 216983 w 1644613"/>
                <a:gd name="connsiteY42" fmla="*/ 1168153 h 1635893"/>
                <a:gd name="connsiteX43" fmla="*/ 304867 w 1644613"/>
                <a:gd name="connsiteY43" fmla="*/ 1066553 h 1635893"/>
                <a:gd name="connsiteX44" fmla="*/ 391481 w 1644613"/>
                <a:gd name="connsiteY44" fmla="*/ 1032390 h 1635893"/>
                <a:gd name="connsiteX45" fmla="*/ 252924 w 1644613"/>
                <a:gd name="connsiteY45" fmla="*/ 952253 h 1635893"/>
                <a:gd name="connsiteX46" fmla="*/ 138243 w 1644613"/>
                <a:gd name="connsiteY46" fmla="*/ 837064 h 1635893"/>
                <a:gd name="connsiteX47" fmla="*/ 83633 w 1644613"/>
                <a:gd name="connsiteY47" fmla="*/ 754514 h 1635893"/>
                <a:gd name="connsiteX48" fmla="*/ 139767 w 1644613"/>
                <a:gd name="connsiteY48" fmla="*/ 520707 h 1635893"/>
                <a:gd name="connsiteX49" fmla="*/ 413198 w 1644613"/>
                <a:gd name="connsiteY49" fmla="*/ 274200 h 1635893"/>
                <a:gd name="connsiteX50" fmla="*/ 730698 w 1644613"/>
                <a:gd name="connsiteY50" fmla="*/ 270898 h 1635893"/>
                <a:gd name="connsiteX51" fmla="*/ 944058 w 1644613"/>
                <a:gd name="connsiteY51" fmla="*/ 397009 h 1635893"/>
                <a:gd name="connsiteX52" fmla="*/ 1076900 w 1644613"/>
                <a:gd name="connsiteY52" fmla="*/ 110878 h 1635893"/>
                <a:gd name="connsiteX53" fmla="*/ 971617 w 1644613"/>
                <a:gd name="connsiteY53" fmla="*/ 432950 h 1635893"/>
                <a:gd name="connsiteX54" fmla="*/ 1070423 w 1644613"/>
                <a:gd name="connsiteY54" fmla="*/ 588017 h 1635893"/>
                <a:gd name="connsiteX55" fmla="*/ 1107507 w 1644613"/>
                <a:gd name="connsiteY55" fmla="*/ 692030 h 1635893"/>
                <a:gd name="connsiteX56" fmla="*/ 1459424 w 1644613"/>
                <a:gd name="connsiteY56" fmla="*/ 707524 h 1635893"/>
                <a:gd name="connsiteX57" fmla="*/ 1614364 w 1644613"/>
                <a:gd name="connsiteY57" fmla="*/ 462160 h 1635893"/>
                <a:gd name="connsiteX58" fmla="*/ 1543879 w 1644613"/>
                <a:gd name="connsiteY58" fmla="*/ 155963 h 1635893"/>
                <a:gd name="connsiteX59" fmla="*/ 1261939 w 1644613"/>
                <a:gd name="connsiteY59" fmla="*/ 27312 h 1635893"/>
                <a:gd name="connsiteX60" fmla="*/ 1076900 w 1644613"/>
                <a:gd name="connsiteY60" fmla="*/ 110878 h 1635893"/>
                <a:gd name="connsiteX61" fmla="*/ 175327 w 1644613"/>
                <a:gd name="connsiteY61" fmla="*/ 504578 h 1635893"/>
                <a:gd name="connsiteX62" fmla="*/ 227270 w 1644613"/>
                <a:gd name="connsiteY62" fmla="*/ 521723 h 1635893"/>
                <a:gd name="connsiteX63" fmla="*/ 284801 w 1644613"/>
                <a:gd name="connsiteY63" fmla="*/ 676663 h 1635893"/>
                <a:gd name="connsiteX64" fmla="*/ 256607 w 1644613"/>
                <a:gd name="connsiteY64" fmla="*/ 816998 h 1635893"/>
                <a:gd name="connsiteX65" fmla="*/ 204283 w 1644613"/>
                <a:gd name="connsiteY65" fmla="*/ 863734 h 1635893"/>
                <a:gd name="connsiteX66" fmla="*/ 615128 w 1644613"/>
                <a:gd name="connsiteY66" fmla="*/ 1040010 h 1635893"/>
                <a:gd name="connsiteX67" fmla="*/ 979491 w 1644613"/>
                <a:gd name="connsiteY67" fmla="*/ 867671 h 1635893"/>
                <a:gd name="connsiteX68" fmla="*/ 1018353 w 1644613"/>
                <a:gd name="connsiteY68" fmla="*/ 573666 h 1635893"/>
                <a:gd name="connsiteX69" fmla="*/ 672151 w 1644613"/>
                <a:gd name="connsiteY69" fmla="*/ 284741 h 1635893"/>
                <a:gd name="connsiteX70" fmla="*/ 175327 w 1644613"/>
                <a:gd name="connsiteY70" fmla="*/ 504578 h 1635893"/>
                <a:gd name="connsiteX71" fmla="*/ 159833 w 1644613"/>
                <a:gd name="connsiteY71" fmla="*/ 539884 h 1635893"/>
                <a:gd name="connsiteX72" fmla="*/ 104588 w 1644613"/>
                <a:gd name="connsiteY72" fmla="*/ 728098 h 1635893"/>
                <a:gd name="connsiteX73" fmla="*/ 197679 w 1644613"/>
                <a:gd name="connsiteY73" fmla="*/ 834143 h 1635893"/>
                <a:gd name="connsiteX74" fmla="*/ 250892 w 1644613"/>
                <a:gd name="connsiteY74" fmla="*/ 752355 h 1635893"/>
                <a:gd name="connsiteX75" fmla="*/ 234636 w 1644613"/>
                <a:gd name="connsiteY75" fmla="*/ 576587 h 1635893"/>
                <a:gd name="connsiteX76" fmla="*/ 159833 w 1644613"/>
                <a:gd name="connsiteY76" fmla="*/ 539884 h 1635893"/>
                <a:gd name="connsiteX77" fmla="*/ 1052135 w 1644613"/>
                <a:gd name="connsiteY77" fmla="*/ 598050 h 1635893"/>
                <a:gd name="connsiteX78" fmla="*/ 1041086 w 1644613"/>
                <a:gd name="connsiteY78" fmla="*/ 807092 h 1635893"/>
                <a:gd name="connsiteX79" fmla="*/ 1052135 w 1644613"/>
                <a:gd name="connsiteY79" fmla="*/ 598050 h 1635893"/>
                <a:gd name="connsiteX80" fmla="*/ 441011 w 1644613"/>
                <a:gd name="connsiteY80" fmla="*/ 1044963 h 1635893"/>
                <a:gd name="connsiteX81" fmla="*/ 658816 w 1644613"/>
                <a:gd name="connsiteY81" fmla="*/ 1078618 h 1635893"/>
                <a:gd name="connsiteX82" fmla="*/ 569154 w 1644613"/>
                <a:gd name="connsiteY82" fmla="*/ 1062616 h 1635893"/>
                <a:gd name="connsiteX83" fmla="*/ 441011 w 1644613"/>
                <a:gd name="connsiteY83" fmla="*/ 1044963 h 1635893"/>
                <a:gd name="connsiteX84" fmla="*/ 303597 w 1644613"/>
                <a:gd name="connsiteY84" fmla="*/ 1095509 h 1635893"/>
                <a:gd name="connsiteX85" fmla="*/ 288992 w 1644613"/>
                <a:gd name="connsiteY85" fmla="*/ 1125100 h 1635893"/>
                <a:gd name="connsiteX86" fmla="*/ 345380 w 1644613"/>
                <a:gd name="connsiteY86" fmla="*/ 1175519 h 1635893"/>
                <a:gd name="connsiteX87" fmla="*/ 332934 w 1644613"/>
                <a:gd name="connsiteY87" fmla="*/ 1333380 h 1635893"/>
                <a:gd name="connsiteX88" fmla="*/ 384369 w 1644613"/>
                <a:gd name="connsiteY88" fmla="*/ 1261879 h 1635893"/>
                <a:gd name="connsiteX89" fmla="*/ 303597 w 1644613"/>
                <a:gd name="connsiteY89" fmla="*/ 1095509 h 1635893"/>
                <a:gd name="connsiteX90" fmla="*/ 1154370 w 1644613"/>
                <a:gd name="connsiteY90" fmla="*/ 1214635 h 1635893"/>
                <a:gd name="connsiteX91" fmla="*/ 1130875 w 1644613"/>
                <a:gd name="connsiteY91" fmla="*/ 1407675 h 1635893"/>
                <a:gd name="connsiteX92" fmla="*/ 1261431 w 1644613"/>
                <a:gd name="connsiteY92" fmla="*/ 1463301 h 1635893"/>
                <a:gd name="connsiteX93" fmla="*/ 1374969 w 1644613"/>
                <a:gd name="connsiteY93" fmla="*/ 1474731 h 1635893"/>
                <a:gd name="connsiteX94" fmla="*/ 1357316 w 1644613"/>
                <a:gd name="connsiteY94" fmla="*/ 1446029 h 1635893"/>
                <a:gd name="connsiteX95" fmla="*/ 1258637 w 1644613"/>
                <a:gd name="connsiteY95" fmla="*/ 1386466 h 1635893"/>
                <a:gd name="connsiteX96" fmla="*/ 1445581 w 1644613"/>
                <a:gd name="connsiteY96" fmla="*/ 1429773 h 1635893"/>
                <a:gd name="connsiteX97" fmla="*/ 1403163 w 1644613"/>
                <a:gd name="connsiteY97" fmla="*/ 1377195 h 1635893"/>
                <a:gd name="connsiteX98" fmla="*/ 1296229 w 1644613"/>
                <a:gd name="connsiteY98" fmla="*/ 1332237 h 1635893"/>
                <a:gd name="connsiteX99" fmla="*/ 1489269 w 1644613"/>
                <a:gd name="connsiteY99" fmla="*/ 1359923 h 1635893"/>
                <a:gd name="connsiteX100" fmla="*/ 1491174 w 1644613"/>
                <a:gd name="connsiteY100" fmla="*/ 1340111 h 1635893"/>
                <a:gd name="connsiteX101" fmla="*/ 1235269 w 1644613"/>
                <a:gd name="connsiteY101" fmla="*/ 1248163 h 1635893"/>
                <a:gd name="connsiteX102" fmla="*/ 1341060 w 1644613"/>
                <a:gd name="connsiteY102" fmla="*/ 1171709 h 1635893"/>
                <a:gd name="connsiteX103" fmla="*/ 1301944 w 1644613"/>
                <a:gd name="connsiteY103" fmla="*/ 1132720 h 1635893"/>
                <a:gd name="connsiteX104" fmla="*/ 1154370 w 1644613"/>
                <a:gd name="connsiteY104" fmla="*/ 1214635 h 1635893"/>
                <a:gd name="connsiteX105" fmla="*/ 857063 w 1644613"/>
                <a:gd name="connsiteY105" fmla="*/ 1181488 h 1635893"/>
                <a:gd name="connsiteX106" fmla="*/ 878272 w 1644613"/>
                <a:gd name="connsiteY106" fmla="*/ 1300868 h 1635893"/>
                <a:gd name="connsiteX107" fmla="*/ 905704 w 1644613"/>
                <a:gd name="connsiteY107" fmla="*/ 1540771 h 1635893"/>
                <a:gd name="connsiteX108" fmla="*/ 1188660 w 1644613"/>
                <a:gd name="connsiteY108" fmla="*/ 1474350 h 1635893"/>
                <a:gd name="connsiteX109" fmla="*/ 1073344 w 1644613"/>
                <a:gd name="connsiteY109" fmla="*/ 1300233 h 1635893"/>
                <a:gd name="connsiteX110" fmla="*/ 973522 w 1644613"/>
                <a:gd name="connsiteY110" fmla="*/ 1438155 h 1635893"/>
                <a:gd name="connsiteX111" fmla="*/ 945201 w 1644613"/>
                <a:gd name="connsiteY111" fmla="*/ 1487558 h 1635893"/>
                <a:gd name="connsiteX112" fmla="*/ 974665 w 1644613"/>
                <a:gd name="connsiteY112" fmla="*/ 1366781 h 1635893"/>
                <a:gd name="connsiteX113" fmla="*/ 857063 w 1644613"/>
                <a:gd name="connsiteY113" fmla="*/ 1181488 h 1635893"/>
                <a:gd name="connsiteX0" fmla="*/ 1014924 w 1644615"/>
                <a:gd name="connsiteY0" fmla="*/ 137040 h 1635895"/>
                <a:gd name="connsiteX1" fmla="*/ 1288609 w 1644615"/>
                <a:gd name="connsiteY1" fmla="*/ 134 h 1635895"/>
                <a:gd name="connsiteX2" fmla="*/ 1606363 w 1644615"/>
                <a:gd name="connsiteY2" fmla="*/ 207525 h 1635895"/>
                <a:gd name="connsiteX3" fmla="*/ 1635827 w 1644615"/>
                <a:gd name="connsiteY3" fmla="*/ 498990 h 1635895"/>
                <a:gd name="connsiteX4" fmla="*/ 1200852 w 1644615"/>
                <a:gd name="connsiteY4" fmla="*/ 768865 h 1635895"/>
                <a:gd name="connsiteX5" fmla="*/ 1100903 w 1644615"/>
                <a:gd name="connsiteY5" fmla="*/ 724415 h 1635895"/>
                <a:gd name="connsiteX6" fmla="*/ 1075122 w 1644615"/>
                <a:gd name="connsiteY6" fmla="*/ 806838 h 1635895"/>
                <a:gd name="connsiteX7" fmla="*/ 994858 w 1644615"/>
                <a:gd name="connsiteY7" fmla="*/ 891166 h 1635895"/>
                <a:gd name="connsiteX8" fmla="*/ 900370 w 1644615"/>
                <a:gd name="connsiteY8" fmla="*/ 986162 h 1635895"/>
                <a:gd name="connsiteX9" fmla="*/ 765623 w 1644615"/>
                <a:gd name="connsiteY9" fmla="*/ 1048392 h 1635895"/>
                <a:gd name="connsiteX10" fmla="*/ 993715 w 1644615"/>
                <a:gd name="connsiteY10" fmla="*/ 1351541 h 1635895"/>
                <a:gd name="connsiteX11" fmla="*/ 1109666 w 1644615"/>
                <a:gd name="connsiteY11" fmla="*/ 1221620 h 1635895"/>
                <a:gd name="connsiteX12" fmla="*/ 1283275 w 1644615"/>
                <a:gd name="connsiteY12" fmla="*/ 1111003 h 1635895"/>
                <a:gd name="connsiteX13" fmla="*/ 1372810 w 1644615"/>
                <a:gd name="connsiteY13" fmla="*/ 1159136 h 1635895"/>
                <a:gd name="connsiteX14" fmla="*/ 1290260 w 1644615"/>
                <a:gd name="connsiteY14" fmla="*/ 1244353 h 1635895"/>
                <a:gd name="connsiteX15" fmla="*/ 1514796 w 1644615"/>
                <a:gd name="connsiteY15" fmla="*/ 1325633 h 1635895"/>
                <a:gd name="connsiteX16" fmla="*/ 1460440 w 1644615"/>
                <a:gd name="connsiteY16" fmla="*/ 1390657 h 1635895"/>
                <a:gd name="connsiteX17" fmla="*/ 1460821 w 1644615"/>
                <a:gd name="connsiteY17" fmla="*/ 1438790 h 1635895"/>
                <a:gd name="connsiteX18" fmla="*/ 1403163 w 1644615"/>
                <a:gd name="connsiteY18" fmla="*/ 1459999 h 1635895"/>
                <a:gd name="connsiteX19" fmla="*/ 1396686 w 1644615"/>
                <a:gd name="connsiteY19" fmla="*/ 1490352 h 1635895"/>
                <a:gd name="connsiteX20" fmla="*/ 1222569 w 1644615"/>
                <a:gd name="connsiteY20" fmla="*/ 1482224 h 1635895"/>
                <a:gd name="connsiteX21" fmla="*/ 1041340 w 1644615"/>
                <a:gd name="connsiteY21" fmla="*/ 1583443 h 1635895"/>
                <a:gd name="connsiteX22" fmla="*/ 907228 w 1644615"/>
                <a:gd name="connsiteY22" fmla="*/ 1570362 h 1635895"/>
                <a:gd name="connsiteX23" fmla="*/ 909260 w 1644615"/>
                <a:gd name="connsiteY23" fmla="*/ 1626242 h 1635895"/>
                <a:gd name="connsiteX24" fmla="*/ 884622 w 1644615"/>
                <a:gd name="connsiteY24" fmla="*/ 1624718 h 1635895"/>
                <a:gd name="connsiteX25" fmla="*/ 878780 w 1644615"/>
                <a:gd name="connsiteY25" fmla="*/ 1550296 h 1635895"/>
                <a:gd name="connsiteX26" fmla="*/ 820106 w 1644615"/>
                <a:gd name="connsiteY26" fmla="*/ 1144658 h 1635895"/>
                <a:gd name="connsiteX27" fmla="*/ 747208 w 1644615"/>
                <a:gd name="connsiteY27" fmla="*/ 1071887 h 1635895"/>
                <a:gd name="connsiteX28" fmla="*/ 424882 w 1644615"/>
                <a:gd name="connsiteY28" fmla="*/ 1070236 h 1635895"/>
                <a:gd name="connsiteX29" fmla="*/ 337125 w 1644615"/>
                <a:gd name="connsiteY29" fmla="*/ 1072395 h 1635895"/>
                <a:gd name="connsiteX30" fmla="*/ 407610 w 1644615"/>
                <a:gd name="connsiteY30" fmla="*/ 1284231 h 1635895"/>
                <a:gd name="connsiteX31" fmla="*/ 322774 w 1644615"/>
                <a:gd name="connsiteY31" fmla="*/ 1363352 h 1635895"/>
                <a:gd name="connsiteX32" fmla="*/ 288357 w 1644615"/>
                <a:gd name="connsiteY32" fmla="*/ 1588650 h 1635895"/>
                <a:gd name="connsiteX33" fmla="*/ 283023 w 1644615"/>
                <a:gd name="connsiteY33" fmla="*/ 1624718 h 1635895"/>
                <a:gd name="connsiteX34" fmla="*/ 259020 w 1644615"/>
                <a:gd name="connsiteY34" fmla="*/ 1629417 h 1635895"/>
                <a:gd name="connsiteX35" fmla="*/ 323409 w 1644615"/>
                <a:gd name="connsiteY35" fmla="*/ 1250068 h 1635895"/>
                <a:gd name="connsiteX36" fmla="*/ 305629 w 1644615"/>
                <a:gd name="connsiteY36" fmla="*/ 1166248 h 1635895"/>
                <a:gd name="connsiteX37" fmla="*/ 229556 w 1644615"/>
                <a:gd name="connsiteY37" fmla="*/ 1192410 h 1635895"/>
                <a:gd name="connsiteX38" fmla="*/ 18228 w 1644615"/>
                <a:gd name="connsiteY38" fmla="*/ 1623575 h 1635895"/>
                <a:gd name="connsiteX39" fmla="*/ 2099 w 1644615"/>
                <a:gd name="connsiteY39" fmla="*/ 1635894 h 1635895"/>
                <a:gd name="connsiteX40" fmla="*/ 17212 w 1644615"/>
                <a:gd name="connsiteY40" fmla="*/ 1539628 h 1635895"/>
                <a:gd name="connsiteX41" fmla="*/ 107001 w 1644615"/>
                <a:gd name="connsiteY41" fmla="*/ 1318648 h 1635895"/>
                <a:gd name="connsiteX42" fmla="*/ 216983 w 1644615"/>
                <a:gd name="connsiteY42" fmla="*/ 1168153 h 1635895"/>
                <a:gd name="connsiteX43" fmla="*/ 304867 w 1644615"/>
                <a:gd name="connsiteY43" fmla="*/ 1066553 h 1635895"/>
                <a:gd name="connsiteX44" fmla="*/ 391481 w 1644615"/>
                <a:gd name="connsiteY44" fmla="*/ 1032390 h 1635895"/>
                <a:gd name="connsiteX45" fmla="*/ 252924 w 1644615"/>
                <a:gd name="connsiteY45" fmla="*/ 952253 h 1635895"/>
                <a:gd name="connsiteX46" fmla="*/ 138243 w 1644615"/>
                <a:gd name="connsiteY46" fmla="*/ 837064 h 1635895"/>
                <a:gd name="connsiteX47" fmla="*/ 83633 w 1644615"/>
                <a:gd name="connsiteY47" fmla="*/ 754514 h 1635895"/>
                <a:gd name="connsiteX48" fmla="*/ 139767 w 1644615"/>
                <a:gd name="connsiteY48" fmla="*/ 520707 h 1635895"/>
                <a:gd name="connsiteX49" fmla="*/ 413198 w 1644615"/>
                <a:gd name="connsiteY49" fmla="*/ 274200 h 1635895"/>
                <a:gd name="connsiteX50" fmla="*/ 730698 w 1644615"/>
                <a:gd name="connsiteY50" fmla="*/ 270898 h 1635895"/>
                <a:gd name="connsiteX51" fmla="*/ 944058 w 1644615"/>
                <a:gd name="connsiteY51" fmla="*/ 397009 h 1635895"/>
                <a:gd name="connsiteX52" fmla="*/ 1076900 w 1644615"/>
                <a:gd name="connsiteY52" fmla="*/ 110878 h 1635895"/>
                <a:gd name="connsiteX53" fmla="*/ 971617 w 1644615"/>
                <a:gd name="connsiteY53" fmla="*/ 432950 h 1635895"/>
                <a:gd name="connsiteX54" fmla="*/ 1070423 w 1644615"/>
                <a:gd name="connsiteY54" fmla="*/ 588017 h 1635895"/>
                <a:gd name="connsiteX55" fmla="*/ 1107507 w 1644615"/>
                <a:gd name="connsiteY55" fmla="*/ 692030 h 1635895"/>
                <a:gd name="connsiteX56" fmla="*/ 1614364 w 1644615"/>
                <a:gd name="connsiteY56" fmla="*/ 462160 h 1635895"/>
                <a:gd name="connsiteX57" fmla="*/ 1543879 w 1644615"/>
                <a:gd name="connsiteY57" fmla="*/ 155963 h 1635895"/>
                <a:gd name="connsiteX58" fmla="*/ 1261939 w 1644615"/>
                <a:gd name="connsiteY58" fmla="*/ 27312 h 1635895"/>
                <a:gd name="connsiteX59" fmla="*/ 1076900 w 1644615"/>
                <a:gd name="connsiteY59" fmla="*/ 110878 h 1635895"/>
                <a:gd name="connsiteX60" fmla="*/ 175327 w 1644615"/>
                <a:gd name="connsiteY60" fmla="*/ 504578 h 1635895"/>
                <a:gd name="connsiteX61" fmla="*/ 227270 w 1644615"/>
                <a:gd name="connsiteY61" fmla="*/ 521723 h 1635895"/>
                <a:gd name="connsiteX62" fmla="*/ 284801 w 1644615"/>
                <a:gd name="connsiteY62" fmla="*/ 676663 h 1635895"/>
                <a:gd name="connsiteX63" fmla="*/ 256607 w 1644615"/>
                <a:gd name="connsiteY63" fmla="*/ 816998 h 1635895"/>
                <a:gd name="connsiteX64" fmla="*/ 204283 w 1644615"/>
                <a:gd name="connsiteY64" fmla="*/ 863734 h 1635895"/>
                <a:gd name="connsiteX65" fmla="*/ 615128 w 1644615"/>
                <a:gd name="connsiteY65" fmla="*/ 1040010 h 1635895"/>
                <a:gd name="connsiteX66" fmla="*/ 979491 w 1644615"/>
                <a:gd name="connsiteY66" fmla="*/ 867671 h 1635895"/>
                <a:gd name="connsiteX67" fmla="*/ 1018353 w 1644615"/>
                <a:gd name="connsiteY67" fmla="*/ 573666 h 1635895"/>
                <a:gd name="connsiteX68" fmla="*/ 672151 w 1644615"/>
                <a:gd name="connsiteY68" fmla="*/ 284741 h 1635895"/>
                <a:gd name="connsiteX69" fmla="*/ 175327 w 1644615"/>
                <a:gd name="connsiteY69" fmla="*/ 504578 h 1635895"/>
                <a:gd name="connsiteX70" fmla="*/ 159833 w 1644615"/>
                <a:gd name="connsiteY70" fmla="*/ 539884 h 1635895"/>
                <a:gd name="connsiteX71" fmla="*/ 104588 w 1644615"/>
                <a:gd name="connsiteY71" fmla="*/ 728098 h 1635895"/>
                <a:gd name="connsiteX72" fmla="*/ 197679 w 1644615"/>
                <a:gd name="connsiteY72" fmla="*/ 834143 h 1635895"/>
                <a:gd name="connsiteX73" fmla="*/ 250892 w 1644615"/>
                <a:gd name="connsiteY73" fmla="*/ 752355 h 1635895"/>
                <a:gd name="connsiteX74" fmla="*/ 234636 w 1644615"/>
                <a:gd name="connsiteY74" fmla="*/ 576587 h 1635895"/>
                <a:gd name="connsiteX75" fmla="*/ 159833 w 1644615"/>
                <a:gd name="connsiteY75" fmla="*/ 539884 h 1635895"/>
                <a:gd name="connsiteX76" fmla="*/ 1052135 w 1644615"/>
                <a:gd name="connsiteY76" fmla="*/ 598050 h 1635895"/>
                <a:gd name="connsiteX77" fmla="*/ 1041086 w 1644615"/>
                <a:gd name="connsiteY77" fmla="*/ 807092 h 1635895"/>
                <a:gd name="connsiteX78" fmla="*/ 1052135 w 1644615"/>
                <a:gd name="connsiteY78" fmla="*/ 598050 h 1635895"/>
                <a:gd name="connsiteX79" fmla="*/ 441011 w 1644615"/>
                <a:gd name="connsiteY79" fmla="*/ 1044963 h 1635895"/>
                <a:gd name="connsiteX80" fmla="*/ 658816 w 1644615"/>
                <a:gd name="connsiteY80" fmla="*/ 1078618 h 1635895"/>
                <a:gd name="connsiteX81" fmla="*/ 569154 w 1644615"/>
                <a:gd name="connsiteY81" fmla="*/ 1062616 h 1635895"/>
                <a:gd name="connsiteX82" fmla="*/ 441011 w 1644615"/>
                <a:gd name="connsiteY82" fmla="*/ 1044963 h 1635895"/>
                <a:gd name="connsiteX83" fmla="*/ 303597 w 1644615"/>
                <a:gd name="connsiteY83" fmla="*/ 1095509 h 1635895"/>
                <a:gd name="connsiteX84" fmla="*/ 288992 w 1644615"/>
                <a:gd name="connsiteY84" fmla="*/ 1125100 h 1635895"/>
                <a:gd name="connsiteX85" fmla="*/ 345380 w 1644615"/>
                <a:gd name="connsiteY85" fmla="*/ 1175519 h 1635895"/>
                <a:gd name="connsiteX86" fmla="*/ 332934 w 1644615"/>
                <a:gd name="connsiteY86" fmla="*/ 1333380 h 1635895"/>
                <a:gd name="connsiteX87" fmla="*/ 384369 w 1644615"/>
                <a:gd name="connsiteY87" fmla="*/ 1261879 h 1635895"/>
                <a:gd name="connsiteX88" fmla="*/ 303597 w 1644615"/>
                <a:gd name="connsiteY88" fmla="*/ 1095509 h 1635895"/>
                <a:gd name="connsiteX89" fmla="*/ 1154370 w 1644615"/>
                <a:gd name="connsiteY89" fmla="*/ 1214635 h 1635895"/>
                <a:gd name="connsiteX90" fmla="*/ 1130875 w 1644615"/>
                <a:gd name="connsiteY90" fmla="*/ 1407675 h 1635895"/>
                <a:gd name="connsiteX91" fmla="*/ 1261431 w 1644615"/>
                <a:gd name="connsiteY91" fmla="*/ 1463301 h 1635895"/>
                <a:gd name="connsiteX92" fmla="*/ 1374969 w 1644615"/>
                <a:gd name="connsiteY92" fmla="*/ 1474731 h 1635895"/>
                <a:gd name="connsiteX93" fmla="*/ 1357316 w 1644615"/>
                <a:gd name="connsiteY93" fmla="*/ 1446029 h 1635895"/>
                <a:gd name="connsiteX94" fmla="*/ 1258637 w 1644615"/>
                <a:gd name="connsiteY94" fmla="*/ 1386466 h 1635895"/>
                <a:gd name="connsiteX95" fmla="*/ 1445581 w 1644615"/>
                <a:gd name="connsiteY95" fmla="*/ 1429773 h 1635895"/>
                <a:gd name="connsiteX96" fmla="*/ 1403163 w 1644615"/>
                <a:gd name="connsiteY96" fmla="*/ 1377195 h 1635895"/>
                <a:gd name="connsiteX97" fmla="*/ 1296229 w 1644615"/>
                <a:gd name="connsiteY97" fmla="*/ 1332237 h 1635895"/>
                <a:gd name="connsiteX98" fmla="*/ 1489269 w 1644615"/>
                <a:gd name="connsiteY98" fmla="*/ 1359923 h 1635895"/>
                <a:gd name="connsiteX99" fmla="*/ 1491174 w 1644615"/>
                <a:gd name="connsiteY99" fmla="*/ 1340111 h 1635895"/>
                <a:gd name="connsiteX100" fmla="*/ 1235269 w 1644615"/>
                <a:gd name="connsiteY100" fmla="*/ 1248163 h 1635895"/>
                <a:gd name="connsiteX101" fmla="*/ 1341060 w 1644615"/>
                <a:gd name="connsiteY101" fmla="*/ 1171709 h 1635895"/>
                <a:gd name="connsiteX102" fmla="*/ 1301944 w 1644615"/>
                <a:gd name="connsiteY102" fmla="*/ 1132720 h 1635895"/>
                <a:gd name="connsiteX103" fmla="*/ 1154370 w 1644615"/>
                <a:gd name="connsiteY103" fmla="*/ 1214635 h 1635895"/>
                <a:gd name="connsiteX104" fmla="*/ 857063 w 1644615"/>
                <a:gd name="connsiteY104" fmla="*/ 1181488 h 1635895"/>
                <a:gd name="connsiteX105" fmla="*/ 878272 w 1644615"/>
                <a:gd name="connsiteY105" fmla="*/ 1300868 h 1635895"/>
                <a:gd name="connsiteX106" fmla="*/ 905704 w 1644615"/>
                <a:gd name="connsiteY106" fmla="*/ 1540771 h 1635895"/>
                <a:gd name="connsiteX107" fmla="*/ 1188660 w 1644615"/>
                <a:gd name="connsiteY107" fmla="*/ 1474350 h 1635895"/>
                <a:gd name="connsiteX108" fmla="*/ 1073344 w 1644615"/>
                <a:gd name="connsiteY108" fmla="*/ 1300233 h 1635895"/>
                <a:gd name="connsiteX109" fmla="*/ 973522 w 1644615"/>
                <a:gd name="connsiteY109" fmla="*/ 1438155 h 1635895"/>
                <a:gd name="connsiteX110" fmla="*/ 945201 w 1644615"/>
                <a:gd name="connsiteY110" fmla="*/ 1487558 h 1635895"/>
                <a:gd name="connsiteX111" fmla="*/ 974665 w 1644615"/>
                <a:gd name="connsiteY111" fmla="*/ 1366781 h 1635895"/>
                <a:gd name="connsiteX112" fmla="*/ 857063 w 1644615"/>
                <a:gd name="connsiteY112" fmla="*/ 1181488 h 1635895"/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100903 w 1644613"/>
                <a:gd name="connsiteY4" fmla="*/ 724415 h 1635893"/>
                <a:gd name="connsiteX5" fmla="*/ 1075122 w 1644613"/>
                <a:gd name="connsiteY5" fmla="*/ 806838 h 1635893"/>
                <a:gd name="connsiteX6" fmla="*/ 994858 w 1644613"/>
                <a:gd name="connsiteY6" fmla="*/ 891166 h 1635893"/>
                <a:gd name="connsiteX7" fmla="*/ 900370 w 1644613"/>
                <a:gd name="connsiteY7" fmla="*/ 986162 h 1635893"/>
                <a:gd name="connsiteX8" fmla="*/ 765623 w 1644613"/>
                <a:gd name="connsiteY8" fmla="*/ 1048392 h 1635893"/>
                <a:gd name="connsiteX9" fmla="*/ 993715 w 1644613"/>
                <a:gd name="connsiteY9" fmla="*/ 1351541 h 1635893"/>
                <a:gd name="connsiteX10" fmla="*/ 1109666 w 1644613"/>
                <a:gd name="connsiteY10" fmla="*/ 1221620 h 1635893"/>
                <a:gd name="connsiteX11" fmla="*/ 1283275 w 1644613"/>
                <a:gd name="connsiteY11" fmla="*/ 1111003 h 1635893"/>
                <a:gd name="connsiteX12" fmla="*/ 1372810 w 1644613"/>
                <a:gd name="connsiteY12" fmla="*/ 1159136 h 1635893"/>
                <a:gd name="connsiteX13" fmla="*/ 1290260 w 1644613"/>
                <a:gd name="connsiteY13" fmla="*/ 1244353 h 1635893"/>
                <a:gd name="connsiteX14" fmla="*/ 1514796 w 1644613"/>
                <a:gd name="connsiteY14" fmla="*/ 1325633 h 1635893"/>
                <a:gd name="connsiteX15" fmla="*/ 1460440 w 1644613"/>
                <a:gd name="connsiteY15" fmla="*/ 1390657 h 1635893"/>
                <a:gd name="connsiteX16" fmla="*/ 1460821 w 1644613"/>
                <a:gd name="connsiteY16" fmla="*/ 1438790 h 1635893"/>
                <a:gd name="connsiteX17" fmla="*/ 1403163 w 1644613"/>
                <a:gd name="connsiteY17" fmla="*/ 1459999 h 1635893"/>
                <a:gd name="connsiteX18" fmla="*/ 1396686 w 1644613"/>
                <a:gd name="connsiteY18" fmla="*/ 1490352 h 1635893"/>
                <a:gd name="connsiteX19" fmla="*/ 1222569 w 1644613"/>
                <a:gd name="connsiteY19" fmla="*/ 1482224 h 1635893"/>
                <a:gd name="connsiteX20" fmla="*/ 1041340 w 1644613"/>
                <a:gd name="connsiteY20" fmla="*/ 1583443 h 1635893"/>
                <a:gd name="connsiteX21" fmla="*/ 907228 w 1644613"/>
                <a:gd name="connsiteY21" fmla="*/ 1570362 h 1635893"/>
                <a:gd name="connsiteX22" fmla="*/ 909260 w 1644613"/>
                <a:gd name="connsiteY22" fmla="*/ 1626242 h 1635893"/>
                <a:gd name="connsiteX23" fmla="*/ 884622 w 1644613"/>
                <a:gd name="connsiteY23" fmla="*/ 1624718 h 1635893"/>
                <a:gd name="connsiteX24" fmla="*/ 878780 w 1644613"/>
                <a:gd name="connsiteY24" fmla="*/ 1550296 h 1635893"/>
                <a:gd name="connsiteX25" fmla="*/ 820106 w 1644613"/>
                <a:gd name="connsiteY25" fmla="*/ 1144658 h 1635893"/>
                <a:gd name="connsiteX26" fmla="*/ 747208 w 1644613"/>
                <a:gd name="connsiteY26" fmla="*/ 1071887 h 1635893"/>
                <a:gd name="connsiteX27" fmla="*/ 424882 w 1644613"/>
                <a:gd name="connsiteY27" fmla="*/ 1070236 h 1635893"/>
                <a:gd name="connsiteX28" fmla="*/ 337125 w 1644613"/>
                <a:gd name="connsiteY28" fmla="*/ 1072395 h 1635893"/>
                <a:gd name="connsiteX29" fmla="*/ 407610 w 1644613"/>
                <a:gd name="connsiteY29" fmla="*/ 1284231 h 1635893"/>
                <a:gd name="connsiteX30" fmla="*/ 322774 w 1644613"/>
                <a:gd name="connsiteY30" fmla="*/ 1363352 h 1635893"/>
                <a:gd name="connsiteX31" fmla="*/ 288357 w 1644613"/>
                <a:gd name="connsiteY31" fmla="*/ 1588650 h 1635893"/>
                <a:gd name="connsiteX32" fmla="*/ 283023 w 1644613"/>
                <a:gd name="connsiteY32" fmla="*/ 1624718 h 1635893"/>
                <a:gd name="connsiteX33" fmla="*/ 259020 w 1644613"/>
                <a:gd name="connsiteY33" fmla="*/ 1629417 h 1635893"/>
                <a:gd name="connsiteX34" fmla="*/ 323409 w 1644613"/>
                <a:gd name="connsiteY34" fmla="*/ 1250068 h 1635893"/>
                <a:gd name="connsiteX35" fmla="*/ 305629 w 1644613"/>
                <a:gd name="connsiteY35" fmla="*/ 1166248 h 1635893"/>
                <a:gd name="connsiteX36" fmla="*/ 229556 w 1644613"/>
                <a:gd name="connsiteY36" fmla="*/ 1192410 h 1635893"/>
                <a:gd name="connsiteX37" fmla="*/ 18228 w 1644613"/>
                <a:gd name="connsiteY37" fmla="*/ 1623575 h 1635893"/>
                <a:gd name="connsiteX38" fmla="*/ 2099 w 1644613"/>
                <a:gd name="connsiteY38" fmla="*/ 1635894 h 1635893"/>
                <a:gd name="connsiteX39" fmla="*/ 17212 w 1644613"/>
                <a:gd name="connsiteY39" fmla="*/ 1539628 h 1635893"/>
                <a:gd name="connsiteX40" fmla="*/ 107001 w 1644613"/>
                <a:gd name="connsiteY40" fmla="*/ 1318648 h 1635893"/>
                <a:gd name="connsiteX41" fmla="*/ 216983 w 1644613"/>
                <a:gd name="connsiteY41" fmla="*/ 1168153 h 1635893"/>
                <a:gd name="connsiteX42" fmla="*/ 304867 w 1644613"/>
                <a:gd name="connsiteY42" fmla="*/ 1066553 h 1635893"/>
                <a:gd name="connsiteX43" fmla="*/ 391481 w 1644613"/>
                <a:gd name="connsiteY43" fmla="*/ 1032390 h 1635893"/>
                <a:gd name="connsiteX44" fmla="*/ 252924 w 1644613"/>
                <a:gd name="connsiteY44" fmla="*/ 952253 h 1635893"/>
                <a:gd name="connsiteX45" fmla="*/ 138243 w 1644613"/>
                <a:gd name="connsiteY45" fmla="*/ 837064 h 1635893"/>
                <a:gd name="connsiteX46" fmla="*/ 83633 w 1644613"/>
                <a:gd name="connsiteY46" fmla="*/ 754514 h 1635893"/>
                <a:gd name="connsiteX47" fmla="*/ 139767 w 1644613"/>
                <a:gd name="connsiteY47" fmla="*/ 520707 h 1635893"/>
                <a:gd name="connsiteX48" fmla="*/ 413198 w 1644613"/>
                <a:gd name="connsiteY48" fmla="*/ 274200 h 1635893"/>
                <a:gd name="connsiteX49" fmla="*/ 730698 w 1644613"/>
                <a:gd name="connsiteY49" fmla="*/ 270898 h 1635893"/>
                <a:gd name="connsiteX50" fmla="*/ 944058 w 1644613"/>
                <a:gd name="connsiteY50" fmla="*/ 397009 h 1635893"/>
                <a:gd name="connsiteX51" fmla="*/ 1076900 w 1644613"/>
                <a:gd name="connsiteY51" fmla="*/ 110878 h 1635893"/>
                <a:gd name="connsiteX52" fmla="*/ 971617 w 1644613"/>
                <a:gd name="connsiteY52" fmla="*/ 432950 h 1635893"/>
                <a:gd name="connsiteX53" fmla="*/ 1070423 w 1644613"/>
                <a:gd name="connsiteY53" fmla="*/ 588017 h 1635893"/>
                <a:gd name="connsiteX54" fmla="*/ 1107507 w 1644613"/>
                <a:gd name="connsiteY54" fmla="*/ 692030 h 1635893"/>
                <a:gd name="connsiteX55" fmla="*/ 1614364 w 1644613"/>
                <a:gd name="connsiteY55" fmla="*/ 462160 h 1635893"/>
                <a:gd name="connsiteX56" fmla="*/ 1543879 w 1644613"/>
                <a:gd name="connsiteY56" fmla="*/ 155963 h 1635893"/>
                <a:gd name="connsiteX57" fmla="*/ 1261939 w 1644613"/>
                <a:gd name="connsiteY57" fmla="*/ 27312 h 1635893"/>
                <a:gd name="connsiteX58" fmla="*/ 1076900 w 1644613"/>
                <a:gd name="connsiteY58" fmla="*/ 110878 h 1635893"/>
                <a:gd name="connsiteX59" fmla="*/ 175327 w 1644613"/>
                <a:gd name="connsiteY59" fmla="*/ 504578 h 1635893"/>
                <a:gd name="connsiteX60" fmla="*/ 227270 w 1644613"/>
                <a:gd name="connsiteY60" fmla="*/ 521723 h 1635893"/>
                <a:gd name="connsiteX61" fmla="*/ 284801 w 1644613"/>
                <a:gd name="connsiteY61" fmla="*/ 676663 h 1635893"/>
                <a:gd name="connsiteX62" fmla="*/ 256607 w 1644613"/>
                <a:gd name="connsiteY62" fmla="*/ 816998 h 1635893"/>
                <a:gd name="connsiteX63" fmla="*/ 204283 w 1644613"/>
                <a:gd name="connsiteY63" fmla="*/ 863734 h 1635893"/>
                <a:gd name="connsiteX64" fmla="*/ 615128 w 1644613"/>
                <a:gd name="connsiteY64" fmla="*/ 1040010 h 1635893"/>
                <a:gd name="connsiteX65" fmla="*/ 979491 w 1644613"/>
                <a:gd name="connsiteY65" fmla="*/ 867671 h 1635893"/>
                <a:gd name="connsiteX66" fmla="*/ 1018353 w 1644613"/>
                <a:gd name="connsiteY66" fmla="*/ 573666 h 1635893"/>
                <a:gd name="connsiteX67" fmla="*/ 672151 w 1644613"/>
                <a:gd name="connsiteY67" fmla="*/ 284741 h 1635893"/>
                <a:gd name="connsiteX68" fmla="*/ 175327 w 1644613"/>
                <a:gd name="connsiteY68" fmla="*/ 504578 h 1635893"/>
                <a:gd name="connsiteX69" fmla="*/ 159833 w 1644613"/>
                <a:gd name="connsiteY69" fmla="*/ 539884 h 1635893"/>
                <a:gd name="connsiteX70" fmla="*/ 104588 w 1644613"/>
                <a:gd name="connsiteY70" fmla="*/ 728098 h 1635893"/>
                <a:gd name="connsiteX71" fmla="*/ 197679 w 1644613"/>
                <a:gd name="connsiteY71" fmla="*/ 834143 h 1635893"/>
                <a:gd name="connsiteX72" fmla="*/ 250892 w 1644613"/>
                <a:gd name="connsiteY72" fmla="*/ 752355 h 1635893"/>
                <a:gd name="connsiteX73" fmla="*/ 234636 w 1644613"/>
                <a:gd name="connsiteY73" fmla="*/ 576587 h 1635893"/>
                <a:gd name="connsiteX74" fmla="*/ 159833 w 1644613"/>
                <a:gd name="connsiteY74" fmla="*/ 539884 h 1635893"/>
                <a:gd name="connsiteX75" fmla="*/ 1052135 w 1644613"/>
                <a:gd name="connsiteY75" fmla="*/ 598050 h 1635893"/>
                <a:gd name="connsiteX76" fmla="*/ 1041086 w 1644613"/>
                <a:gd name="connsiteY76" fmla="*/ 807092 h 1635893"/>
                <a:gd name="connsiteX77" fmla="*/ 1052135 w 1644613"/>
                <a:gd name="connsiteY77" fmla="*/ 598050 h 1635893"/>
                <a:gd name="connsiteX78" fmla="*/ 441011 w 1644613"/>
                <a:gd name="connsiteY78" fmla="*/ 1044963 h 1635893"/>
                <a:gd name="connsiteX79" fmla="*/ 658816 w 1644613"/>
                <a:gd name="connsiteY79" fmla="*/ 1078618 h 1635893"/>
                <a:gd name="connsiteX80" fmla="*/ 569154 w 1644613"/>
                <a:gd name="connsiteY80" fmla="*/ 1062616 h 1635893"/>
                <a:gd name="connsiteX81" fmla="*/ 441011 w 1644613"/>
                <a:gd name="connsiteY81" fmla="*/ 1044963 h 1635893"/>
                <a:gd name="connsiteX82" fmla="*/ 303597 w 1644613"/>
                <a:gd name="connsiteY82" fmla="*/ 1095509 h 1635893"/>
                <a:gd name="connsiteX83" fmla="*/ 288992 w 1644613"/>
                <a:gd name="connsiteY83" fmla="*/ 1125100 h 1635893"/>
                <a:gd name="connsiteX84" fmla="*/ 345380 w 1644613"/>
                <a:gd name="connsiteY84" fmla="*/ 1175519 h 1635893"/>
                <a:gd name="connsiteX85" fmla="*/ 332934 w 1644613"/>
                <a:gd name="connsiteY85" fmla="*/ 1333380 h 1635893"/>
                <a:gd name="connsiteX86" fmla="*/ 384369 w 1644613"/>
                <a:gd name="connsiteY86" fmla="*/ 1261879 h 1635893"/>
                <a:gd name="connsiteX87" fmla="*/ 303597 w 1644613"/>
                <a:gd name="connsiteY87" fmla="*/ 1095509 h 1635893"/>
                <a:gd name="connsiteX88" fmla="*/ 1154370 w 1644613"/>
                <a:gd name="connsiteY88" fmla="*/ 1214635 h 1635893"/>
                <a:gd name="connsiteX89" fmla="*/ 1130875 w 1644613"/>
                <a:gd name="connsiteY89" fmla="*/ 1407675 h 1635893"/>
                <a:gd name="connsiteX90" fmla="*/ 1261431 w 1644613"/>
                <a:gd name="connsiteY90" fmla="*/ 1463301 h 1635893"/>
                <a:gd name="connsiteX91" fmla="*/ 1374969 w 1644613"/>
                <a:gd name="connsiteY91" fmla="*/ 1474731 h 1635893"/>
                <a:gd name="connsiteX92" fmla="*/ 1357316 w 1644613"/>
                <a:gd name="connsiteY92" fmla="*/ 1446029 h 1635893"/>
                <a:gd name="connsiteX93" fmla="*/ 1258637 w 1644613"/>
                <a:gd name="connsiteY93" fmla="*/ 1386466 h 1635893"/>
                <a:gd name="connsiteX94" fmla="*/ 1445581 w 1644613"/>
                <a:gd name="connsiteY94" fmla="*/ 1429773 h 1635893"/>
                <a:gd name="connsiteX95" fmla="*/ 1403163 w 1644613"/>
                <a:gd name="connsiteY95" fmla="*/ 1377195 h 1635893"/>
                <a:gd name="connsiteX96" fmla="*/ 1296229 w 1644613"/>
                <a:gd name="connsiteY96" fmla="*/ 1332237 h 1635893"/>
                <a:gd name="connsiteX97" fmla="*/ 1489269 w 1644613"/>
                <a:gd name="connsiteY97" fmla="*/ 1359923 h 1635893"/>
                <a:gd name="connsiteX98" fmla="*/ 1491174 w 1644613"/>
                <a:gd name="connsiteY98" fmla="*/ 1340111 h 1635893"/>
                <a:gd name="connsiteX99" fmla="*/ 1235269 w 1644613"/>
                <a:gd name="connsiteY99" fmla="*/ 1248163 h 1635893"/>
                <a:gd name="connsiteX100" fmla="*/ 1341060 w 1644613"/>
                <a:gd name="connsiteY100" fmla="*/ 1171709 h 1635893"/>
                <a:gd name="connsiteX101" fmla="*/ 1301944 w 1644613"/>
                <a:gd name="connsiteY101" fmla="*/ 1132720 h 1635893"/>
                <a:gd name="connsiteX102" fmla="*/ 1154370 w 1644613"/>
                <a:gd name="connsiteY102" fmla="*/ 1214635 h 1635893"/>
                <a:gd name="connsiteX103" fmla="*/ 857063 w 1644613"/>
                <a:gd name="connsiteY103" fmla="*/ 1181488 h 1635893"/>
                <a:gd name="connsiteX104" fmla="*/ 878272 w 1644613"/>
                <a:gd name="connsiteY104" fmla="*/ 1300868 h 1635893"/>
                <a:gd name="connsiteX105" fmla="*/ 905704 w 1644613"/>
                <a:gd name="connsiteY105" fmla="*/ 1540771 h 1635893"/>
                <a:gd name="connsiteX106" fmla="*/ 1188660 w 1644613"/>
                <a:gd name="connsiteY106" fmla="*/ 1474350 h 1635893"/>
                <a:gd name="connsiteX107" fmla="*/ 1073344 w 1644613"/>
                <a:gd name="connsiteY107" fmla="*/ 1300233 h 1635893"/>
                <a:gd name="connsiteX108" fmla="*/ 973522 w 1644613"/>
                <a:gd name="connsiteY108" fmla="*/ 1438155 h 1635893"/>
                <a:gd name="connsiteX109" fmla="*/ 945201 w 1644613"/>
                <a:gd name="connsiteY109" fmla="*/ 1487558 h 1635893"/>
                <a:gd name="connsiteX110" fmla="*/ 974665 w 1644613"/>
                <a:gd name="connsiteY110" fmla="*/ 1366781 h 1635893"/>
                <a:gd name="connsiteX111" fmla="*/ 857063 w 1644613"/>
                <a:gd name="connsiteY111" fmla="*/ 1181488 h 1635893"/>
                <a:gd name="connsiteX0" fmla="*/ 1014924 w 1618802"/>
                <a:gd name="connsiteY0" fmla="*/ 137040 h 1635895"/>
                <a:gd name="connsiteX1" fmla="*/ 1288609 w 1618802"/>
                <a:gd name="connsiteY1" fmla="*/ 134 h 1635895"/>
                <a:gd name="connsiteX2" fmla="*/ 1606363 w 1618802"/>
                <a:gd name="connsiteY2" fmla="*/ 207525 h 1635895"/>
                <a:gd name="connsiteX3" fmla="*/ 1100903 w 1618802"/>
                <a:gd name="connsiteY3" fmla="*/ 724415 h 1635895"/>
                <a:gd name="connsiteX4" fmla="*/ 1075122 w 1618802"/>
                <a:gd name="connsiteY4" fmla="*/ 806838 h 1635895"/>
                <a:gd name="connsiteX5" fmla="*/ 994858 w 1618802"/>
                <a:gd name="connsiteY5" fmla="*/ 891166 h 1635895"/>
                <a:gd name="connsiteX6" fmla="*/ 900370 w 1618802"/>
                <a:gd name="connsiteY6" fmla="*/ 986162 h 1635895"/>
                <a:gd name="connsiteX7" fmla="*/ 765623 w 1618802"/>
                <a:gd name="connsiteY7" fmla="*/ 1048392 h 1635895"/>
                <a:gd name="connsiteX8" fmla="*/ 993715 w 1618802"/>
                <a:gd name="connsiteY8" fmla="*/ 1351541 h 1635895"/>
                <a:gd name="connsiteX9" fmla="*/ 1109666 w 1618802"/>
                <a:gd name="connsiteY9" fmla="*/ 1221620 h 1635895"/>
                <a:gd name="connsiteX10" fmla="*/ 1283275 w 1618802"/>
                <a:gd name="connsiteY10" fmla="*/ 1111003 h 1635895"/>
                <a:gd name="connsiteX11" fmla="*/ 1372810 w 1618802"/>
                <a:gd name="connsiteY11" fmla="*/ 1159136 h 1635895"/>
                <a:gd name="connsiteX12" fmla="*/ 1290260 w 1618802"/>
                <a:gd name="connsiteY12" fmla="*/ 1244353 h 1635895"/>
                <a:gd name="connsiteX13" fmla="*/ 1514796 w 1618802"/>
                <a:gd name="connsiteY13" fmla="*/ 1325633 h 1635895"/>
                <a:gd name="connsiteX14" fmla="*/ 1460440 w 1618802"/>
                <a:gd name="connsiteY14" fmla="*/ 1390657 h 1635895"/>
                <a:gd name="connsiteX15" fmla="*/ 1460821 w 1618802"/>
                <a:gd name="connsiteY15" fmla="*/ 1438790 h 1635895"/>
                <a:gd name="connsiteX16" fmla="*/ 1403163 w 1618802"/>
                <a:gd name="connsiteY16" fmla="*/ 1459999 h 1635895"/>
                <a:gd name="connsiteX17" fmla="*/ 1396686 w 1618802"/>
                <a:gd name="connsiteY17" fmla="*/ 1490352 h 1635895"/>
                <a:gd name="connsiteX18" fmla="*/ 1222569 w 1618802"/>
                <a:gd name="connsiteY18" fmla="*/ 1482224 h 1635895"/>
                <a:gd name="connsiteX19" fmla="*/ 1041340 w 1618802"/>
                <a:gd name="connsiteY19" fmla="*/ 1583443 h 1635895"/>
                <a:gd name="connsiteX20" fmla="*/ 907228 w 1618802"/>
                <a:gd name="connsiteY20" fmla="*/ 1570362 h 1635895"/>
                <a:gd name="connsiteX21" fmla="*/ 909260 w 1618802"/>
                <a:gd name="connsiteY21" fmla="*/ 1626242 h 1635895"/>
                <a:gd name="connsiteX22" fmla="*/ 884622 w 1618802"/>
                <a:gd name="connsiteY22" fmla="*/ 1624718 h 1635895"/>
                <a:gd name="connsiteX23" fmla="*/ 878780 w 1618802"/>
                <a:gd name="connsiteY23" fmla="*/ 1550296 h 1635895"/>
                <a:gd name="connsiteX24" fmla="*/ 820106 w 1618802"/>
                <a:gd name="connsiteY24" fmla="*/ 1144658 h 1635895"/>
                <a:gd name="connsiteX25" fmla="*/ 747208 w 1618802"/>
                <a:gd name="connsiteY25" fmla="*/ 1071887 h 1635895"/>
                <a:gd name="connsiteX26" fmla="*/ 424882 w 1618802"/>
                <a:gd name="connsiteY26" fmla="*/ 1070236 h 1635895"/>
                <a:gd name="connsiteX27" fmla="*/ 337125 w 1618802"/>
                <a:gd name="connsiteY27" fmla="*/ 1072395 h 1635895"/>
                <a:gd name="connsiteX28" fmla="*/ 407610 w 1618802"/>
                <a:gd name="connsiteY28" fmla="*/ 1284231 h 1635895"/>
                <a:gd name="connsiteX29" fmla="*/ 322774 w 1618802"/>
                <a:gd name="connsiteY29" fmla="*/ 1363352 h 1635895"/>
                <a:gd name="connsiteX30" fmla="*/ 288357 w 1618802"/>
                <a:gd name="connsiteY30" fmla="*/ 1588650 h 1635895"/>
                <a:gd name="connsiteX31" fmla="*/ 283023 w 1618802"/>
                <a:gd name="connsiteY31" fmla="*/ 1624718 h 1635895"/>
                <a:gd name="connsiteX32" fmla="*/ 259020 w 1618802"/>
                <a:gd name="connsiteY32" fmla="*/ 1629417 h 1635895"/>
                <a:gd name="connsiteX33" fmla="*/ 323409 w 1618802"/>
                <a:gd name="connsiteY33" fmla="*/ 1250068 h 1635895"/>
                <a:gd name="connsiteX34" fmla="*/ 305629 w 1618802"/>
                <a:gd name="connsiteY34" fmla="*/ 1166248 h 1635895"/>
                <a:gd name="connsiteX35" fmla="*/ 229556 w 1618802"/>
                <a:gd name="connsiteY35" fmla="*/ 1192410 h 1635895"/>
                <a:gd name="connsiteX36" fmla="*/ 18228 w 1618802"/>
                <a:gd name="connsiteY36" fmla="*/ 1623575 h 1635895"/>
                <a:gd name="connsiteX37" fmla="*/ 2099 w 1618802"/>
                <a:gd name="connsiteY37" fmla="*/ 1635894 h 1635895"/>
                <a:gd name="connsiteX38" fmla="*/ 17212 w 1618802"/>
                <a:gd name="connsiteY38" fmla="*/ 1539628 h 1635895"/>
                <a:gd name="connsiteX39" fmla="*/ 107001 w 1618802"/>
                <a:gd name="connsiteY39" fmla="*/ 1318648 h 1635895"/>
                <a:gd name="connsiteX40" fmla="*/ 216983 w 1618802"/>
                <a:gd name="connsiteY40" fmla="*/ 1168153 h 1635895"/>
                <a:gd name="connsiteX41" fmla="*/ 304867 w 1618802"/>
                <a:gd name="connsiteY41" fmla="*/ 1066553 h 1635895"/>
                <a:gd name="connsiteX42" fmla="*/ 391481 w 1618802"/>
                <a:gd name="connsiteY42" fmla="*/ 1032390 h 1635895"/>
                <a:gd name="connsiteX43" fmla="*/ 252924 w 1618802"/>
                <a:gd name="connsiteY43" fmla="*/ 952253 h 1635895"/>
                <a:gd name="connsiteX44" fmla="*/ 138243 w 1618802"/>
                <a:gd name="connsiteY44" fmla="*/ 837064 h 1635895"/>
                <a:gd name="connsiteX45" fmla="*/ 83633 w 1618802"/>
                <a:gd name="connsiteY45" fmla="*/ 754514 h 1635895"/>
                <a:gd name="connsiteX46" fmla="*/ 139767 w 1618802"/>
                <a:gd name="connsiteY46" fmla="*/ 520707 h 1635895"/>
                <a:gd name="connsiteX47" fmla="*/ 413198 w 1618802"/>
                <a:gd name="connsiteY47" fmla="*/ 274200 h 1635895"/>
                <a:gd name="connsiteX48" fmla="*/ 730698 w 1618802"/>
                <a:gd name="connsiteY48" fmla="*/ 270898 h 1635895"/>
                <a:gd name="connsiteX49" fmla="*/ 944058 w 1618802"/>
                <a:gd name="connsiteY49" fmla="*/ 397009 h 1635895"/>
                <a:gd name="connsiteX50" fmla="*/ 1076900 w 1618802"/>
                <a:gd name="connsiteY50" fmla="*/ 110878 h 1635895"/>
                <a:gd name="connsiteX51" fmla="*/ 971617 w 1618802"/>
                <a:gd name="connsiteY51" fmla="*/ 432950 h 1635895"/>
                <a:gd name="connsiteX52" fmla="*/ 1070423 w 1618802"/>
                <a:gd name="connsiteY52" fmla="*/ 588017 h 1635895"/>
                <a:gd name="connsiteX53" fmla="*/ 1107507 w 1618802"/>
                <a:gd name="connsiteY53" fmla="*/ 692030 h 1635895"/>
                <a:gd name="connsiteX54" fmla="*/ 1614364 w 1618802"/>
                <a:gd name="connsiteY54" fmla="*/ 462160 h 1635895"/>
                <a:gd name="connsiteX55" fmla="*/ 1543879 w 1618802"/>
                <a:gd name="connsiteY55" fmla="*/ 155963 h 1635895"/>
                <a:gd name="connsiteX56" fmla="*/ 1261939 w 1618802"/>
                <a:gd name="connsiteY56" fmla="*/ 27312 h 1635895"/>
                <a:gd name="connsiteX57" fmla="*/ 1076900 w 1618802"/>
                <a:gd name="connsiteY57" fmla="*/ 110878 h 1635895"/>
                <a:gd name="connsiteX58" fmla="*/ 175327 w 1618802"/>
                <a:gd name="connsiteY58" fmla="*/ 504578 h 1635895"/>
                <a:gd name="connsiteX59" fmla="*/ 227270 w 1618802"/>
                <a:gd name="connsiteY59" fmla="*/ 521723 h 1635895"/>
                <a:gd name="connsiteX60" fmla="*/ 284801 w 1618802"/>
                <a:gd name="connsiteY60" fmla="*/ 676663 h 1635895"/>
                <a:gd name="connsiteX61" fmla="*/ 256607 w 1618802"/>
                <a:gd name="connsiteY61" fmla="*/ 816998 h 1635895"/>
                <a:gd name="connsiteX62" fmla="*/ 204283 w 1618802"/>
                <a:gd name="connsiteY62" fmla="*/ 863734 h 1635895"/>
                <a:gd name="connsiteX63" fmla="*/ 615128 w 1618802"/>
                <a:gd name="connsiteY63" fmla="*/ 1040010 h 1635895"/>
                <a:gd name="connsiteX64" fmla="*/ 979491 w 1618802"/>
                <a:gd name="connsiteY64" fmla="*/ 867671 h 1635895"/>
                <a:gd name="connsiteX65" fmla="*/ 1018353 w 1618802"/>
                <a:gd name="connsiteY65" fmla="*/ 573666 h 1635895"/>
                <a:gd name="connsiteX66" fmla="*/ 672151 w 1618802"/>
                <a:gd name="connsiteY66" fmla="*/ 284741 h 1635895"/>
                <a:gd name="connsiteX67" fmla="*/ 175327 w 1618802"/>
                <a:gd name="connsiteY67" fmla="*/ 504578 h 1635895"/>
                <a:gd name="connsiteX68" fmla="*/ 159833 w 1618802"/>
                <a:gd name="connsiteY68" fmla="*/ 539884 h 1635895"/>
                <a:gd name="connsiteX69" fmla="*/ 104588 w 1618802"/>
                <a:gd name="connsiteY69" fmla="*/ 728098 h 1635895"/>
                <a:gd name="connsiteX70" fmla="*/ 197679 w 1618802"/>
                <a:gd name="connsiteY70" fmla="*/ 834143 h 1635895"/>
                <a:gd name="connsiteX71" fmla="*/ 250892 w 1618802"/>
                <a:gd name="connsiteY71" fmla="*/ 752355 h 1635895"/>
                <a:gd name="connsiteX72" fmla="*/ 234636 w 1618802"/>
                <a:gd name="connsiteY72" fmla="*/ 576587 h 1635895"/>
                <a:gd name="connsiteX73" fmla="*/ 159833 w 1618802"/>
                <a:gd name="connsiteY73" fmla="*/ 539884 h 1635895"/>
                <a:gd name="connsiteX74" fmla="*/ 1052135 w 1618802"/>
                <a:gd name="connsiteY74" fmla="*/ 598050 h 1635895"/>
                <a:gd name="connsiteX75" fmla="*/ 1041086 w 1618802"/>
                <a:gd name="connsiteY75" fmla="*/ 807092 h 1635895"/>
                <a:gd name="connsiteX76" fmla="*/ 1052135 w 1618802"/>
                <a:gd name="connsiteY76" fmla="*/ 598050 h 1635895"/>
                <a:gd name="connsiteX77" fmla="*/ 441011 w 1618802"/>
                <a:gd name="connsiteY77" fmla="*/ 1044963 h 1635895"/>
                <a:gd name="connsiteX78" fmla="*/ 658816 w 1618802"/>
                <a:gd name="connsiteY78" fmla="*/ 1078618 h 1635895"/>
                <a:gd name="connsiteX79" fmla="*/ 569154 w 1618802"/>
                <a:gd name="connsiteY79" fmla="*/ 1062616 h 1635895"/>
                <a:gd name="connsiteX80" fmla="*/ 441011 w 1618802"/>
                <a:gd name="connsiteY80" fmla="*/ 1044963 h 1635895"/>
                <a:gd name="connsiteX81" fmla="*/ 303597 w 1618802"/>
                <a:gd name="connsiteY81" fmla="*/ 1095509 h 1635895"/>
                <a:gd name="connsiteX82" fmla="*/ 288992 w 1618802"/>
                <a:gd name="connsiteY82" fmla="*/ 1125100 h 1635895"/>
                <a:gd name="connsiteX83" fmla="*/ 345380 w 1618802"/>
                <a:gd name="connsiteY83" fmla="*/ 1175519 h 1635895"/>
                <a:gd name="connsiteX84" fmla="*/ 332934 w 1618802"/>
                <a:gd name="connsiteY84" fmla="*/ 1333380 h 1635895"/>
                <a:gd name="connsiteX85" fmla="*/ 384369 w 1618802"/>
                <a:gd name="connsiteY85" fmla="*/ 1261879 h 1635895"/>
                <a:gd name="connsiteX86" fmla="*/ 303597 w 1618802"/>
                <a:gd name="connsiteY86" fmla="*/ 1095509 h 1635895"/>
                <a:gd name="connsiteX87" fmla="*/ 1154370 w 1618802"/>
                <a:gd name="connsiteY87" fmla="*/ 1214635 h 1635895"/>
                <a:gd name="connsiteX88" fmla="*/ 1130875 w 1618802"/>
                <a:gd name="connsiteY88" fmla="*/ 1407675 h 1635895"/>
                <a:gd name="connsiteX89" fmla="*/ 1261431 w 1618802"/>
                <a:gd name="connsiteY89" fmla="*/ 1463301 h 1635895"/>
                <a:gd name="connsiteX90" fmla="*/ 1374969 w 1618802"/>
                <a:gd name="connsiteY90" fmla="*/ 1474731 h 1635895"/>
                <a:gd name="connsiteX91" fmla="*/ 1357316 w 1618802"/>
                <a:gd name="connsiteY91" fmla="*/ 1446029 h 1635895"/>
                <a:gd name="connsiteX92" fmla="*/ 1258637 w 1618802"/>
                <a:gd name="connsiteY92" fmla="*/ 1386466 h 1635895"/>
                <a:gd name="connsiteX93" fmla="*/ 1445581 w 1618802"/>
                <a:gd name="connsiteY93" fmla="*/ 1429773 h 1635895"/>
                <a:gd name="connsiteX94" fmla="*/ 1403163 w 1618802"/>
                <a:gd name="connsiteY94" fmla="*/ 1377195 h 1635895"/>
                <a:gd name="connsiteX95" fmla="*/ 1296229 w 1618802"/>
                <a:gd name="connsiteY95" fmla="*/ 1332237 h 1635895"/>
                <a:gd name="connsiteX96" fmla="*/ 1489269 w 1618802"/>
                <a:gd name="connsiteY96" fmla="*/ 1359923 h 1635895"/>
                <a:gd name="connsiteX97" fmla="*/ 1491174 w 1618802"/>
                <a:gd name="connsiteY97" fmla="*/ 1340111 h 1635895"/>
                <a:gd name="connsiteX98" fmla="*/ 1235269 w 1618802"/>
                <a:gd name="connsiteY98" fmla="*/ 1248163 h 1635895"/>
                <a:gd name="connsiteX99" fmla="*/ 1341060 w 1618802"/>
                <a:gd name="connsiteY99" fmla="*/ 1171709 h 1635895"/>
                <a:gd name="connsiteX100" fmla="*/ 1301944 w 1618802"/>
                <a:gd name="connsiteY100" fmla="*/ 1132720 h 1635895"/>
                <a:gd name="connsiteX101" fmla="*/ 1154370 w 1618802"/>
                <a:gd name="connsiteY101" fmla="*/ 1214635 h 1635895"/>
                <a:gd name="connsiteX102" fmla="*/ 857063 w 1618802"/>
                <a:gd name="connsiteY102" fmla="*/ 1181488 h 1635895"/>
                <a:gd name="connsiteX103" fmla="*/ 878272 w 1618802"/>
                <a:gd name="connsiteY103" fmla="*/ 1300868 h 1635895"/>
                <a:gd name="connsiteX104" fmla="*/ 905704 w 1618802"/>
                <a:gd name="connsiteY104" fmla="*/ 1540771 h 1635895"/>
                <a:gd name="connsiteX105" fmla="*/ 1188660 w 1618802"/>
                <a:gd name="connsiteY105" fmla="*/ 1474350 h 1635895"/>
                <a:gd name="connsiteX106" fmla="*/ 1073344 w 1618802"/>
                <a:gd name="connsiteY106" fmla="*/ 1300233 h 1635895"/>
                <a:gd name="connsiteX107" fmla="*/ 973522 w 1618802"/>
                <a:gd name="connsiteY107" fmla="*/ 1438155 h 1635895"/>
                <a:gd name="connsiteX108" fmla="*/ 945201 w 1618802"/>
                <a:gd name="connsiteY108" fmla="*/ 1487558 h 1635895"/>
                <a:gd name="connsiteX109" fmla="*/ 974665 w 1618802"/>
                <a:gd name="connsiteY109" fmla="*/ 1366781 h 1635895"/>
                <a:gd name="connsiteX110" fmla="*/ 857063 w 1618802"/>
                <a:gd name="connsiteY110" fmla="*/ 1181488 h 1635895"/>
                <a:gd name="connsiteX0" fmla="*/ 1014924 w 1606362"/>
                <a:gd name="connsiteY0" fmla="*/ 137040 h 1635893"/>
                <a:gd name="connsiteX1" fmla="*/ 1288609 w 1606362"/>
                <a:gd name="connsiteY1" fmla="*/ 134 h 1635893"/>
                <a:gd name="connsiteX2" fmla="*/ 1606363 w 1606362"/>
                <a:gd name="connsiteY2" fmla="*/ 207525 h 1635893"/>
                <a:gd name="connsiteX3" fmla="*/ 1100903 w 1606362"/>
                <a:gd name="connsiteY3" fmla="*/ 724415 h 1635893"/>
                <a:gd name="connsiteX4" fmla="*/ 1075122 w 1606362"/>
                <a:gd name="connsiteY4" fmla="*/ 806838 h 1635893"/>
                <a:gd name="connsiteX5" fmla="*/ 994858 w 1606362"/>
                <a:gd name="connsiteY5" fmla="*/ 891166 h 1635893"/>
                <a:gd name="connsiteX6" fmla="*/ 900370 w 1606362"/>
                <a:gd name="connsiteY6" fmla="*/ 986162 h 1635893"/>
                <a:gd name="connsiteX7" fmla="*/ 765623 w 1606362"/>
                <a:gd name="connsiteY7" fmla="*/ 1048392 h 1635893"/>
                <a:gd name="connsiteX8" fmla="*/ 993715 w 1606362"/>
                <a:gd name="connsiteY8" fmla="*/ 1351541 h 1635893"/>
                <a:gd name="connsiteX9" fmla="*/ 1109666 w 1606362"/>
                <a:gd name="connsiteY9" fmla="*/ 1221620 h 1635893"/>
                <a:gd name="connsiteX10" fmla="*/ 1283275 w 1606362"/>
                <a:gd name="connsiteY10" fmla="*/ 1111003 h 1635893"/>
                <a:gd name="connsiteX11" fmla="*/ 1372810 w 1606362"/>
                <a:gd name="connsiteY11" fmla="*/ 1159136 h 1635893"/>
                <a:gd name="connsiteX12" fmla="*/ 1290260 w 1606362"/>
                <a:gd name="connsiteY12" fmla="*/ 1244353 h 1635893"/>
                <a:gd name="connsiteX13" fmla="*/ 1514796 w 1606362"/>
                <a:gd name="connsiteY13" fmla="*/ 1325633 h 1635893"/>
                <a:gd name="connsiteX14" fmla="*/ 1460440 w 1606362"/>
                <a:gd name="connsiteY14" fmla="*/ 1390657 h 1635893"/>
                <a:gd name="connsiteX15" fmla="*/ 1460821 w 1606362"/>
                <a:gd name="connsiteY15" fmla="*/ 1438790 h 1635893"/>
                <a:gd name="connsiteX16" fmla="*/ 1403163 w 1606362"/>
                <a:gd name="connsiteY16" fmla="*/ 1459999 h 1635893"/>
                <a:gd name="connsiteX17" fmla="*/ 1396686 w 1606362"/>
                <a:gd name="connsiteY17" fmla="*/ 1490352 h 1635893"/>
                <a:gd name="connsiteX18" fmla="*/ 1222569 w 1606362"/>
                <a:gd name="connsiteY18" fmla="*/ 1482224 h 1635893"/>
                <a:gd name="connsiteX19" fmla="*/ 1041340 w 1606362"/>
                <a:gd name="connsiteY19" fmla="*/ 1583443 h 1635893"/>
                <a:gd name="connsiteX20" fmla="*/ 907228 w 1606362"/>
                <a:gd name="connsiteY20" fmla="*/ 1570362 h 1635893"/>
                <a:gd name="connsiteX21" fmla="*/ 909260 w 1606362"/>
                <a:gd name="connsiteY21" fmla="*/ 1626242 h 1635893"/>
                <a:gd name="connsiteX22" fmla="*/ 884622 w 1606362"/>
                <a:gd name="connsiteY22" fmla="*/ 1624718 h 1635893"/>
                <a:gd name="connsiteX23" fmla="*/ 878780 w 1606362"/>
                <a:gd name="connsiteY23" fmla="*/ 1550296 h 1635893"/>
                <a:gd name="connsiteX24" fmla="*/ 820106 w 1606362"/>
                <a:gd name="connsiteY24" fmla="*/ 1144658 h 1635893"/>
                <a:gd name="connsiteX25" fmla="*/ 747208 w 1606362"/>
                <a:gd name="connsiteY25" fmla="*/ 1071887 h 1635893"/>
                <a:gd name="connsiteX26" fmla="*/ 424882 w 1606362"/>
                <a:gd name="connsiteY26" fmla="*/ 1070236 h 1635893"/>
                <a:gd name="connsiteX27" fmla="*/ 337125 w 1606362"/>
                <a:gd name="connsiteY27" fmla="*/ 1072395 h 1635893"/>
                <a:gd name="connsiteX28" fmla="*/ 407610 w 1606362"/>
                <a:gd name="connsiteY28" fmla="*/ 1284231 h 1635893"/>
                <a:gd name="connsiteX29" fmla="*/ 322774 w 1606362"/>
                <a:gd name="connsiteY29" fmla="*/ 1363352 h 1635893"/>
                <a:gd name="connsiteX30" fmla="*/ 288357 w 1606362"/>
                <a:gd name="connsiteY30" fmla="*/ 1588650 h 1635893"/>
                <a:gd name="connsiteX31" fmla="*/ 283023 w 1606362"/>
                <a:gd name="connsiteY31" fmla="*/ 1624718 h 1635893"/>
                <a:gd name="connsiteX32" fmla="*/ 259020 w 1606362"/>
                <a:gd name="connsiteY32" fmla="*/ 1629417 h 1635893"/>
                <a:gd name="connsiteX33" fmla="*/ 323409 w 1606362"/>
                <a:gd name="connsiteY33" fmla="*/ 1250068 h 1635893"/>
                <a:gd name="connsiteX34" fmla="*/ 305629 w 1606362"/>
                <a:gd name="connsiteY34" fmla="*/ 1166248 h 1635893"/>
                <a:gd name="connsiteX35" fmla="*/ 229556 w 1606362"/>
                <a:gd name="connsiteY35" fmla="*/ 1192410 h 1635893"/>
                <a:gd name="connsiteX36" fmla="*/ 18228 w 1606362"/>
                <a:gd name="connsiteY36" fmla="*/ 1623575 h 1635893"/>
                <a:gd name="connsiteX37" fmla="*/ 2099 w 1606362"/>
                <a:gd name="connsiteY37" fmla="*/ 1635894 h 1635893"/>
                <a:gd name="connsiteX38" fmla="*/ 17212 w 1606362"/>
                <a:gd name="connsiteY38" fmla="*/ 1539628 h 1635893"/>
                <a:gd name="connsiteX39" fmla="*/ 107001 w 1606362"/>
                <a:gd name="connsiteY39" fmla="*/ 1318648 h 1635893"/>
                <a:gd name="connsiteX40" fmla="*/ 216983 w 1606362"/>
                <a:gd name="connsiteY40" fmla="*/ 1168153 h 1635893"/>
                <a:gd name="connsiteX41" fmla="*/ 304867 w 1606362"/>
                <a:gd name="connsiteY41" fmla="*/ 1066553 h 1635893"/>
                <a:gd name="connsiteX42" fmla="*/ 391481 w 1606362"/>
                <a:gd name="connsiteY42" fmla="*/ 1032390 h 1635893"/>
                <a:gd name="connsiteX43" fmla="*/ 252924 w 1606362"/>
                <a:gd name="connsiteY43" fmla="*/ 952253 h 1635893"/>
                <a:gd name="connsiteX44" fmla="*/ 138243 w 1606362"/>
                <a:gd name="connsiteY44" fmla="*/ 837064 h 1635893"/>
                <a:gd name="connsiteX45" fmla="*/ 83633 w 1606362"/>
                <a:gd name="connsiteY45" fmla="*/ 754514 h 1635893"/>
                <a:gd name="connsiteX46" fmla="*/ 139767 w 1606362"/>
                <a:gd name="connsiteY46" fmla="*/ 520707 h 1635893"/>
                <a:gd name="connsiteX47" fmla="*/ 413198 w 1606362"/>
                <a:gd name="connsiteY47" fmla="*/ 274200 h 1635893"/>
                <a:gd name="connsiteX48" fmla="*/ 730698 w 1606362"/>
                <a:gd name="connsiteY48" fmla="*/ 270898 h 1635893"/>
                <a:gd name="connsiteX49" fmla="*/ 944058 w 1606362"/>
                <a:gd name="connsiteY49" fmla="*/ 397009 h 1635893"/>
                <a:gd name="connsiteX50" fmla="*/ 1076900 w 1606362"/>
                <a:gd name="connsiteY50" fmla="*/ 110878 h 1635893"/>
                <a:gd name="connsiteX51" fmla="*/ 971617 w 1606362"/>
                <a:gd name="connsiteY51" fmla="*/ 432950 h 1635893"/>
                <a:gd name="connsiteX52" fmla="*/ 1070423 w 1606362"/>
                <a:gd name="connsiteY52" fmla="*/ 588017 h 1635893"/>
                <a:gd name="connsiteX53" fmla="*/ 1107507 w 1606362"/>
                <a:gd name="connsiteY53" fmla="*/ 692030 h 1635893"/>
                <a:gd name="connsiteX54" fmla="*/ 1543879 w 1606362"/>
                <a:gd name="connsiteY54" fmla="*/ 155963 h 1635893"/>
                <a:gd name="connsiteX55" fmla="*/ 1261939 w 1606362"/>
                <a:gd name="connsiteY55" fmla="*/ 27312 h 1635893"/>
                <a:gd name="connsiteX56" fmla="*/ 1076900 w 1606362"/>
                <a:gd name="connsiteY56" fmla="*/ 110878 h 1635893"/>
                <a:gd name="connsiteX57" fmla="*/ 175327 w 1606362"/>
                <a:gd name="connsiteY57" fmla="*/ 504578 h 1635893"/>
                <a:gd name="connsiteX58" fmla="*/ 227270 w 1606362"/>
                <a:gd name="connsiteY58" fmla="*/ 521723 h 1635893"/>
                <a:gd name="connsiteX59" fmla="*/ 284801 w 1606362"/>
                <a:gd name="connsiteY59" fmla="*/ 676663 h 1635893"/>
                <a:gd name="connsiteX60" fmla="*/ 256607 w 1606362"/>
                <a:gd name="connsiteY60" fmla="*/ 816998 h 1635893"/>
                <a:gd name="connsiteX61" fmla="*/ 204283 w 1606362"/>
                <a:gd name="connsiteY61" fmla="*/ 863734 h 1635893"/>
                <a:gd name="connsiteX62" fmla="*/ 615128 w 1606362"/>
                <a:gd name="connsiteY62" fmla="*/ 1040010 h 1635893"/>
                <a:gd name="connsiteX63" fmla="*/ 979491 w 1606362"/>
                <a:gd name="connsiteY63" fmla="*/ 867671 h 1635893"/>
                <a:gd name="connsiteX64" fmla="*/ 1018353 w 1606362"/>
                <a:gd name="connsiteY64" fmla="*/ 573666 h 1635893"/>
                <a:gd name="connsiteX65" fmla="*/ 672151 w 1606362"/>
                <a:gd name="connsiteY65" fmla="*/ 284741 h 1635893"/>
                <a:gd name="connsiteX66" fmla="*/ 175327 w 1606362"/>
                <a:gd name="connsiteY66" fmla="*/ 504578 h 1635893"/>
                <a:gd name="connsiteX67" fmla="*/ 159833 w 1606362"/>
                <a:gd name="connsiteY67" fmla="*/ 539884 h 1635893"/>
                <a:gd name="connsiteX68" fmla="*/ 104588 w 1606362"/>
                <a:gd name="connsiteY68" fmla="*/ 728098 h 1635893"/>
                <a:gd name="connsiteX69" fmla="*/ 197679 w 1606362"/>
                <a:gd name="connsiteY69" fmla="*/ 834143 h 1635893"/>
                <a:gd name="connsiteX70" fmla="*/ 250892 w 1606362"/>
                <a:gd name="connsiteY70" fmla="*/ 752355 h 1635893"/>
                <a:gd name="connsiteX71" fmla="*/ 234636 w 1606362"/>
                <a:gd name="connsiteY71" fmla="*/ 576587 h 1635893"/>
                <a:gd name="connsiteX72" fmla="*/ 159833 w 1606362"/>
                <a:gd name="connsiteY72" fmla="*/ 539884 h 1635893"/>
                <a:gd name="connsiteX73" fmla="*/ 1052135 w 1606362"/>
                <a:gd name="connsiteY73" fmla="*/ 598050 h 1635893"/>
                <a:gd name="connsiteX74" fmla="*/ 1041086 w 1606362"/>
                <a:gd name="connsiteY74" fmla="*/ 807092 h 1635893"/>
                <a:gd name="connsiteX75" fmla="*/ 1052135 w 1606362"/>
                <a:gd name="connsiteY75" fmla="*/ 598050 h 1635893"/>
                <a:gd name="connsiteX76" fmla="*/ 441011 w 1606362"/>
                <a:gd name="connsiteY76" fmla="*/ 1044963 h 1635893"/>
                <a:gd name="connsiteX77" fmla="*/ 658816 w 1606362"/>
                <a:gd name="connsiteY77" fmla="*/ 1078618 h 1635893"/>
                <a:gd name="connsiteX78" fmla="*/ 569154 w 1606362"/>
                <a:gd name="connsiteY78" fmla="*/ 1062616 h 1635893"/>
                <a:gd name="connsiteX79" fmla="*/ 441011 w 1606362"/>
                <a:gd name="connsiteY79" fmla="*/ 1044963 h 1635893"/>
                <a:gd name="connsiteX80" fmla="*/ 303597 w 1606362"/>
                <a:gd name="connsiteY80" fmla="*/ 1095509 h 1635893"/>
                <a:gd name="connsiteX81" fmla="*/ 288992 w 1606362"/>
                <a:gd name="connsiteY81" fmla="*/ 1125100 h 1635893"/>
                <a:gd name="connsiteX82" fmla="*/ 345380 w 1606362"/>
                <a:gd name="connsiteY82" fmla="*/ 1175519 h 1635893"/>
                <a:gd name="connsiteX83" fmla="*/ 332934 w 1606362"/>
                <a:gd name="connsiteY83" fmla="*/ 1333380 h 1635893"/>
                <a:gd name="connsiteX84" fmla="*/ 384369 w 1606362"/>
                <a:gd name="connsiteY84" fmla="*/ 1261879 h 1635893"/>
                <a:gd name="connsiteX85" fmla="*/ 303597 w 1606362"/>
                <a:gd name="connsiteY85" fmla="*/ 1095509 h 1635893"/>
                <a:gd name="connsiteX86" fmla="*/ 1154370 w 1606362"/>
                <a:gd name="connsiteY86" fmla="*/ 1214635 h 1635893"/>
                <a:gd name="connsiteX87" fmla="*/ 1130875 w 1606362"/>
                <a:gd name="connsiteY87" fmla="*/ 1407675 h 1635893"/>
                <a:gd name="connsiteX88" fmla="*/ 1261431 w 1606362"/>
                <a:gd name="connsiteY88" fmla="*/ 1463301 h 1635893"/>
                <a:gd name="connsiteX89" fmla="*/ 1374969 w 1606362"/>
                <a:gd name="connsiteY89" fmla="*/ 1474731 h 1635893"/>
                <a:gd name="connsiteX90" fmla="*/ 1357316 w 1606362"/>
                <a:gd name="connsiteY90" fmla="*/ 1446029 h 1635893"/>
                <a:gd name="connsiteX91" fmla="*/ 1258637 w 1606362"/>
                <a:gd name="connsiteY91" fmla="*/ 1386466 h 1635893"/>
                <a:gd name="connsiteX92" fmla="*/ 1445581 w 1606362"/>
                <a:gd name="connsiteY92" fmla="*/ 1429773 h 1635893"/>
                <a:gd name="connsiteX93" fmla="*/ 1403163 w 1606362"/>
                <a:gd name="connsiteY93" fmla="*/ 1377195 h 1635893"/>
                <a:gd name="connsiteX94" fmla="*/ 1296229 w 1606362"/>
                <a:gd name="connsiteY94" fmla="*/ 1332237 h 1635893"/>
                <a:gd name="connsiteX95" fmla="*/ 1489269 w 1606362"/>
                <a:gd name="connsiteY95" fmla="*/ 1359923 h 1635893"/>
                <a:gd name="connsiteX96" fmla="*/ 1491174 w 1606362"/>
                <a:gd name="connsiteY96" fmla="*/ 1340111 h 1635893"/>
                <a:gd name="connsiteX97" fmla="*/ 1235269 w 1606362"/>
                <a:gd name="connsiteY97" fmla="*/ 1248163 h 1635893"/>
                <a:gd name="connsiteX98" fmla="*/ 1341060 w 1606362"/>
                <a:gd name="connsiteY98" fmla="*/ 1171709 h 1635893"/>
                <a:gd name="connsiteX99" fmla="*/ 1301944 w 1606362"/>
                <a:gd name="connsiteY99" fmla="*/ 1132720 h 1635893"/>
                <a:gd name="connsiteX100" fmla="*/ 1154370 w 1606362"/>
                <a:gd name="connsiteY100" fmla="*/ 1214635 h 1635893"/>
                <a:gd name="connsiteX101" fmla="*/ 857063 w 1606362"/>
                <a:gd name="connsiteY101" fmla="*/ 1181488 h 1635893"/>
                <a:gd name="connsiteX102" fmla="*/ 878272 w 1606362"/>
                <a:gd name="connsiteY102" fmla="*/ 1300868 h 1635893"/>
                <a:gd name="connsiteX103" fmla="*/ 905704 w 1606362"/>
                <a:gd name="connsiteY103" fmla="*/ 1540771 h 1635893"/>
                <a:gd name="connsiteX104" fmla="*/ 1188660 w 1606362"/>
                <a:gd name="connsiteY104" fmla="*/ 1474350 h 1635893"/>
                <a:gd name="connsiteX105" fmla="*/ 1073344 w 1606362"/>
                <a:gd name="connsiteY105" fmla="*/ 1300233 h 1635893"/>
                <a:gd name="connsiteX106" fmla="*/ 973522 w 1606362"/>
                <a:gd name="connsiteY106" fmla="*/ 1438155 h 1635893"/>
                <a:gd name="connsiteX107" fmla="*/ 945201 w 1606362"/>
                <a:gd name="connsiteY107" fmla="*/ 1487558 h 1635893"/>
                <a:gd name="connsiteX108" fmla="*/ 974665 w 1606362"/>
                <a:gd name="connsiteY108" fmla="*/ 1366781 h 1635893"/>
                <a:gd name="connsiteX109" fmla="*/ 857063 w 1606362"/>
                <a:gd name="connsiteY109" fmla="*/ 1181488 h 1635893"/>
                <a:gd name="connsiteX0" fmla="*/ 1014924 w 1543880"/>
                <a:gd name="connsiteY0" fmla="*/ 136948 h 1635803"/>
                <a:gd name="connsiteX1" fmla="*/ 1288609 w 1543880"/>
                <a:gd name="connsiteY1" fmla="*/ 42 h 1635803"/>
                <a:gd name="connsiteX2" fmla="*/ 1100903 w 1543880"/>
                <a:gd name="connsiteY2" fmla="*/ 724323 h 1635803"/>
                <a:gd name="connsiteX3" fmla="*/ 1075122 w 1543880"/>
                <a:gd name="connsiteY3" fmla="*/ 806746 h 1635803"/>
                <a:gd name="connsiteX4" fmla="*/ 994858 w 1543880"/>
                <a:gd name="connsiteY4" fmla="*/ 891074 h 1635803"/>
                <a:gd name="connsiteX5" fmla="*/ 900370 w 1543880"/>
                <a:gd name="connsiteY5" fmla="*/ 986070 h 1635803"/>
                <a:gd name="connsiteX6" fmla="*/ 765623 w 1543880"/>
                <a:gd name="connsiteY6" fmla="*/ 1048300 h 1635803"/>
                <a:gd name="connsiteX7" fmla="*/ 993715 w 1543880"/>
                <a:gd name="connsiteY7" fmla="*/ 1351449 h 1635803"/>
                <a:gd name="connsiteX8" fmla="*/ 1109666 w 1543880"/>
                <a:gd name="connsiteY8" fmla="*/ 1221528 h 1635803"/>
                <a:gd name="connsiteX9" fmla="*/ 1283275 w 1543880"/>
                <a:gd name="connsiteY9" fmla="*/ 1110911 h 1635803"/>
                <a:gd name="connsiteX10" fmla="*/ 1372810 w 1543880"/>
                <a:gd name="connsiteY10" fmla="*/ 1159044 h 1635803"/>
                <a:gd name="connsiteX11" fmla="*/ 1290260 w 1543880"/>
                <a:gd name="connsiteY11" fmla="*/ 1244261 h 1635803"/>
                <a:gd name="connsiteX12" fmla="*/ 1514796 w 1543880"/>
                <a:gd name="connsiteY12" fmla="*/ 1325541 h 1635803"/>
                <a:gd name="connsiteX13" fmla="*/ 1460440 w 1543880"/>
                <a:gd name="connsiteY13" fmla="*/ 1390565 h 1635803"/>
                <a:gd name="connsiteX14" fmla="*/ 1460821 w 1543880"/>
                <a:gd name="connsiteY14" fmla="*/ 1438698 h 1635803"/>
                <a:gd name="connsiteX15" fmla="*/ 1403163 w 1543880"/>
                <a:gd name="connsiteY15" fmla="*/ 1459907 h 1635803"/>
                <a:gd name="connsiteX16" fmla="*/ 1396686 w 1543880"/>
                <a:gd name="connsiteY16" fmla="*/ 1490260 h 1635803"/>
                <a:gd name="connsiteX17" fmla="*/ 1222569 w 1543880"/>
                <a:gd name="connsiteY17" fmla="*/ 1482132 h 1635803"/>
                <a:gd name="connsiteX18" fmla="*/ 1041340 w 1543880"/>
                <a:gd name="connsiteY18" fmla="*/ 1583351 h 1635803"/>
                <a:gd name="connsiteX19" fmla="*/ 907228 w 1543880"/>
                <a:gd name="connsiteY19" fmla="*/ 1570270 h 1635803"/>
                <a:gd name="connsiteX20" fmla="*/ 909260 w 1543880"/>
                <a:gd name="connsiteY20" fmla="*/ 1626150 h 1635803"/>
                <a:gd name="connsiteX21" fmla="*/ 884622 w 1543880"/>
                <a:gd name="connsiteY21" fmla="*/ 1624626 h 1635803"/>
                <a:gd name="connsiteX22" fmla="*/ 878780 w 1543880"/>
                <a:gd name="connsiteY22" fmla="*/ 1550204 h 1635803"/>
                <a:gd name="connsiteX23" fmla="*/ 820106 w 1543880"/>
                <a:gd name="connsiteY23" fmla="*/ 1144566 h 1635803"/>
                <a:gd name="connsiteX24" fmla="*/ 747208 w 1543880"/>
                <a:gd name="connsiteY24" fmla="*/ 1071795 h 1635803"/>
                <a:gd name="connsiteX25" fmla="*/ 424882 w 1543880"/>
                <a:gd name="connsiteY25" fmla="*/ 1070144 h 1635803"/>
                <a:gd name="connsiteX26" fmla="*/ 337125 w 1543880"/>
                <a:gd name="connsiteY26" fmla="*/ 1072303 h 1635803"/>
                <a:gd name="connsiteX27" fmla="*/ 407610 w 1543880"/>
                <a:gd name="connsiteY27" fmla="*/ 1284139 h 1635803"/>
                <a:gd name="connsiteX28" fmla="*/ 322774 w 1543880"/>
                <a:gd name="connsiteY28" fmla="*/ 1363260 h 1635803"/>
                <a:gd name="connsiteX29" fmla="*/ 288357 w 1543880"/>
                <a:gd name="connsiteY29" fmla="*/ 1588558 h 1635803"/>
                <a:gd name="connsiteX30" fmla="*/ 283023 w 1543880"/>
                <a:gd name="connsiteY30" fmla="*/ 1624626 h 1635803"/>
                <a:gd name="connsiteX31" fmla="*/ 259020 w 1543880"/>
                <a:gd name="connsiteY31" fmla="*/ 1629325 h 1635803"/>
                <a:gd name="connsiteX32" fmla="*/ 323409 w 1543880"/>
                <a:gd name="connsiteY32" fmla="*/ 1249976 h 1635803"/>
                <a:gd name="connsiteX33" fmla="*/ 305629 w 1543880"/>
                <a:gd name="connsiteY33" fmla="*/ 1166156 h 1635803"/>
                <a:gd name="connsiteX34" fmla="*/ 229556 w 1543880"/>
                <a:gd name="connsiteY34" fmla="*/ 1192318 h 1635803"/>
                <a:gd name="connsiteX35" fmla="*/ 18228 w 1543880"/>
                <a:gd name="connsiteY35" fmla="*/ 1623483 h 1635803"/>
                <a:gd name="connsiteX36" fmla="*/ 2099 w 1543880"/>
                <a:gd name="connsiteY36" fmla="*/ 1635802 h 1635803"/>
                <a:gd name="connsiteX37" fmla="*/ 17212 w 1543880"/>
                <a:gd name="connsiteY37" fmla="*/ 1539536 h 1635803"/>
                <a:gd name="connsiteX38" fmla="*/ 107001 w 1543880"/>
                <a:gd name="connsiteY38" fmla="*/ 1318556 h 1635803"/>
                <a:gd name="connsiteX39" fmla="*/ 216983 w 1543880"/>
                <a:gd name="connsiteY39" fmla="*/ 1168061 h 1635803"/>
                <a:gd name="connsiteX40" fmla="*/ 304867 w 1543880"/>
                <a:gd name="connsiteY40" fmla="*/ 1066461 h 1635803"/>
                <a:gd name="connsiteX41" fmla="*/ 391481 w 1543880"/>
                <a:gd name="connsiteY41" fmla="*/ 1032298 h 1635803"/>
                <a:gd name="connsiteX42" fmla="*/ 252924 w 1543880"/>
                <a:gd name="connsiteY42" fmla="*/ 952161 h 1635803"/>
                <a:gd name="connsiteX43" fmla="*/ 138243 w 1543880"/>
                <a:gd name="connsiteY43" fmla="*/ 836972 h 1635803"/>
                <a:gd name="connsiteX44" fmla="*/ 83633 w 1543880"/>
                <a:gd name="connsiteY44" fmla="*/ 754422 h 1635803"/>
                <a:gd name="connsiteX45" fmla="*/ 139767 w 1543880"/>
                <a:gd name="connsiteY45" fmla="*/ 520615 h 1635803"/>
                <a:gd name="connsiteX46" fmla="*/ 413198 w 1543880"/>
                <a:gd name="connsiteY46" fmla="*/ 274108 h 1635803"/>
                <a:gd name="connsiteX47" fmla="*/ 730698 w 1543880"/>
                <a:gd name="connsiteY47" fmla="*/ 270806 h 1635803"/>
                <a:gd name="connsiteX48" fmla="*/ 944058 w 1543880"/>
                <a:gd name="connsiteY48" fmla="*/ 396917 h 1635803"/>
                <a:gd name="connsiteX49" fmla="*/ 1076900 w 1543880"/>
                <a:gd name="connsiteY49" fmla="*/ 110786 h 1635803"/>
                <a:gd name="connsiteX50" fmla="*/ 971617 w 1543880"/>
                <a:gd name="connsiteY50" fmla="*/ 432858 h 1635803"/>
                <a:gd name="connsiteX51" fmla="*/ 1070423 w 1543880"/>
                <a:gd name="connsiteY51" fmla="*/ 587925 h 1635803"/>
                <a:gd name="connsiteX52" fmla="*/ 1107507 w 1543880"/>
                <a:gd name="connsiteY52" fmla="*/ 691938 h 1635803"/>
                <a:gd name="connsiteX53" fmla="*/ 1543879 w 1543880"/>
                <a:gd name="connsiteY53" fmla="*/ 155871 h 1635803"/>
                <a:gd name="connsiteX54" fmla="*/ 1261939 w 1543880"/>
                <a:gd name="connsiteY54" fmla="*/ 27220 h 1635803"/>
                <a:gd name="connsiteX55" fmla="*/ 1076900 w 1543880"/>
                <a:gd name="connsiteY55" fmla="*/ 110786 h 1635803"/>
                <a:gd name="connsiteX56" fmla="*/ 175327 w 1543880"/>
                <a:gd name="connsiteY56" fmla="*/ 504486 h 1635803"/>
                <a:gd name="connsiteX57" fmla="*/ 227270 w 1543880"/>
                <a:gd name="connsiteY57" fmla="*/ 521631 h 1635803"/>
                <a:gd name="connsiteX58" fmla="*/ 284801 w 1543880"/>
                <a:gd name="connsiteY58" fmla="*/ 676571 h 1635803"/>
                <a:gd name="connsiteX59" fmla="*/ 256607 w 1543880"/>
                <a:gd name="connsiteY59" fmla="*/ 816906 h 1635803"/>
                <a:gd name="connsiteX60" fmla="*/ 204283 w 1543880"/>
                <a:gd name="connsiteY60" fmla="*/ 863642 h 1635803"/>
                <a:gd name="connsiteX61" fmla="*/ 615128 w 1543880"/>
                <a:gd name="connsiteY61" fmla="*/ 1039918 h 1635803"/>
                <a:gd name="connsiteX62" fmla="*/ 979491 w 1543880"/>
                <a:gd name="connsiteY62" fmla="*/ 867579 h 1635803"/>
                <a:gd name="connsiteX63" fmla="*/ 1018353 w 1543880"/>
                <a:gd name="connsiteY63" fmla="*/ 573574 h 1635803"/>
                <a:gd name="connsiteX64" fmla="*/ 672151 w 1543880"/>
                <a:gd name="connsiteY64" fmla="*/ 284649 h 1635803"/>
                <a:gd name="connsiteX65" fmla="*/ 175327 w 1543880"/>
                <a:gd name="connsiteY65" fmla="*/ 504486 h 1635803"/>
                <a:gd name="connsiteX66" fmla="*/ 159833 w 1543880"/>
                <a:gd name="connsiteY66" fmla="*/ 539792 h 1635803"/>
                <a:gd name="connsiteX67" fmla="*/ 104588 w 1543880"/>
                <a:gd name="connsiteY67" fmla="*/ 728006 h 1635803"/>
                <a:gd name="connsiteX68" fmla="*/ 197679 w 1543880"/>
                <a:gd name="connsiteY68" fmla="*/ 834051 h 1635803"/>
                <a:gd name="connsiteX69" fmla="*/ 250892 w 1543880"/>
                <a:gd name="connsiteY69" fmla="*/ 752263 h 1635803"/>
                <a:gd name="connsiteX70" fmla="*/ 234636 w 1543880"/>
                <a:gd name="connsiteY70" fmla="*/ 576495 h 1635803"/>
                <a:gd name="connsiteX71" fmla="*/ 159833 w 1543880"/>
                <a:gd name="connsiteY71" fmla="*/ 539792 h 1635803"/>
                <a:gd name="connsiteX72" fmla="*/ 1052135 w 1543880"/>
                <a:gd name="connsiteY72" fmla="*/ 597958 h 1635803"/>
                <a:gd name="connsiteX73" fmla="*/ 1041086 w 1543880"/>
                <a:gd name="connsiteY73" fmla="*/ 807000 h 1635803"/>
                <a:gd name="connsiteX74" fmla="*/ 1052135 w 1543880"/>
                <a:gd name="connsiteY74" fmla="*/ 597958 h 1635803"/>
                <a:gd name="connsiteX75" fmla="*/ 441011 w 1543880"/>
                <a:gd name="connsiteY75" fmla="*/ 1044871 h 1635803"/>
                <a:gd name="connsiteX76" fmla="*/ 658816 w 1543880"/>
                <a:gd name="connsiteY76" fmla="*/ 1078526 h 1635803"/>
                <a:gd name="connsiteX77" fmla="*/ 569154 w 1543880"/>
                <a:gd name="connsiteY77" fmla="*/ 1062524 h 1635803"/>
                <a:gd name="connsiteX78" fmla="*/ 441011 w 1543880"/>
                <a:gd name="connsiteY78" fmla="*/ 1044871 h 1635803"/>
                <a:gd name="connsiteX79" fmla="*/ 303597 w 1543880"/>
                <a:gd name="connsiteY79" fmla="*/ 1095417 h 1635803"/>
                <a:gd name="connsiteX80" fmla="*/ 288992 w 1543880"/>
                <a:gd name="connsiteY80" fmla="*/ 1125008 h 1635803"/>
                <a:gd name="connsiteX81" fmla="*/ 345380 w 1543880"/>
                <a:gd name="connsiteY81" fmla="*/ 1175427 h 1635803"/>
                <a:gd name="connsiteX82" fmla="*/ 332934 w 1543880"/>
                <a:gd name="connsiteY82" fmla="*/ 1333288 h 1635803"/>
                <a:gd name="connsiteX83" fmla="*/ 384369 w 1543880"/>
                <a:gd name="connsiteY83" fmla="*/ 1261787 h 1635803"/>
                <a:gd name="connsiteX84" fmla="*/ 303597 w 1543880"/>
                <a:gd name="connsiteY84" fmla="*/ 1095417 h 1635803"/>
                <a:gd name="connsiteX85" fmla="*/ 1154370 w 1543880"/>
                <a:gd name="connsiteY85" fmla="*/ 1214543 h 1635803"/>
                <a:gd name="connsiteX86" fmla="*/ 1130875 w 1543880"/>
                <a:gd name="connsiteY86" fmla="*/ 1407583 h 1635803"/>
                <a:gd name="connsiteX87" fmla="*/ 1261431 w 1543880"/>
                <a:gd name="connsiteY87" fmla="*/ 1463209 h 1635803"/>
                <a:gd name="connsiteX88" fmla="*/ 1374969 w 1543880"/>
                <a:gd name="connsiteY88" fmla="*/ 1474639 h 1635803"/>
                <a:gd name="connsiteX89" fmla="*/ 1357316 w 1543880"/>
                <a:gd name="connsiteY89" fmla="*/ 1445937 h 1635803"/>
                <a:gd name="connsiteX90" fmla="*/ 1258637 w 1543880"/>
                <a:gd name="connsiteY90" fmla="*/ 1386374 h 1635803"/>
                <a:gd name="connsiteX91" fmla="*/ 1445581 w 1543880"/>
                <a:gd name="connsiteY91" fmla="*/ 1429681 h 1635803"/>
                <a:gd name="connsiteX92" fmla="*/ 1403163 w 1543880"/>
                <a:gd name="connsiteY92" fmla="*/ 1377103 h 1635803"/>
                <a:gd name="connsiteX93" fmla="*/ 1296229 w 1543880"/>
                <a:gd name="connsiteY93" fmla="*/ 1332145 h 1635803"/>
                <a:gd name="connsiteX94" fmla="*/ 1489269 w 1543880"/>
                <a:gd name="connsiteY94" fmla="*/ 1359831 h 1635803"/>
                <a:gd name="connsiteX95" fmla="*/ 1491174 w 1543880"/>
                <a:gd name="connsiteY95" fmla="*/ 1340019 h 1635803"/>
                <a:gd name="connsiteX96" fmla="*/ 1235269 w 1543880"/>
                <a:gd name="connsiteY96" fmla="*/ 1248071 h 1635803"/>
                <a:gd name="connsiteX97" fmla="*/ 1341060 w 1543880"/>
                <a:gd name="connsiteY97" fmla="*/ 1171617 h 1635803"/>
                <a:gd name="connsiteX98" fmla="*/ 1301944 w 1543880"/>
                <a:gd name="connsiteY98" fmla="*/ 1132628 h 1635803"/>
                <a:gd name="connsiteX99" fmla="*/ 1154370 w 1543880"/>
                <a:gd name="connsiteY99" fmla="*/ 1214543 h 1635803"/>
                <a:gd name="connsiteX100" fmla="*/ 857063 w 1543880"/>
                <a:gd name="connsiteY100" fmla="*/ 1181396 h 1635803"/>
                <a:gd name="connsiteX101" fmla="*/ 878272 w 1543880"/>
                <a:gd name="connsiteY101" fmla="*/ 1300776 h 1635803"/>
                <a:gd name="connsiteX102" fmla="*/ 905704 w 1543880"/>
                <a:gd name="connsiteY102" fmla="*/ 1540679 h 1635803"/>
                <a:gd name="connsiteX103" fmla="*/ 1188660 w 1543880"/>
                <a:gd name="connsiteY103" fmla="*/ 1474258 h 1635803"/>
                <a:gd name="connsiteX104" fmla="*/ 1073344 w 1543880"/>
                <a:gd name="connsiteY104" fmla="*/ 1300141 h 1635803"/>
                <a:gd name="connsiteX105" fmla="*/ 973522 w 1543880"/>
                <a:gd name="connsiteY105" fmla="*/ 1438063 h 1635803"/>
                <a:gd name="connsiteX106" fmla="*/ 945201 w 1543880"/>
                <a:gd name="connsiteY106" fmla="*/ 1487466 h 1635803"/>
                <a:gd name="connsiteX107" fmla="*/ 974665 w 1543880"/>
                <a:gd name="connsiteY107" fmla="*/ 1366689 h 1635803"/>
                <a:gd name="connsiteX108" fmla="*/ 857063 w 1543880"/>
                <a:gd name="connsiteY108" fmla="*/ 1181396 h 1635803"/>
                <a:gd name="connsiteX0" fmla="*/ 1014924 w 1522114"/>
                <a:gd name="connsiteY0" fmla="*/ 143988 h 1642841"/>
                <a:gd name="connsiteX1" fmla="*/ 1288609 w 1522114"/>
                <a:gd name="connsiteY1" fmla="*/ 7082 h 1642841"/>
                <a:gd name="connsiteX2" fmla="*/ 1100903 w 1522114"/>
                <a:gd name="connsiteY2" fmla="*/ 731363 h 1642841"/>
                <a:gd name="connsiteX3" fmla="*/ 1075122 w 1522114"/>
                <a:gd name="connsiteY3" fmla="*/ 813786 h 1642841"/>
                <a:gd name="connsiteX4" fmla="*/ 994858 w 1522114"/>
                <a:gd name="connsiteY4" fmla="*/ 898114 h 1642841"/>
                <a:gd name="connsiteX5" fmla="*/ 900370 w 1522114"/>
                <a:gd name="connsiteY5" fmla="*/ 993110 h 1642841"/>
                <a:gd name="connsiteX6" fmla="*/ 765623 w 1522114"/>
                <a:gd name="connsiteY6" fmla="*/ 1055340 h 1642841"/>
                <a:gd name="connsiteX7" fmla="*/ 993715 w 1522114"/>
                <a:gd name="connsiteY7" fmla="*/ 1358489 h 1642841"/>
                <a:gd name="connsiteX8" fmla="*/ 1109666 w 1522114"/>
                <a:gd name="connsiteY8" fmla="*/ 1228568 h 1642841"/>
                <a:gd name="connsiteX9" fmla="*/ 1283275 w 1522114"/>
                <a:gd name="connsiteY9" fmla="*/ 1117951 h 1642841"/>
                <a:gd name="connsiteX10" fmla="*/ 1372810 w 1522114"/>
                <a:gd name="connsiteY10" fmla="*/ 1166084 h 1642841"/>
                <a:gd name="connsiteX11" fmla="*/ 1290260 w 1522114"/>
                <a:gd name="connsiteY11" fmla="*/ 1251301 h 1642841"/>
                <a:gd name="connsiteX12" fmla="*/ 1514796 w 1522114"/>
                <a:gd name="connsiteY12" fmla="*/ 1332581 h 1642841"/>
                <a:gd name="connsiteX13" fmla="*/ 1460440 w 1522114"/>
                <a:gd name="connsiteY13" fmla="*/ 1397605 h 1642841"/>
                <a:gd name="connsiteX14" fmla="*/ 1460821 w 1522114"/>
                <a:gd name="connsiteY14" fmla="*/ 1445738 h 1642841"/>
                <a:gd name="connsiteX15" fmla="*/ 1403163 w 1522114"/>
                <a:gd name="connsiteY15" fmla="*/ 1466947 h 1642841"/>
                <a:gd name="connsiteX16" fmla="*/ 1396686 w 1522114"/>
                <a:gd name="connsiteY16" fmla="*/ 1497300 h 1642841"/>
                <a:gd name="connsiteX17" fmla="*/ 1222569 w 1522114"/>
                <a:gd name="connsiteY17" fmla="*/ 1489172 h 1642841"/>
                <a:gd name="connsiteX18" fmla="*/ 1041340 w 1522114"/>
                <a:gd name="connsiteY18" fmla="*/ 1590391 h 1642841"/>
                <a:gd name="connsiteX19" fmla="*/ 907228 w 1522114"/>
                <a:gd name="connsiteY19" fmla="*/ 1577310 h 1642841"/>
                <a:gd name="connsiteX20" fmla="*/ 909260 w 1522114"/>
                <a:gd name="connsiteY20" fmla="*/ 1633190 h 1642841"/>
                <a:gd name="connsiteX21" fmla="*/ 884622 w 1522114"/>
                <a:gd name="connsiteY21" fmla="*/ 1631666 h 1642841"/>
                <a:gd name="connsiteX22" fmla="*/ 878780 w 1522114"/>
                <a:gd name="connsiteY22" fmla="*/ 1557244 h 1642841"/>
                <a:gd name="connsiteX23" fmla="*/ 820106 w 1522114"/>
                <a:gd name="connsiteY23" fmla="*/ 1151606 h 1642841"/>
                <a:gd name="connsiteX24" fmla="*/ 747208 w 1522114"/>
                <a:gd name="connsiteY24" fmla="*/ 1078835 h 1642841"/>
                <a:gd name="connsiteX25" fmla="*/ 424882 w 1522114"/>
                <a:gd name="connsiteY25" fmla="*/ 1077184 h 1642841"/>
                <a:gd name="connsiteX26" fmla="*/ 337125 w 1522114"/>
                <a:gd name="connsiteY26" fmla="*/ 1079343 h 1642841"/>
                <a:gd name="connsiteX27" fmla="*/ 407610 w 1522114"/>
                <a:gd name="connsiteY27" fmla="*/ 1291179 h 1642841"/>
                <a:gd name="connsiteX28" fmla="*/ 322774 w 1522114"/>
                <a:gd name="connsiteY28" fmla="*/ 1370300 h 1642841"/>
                <a:gd name="connsiteX29" fmla="*/ 288357 w 1522114"/>
                <a:gd name="connsiteY29" fmla="*/ 1595598 h 1642841"/>
                <a:gd name="connsiteX30" fmla="*/ 283023 w 1522114"/>
                <a:gd name="connsiteY30" fmla="*/ 1631666 h 1642841"/>
                <a:gd name="connsiteX31" fmla="*/ 259020 w 1522114"/>
                <a:gd name="connsiteY31" fmla="*/ 1636365 h 1642841"/>
                <a:gd name="connsiteX32" fmla="*/ 323409 w 1522114"/>
                <a:gd name="connsiteY32" fmla="*/ 1257016 h 1642841"/>
                <a:gd name="connsiteX33" fmla="*/ 305629 w 1522114"/>
                <a:gd name="connsiteY33" fmla="*/ 1173196 h 1642841"/>
                <a:gd name="connsiteX34" fmla="*/ 229556 w 1522114"/>
                <a:gd name="connsiteY34" fmla="*/ 1199358 h 1642841"/>
                <a:gd name="connsiteX35" fmla="*/ 18228 w 1522114"/>
                <a:gd name="connsiteY35" fmla="*/ 1630523 h 1642841"/>
                <a:gd name="connsiteX36" fmla="*/ 2099 w 1522114"/>
                <a:gd name="connsiteY36" fmla="*/ 1642842 h 1642841"/>
                <a:gd name="connsiteX37" fmla="*/ 17212 w 1522114"/>
                <a:gd name="connsiteY37" fmla="*/ 1546576 h 1642841"/>
                <a:gd name="connsiteX38" fmla="*/ 107001 w 1522114"/>
                <a:gd name="connsiteY38" fmla="*/ 1325596 h 1642841"/>
                <a:gd name="connsiteX39" fmla="*/ 216983 w 1522114"/>
                <a:gd name="connsiteY39" fmla="*/ 1175101 h 1642841"/>
                <a:gd name="connsiteX40" fmla="*/ 304867 w 1522114"/>
                <a:gd name="connsiteY40" fmla="*/ 1073501 h 1642841"/>
                <a:gd name="connsiteX41" fmla="*/ 391481 w 1522114"/>
                <a:gd name="connsiteY41" fmla="*/ 1039338 h 1642841"/>
                <a:gd name="connsiteX42" fmla="*/ 252924 w 1522114"/>
                <a:gd name="connsiteY42" fmla="*/ 959201 h 1642841"/>
                <a:gd name="connsiteX43" fmla="*/ 138243 w 1522114"/>
                <a:gd name="connsiteY43" fmla="*/ 844012 h 1642841"/>
                <a:gd name="connsiteX44" fmla="*/ 83633 w 1522114"/>
                <a:gd name="connsiteY44" fmla="*/ 761462 h 1642841"/>
                <a:gd name="connsiteX45" fmla="*/ 139767 w 1522114"/>
                <a:gd name="connsiteY45" fmla="*/ 527655 h 1642841"/>
                <a:gd name="connsiteX46" fmla="*/ 413198 w 1522114"/>
                <a:gd name="connsiteY46" fmla="*/ 281148 h 1642841"/>
                <a:gd name="connsiteX47" fmla="*/ 730698 w 1522114"/>
                <a:gd name="connsiteY47" fmla="*/ 277846 h 1642841"/>
                <a:gd name="connsiteX48" fmla="*/ 944058 w 1522114"/>
                <a:gd name="connsiteY48" fmla="*/ 403957 h 1642841"/>
                <a:gd name="connsiteX49" fmla="*/ 1076900 w 1522114"/>
                <a:gd name="connsiteY49" fmla="*/ 117826 h 1642841"/>
                <a:gd name="connsiteX50" fmla="*/ 971617 w 1522114"/>
                <a:gd name="connsiteY50" fmla="*/ 439898 h 1642841"/>
                <a:gd name="connsiteX51" fmla="*/ 1070423 w 1522114"/>
                <a:gd name="connsiteY51" fmla="*/ 594965 h 1642841"/>
                <a:gd name="connsiteX52" fmla="*/ 1107507 w 1522114"/>
                <a:gd name="connsiteY52" fmla="*/ 698978 h 1642841"/>
                <a:gd name="connsiteX53" fmla="*/ 1261939 w 1522114"/>
                <a:gd name="connsiteY53" fmla="*/ 34260 h 1642841"/>
                <a:gd name="connsiteX54" fmla="*/ 1076900 w 1522114"/>
                <a:gd name="connsiteY54" fmla="*/ 117826 h 1642841"/>
                <a:gd name="connsiteX55" fmla="*/ 175327 w 1522114"/>
                <a:gd name="connsiteY55" fmla="*/ 511526 h 1642841"/>
                <a:gd name="connsiteX56" fmla="*/ 227270 w 1522114"/>
                <a:gd name="connsiteY56" fmla="*/ 528671 h 1642841"/>
                <a:gd name="connsiteX57" fmla="*/ 284801 w 1522114"/>
                <a:gd name="connsiteY57" fmla="*/ 683611 h 1642841"/>
                <a:gd name="connsiteX58" fmla="*/ 256607 w 1522114"/>
                <a:gd name="connsiteY58" fmla="*/ 823946 h 1642841"/>
                <a:gd name="connsiteX59" fmla="*/ 204283 w 1522114"/>
                <a:gd name="connsiteY59" fmla="*/ 870682 h 1642841"/>
                <a:gd name="connsiteX60" fmla="*/ 615128 w 1522114"/>
                <a:gd name="connsiteY60" fmla="*/ 1046958 h 1642841"/>
                <a:gd name="connsiteX61" fmla="*/ 979491 w 1522114"/>
                <a:gd name="connsiteY61" fmla="*/ 874619 h 1642841"/>
                <a:gd name="connsiteX62" fmla="*/ 1018353 w 1522114"/>
                <a:gd name="connsiteY62" fmla="*/ 580614 h 1642841"/>
                <a:gd name="connsiteX63" fmla="*/ 672151 w 1522114"/>
                <a:gd name="connsiteY63" fmla="*/ 291689 h 1642841"/>
                <a:gd name="connsiteX64" fmla="*/ 175327 w 1522114"/>
                <a:gd name="connsiteY64" fmla="*/ 511526 h 1642841"/>
                <a:gd name="connsiteX65" fmla="*/ 159833 w 1522114"/>
                <a:gd name="connsiteY65" fmla="*/ 546832 h 1642841"/>
                <a:gd name="connsiteX66" fmla="*/ 104588 w 1522114"/>
                <a:gd name="connsiteY66" fmla="*/ 735046 h 1642841"/>
                <a:gd name="connsiteX67" fmla="*/ 197679 w 1522114"/>
                <a:gd name="connsiteY67" fmla="*/ 841091 h 1642841"/>
                <a:gd name="connsiteX68" fmla="*/ 250892 w 1522114"/>
                <a:gd name="connsiteY68" fmla="*/ 759303 h 1642841"/>
                <a:gd name="connsiteX69" fmla="*/ 234636 w 1522114"/>
                <a:gd name="connsiteY69" fmla="*/ 583535 h 1642841"/>
                <a:gd name="connsiteX70" fmla="*/ 159833 w 1522114"/>
                <a:gd name="connsiteY70" fmla="*/ 546832 h 1642841"/>
                <a:gd name="connsiteX71" fmla="*/ 1052135 w 1522114"/>
                <a:gd name="connsiteY71" fmla="*/ 604998 h 1642841"/>
                <a:gd name="connsiteX72" fmla="*/ 1041086 w 1522114"/>
                <a:gd name="connsiteY72" fmla="*/ 814040 h 1642841"/>
                <a:gd name="connsiteX73" fmla="*/ 1052135 w 1522114"/>
                <a:gd name="connsiteY73" fmla="*/ 604998 h 1642841"/>
                <a:gd name="connsiteX74" fmla="*/ 441011 w 1522114"/>
                <a:gd name="connsiteY74" fmla="*/ 1051911 h 1642841"/>
                <a:gd name="connsiteX75" fmla="*/ 658816 w 1522114"/>
                <a:gd name="connsiteY75" fmla="*/ 1085566 h 1642841"/>
                <a:gd name="connsiteX76" fmla="*/ 569154 w 1522114"/>
                <a:gd name="connsiteY76" fmla="*/ 1069564 h 1642841"/>
                <a:gd name="connsiteX77" fmla="*/ 441011 w 1522114"/>
                <a:gd name="connsiteY77" fmla="*/ 1051911 h 1642841"/>
                <a:gd name="connsiteX78" fmla="*/ 303597 w 1522114"/>
                <a:gd name="connsiteY78" fmla="*/ 1102457 h 1642841"/>
                <a:gd name="connsiteX79" fmla="*/ 288992 w 1522114"/>
                <a:gd name="connsiteY79" fmla="*/ 1132048 h 1642841"/>
                <a:gd name="connsiteX80" fmla="*/ 345380 w 1522114"/>
                <a:gd name="connsiteY80" fmla="*/ 1182467 h 1642841"/>
                <a:gd name="connsiteX81" fmla="*/ 332934 w 1522114"/>
                <a:gd name="connsiteY81" fmla="*/ 1340328 h 1642841"/>
                <a:gd name="connsiteX82" fmla="*/ 384369 w 1522114"/>
                <a:gd name="connsiteY82" fmla="*/ 1268827 h 1642841"/>
                <a:gd name="connsiteX83" fmla="*/ 303597 w 1522114"/>
                <a:gd name="connsiteY83" fmla="*/ 1102457 h 1642841"/>
                <a:gd name="connsiteX84" fmla="*/ 1154370 w 1522114"/>
                <a:gd name="connsiteY84" fmla="*/ 1221583 h 1642841"/>
                <a:gd name="connsiteX85" fmla="*/ 1130875 w 1522114"/>
                <a:gd name="connsiteY85" fmla="*/ 1414623 h 1642841"/>
                <a:gd name="connsiteX86" fmla="*/ 1261431 w 1522114"/>
                <a:gd name="connsiteY86" fmla="*/ 1470249 h 1642841"/>
                <a:gd name="connsiteX87" fmla="*/ 1374969 w 1522114"/>
                <a:gd name="connsiteY87" fmla="*/ 1481679 h 1642841"/>
                <a:gd name="connsiteX88" fmla="*/ 1357316 w 1522114"/>
                <a:gd name="connsiteY88" fmla="*/ 1452977 h 1642841"/>
                <a:gd name="connsiteX89" fmla="*/ 1258637 w 1522114"/>
                <a:gd name="connsiteY89" fmla="*/ 1393414 h 1642841"/>
                <a:gd name="connsiteX90" fmla="*/ 1445581 w 1522114"/>
                <a:gd name="connsiteY90" fmla="*/ 1436721 h 1642841"/>
                <a:gd name="connsiteX91" fmla="*/ 1403163 w 1522114"/>
                <a:gd name="connsiteY91" fmla="*/ 1384143 h 1642841"/>
                <a:gd name="connsiteX92" fmla="*/ 1296229 w 1522114"/>
                <a:gd name="connsiteY92" fmla="*/ 1339185 h 1642841"/>
                <a:gd name="connsiteX93" fmla="*/ 1489269 w 1522114"/>
                <a:gd name="connsiteY93" fmla="*/ 1366871 h 1642841"/>
                <a:gd name="connsiteX94" fmla="*/ 1491174 w 1522114"/>
                <a:gd name="connsiteY94" fmla="*/ 1347059 h 1642841"/>
                <a:gd name="connsiteX95" fmla="*/ 1235269 w 1522114"/>
                <a:gd name="connsiteY95" fmla="*/ 1255111 h 1642841"/>
                <a:gd name="connsiteX96" fmla="*/ 1341060 w 1522114"/>
                <a:gd name="connsiteY96" fmla="*/ 1178657 h 1642841"/>
                <a:gd name="connsiteX97" fmla="*/ 1301944 w 1522114"/>
                <a:gd name="connsiteY97" fmla="*/ 1139668 h 1642841"/>
                <a:gd name="connsiteX98" fmla="*/ 1154370 w 1522114"/>
                <a:gd name="connsiteY98" fmla="*/ 1221583 h 1642841"/>
                <a:gd name="connsiteX99" fmla="*/ 857063 w 1522114"/>
                <a:gd name="connsiteY99" fmla="*/ 1188436 h 1642841"/>
                <a:gd name="connsiteX100" fmla="*/ 878272 w 1522114"/>
                <a:gd name="connsiteY100" fmla="*/ 1307816 h 1642841"/>
                <a:gd name="connsiteX101" fmla="*/ 905704 w 1522114"/>
                <a:gd name="connsiteY101" fmla="*/ 1547719 h 1642841"/>
                <a:gd name="connsiteX102" fmla="*/ 1188660 w 1522114"/>
                <a:gd name="connsiteY102" fmla="*/ 1481298 h 1642841"/>
                <a:gd name="connsiteX103" fmla="*/ 1073344 w 1522114"/>
                <a:gd name="connsiteY103" fmla="*/ 1307181 h 1642841"/>
                <a:gd name="connsiteX104" fmla="*/ 973522 w 1522114"/>
                <a:gd name="connsiteY104" fmla="*/ 1445103 h 1642841"/>
                <a:gd name="connsiteX105" fmla="*/ 945201 w 1522114"/>
                <a:gd name="connsiteY105" fmla="*/ 1494506 h 1642841"/>
                <a:gd name="connsiteX106" fmla="*/ 974665 w 1522114"/>
                <a:gd name="connsiteY106" fmla="*/ 1373729 h 1642841"/>
                <a:gd name="connsiteX107" fmla="*/ 857063 w 1522114"/>
                <a:gd name="connsiteY107" fmla="*/ 1188436 h 1642841"/>
                <a:gd name="connsiteX0" fmla="*/ 1014924 w 1522114"/>
                <a:gd name="connsiteY0" fmla="*/ 136948 h 1635803"/>
                <a:gd name="connsiteX1" fmla="*/ 1288609 w 1522114"/>
                <a:gd name="connsiteY1" fmla="*/ 42 h 1635803"/>
                <a:gd name="connsiteX2" fmla="*/ 1100903 w 1522114"/>
                <a:gd name="connsiteY2" fmla="*/ 724323 h 1635803"/>
                <a:gd name="connsiteX3" fmla="*/ 1075122 w 1522114"/>
                <a:gd name="connsiteY3" fmla="*/ 806746 h 1635803"/>
                <a:gd name="connsiteX4" fmla="*/ 994858 w 1522114"/>
                <a:gd name="connsiteY4" fmla="*/ 891074 h 1635803"/>
                <a:gd name="connsiteX5" fmla="*/ 900370 w 1522114"/>
                <a:gd name="connsiteY5" fmla="*/ 986070 h 1635803"/>
                <a:gd name="connsiteX6" fmla="*/ 765623 w 1522114"/>
                <a:gd name="connsiteY6" fmla="*/ 1048300 h 1635803"/>
                <a:gd name="connsiteX7" fmla="*/ 993715 w 1522114"/>
                <a:gd name="connsiteY7" fmla="*/ 1351449 h 1635803"/>
                <a:gd name="connsiteX8" fmla="*/ 1109666 w 1522114"/>
                <a:gd name="connsiteY8" fmla="*/ 1221528 h 1635803"/>
                <a:gd name="connsiteX9" fmla="*/ 1283275 w 1522114"/>
                <a:gd name="connsiteY9" fmla="*/ 1110911 h 1635803"/>
                <a:gd name="connsiteX10" fmla="*/ 1372810 w 1522114"/>
                <a:gd name="connsiteY10" fmla="*/ 1159044 h 1635803"/>
                <a:gd name="connsiteX11" fmla="*/ 1290260 w 1522114"/>
                <a:gd name="connsiteY11" fmla="*/ 1244261 h 1635803"/>
                <a:gd name="connsiteX12" fmla="*/ 1514796 w 1522114"/>
                <a:gd name="connsiteY12" fmla="*/ 1325541 h 1635803"/>
                <a:gd name="connsiteX13" fmla="*/ 1460440 w 1522114"/>
                <a:gd name="connsiteY13" fmla="*/ 1390565 h 1635803"/>
                <a:gd name="connsiteX14" fmla="*/ 1460821 w 1522114"/>
                <a:gd name="connsiteY14" fmla="*/ 1438698 h 1635803"/>
                <a:gd name="connsiteX15" fmla="*/ 1403163 w 1522114"/>
                <a:gd name="connsiteY15" fmla="*/ 1459907 h 1635803"/>
                <a:gd name="connsiteX16" fmla="*/ 1396686 w 1522114"/>
                <a:gd name="connsiteY16" fmla="*/ 1490260 h 1635803"/>
                <a:gd name="connsiteX17" fmla="*/ 1222569 w 1522114"/>
                <a:gd name="connsiteY17" fmla="*/ 1482132 h 1635803"/>
                <a:gd name="connsiteX18" fmla="*/ 1041340 w 1522114"/>
                <a:gd name="connsiteY18" fmla="*/ 1583351 h 1635803"/>
                <a:gd name="connsiteX19" fmla="*/ 907228 w 1522114"/>
                <a:gd name="connsiteY19" fmla="*/ 1570270 h 1635803"/>
                <a:gd name="connsiteX20" fmla="*/ 909260 w 1522114"/>
                <a:gd name="connsiteY20" fmla="*/ 1626150 h 1635803"/>
                <a:gd name="connsiteX21" fmla="*/ 884622 w 1522114"/>
                <a:gd name="connsiteY21" fmla="*/ 1624626 h 1635803"/>
                <a:gd name="connsiteX22" fmla="*/ 878780 w 1522114"/>
                <a:gd name="connsiteY22" fmla="*/ 1550204 h 1635803"/>
                <a:gd name="connsiteX23" fmla="*/ 820106 w 1522114"/>
                <a:gd name="connsiteY23" fmla="*/ 1144566 h 1635803"/>
                <a:gd name="connsiteX24" fmla="*/ 747208 w 1522114"/>
                <a:gd name="connsiteY24" fmla="*/ 1071795 h 1635803"/>
                <a:gd name="connsiteX25" fmla="*/ 424882 w 1522114"/>
                <a:gd name="connsiteY25" fmla="*/ 1070144 h 1635803"/>
                <a:gd name="connsiteX26" fmla="*/ 337125 w 1522114"/>
                <a:gd name="connsiteY26" fmla="*/ 1072303 h 1635803"/>
                <a:gd name="connsiteX27" fmla="*/ 407610 w 1522114"/>
                <a:gd name="connsiteY27" fmla="*/ 1284139 h 1635803"/>
                <a:gd name="connsiteX28" fmla="*/ 322774 w 1522114"/>
                <a:gd name="connsiteY28" fmla="*/ 1363260 h 1635803"/>
                <a:gd name="connsiteX29" fmla="*/ 288357 w 1522114"/>
                <a:gd name="connsiteY29" fmla="*/ 1588558 h 1635803"/>
                <a:gd name="connsiteX30" fmla="*/ 283023 w 1522114"/>
                <a:gd name="connsiteY30" fmla="*/ 1624626 h 1635803"/>
                <a:gd name="connsiteX31" fmla="*/ 259020 w 1522114"/>
                <a:gd name="connsiteY31" fmla="*/ 1629325 h 1635803"/>
                <a:gd name="connsiteX32" fmla="*/ 323409 w 1522114"/>
                <a:gd name="connsiteY32" fmla="*/ 1249976 h 1635803"/>
                <a:gd name="connsiteX33" fmla="*/ 305629 w 1522114"/>
                <a:gd name="connsiteY33" fmla="*/ 1166156 h 1635803"/>
                <a:gd name="connsiteX34" fmla="*/ 229556 w 1522114"/>
                <a:gd name="connsiteY34" fmla="*/ 1192318 h 1635803"/>
                <a:gd name="connsiteX35" fmla="*/ 18228 w 1522114"/>
                <a:gd name="connsiteY35" fmla="*/ 1623483 h 1635803"/>
                <a:gd name="connsiteX36" fmla="*/ 2099 w 1522114"/>
                <a:gd name="connsiteY36" fmla="*/ 1635802 h 1635803"/>
                <a:gd name="connsiteX37" fmla="*/ 17212 w 1522114"/>
                <a:gd name="connsiteY37" fmla="*/ 1539536 h 1635803"/>
                <a:gd name="connsiteX38" fmla="*/ 107001 w 1522114"/>
                <a:gd name="connsiteY38" fmla="*/ 1318556 h 1635803"/>
                <a:gd name="connsiteX39" fmla="*/ 216983 w 1522114"/>
                <a:gd name="connsiteY39" fmla="*/ 1168061 h 1635803"/>
                <a:gd name="connsiteX40" fmla="*/ 304867 w 1522114"/>
                <a:gd name="connsiteY40" fmla="*/ 1066461 h 1635803"/>
                <a:gd name="connsiteX41" fmla="*/ 391481 w 1522114"/>
                <a:gd name="connsiteY41" fmla="*/ 1032298 h 1635803"/>
                <a:gd name="connsiteX42" fmla="*/ 252924 w 1522114"/>
                <a:gd name="connsiteY42" fmla="*/ 952161 h 1635803"/>
                <a:gd name="connsiteX43" fmla="*/ 138243 w 1522114"/>
                <a:gd name="connsiteY43" fmla="*/ 836972 h 1635803"/>
                <a:gd name="connsiteX44" fmla="*/ 83633 w 1522114"/>
                <a:gd name="connsiteY44" fmla="*/ 754422 h 1635803"/>
                <a:gd name="connsiteX45" fmla="*/ 139767 w 1522114"/>
                <a:gd name="connsiteY45" fmla="*/ 520615 h 1635803"/>
                <a:gd name="connsiteX46" fmla="*/ 413198 w 1522114"/>
                <a:gd name="connsiteY46" fmla="*/ 274108 h 1635803"/>
                <a:gd name="connsiteX47" fmla="*/ 730698 w 1522114"/>
                <a:gd name="connsiteY47" fmla="*/ 270806 h 1635803"/>
                <a:gd name="connsiteX48" fmla="*/ 944058 w 1522114"/>
                <a:gd name="connsiteY48" fmla="*/ 396917 h 1635803"/>
                <a:gd name="connsiteX49" fmla="*/ 1076900 w 1522114"/>
                <a:gd name="connsiteY49" fmla="*/ 110786 h 1635803"/>
                <a:gd name="connsiteX50" fmla="*/ 971617 w 1522114"/>
                <a:gd name="connsiteY50" fmla="*/ 432858 h 1635803"/>
                <a:gd name="connsiteX51" fmla="*/ 1070423 w 1522114"/>
                <a:gd name="connsiteY51" fmla="*/ 587925 h 1635803"/>
                <a:gd name="connsiteX52" fmla="*/ 1107507 w 1522114"/>
                <a:gd name="connsiteY52" fmla="*/ 691938 h 1635803"/>
                <a:gd name="connsiteX53" fmla="*/ 1076900 w 1522114"/>
                <a:gd name="connsiteY53" fmla="*/ 110786 h 1635803"/>
                <a:gd name="connsiteX54" fmla="*/ 175327 w 1522114"/>
                <a:gd name="connsiteY54" fmla="*/ 504486 h 1635803"/>
                <a:gd name="connsiteX55" fmla="*/ 227270 w 1522114"/>
                <a:gd name="connsiteY55" fmla="*/ 521631 h 1635803"/>
                <a:gd name="connsiteX56" fmla="*/ 284801 w 1522114"/>
                <a:gd name="connsiteY56" fmla="*/ 676571 h 1635803"/>
                <a:gd name="connsiteX57" fmla="*/ 256607 w 1522114"/>
                <a:gd name="connsiteY57" fmla="*/ 816906 h 1635803"/>
                <a:gd name="connsiteX58" fmla="*/ 204283 w 1522114"/>
                <a:gd name="connsiteY58" fmla="*/ 863642 h 1635803"/>
                <a:gd name="connsiteX59" fmla="*/ 615128 w 1522114"/>
                <a:gd name="connsiteY59" fmla="*/ 1039918 h 1635803"/>
                <a:gd name="connsiteX60" fmla="*/ 979491 w 1522114"/>
                <a:gd name="connsiteY60" fmla="*/ 867579 h 1635803"/>
                <a:gd name="connsiteX61" fmla="*/ 1018353 w 1522114"/>
                <a:gd name="connsiteY61" fmla="*/ 573574 h 1635803"/>
                <a:gd name="connsiteX62" fmla="*/ 672151 w 1522114"/>
                <a:gd name="connsiteY62" fmla="*/ 284649 h 1635803"/>
                <a:gd name="connsiteX63" fmla="*/ 175327 w 1522114"/>
                <a:gd name="connsiteY63" fmla="*/ 504486 h 1635803"/>
                <a:gd name="connsiteX64" fmla="*/ 159833 w 1522114"/>
                <a:gd name="connsiteY64" fmla="*/ 539792 h 1635803"/>
                <a:gd name="connsiteX65" fmla="*/ 104588 w 1522114"/>
                <a:gd name="connsiteY65" fmla="*/ 728006 h 1635803"/>
                <a:gd name="connsiteX66" fmla="*/ 197679 w 1522114"/>
                <a:gd name="connsiteY66" fmla="*/ 834051 h 1635803"/>
                <a:gd name="connsiteX67" fmla="*/ 250892 w 1522114"/>
                <a:gd name="connsiteY67" fmla="*/ 752263 h 1635803"/>
                <a:gd name="connsiteX68" fmla="*/ 234636 w 1522114"/>
                <a:gd name="connsiteY68" fmla="*/ 576495 h 1635803"/>
                <a:gd name="connsiteX69" fmla="*/ 159833 w 1522114"/>
                <a:gd name="connsiteY69" fmla="*/ 539792 h 1635803"/>
                <a:gd name="connsiteX70" fmla="*/ 1052135 w 1522114"/>
                <a:gd name="connsiteY70" fmla="*/ 597958 h 1635803"/>
                <a:gd name="connsiteX71" fmla="*/ 1041086 w 1522114"/>
                <a:gd name="connsiteY71" fmla="*/ 807000 h 1635803"/>
                <a:gd name="connsiteX72" fmla="*/ 1052135 w 1522114"/>
                <a:gd name="connsiteY72" fmla="*/ 597958 h 1635803"/>
                <a:gd name="connsiteX73" fmla="*/ 441011 w 1522114"/>
                <a:gd name="connsiteY73" fmla="*/ 1044871 h 1635803"/>
                <a:gd name="connsiteX74" fmla="*/ 658816 w 1522114"/>
                <a:gd name="connsiteY74" fmla="*/ 1078526 h 1635803"/>
                <a:gd name="connsiteX75" fmla="*/ 569154 w 1522114"/>
                <a:gd name="connsiteY75" fmla="*/ 1062524 h 1635803"/>
                <a:gd name="connsiteX76" fmla="*/ 441011 w 1522114"/>
                <a:gd name="connsiteY76" fmla="*/ 1044871 h 1635803"/>
                <a:gd name="connsiteX77" fmla="*/ 303597 w 1522114"/>
                <a:gd name="connsiteY77" fmla="*/ 1095417 h 1635803"/>
                <a:gd name="connsiteX78" fmla="*/ 288992 w 1522114"/>
                <a:gd name="connsiteY78" fmla="*/ 1125008 h 1635803"/>
                <a:gd name="connsiteX79" fmla="*/ 345380 w 1522114"/>
                <a:gd name="connsiteY79" fmla="*/ 1175427 h 1635803"/>
                <a:gd name="connsiteX80" fmla="*/ 332934 w 1522114"/>
                <a:gd name="connsiteY80" fmla="*/ 1333288 h 1635803"/>
                <a:gd name="connsiteX81" fmla="*/ 384369 w 1522114"/>
                <a:gd name="connsiteY81" fmla="*/ 1261787 h 1635803"/>
                <a:gd name="connsiteX82" fmla="*/ 303597 w 1522114"/>
                <a:gd name="connsiteY82" fmla="*/ 1095417 h 1635803"/>
                <a:gd name="connsiteX83" fmla="*/ 1154370 w 1522114"/>
                <a:gd name="connsiteY83" fmla="*/ 1214543 h 1635803"/>
                <a:gd name="connsiteX84" fmla="*/ 1130875 w 1522114"/>
                <a:gd name="connsiteY84" fmla="*/ 1407583 h 1635803"/>
                <a:gd name="connsiteX85" fmla="*/ 1261431 w 1522114"/>
                <a:gd name="connsiteY85" fmla="*/ 1463209 h 1635803"/>
                <a:gd name="connsiteX86" fmla="*/ 1374969 w 1522114"/>
                <a:gd name="connsiteY86" fmla="*/ 1474639 h 1635803"/>
                <a:gd name="connsiteX87" fmla="*/ 1357316 w 1522114"/>
                <a:gd name="connsiteY87" fmla="*/ 1445937 h 1635803"/>
                <a:gd name="connsiteX88" fmla="*/ 1258637 w 1522114"/>
                <a:gd name="connsiteY88" fmla="*/ 1386374 h 1635803"/>
                <a:gd name="connsiteX89" fmla="*/ 1445581 w 1522114"/>
                <a:gd name="connsiteY89" fmla="*/ 1429681 h 1635803"/>
                <a:gd name="connsiteX90" fmla="*/ 1403163 w 1522114"/>
                <a:gd name="connsiteY90" fmla="*/ 1377103 h 1635803"/>
                <a:gd name="connsiteX91" fmla="*/ 1296229 w 1522114"/>
                <a:gd name="connsiteY91" fmla="*/ 1332145 h 1635803"/>
                <a:gd name="connsiteX92" fmla="*/ 1489269 w 1522114"/>
                <a:gd name="connsiteY92" fmla="*/ 1359831 h 1635803"/>
                <a:gd name="connsiteX93" fmla="*/ 1491174 w 1522114"/>
                <a:gd name="connsiteY93" fmla="*/ 1340019 h 1635803"/>
                <a:gd name="connsiteX94" fmla="*/ 1235269 w 1522114"/>
                <a:gd name="connsiteY94" fmla="*/ 1248071 h 1635803"/>
                <a:gd name="connsiteX95" fmla="*/ 1341060 w 1522114"/>
                <a:gd name="connsiteY95" fmla="*/ 1171617 h 1635803"/>
                <a:gd name="connsiteX96" fmla="*/ 1301944 w 1522114"/>
                <a:gd name="connsiteY96" fmla="*/ 1132628 h 1635803"/>
                <a:gd name="connsiteX97" fmla="*/ 1154370 w 1522114"/>
                <a:gd name="connsiteY97" fmla="*/ 1214543 h 1635803"/>
                <a:gd name="connsiteX98" fmla="*/ 857063 w 1522114"/>
                <a:gd name="connsiteY98" fmla="*/ 1181396 h 1635803"/>
                <a:gd name="connsiteX99" fmla="*/ 878272 w 1522114"/>
                <a:gd name="connsiteY99" fmla="*/ 1300776 h 1635803"/>
                <a:gd name="connsiteX100" fmla="*/ 905704 w 1522114"/>
                <a:gd name="connsiteY100" fmla="*/ 1540679 h 1635803"/>
                <a:gd name="connsiteX101" fmla="*/ 1188660 w 1522114"/>
                <a:gd name="connsiteY101" fmla="*/ 1474258 h 1635803"/>
                <a:gd name="connsiteX102" fmla="*/ 1073344 w 1522114"/>
                <a:gd name="connsiteY102" fmla="*/ 1300141 h 1635803"/>
                <a:gd name="connsiteX103" fmla="*/ 973522 w 1522114"/>
                <a:gd name="connsiteY103" fmla="*/ 1438063 h 1635803"/>
                <a:gd name="connsiteX104" fmla="*/ 945201 w 1522114"/>
                <a:gd name="connsiteY104" fmla="*/ 1487466 h 1635803"/>
                <a:gd name="connsiteX105" fmla="*/ 974665 w 1522114"/>
                <a:gd name="connsiteY105" fmla="*/ 1366689 h 1635803"/>
                <a:gd name="connsiteX106" fmla="*/ 857063 w 1522114"/>
                <a:gd name="connsiteY106" fmla="*/ 1181396 h 1635803"/>
                <a:gd name="connsiteX0" fmla="*/ 1014924 w 1522114"/>
                <a:gd name="connsiteY0" fmla="*/ 26162 h 1525016"/>
                <a:gd name="connsiteX1" fmla="*/ 1100903 w 1522114"/>
                <a:gd name="connsiteY1" fmla="*/ 613537 h 1525016"/>
                <a:gd name="connsiteX2" fmla="*/ 1075122 w 1522114"/>
                <a:gd name="connsiteY2" fmla="*/ 695960 h 1525016"/>
                <a:gd name="connsiteX3" fmla="*/ 994858 w 1522114"/>
                <a:gd name="connsiteY3" fmla="*/ 780288 h 1525016"/>
                <a:gd name="connsiteX4" fmla="*/ 900370 w 1522114"/>
                <a:gd name="connsiteY4" fmla="*/ 875284 h 1525016"/>
                <a:gd name="connsiteX5" fmla="*/ 765623 w 1522114"/>
                <a:gd name="connsiteY5" fmla="*/ 937514 h 1525016"/>
                <a:gd name="connsiteX6" fmla="*/ 993715 w 1522114"/>
                <a:gd name="connsiteY6" fmla="*/ 1240663 h 1525016"/>
                <a:gd name="connsiteX7" fmla="*/ 1109666 w 1522114"/>
                <a:gd name="connsiteY7" fmla="*/ 1110742 h 1525016"/>
                <a:gd name="connsiteX8" fmla="*/ 1283275 w 1522114"/>
                <a:gd name="connsiteY8" fmla="*/ 1000125 h 1525016"/>
                <a:gd name="connsiteX9" fmla="*/ 1372810 w 1522114"/>
                <a:gd name="connsiteY9" fmla="*/ 1048258 h 1525016"/>
                <a:gd name="connsiteX10" fmla="*/ 1290260 w 1522114"/>
                <a:gd name="connsiteY10" fmla="*/ 1133475 h 1525016"/>
                <a:gd name="connsiteX11" fmla="*/ 1514796 w 1522114"/>
                <a:gd name="connsiteY11" fmla="*/ 1214755 h 1525016"/>
                <a:gd name="connsiteX12" fmla="*/ 1460440 w 1522114"/>
                <a:gd name="connsiteY12" fmla="*/ 1279779 h 1525016"/>
                <a:gd name="connsiteX13" fmla="*/ 1460821 w 1522114"/>
                <a:gd name="connsiteY13" fmla="*/ 1327912 h 1525016"/>
                <a:gd name="connsiteX14" fmla="*/ 1403163 w 1522114"/>
                <a:gd name="connsiteY14" fmla="*/ 1349121 h 1525016"/>
                <a:gd name="connsiteX15" fmla="*/ 1396686 w 1522114"/>
                <a:gd name="connsiteY15" fmla="*/ 1379474 h 1525016"/>
                <a:gd name="connsiteX16" fmla="*/ 1222569 w 1522114"/>
                <a:gd name="connsiteY16" fmla="*/ 1371346 h 1525016"/>
                <a:gd name="connsiteX17" fmla="*/ 1041340 w 1522114"/>
                <a:gd name="connsiteY17" fmla="*/ 1472565 h 1525016"/>
                <a:gd name="connsiteX18" fmla="*/ 907228 w 1522114"/>
                <a:gd name="connsiteY18" fmla="*/ 1459484 h 1525016"/>
                <a:gd name="connsiteX19" fmla="*/ 909260 w 1522114"/>
                <a:gd name="connsiteY19" fmla="*/ 1515364 h 1525016"/>
                <a:gd name="connsiteX20" fmla="*/ 884622 w 1522114"/>
                <a:gd name="connsiteY20" fmla="*/ 1513840 h 1525016"/>
                <a:gd name="connsiteX21" fmla="*/ 878780 w 1522114"/>
                <a:gd name="connsiteY21" fmla="*/ 1439418 h 1525016"/>
                <a:gd name="connsiteX22" fmla="*/ 820106 w 1522114"/>
                <a:gd name="connsiteY22" fmla="*/ 1033780 h 1525016"/>
                <a:gd name="connsiteX23" fmla="*/ 747208 w 1522114"/>
                <a:gd name="connsiteY23" fmla="*/ 961009 h 1525016"/>
                <a:gd name="connsiteX24" fmla="*/ 424882 w 1522114"/>
                <a:gd name="connsiteY24" fmla="*/ 959358 h 1525016"/>
                <a:gd name="connsiteX25" fmla="*/ 337125 w 1522114"/>
                <a:gd name="connsiteY25" fmla="*/ 961517 h 1525016"/>
                <a:gd name="connsiteX26" fmla="*/ 407610 w 1522114"/>
                <a:gd name="connsiteY26" fmla="*/ 1173353 h 1525016"/>
                <a:gd name="connsiteX27" fmla="*/ 322774 w 1522114"/>
                <a:gd name="connsiteY27" fmla="*/ 1252474 h 1525016"/>
                <a:gd name="connsiteX28" fmla="*/ 288357 w 1522114"/>
                <a:gd name="connsiteY28" fmla="*/ 1477772 h 1525016"/>
                <a:gd name="connsiteX29" fmla="*/ 283023 w 1522114"/>
                <a:gd name="connsiteY29" fmla="*/ 1513840 h 1525016"/>
                <a:gd name="connsiteX30" fmla="*/ 259020 w 1522114"/>
                <a:gd name="connsiteY30" fmla="*/ 1518539 h 1525016"/>
                <a:gd name="connsiteX31" fmla="*/ 323409 w 1522114"/>
                <a:gd name="connsiteY31" fmla="*/ 1139190 h 1525016"/>
                <a:gd name="connsiteX32" fmla="*/ 305629 w 1522114"/>
                <a:gd name="connsiteY32" fmla="*/ 1055370 h 1525016"/>
                <a:gd name="connsiteX33" fmla="*/ 229556 w 1522114"/>
                <a:gd name="connsiteY33" fmla="*/ 1081532 h 1525016"/>
                <a:gd name="connsiteX34" fmla="*/ 18228 w 1522114"/>
                <a:gd name="connsiteY34" fmla="*/ 1512697 h 1525016"/>
                <a:gd name="connsiteX35" fmla="*/ 2099 w 1522114"/>
                <a:gd name="connsiteY35" fmla="*/ 1525016 h 1525016"/>
                <a:gd name="connsiteX36" fmla="*/ 17212 w 1522114"/>
                <a:gd name="connsiteY36" fmla="*/ 1428750 h 1525016"/>
                <a:gd name="connsiteX37" fmla="*/ 107001 w 1522114"/>
                <a:gd name="connsiteY37" fmla="*/ 1207770 h 1525016"/>
                <a:gd name="connsiteX38" fmla="*/ 216983 w 1522114"/>
                <a:gd name="connsiteY38" fmla="*/ 1057275 h 1525016"/>
                <a:gd name="connsiteX39" fmla="*/ 304867 w 1522114"/>
                <a:gd name="connsiteY39" fmla="*/ 955675 h 1525016"/>
                <a:gd name="connsiteX40" fmla="*/ 391481 w 1522114"/>
                <a:gd name="connsiteY40" fmla="*/ 921512 h 1525016"/>
                <a:gd name="connsiteX41" fmla="*/ 252924 w 1522114"/>
                <a:gd name="connsiteY41" fmla="*/ 841375 h 1525016"/>
                <a:gd name="connsiteX42" fmla="*/ 138243 w 1522114"/>
                <a:gd name="connsiteY42" fmla="*/ 726186 h 1525016"/>
                <a:gd name="connsiteX43" fmla="*/ 83633 w 1522114"/>
                <a:gd name="connsiteY43" fmla="*/ 643636 h 1525016"/>
                <a:gd name="connsiteX44" fmla="*/ 139767 w 1522114"/>
                <a:gd name="connsiteY44" fmla="*/ 409829 h 1525016"/>
                <a:gd name="connsiteX45" fmla="*/ 413198 w 1522114"/>
                <a:gd name="connsiteY45" fmla="*/ 163322 h 1525016"/>
                <a:gd name="connsiteX46" fmla="*/ 730698 w 1522114"/>
                <a:gd name="connsiteY46" fmla="*/ 160020 h 1525016"/>
                <a:gd name="connsiteX47" fmla="*/ 944058 w 1522114"/>
                <a:gd name="connsiteY47" fmla="*/ 286131 h 1525016"/>
                <a:gd name="connsiteX48" fmla="*/ 1076900 w 1522114"/>
                <a:gd name="connsiteY48" fmla="*/ 0 h 1525016"/>
                <a:gd name="connsiteX49" fmla="*/ 971617 w 1522114"/>
                <a:gd name="connsiteY49" fmla="*/ 322072 h 1525016"/>
                <a:gd name="connsiteX50" fmla="*/ 1070423 w 1522114"/>
                <a:gd name="connsiteY50" fmla="*/ 477139 h 1525016"/>
                <a:gd name="connsiteX51" fmla="*/ 1107507 w 1522114"/>
                <a:gd name="connsiteY51" fmla="*/ 581152 h 1525016"/>
                <a:gd name="connsiteX52" fmla="*/ 1076900 w 1522114"/>
                <a:gd name="connsiteY52" fmla="*/ 0 h 1525016"/>
                <a:gd name="connsiteX53" fmla="*/ 175327 w 1522114"/>
                <a:gd name="connsiteY53" fmla="*/ 393700 h 1525016"/>
                <a:gd name="connsiteX54" fmla="*/ 227270 w 1522114"/>
                <a:gd name="connsiteY54" fmla="*/ 410845 h 1525016"/>
                <a:gd name="connsiteX55" fmla="*/ 284801 w 1522114"/>
                <a:gd name="connsiteY55" fmla="*/ 565785 h 1525016"/>
                <a:gd name="connsiteX56" fmla="*/ 256607 w 1522114"/>
                <a:gd name="connsiteY56" fmla="*/ 706120 h 1525016"/>
                <a:gd name="connsiteX57" fmla="*/ 204283 w 1522114"/>
                <a:gd name="connsiteY57" fmla="*/ 752856 h 1525016"/>
                <a:gd name="connsiteX58" fmla="*/ 615128 w 1522114"/>
                <a:gd name="connsiteY58" fmla="*/ 929132 h 1525016"/>
                <a:gd name="connsiteX59" fmla="*/ 979491 w 1522114"/>
                <a:gd name="connsiteY59" fmla="*/ 756793 h 1525016"/>
                <a:gd name="connsiteX60" fmla="*/ 1018353 w 1522114"/>
                <a:gd name="connsiteY60" fmla="*/ 462788 h 1525016"/>
                <a:gd name="connsiteX61" fmla="*/ 672151 w 1522114"/>
                <a:gd name="connsiteY61" fmla="*/ 173863 h 1525016"/>
                <a:gd name="connsiteX62" fmla="*/ 175327 w 1522114"/>
                <a:gd name="connsiteY62" fmla="*/ 393700 h 1525016"/>
                <a:gd name="connsiteX63" fmla="*/ 159833 w 1522114"/>
                <a:gd name="connsiteY63" fmla="*/ 429006 h 1525016"/>
                <a:gd name="connsiteX64" fmla="*/ 104588 w 1522114"/>
                <a:gd name="connsiteY64" fmla="*/ 617220 h 1525016"/>
                <a:gd name="connsiteX65" fmla="*/ 197679 w 1522114"/>
                <a:gd name="connsiteY65" fmla="*/ 723265 h 1525016"/>
                <a:gd name="connsiteX66" fmla="*/ 250892 w 1522114"/>
                <a:gd name="connsiteY66" fmla="*/ 641477 h 1525016"/>
                <a:gd name="connsiteX67" fmla="*/ 234636 w 1522114"/>
                <a:gd name="connsiteY67" fmla="*/ 465709 h 1525016"/>
                <a:gd name="connsiteX68" fmla="*/ 159833 w 1522114"/>
                <a:gd name="connsiteY68" fmla="*/ 429006 h 1525016"/>
                <a:gd name="connsiteX69" fmla="*/ 1052135 w 1522114"/>
                <a:gd name="connsiteY69" fmla="*/ 487172 h 1525016"/>
                <a:gd name="connsiteX70" fmla="*/ 1041086 w 1522114"/>
                <a:gd name="connsiteY70" fmla="*/ 696214 h 1525016"/>
                <a:gd name="connsiteX71" fmla="*/ 1052135 w 1522114"/>
                <a:gd name="connsiteY71" fmla="*/ 487172 h 1525016"/>
                <a:gd name="connsiteX72" fmla="*/ 441011 w 1522114"/>
                <a:gd name="connsiteY72" fmla="*/ 934085 h 1525016"/>
                <a:gd name="connsiteX73" fmla="*/ 658816 w 1522114"/>
                <a:gd name="connsiteY73" fmla="*/ 967740 h 1525016"/>
                <a:gd name="connsiteX74" fmla="*/ 569154 w 1522114"/>
                <a:gd name="connsiteY74" fmla="*/ 951738 h 1525016"/>
                <a:gd name="connsiteX75" fmla="*/ 441011 w 1522114"/>
                <a:gd name="connsiteY75" fmla="*/ 934085 h 1525016"/>
                <a:gd name="connsiteX76" fmla="*/ 303597 w 1522114"/>
                <a:gd name="connsiteY76" fmla="*/ 984631 h 1525016"/>
                <a:gd name="connsiteX77" fmla="*/ 288992 w 1522114"/>
                <a:gd name="connsiteY77" fmla="*/ 1014222 h 1525016"/>
                <a:gd name="connsiteX78" fmla="*/ 345380 w 1522114"/>
                <a:gd name="connsiteY78" fmla="*/ 1064641 h 1525016"/>
                <a:gd name="connsiteX79" fmla="*/ 332934 w 1522114"/>
                <a:gd name="connsiteY79" fmla="*/ 1222502 h 1525016"/>
                <a:gd name="connsiteX80" fmla="*/ 384369 w 1522114"/>
                <a:gd name="connsiteY80" fmla="*/ 1151001 h 1525016"/>
                <a:gd name="connsiteX81" fmla="*/ 303597 w 1522114"/>
                <a:gd name="connsiteY81" fmla="*/ 984631 h 1525016"/>
                <a:gd name="connsiteX82" fmla="*/ 1154370 w 1522114"/>
                <a:gd name="connsiteY82" fmla="*/ 1103757 h 1525016"/>
                <a:gd name="connsiteX83" fmla="*/ 1130875 w 1522114"/>
                <a:gd name="connsiteY83" fmla="*/ 1296797 h 1525016"/>
                <a:gd name="connsiteX84" fmla="*/ 1261431 w 1522114"/>
                <a:gd name="connsiteY84" fmla="*/ 1352423 h 1525016"/>
                <a:gd name="connsiteX85" fmla="*/ 1374969 w 1522114"/>
                <a:gd name="connsiteY85" fmla="*/ 1363853 h 1525016"/>
                <a:gd name="connsiteX86" fmla="*/ 1357316 w 1522114"/>
                <a:gd name="connsiteY86" fmla="*/ 1335151 h 1525016"/>
                <a:gd name="connsiteX87" fmla="*/ 1258637 w 1522114"/>
                <a:gd name="connsiteY87" fmla="*/ 1275588 h 1525016"/>
                <a:gd name="connsiteX88" fmla="*/ 1445581 w 1522114"/>
                <a:gd name="connsiteY88" fmla="*/ 1318895 h 1525016"/>
                <a:gd name="connsiteX89" fmla="*/ 1403163 w 1522114"/>
                <a:gd name="connsiteY89" fmla="*/ 1266317 h 1525016"/>
                <a:gd name="connsiteX90" fmla="*/ 1296229 w 1522114"/>
                <a:gd name="connsiteY90" fmla="*/ 1221359 h 1525016"/>
                <a:gd name="connsiteX91" fmla="*/ 1489269 w 1522114"/>
                <a:gd name="connsiteY91" fmla="*/ 1249045 h 1525016"/>
                <a:gd name="connsiteX92" fmla="*/ 1491174 w 1522114"/>
                <a:gd name="connsiteY92" fmla="*/ 1229233 h 1525016"/>
                <a:gd name="connsiteX93" fmla="*/ 1235269 w 1522114"/>
                <a:gd name="connsiteY93" fmla="*/ 1137285 h 1525016"/>
                <a:gd name="connsiteX94" fmla="*/ 1341060 w 1522114"/>
                <a:gd name="connsiteY94" fmla="*/ 1060831 h 1525016"/>
                <a:gd name="connsiteX95" fmla="*/ 1301944 w 1522114"/>
                <a:gd name="connsiteY95" fmla="*/ 1021842 h 1525016"/>
                <a:gd name="connsiteX96" fmla="*/ 1154370 w 1522114"/>
                <a:gd name="connsiteY96" fmla="*/ 1103757 h 1525016"/>
                <a:gd name="connsiteX97" fmla="*/ 857063 w 1522114"/>
                <a:gd name="connsiteY97" fmla="*/ 1070610 h 1525016"/>
                <a:gd name="connsiteX98" fmla="*/ 878272 w 1522114"/>
                <a:gd name="connsiteY98" fmla="*/ 1189990 h 1525016"/>
                <a:gd name="connsiteX99" fmla="*/ 905704 w 1522114"/>
                <a:gd name="connsiteY99" fmla="*/ 1429893 h 1525016"/>
                <a:gd name="connsiteX100" fmla="*/ 1188660 w 1522114"/>
                <a:gd name="connsiteY100" fmla="*/ 1363472 h 1525016"/>
                <a:gd name="connsiteX101" fmla="*/ 1073344 w 1522114"/>
                <a:gd name="connsiteY101" fmla="*/ 1189355 h 1525016"/>
                <a:gd name="connsiteX102" fmla="*/ 973522 w 1522114"/>
                <a:gd name="connsiteY102" fmla="*/ 1327277 h 1525016"/>
                <a:gd name="connsiteX103" fmla="*/ 945201 w 1522114"/>
                <a:gd name="connsiteY103" fmla="*/ 1376680 h 1525016"/>
                <a:gd name="connsiteX104" fmla="*/ 974665 w 1522114"/>
                <a:gd name="connsiteY104" fmla="*/ 1255903 h 1525016"/>
                <a:gd name="connsiteX105" fmla="*/ 857063 w 1522114"/>
                <a:gd name="connsiteY105" fmla="*/ 1070610 h 1525016"/>
                <a:gd name="connsiteX0" fmla="*/ 1014924 w 1522114"/>
                <a:gd name="connsiteY0" fmla="*/ 26162 h 1525016"/>
                <a:gd name="connsiteX1" fmla="*/ 1100903 w 1522114"/>
                <a:gd name="connsiteY1" fmla="*/ 613537 h 1525016"/>
                <a:gd name="connsiteX2" fmla="*/ 1075122 w 1522114"/>
                <a:gd name="connsiteY2" fmla="*/ 695960 h 1525016"/>
                <a:gd name="connsiteX3" fmla="*/ 994858 w 1522114"/>
                <a:gd name="connsiteY3" fmla="*/ 780288 h 1525016"/>
                <a:gd name="connsiteX4" fmla="*/ 900370 w 1522114"/>
                <a:gd name="connsiteY4" fmla="*/ 875284 h 1525016"/>
                <a:gd name="connsiteX5" fmla="*/ 765623 w 1522114"/>
                <a:gd name="connsiteY5" fmla="*/ 937514 h 1525016"/>
                <a:gd name="connsiteX6" fmla="*/ 993715 w 1522114"/>
                <a:gd name="connsiteY6" fmla="*/ 1240663 h 1525016"/>
                <a:gd name="connsiteX7" fmla="*/ 1109666 w 1522114"/>
                <a:gd name="connsiteY7" fmla="*/ 1110742 h 1525016"/>
                <a:gd name="connsiteX8" fmla="*/ 1283275 w 1522114"/>
                <a:gd name="connsiteY8" fmla="*/ 1000125 h 1525016"/>
                <a:gd name="connsiteX9" fmla="*/ 1372810 w 1522114"/>
                <a:gd name="connsiteY9" fmla="*/ 1048258 h 1525016"/>
                <a:gd name="connsiteX10" fmla="*/ 1290260 w 1522114"/>
                <a:gd name="connsiteY10" fmla="*/ 1133475 h 1525016"/>
                <a:gd name="connsiteX11" fmla="*/ 1514796 w 1522114"/>
                <a:gd name="connsiteY11" fmla="*/ 1214755 h 1525016"/>
                <a:gd name="connsiteX12" fmla="*/ 1460440 w 1522114"/>
                <a:gd name="connsiteY12" fmla="*/ 1279779 h 1525016"/>
                <a:gd name="connsiteX13" fmla="*/ 1460821 w 1522114"/>
                <a:gd name="connsiteY13" fmla="*/ 1327912 h 1525016"/>
                <a:gd name="connsiteX14" fmla="*/ 1403163 w 1522114"/>
                <a:gd name="connsiteY14" fmla="*/ 1349121 h 1525016"/>
                <a:gd name="connsiteX15" fmla="*/ 1396686 w 1522114"/>
                <a:gd name="connsiteY15" fmla="*/ 1379474 h 1525016"/>
                <a:gd name="connsiteX16" fmla="*/ 1222569 w 1522114"/>
                <a:gd name="connsiteY16" fmla="*/ 1371346 h 1525016"/>
                <a:gd name="connsiteX17" fmla="*/ 1041340 w 1522114"/>
                <a:gd name="connsiteY17" fmla="*/ 1472565 h 1525016"/>
                <a:gd name="connsiteX18" fmla="*/ 907228 w 1522114"/>
                <a:gd name="connsiteY18" fmla="*/ 1459484 h 1525016"/>
                <a:gd name="connsiteX19" fmla="*/ 909260 w 1522114"/>
                <a:gd name="connsiteY19" fmla="*/ 1515364 h 1525016"/>
                <a:gd name="connsiteX20" fmla="*/ 884622 w 1522114"/>
                <a:gd name="connsiteY20" fmla="*/ 1513840 h 1525016"/>
                <a:gd name="connsiteX21" fmla="*/ 878780 w 1522114"/>
                <a:gd name="connsiteY21" fmla="*/ 1439418 h 1525016"/>
                <a:gd name="connsiteX22" fmla="*/ 820106 w 1522114"/>
                <a:gd name="connsiteY22" fmla="*/ 1033780 h 1525016"/>
                <a:gd name="connsiteX23" fmla="*/ 747208 w 1522114"/>
                <a:gd name="connsiteY23" fmla="*/ 961009 h 1525016"/>
                <a:gd name="connsiteX24" fmla="*/ 424882 w 1522114"/>
                <a:gd name="connsiteY24" fmla="*/ 959358 h 1525016"/>
                <a:gd name="connsiteX25" fmla="*/ 337125 w 1522114"/>
                <a:gd name="connsiteY25" fmla="*/ 961517 h 1525016"/>
                <a:gd name="connsiteX26" fmla="*/ 407610 w 1522114"/>
                <a:gd name="connsiteY26" fmla="*/ 1173353 h 1525016"/>
                <a:gd name="connsiteX27" fmla="*/ 322774 w 1522114"/>
                <a:gd name="connsiteY27" fmla="*/ 1252474 h 1525016"/>
                <a:gd name="connsiteX28" fmla="*/ 288357 w 1522114"/>
                <a:gd name="connsiteY28" fmla="*/ 1477772 h 1525016"/>
                <a:gd name="connsiteX29" fmla="*/ 283023 w 1522114"/>
                <a:gd name="connsiteY29" fmla="*/ 1513840 h 1525016"/>
                <a:gd name="connsiteX30" fmla="*/ 259020 w 1522114"/>
                <a:gd name="connsiteY30" fmla="*/ 1518539 h 1525016"/>
                <a:gd name="connsiteX31" fmla="*/ 323409 w 1522114"/>
                <a:gd name="connsiteY31" fmla="*/ 1139190 h 1525016"/>
                <a:gd name="connsiteX32" fmla="*/ 305629 w 1522114"/>
                <a:gd name="connsiteY32" fmla="*/ 1055370 h 1525016"/>
                <a:gd name="connsiteX33" fmla="*/ 229556 w 1522114"/>
                <a:gd name="connsiteY33" fmla="*/ 1081532 h 1525016"/>
                <a:gd name="connsiteX34" fmla="*/ 18228 w 1522114"/>
                <a:gd name="connsiteY34" fmla="*/ 1512697 h 1525016"/>
                <a:gd name="connsiteX35" fmla="*/ 2099 w 1522114"/>
                <a:gd name="connsiteY35" fmla="*/ 1525016 h 1525016"/>
                <a:gd name="connsiteX36" fmla="*/ 17212 w 1522114"/>
                <a:gd name="connsiteY36" fmla="*/ 1428750 h 1525016"/>
                <a:gd name="connsiteX37" fmla="*/ 107001 w 1522114"/>
                <a:gd name="connsiteY37" fmla="*/ 1207770 h 1525016"/>
                <a:gd name="connsiteX38" fmla="*/ 216983 w 1522114"/>
                <a:gd name="connsiteY38" fmla="*/ 1057275 h 1525016"/>
                <a:gd name="connsiteX39" fmla="*/ 304867 w 1522114"/>
                <a:gd name="connsiteY39" fmla="*/ 955675 h 1525016"/>
                <a:gd name="connsiteX40" fmla="*/ 391481 w 1522114"/>
                <a:gd name="connsiteY40" fmla="*/ 921512 h 1525016"/>
                <a:gd name="connsiteX41" fmla="*/ 252924 w 1522114"/>
                <a:gd name="connsiteY41" fmla="*/ 841375 h 1525016"/>
                <a:gd name="connsiteX42" fmla="*/ 138243 w 1522114"/>
                <a:gd name="connsiteY42" fmla="*/ 726186 h 1525016"/>
                <a:gd name="connsiteX43" fmla="*/ 83633 w 1522114"/>
                <a:gd name="connsiteY43" fmla="*/ 643636 h 1525016"/>
                <a:gd name="connsiteX44" fmla="*/ 139767 w 1522114"/>
                <a:gd name="connsiteY44" fmla="*/ 409829 h 1525016"/>
                <a:gd name="connsiteX45" fmla="*/ 413198 w 1522114"/>
                <a:gd name="connsiteY45" fmla="*/ 163322 h 1525016"/>
                <a:gd name="connsiteX46" fmla="*/ 730698 w 1522114"/>
                <a:gd name="connsiteY46" fmla="*/ 160020 h 1525016"/>
                <a:gd name="connsiteX47" fmla="*/ 944058 w 1522114"/>
                <a:gd name="connsiteY47" fmla="*/ 286131 h 1525016"/>
                <a:gd name="connsiteX48" fmla="*/ 1076900 w 1522114"/>
                <a:gd name="connsiteY48" fmla="*/ 0 h 1525016"/>
                <a:gd name="connsiteX49" fmla="*/ 971617 w 1522114"/>
                <a:gd name="connsiteY49" fmla="*/ 322072 h 1525016"/>
                <a:gd name="connsiteX50" fmla="*/ 1070423 w 1522114"/>
                <a:gd name="connsiteY50" fmla="*/ 477139 h 1525016"/>
                <a:gd name="connsiteX51" fmla="*/ 1107507 w 1522114"/>
                <a:gd name="connsiteY51" fmla="*/ 581152 h 1525016"/>
                <a:gd name="connsiteX52" fmla="*/ 175327 w 1522114"/>
                <a:gd name="connsiteY52" fmla="*/ 393700 h 1525016"/>
                <a:gd name="connsiteX53" fmla="*/ 227270 w 1522114"/>
                <a:gd name="connsiteY53" fmla="*/ 410845 h 1525016"/>
                <a:gd name="connsiteX54" fmla="*/ 284801 w 1522114"/>
                <a:gd name="connsiteY54" fmla="*/ 565785 h 1525016"/>
                <a:gd name="connsiteX55" fmla="*/ 256607 w 1522114"/>
                <a:gd name="connsiteY55" fmla="*/ 706120 h 1525016"/>
                <a:gd name="connsiteX56" fmla="*/ 204283 w 1522114"/>
                <a:gd name="connsiteY56" fmla="*/ 752856 h 1525016"/>
                <a:gd name="connsiteX57" fmla="*/ 615128 w 1522114"/>
                <a:gd name="connsiteY57" fmla="*/ 929132 h 1525016"/>
                <a:gd name="connsiteX58" fmla="*/ 979491 w 1522114"/>
                <a:gd name="connsiteY58" fmla="*/ 756793 h 1525016"/>
                <a:gd name="connsiteX59" fmla="*/ 1018353 w 1522114"/>
                <a:gd name="connsiteY59" fmla="*/ 462788 h 1525016"/>
                <a:gd name="connsiteX60" fmla="*/ 672151 w 1522114"/>
                <a:gd name="connsiteY60" fmla="*/ 173863 h 1525016"/>
                <a:gd name="connsiteX61" fmla="*/ 175327 w 1522114"/>
                <a:gd name="connsiteY61" fmla="*/ 393700 h 1525016"/>
                <a:gd name="connsiteX62" fmla="*/ 159833 w 1522114"/>
                <a:gd name="connsiteY62" fmla="*/ 429006 h 1525016"/>
                <a:gd name="connsiteX63" fmla="*/ 104588 w 1522114"/>
                <a:gd name="connsiteY63" fmla="*/ 617220 h 1525016"/>
                <a:gd name="connsiteX64" fmla="*/ 197679 w 1522114"/>
                <a:gd name="connsiteY64" fmla="*/ 723265 h 1525016"/>
                <a:gd name="connsiteX65" fmla="*/ 250892 w 1522114"/>
                <a:gd name="connsiteY65" fmla="*/ 641477 h 1525016"/>
                <a:gd name="connsiteX66" fmla="*/ 234636 w 1522114"/>
                <a:gd name="connsiteY66" fmla="*/ 465709 h 1525016"/>
                <a:gd name="connsiteX67" fmla="*/ 159833 w 1522114"/>
                <a:gd name="connsiteY67" fmla="*/ 429006 h 1525016"/>
                <a:gd name="connsiteX68" fmla="*/ 1052135 w 1522114"/>
                <a:gd name="connsiteY68" fmla="*/ 487172 h 1525016"/>
                <a:gd name="connsiteX69" fmla="*/ 1041086 w 1522114"/>
                <a:gd name="connsiteY69" fmla="*/ 696214 h 1525016"/>
                <a:gd name="connsiteX70" fmla="*/ 1052135 w 1522114"/>
                <a:gd name="connsiteY70" fmla="*/ 487172 h 1525016"/>
                <a:gd name="connsiteX71" fmla="*/ 441011 w 1522114"/>
                <a:gd name="connsiteY71" fmla="*/ 934085 h 1525016"/>
                <a:gd name="connsiteX72" fmla="*/ 658816 w 1522114"/>
                <a:gd name="connsiteY72" fmla="*/ 967740 h 1525016"/>
                <a:gd name="connsiteX73" fmla="*/ 569154 w 1522114"/>
                <a:gd name="connsiteY73" fmla="*/ 951738 h 1525016"/>
                <a:gd name="connsiteX74" fmla="*/ 441011 w 1522114"/>
                <a:gd name="connsiteY74" fmla="*/ 934085 h 1525016"/>
                <a:gd name="connsiteX75" fmla="*/ 303597 w 1522114"/>
                <a:gd name="connsiteY75" fmla="*/ 984631 h 1525016"/>
                <a:gd name="connsiteX76" fmla="*/ 288992 w 1522114"/>
                <a:gd name="connsiteY76" fmla="*/ 1014222 h 1525016"/>
                <a:gd name="connsiteX77" fmla="*/ 345380 w 1522114"/>
                <a:gd name="connsiteY77" fmla="*/ 1064641 h 1525016"/>
                <a:gd name="connsiteX78" fmla="*/ 332934 w 1522114"/>
                <a:gd name="connsiteY78" fmla="*/ 1222502 h 1525016"/>
                <a:gd name="connsiteX79" fmla="*/ 384369 w 1522114"/>
                <a:gd name="connsiteY79" fmla="*/ 1151001 h 1525016"/>
                <a:gd name="connsiteX80" fmla="*/ 303597 w 1522114"/>
                <a:gd name="connsiteY80" fmla="*/ 984631 h 1525016"/>
                <a:gd name="connsiteX81" fmla="*/ 1154370 w 1522114"/>
                <a:gd name="connsiteY81" fmla="*/ 1103757 h 1525016"/>
                <a:gd name="connsiteX82" fmla="*/ 1130875 w 1522114"/>
                <a:gd name="connsiteY82" fmla="*/ 1296797 h 1525016"/>
                <a:gd name="connsiteX83" fmla="*/ 1261431 w 1522114"/>
                <a:gd name="connsiteY83" fmla="*/ 1352423 h 1525016"/>
                <a:gd name="connsiteX84" fmla="*/ 1374969 w 1522114"/>
                <a:gd name="connsiteY84" fmla="*/ 1363853 h 1525016"/>
                <a:gd name="connsiteX85" fmla="*/ 1357316 w 1522114"/>
                <a:gd name="connsiteY85" fmla="*/ 1335151 h 1525016"/>
                <a:gd name="connsiteX86" fmla="*/ 1258637 w 1522114"/>
                <a:gd name="connsiteY86" fmla="*/ 1275588 h 1525016"/>
                <a:gd name="connsiteX87" fmla="*/ 1445581 w 1522114"/>
                <a:gd name="connsiteY87" fmla="*/ 1318895 h 1525016"/>
                <a:gd name="connsiteX88" fmla="*/ 1403163 w 1522114"/>
                <a:gd name="connsiteY88" fmla="*/ 1266317 h 1525016"/>
                <a:gd name="connsiteX89" fmla="*/ 1296229 w 1522114"/>
                <a:gd name="connsiteY89" fmla="*/ 1221359 h 1525016"/>
                <a:gd name="connsiteX90" fmla="*/ 1489269 w 1522114"/>
                <a:gd name="connsiteY90" fmla="*/ 1249045 h 1525016"/>
                <a:gd name="connsiteX91" fmla="*/ 1491174 w 1522114"/>
                <a:gd name="connsiteY91" fmla="*/ 1229233 h 1525016"/>
                <a:gd name="connsiteX92" fmla="*/ 1235269 w 1522114"/>
                <a:gd name="connsiteY92" fmla="*/ 1137285 h 1525016"/>
                <a:gd name="connsiteX93" fmla="*/ 1341060 w 1522114"/>
                <a:gd name="connsiteY93" fmla="*/ 1060831 h 1525016"/>
                <a:gd name="connsiteX94" fmla="*/ 1301944 w 1522114"/>
                <a:gd name="connsiteY94" fmla="*/ 1021842 h 1525016"/>
                <a:gd name="connsiteX95" fmla="*/ 1154370 w 1522114"/>
                <a:gd name="connsiteY95" fmla="*/ 1103757 h 1525016"/>
                <a:gd name="connsiteX96" fmla="*/ 857063 w 1522114"/>
                <a:gd name="connsiteY96" fmla="*/ 1070610 h 1525016"/>
                <a:gd name="connsiteX97" fmla="*/ 878272 w 1522114"/>
                <a:gd name="connsiteY97" fmla="*/ 1189990 h 1525016"/>
                <a:gd name="connsiteX98" fmla="*/ 905704 w 1522114"/>
                <a:gd name="connsiteY98" fmla="*/ 1429893 h 1525016"/>
                <a:gd name="connsiteX99" fmla="*/ 1188660 w 1522114"/>
                <a:gd name="connsiteY99" fmla="*/ 1363472 h 1525016"/>
                <a:gd name="connsiteX100" fmla="*/ 1073344 w 1522114"/>
                <a:gd name="connsiteY100" fmla="*/ 1189355 h 1525016"/>
                <a:gd name="connsiteX101" fmla="*/ 973522 w 1522114"/>
                <a:gd name="connsiteY101" fmla="*/ 1327277 h 1525016"/>
                <a:gd name="connsiteX102" fmla="*/ 945201 w 1522114"/>
                <a:gd name="connsiteY102" fmla="*/ 1376680 h 1525016"/>
                <a:gd name="connsiteX103" fmla="*/ 974665 w 1522114"/>
                <a:gd name="connsiteY103" fmla="*/ 1255903 h 1525016"/>
                <a:gd name="connsiteX104" fmla="*/ 857063 w 1522114"/>
                <a:gd name="connsiteY104" fmla="*/ 1070610 h 1525016"/>
                <a:gd name="connsiteX0" fmla="*/ 1100903 w 1522114"/>
                <a:gd name="connsiteY0" fmla="*/ 613537 h 1525016"/>
                <a:gd name="connsiteX1" fmla="*/ 1075122 w 1522114"/>
                <a:gd name="connsiteY1" fmla="*/ 695960 h 1525016"/>
                <a:gd name="connsiteX2" fmla="*/ 994858 w 1522114"/>
                <a:gd name="connsiteY2" fmla="*/ 780288 h 1525016"/>
                <a:gd name="connsiteX3" fmla="*/ 900370 w 1522114"/>
                <a:gd name="connsiteY3" fmla="*/ 875284 h 1525016"/>
                <a:gd name="connsiteX4" fmla="*/ 765623 w 1522114"/>
                <a:gd name="connsiteY4" fmla="*/ 937514 h 1525016"/>
                <a:gd name="connsiteX5" fmla="*/ 993715 w 1522114"/>
                <a:gd name="connsiteY5" fmla="*/ 1240663 h 1525016"/>
                <a:gd name="connsiteX6" fmla="*/ 1109666 w 1522114"/>
                <a:gd name="connsiteY6" fmla="*/ 1110742 h 1525016"/>
                <a:gd name="connsiteX7" fmla="*/ 1283275 w 1522114"/>
                <a:gd name="connsiteY7" fmla="*/ 1000125 h 1525016"/>
                <a:gd name="connsiteX8" fmla="*/ 1372810 w 1522114"/>
                <a:gd name="connsiteY8" fmla="*/ 1048258 h 1525016"/>
                <a:gd name="connsiteX9" fmla="*/ 1290260 w 1522114"/>
                <a:gd name="connsiteY9" fmla="*/ 1133475 h 1525016"/>
                <a:gd name="connsiteX10" fmla="*/ 1514796 w 1522114"/>
                <a:gd name="connsiteY10" fmla="*/ 1214755 h 1525016"/>
                <a:gd name="connsiteX11" fmla="*/ 1460440 w 1522114"/>
                <a:gd name="connsiteY11" fmla="*/ 1279779 h 1525016"/>
                <a:gd name="connsiteX12" fmla="*/ 1460821 w 1522114"/>
                <a:gd name="connsiteY12" fmla="*/ 1327912 h 1525016"/>
                <a:gd name="connsiteX13" fmla="*/ 1403163 w 1522114"/>
                <a:gd name="connsiteY13" fmla="*/ 1349121 h 1525016"/>
                <a:gd name="connsiteX14" fmla="*/ 1396686 w 1522114"/>
                <a:gd name="connsiteY14" fmla="*/ 1379474 h 1525016"/>
                <a:gd name="connsiteX15" fmla="*/ 1222569 w 1522114"/>
                <a:gd name="connsiteY15" fmla="*/ 1371346 h 1525016"/>
                <a:gd name="connsiteX16" fmla="*/ 1041340 w 1522114"/>
                <a:gd name="connsiteY16" fmla="*/ 1472565 h 1525016"/>
                <a:gd name="connsiteX17" fmla="*/ 907228 w 1522114"/>
                <a:gd name="connsiteY17" fmla="*/ 1459484 h 1525016"/>
                <a:gd name="connsiteX18" fmla="*/ 909260 w 1522114"/>
                <a:gd name="connsiteY18" fmla="*/ 1515364 h 1525016"/>
                <a:gd name="connsiteX19" fmla="*/ 884622 w 1522114"/>
                <a:gd name="connsiteY19" fmla="*/ 1513840 h 1525016"/>
                <a:gd name="connsiteX20" fmla="*/ 878780 w 1522114"/>
                <a:gd name="connsiteY20" fmla="*/ 1439418 h 1525016"/>
                <a:gd name="connsiteX21" fmla="*/ 820106 w 1522114"/>
                <a:gd name="connsiteY21" fmla="*/ 1033780 h 1525016"/>
                <a:gd name="connsiteX22" fmla="*/ 747208 w 1522114"/>
                <a:gd name="connsiteY22" fmla="*/ 961009 h 1525016"/>
                <a:gd name="connsiteX23" fmla="*/ 424882 w 1522114"/>
                <a:gd name="connsiteY23" fmla="*/ 959358 h 1525016"/>
                <a:gd name="connsiteX24" fmla="*/ 337125 w 1522114"/>
                <a:gd name="connsiteY24" fmla="*/ 961517 h 1525016"/>
                <a:gd name="connsiteX25" fmla="*/ 407610 w 1522114"/>
                <a:gd name="connsiteY25" fmla="*/ 1173353 h 1525016"/>
                <a:gd name="connsiteX26" fmla="*/ 322774 w 1522114"/>
                <a:gd name="connsiteY26" fmla="*/ 1252474 h 1525016"/>
                <a:gd name="connsiteX27" fmla="*/ 288357 w 1522114"/>
                <a:gd name="connsiteY27" fmla="*/ 1477772 h 1525016"/>
                <a:gd name="connsiteX28" fmla="*/ 283023 w 1522114"/>
                <a:gd name="connsiteY28" fmla="*/ 1513840 h 1525016"/>
                <a:gd name="connsiteX29" fmla="*/ 259020 w 1522114"/>
                <a:gd name="connsiteY29" fmla="*/ 1518539 h 1525016"/>
                <a:gd name="connsiteX30" fmla="*/ 323409 w 1522114"/>
                <a:gd name="connsiteY30" fmla="*/ 1139190 h 1525016"/>
                <a:gd name="connsiteX31" fmla="*/ 305629 w 1522114"/>
                <a:gd name="connsiteY31" fmla="*/ 1055370 h 1525016"/>
                <a:gd name="connsiteX32" fmla="*/ 229556 w 1522114"/>
                <a:gd name="connsiteY32" fmla="*/ 1081532 h 1525016"/>
                <a:gd name="connsiteX33" fmla="*/ 18228 w 1522114"/>
                <a:gd name="connsiteY33" fmla="*/ 1512697 h 1525016"/>
                <a:gd name="connsiteX34" fmla="*/ 2099 w 1522114"/>
                <a:gd name="connsiteY34" fmla="*/ 1525016 h 1525016"/>
                <a:gd name="connsiteX35" fmla="*/ 17212 w 1522114"/>
                <a:gd name="connsiteY35" fmla="*/ 1428750 h 1525016"/>
                <a:gd name="connsiteX36" fmla="*/ 107001 w 1522114"/>
                <a:gd name="connsiteY36" fmla="*/ 1207770 h 1525016"/>
                <a:gd name="connsiteX37" fmla="*/ 216983 w 1522114"/>
                <a:gd name="connsiteY37" fmla="*/ 1057275 h 1525016"/>
                <a:gd name="connsiteX38" fmla="*/ 304867 w 1522114"/>
                <a:gd name="connsiteY38" fmla="*/ 955675 h 1525016"/>
                <a:gd name="connsiteX39" fmla="*/ 391481 w 1522114"/>
                <a:gd name="connsiteY39" fmla="*/ 921512 h 1525016"/>
                <a:gd name="connsiteX40" fmla="*/ 252924 w 1522114"/>
                <a:gd name="connsiteY40" fmla="*/ 841375 h 1525016"/>
                <a:gd name="connsiteX41" fmla="*/ 138243 w 1522114"/>
                <a:gd name="connsiteY41" fmla="*/ 726186 h 1525016"/>
                <a:gd name="connsiteX42" fmla="*/ 83633 w 1522114"/>
                <a:gd name="connsiteY42" fmla="*/ 643636 h 1525016"/>
                <a:gd name="connsiteX43" fmla="*/ 139767 w 1522114"/>
                <a:gd name="connsiteY43" fmla="*/ 409829 h 1525016"/>
                <a:gd name="connsiteX44" fmla="*/ 413198 w 1522114"/>
                <a:gd name="connsiteY44" fmla="*/ 163322 h 1525016"/>
                <a:gd name="connsiteX45" fmla="*/ 730698 w 1522114"/>
                <a:gd name="connsiteY45" fmla="*/ 160020 h 1525016"/>
                <a:gd name="connsiteX46" fmla="*/ 944058 w 1522114"/>
                <a:gd name="connsiteY46" fmla="*/ 286131 h 1525016"/>
                <a:gd name="connsiteX47" fmla="*/ 1076900 w 1522114"/>
                <a:gd name="connsiteY47" fmla="*/ 0 h 1525016"/>
                <a:gd name="connsiteX48" fmla="*/ 971617 w 1522114"/>
                <a:gd name="connsiteY48" fmla="*/ 322072 h 1525016"/>
                <a:gd name="connsiteX49" fmla="*/ 1070423 w 1522114"/>
                <a:gd name="connsiteY49" fmla="*/ 477139 h 1525016"/>
                <a:gd name="connsiteX50" fmla="*/ 1107507 w 1522114"/>
                <a:gd name="connsiteY50" fmla="*/ 581152 h 1525016"/>
                <a:gd name="connsiteX51" fmla="*/ 175327 w 1522114"/>
                <a:gd name="connsiteY51" fmla="*/ 393700 h 1525016"/>
                <a:gd name="connsiteX52" fmla="*/ 227270 w 1522114"/>
                <a:gd name="connsiteY52" fmla="*/ 410845 h 1525016"/>
                <a:gd name="connsiteX53" fmla="*/ 284801 w 1522114"/>
                <a:gd name="connsiteY53" fmla="*/ 565785 h 1525016"/>
                <a:gd name="connsiteX54" fmla="*/ 256607 w 1522114"/>
                <a:gd name="connsiteY54" fmla="*/ 706120 h 1525016"/>
                <a:gd name="connsiteX55" fmla="*/ 204283 w 1522114"/>
                <a:gd name="connsiteY55" fmla="*/ 752856 h 1525016"/>
                <a:gd name="connsiteX56" fmla="*/ 615128 w 1522114"/>
                <a:gd name="connsiteY56" fmla="*/ 929132 h 1525016"/>
                <a:gd name="connsiteX57" fmla="*/ 979491 w 1522114"/>
                <a:gd name="connsiteY57" fmla="*/ 756793 h 1525016"/>
                <a:gd name="connsiteX58" fmla="*/ 1018353 w 1522114"/>
                <a:gd name="connsiteY58" fmla="*/ 462788 h 1525016"/>
                <a:gd name="connsiteX59" fmla="*/ 672151 w 1522114"/>
                <a:gd name="connsiteY59" fmla="*/ 173863 h 1525016"/>
                <a:gd name="connsiteX60" fmla="*/ 175327 w 1522114"/>
                <a:gd name="connsiteY60" fmla="*/ 393700 h 1525016"/>
                <a:gd name="connsiteX61" fmla="*/ 159833 w 1522114"/>
                <a:gd name="connsiteY61" fmla="*/ 429006 h 1525016"/>
                <a:gd name="connsiteX62" fmla="*/ 104588 w 1522114"/>
                <a:gd name="connsiteY62" fmla="*/ 617220 h 1525016"/>
                <a:gd name="connsiteX63" fmla="*/ 197679 w 1522114"/>
                <a:gd name="connsiteY63" fmla="*/ 723265 h 1525016"/>
                <a:gd name="connsiteX64" fmla="*/ 250892 w 1522114"/>
                <a:gd name="connsiteY64" fmla="*/ 641477 h 1525016"/>
                <a:gd name="connsiteX65" fmla="*/ 234636 w 1522114"/>
                <a:gd name="connsiteY65" fmla="*/ 465709 h 1525016"/>
                <a:gd name="connsiteX66" fmla="*/ 159833 w 1522114"/>
                <a:gd name="connsiteY66" fmla="*/ 429006 h 1525016"/>
                <a:gd name="connsiteX67" fmla="*/ 1052135 w 1522114"/>
                <a:gd name="connsiteY67" fmla="*/ 487172 h 1525016"/>
                <a:gd name="connsiteX68" fmla="*/ 1041086 w 1522114"/>
                <a:gd name="connsiteY68" fmla="*/ 696214 h 1525016"/>
                <a:gd name="connsiteX69" fmla="*/ 1052135 w 1522114"/>
                <a:gd name="connsiteY69" fmla="*/ 487172 h 1525016"/>
                <a:gd name="connsiteX70" fmla="*/ 441011 w 1522114"/>
                <a:gd name="connsiteY70" fmla="*/ 934085 h 1525016"/>
                <a:gd name="connsiteX71" fmla="*/ 658816 w 1522114"/>
                <a:gd name="connsiteY71" fmla="*/ 967740 h 1525016"/>
                <a:gd name="connsiteX72" fmla="*/ 569154 w 1522114"/>
                <a:gd name="connsiteY72" fmla="*/ 951738 h 1525016"/>
                <a:gd name="connsiteX73" fmla="*/ 441011 w 1522114"/>
                <a:gd name="connsiteY73" fmla="*/ 934085 h 1525016"/>
                <a:gd name="connsiteX74" fmla="*/ 303597 w 1522114"/>
                <a:gd name="connsiteY74" fmla="*/ 984631 h 1525016"/>
                <a:gd name="connsiteX75" fmla="*/ 288992 w 1522114"/>
                <a:gd name="connsiteY75" fmla="*/ 1014222 h 1525016"/>
                <a:gd name="connsiteX76" fmla="*/ 345380 w 1522114"/>
                <a:gd name="connsiteY76" fmla="*/ 1064641 h 1525016"/>
                <a:gd name="connsiteX77" fmla="*/ 332934 w 1522114"/>
                <a:gd name="connsiteY77" fmla="*/ 1222502 h 1525016"/>
                <a:gd name="connsiteX78" fmla="*/ 384369 w 1522114"/>
                <a:gd name="connsiteY78" fmla="*/ 1151001 h 1525016"/>
                <a:gd name="connsiteX79" fmla="*/ 303597 w 1522114"/>
                <a:gd name="connsiteY79" fmla="*/ 984631 h 1525016"/>
                <a:gd name="connsiteX80" fmla="*/ 1154370 w 1522114"/>
                <a:gd name="connsiteY80" fmla="*/ 1103757 h 1525016"/>
                <a:gd name="connsiteX81" fmla="*/ 1130875 w 1522114"/>
                <a:gd name="connsiteY81" fmla="*/ 1296797 h 1525016"/>
                <a:gd name="connsiteX82" fmla="*/ 1261431 w 1522114"/>
                <a:gd name="connsiteY82" fmla="*/ 1352423 h 1525016"/>
                <a:gd name="connsiteX83" fmla="*/ 1374969 w 1522114"/>
                <a:gd name="connsiteY83" fmla="*/ 1363853 h 1525016"/>
                <a:gd name="connsiteX84" fmla="*/ 1357316 w 1522114"/>
                <a:gd name="connsiteY84" fmla="*/ 1335151 h 1525016"/>
                <a:gd name="connsiteX85" fmla="*/ 1258637 w 1522114"/>
                <a:gd name="connsiteY85" fmla="*/ 1275588 h 1525016"/>
                <a:gd name="connsiteX86" fmla="*/ 1445581 w 1522114"/>
                <a:gd name="connsiteY86" fmla="*/ 1318895 h 1525016"/>
                <a:gd name="connsiteX87" fmla="*/ 1403163 w 1522114"/>
                <a:gd name="connsiteY87" fmla="*/ 1266317 h 1525016"/>
                <a:gd name="connsiteX88" fmla="*/ 1296229 w 1522114"/>
                <a:gd name="connsiteY88" fmla="*/ 1221359 h 1525016"/>
                <a:gd name="connsiteX89" fmla="*/ 1489269 w 1522114"/>
                <a:gd name="connsiteY89" fmla="*/ 1249045 h 1525016"/>
                <a:gd name="connsiteX90" fmla="*/ 1491174 w 1522114"/>
                <a:gd name="connsiteY90" fmla="*/ 1229233 h 1525016"/>
                <a:gd name="connsiteX91" fmla="*/ 1235269 w 1522114"/>
                <a:gd name="connsiteY91" fmla="*/ 1137285 h 1525016"/>
                <a:gd name="connsiteX92" fmla="*/ 1341060 w 1522114"/>
                <a:gd name="connsiteY92" fmla="*/ 1060831 h 1525016"/>
                <a:gd name="connsiteX93" fmla="*/ 1301944 w 1522114"/>
                <a:gd name="connsiteY93" fmla="*/ 1021842 h 1525016"/>
                <a:gd name="connsiteX94" fmla="*/ 1154370 w 1522114"/>
                <a:gd name="connsiteY94" fmla="*/ 1103757 h 1525016"/>
                <a:gd name="connsiteX95" fmla="*/ 857063 w 1522114"/>
                <a:gd name="connsiteY95" fmla="*/ 1070610 h 1525016"/>
                <a:gd name="connsiteX96" fmla="*/ 878272 w 1522114"/>
                <a:gd name="connsiteY96" fmla="*/ 1189990 h 1525016"/>
                <a:gd name="connsiteX97" fmla="*/ 905704 w 1522114"/>
                <a:gd name="connsiteY97" fmla="*/ 1429893 h 1525016"/>
                <a:gd name="connsiteX98" fmla="*/ 1188660 w 1522114"/>
                <a:gd name="connsiteY98" fmla="*/ 1363472 h 1525016"/>
                <a:gd name="connsiteX99" fmla="*/ 1073344 w 1522114"/>
                <a:gd name="connsiteY99" fmla="*/ 1189355 h 1525016"/>
                <a:gd name="connsiteX100" fmla="*/ 973522 w 1522114"/>
                <a:gd name="connsiteY100" fmla="*/ 1327277 h 1525016"/>
                <a:gd name="connsiteX101" fmla="*/ 945201 w 1522114"/>
                <a:gd name="connsiteY101" fmla="*/ 1376680 h 1525016"/>
                <a:gd name="connsiteX102" fmla="*/ 974665 w 1522114"/>
                <a:gd name="connsiteY102" fmla="*/ 1255903 h 1525016"/>
                <a:gd name="connsiteX103" fmla="*/ 857063 w 1522114"/>
                <a:gd name="connsiteY103" fmla="*/ 1070610 h 1525016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4058 w 1522114"/>
                <a:gd name="connsiteY46" fmla="*/ 143947 h 1382832"/>
                <a:gd name="connsiteX47" fmla="*/ 971617 w 1522114"/>
                <a:gd name="connsiteY47" fmla="*/ 179888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4058 w 1522114"/>
                <a:gd name="connsiteY46" fmla="*/ 143947 h 1382832"/>
                <a:gd name="connsiteX47" fmla="*/ 1053234 w 1522114"/>
                <a:gd name="connsiteY47" fmla="*/ 174057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4058 w 1522114"/>
                <a:gd name="connsiteY46" fmla="*/ 143947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229733 w 1522114"/>
                <a:gd name="connsiteY49" fmla="*/ 384357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063298 w 1522114"/>
                <a:gd name="connsiteY49" fmla="*/ 269933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021689 w 1522114"/>
                <a:gd name="connsiteY49" fmla="*/ 212721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75327 w 1522114"/>
                <a:gd name="connsiteY49" fmla="*/ 251516 h 1382832"/>
                <a:gd name="connsiteX50" fmla="*/ 227270 w 1522114"/>
                <a:gd name="connsiteY50" fmla="*/ 268661 h 1382832"/>
                <a:gd name="connsiteX51" fmla="*/ 284801 w 1522114"/>
                <a:gd name="connsiteY51" fmla="*/ 423601 h 1382832"/>
                <a:gd name="connsiteX52" fmla="*/ 256607 w 1522114"/>
                <a:gd name="connsiteY52" fmla="*/ 563936 h 1382832"/>
                <a:gd name="connsiteX53" fmla="*/ 204283 w 1522114"/>
                <a:gd name="connsiteY53" fmla="*/ 610672 h 1382832"/>
                <a:gd name="connsiteX54" fmla="*/ 615128 w 1522114"/>
                <a:gd name="connsiteY54" fmla="*/ 786948 h 1382832"/>
                <a:gd name="connsiteX55" fmla="*/ 979491 w 1522114"/>
                <a:gd name="connsiteY55" fmla="*/ 614609 h 1382832"/>
                <a:gd name="connsiteX56" fmla="*/ 1018353 w 1522114"/>
                <a:gd name="connsiteY56" fmla="*/ 320604 h 1382832"/>
                <a:gd name="connsiteX57" fmla="*/ 672151 w 1522114"/>
                <a:gd name="connsiteY57" fmla="*/ 31679 h 1382832"/>
                <a:gd name="connsiteX58" fmla="*/ 175327 w 1522114"/>
                <a:gd name="connsiteY58" fmla="*/ 251516 h 1382832"/>
                <a:gd name="connsiteX59" fmla="*/ 159833 w 1522114"/>
                <a:gd name="connsiteY59" fmla="*/ 286822 h 1382832"/>
                <a:gd name="connsiteX60" fmla="*/ 104588 w 1522114"/>
                <a:gd name="connsiteY60" fmla="*/ 475036 h 1382832"/>
                <a:gd name="connsiteX61" fmla="*/ 197679 w 1522114"/>
                <a:gd name="connsiteY61" fmla="*/ 581081 h 1382832"/>
                <a:gd name="connsiteX62" fmla="*/ 250892 w 1522114"/>
                <a:gd name="connsiteY62" fmla="*/ 499293 h 1382832"/>
                <a:gd name="connsiteX63" fmla="*/ 234636 w 1522114"/>
                <a:gd name="connsiteY63" fmla="*/ 323525 h 1382832"/>
                <a:gd name="connsiteX64" fmla="*/ 159833 w 1522114"/>
                <a:gd name="connsiteY64" fmla="*/ 286822 h 1382832"/>
                <a:gd name="connsiteX65" fmla="*/ 1052135 w 1522114"/>
                <a:gd name="connsiteY65" fmla="*/ 344988 h 1382832"/>
                <a:gd name="connsiteX66" fmla="*/ 1041086 w 1522114"/>
                <a:gd name="connsiteY66" fmla="*/ 554030 h 1382832"/>
                <a:gd name="connsiteX67" fmla="*/ 1052135 w 1522114"/>
                <a:gd name="connsiteY67" fmla="*/ 344988 h 1382832"/>
                <a:gd name="connsiteX68" fmla="*/ 441011 w 1522114"/>
                <a:gd name="connsiteY68" fmla="*/ 791901 h 1382832"/>
                <a:gd name="connsiteX69" fmla="*/ 658816 w 1522114"/>
                <a:gd name="connsiteY69" fmla="*/ 825556 h 1382832"/>
                <a:gd name="connsiteX70" fmla="*/ 569154 w 1522114"/>
                <a:gd name="connsiteY70" fmla="*/ 809554 h 1382832"/>
                <a:gd name="connsiteX71" fmla="*/ 441011 w 1522114"/>
                <a:gd name="connsiteY71" fmla="*/ 791901 h 1382832"/>
                <a:gd name="connsiteX72" fmla="*/ 303597 w 1522114"/>
                <a:gd name="connsiteY72" fmla="*/ 842447 h 1382832"/>
                <a:gd name="connsiteX73" fmla="*/ 288992 w 1522114"/>
                <a:gd name="connsiteY73" fmla="*/ 872038 h 1382832"/>
                <a:gd name="connsiteX74" fmla="*/ 345380 w 1522114"/>
                <a:gd name="connsiteY74" fmla="*/ 922457 h 1382832"/>
                <a:gd name="connsiteX75" fmla="*/ 332934 w 1522114"/>
                <a:gd name="connsiteY75" fmla="*/ 1080318 h 1382832"/>
                <a:gd name="connsiteX76" fmla="*/ 384369 w 1522114"/>
                <a:gd name="connsiteY76" fmla="*/ 1008817 h 1382832"/>
                <a:gd name="connsiteX77" fmla="*/ 303597 w 1522114"/>
                <a:gd name="connsiteY77" fmla="*/ 842447 h 1382832"/>
                <a:gd name="connsiteX78" fmla="*/ 1154370 w 1522114"/>
                <a:gd name="connsiteY78" fmla="*/ 961573 h 1382832"/>
                <a:gd name="connsiteX79" fmla="*/ 1130875 w 1522114"/>
                <a:gd name="connsiteY79" fmla="*/ 1154613 h 1382832"/>
                <a:gd name="connsiteX80" fmla="*/ 1261431 w 1522114"/>
                <a:gd name="connsiteY80" fmla="*/ 1210239 h 1382832"/>
                <a:gd name="connsiteX81" fmla="*/ 1374969 w 1522114"/>
                <a:gd name="connsiteY81" fmla="*/ 1221669 h 1382832"/>
                <a:gd name="connsiteX82" fmla="*/ 1357316 w 1522114"/>
                <a:gd name="connsiteY82" fmla="*/ 1192967 h 1382832"/>
                <a:gd name="connsiteX83" fmla="*/ 1258637 w 1522114"/>
                <a:gd name="connsiteY83" fmla="*/ 1133404 h 1382832"/>
                <a:gd name="connsiteX84" fmla="*/ 1445581 w 1522114"/>
                <a:gd name="connsiteY84" fmla="*/ 1176711 h 1382832"/>
                <a:gd name="connsiteX85" fmla="*/ 1403163 w 1522114"/>
                <a:gd name="connsiteY85" fmla="*/ 1124133 h 1382832"/>
                <a:gd name="connsiteX86" fmla="*/ 1296229 w 1522114"/>
                <a:gd name="connsiteY86" fmla="*/ 1079175 h 1382832"/>
                <a:gd name="connsiteX87" fmla="*/ 1489269 w 1522114"/>
                <a:gd name="connsiteY87" fmla="*/ 1106861 h 1382832"/>
                <a:gd name="connsiteX88" fmla="*/ 1491174 w 1522114"/>
                <a:gd name="connsiteY88" fmla="*/ 1087049 h 1382832"/>
                <a:gd name="connsiteX89" fmla="*/ 1235269 w 1522114"/>
                <a:gd name="connsiteY89" fmla="*/ 995101 h 1382832"/>
                <a:gd name="connsiteX90" fmla="*/ 1341060 w 1522114"/>
                <a:gd name="connsiteY90" fmla="*/ 918647 h 1382832"/>
                <a:gd name="connsiteX91" fmla="*/ 1301944 w 1522114"/>
                <a:gd name="connsiteY91" fmla="*/ 879658 h 1382832"/>
                <a:gd name="connsiteX92" fmla="*/ 1154370 w 1522114"/>
                <a:gd name="connsiteY92" fmla="*/ 961573 h 1382832"/>
                <a:gd name="connsiteX93" fmla="*/ 857063 w 1522114"/>
                <a:gd name="connsiteY93" fmla="*/ 928426 h 1382832"/>
                <a:gd name="connsiteX94" fmla="*/ 878272 w 1522114"/>
                <a:gd name="connsiteY94" fmla="*/ 1047806 h 1382832"/>
                <a:gd name="connsiteX95" fmla="*/ 905704 w 1522114"/>
                <a:gd name="connsiteY95" fmla="*/ 1287709 h 1382832"/>
                <a:gd name="connsiteX96" fmla="*/ 1188660 w 1522114"/>
                <a:gd name="connsiteY96" fmla="*/ 1221288 h 1382832"/>
                <a:gd name="connsiteX97" fmla="*/ 1073344 w 1522114"/>
                <a:gd name="connsiteY97" fmla="*/ 1047171 h 1382832"/>
                <a:gd name="connsiteX98" fmla="*/ 973522 w 1522114"/>
                <a:gd name="connsiteY98" fmla="*/ 1185093 h 1382832"/>
                <a:gd name="connsiteX99" fmla="*/ 945201 w 1522114"/>
                <a:gd name="connsiteY99" fmla="*/ 1234496 h 1382832"/>
                <a:gd name="connsiteX100" fmla="*/ 974665 w 1522114"/>
                <a:gd name="connsiteY100" fmla="*/ 1113719 h 1382832"/>
                <a:gd name="connsiteX101" fmla="*/ 857063 w 1522114"/>
                <a:gd name="connsiteY101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52135 w 1522114"/>
                <a:gd name="connsiteY63" fmla="*/ 344988 h 1382832"/>
                <a:gd name="connsiteX64" fmla="*/ 1041086 w 1522114"/>
                <a:gd name="connsiteY64" fmla="*/ 554030 h 1382832"/>
                <a:gd name="connsiteX65" fmla="*/ 1052135 w 1522114"/>
                <a:gd name="connsiteY65" fmla="*/ 34498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52135 w 1522114"/>
                <a:gd name="connsiteY63" fmla="*/ 34498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36532 w 1522114"/>
                <a:gd name="connsiteY63" fmla="*/ 34498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153556 w 1522114"/>
                <a:gd name="connsiteY63" fmla="*/ 339787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171760 w 1522114"/>
                <a:gd name="connsiteY63" fmla="*/ 43860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36532 w 1522114"/>
                <a:gd name="connsiteY63" fmla="*/ 21496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955915 w 1522114"/>
                <a:gd name="connsiteY63" fmla="*/ 16555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955915 w 1522114"/>
                <a:gd name="connsiteY63" fmla="*/ 16555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955915 w 1522114"/>
                <a:gd name="connsiteY63" fmla="*/ 16555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202966 w 1522114"/>
                <a:gd name="connsiteY63" fmla="*/ 29557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41086 w 1522114"/>
                <a:gd name="connsiteY63" fmla="*/ 554030 h 1382832"/>
                <a:gd name="connsiteX64" fmla="*/ 1052135 w 1522114"/>
                <a:gd name="connsiteY64" fmla="*/ 394398 h 1382832"/>
                <a:gd name="connsiteX65" fmla="*/ 441011 w 1522114"/>
                <a:gd name="connsiteY65" fmla="*/ 791901 h 1382832"/>
                <a:gd name="connsiteX66" fmla="*/ 658816 w 1522114"/>
                <a:gd name="connsiteY66" fmla="*/ 825556 h 1382832"/>
                <a:gd name="connsiteX67" fmla="*/ 569154 w 1522114"/>
                <a:gd name="connsiteY67" fmla="*/ 809554 h 1382832"/>
                <a:gd name="connsiteX68" fmla="*/ 441011 w 1522114"/>
                <a:gd name="connsiteY68" fmla="*/ 791901 h 1382832"/>
                <a:gd name="connsiteX69" fmla="*/ 303597 w 1522114"/>
                <a:gd name="connsiteY69" fmla="*/ 842447 h 1382832"/>
                <a:gd name="connsiteX70" fmla="*/ 288992 w 1522114"/>
                <a:gd name="connsiteY70" fmla="*/ 872038 h 1382832"/>
                <a:gd name="connsiteX71" fmla="*/ 345380 w 1522114"/>
                <a:gd name="connsiteY71" fmla="*/ 922457 h 1382832"/>
                <a:gd name="connsiteX72" fmla="*/ 332934 w 1522114"/>
                <a:gd name="connsiteY72" fmla="*/ 1080318 h 1382832"/>
                <a:gd name="connsiteX73" fmla="*/ 384369 w 1522114"/>
                <a:gd name="connsiteY73" fmla="*/ 1008817 h 1382832"/>
                <a:gd name="connsiteX74" fmla="*/ 303597 w 1522114"/>
                <a:gd name="connsiteY74" fmla="*/ 842447 h 1382832"/>
                <a:gd name="connsiteX75" fmla="*/ 1154370 w 1522114"/>
                <a:gd name="connsiteY75" fmla="*/ 961573 h 1382832"/>
                <a:gd name="connsiteX76" fmla="*/ 1130875 w 1522114"/>
                <a:gd name="connsiteY76" fmla="*/ 1154613 h 1382832"/>
                <a:gd name="connsiteX77" fmla="*/ 1261431 w 1522114"/>
                <a:gd name="connsiteY77" fmla="*/ 1210239 h 1382832"/>
                <a:gd name="connsiteX78" fmla="*/ 1374969 w 1522114"/>
                <a:gd name="connsiteY78" fmla="*/ 1221669 h 1382832"/>
                <a:gd name="connsiteX79" fmla="*/ 1357316 w 1522114"/>
                <a:gd name="connsiteY79" fmla="*/ 1192967 h 1382832"/>
                <a:gd name="connsiteX80" fmla="*/ 1258637 w 1522114"/>
                <a:gd name="connsiteY80" fmla="*/ 1133404 h 1382832"/>
                <a:gd name="connsiteX81" fmla="*/ 1445581 w 1522114"/>
                <a:gd name="connsiteY81" fmla="*/ 1176711 h 1382832"/>
                <a:gd name="connsiteX82" fmla="*/ 1403163 w 1522114"/>
                <a:gd name="connsiteY82" fmla="*/ 1124133 h 1382832"/>
                <a:gd name="connsiteX83" fmla="*/ 1296229 w 1522114"/>
                <a:gd name="connsiteY83" fmla="*/ 1079175 h 1382832"/>
                <a:gd name="connsiteX84" fmla="*/ 1489269 w 1522114"/>
                <a:gd name="connsiteY84" fmla="*/ 1106861 h 1382832"/>
                <a:gd name="connsiteX85" fmla="*/ 1491174 w 1522114"/>
                <a:gd name="connsiteY85" fmla="*/ 1087049 h 1382832"/>
                <a:gd name="connsiteX86" fmla="*/ 1235269 w 1522114"/>
                <a:gd name="connsiteY86" fmla="*/ 995101 h 1382832"/>
                <a:gd name="connsiteX87" fmla="*/ 1341060 w 1522114"/>
                <a:gd name="connsiteY87" fmla="*/ 918647 h 1382832"/>
                <a:gd name="connsiteX88" fmla="*/ 1301944 w 1522114"/>
                <a:gd name="connsiteY88" fmla="*/ 879658 h 1382832"/>
                <a:gd name="connsiteX89" fmla="*/ 1154370 w 1522114"/>
                <a:gd name="connsiteY89" fmla="*/ 961573 h 1382832"/>
                <a:gd name="connsiteX90" fmla="*/ 857063 w 1522114"/>
                <a:gd name="connsiteY90" fmla="*/ 928426 h 1382832"/>
                <a:gd name="connsiteX91" fmla="*/ 878272 w 1522114"/>
                <a:gd name="connsiteY91" fmla="*/ 1047806 h 1382832"/>
                <a:gd name="connsiteX92" fmla="*/ 905704 w 1522114"/>
                <a:gd name="connsiteY92" fmla="*/ 1287709 h 1382832"/>
                <a:gd name="connsiteX93" fmla="*/ 1188660 w 1522114"/>
                <a:gd name="connsiteY93" fmla="*/ 1221288 h 1382832"/>
                <a:gd name="connsiteX94" fmla="*/ 1073344 w 1522114"/>
                <a:gd name="connsiteY94" fmla="*/ 1047171 h 1382832"/>
                <a:gd name="connsiteX95" fmla="*/ 973522 w 1522114"/>
                <a:gd name="connsiteY95" fmla="*/ 1185093 h 1382832"/>
                <a:gd name="connsiteX96" fmla="*/ 945201 w 1522114"/>
                <a:gd name="connsiteY96" fmla="*/ 1234496 h 1382832"/>
                <a:gd name="connsiteX97" fmla="*/ 974665 w 1522114"/>
                <a:gd name="connsiteY97" fmla="*/ 1113719 h 1382832"/>
                <a:gd name="connsiteX98" fmla="*/ 857063 w 1522114"/>
                <a:gd name="connsiteY98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949887 w 1522114"/>
                <a:gd name="connsiteY47" fmla="*/ 155606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962889 w 1522114"/>
                <a:gd name="connsiteY47" fmla="*/ 181611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38305 w 1522114"/>
                <a:gd name="connsiteY47" fmla="*/ 31944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38305 w 1522114"/>
                <a:gd name="connsiteY47" fmla="*/ 31944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38305 w 1522114"/>
                <a:gd name="connsiteY47" fmla="*/ 31944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4736 w 1522114"/>
                <a:gd name="connsiteY65" fmla="*/ 415202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1522114" h="1382832">
                  <a:moveTo>
                    <a:pt x="1100903" y="471353"/>
                  </a:moveTo>
                  <a:cubicBezTo>
                    <a:pt x="1094934" y="499547"/>
                    <a:pt x="1090108" y="528757"/>
                    <a:pt x="1075122" y="553776"/>
                  </a:cubicBezTo>
                  <a:cubicBezTo>
                    <a:pt x="1055945" y="588574"/>
                    <a:pt x="1017718" y="606227"/>
                    <a:pt x="994858" y="638104"/>
                  </a:cubicBezTo>
                  <a:cubicBezTo>
                    <a:pt x="967680" y="673791"/>
                    <a:pt x="937454" y="707446"/>
                    <a:pt x="900370" y="733100"/>
                  </a:cubicBezTo>
                  <a:cubicBezTo>
                    <a:pt x="858841" y="760405"/>
                    <a:pt x="812613" y="779709"/>
                    <a:pt x="765623" y="795330"/>
                  </a:cubicBezTo>
                  <a:cubicBezTo>
                    <a:pt x="871160" y="870006"/>
                    <a:pt x="929834" y="989894"/>
                    <a:pt x="993715" y="1098479"/>
                  </a:cubicBezTo>
                  <a:cubicBezTo>
                    <a:pt x="1031561" y="1054537"/>
                    <a:pt x="1069915" y="1010976"/>
                    <a:pt x="1109666" y="968558"/>
                  </a:cubicBezTo>
                  <a:cubicBezTo>
                    <a:pt x="1156783" y="917123"/>
                    <a:pt x="1222442" y="889564"/>
                    <a:pt x="1283275" y="857941"/>
                  </a:cubicBezTo>
                  <a:cubicBezTo>
                    <a:pt x="1319978" y="840669"/>
                    <a:pt x="1372683" y="861624"/>
                    <a:pt x="1372810" y="906074"/>
                  </a:cubicBezTo>
                  <a:cubicBezTo>
                    <a:pt x="1369762" y="950778"/>
                    <a:pt x="1323534" y="970971"/>
                    <a:pt x="1290260" y="991291"/>
                  </a:cubicBezTo>
                  <a:cubicBezTo>
                    <a:pt x="1367222" y="1005896"/>
                    <a:pt x="1461583" y="1006150"/>
                    <a:pt x="1514796" y="1072571"/>
                  </a:cubicBezTo>
                  <a:cubicBezTo>
                    <a:pt x="1541974" y="1111179"/>
                    <a:pt x="1486602" y="1127308"/>
                    <a:pt x="1460440" y="1137595"/>
                  </a:cubicBezTo>
                  <a:cubicBezTo>
                    <a:pt x="1461202" y="1153597"/>
                    <a:pt x="1461329" y="1169599"/>
                    <a:pt x="1460821" y="1185728"/>
                  </a:cubicBezTo>
                  <a:cubicBezTo>
                    <a:pt x="1449010" y="1205413"/>
                    <a:pt x="1422213" y="1201222"/>
                    <a:pt x="1403163" y="1206937"/>
                  </a:cubicBezTo>
                  <a:cubicBezTo>
                    <a:pt x="1401639" y="1214557"/>
                    <a:pt x="1398337" y="1229670"/>
                    <a:pt x="1396686" y="1237290"/>
                  </a:cubicBezTo>
                  <a:cubicBezTo>
                    <a:pt x="1340679" y="1264722"/>
                    <a:pt x="1279719" y="1236909"/>
                    <a:pt x="1222569" y="1229162"/>
                  </a:cubicBezTo>
                  <a:cubicBezTo>
                    <a:pt x="1167578" y="1270945"/>
                    <a:pt x="1111952" y="1318951"/>
                    <a:pt x="1041340" y="1330381"/>
                  </a:cubicBezTo>
                  <a:cubicBezTo>
                    <a:pt x="996382" y="1342192"/>
                    <a:pt x="950662" y="1328857"/>
                    <a:pt x="907228" y="1317300"/>
                  </a:cubicBezTo>
                  <a:cubicBezTo>
                    <a:pt x="907863" y="1335842"/>
                    <a:pt x="908625" y="1354511"/>
                    <a:pt x="909260" y="1373180"/>
                  </a:cubicBezTo>
                  <a:lnTo>
                    <a:pt x="884622" y="1371656"/>
                  </a:lnTo>
                  <a:cubicBezTo>
                    <a:pt x="882336" y="1346764"/>
                    <a:pt x="880939" y="1321999"/>
                    <a:pt x="878780" y="1297234"/>
                  </a:cubicBezTo>
                  <a:cubicBezTo>
                    <a:pt x="867477" y="1160963"/>
                    <a:pt x="854904" y="1024184"/>
                    <a:pt x="820106" y="891596"/>
                  </a:cubicBezTo>
                  <a:cubicBezTo>
                    <a:pt x="811089" y="855020"/>
                    <a:pt x="777942" y="835335"/>
                    <a:pt x="747208" y="818825"/>
                  </a:cubicBezTo>
                  <a:cubicBezTo>
                    <a:pt x="648021" y="873562"/>
                    <a:pt x="526736" y="854893"/>
                    <a:pt x="424882" y="817174"/>
                  </a:cubicBezTo>
                  <a:cubicBezTo>
                    <a:pt x="396561" y="803966"/>
                    <a:pt x="366081" y="815523"/>
                    <a:pt x="337125" y="819333"/>
                  </a:cubicBezTo>
                  <a:cubicBezTo>
                    <a:pt x="379924" y="879785"/>
                    <a:pt x="430470" y="953572"/>
                    <a:pt x="407610" y="1031169"/>
                  </a:cubicBezTo>
                  <a:cubicBezTo>
                    <a:pt x="398085" y="1073079"/>
                    <a:pt x="358461" y="1093780"/>
                    <a:pt x="322774" y="1110290"/>
                  </a:cubicBezTo>
                  <a:cubicBezTo>
                    <a:pt x="311471" y="1185474"/>
                    <a:pt x="293945" y="1259642"/>
                    <a:pt x="288357" y="1335588"/>
                  </a:cubicBezTo>
                  <a:cubicBezTo>
                    <a:pt x="287087" y="1344605"/>
                    <a:pt x="284420" y="1362639"/>
                    <a:pt x="283023" y="1371656"/>
                  </a:cubicBezTo>
                  <a:lnTo>
                    <a:pt x="259020" y="1376355"/>
                  </a:lnTo>
                  <a:cubicBezTo>
                    <a:pt x="267021" y="1247958"/>
                    <a:pt x="295850" y="1122228"/>
                    <a:pt x="323409" y="997006"/>
                  </a:cubicBezTo>
                  <a:cubicBezTo>
                    <a:pt x="329124" y="968558"/>
                    <a:pt x="329632" y="933887"/>
                    <a:pt x="305629" y="913186"/>
                  </a:cubicBezTo>
                  <a:cubicBezTo>
                    <a:pt x="277181" y="895660"/>
                    <a:pt x="247844" y="918012"/>
                    <a:pt x="229556" y="939348"/>
                  </a:cubicBezTo>
                  <a:cubicBezTo>
                    <a:pt x="118812" y="1058728"/>
                    <a:pt x="60900" y="1215954"/>
                    <a:pt x="18228" y="1370513"/>
                  </a:cubicBezTo>
                  <a:lnTo>
                    <a:pt x="2099" y="1382832"/>
                  </a:lnTo>
                  <a:cubicBezTo>
                    <a:pt x="-5394" y="1349558"/>
                    <a:pt x="8957" y="1318062"/>
                    <a:pt x="17212" y="1286566"/>
                  </a:cubicBezTo>
                  <a:cubicBezTo>
                    <a:pt x="36516" y="1209096"/>
                    <a:pt x="70679" y="1136325"/>
                    <a:pt x="107001" y="1065586"/>
                  </a:cubicBezTo>
                  <a:cubicBezTo>
                    <a:pt x="137100" y="1010976"/>
                    <a:pt x="174184" y="960430"/>
                    <a:pt x="216983" y="915091"/>
                  </a:cubicBezTo>
                  <a:cubicBezTo>
                    <a:pt x="248352" y="882960"/>
                    <a:pt x="268545" y="840796"/>
                    <a:pt x="304867" y="813491"/>
                  </a:cubicBezTo>
                  <a:cubicBezTo>
                    <a:pt x="329886" y="793806"/>
                    <a:pt x="361763" y="787964"/>
                    <a:pt x="391481" y="779328"/>
                  </a:cubicBezTo>
                  <a:cubicBezTo>
                    <a:pt x="343475" y="756087"/>
                    <a:pt x="293564" y="734497"/>
                    <a:pt x="252924" y="699191"/>
                  </a:cubicBezTo>
                  <a:cubicBezTo>
                    <a:pt x="209236" y="665790"/>
                    <a:pt x="187392" y="610672"/>
                    <a:pt x="138243" y="584002"/>
                  </a:cubicBezTo>
                  <a:cubicBezTo>
                    <a:pt x="109033" y="565841"/>
                    <a:pt x="90491" y="534599"/>
                    <a:pt x="83633" y="501452"/>
                  </a:cubicBezTo>
                  <a:cubicBezTo>
                    <a:pt x="60900" y="421061"/>
                    <a:pt x="74616" y="324795"/>
                    <a:pt x="139767" y="267645"/>
                  </a:cubicBezTo>
                  <a:cubicBezTo>
                    <a:pt x="191075" y="151567"/>
                    <a:pt x="291278" y="58476"/>
                    <a:pt x="413198" y="21138"/>
                  </a:cubicBezTo>
                  <a:cubicBezTo>
                    <a:pt x="516830" y="-5278"/>
                    <a:pt x="626558" y="-7564"/>
                    <a:pt x="730698" y="17836"/>
                  </a:cubicBezTo>
                  <a:cubicBezTo>
                    <a:pt x="813939" y="34943"/>
                    <a:pt x="876112" y="98221"/>
                    <a:pt x="912643" y="121183"/>
                  </a:cubicBezTo>
                  <a:cubicBezTo>
                    <a:pt x="972579" y="183153"/>
                    <a:pt x="1025963" y="238339"/>
                    <a:pt x="1056509" y="366250"/>
                  </a:cubicBezTo>
                  <a:moveTo>
                    <a:pt x="175327" y="251516"/>
                  </a:moveTo>
                  <a:cubicBezTo>
                    <a:pt x="192726" y="256977"/>
                    <a:pt x="209998" y="262692"/>
                    <a:pt x="227270" y="268661"/>
                  </a:cubicBezTo>
                  <a:cubicBezTo>
                    <a:pt x="268418" y="309682"/>
                    <a:pt x="275276" y="369245"/>
                    <a:pt x="284801" y="423601"/>
                  </a:cubicBezTo>
                  <a:cubicBezTo>
                    <a:pt x="288484" y="471988"/>
                    <a:pt x="270450" y="518470"/>
                    <a:pt x="256607" y="563936"/>
                  </a:cubicBezTo>
                  <a:cubicBezTo>
                    <a:pt x="239970" y="580446"/>
                    <a:pt x="222571" y="596067"/>
                    <a:pt x="204283" y="610672"/>
                  </a:cubicBezTo>
                  <a:cubicBezTo>
                    <a:pt x="296231" y="739450"/>
                    <a:pt x="463490" y="787710"/>
                    <a:pt x="615128" y="786948"/>
                  </a:cubicBezTo>
                  <a:cubicBezTo>
                    <a:pt x="754447" y="793552"/>
                    <a:pt x="900243" y="732338"/>
                    <a:pt x="979491" y="614609"/>
                  </a:cubicBezTo>
                  <a:cubicBezTo>
                    <a:pt x="1036133" y="529773"/>
                    <a:pt x="1058231" y="416743"/>
                    <a:pt x="1018353" y="320604"/>
                  </a:cubicBezTo>
                  <a:cubicBezTo>
                    <a:pt x="969077" y="169474"/>
                    <a:pt x="828742" y="54793"/>
                    <a:pt x="672151" y="31679"/>
                  </a:cubicBezTo>
                  <a:cubicBezTo>
                    <a:pt x="483302" y="-10739"/>
                    <a:pt x="265878" y="75748"/>
                    <a:pt x="175327" y="251516"/>
                  </a:cubicBezTo>
                  <a:moveTo>
                    <a:pt x="159833" y="286822"/>
                  </a:moveTo>
                  <a:cubicBezTo>
                    <a:pt x="97349" y="324033"/>
                    <a:pt x="93285" y="410901"/>
                    <a:pt x="104588" y="475036"/>
                  </a:cubicBezTo>
                  <a:cubicBezTo>
                    <a:pt x="109414" y="523804"/>
                    <a:pt x="139767" y="587050"/>
                    <a:pt x="197679" y="581081"/>
                  </a:cubicBezTo>
                  <a:cubicBezTo>
                    <a:pt x="231715" y="568635"/>
                    <a:pt x="242129" y="530535"/>
                    <a:pt x="250892" y="499293"/>
                  </a:cubicBezTo>
                  <a:cubicBezTo>
                    <a:pt x="268926" y="441127"/>
                    <a:pt x="256353" y="378770"/>
                    <a:pt x="234636" y="323525"/>
                  </a:cubicBezTo>
                  <a:cubicBezTo>
                    <a:pt x="224095" y="294823"/>
                    <a:pt x="190059" y="268915"/>
                    <a:pt x="159833" y="286822"/>
                  </a:cubicBezTo>
                  <a:moveTo>
                    <a:pt x="1041086" y="554030"/>
                  </a:moveTo>
                  <a:cubicBezTo>
                    <a:pt x="1085663" y="495356"/>
                    <a:pt x="1087629" y="479337"/>
                    <a:pt x="1054736" y="415202"/>
                  </a:cubicBezTo>
                  <a:moveTo>
                    <a:pt x="441011" y="791901"/>
                  </a:moveTo>
                  <a:cubicBezTo>
                    <a:pt x="504003" y="832922"/>
                    <a:pt x="586553" y="833176"/>
                    <a:pt x="658816" y="825556"/>
                  </a:cubicBezTo>
                  <a:cubicBezTo>
                    <a:pt x="631384" y="810316"/>
                    <a:pt x="599507" y="811840"/>
                    <a:pt x="569154" y="809554"/>
                  </a:cubicBezTo>
                  <a:cubicBezTo>
                    <a:pt x="526101" y="806633"/>
                    <a:pt x="483937" y="796981"/>
                    <a:pt x="441011" y="791901"/>
                  </a:cubicBezTo>
                  <a:moveTo>
                    <a:pt x="303597" y="842447"/>
                  </a:moveTo>
                  <a:cubicBezTo>
                    <a:pt x="298771" y="852226"/>
                    <a:pt x="293818" y="862132"/>
                    <a:pt x="288992" y="872038"/>
                  </a:cubicBezTo>
                  <a:cubicBezTo>
                    <a:pt x="311725" y="883595"/>
                    <a:pt x="336363" y="896676"/>
                    <a:pt x="345380" y="922457"/>
                  </a:cubicBezTo>
                  <a:cubicBezTo>
                    <a:pt x="365446" y="974273"/>
                    <a:pt x="341062" y="1028629"/>
                    <a:pt x="332934" y="1080318"/>
                  </a:cubicBezTo>
                  <a:cubicBezTo>
                    <a:pt x="360620" y="1066221"/>
                    <a:pt x="386655" y="1042853"/>
                    <a:pt x="384369" y="1008817"/>
                  </a:cubicBezTo>
                  <a:cubicBezTo>
                    <a:pt x="387671" y="947349"/>
                    <a:pt x="365065" y="867593"/>
                    <a:pt x="303597" y="842447"/>
                  </a:cubicBezTo>
                  <a:moveTo>
                    <a:pt x="1154370" y="961573"/>
                  </a:moveTo>
                  <a:cubicBezTo>
                    <a:pt x="1093537" y="1003356"/>
                    <a:pt x="1079059" y="1100130"/>
                    <a:pt x="1130875" y="1154613"/>
                  </a:cubicBezTo>
                  <a:cubicBezTo>
                    <a:pt x="1164276" y="1191189"/>
                    <a:pt x="1215076" y="1200714"/>
                    <a:pt x="1261431" y="1210239"/>
                  </a:cubicBezTo>
                  <a:cubicBezTo>
                    <a:pt x="1298769" y="1216716"/>
                    <a:pt x="1336742" y="1229035"/>
                    <a:pt x="1374969" y="1221669"/>
                  </a:cubicBezTo>
                  <a:cubicBezTo>
                    <a:pt x="1378906" y="1205667"/>
                    <a:pt x="1373064" y="1196015"/>
                    <a:pt x="1357316" y="1192967"/>
                  </a:cubicBezTo>
                  <a:cubicBezTo>
                    <a:pt x="1323280" y="1175568"/>
                    <a:pt x="1272734" y="1175695"/>
                    <a:pt x="1258637" y="1133404"/>
                  </a:cubicBezTo>
                  <a:cubicBezTo>
                    <a:pt x="1322010" y="1145088"/>
                    <a:pt x="1378271" y="1187887"/>
                    <a:pt x="1445581" y="1176711"/>
                  </a:cubicBezTo>
                  <a:cubicBezTo>
                    <a:pt x="1434786" y="1157534"/>
                    <a:pt x="1430341" y="1126038"/>
                    <a:pt x="1403163" y="1124133"/>
                  </a:cubicBezTo>
                  <a:cubicBezTo>
                    <a:pt x="1367603" y="1109655"/>
                    <a:pt x="1310580" y="1123752"/>
                    <a:pt x="1296229" y="1079175"/>
                  </a:cubicBezTo>
                  <a:cubicBezTo>
                    <a:pt x="1361507" y="1082604"/>
                    <a:pt x="1423483" y="1111306"/>
                    <a:pt x="1489269" y="1106861"/>
                  </a:cubicBezTo>
                  <a:cubicBezTo>
                    <a:pt x="1489777" y="1101908"/>
                    <a:pt x="1490666" y="1092002"/>
                    <a:pt x="1491174" y="1087049"/>
                  </a:cubicBezTo>
                  <a:cubicBezTo>
                    <a:pt x="1425134" y="1015167"/>
                    <a:pt x="1315279" y="1039678"/>
                    <a:pt x="1235269" y="995101"/>
                  </a:cubicBezTo>
                  <a:cubicBezTo>
                    <a:pt x="1267400" y="965129"/>
                    <a:pt x="1315025" y="954969"/>
                    <a:pt x="1341060" y="918647"/>
                  </a:cubicBezTo>
                  <a:cubicBezTo>
                    <a:pt x="1357189" y="895533"/>
                    <a:pt x="1325185" y="867720"/>
                    <a:pt x="1301944" y="879658"/>
                  </a:cubicBezTo>
                  <a:cubicBezTo>
                    <a:pt x="1249620" y="900359"/>
                    <a:pt x="1200217" y="928807"/>
                    <a:pt x="1154370" y="961573"/>
                  </a:cubicBezTo>
                  <a:moveTo>
                    <a:pt x="857063" y="928426"/>
                  </a:moveTo>
                  <a:cubicBezTo>
                    <a:pt x="862905" y="968431"/>
                    <a:pt x="869509" y="1008309"/>
                    <a:pt x="878272" y="1047806"/>
                  </a:cubicBezTo>
                  <a:cubicBezTo>
                    <a:pt x="894655" y="1126800"/>
                    <a:pt x="890718" y="1208461"/>
                    <a:pt x="905704" y="1287709"/>
                  </a:cubicBezTo>
                  <a:cubicBezTo>
                    <a:pt x="1003113" y="1335334"/>
                    <a:pt x="1115635" y="1292789"/>
                    <a:pt x="1188660" y="1221288"/>
                  </a:cubicBezTo>
                  <a:cubicBezTo>
                    <a:pt x="1114238" y="1199063"/>
                    <a:pt x="1062930" y="1125403"/>
                    <a:pt x="1073344" y="1047171"/>
                  </a:cubicBezTo>
                  <a:cubicBezTo>
                    <a:pt x="1035625" y="1089335"/>
                    <a:pt x="991429" y="1129975"/>
                    <a:pt x="973522" y="1185093"/>
                  </a:cubicBezTo>
                  <a:cubicBezTo>
                    <a:pt x="968823" y="1204016"/>
                    <a:pt x="958917" y="1220653"/>
                    <a:pt x="945201" y="1234496"/>
                  </a:cubicBezTo>
                  <a:cubicBezTo>
                    <a:pt x="926659" y="1190300"/>
                    <a:pt x="968823" y="1153851"/>
                    <a:pt x="974665" y="1113719"/>
                  </a:cubicBezTo>
                  <a:cubicBezTo>
                    <a:pt x="938978" y="1049838"/>
                    <a:pt x="899481" y="988116"/>
                    <a:pt x="857063" y="928426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4" name="任意形状 1053">
              <a:extLst>
                <a:ext uri="{FF2B5EF4-FFF2-40B4-BE49-F238E27FC236}">
                  <a16:creationId xmlns:a16="http://schemas.microsoft.com/office/drawing/2014/main" id="{74DDADE8-A0FB-E6D3-7693-E0EA1D05365D}"/>
                </a:ext>
              </a:extLst>
            </p:cNvPr>
            <p:cNvSpPr/>
            <p:nvPr/>
          </p:nvSpPr>
          <p:spPr>
            <a:xfrm>
              <a:off x="473959" y="874495"/>
              <a:ext cx="356515" cy="277723"/>
            </a:xfrm>
            <a:custGeom>
              <a:avLst/>
              <a:gdLst>
                <a:gd name="connsiteX0" fmla="*/ 18840 w 654613"/>
                <a:gd name="connsiteY0" fmla="*/ 154795 h 509939"/>
                <a:gd name="connsiteX1" fmla="*/ 227374 w 654613"/>
                <a:gd name="connsiteY1" fmla="*/ 3792 h 509939"/>
                <a:gd name="connsiteX2" fmla="*/ 610406 w 654613"/>
                <a:gd name="connsiteY2" fmla="*/ 90660 h 509939"/>
                <a:gd name="connsiteX3" fmla="*/ 643299 w 654613"/>
                <a:gd name="connsiteY3" fmla="*/ 311132 h 509939"/>
                <a:gd name="connsiteX4" fmla="*/ 430828 w 654613"/>
                <a:gd name="connsiteY4" fmla="*/ 499346 h 509939"/>
                <a:gd name="connsiteX5" fmla="*/ 113455 w 654613"/>
                <a:gd name="connsiteY5" fmla="*/ 453626 h 509939"/>
                <a:gd name="connsiteX6" fmla="*/ 18840 w 654613"/>
                <a:gd name="connsiteY6" fmla="*/ 154795 h 509939"/>
                <a:gd name="connsiteX7" fmla="*/ 193592 w 654613"/>
                <a:gd name="connsiteY7" fmla="*/ 34653 h 509939"/>
                <a:gd name="connsiteX8" fmla="*/ 41573 w 654613"/>
                <a:gd name="connsiteY8" fmla="*/ 331198 h 509939"/>
                <a:gd name="connsiteX9" fmla="*/ 145332 w 654613"/>
                <a:gd name="connsiteY9" fmla="*/ 441815 h 509939"/>
                <a:gd name="connsiteX10" fmla="*/ 405682 w 654613"/>
                <a:gd name="connsiteY10" fmla="*/ 479407 h 509939"/>
                <a:gd name="connsiteX11" fmla="*/ 625773 w 654613"/>
                <a:gd name="connsiteY11" fmla="*/ 257665 h 509939"/>
                <a:gd name="connsiteX12" fmla="*/ 578656 w 654613"/>
                <a:gd name="connsiteY12" fmla="*/ 97518 h 509939"/>
                <a:gd name="connsiteX13" fmla="*/ 193592 w 654613"/>
                <a:gd name="connsiteY13" fmla="*/ 34653 h 50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4613" h="509939">
                  <a:moveTo>
                    <a:pt x="18840" y="154795"/>
                  </a:moveTo>
                  <a:cubicBezTo>
                    <a:pt x="46526" y="65006"/>
                    <a:pt x="136950" y="10142"/>
                    <a:pt x="227374" y="3792"/>
                  </a:cubicBezTo>
                  <a:cubicBezTo>
                    <a:pt x="358565" y="-5479"/>
                    <a:pt x="507790" y="-4844"/>
                    <a:pt x="610406" y="90660"/>
                  </a:cubicBezTo>
                  <a:cubicBezTo>
                    <a:pt x="659936" y="151874"/>
                    <a:pt x="662984" y="237853"/>
                    <a:pt x="643299" y="311132"/>
                  </a:cubicBezTo>
                  <a:cubicBezTo>
                    <a:pt x="613073" y="406636"/>
                    <a:pt x="527094" y="477121"/>
                    <a:pt x="430828" y="499346"/>
                  </a:cubicBezTo>
                  <a:cubicBezTo>
                    <a:pt x="324148" y="522460"/>
                    <a:pt x="208832" y="507982"/>
                    <a:pt x="113455" y="453626"/>
                  </a:cubicBezTo>
                  <a:cubicBezTo>
                    <a:pt x="12236" y="396222"/>
                    <a:pt x="-26626" y="259697"/>
                    <a:pt x="18840" y="154795"/>
                  </a:cubicBezTo>
                  <a:moveTo>
                    <a:pt x="193592" y="34653"/>
                  </a:moveTo>
                  <a:cubicBezTo>
                    <a:pt x="63417" y="54846"/>
                    <a:pt x="-10370" y="214739"/>
                    <a:pt x="41573" y="331198"/>
                  </a:cubicBezTo>
                  <a:cubicBezTo>
                    <a:pt x="58210" y="381109"/>
                    <a:pt x="98977" y="418828"/>
                    <a:pt x="145332" y="441815"/>
                  </a:cubicBezTo>
                  <a:cubicBezTo>
                    <a:pt x="224580" y="484106"/>
                    <a:pt x="317925" y="490202"/>
                    <a:pt x="405682" y="479407"/>
                  </a:cubicBezTo>
                  <a:cubicBezTo>
                    <a:pt x="515029" y="462516"/>
                    <a:pt x="619169" y="372473"/>
                    <a:pt x="625773" y="257665"/>
                  </a:cubicBezTo>
                  <a:cubicBezTo>
                    <a:pt x="630599" y="201531"/>
                    <a:pt x="628694" y="133967"/>
                    <a:pt x="578656" y="97518"/>
                  </a:cubicBezTo>
                  <a:cubicBezTo>
                    <a:pt x="471087" y="10904"/>
                    <a:pt x="322497" y="20683"/>
                    <a:pt x="193592" y="34653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5" name="任意形状 1054">
              <a:extLst>
                <a:ext uri="{FF2B5EF4-FFF2-40B4-BE49-F238E27FC236}">
                  <a16:creationId xmlns:a16="http://schemas.microsoft.com/office/drawing/2014/main" id="{23B52894-0CC2-19C3-4746-93725EE3821F}"/>
                </a:ext>
              </a:extLst>
            </p:cNvPr>
            <p:cNvSpPr/>
            <p:nvPr/>
          </p:nvSpPr>
          <p:spPr>
            <a:xfrm>
              <a:off x="585914" y="1244790"/>
              <a:ext cx="93860" cy="98275"/>
            </a:xfrm>
            <a:custGeom>
              <a:avLst/>
              <a:gdLst>
                <a:gd name="connsiteX0" fmla="*/ 52670 w 172341"/>
                <a:gd name="connsiteY0" fmla="*/ 5741 h 180447"/>
                <a:gd name="connsiteX1" fmla="*/ 171542 w 172341"/>
                <a:gd name="connsiteY1" fmla="*/ 86259 h 180447"/>
                <a:gd name="connsiteX2" fmla="*/ 42891 w 172341"/>
                <a:gd name="connsiteY2" fmla="*/ 166904 h 180447"/>
                <a:gd name="connsiteX3" fmla="*/ 52670 w 172341"/>
                <a:gd name="connsiteY3" fmla="*/ 5741 h 180447"/>
                <a:gd name="connsiteX4" fmla="*/ 64989 w 172341"/>
                <a:gd name="connsiteY4" fmla="*/ 29490 h 180447"/>
                <a:gd name="connsiteX5" fmla="*/ 53178 w 172341"/>
                <a:gd name="connsiteY5" fmla="*/ 142774 h 180447"/>
                <a:gd name="connsiteX6" fmla="*/ 145380 w 172341"/>
                <a:gd name="connsiteY6" fmla="*/ 86513 h 180447"/>
                <a:gd name="connsiteX7" fmla="*/ 64989 w 172341"/>
                <a:gd name="connsiteY7" fmla="*/ 29490 h 18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341" h="180447">
                  <a:moveTo>
                    <a:pt x="52670" y="5741"/>
                  </a:moveTo>
                  <a:cubicBezTo>
                    <a:pt x="107280" y="-15595"/>
                    <a:pt x="175859" y="25045"/>
                    <a:pt x="171542" y="86259"/>
                  </a:cubicBezTo>
                  <a:cubicBezTo>
                    <a:pt x="181448" y="151791"/>
                    <a:pt x="97120" y="206909"/>
                    <a:pt x="42891" y="166904"/>
                  </a:cubicBezTo>
                  <a:cubicBezTo>
                    <a:pt x="-16926" y="132614"/>
                    <a:pt x="-14640" y="29236"/>
                    <a:pt x="52670" y="5741"/>
                  </a:cubicBezTo>
                  <a:moveTo>
                    <a:pt x="64989" y="29490"/>
                  </a:moveTo>
                  <a:cubicBezTo>
                    <a:pt x="18125" y="45111"/>
                    <a:pt x="11649" y="117374"/>
                    <a:pt x="53178" y="142774"/>
                  </a:cubicBezTo>
                  <a:cubicBezTo>
                    <a:pt x="92548" y="175159"/>
                    <a:pt x="153126" y="134646"/>
                    <a:pt x="145380" y="86513"/>
                  </a:cubicBezTo>
                  <a:cubicBezTo>
                    <a:pt x="148300" y="45619"/>
                    <a:pt x="102200" y="15266"/>
                    <a:pt x="64989" y="29490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6" name="任意形状 1055">
              <a:extLst>
                <a:ext uri="{FF2B5EF4-FFF2-40B4-BE49-F238E27FC236}">
                  <a16:creationId xmlns:a16="http://schemas.microsoft.com/office/drawing/2014/main" id="{BC5835C3-A58A-43BF-E782-F427F9DE61CE}"/>
                </a:ext>
              </a:extLst>
            </p:cNvPr>
            <p:cNvSpPr/>
            <p:nvPr/>
          </p:nvSpPr>
          <p:spPr>
            <a:xfrm>
              <a:off x="371893" y="767908"/>
              <a:ext cx="270579" cy="134866"/>
            </a:xfrm>
            <a:custGeom>
              <a:avLst/>
              <a:gdLst>
                <a:gd name="connsiteX0" fmla="*/ 0 w 496823"/>
                <a:gd name="connsiteY0" fmla="*/ 230489 h 247634"/>
                <a:gd name="connsiteX1" fmla="*/ 496824 w 496823"/>
                <a:gd name="connsiteY1" fmla="*/ 10652 h 247634"/>
                <a:gd name="connsiteX2" fmla="*/ 51943 w 496823"/>
                <a:gd name="connsiteY2" fmla="*/ 247634 h 247634"/>
                <a:gd name="connsiteX3" fmla="*/ 0 w 496823"/>
                <a:gd name="connsiteY3" fmla="*/ 230489 h 24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823" h="247634">
                  <a:moveTo>
                    <a:pt x="0" y="230489"/>
                  </a:moveTo>
                  <a:cubicBezTo>
                    <a:pt x="90551" y="54721"/>
                    <a:pt x="307975" y="-31766"/>
                    <a:pt x="496824" y="10652"/>
                  </a:cubicBezTo>
                  <a:cubicBezTo>
                    <a:pt x="331724" y="45577"/>
                    <a:pt x="157734" y="108823"/>
                    <a:pt x="51943" y="247634"/>
                  </a:cubicBezTo>
                  <a:cubicBezTo>
                    <a:pt x="34671" y="241665"/>
                    <a:pt x="17399" y="235950"/>
                    <a:pt x="0" y="230489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7" name="任意形状 1056">
              <a:extLst>
                <a:ext uri="{FF2B5EF4-FFF2-40B4-BE49-F238E27FC236}">
                  <a16:creationId xmlns:a16="http://schemas.microsoft.com/office/drawing/2014/main" id="{CFA9C5B6-7035-FA75-1AD1-4CD19BDF9E91}"/>
                </a:ext>
              </a:extLst>
            </p:cNvPr>
            <p:cNvSpPr/>
            <p:nvPr/>
          </p:nvSpPr>
          <p:spPr>
            <a:xfrm>
              <a:off x="400183" y="773709"/>
              <a:ext cx="430839" cy="350625"/>
            </a:xfrm>
            <a:custGeom>
              <a:avLst/>
              <a:gdLst>
                <a:gd name="connsiteX0" fmla="*/ 444881 w 791083"/>
                <a:gd name="connsiteY0" fmla="*/ 0 h 643798"/>
                <a:gd name="connsiteX1" fmla="*/ 791083 w 791083"/>
                <a:gd name="connsiteY1" fmla="*/ 288925 h 643798"/>
                <a:gd name="connsiteX2" fmla="*/ 745871 w 791083"/>
                <a:gd name="connsiteY2" fmla="*/ 275717 h 643798"/>
                <a:gd name="connsiteX3" fmla="*/ 362839 w 791083"/>
                <a:gd name="connsiteY3" fmla="*/ 188849 h 643798"/>
                <a:gd name="connsiteX4" fmla="*/ 154305 w 791083"/>
                <a:gd name="connsiteY4" fmla="*/ 339852 h 643798"/>
                <a:gd name="connsiteX5" fmla="*/ 248920 w 791083"/>
                <a:gd name="connsiteY5" fmla="*/ 638683 h 643798"/>
                <a:gd name="connsiteX6" fmla="*/ 189611 w 791083"/>
                <a:gd name="connsiteY6" fmla="*/ 639445 h 643798"/>
                <a:gd name="connsiteX7" fmla="*/ 29337 w 791083"/>
                <a:gd name="connsiteY7" fmla="*/ 532257 h 643798"/>
                <a:gd name="connsiteX8" fmla="*/ 57531 w 791083"/>
                <a:gd name="connsiteY8" fmla="*/ 391922 h 643798"/>
                <a:gd name="connsiteX9" fmla="*/ 0 w 791083"/>
                <a:gd name="connsiteY9" fmla="*/ 236982 h 643798"/>
                <a:gd name="connsiteX10" fmla="*/ 444881 w 791083"/>
                <a:gd name="connsiteY10" fmla="*/ 0 h 64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083" h="643798">
                  <a:moveTo>
                    <a:pt x="444881" y="0"/>
                  </a:moveTo>
                  <a:cubicBezTo>
                    <a:pt x="601472" y="23114"/>
                    <a:pt x="741807" y="137795"/>
                    <a:pt x="791083" y="288925"/>
                  </a:cubicBezTo>
                  <a:cubicBezTo>
                    <a:pt x="775843" y="284734"/>
                    <a:pt x="760857" y="280289"/>
                    <a:pt x="745871" y="275717"/>
                  </a:cubicBezTo>
                  <a:cubicBezTo>
                    <a:pt x="643255" y="180213"/>
                    <a:pt x="494030" y="179578"/>
                    <a:pt x="362839" y="188849"/>
                  </a:cubicBezTo>
                  <a:cubicBezTo>
                    <a:pt x="272415" y="195199"/>
                    <a:pt x="181991" y="250063"/>
                    <a:pt x="154305" y="339852"/>
                  </a:cubicBezTo>
                  <a:cubicBezTo>
                    <a:pt x="108839" y="444754"/>
                    <a:pt x="147701" y="581279"/>
                    <a:pt x="248920" y="638683"/>
                  </a:cubicBezTo>
                  <a:cubicBezTo>
                    <a:pt x="229489" y="640588"/>
                    <a:pt x="208534" y="648716"/>
                    <a:pt x="189611" y="639445"/>
                  </a:cubicBezTo>
                  <a:cubicBezTo>
                    <a:pt x="130556" y="613156"/>
                    <a:pt x="81026" y="570230"/>
                    <a:pt x="29337" y="532257"/>
                  </a:cubicBezTo>
                  <a:cubicBezTo>
                    <a:pt x="43180" y="486791"/>
                    <a:pt x="61214" y="440309"/>
                    <a:pt x="57531" y="391922"/>
                  </a:cubicBezTo>
                  <a:cubicBezTo>
                    <a:pt x="48006" y="337566"/>
                    <a:pt x="41148" y="278003"/>
                    <a:pt x="0" y="236982"/>
                  </a:cubicBezTo>
                  <a:cubicBezTo>
                    <a:pt x="105791" y="98171"/>
                    <a:pt x="279781" y="34925"/>
                    <a:pt x="444881" y="0"/>
                  </a:cubicBezTo>
                  <a:close/>
                </a:path>
              </a:pathLst>
            </a:custGeom>
            <a:solidFill>
              <a:srgbClr val="EEEEF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8" name="任意形状 1057">
              <a:extLst>
                <a:ext uri="{FF2B5EF4-FFF2-40B4-BE49-F238E27FC236}">
                  <a16:creationId xmlns:a16="http://schemas.microsoft.com/office/drawing/2014/main" id="{D1518214-710A-0601-DCAB-3D815A2C5EAB}"/>
                </a:ext>
              </a:extLst>
            </p:cNvPr>
            <p:cNvSpPr/>
            <p:nvPr/>
          </p:nvSpPr>
          <p:spPr>
            <a:xfrm>
              <a:off x="487470" y="888370"/>
              <a:ext cx="328259" cy="249763"/>
            </a:xfrm>
            <a:custGeom>
              <a:avLst/>
              <a:gdLst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151131 w 602732"/>
                <a:gd name="connsiteY7" fmla="*/ 206154 h 458602"/>
                <a:gd name="connsiteX8" fmla="*/ 241047 w 602732"/>
                <a:gd name="connsiteY8" fmla="*/ 358808 h 458602"/>
                <a:gd name="connsiteX9" fmla="*/ 353823 w 602732"/>
                <a:gd name="connsiteY9" fmla="*/ 383319 h 458602"/>
                <a:gd name="connsiteX10" fmla="*/ 493777 w 602732"/>
                <a:gd name="connsiteY10" fmla="*/ 181389 h 458602"/>
                <a:gd name="connsiteX11" fmla="*/ 432309 w 602732"/>
                <a:gd name="connsiteY11" fmla="*/ 129827 h 458602"/>
                <a:gd name="connsiteX12" fmla="*/ 385319 w 602732"/>
                <a:gd name="connsiteY12" fmla="*/ 208058 h 458602"/>
                <a:gd name="connsiteX13" fmla="*/ 325121 w 602732"/>
                <a:gd name="connsiteY13" fmla="*/ 338742 h 458602"/>
                <a:gd name="connsiteX14" fmla="*/ 255271 w 602732"/>
                <a:gd name="connsiteY14" fmla="*/ 168308 h 458602"/>
                <a:gd name="connsiteX15" fmla="*/ 213107 w 602732"/>
                <a:gd name="connsiteY15" fmla="*/ 122588 h 458602"/>
                <a:gd name="connsiteX16" fmla="*/ 151131 w 602732"/>
                <a:gd name="connsiteY16" fmla="*/ 206154 h 458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02732" h="458602">
                  <a:moveTo>
                    <a:pt x="168784" y="9177"/>
                  </a:moveTo>
                  <a:cubicBezTo>
                    <a:pt x="297689" y="-4793"/>
                    <a:pt x="446279" y="-14573"/>
                    <a:pt x="553848" y="72041"/>
                  </a:cubicBezTo>
                  <a:cubicBezTo>
                    <a:pt x="603886" y="108491"/>
                    <a:pt x="605791" y="176055"/>
                    <a:pt x="600965" y="232189"/>
                  </a:cubicBezTo>
                  <a:cubicBezTo>
                    <a:pt x="594361" y="346997"/>
                    <a:pt x="490221" y="437039"/>
                    <a:pt x="380874" y="453930"/>
                  </a:cubicBezTo>
                  <a:cubicBezTo>
                    <a:pt x="293117" y="464726"/>
                    <a:pt x="199772" y="458629"/>
                    <a:pt x="120524" y="416339"/>
                  </a:cubicBezTo>
                  <a:cubicBezTo>
                    <a:pt x="74169" y="393352"/>
                    <a:pt x="33402" y="355633"/>
                    <a:pt x="16765" y="305722"/>
                  </a:cubicBezTo>
                  <a:cubicBezTo>
                    <a:pt x="-35178" y="189263"/>
                    <a:pt x="38609" y="29369"/>
                    <a:pt x="168784" y="9177"/>
                  </a:cubicBezTo>
                  <a:moveTo>
                    <a:pt x="151131" y="206154"/>
                  </a:moveTo>
                  <a:cubicBezTo>
                    <a:pt x="140590" y="272067"/>
                    <a:pt x="192660" y="323375"/>
                    <a:pt x="241047" y="358808"/>
                  </a:cubicBezTo>
                  <a:cubicBezTo>
                    <a:pt x="272162" y="382557"/>
                    <a:pt x="315723" y="407449"/>
                    <a:pt x="353823" y="383319"/>
                  </a:cubicBezTo>
                  <a:cubicBezTo>
                    <a:pt x="425451" y="339758"/>
                    <a:pt x="480696" y="264955"/>
                    <a:pt x="493777" y="181389"/>
                  </a:cubicBezTo>
                  <a:cubicBezTo>
                    <a:pt x="492888" y="153449"/>
                    <a:pt x="462789" y="115730"/>
                    <a:pt x="432309" y="129827"/>
                  </a:cubicBezTo>
                  <a:cubicBezTo>
                    <a:pt x="407290" y="148750"/>
                    <a:pt x="394971" y="179230"/>
                    <a:pt x="385319" y="208058"/>
                  </a:cubicBezTo>
                  <a:cubicBezTo>
                    <a:pt x="371730" y="254286"/>
                    <a:pt x="350013" y="297594"/>
                    <a:pt x="325121" y="338742"/>
                  </a:cubicBezTo>
                  <a:cubicBezTo>
                    <a:pt x="276861" y="295054"/>
                    <a:pt x="271781" y="227108"/>
                    <a:pt x="255271" y="168308"/>
                  </a:cubicBezTo>
                  <a:cubicBezTo>
                    <a:pt x="245873" y="150655"/>
                    <a:pt x="238126" y="120683"/>
                    <a:pt x="213107" y="122588"/>
                  </a:cubicBezTo>
                  <a:cubicBezTo>
                    <a:pt x="172340" y="124747"/>
                    <a:pt x="155449" y="171864"/>
                    <a:pt x="151131" y="206154"/>
                  </a:cubicBezTo>
                  <a:close/>
                </a:path>
              </a:pathLst>
            </a:custGeom>
            <a:solidFill>
              <a:srgbClr val="0E1D3A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9" name="任意形状 1058">
              <a:extLst>
                <a:ext uri="{FF2B5EF4-FFF2-40B4-BE49-F238E27FC236}">
                  <a16:creationId xmlns:a16="http://schemas.microsoft.com/office/drawing/2014/main" id="{A390CC7B-F544-7094-D1CF-19020B5FB005}"/>
                </a:ext>
              </a:extLst>
            </p:cNvPr>
            <p:cNvSpPr/>
            <p:nvPr/>
          </p:nvSpPr>
          <p:spPr>
            <a:xfrm>
              <a:off x="330673" y="909451"/>
              <a:ext cx="87073" cy="163687"/>
            </a:xfrm>
            <a:custGeom>
              <a:avLst/>
              <a:gdLst>
                <a:gd name="connsiteX0" fmla="*/ 60193 w 159878"/>
                <a:gd name="connsiteY0" fmla="*/ 5902 h 300553"/>
                <a:gd name="connsiteX1" fmla="*/ 134996 w 159878"/>
                <a:gd name="connsiteY1" fmla="*/ 42605 h 300553"/>
                <a:gd name="connsiteX2" fmla="*/ 151252 w 159878"/>
                <a:gd name="connsiteY2" fmla="*/ 218373 h 300553"/>
                <a:gd name="connsiteX3" fmla="*/ 98039 w 159878"/>
                <a:gd name="connsiteY3" fmla="*/ 300161 h 300553"/>
                <a:gd name="connsiteX4" fmla="*/ 4948 w 159878"/>
                <a:gd name="connsiteY4" fmla="*/ 194116 h 300553"/>
                <a:gd name="connsiteX5" fmla="*/ 60193 w 159878"/>
                <a:gd name="connsiteY5" fmla="*/ 5902 h 300553"/>
                <a:gd name="connsiteX6" fmla="*/ 47874 w 159878"/>
                <a:gd name="connsiteY6" fmla="*/ 56194 h 300553"/>
                <a:gd name="connsiteX7" fmla="*/ 23363 w 159878"/>
                <a:gd name="connsiteY7" fmla="*/ 195640 h 300553"/>
                <a:gd name="connsiteX8" fmla="*/ 71115 w 159878"/>
                <a:gd name="connsiteY8" fmla="*/ 244789 h 300553"/>
                <a:gd name="connsiteX9" fmla="*/ 71115 w 159878"/>
                <a:gd name="connsiteY9" fmla="*/ 54797 h 300553"/>
                <a:gd name="connsiteX10" fmla="*/ 47874 w 159878"/>
                <a:gd name="connsiteY10" fmla="*/ 56194 h 300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878" h="300553">
                  <a:moveTo>
                    <a:pt x="60193" y="5902"/>
                  </a:moveTo>
                  <a:cubicBezTo>
                    <a:pt x="90419" y="-12005"/>
                    <a:pt x="124455" y="13903"/>
                    <a:pt x="134996" y="42605"/>
                  </a:cubicBezTo>
                  <a:cubicBezTo>
                    <a:pt x="156713" y="97850"/>
                    <a:pt x="169286" y="160207"/>
                    <a:pt x="151252" y="218373"/>
                  </a:cubicBezTo>
                  <a:cubicBezTo>
                    <a:pt x="142489" y="249615"/>
                    <a:pt x="132075" y="287715"/>
                    <a:pt x="98039" y="300161"/>
                  </a:cubicBezTo>
                  <a:cubicBezTo>
                    <a:pt x="40127" y="306130"/>
                    <a:pt x="9774" y="242884"/>
                    <a:pt x="4948" y="194116"/>
                  </a:cubicBezTo>
                  <a:cubicBezTo>
                    <a:pt x="-6355" y="129981"/>
                    <a:pt x="-2291" y="43113"/>
                    <a:pt x="60193" y="5902"/>
                  </a:cubicBezTo>
                  <a:moveTo>
                    <a:pt x="47874" y="56194"/>
                  </a:moveTo>
                  <a:cubicBezTo>
                    <a:pt x="16759" y="94802"/>
                    <a:pt x="15362" y="148777"/>
                    <a:pt x="23363" y="195640"/>
                  </a:cubicBezTo>
                  <a:cubicBezTo>
                    <a:pt x="28062" y="219389"/>
                    <a:pt x="39873" y="254187"/>
                    <a:pt x="71115" y="244789"/>
                  </a:cubicBezTo>
                  <a:cubicBezTo>
                    <a:pt x="110993" y="189417"/>
                    <a:pt x="101849" y="112328"/>
                    <a:pt x="71115" y="54797"/>
                  </a:cubicBezTo>
                  <a:cubicBezTo>
                    <a:pt x="65273" y="55178"/>
                    <a:pt x="53716" y="55813"/>
                    <a:pt x="47874" y="56194"/>
                  </a:cubicBezTo>
                  <a:close/>
                </a:path>
              </a:pathLst>
            </a:custGeom>
            <a:solidFill>
              <a:srgbClr val="9B9CD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0" name="任意形状 1059">
              <a:extLst>
                <a:ext uri="{FF2B5EF4-FFF2-40B4-BE49-F238E27FC236}">
                  <a16:creationId xmlns:a16="http://schemas.microsoft.com/office/drawing/2014/main" id="{527D8837-F5DA-7C07-6E39-D00D79DB580F}"/>
                </a:ext>
              </a:extLst>
            </p:cNvPr>
            <p:cNvSpPr/>
            <p:nvPr/>
          </p:nvSpPr>
          <p:spPr>
            <a:xfrm>
              <a:off x="387663" y="923870"/>
              <a:ext cx="454399" cy="261436"/>
            </a:xfrm>
            <a:custGeom>
              <a:avLst/>
              <a:gdLst>
                <a:gd name="connsiteX0" fmla="*/ 768858 w 834342"/>
                <a:gd name="connsiteY0" fmla="*/ 0 h 480035"/>
                <a:gd name="connsiteX1" fmla="*/ 814070 w 834342"/>
                <a:gd name="connsiteY1" fmla="*/ 13208 h 480035"/>
                <a:gd name="connsiteX2" fmla="*/ 775208 w 834342"/>
                <a:gd name="connsiteY2" fmla="*/ 307213 h 480035"/>
                <a:gd name="connsiteX3" fmla="*/ 410845 w 834342"/>
                <a:gd name="connsiteY3" fmla="*/ 479552 h 480035"/>
                <a:gd name="connsiteX4" fmla="*/ 0 w 834342"/>
                <a:gd name="connsiteY4" fmla="*/ 303276 h 480035"/>
                <a:gd name="connsiteX5" fmla="*/ 52324 w 834342"/>
                <a:gd name="connsiteY5" fmla="*/ 256540 h 480035"/>
                <a:gd name="connsiteX6" fmla="*/ 212598 w 834342"/>
                <a:gd name="connsiteY6" fmla="*/ 363728 h 480035"/>
                <a:gd name="connsiteX7" fmla="*/ 271907 w 834342"/>
                <a:gd name="connsiteY7" fmla="*/ 362966 h 480035"/>
                <a:gd name="connsiteX8" fmla="*/ 589280 w 834342"/>
                <a:gd name="connsiteY8" fmla="*/ 408686 h 480035"/>
                <a:gd name="connsiteX9" fmla="*/ 801751 w 834342"/>
                <a:gd name="connsiteY9" fmla="*/ 220472 h 480035"/>
                <a:gd name="connsiteX10" fmla="*/ 768858 w 834342"/>
                <a:gd name="connsiteY10" fmla="*/ 0 h 4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4342" h="480035">
                  <a:moveTo>
                    <a:pt x="768858" y="0"/>
                  </a:moveTo>
                  <a:cubicBezTo>
                    <a:pt x="783844" y="4572"/>
                    <a:pt x="798830" y="9017"/>
                    <a:pt x="814070" y="13208"/>
                  </a:cubicBezTo>
                  <a:cubicBezTo>
                    <a:pt x="853948" y="109347"/>
                    <a:pt x="831850" y="222377"/>
                    <a:pt x="775208" y="307213"/>
                  </a:cubicBezTo>
                  <a:cubicBezTo>
                    <a:pt x="695960" y="424942"/>
                    <a:pt x="550164" y="486156"/>
                    <a:pt x="410845" y="479552"/>
                  </a:cubicBezTo>
                  <a:cubicBezTo>
                    <a:pt x="259207" y="480314"/>
                    <a:pt x="91948" y="432054"/>
                    <a:pt x="0" y="303276"/>
                  </a:cubicBezTo>
                  <a:cubicBezTo>
                    <a:pt x="18288" y="288671"/>
                    <a:pt x="35687" y="273050"/>
                    <a:pt x="52324" y="256540"/>
                  </a:cubicBezTo>
                  <a:cubicBezTo>
                    <a:pt x="104013" y="294513"/>
                    <a:pt x="153543" y="337439"/>
                    <a:pt x="212598" y="363728"/>
                  </a:cubicBezTo>
                  <a:cubicBezTo>
                    <a:pt x="231521" y="372999"/>
                    <a:pt x="252476" y="364871"/>
                    <a:pt x="271907" y="362966"/>
                  </a:cubicBezTo>
                  <a:cubicBezTo>
                    <a:pt x="367284" y="417322"/>
                    <a:pt x="482600" y="431800"/>
                    <a:pt x="589280" y="408686"/>
                  </a:cubicBezTo>
                  <a:cubicBezTo>
                    <a:pt x="685546" y="386461"/>
                    <a:pt x="771525" y="315976"/>
                    <a:pt x="801751" y="220472"/>
                  </a:cubicBezTo>
                  <a:cubicBezTo>
                    <a:pt x="821436" y="147193"/>
                    <a:pt x="818388" y="61214"/>
                    <a:pt x="768858" y="0"/>
                  </a:cubicBezTo>
                  <a:close/>
                </a:path>
              </a:pathLst>
            </a:custGeom>
            <a:solidFill>
              <a:srgbClr val="BEC4F4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1" name="任意形状 1060">
              <a:extLst>
                <a:ext uri="{FF2B5EF4-FFF2-40B4-BE49-F238E27FC236}">
                  <a16:creationId xmlns:a16="http://schemas.microsoft.com/office/drawing/2014/main" id="{F20C7380-C5DA-E4DE-0CE8-2B786A40FD50}"/>
                </a:ext>
              </a:extLst>
            </p:cNvPr>
            <p:cNvSpPr/>
            <p:nvPr/>
          </p:nvSpPr>
          <p:spPr>
            <a:xfrm>
              <a:off x="569031" y="955087"/>
              <a:ext cx="187359" cy="147410"/>
            </a:xfrm>
            <a:custGeom>
              <a:avLst/>
              <a:gdLst>
                <a:gd name="connsiteX0" fmla="*/ 1373 w 344019"/>
                <a:gd name="connsiteY0" fmla="*/ 83653 h 270666"/>
                <a:gd name="connsiteX1" fmla="*/ 63349 w 344019"/>
                <a:gd name="connsiteY1" fmla="*/ 87 h 270666"/>
                <a:gd name="connsiteX2" fmla="*/ 105513 w 344019"/>
                <a:gd name="connsiteY2" fmla="*/ 45807 h 270666"/>
                <a:gd name="connsiteX3" fmla="*/ 175363 w 344019"/>
                <a:gd name="connsiteY3" fmla="*/ 216241 h 270666"/>
                <a:gd name="connsiteX4" fmla="*/ 235561 w 344019"/>
                <a:gd name="connsiteY4" fmla="*/ 85558 h 270666"/>
                <a:gd name="connsiteX5" fmla="*/ 282551 w 344019"/>
                <a:gd name="connsiteY5" fmla="*/ 7326 h 270666"/>
                <a:gd name="connsiteX6" fmla="*/ 344019 w 344019"/>
                <a:gd name="connsiteY6" fmla="*/ 58888 h 270666"/>
                <a:gd name="connsiteX7" fmla="*/ 204065 w 344019"/>
                <a:gd name="connsiteY7" fmla="*/ 260818 h 270666"/>
                <a:gd name="connsiteX8" fmla="*/ 91289 w 344019"/>
                <a:gd name="connsiteY8" fmla="*/ 236307 h 270666"/>
                <a:gd name="connsiteX9" fmla="*/ 1373 w 344019"/>
                <a:gd name="connsiteY9" fmla="*/ 83653 h 270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019" h="270666">
                  <a:moveTo>
                    <a:pt x="1373" y="83653"/>
                  </a:moveTo>
                  <a:cubicBezTo>
                    <a:pt x="5691" y="49363"/>
                    <a:pt x="22582" y="2246"/>
                    <a:pt x="63349" y="87"/>
                  </a:cubicBezTo>
                  <a:cubicBezTo>
                    <a:pt x="88368" y="-1818"/>
                    <a:pt x="96115" y="28154"/>
                    <a:pt x="105513" y="45807"/>
                  </a:cubicBezTo>
                  <a:cubicBezTo>
                    <a:pt x="122023" y="104608"/>
                    <a:pt x="127103" y="172553"/>
                    <a:pt x="175363" y="216241"/>
                  </a:cubicBezTo>
                  <a:cubicBezTo>
                    <a:pt x="200255" y="175093"/>
                    <a:pt x="221972" y="131786"/>
                    <a:pt x="235561" y="85558"/>
                  </a:cubicBezTo>
                  <a:cubicBezTo>
                    <a:pt x="245213" y="56729"/>
                    <a:pt x="257532" y="26249"/>
                    <a:pt x="282551" y="7326"/>
                  </a:cubicBezTo>
                  <a:cubicBezTo>
                    <a:pt x="313031" y="-6771"/>
                    <a:pt x="343130" y="30948"/>
                    <a:pt x="344019" y="58888"/>
                  </a:cubicBezTo>
                  <a:cubicBezTo>
                    <a:pt x="330938" y="142454"/>
                    <a:pt x="275693" y="217257"/>
                    <a:pt x="204065" y="260818"/>
                  </a:cubicBezTo>
                  <a:cubicBezTo>
                    <a:pt x="165965" y="284948"/>
                    <a:pt x="122404" y="260056"/>
                    <a:pt x="91289" y="236307"/>
                  </a:cubicBezTo>
                  <a:cubicBezTo>
                    <a:pt x="42902" y="200874"/>
                    <a:pt x="-9168" y="149566"/>
                    <a:pt x="1373" y="83653"/>
                  </a:cubicBezTo>
                  <a:close/>
                </a:path>
              </a:pathLst>
            </a:custGeom>
            <a:solidFill>
              <a:srgbClr val="4FEEA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2" name="任意形状 1061">
              <a:extLst>
                <a:ext uri="{FF2B5EF4-FFF2-40B4-BE49-F238E27FC236}">
                  <a16:creationId xmlns:a16="http://schemas.microsoft.com/office/drawing/2014/main" id="{D9F72A0A-0DF9-0ED7-D002-39EA6995ED17}"/>
                </a:ext>
              </a:extLst>
            </p:cNvPr>
            <p:cNvSpPr/>
            <p:nvPr/>
          </p:nvSpPr>
          <p:spPr>
            <a:xfrm>
              <a:off x="516590" y="1187741"/>
              <a:ext cx="118621" cy="20423"/>
            </a:xfrm>
            <a:custGeom>
              <a:avLst/>
              <a:gdLst>
                <a:gd name="connsiteX0" fmla="*/ 0 w 217805"/>
                <a:gd name="connsiteY0" fmla="*/ 0 h 37499"/>
                <a:gd name="connsiteX1" fmla="*/ 128143 w 217805"/>
                <a:gd name="connsiteY1" fmla="*/ 17653 h 37499"/>
                <a:gd name="connsiteX2" fmla="*/ 217805 w 217805"/>
                <a:gd name="connsiteY2" fmla="*/ 33655 h 37499"/>
                <a:gd name="connsiteX3" fmla="*/ 0 w 217805"/>
                <a:gd name="connsiteY3" fmla="*/ 0 h 3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05" h="37499">
                  <a:moveTo>
                    <a:pt x="0" y="0"/>
                  </a:moveTo>
                  <a:cubicBezTo>
                    <a:pt x="42926" y="5080"/>
                    <a:pt x="85090" y="14732"/>
                    <a:pt x="128143" y="17653"/>
                  </a:cubicBezTo>
                  <a:cubicBezTo>
                    <a:pt x="158496" y="19939"/>
                    <a:pt x="190373" y="18415"/>
                    <a:pt x="217805" y="33655"/>
                  </a:cubicBezTo>
                  <a:cubicBezTo>
                    <a:pt x="145542" y="41275"/>
                    <a:pt x="62992" y="41021"/>
                    <a:pt x="0" y="0"/>
                  </a:cubicBezTo>
                  <a:close/>
                </a:path>
              </a:pathLst>
            </a:custGeom>
            <a:solidFill>
              <a:srgbClr val="15203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3" name="任意形状 1062">
              <a:extLst>
                <a:ext uri="{FF2B5EF4-FFF2-40B4-BE49-F238E27FC236}">
                  <a16:creationId xmlns:a16="http://schemas.microsoft.com/office/drawing/2014/main" id="{F46E3C7B-C0F6-53E4-547C-18F877F73619}"/>
                </a:ext>
              </a:extLst>
            </p:cNvPr>
            <p:cNvSpPr/>
            <p:nvPr/>
          </p:nvSpPr>
          <p:spPr>
            <a:xfrm>
              <a:off x="433452" y="1198149"/>
              <a:ext cx="321556" cy="307650"/>
            </a:xfrm>
            <a:custGeom>
              <a:avLst/>
              <a:gdLst>
                <a:gd name="connsiteX0" fmla="*/ 48768 w 590423"/>
                <a:gd name="connsiteY0" fmla="*/ 8321 h 564890"/>
                <a:gd name="connsiteX1" fmla="*/ 136525 w 590423"/>
                <a:gd name="connsiteY1" fmla="*/ 6162 h 564890"/>
                <a:gd name="connsiteX2" fmla="*/ 458851 w 590423"/>
                <a:gd name="connsiteY2" fmla="*/ 7813 h 564890"/>
                <a:gd name="connsiteX3" fmla="*/ 531749 w 590423"/>
                <a:gd name="connsiteY3" fmla="*/ 80584 h 564890"/>
                <a:gd name="connsiteX4" fmla="*/ 590423 w 590423"/>
                <a:gd name="connsiteY4" fmla="*/ 486222 h 564890"/>
                <a:gd name="connsiteX5" fmla="*/ 411988 w 590423"/>
                <a:gd name="connsiteY5" fmla="*/ 559247 h 564890"/>
                <a:gd name="connsiteX6" fmla="*/ 155448 w 590423"/>
                <a:gd name="connsiteY6" fmla="*/ 558993 h 564890"/>
                <a:gd name="connsiteX7" fmla="*/ 21209 w 590423"/>
                <a:gd name="connsiteY7" fmla="*/ 512892 h 564890"/>
                <a:gd name="connsiteX8" fmla="*/ 0 w 590423"/>
                <a:gd name="connsiteY8" fmla="*/ 524576 h 564890"/>
                <a:gd name="connsiteX9" fmla="*/ 34417 w 590423"/>
                <a:gd name="connsiteY9" fmla="*/ 299278 h 564890"/>
                <a:gd name="connsiteX10" fmla="*/ 119253 w 590423"/>
                <a:gd name="connsiteY10" fmla="*/ 220157 h 564890"/>
                <a:gd name="connsiteX11" fmla="*/ 48768 w 590423"/>
                <a:gd name="connsiteY11" fmla="*/ 8321 h 564890"/>
                <a:gd name="connsiteX12" fmla="*/ 332613 w 590423"/>
                <a:gd name="connsiteY12" fmla="*/ 91379 h 564890"/>
                <a:gd name="connsiteX13" fmla="*/ 322834 w 590423"/>
                <a:gd name="connsiteY13" fmla="*/ 252542 h 564890"/>
                <a:gd name="connsiteX14" fmla="*/ 451485 w 590423"/>
                <a:gd name="connsiteY14" fmla="*/ 171897 h 564890"/>
                <a:gd name="connsiteX15" fmla="*/ 332613 w 590423"/>
                <a:gd name="connsiteY15" fmla="*/ 91379 h 56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0423" h="564890">
                  <a:moveTo>
                    <a:pt x="48768" y="8321"/>
                  </a:moveTo>
                  <a:cubicBezTo>
                    <a:pt x="77724" y="4511"/>
                    <a:pt x="108204" y="-7046"/>
                    <a:pt x="136525" y="6162"/>
                  </a:cubicBezTo>
                  <a:cubicBezTo>
                    <a:pt x="238379" y="43881"/>
                    <a:pt x="359664" y="62550"/>
                    <a:pt x="458851" y="7813"/>
                  </a:cubicBezTo>
                  <a:cubicBezTo>
                    <a:pt x="489585" y="24323"/>
                    <a:pt x="522732" y="44008"/>
                    <a:pt x="531749" y="80584"/>
                  </a:cubicBezTo>
                  <a:cubicBezTo>
                    <a:pt x="566547" y="213172"/>
                    <a:pt x="579120" y="349951"/>
                    <a:pt x="590423" y="486222"/>
                  </a:cubicBezTo>
                  <a:cubicBezTo>
                    <a:pt x="535051" y="519496"/>
                    <a:pt x="474599" y="543753"/>
                    <a:pt x="411988" y="559247"/>
                  </a:cubicBezTo>
                  <a:cubicBezTo>
                    <a:pt x="327152" y="566105"/>
                    <a:pt x="240030" y="567502"/>
                    <a:pt x="155448" y="558993"/>
                  </a:cubicBezTo>
                  <a:cubicBezTo>
                    <a:pt x="109982" y="545785"/>
                    <a:pt x="65659" y="528894"/>
                    <a:pt x="21209" y="512892"/>
                  </a:cubicBezTo>
                  <a:cubicBezTo>
                    <a:pt x="15875" y="515813"/>
                    <a:pt x="5334" y="521655"/>
                    <a:pt x="0" y="524576"/>
                  </a:cubicBezTo>
                  <a:cubicBezTo>
                    <a:pt x="5588" y="448630"/>
                    <a:pt x="23114" y="374462"/>
                    <a:pt x="34417" y="299278"/>
                  </a:cubicBezTo>
                  <a:cubicBezTo>
                    <a:pt x="70104" y="282768"/>
                    <a:pt x="109728" y="262067"/>
                    <a:pt x="119253" y="220157"/>
                  </a:cubicBezTo>
                  <a:cubicBezTo>
                    <a:pt x="142113" y="142560"/>
                    <a:pt x="91567" y="68773"/>
                    <a:pt x="48768" y="8321"/>
                  </a:cubicBezTo>
                  <a:moveTo>
                    <a:pt x="332613" y="91379"/>
                  </a:moveTo>
                  <a:cubicBezTo>
                    <a:pt x="265303" y="114874"/>
                    <a:pt x="263017" y="218252"/>
                    <a:pt x="322834" y="252542"/>
                  </a:cubicBezTo>
                  <a:cubicBezTo>
                    <a:pt x="377063" y="292547"/>
                    <a:pt x="461391" y="237429"/>
                    <a:pt x="451485" y="171897"/>
                  </a:cubicBezTo>
                  <a:cubicBezTo>
                    <a:pt x="455803" y="110683"/>
                    <a:pt x="387223" y="70043"/>
                    <a:pt x="332613" y="91379"/>
                  </a:cubicBezTo>
                  <a:close/>
                </a:path>
              </a:pathLst>
            </a:custGeom>
            <a:solidFill>
              <a:srgbClr val="EFEEFB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4" name="任意形状 1063">
              <a:extLst>
                <a:ext uri="{FF2B5EF4-FFF2-40B4-BE49-F238E27FC236}">
                  <a16:creationId xmlns:a16="http://schemas.microsoft.com/office/drawing/2014/main" id="{C9883D50-B7CD-6B9C-4192-D4148E308785}"/>
                </a:ext>
              </a:extLst>
            </p:cNvPr>
            <p:cNvSpPr/>
            <p:nvPr/>
          </p:nvSpPr>
          <p:spPr>
            <a:xfrm>
              <a:off x="433798" y="1215270"/>
              <a:ext cx="52114" cy="129549"/>
            </a:xfrm>
            <a:custGeom>
              <a:avLst/>
              <a:gdLst>
                <a:gd name="connsiteX0" fmla="*/ 14605 w 95689"/>
                <a:gd name="connsiteY0" fmla="*/ 0 h 237870"/>
                <a:gd name="connsiteX1" fmla="*/ 95377 w 95689"/>
                <a:gd name="connsiteY1" fmla="*/ 166370 h 237870"/>
                <a:gd name="connsiteX2" fmla="*/ 43942 w 95689"/>
                <a:gd name="connsiteY2" fmla="*/ 237871 h 237870"/>
                <a:gd name="connsiteX3" fmla="*/ 56388 w 95689"/>
                <a:gd name="connsiteY3" fmla="*/ 80010 h 237870"/>
                <a:gd name="connsiteX4" fmla="*/ 0 w 95689"/>
                <a:gd name="connsiteY4" fmla="*/ 29591 h 237870"/>
                <a:gd name="connsiteX5" fmla="*/ 14605 w 95689"/>
                <a:gd name="connsiteY5" fmla="*/ 0 h 237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689" h="237870">
                  <a:moveTo>
                    <a:pt x="14605" y="0"/>
                  </a:moveTo>
                  <a:cubicBezTo>
                    <a:pt x="76073" y="25146"/>
                    <a:pt x="98679" y="104902"/>
                    <a:pt x="95377" y="166370"/>
                  </a:cubicBezTo>
                  <a:cubicBezTo>
                    <a:pt x="97663" y="200406"/>
                    <a:pt x="71628" y="223774"/>
                    <a:pt x="43942" y="237871"/>
                  </a:cubicBezTo>
                  <a:cubicBezTo>
                    <a:pt x="52070" y="186182"/>
                    <a:pt x="76454" y="131826"/>
                    <a:pt x="56388" y="80010"/>
                  </a:cubicBezTo>
                  <a:cubicBezTo>
                    <a:pt x="47371" y="54229"/>
                    <a:pt x="22733" y="41148"/>
                    <a:pt x="0" y="29591"/>
                  </a:cubicBezTo>
                  <a:cubicBezTo>
                    <a:pt x="4826" y="19685"/>
                    <a:pt x="9779" y="9779"/>
                    <a:pt x="14605" y="0"/>
                  </a:cubicBezTo>
                  <a:close/>
                </a:path>
              </a:pathLst>
            </a:custGeom>
            <a:solidFill>
              <a:srgbClr val="2A406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5" name="任意形状 1064">
              <a:extLst>
                <a:ext uri="{FF2B5EF4-FFF2-40B4-BE49-F238E27FC236}">
                  <a16:creationId xmlns:a16="http://schemas.microsoft.com/office/drawing/2014/main" id="{CD9A7A18-3EAD-9825-AFDB-1BD7677B02F7}"/>
                </a:ext>
              </a:extLst>
            </p:cNvPr>
            <p:cNvSpPr/>
            <p:nvPr/>
          </p:nvSpPr>
          <p:spPr>
            <a:xfrm>
              <a:off x="875047" y="1233976"/>
              <a:ext cx="213482" cy="189063"/>
            </a:xfrm>
            <a:custGeom>
              <a:avLst/>
              <a:gdLst>
                <a:gd name="connsiteX0" fmla="*/ 55179 w 391983"/>
                <a:gd name="connsiteY0" fmla="*/ 84778 h 347148"/>
                <a:gd name="connsiteX1" fmla="*/ 202753 w 391983"/>
                <a:gd name="connsiteY1" fmla="*/ 2862 h 347148"/>
                <a:gd name="connsiteX2" fmla="*/ 241869 w 391983"/>
                <a:gd name="connsiteY2" fmla="*/ 41851 h 347148"/>
                <a:gd name="connsiteX3" fmla="*/ 136078 w 391983"/>
                <a:gd name="connsiteY3" fmla="*/ 118306 h 347148"/>
                <a:gd name="connsiteX4" fmla="*/ 391983 w 391983"/>
                <a:gd name="connsiteY4" fmla="*/ 210253 h 347148"/>
                <a:gd name="connsiteX5" fmla="*/ 390078 w 391983"/>
                <a:gd name="connsiteY5" fmla="*/ 230065 h 347148"/>
                <a:gd name="connsiteX6" fmla="*/ 197038 w 391983"/>
                <a:gd name="connsiteY6" fmla="*/ 202379 h 347148"/>
                <a:gd name="connsiteX7" fmla="*/ 303972 w 391983"/>
                <a:gd name="connsiteY7" fmla="*/ 247337 h 347148"/>
                <a:gd name="connsiteX8" fmla="*/ 346390 w 391983"/>
                <a:gd name="connsiteY8" fmla="*/ 299915 h 347148"/>
                <a:gd name="connsiteX9" fmla="*/ 159446 w 391983"/>
                <a:gd name="connsiteY9" fmla="*/ 256609 h 347148"/>
                <a:gd name="connsiteX10" fmla="*/ 258125 w 391983"/>
                <a:gd name="connsiteY10" fmla="*/ 316171 h 347148"/>
                <a:gd name="connsiteX11" fmla="*/ 275778 w 391983"/>
                <a:gd name="connsiteY11" fmla="*/ 344873 h 347148"/>
                <a:gd name="connsiteX12" fmla="*/ 162240 w 391983"/>
                <a:gd name="connsiteY12" fmla="*/ 333443 h 347148"/>
                <a:gd name="connsiteX13" fmla="*/ 31684 w 391983"/>
                <a:gd name="connsiteY13" fmla="*/ 277817 h 347148"/>
                <a:gd name="connsiteX14" fmla="*/ 55179 w 391983"/>
                <a:gd name="connsiteY14" fmla="*/ 84778 h 34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1983" h="347148">
                  <a:moveTo>
                    <a:pt x="55179" y="84778"/>
                  </a:moveTo>
                  <a:cubicBezTo>
                    <a:pt x="101026" y="52011"/>
                    <a:pt x="150429" y="23563"/>
                    <a:pt x="202753" y="2862"/>
                  </a:cubicBezTo>
                  <a:cubicBezTo>
                    <a:pt x="225994" y="-9076"/>
                    <a:pt x="257998" y="18737"/>
                    <a:pt x="241869" y="41851"/>
                  </a:cubicBezTo>
                  <a:cubicBezTo>
                    <a:pt x="215834" y="78173"/>
                    <a:pt x="168209" y="88333"/>
                    <a:pt x="136078" y="118306"/>
                  </a:cubicBezTo>
                  <a:cubicBezTo>
                    <a:pt x="216088" y="162882"/>
                    <a:pt x="325943" y="138371"/>
                    <a:pt x="391983" y="210253"/>
                  </a:cubicBezTo>
                  <a:cubicBezTo>
                    <a:pt x="391475" y="215206"/>
                    <a:pt x="390586" y="225112"/>
                    <a:pt x="390078" y="230065"/>
                  </a:cubicBezTo>
                  <a:cubicBezTo>
                    <a:pt x="324292" y="234510"/>
                    <a:pt x="262316" y="205809"/>
                    <a:pt x="197038" y="202379"/>
                  </a:cubicBezTo>
                  <a:cubicBezTo>
                    <a:pt x="211389" y="246956"/>
                    <a:pt x="268412" y="232859"/>
                    <a:pt x="303972" y="247337"/>
                  </a:cubicBezTo>
                  <a:cubicBezTo>
                    <a:pt x="331150" y="249242"/>
                    <a:pt x="335595" y="280738"/>
                    <a:pt x="346390" y="299915"/>
                  </a:cubicBezTo>
                  <a:cubicBezTo>
                    <a:pt x="279080" y="311091"/>
                    <a:pt x="222819" y="268292"/>
                    <a:pt x="159446" y="256609"/>
                  </a:cubicBezTo>
                  <a:cubicBezTo>
                    <a:pt x="173543" y="298899"/>
                    <a:pt x="224089" y="298772"/>
                    <a:pt x="258125" y="316171"/>
                  </a:cubicBezTo>
                  <a:cubicBezTo>
                    <a:pt x="273873" y="319219"/>
                    <a:pt x="279715" y="328871"/>
                    <a:pt x="275778" y="344873"/>
                  </a:cubicBezTo>
                  <a:cubicBezTo>
                    <a:pt x="237551" y="352239"/>
                    <a:pt x="199578" y="339920"/>
                    <a:pt x="162240" y="333443"/>
                  </a:cubicBezTo>
                  <a:cubicBezTo>
                    <a:pt x="115885" y="323918"/>
                    <a:pt x="65085" y="314393"/>
                    <a:pt x="31684" y="277817"/>
                  </a:cubicBezTo>
                  <a:cubicBezTo>
                    <a:pt x="-20132" y="223334"/>
                    <a:pt x="-5654" y="126560"/>
                    <a:pt x="55179" y="84778"/>
                  </a:cubicBezTo>
                  <a:close/>
                </a:path>
              </a:pathLst>
            </a:custGeom>
            <a:solidFill>
              <a:srgbClr val="344B7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6" name="任意形状 1065">
              <a:extLst>
                <a:ext uri="{FF2B5EF4-FFF2-40B4-BE49-F238E27FC236}">
                  <a16:creationId xmlns:a16="http://schemas.microsoft.com/office/drawing/2014/main" id="{86B7E7BA-648D-9CC1-810B-AC6A6479A3BC}"/>
                </a:ext>
              </a:extLst>
            </p:cNvPr>
            <p:cNvSpPr/>
            <p:nvPr/>
          </p:nvSpPr>
          <p:spPr>
            <a:xfrm>
              <a:off x="286334" y="1250361"/>
              <a:ext cx="167986" cy="255685"/>
            </a:xfrm>
            <a:custGeom>
              <a:avLst/>
              <a:gdLst>
                <a:gd name="connsiteX0" fmla="*/ 211328 w 308446"/>
                <a:gd name="connsiteY0" fmla="*/ 32469 h 469475"/>
                <a:gd name="connsiteX1" fmla="*/ 287401 w 308446"/>
                <a:gd name="connsiteY1" fmla="*/ 6307 h 469475"/>
                <a:gd name="connsiteX2" fmla="*/ 305181 w 308446"/>
                <a:gd name="connsiteY2" fmla="*/ 90127 h 469475"/>
                <a:gd name="connsiteX3" fmla="*/ 240792 w 308446"/>
                <a:gd name="connsiteY3" fmla="*/ 469476 h 469475"/>
                <a:gd name="connsiteX4" fmla="*/ 0 w 308446"/>
                <a:gd name="connsiteY4" fmla="*/ 463634 h 469475"/>
                <a:gd name="connsiteX5" fmla="*/ 211328 w 308446"/>
                <a:gd name="connsiteY5" fmla="*/ 32469 h 46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8446" h="469475">
                  <a:moveTo>
                    <a:pt x="211328" y="32469"/>
                  </a:moveTo>
                  <a:cubicBezTo>
                    <a:pt x="229616" y="11133"/>
                    <a:pt x="258953" y="-11219"/>
                    <a:pt x="287401" y="6307"/>
                  </a:cubicBezTo>
                  <a:cubicBezTo>
                    <a:pt x="311404" y="27008"/>
                    <a:pt x="310896" y="61679"/>
                    <a:pt x="305181" y="90127"/>
                  </a:cubicBezTo>
                  <a:cubicBezTo>
                    <a:pt x="277622" y="215349"/>
                    <a:pt x="248793" y="341079"/>
                    <a:pt x="240792" y="469476"/>
                  </a:cubicBezTo>
                  <a:cubicBezTo>
                    <a:pt x="160655" y="462872"/>
                    <a:pt x="80137" y="469730"/>
                    <a:pt x="0" y="463634"/>
                  </a:cubicBezTo>
                  <a:cubicBezTo>
                    <a:pt x="42672" y="309075"/>
                    <a:pt x="100584" y="151849"/>
                    <a:pt x="211328" y="32469"/>
                  </a:cubicBezTo>
                  <a:close/>
                </a:path>
              </a:pathLst>
            </a:custGeom>
            <a:solidFill>
              <a:srgbClr val="EFEEF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7" name="任意形状 1066">
              <a:extLst>
                <a:ext uri="{FF2B5EF4-FFF2-40B4-BE49-F238E27FC236}">
                  <a16:creationId xmlns:a16="http://schemas.microsoft.com/office/drawing/2014/main" id="{612DEB1D-F01C-D76A-A596-12A6CCE74251}"/>
                </a:ext>
              </a:extLst>
            </p:cNvPr>
            <p:cNvSpPr/>
            <p:nvPr/>
          </p:nvSpPr>
          <p:spPr>
            <a:xfrm>
              <a:off x="599847" y="1258913"/>
              <a:ext cx="65612" cy="69973"/>
            </a:xfrm>
            <a:custGeom>
              <a:avLst/>
              <a:gdLst>
                <a:gd name="connsiteX0" fmla="*/ 39406 w 120473"/>
                <a:gd name="connsiteY0" fmla="*/ 3557 h 128481"/>
                <a:gd name="connsiteX1" fmla="*/ 119797 w 120473"/>
                <a:gd name="connsiteY1" fmla="*/ 60580 h 128481"/>
                <a:gd name="connsiteX2" fmla="*/ 27595 w 120473"/>
                <a:gd name="connsiteY2" fmla="*/ 116841 h 128481"/>
                <a:gd name="connsiteX3" fmla="*/ 39406 w 120473"/>
                <a:gd name="connsiteY3" fmla="*/ 3557 h 12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473" h="128481">
                  <a:moveTo>
                    <a:pt x="39406" y="3557"/>
                  </a:moveTo>
                  <a:cubicBezTo>
                    <a:pt x="76617" y="-10667"/>
                    <a:pt x="122718" y="19686"/>
                    <a:pt x="119797" y="60580"/>
                  </a:cubicBezTo>
                  <a:cubicBezTo>
                    <a:pt x="127544" y="108713"/>
                    <a:pt x="66965" y="149226"/>
                    <a:pt x="27595" y="116841"/>
                  </a:cubicBezTo>
                  <a:cubicBezTo>
                    <a:pt x="-13934" y="91441"/>
                    <a:pt x="-7457" y="19178"/>
                    <a:pt x="39406" y="3557"/>
                  </a:cubicBezTo>
                  <a:close/>
                </a:path>
              </a:pathLst>
            </a:custGeom>
            <a:solidFill>
              <a:srgbClr val="4FEEA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8" name="任意形状 1067">
              <a:extLst>
                <a:ext uri="{FF2B5EF4-FFF2-40B4-BE49-F238E27FC236}">
                  <a16:creationId xmlns:a16="http://schemas.microsoft.com/office/drawing/2014/main" id="{477A3CA9-B0D7-3024-8BB6-0B788C99B7C0}"/>
                </a:ext>
              </a:extLst>
            </p:cNvPr>
            <p:cNvSpPr/>
            <p:nvPr/>
          </p:nvSpPr>
          <p:spPr>
            <a:xfrm>
              <a:off x="743180" y="1262096"/>
              <a:ext cx="180594" cy="206662"/>
            </a:xfrm>
            <a:custGeom>
              <a:avLst/>
              <a:gdLst>
                <a:gd name="connsiteX0" fmla="*/ 0 w 331597"/>
                <a:gd name="connsiteY0" fmla="*/ 0 h 379462"/>
                <a:gd name="connsiteX1" fmla="*/ 117602 w 331597"/>
                <a:gd name="connsiteY1" fmla="*/ 185293 h 379462"/>
                <a:gd name="connsiteX2" fmla="*/ 88138 w 331597"/>
                <a:gd name="connsiteY2" fmla="*/ 306070 h 379462"/>
                <a:gd name="connsiteX3" fmla="*/ 116459 w 331597"/>
                <a:gd name="connsiteY3" fmla="*/ 256667 h 379462"/>
                <a:gd name="connsiteX4" fmla="*/ 216281 w 331597"/>
                <a:gd name="connsiteY4" fmla="*/ 118745 h 379462"/>
                <a:gd name="connsiteX5" fmla="*/ 331597 w 331597"/>
                <a:gd name="connsiteY5" fmla="*/ 292862 h 379462"/>
                <a:gd name="connsiteX6" fmla="*/ 48641 w 331597"/>
                <a:gd name="connsiteY6" fmla="*/ 359283 h 379462"/>
                <a:gd name="connsiteX7" fmla="*/ 21209 w 331597"/>
                <a:gd name="connsiteY7" fmla="*/ 119380 h 379462"/>
                <a:gd name="connsiteX8" fmla="*/ 0 w 331597"/>
                <a:gd name="connsiteY8" fmla="*/ 0 h 37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597" h="379462">
                  <a:moveTo>
                    <a:pt x="0" y="0"/>
                  </a:moveTo>
                  <a:cubicBezTo>
                    <a:pt x="42418" y="59690"/>
                    <a:pt x="81915" y="121412"/>
                    <a:pt x="117602" y="185293"/>
                  </a:cubicBezTo>
                  <a:cubicBezTo>
                    <a:pt x="111760" y="225425"/>
                    <a:pt x="69596" y="261874"/>
                    <a:pt x="88138" y="306070"/>
                  </a:cubicBezTo>
                  <a:cubicBezTo>
                    <a:pt x="101854" y="292227"/>
                    <a:pt x="111760" y="275590"/>
                    <a:pt x="116459" y="256667"/>
                  </a:cubicBezTo>
                  <a:cubicBezTo>
                    <a:pt x="134366" y="201549"/>
                    <a:pt x="178562" y="160909"/>
                    <a:pt x="216281" y="118745"/>
                  </a:cubicBezTo>
                  <a:cubicBezTo>
                    <a:pt x="205867" y="196977"/>
                    <a:pt x="257175" y="270637"/>
                    <a:pt x="331597" y="292862"/>
                  </a:cubicBezTo>
                  <a:cubicBezTo>
                    <a:pt x="258572" y="364363"/>
                    <a:pt x="146050" y="406908"/>
                    <a:pt x="48641" y="359283"/>
                  </a:cubicBezTo>
                  <a:cubicBezTo>
                    <a:pt x="33655" y="280035"/>
                    <a:pt x="37592" y="198374"/>
                    <a:pt x="21209" y="119380"/>
                  </a:cubicBezTo>
                  <a:cubicBezTo>
                    <a:pt x="12446" y="79883"/>
                    <a:pt x="5842" y="40005"/>
                    <a:pt x="0" y="0"/>
                  </a:cubicBezTo>
                  <a:close/>
                </a:path>
              </a:pathLst>
            </a:custGeom>
            <a:solidFill>
              <a:srgbClr val="EEEDFB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9" name="任意形状 1068">
              <a:extLst>
                <a:ext uri="{FF2B5EF4-FFF2-40B4-BE49-F238E27FC236}">
                  <a16:creationId xmlns:a16="http://schemas.microsoft.com/office/drawing/2014/main" id="{0B299F97-CE76-CF11-7EEB-A5B6FEB58676}"/>
                </a:ext>
              </a:extLst>
            </p:cNvPr>
            <p:cNvSpPr/>
            <p:nvPr/>
          </p:nvSpPr>
          <p:spPr>
            <a:xfrm>
              <a:off x="657828" y="1462955"/>
              <a:ext cx="100361" cy="41191"/>
            </a:xfrm>
            <a:custGeom>
              <a:avLst/>
              <a:gdLst>
                <a:gd name="connsiteX0" fmla="*/ 0 w 184277"/>
                <a:gd name="connsiteY0" fmla="*/ 73025 h 75632"/>
                <a:gd name="connsiteX1" fmla="*/ 178435 w 184277"/>
                <a:gd name="connsiteY1" fmla="*/ 0 h 75632"/>
                <a:gd name="connsiteX2" fmla="*/ 184277 w 184277"/>
                <a:gd name="connsiteY2" fmla="*/ 74422 h 75632"/>
                <a:gd name="connsiteX3" fmla="*/ 0 w 184277"/>
                <a:gd name="connsiteY3" fmla="*/ 73025 h 7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277" h="75632">
                  <a:moveTo>
                    <a:pt x="0" y="73025"/>
                  </a:moveTo>
                  <a:cubicBezTo>
                    <a:pt x="62611" y="57531"/>
                    <a:pt x="123063" y="33274"/>
                    <a:pt x="178435" y="0"/>
                  </a:cubicBezTo>
                  <a:cubicBezTo>
                    <a:pt x="180594" y="24765"/>
                    <a:pt x="181991" y="49530"/>
                    <a:pt x="184277" y="74422"/>
                  </a:cubicBezTo>
                  <a:cubicBezTo>
                    <a:pt x="122809" y="76327"/>
                    <a:pt x="61341" y="76073"/>
                    <a:pt x="0" y="73025"/>
                  </a:cubicBezTo>
                  <a:close/>
                </a:path>
              </a:pathLst>
            </a:custGeom>
            <a:solidFill>
              <a:srgbClr val="C3C9F8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0" name="任意形状 1069">
              <a:extLst>
                <a:ext uri="{FF2B5EF4-FFF2-40B4-BE49-F238E27FC236}">
                  <a16:creationId xmlns:a16="http://schemas.microsoft.com/office/drawing/2014/main" id="{73A62D41-AF4C-6093-F7CC-77AA09E20C6B}"/>
                </a:ext>
              </a:extLst>
            </p:cNvPr>
            <p:cNvSpPr/>
            <p:nvPr/>
          </p:nvSpPr>
          <p:spPr>
            <a:xfrm>
              <a:off x="430546" y="1477480"/>
              <a:ext cx="87564" cy="26701"/>
            </a:xfrm>
            <a:custGeom>
              <a:avLst/>
              <a:gdLst>
                <a:gd name="connsiteX0" fmla="*/ 5334 w 160781"/>
                <a:gd name="connsiteY0" fmla="*/ 11684 h 49027"/>
                <a:gd name="connsiteX1" fmla="*/ 26543 w 160781"/>
                <a:gd name="connsiteY1" fmla="*/ 0 h 49027"/>
                <a:gd name="connsiteX2" fmla="*/ 160782 w 160781"/>
                <a:gd name="connsiteY2" fmla="*/ 46101 h 49027"/>
                <a:gd name="connsiteX3" fmla="*/ 0 w 160781"/>
                <a:gd name="connsiteY3" fmla="*/ 47752 h 49027"/>
                <a:gd name="connsiteX4" fmla="*/ 5334 w 160781"/>
                <a:gd name="connsiteY4" fmla="*/ 11684 h 4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81" h="49027">
                  <a:moveTo>
                    <a:pt x="5334" y="11684"/>
                  </a:moveTo>
                  <a:cubicBezTo>
                    <a:pt x="10668" y="8763"/>
                    <a:pt x="21209" y="2921"/>
                    <a:pt x="26543" y="0"/>
                  </a:cubicBezTo>
                  <a:cubicBezTo>
                    <a:pt x="70993" y="16002"/>
                    <a:pt x="115316" y="32893"/>
                    <a:pt x="160782" y="46101"/>
                  </a:cubicBezTo>
                  <a:cubicBezTo>
                    <a:pt x="107188" y="48895"/>
                    <a:pt x="53594" y="50165"/>
                    <a:pt x="0" y="47752"/>
                  </a:cubicBezTo>
                  <a:cubicBezTo>
                    <a:pt x="1397" y="38735"/>
                    <a:pt x="4064" y="20701"/>
                    <a:pt x="5334" y="11684"/>
                  </a:cubicBezTo>
                  <a:close/>
                </a:path>
              </a:pathLst>
            </a:custGeom>
            <a:solidFill>
              <a:srgbClr val="C1C8F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1094" name="图片 1093">
            <a:extLst>
              <a:ext uri="{FF2B5EF4-FFF2-40B4-BE49-F238E27FC236}">
                <a16:creationId xmlns:a16="http://schemas.microsoft.com/office/drawing/2014/main" id="{7E60921C-6976-14AD-B98E-3B51FAA0C4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7820" y="4337949"/>
            <a:ext cx="1219200" cy="1104900"/>
          </a:xfrm>
          <a:prstGeom prst="rect">
            <a:avLst/>
          </a:prstGeom>
        </p:spPr>
      </p:pic>
      <p:pic>
        <p:nvPicPr>
          <p:cNvPr id="1107" name="Picture 12">
            <a:extLst>
              <a:ext uri="{FF2B5EF4-FFF2-40B4-BE49-F238E27FC236}">
                <a16:creationId xmlns:a16="http://schemas.microsoft.com/office/drawing/2014/main" id="{439CDA2C-4F74-494C-02F0-A298997BC2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5" t="6228" r="24219"/>
          <a:stretch/>
        </p:blipFill>
        <p:spPr bwMode="auto">
          <a:xfrm>
            <a:off x="4598488" y="423237"/>
            <a:ext cx="729105" cy="89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0" name="图片 1109">
            <a:extLst>
              <a:ext uri="{FF2B5EF4-FFF2-40B4-BE49-F238E27FC236}">
                <a16:creationId xmlns:a16="http://schemas.microsoft.com/office/drawing/2014/main" id="{6C741099-1FBC-7BDA-0573-60D72903B8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57609" y="1066750"/>
            <a:ext cx="637176" cy="637176"/>
          </a:xfrm>
          <a:prstGeom prst="rect">
            <a:avLst/>
          </a:prstGeom>
        </p:spPr>
      </p:pic>
      <p:pic>
        <p:nvPicPr>
          <p:cNvPr id="1111" name="图片 1110">
            <a:extLst>
              <a:ext uri="{FF2B5EF4-FFF2-40B4-BE49-F238E27FC236}">
                <a16:creationId xmlns:a16="http://schemas.microsoft.com/office/drawing/2014/main" id="{B32B067C-17C5-C9AE-5DE3-E5B02D1A1D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0181" y="1033664"/>
            <a:ext cx="689167" cy="689167"/>
          </a:xfrm>
          <a:prstGeom prst="rect">
            <a:avLst/>
          </a:prstGeom>
        </p:spPr>
      </p:pic>
      <p:sp>
        <p:nvSpPr>
          <p:cNvPr id="1112" name="圆角矩形 1111">
            <a:extLst>
              <a:ext uri="{FF2B5EF4-FFF2-40B4-BE49-F238E27FC236}">
                <a16:creationId xmlns:a16="http://schemas.microsoft.com/office/drawing/2014/main" id="{95CD91BA-7E2D-FCAF-32D1-5454D5D4F4B5}"/>
              </a:ext>
            </a:extLst>
          </p:cNvPr>
          <p:cNvSpPr/>
          <p:nvPr/>
        </p:nvSpPr>
        <p:spPr>
          <a:xfrm>
            <a:off x="6027270" y="278843"/>
            <a:ext cx="894359" cy="1216106"/>
          </a:xfrm>
          <a:prstGeom prst="roundRect">
            <a:avLst>
              <a:gd name="adj" fmla="val 555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13" name="图片 1112">
            <a:extLst>
              <a:ext uri="{FF2B5EF4-FFF2-40B4-BE49-F238E27FC236}">
                <a16:creationId xmlns:a16="http://schemas.microsoft.com/office/drawing/2014/main" id="{2447339C-19AC-72B8-F081-4D9A96DA8EF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05436" y="388903"/>
            <a:ext cx="637176" cy="637176"/>
          </a:xfrm>
          <a:prstGeom prst="rect">
            <a:avLst/>
          </a:prstGeom>
        </p:spPr>
      </p:pic>
      <p:sp>
        <p:nvSpPr>
          <p:cNvPr id="1115" name="文本框 1114">
            <a:extLst>
              <a:ext uri="{FF2B5EF4-FFF2-40B4-BE49-F238E27FC236}">
                <a16:creationId xmlns:a16="http://schemas.microsoft.com/office/drawing/2014/main" id="{EAB47AB7-D210-44BC-C37E-F2444759F5F0}"/>
              </a:ext>
            </a:extLst>
          </p:cNvPr>
          <p:cNvSpPr txBox="1"/>
          <p:nvPr/>
        </p:nvSpPr>
        <p:spPr>
          <a:xfrm>
            <a:off x="6144948" y="1065057"/>
            <a:ext cx="683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STIX Two Text" pitchFamily="2" charset="0"/>
              </a:rPr>
              <a:t>Paper</a:t>
            </a:r>
            <a:endParaRPr kumimoji="1" lang="zh-CN" altLang="en-US" sz="1600" dirty="0">
              <a:latin typeface="STIX Two Text" pitchFamily="2" charset="0"/>
            </a:endParaRPr>
          </a:p>
        </p:txBody>
      </p:sp>
      <p:pic>
        <p:nvPicPr>
          <p:cNvPr id="1116" name="图片 1115">
            <a:extLst>
              <a:ext uri="{FF2B5EF4-FFF2-40B4-BE49-F238E27FC236}">
                <a16:creationId xmlns:a16="http://schemas.microsoft.com/office/drawing/2014/main" id="{5CF6701C-E86F-E376-B7B7-0DE71A63244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76235" y="236336"/>
            <a:ext cx="689167" cy="689167"/>
          </a:xfrm>
          <a:prstGeom prst="rect">
            <a:avLst/>
          </a:prstGeom>
        </p:spPr>
      </p:pic>
      <p:pic>
        <p:nvPicPr>
          <p:cNvPr id="1117" name="图片 1116">
            <a:extLst>
              <a:ext uri="{FF2B5EF4-FFF2-40B4-BE49-F238E27FC236}">
                <a16:creationId xmlns:a16="http://schemas.microsoft.com/office/drawing/2014/main" id="{E65791F1-4B1A-6B97-9EF7-89F51ED3AC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57609" y="274487"/>
            <a:ext cx="637176" cy="637176"/>
          </a:xfrm>
          <a:prstGeom prst="rect">
            <a:avLst/>
          </a:prstGeom>
        </p:spPr>
      </p:pic>
      <p:sp>
        <p:nvSpPr>
          <p:cNvPr id="1118" name="禁止符 1117">
            <a:extLst>
              <a:ext uri="{FF2B5EF4-FFF2-40B4-BE49-F238E27FC236}">
                <a16:creationId xmlns:a16="http://schemas.microsoft.com/office/drawing/2014/main" id="{B021FDDD-DC98-3815-8540-57F0B23C84FB}"/>
              </a:ext>
            </a:extLst>
          </p:cNvPr>
          <p:cNvSpPr/>
          <p:nvPr/>
        </p:nvSpPr>
        <p:spPr>
          <a:xfrm>
            <a:off x="7348726" y="232385"/>
            <a:ext cx="786080" cy="786080"/>
          </a:xfrm>
          <a:prstGeom prst="noSmoking">
            <a:avLst>
              <a:gd name="adj" fmla="val 95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119" name="圆角矩形 1118">
            <a:extLst>
              <a:ext uri="{FF2B5EF4-FFF2-40B4-BE49-F238E27FC236}">
                <a16:creationId xmlns:a16="http://schemas.microsoft.com/office/drawing/2014/main" id="{BBAB1FA4-FE17-427A-6B42-FC6992E1D9DA}"/>
              </a:ext>
            </a:extLst>
          </p:cNvPr>
          <p:cNvSpPr/>
          <p:nvPr/>
        </p:nvSpPr>
        <p:spPr>
          <a:xfrm>
            <a:off x="6070795" y="2571237"/>
            <a:ext cx="894359" cy="1216106"/>
          </a:xfrm>
          <a:prstGeom prst="roundRect">
            <a:avLst>
              <a:gd name="adj" fmla="val 5554"/>
            </a:avLst>
          </a:prstGeom>
          <a:solidFill>
            <a:srgbClr val="E5E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20" name="圆角矩形 1119">
            <a:extLst>
              <a:ext uri="{FF2B5EF4-FFF2-40B4-BE49-F238E27FC236}">
                <a16:creationId xmlns:a16="http://schemas.microsoft.com/office/drawing/2014/main" id="{7A7B6C4F-77C1-CB59-EF9E-1B39C72D7C00}"/>
              </a:ext>
            </a:extLst>
          </p:cNvPr>
          <p:cNvSpPr/>
          <p:nvPr/>
        </p:nvSpPr>
        <p:spPr>
          <a:xfrm rot="16200000">
            <a:off x="5082798" y="2926595"/>
            <a:ext cx="1184429" cy="392358"/>
          </a:xfrm>
          <a:prstGeom prst="roundRect">
            <a:avLst>
              <a:gd name="adj" fmla="val 12376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STIX Two Text Medium" pitchFamily="2" charset="0"/>
                <a:ea typeface="Microsoft YaHei" panose="020B0503020204020204" pitchFamily="34" charset="-122"/>
                <a:cs typeface="Sitka Display" panose="020F0502020204030204" pitchFamily="34" charset="0"/>
              </a:rPr>
              <a:t>Writing</a:t>
            </a:r>
            <a:endParaRPr kumimoji="1" lang="zh-CN" altLang="en-US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pic>
        <p:nvPicPr>
          <p:cNvPr id="1121" name="Picture 12">
            <a:extLst>
              <a:ext uri="{FF2B5EF4-FFF2-40B4-BE49-F238E27FC236}">
                <a16:creationId xmlns:a16="http://schemas.microsoft.com/office/drawing/2014/main" id="{77E06FF1-C18B-EB3A-0FA5-25C24975FD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5" t="6228" r="24219"/>
          <a:stretch/>
        </p:blipFill>
        <p:spPr bwMode="auto">
          <a:xfrm>
            <a:off x="4569808" y="2653627"/>
            <a:ext cx="729105" cy="89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2" name="圆角矩形 1121">
            <a:extLst>
              <a:ext uri="{FF2B5EF4-FFF2-40B4-BE49-F238E27FC236}">
                <a16:creationId xmlns:a16="http://schemas.microsoft.com/office/drawing/2014/main" id="{D3DEDCBA-8728-FA43-A1C1-0CEC1DC6C756}"/>
              </a:ext>
            </a:extLst>
          </p:cNvPr>
          <p:cNvSpPr/>
          <p:nvPr/>
        </p:nvSpPr>
        <p:spPr>
          <a:xfrm>
            <a:off x="5998590" y="2509233"/>
            <a:ext cx="894359" cy="1216106"/>
          </a:xfrm>
          <a:prstGeom prst="roundRect">
            <a:avLst>
              <a:gd name="adj" fmla="val 555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23" name="图片 1122">
            <a:extLst>
              <a:ext uri="{FF2B5EF4-FFF2-40B4-BE49-F238E27FC236}">
                <a16:creationId xmlns:a16="http://schemas.microsoft.com/office/drawing/2014/main" id="{CBD722EC-00C1-9EED-E195-80FE0FA98A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6756" y="2619293"/>
            <a:ext cx="637176" cy="637176"/>
          </a:xfrm>
          <a:prstGeom prst="rect">
            <a:avLst/>
          </a:prstGeom>
        </p:spPr>
      </p:pic>
      <p:sp>
        <p:nvSpPr>
          <p:cNvPr id="1124" name="文本框 1123">
            <a:extLst>
              <a:ext uri="{FF2B5EF4-FFF2-40B4-BE49-F238E27FC236}">
                <a16:creationId xmlns:a16="http://schemas.microsoft.com/office/drawing/2014/main" id="{AB978919-C00D-FA91-1DBC-B0C160A94DE7}"/>
              </a:ext>
            </a:extLst>
          </p:cNvPr>
          <p:cNvSpPr txBox="1"/>
          <p:nvPr/>
        </p:nvSpPr>
        <p:spPr>
          <a:xfrm>
            <a:off x="6116268" y="3295447"/>
            <a:ext cx="683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STIX Two Text" pitchFamily="2" charset="0"/>
              </a:rPr>
              <a:t>Paper</a:t>
            </a:r>
            <a:endParaRPr kumimoji="1" lang="zh-CN" altLang="en-US" sz="1600" dirty="0">
              <a:latin typeface="STIX Two Text" pitchFamily="2" charset="0"/>
            </a:endParaRPr>
          </a:p>
        </p:txBody>
      </p:sp>
      <p:pic>
        <p:nvPicPr>
          <p:cNvPr id="1125" name="图片 1124">
            <a:extLst>
              <a:ext uri="{FF2B5EF4-FFF2-40B4-BE49-F238E27FC236}">
                <a16:creationId xmlns:a16="http://schemas.microsoft.com/office/drawing/2014/main" id="{8B89AC63-0066-BB34-620D-DD629041E73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97306" y="177800"/>
            <a:ext cx="649893" cy="649893"/>
          </a:xfrm>
          <a:prstGeom prst="rect">
            <a:avLst/>
          </a:prstGeom>
        </p:spPr>
      </p:pic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75D9F39E-79D8-C253-67C4-32171D0F62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4269756"/>
              </p:ext>
            </p:extLst>
          </p:nvPr>
        </p:nvGraphicFramePr>
        <p:xfrm>
          <a:off x="390225" y="3336290"/>
          <a:ext cx="3750162" cy="1795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</p:spTree>
    <p:extLst>
      <p:ext uri="{BB962C8B-B14F-4D97-AF65-F5344CB8AC3E}">
        <p14:creationId xmlns:p14="http://schemas.microsoft.com/office/powerpoint/2010/main" val="3176978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C706BEA9-C740-45ED-8B0F-E8673FEED50B}"/>
              </a:ext>
            </a:extLst>
          </p:cNvPr>
          <p:cNvSpPr/>
          <p:nvPr/>
        </p:nvSpPr>
        <p:spPr>
          <a:xfrm>
            <a:off x="4433192" y="452661"/>
            <a:ext cx="5663241" cy="1557285"/>
          </a:xfrm>
          <a:prstGeom prst="roundRect">
            <a:avLst>
              <a:gd name="adj" fmla="val 2244"/>
            </a:avLst>
          </a:prstGeom>
          <a:solidFill>
            <a:schemeClr val="accent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BFBCD4EE-9A7E-17AD-9E39-3EF955CF9DD5}"/>
              </a:ext>
            </a:extLst>
          </p:cNvPr>
          <p:cNvSpPr/>
          <p:nvPr/>
        </p:nvSpPr>
        <p:spPr>
          <a:xfrm>
            <a:off x="4433193" y="4116415"/>
            <a:ext cx="5663240" cy="1549759"/>
          </a:xfrm>
          <a:prstGeom prst="roundRect">
            <a:avLst>
              <a:gd name="adj" fmla="val 2244"/>
            </a:avLst>
          </a:prstGeom>
          <a:solidFill>
            <a:srgbClr val="E5E5FB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F2231F99-8D61-7B3F-CB22-AD64EDAC69F1}"/>
              </a:ext>
            </a:extLst>
          </p:cNvPr>
          <p:cNvSpPr/>
          <p:nvPr/>
        </p:nvSpPr>
        <p:spPr>
          <a:xfrm>
            <a:off x="4433193" y="2326659"/>
            <a:ext cx="5663240" cy="1489964"/>
          </a:xfrm>
          <a:prstGeom prst="roundRect">
            <a:avLst>
              <a:gd name="adj" fmla="val 2244"/>
            </a:avLst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sp>
        <p:nvSpPr>
          <p:cNvPr id="1114" name="圆角矩形 1113">
            <a:extLst>
              <a:ext uri="{FF2B5EF4-FFF2-40B4-BE49-F238E27FC236}">
                <a16:creationId xmlns:a16="http://schemas.microsoft.com/office/drawing/2014/main" id="{1AC9C70E-864B-8B53-5997-1BA61F75A3AA}"/>
              </a:ext>
            </a:extLst>
          </p:cNvPr>
          <p:cNvSpPr/>
          <p:nvPr/>
        </p:nvSpPr>
        <p:spPr>
          <a:xfrm>
            <a:off x="5961496" y="594073"/>
            <a:ext cx="744609" cy="1292909"/>
          </a:xfrm>
          <a:prstGeom prst="roundRect">
            <a:avLst>
              <a:gd name="adj" fmla="val 555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9F2F0284-4681-A923-8D7F-9A5087D2EE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539192"/>
              </p:ext>
            </p:extLst>
          </p:nvPr>
        </p:nvGraphicFramePr>
        <p:xfrm>
          <a:off x="390225" y="315851"/>
          <a:ext cx="3889348" cy="3060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199F4E16-A9C4-DAF9-9234-915B3C63F4BB}"/>
              </a:ext>
            </a:extLst>
          </p:cNvPr>
          <p:cNvCxnSpPr>
            <a:cxnSpLocks/>
          </p:cNvCxnSpPr>
          <p:nvPr/>
        </p:nvCxnSpPr>
        <p:spPr>
          <a:xfrm flipV="1">
            <a:off x="1582485" y="1671771"/>
            <a:ext cx="908925" cy="264897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171CED7C-7E42-7CF7-EFAE-A93A7F3F4AE3}"/>
              </a:ext>
            </a:extLst>
          </p:cNvPr>
          <p:cNvCxnSpPr>
            <a:cxnSpLocks/>
          </p:cNvCxnSpPr>
          <p:nvPr/>
        </p:nvCxnSpPr>
        <p:spPr>
          <a:xfrm flipV="1">
            <a:off x="2506625" y="1370452"/>
            <a:ext cx="948783" cy="28081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37C8D49-26FB-FE30-2D6C-103F93518C12}"/>
              </a:ext>
            </a:extLst>
          </p:cNvPr>
          <p:cNvSpPr txBox="1"/>
          <p:nvPr/>
        </p:nvSpPr>
        <p:spPr>
          <a:xfrm>
            <a:off x="2216268" y="2701032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Year</a:t>
            </a:r>
            <a:endParaRPr kumimoji="1" lang="zh-CN" altLang="en-US" sz="1200" dirty="0">
              <a:latin typeface="STIX Two Text" pitchFamily="2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101ADD-158A-8D68-AAE2-B12D259C8E5D}"/>
              </a:ext>
            </a:extLst>
          </p:cNvPr>
          <p:cNvSpPr txBox="1"/>
          <p:nvPr/>
        </p:nvSpPr>
        <p:spPr>
          <a:xfrm>
            <a:off x="236107" y="2827583"/>
            <a:ext cx="4123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The trend of the number of publications from various conferences from 2018 to 2024.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4C1274-F4CC-7BF6-8470-931FE1C74480}"/>
              </a:ext>
            </a:extLst>
          </p:cNvPr>
          <p:cNvSpPr txBox="1"/>
          <p:nvPr/>
        </p:nvSpPr>
        <p:spPr>
          <a:xfrm>
            <a:off x="236107" y="5459113"/>
            <a:ext cx="4117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kumimoji="1"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trend of citations brought about by promotions of 20 researchers with 200 papers (2023-2025).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8893784-3B69-337A-71A4-46CDB1D9470B}"/>
              </a:ext>
            </a:extLst>
          </p:cNvPr>
          <p:cNvSpPr/>
          <p:nvPr/>
        </p:nvSpPr>
        <p:spPr>
          <a:xfrm>
            <a:off x="4548165" y="522334"/>
            <a:ext cx="1184429" cy="1364648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pic>
        <p:nvPicPr>
          <p:cNvPr id="1110" name="图片 1109">
            <a:extLst>
              <a:ext uri="{FF2B5EF4-FFF2-40B4-BE49-F238E27FC236}">
                <a16:creationId xmlns:a16="http://schemas.microsoft.com/office/drawing/2014/main" id="{6C741099-1FBC-7BDA-0573-60D72903B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702" y="1304661"/>
            <a:ext cx="515974" cy="515974"/>
          </a:xfrm>
          <a:prstGeom prst="rect">
            <a:avLst/>
          </a:prstGeom>
        </p:spPr>
      </p:pic>
      <p:sp>
        <p:nvSpPr>
          <p:cNvPr id="1112" name="圆角矩形 1111">
            <a:extLst>
              <a:ext uri="{FF2B5EF4-FFF2-40B4-BE49-F238E27FC236}">
                <a16:creationId xmlns:a16="http://schemas.microsoft.com/office/drawing/2014/main" id="{95CD91BA-7E2D-FCAF-32D1-5454D5D4F4B5}"/>
              </a:ext>
            </a:extLst>
          </p:cNvPr>
          <p:cNvSpPr/>
          <p:nvPr/>
        </p:nvSpPr>
        <p:spPr>
          <a:xfrm>
            <a:off x="5889291" y="532069"/>
            <a:ext cx="744609" cy="1292909"/>
          </a:xfrm>
          <a:prstGeom prst="roundRect">
            <a:avLst>
              <a:gd name="adj" fmla="val 555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pic>
        <p:nvPicPr>
          <p:cNvPr id="1113" name="图片 1112">
            <a:extLst>
              <a:ext uri="{FF2B5EF4-FFF2-40B4-BE49-F238E27FC236}">
                <a16:creationId xmlns:a16="http://schemas.microsoft.com/office/drawing/2014/main" id="{2447339C-19AC-72B8-F081-4D9A96DA8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913" y="734979"/>
            <a:ext cx="693187" cy="693187"/>
          </a:xfrm>
          <a:prstGeom prst="rect">
            <a:avLst/>
          </a:prstGeom>
        </p:spPr>
      </p:pic>
      <p:sp>
        <p:nvSpPr>
          <p:cNvPr id="1115" name="文本框 1114">
            <a:extLst>
              <a:ext uri="{FF2B5EF4-FFF2-40B4-BE49-F238E27FC236}">
                <a16:creationId xmlns:a16="http://schemas.microsoft.com/office/drawing/2014/main" id="{EAB47AB7-D210-44BC-C37E-F2444759F5F0}"/>
              </a:ext>
            </a:extLst>
          </p:cNvPr>
          <p:cNvSpPr txBox="1"/>
          <p:nvPr/>
        </p:nvSpPr>
        <p:spPr>
          <a:xfrm>
            <a:off x="5914812" y="1470907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STIX Two Text" pitchFamily="2" charset="0"/>
              </a:rPr>
              <a:t>Paper</a:t>
            </a:r>
            <a:endParaRPr kumimoji="1" lang="zh-CN" altLang="en-US" sz="1400" dirty="0">
              <a:latin typeface="STIX Two Text" pitchFamily="2" charset="0"/>
            </a:endParaRPr>
          </a:p>
        </p:txBody>
      </p:sp>
      <p:pic>
        <p:nvPicPr>
          <p:cNvPr id="1116" name="图片 1115">
            <a:extLst>
              <a:ext uri="{FF2B5EF4-FFF2-40B4-BE49-F238E27FC236}">
                <a16:creationId xmlns:a16="http://schemas.microsoft.com/office/drawing/2014/main" id="{5CF6701C-E86F-E376-B7B7-0DE71A632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7112" y="493919"/>
            <a:ext cx="577204" cy="577204"/>
          </a:xfrm>
          <a:prstGeom prst="rect">
            <a:avLst/>
          </a:prstGeom>
        </p:spPr>
      </p:pic>
      <p:pic>
        <p:nvPicPr>
          <p:cNvPr id="1117" name="图片 1116">
            <a:extLst>
              <a:ext uri="{FF2B5EF4-FFF2-40B4-BE49-F238E27FC236}">
                <a16:creationId xmlns:a16="http://schemas.microsoft.com/office/drawing/2014/main" id="{E65791F1-4B1A-6B97-9EF7-89F51ED3A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132" y="529140"/>
            <a:ext cx="512720" cy="512720"/>
          </a:xfrm>
          <a:prstGeom prst="rect">
            <a:avLst/>
          </a:prstGeom>
        </p:spPr>
      </p:pic>
      <p:sp>
        <p:nvSpPr>
          <p:cNvPr id="1118" name="禁止符 1117">
            <a:extLst>
              <a:ext uri="{FF2B5EF4-FFF2-40B4-BE49-F238E27FC236}">
                <a16:creationId xmlns:a16="http://schemas.microsoft.com/office/drawing/2014/main" id="{B021FDDD-DC98-3815-8540-57F0B23C84FB}"/>
              </a:ext>
            </a:extLst>
          </p:cNvPr>
          <p:cNvSpPr/>
          <p:nvPr/>
        </p:nvSpPr>
        <p:spPr>
          <a:xfrm>
            <a:off x="6938115" y="530386"/>
            <a:ext cx="540737" cy="540737"/>
          </a:xfrm>
          <a:prstGeom prst="noSmoking">
            <a:avLst>
              <a:gd name="adj" fmla="val 95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solidFill>
                <a:schemeClr val="tx1"/>
              </a:solidFill>
            </a:endParaRPr>
          </a:p>
        </p:txBody>
      </p:sp>
      <p:pic>
        <p:nvPicPr>
          <p:cNvPr id="1125" name="图片 1124">
            <a:extLst>
              <a:ext uri="{FF2B5EF4-FFF2-40B4-BE49-F238E27FC236}">
                <a16:creationId xmlns:a16="http://schemas.microsoft.com/office/drawing/2014/main" id="{8B89AC63-0066-BB34-620D-DD629041E7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2561" y="1228106"/>
            <a:ext cx="612974" cy="612974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C6E03734-6B2D-B77F-1457-586B66B23722}"/>
              </a:ext>
            </a:extLst>
          </p:cNvPr>
          <p:cNvSpPr txBox="1"/>
          <p:nvPr/>
        </p:nvSpPr>
        <p:spPr>
          <a:xfrm>
            <a:off x="5550497" y="3820882"/>
            <a:ext cx="3275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Automatic Promotion Task &amp; </a:t>
            </a:r>
            <a:r>
              <a:rPr kumimoji="1" lang="en-US" altLang="zh-CN" sz="14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PRBench</a:t>
            </a:r>
            <a:endParaRPr kumimoji="1" lang="zh-CN" altLang="en-US" sz="1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7" name="文本框 1076">
            <a:extLst>
              <a:ext uri="{FF2B5EF4-FFF2-40B4-BE49-F238E27FC236}">
                <a16:creationId xmlns:a16="http://schemas.microsoft.com/office/drawing/2014/main" id="{45BFBD9E-188B-7C09-65BA-A5383CB75441}"/>
              </a:ext>
            </a:extLst>
          </p:cNvPr>
          <p:cNvSpPr txBox="1"/>
          <p:nvPr/>
        </p:nvSpPr>
        <p:spPr>
          <a:xfrm>
            <a:off x="5784580" y="2019548"/>
            <a:ext cx="2611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Traditional Manual Promotion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8" name="文本框 1077">
            <a:extLst>
              <a:ext uri="{FF2B5EF4-FFF2-40B4-BE49-F238E27FC236}">
                <a16:creationId xmlns:a16="http://schemas.microsoft.com/office/drawing/2014/main" id="{7A32612F-E1A1-3F6E-40A7-D780931B329A}"/>
              </a:ext>
            </a:extLst>
          </p:cNvPr>
          <p:cNvSpPr txBox="1"/>
          <p:nvPr/>
        </p:nvSpPr>
        <p:spPr>
          <a:xfrm>
            <a:off x="6110823" y="5679436"/>
            <a:ext cx="1959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kumimoji="1" lang="en-US" altLang="zh-CN" sz="1400" dirty="0" err="1">
                <a:solidFill>
                  <a:srgbClr val="5757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PRAgent</a:t>
            </a:r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7" name="文本框 1126">
            <a:extLst>
              <a:ext uri="{FF2B5EF4-FFF2-40B4-BE49-F238E27FC236}">
                <a16:creationId xmlns:a16="http://schemas.microsoft.com/office/drawing/2014/main" id="{21873DCF-320A-1921-A34B-C69F5FD81B8B}"/>
              </a:ext>
            </a:extLst>
          </p:cNvPr>
          <p:cNvSpPr txBox="1"/>
          <p:nvPr/>
        </p:nvSpPr>
        <p:spPr>
          <a:xfrm>
            <a:off x="4569827" y="1363185"/>
            <a:ext cx="1162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b="1" dirty="0">
                <a:solidFill>
                  <a:schemeClr val="tx1"/>
                </a:solidFill>
                <a:latin typeface="STIX Two Text Medium" pitchFamily="2" charset="0"/>
                <a:ea typeface="Microsoft YaHei" panose="020B0503020204020204" pitchFamily="34" charset="-122"/>
                <a:cs typeface="Sitka Display" panose="020F0502020204030204" pitchFamily="34" charset="0"/>
              </a:rPr>
              <a:t>Human Writing</a:t>
            </a:r>
            <a:endParaRPr kumimoji="1" lang="zh-CN" altLang="en-US" sz="1400" b="1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sp>
        <p:nvSpPr>
          <p:cNvPr id="1128" name="圆角矩形 1127">
            <a:extLst>
              <a:ext uri="{FF2B5EF4-FFF2-40B4-BE49-F238E27FC236}">
                <a16:creationId xmlns:a16="http://schemas.microsoft.com/office/drawing/2014/main" id="{8922313D-F4E7-E92C-BDAA-4E48CFBFF121}"/>
              </a:ext>
            </a:extLst>
          </p:cNvPr>
          <p:cNvSpPr/>
          <p:nvPr/>
        </p:nvSpPr>
        <p:spPr>
          <a:xfrm>
            <a:off x="4548165" y="2399286"/>
            <a:ext cx="1184429" cy="1364648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sp>
        <p:nvSpPr>
          <p:cNvPr id="1130" name="文本框 1129">
            <a:extLst>
              <a:ext uri="{FF2B5EF4-FFF2-40B4-BE49-F238E27FC236}">
                <a16:creationId xmlns:a16="http://schemas.microsoft.com/office/drawing/2014/main" id="{DAD95D3F-4897-ED30-BD99-51D90318C670}"/>
              </a:ext>
            </a:extLst>
          </p:cNvPr>
          <p:cNvSpPr txBox="1"/>
          <p:nvPr/>
        </p:nvSpPr>
        <p:spPr>
          <a:xfrm>
            <a:off x="4655918" y="3367373"/>
            <a:ext cx="934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 err="1">
                <a:solidFill>
                  <a:schemeClr val="accent1"/>
                </a:solidFill>
                <a:latin typeface="STIX Two Text SemiBold" pitchFamily="2" charset="0"/>
              </a:rPr>
              <a:t>PRBench</a:t>
            </a:r>
            <a:endParaRPr kumimoji="1" lang="en-US" altLang="zh-CN" sz="1400" b="1" dirty="0">
              <a:solidFill>
                <a:schemeClr val="accent1"/>
              </a:solidFill>
              <a:latin typeface="STIX Two Text SemiBold" pitchFamily="2" charset="0"/>
            </a:endParaRPr>
          </a:p>
        </p:txBody>
      </p:sp>
      <p:grpSp>
        <p:nvGrpSpPr>
          <p:cNvPr id="1131" name="组合 1130">
            <a:extLst>
              <a:ext uri="{FF2B5EF4-FFF2-40B4-BE49-F238E27FC236}">
                <a16:creationId xmlns:a16="http://schemas.microsoft.com/office/drawing/2014/main" id="{8170BDB7-5744-0E3D-54B6-F12E2FBD4AFA}"/>
              </a:ext>
            </a:extLst>
          </p:cNvPr>
          <p:cNvGrpSpPr/>
          <p:nvPr/>
        </p:nvGrpSpPr>
        <p:grpSpPr>
          <a:xfrm>
            <a:off x="4635216" y="2482412"/>
            <a:ext cx="1040424" cy="914046"/>
            <a:chOff x="555676" y="2542099"/>
            <a:chExt cx="890367" cy="768513"/>
          </a:xfrm>
        </p:grpSpPr>
        <p:sp>
          <p:nvSpPr>
            <p:cNvPr id="1133" name="椭圆 1132">
              <a:extLst>
                <a:ext uri="{FF2B5EF4-FFF2-40B4-BE49-F238E27FC236}">
                  <a16:creationId xmlns:a16="http://schemas.microsoft.com/office/drawing/2014/main" id="{D9E13007-BE8F-F8BC-BE02-16AB3CD8152C}"/>
                </a:ext>
              </a:extLst>
            </p:cNvPr>
            <p:cNvSpPr/>
            <p:nvPr/>
          </p:nvSpPr>
          <p:spPr>
            <a:xfrm>
              <a:off x="568030" y="2542099"/>
              <a:ext cx="878013" cy="7630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34" name="椭圆 1133">
              <a:extLst>
                <a:ext uri="{FF2B5EF4-FFF2-40B4-BE49-F238E27FC236}">
                  <a16:creationId xmlns:a16="http://schemas.microsoft.com/office/drawing/2014/main" id="{8A56DD20-4B9E-F91A-7E71-C617DFBB1D8A}"/>
                </a:ext>
              </a:extLst>
            </p:cNvPr>
            <p:cNvSpPr/>
            <p:nvPr/>
          </p:nvSpPr>
          <p:spPr>
            <a:xfrm>
              <a:off x="555676" y="2660020"/>
              <a:ext cx="773200" cy="519009"/>
            </a:xfrm>
            <a:prstGeom prst="ellipse">
              <a:avLst/>
            </a:prstGeom>
            <a:solidFill>
              <a:srgbClr val="A7C3D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grpSp>
          <p:nvGrpSpPr>
            <p:cNvPr id="1135" name="组合 1134">
              <a:extLst>
                <a:ext uri="{FF2B5EF4-FFF2-40B4-BE49-F238E27FC236}">
                  <a16:creationId xmlns:a16="http://schemas.microsoft.com/office/drawing/2014/main" id="{A226C802-2DA8-113A-4E1E-FBDECD104AFF}"/>
                </a:ext>
              </a:extLst>
            </p:cNvPr>
            <p:cNvGrpSpPr/>
            <p:nvPr/>
          </p:nvGrpSpPr>
          <p:grpSpPr>
            <a:xfrm>
              <a:off x="603910" y="2668084"/>
              <a:ext cx="698203" cy="642528"/>
              <a:chOff x="6866292" y="3687321"/>
              <a:chExt cx="1041109" cy="958089"/>
            </a:xfrm>
          </p:grpSpPr>
          <p:sp>
            <p:nvSpPr>
              <p:cNvPr id="1138" name="任意形状 1137">
                <a:extLst>
                  <a:ext uri="{FF2B5EF4-FFF2-40B4-BE49-F238E27FC236}">
                    <a16:creationId xmlns:a16="http://schemas.microsoft.com/office/drawing/2014/main" id="{4FEC9585-48FA-1FFB-DACD-B6C54C34B402}"/>
                  </a:ext>
                </a:extLst>
              </p:cNvPr>
              <p:cNvSpPr/>
              <p:nvPr/>
            </p:nvSpPr>
            <p:spPr>
              <a:xfrm>
                <a:off x="6866292" y="3687321"/>
                <a:ext cx="1041109" cy="958089"/>
              </a:xfrm>
              <a:custGeom>
                <a:avLst/>
                <a:gdLst>
                  <a:gd name="connsiteX0" fmla="*/ 0 w 1453388"/>
                  <a:gd name="connsiteY0" fmla="*/ 45399 h 1472497"/>
                  <a:gd name="connsiteX1" fmla="*/ 124206 w 1453388"/>
                  <a:gd name="connsiteY1" fmla="*/ 9203 h 1472497"/>
                  <a:gd name="connsiteX2" fmla="*/ 282194 w 1453388"/>
                  <a:gd name="connsiteY2" fmla="*/ 86293 h 1472497"/>
                  <a:gd name="connsiteX3" fmla="*/ 303784 w 1453388"/>
                  <a:gd name="connsiteY3" fmla="*/ 143188 h 1472497"/>
                  <a:gd name="connsiteX4" fmla="*/ 147193 w 1453388"/>
                  <a:gd name="connsiteY4" fmla="*/ 125155 h 1472497"/>
                  <a:gd name="connsiteX5" fmla="*/ 196977 w 1453388"/>
                  <a:gd name="connsiteY5" fmla="*/ 181034 h 1472497"/>
                  <a:gd name="connsiteX6" fmla="*/ 195326 w 1453388"/>
                  <a:gd name="connsiteY6" fmla="*/ 241740 h 1472497"/>
                  <a:gd name="connsiteX7" fmla="*/ 488950 w 1453388"/>
                  <a:gd name="connsiteY7" fmla="*/ 345245 h 1472497"/>
                  <a:gd name="connsiteX8" fmla="*/ 603758 w 1453388"/>
                  <a:gd name="connsiteY8" fmla="*/ 328482 h 1472497"/>
                  <a:gd name="connsiteX9" fmla="*/ 708787 w 1453388"/>
                  <a:gd name="connsiteY9" fmla="*/ 280476 h 1472497"/>
                  <a:gd name="connsiteX10" fmla="*/ 694817 w 1453388"/>
                  <a:gd name="connsiteY10" fmla="*/ 182685 h 1472497"/>
                  <a:gd name="connsiteX11" fmla="*/ 744220 w 1453388"/>
                  <a:gd name="connsiteY11" fmla="*/ 62924 h 1472497"/>
                  <a:gd name="connsiteX12" fmla="*/ 972566 w 1453388"/>
                  <a:gd name="connsiteY12" fmla="*/ 17077 h 1472497"/>
                  <a:gd name="connsiteX13" fmla="*/ 1092200 w 1453388"/>
                  <a:gd name="connsiteY13" fmla="*/ 236533 h 1472497"/>
                  <a:gd name="connsiteX14" fmla="*/ 1222375 w 1453388"/>
                  <a:gd name="connsiteY14" fmla="*/ 281364 h 1472497"/>
                  <a:gd name="connsiteX15" fmla="*/ 1285367 w 1453388"/>
                  <a:gd name="connsiteY15" fmla="*/ 255330 h 1472497"/>
                  <a:gd name="connsiteX16" fmla="*/ 1166114 w 1453388"/>
                  <a:gd name="connsiteY16" fmla="*/ 154364 h 1472497"/>
                  <a:gd name="connsiteX17" fmla="*/ 1306703 w 1453388"/>
                  <a:gd name="connsiteY17" fmla="*/ 149920 h 1472497"/>
                  <a:gd name="connsiteX18" fmla="*/ 1414653 w 1453388"/>
                  <a:gd name="connsiteY18" fmla="*/ 279206 h 1472497"/>
                  <a:gd name="connsiteX19" fmla="*/ 1394587 w 1453388"/>
                  <a:gd name="connsiteY19" fmla="*/ 290255 h 1472497"/>
                  <a:gd name="connsiteX20" fmla="*/ 1297559 w 1453388"/>
                  <a:gd name="connsiteY20" fmla="*/ 256981 h 1472497"/>
                  <a:gd name="connsiteX21" fmla="*/ 1349121 w 1453388"/>
                  <a:gd name="connsiteY21" fmla="*/ 319338 h 1472497"/>
                  <a:gd name="connsiteX22" fmla="*/ 1338961 w 1453388"/>
                  <a:gd name="connsiteY22" fmla="*/ 386520 h 1472497"/>
                  <a:gd name="connsiteX23" fmla="*/ 1206754 w 1453388"/>
                  <a:gd name="connsiteY23" fmla="*/ 380044 h 1472497"/>
                  <a:gd name="connsiteX24" fmla="*/ 1190244 w 1453388"/>
                  <a:gd name="connsiteY24" fmla="*/ 344357 h 1472497"/>
                  <a:gd name="connsiteX25" fmla="*/ 1201801 w 1453388"/>
                  <a:gd name="connsiteY25" fmla="*/ 303844 h 1472497"/>
                  <a:gd name="connsiteX26" fmla="*/ 1082294 w 1453388"/>
                  <a:gd name="connsiteY26" fmla="*/ 261426 h 1472497"/>
                  <a:gd name="connsiteX27" fmla="*/ 945007 w 1453388"/>
                  <a:gd name="connsiteY27" fmla="*/ 390712 h 1472497"/>
                  <a:gd name="connsiteX28" fmla="*/ 895604 w 1453388"/>
                  <a:gd name="connsiteY28" fmla="*/ 397570 h 1472497"/>
                  <a:gd name="connsiteX29" fmla="*/ 895350 w 1453388"/>
                  <a:gd name="connsiteY29" fmla="*/ 515171 h 1472497"/>
                  <a:gd name="connsiteX30" fmla="*/ 1144651 w 1453388"/>
                  <a:gd name="connsiteY30" fmla="*/ 586800 h 1472497"/>
                  <a:gd name="connsiteX31" fmla="*/ 1251204 w 1453388"/>
                  <a:gd name="connsiteY31" fmla="*/ 704528 h 1472497"/>
                  <a:gd name="connsiteX32" fmla="*/ 1340993 w 1453388"/>
                  <a:gd name="connsiteY32" fmla="*/ 779713 h 1472497"/>
                  <a:gd name="connsiteX33" fmla="*/ 1256030 w 1453388"/>
                  <a:gd name="connsiteY33" fmla="*/ 1014155 h 1472497"/>
                  <a:gd name="connsiteX34" fmla="*/ 1237361 w 1453388"/>
                  <a:gd name="connsiteY34" fmla="*/ 1043111 h 1472497"/>
                  <a:gd name="connsiteX35" fmla="*/ 1122934 w 1453388"/>
                  <a:gd name="connsiteY35" fmla="*/ 1135439 h 1472497"/>
                  <a:gd name="connsiteX36" fmla="*/ 1246632 w 1453388"/>
                  <a:gd name="connsiteY36" fmla="*/ 1210624 h 1472497"/>
                  <a:gd name="connsiteX37" fmla="*/ 1310640 w 1453388"/>
                  <a:gd name="connsiteY37" fmla="*/ 1137345 h 1472497"/>
                  <a:gd name="connsiteX38" fmla="*/ 1410843 w 1453388"/>
                  <a:gd name="connsiteY38" fmla="*/ 1154108 h 1472497"/>
                  <a:gd name="connsiteX39" fmla="*/ 1453388 w 1453388"/>
                  <a:gd name="connsiteY39" fmla="*/ 1224720 h 1472497"/>
                  <a:gd name="connsiteX40" fmla="*/ 1383665 w 1453388"/>
                  <a:gd name="connsiteY40" fmla="*/ 1462338 h 1472497"/>
                  <a:gd name="connsiteX41" fmla="*/ 1360424 w 1453388"/>
                  <a:gd name="connsiteY41" fmla="*/ 1465005 h 1472497"/>
                  <a:gd name="connsiteX42" fmla="*/ 1413637 w 1453388"/>
                  <a:gd name="connsiteY42" fmla="*/ 1314509 h 1472497"/>
                  <a:gd name="connsiteX43" fmla="*/ 1331468 w 1453388"/>
                  <a:gd name="connsiteY43" fmla="*/ 1334068 h 1472497"/>
                  <a:gd name="connsiteX44" fmla="*/ 1247394 w 1453388"/>
                  <a:gd name="connsiteY44" fmla="*/ 1274251 h 1472497"/>
                  <a:gd name="connsiteX45" fmla="*/ 1194054 w 1453388"/>
                  <a:gd name="connsiteY45" fmla="*/ 1459036 h 1472497"/>
                  <a:gd name="connsiteX46" fmla="*/ 1192022 w 1453388"/>
                  <a:gd name="connsiteY46" fmla="*/ 1472498 h 1472497"/>
                  <a:gd name="connsiteX47" fmla="*/ 1176909 w 1453388"/>
                  <a:gd name="connsiteY47" fmla="*/ 1457257 h 1472497"/>
                  <a:gd name="connsiteX48" fmla="*/ 1165606 w 1453388"/>
                  <a:gd name="connsiteY48" fmla="*/ 1370136 h 1472497"/>
                  <a:gd name="connsiteX49" fmla="*/ 1128776 w 1453388"/>
                  <a:gd name="connsiteY49" fmla="*/ 1185986 h 1472497"/>
                  <a:gd name="connsiteX50" fmla="*/ 1121791 w 1453388"/>
                  <a:gd name="connsiteY50" fmla="*/ 1162618 h 1472497"/>
                  <a:gd name="connsiteX51" fmla="*/ 950214 w 1453388"/>
                  <a:gd name="connsiteY51" fmla="*/ 1166427 h 1472497"/>
                  <a:gd name="connsiteX52" fmla="*/ 685927 w 1453388"/>
                  <a:gd name="connsiteY52" fmla="*/ 1159062 h 1472497"/>
                  <a:gd name="connsiteX53" fmla="*/ 645795 w 1453388"/>
                  <a:gd name="connsiteY53" fmla="*/ 1182302 h 1472497"/>
                  <a:gd name="connsiteX54" fmla="*/ 599694 w 1453388"/>
                  <a:gd name="connsiteY54" fmla="*/ 1461830 h 1472497"/>
                  <a:gd name="connsiteX55" fmla="*/ 574929 w 1453388"/>
                  <a:gd name="connsiteY55" fmla="*/ 1466020 h 1472497"/>
                  <a:gd name="connsiteX56" fmla="*/ 614299 w 1453388"/>
                  <a:gd name="connsiteY56" fmla="*/ 1184207 h 1472497"/>
                  <a:gd name="connsiteX57" fmla="*/ 481711 w 1453388"/>
                  <a:gd name="connsiteY57" fmla="*/ 1325051 h 1472497"/>
                  <a:gd name="connsiteX58" fmla="*/ 439166 w 1453388"/>
                  <a:gd name="connsiteY58" fmla="*/ 1458527 h 1472497"/>
                  <a:gd name="connsiteX59" fmla="*/ 413258 w 1453388"/>
                  <a:gd name="connsiteY59" fmla="*/ 1468814 h 1472497"/>
                  <a:gd name="connsiteX60" fmla="*/ 520319 w 1453388"/>
                  <a:gd name="connsiteY60" fmla="*/ 1228657 h 1472497"/>
                  <a:gd name="connsiteX61" fmla="*/ 650621 w 1453388"/>
                  <a:gd name="connsiteY61" fmla="*/ 1136963 h 1472497"/>
                  <a:gd name="connsiteX62" fmla="*/ 524637 w 1453388"/>
                  <a:gd name="connsiteY62" fmla="*/ 1011361 h 1472497"/>
                  <a:gd name="connsiteX63" fmla="*/ 446024 w 1453388"/>
                  <a:gd name="connsiteY63" fmla="*/ 970720 h 1472497"/>
                  <a:gd name="connsiteX64" fmla="*/ 414147 w 1453388"/>
                  <a:gd name="connsiteY64" fmla="*/ 824925 h 1472497"/>
                  <a:gd name="connsiteX65" fmla="*/ 513842 w 1453388"/>
                  <a:gd name="connsiteY65" fmla="*/ 724849 h 1472497"/>
                  <a:gd name="connsiteX66" fmla="*/ 691896 w 1453388"/>
                  <a:gd name="connsiteY66" fmla="*/ 550477 h 1472497"/>
                  <a:gd name="connsiteX67" fmla="*/ 869061 w 1453388"/>
                  <a:gd name="connsiteY67" fmla="*/ 514409 h 1472497"/>
                  <a:gd name="connsiteX68" fmla="*/ 869061 w 1453388"/>
                  <a:gd name="connsiteY68" fmla="*/ 398458 h 1472497"/>
                  <a:gd name="connsiteX69" fmla="*/ 722757 w 1453388"/>
                  <a:gd name="connsiteY69" fmla="*/ 301684 h 1472497"/>
                  <a:gd name="connsiteX70" fmla="*/ 610616 w 1453388"/>
                  <a:gd name="connsiteY70" fmla="*/ 358453 h 1472497"/>
                  <a:gd name="connsiteX71" fmla="*/ 598932 w 1453388"/>
                  <a:gd name="connsiteY71" fmla="*/ 438082 h 1472497"/>
                  <a:gd name="connsiteX72" fmla="*/ 511556 w 1453388"/>
                  <a:gd name="connsiteY72" fmla="*/ 439860 h 1472497"/>
                  <a:gd name="connsiteX73" fmla="*/ 475615 w 1453388"/>
                  <a:gd name="connsiteY73" fmla="*/ 374328 h 1472497"/>
                  <a:gd name="connsiteX74" fmla="*/ 395224 w 1453388"/>
                  <a:gd name="connsiteY74" fmla="*/ 348801 h 1472497"/>
                  <a:gd name="connsiteX75" fmla="*/ 326771 w 1453388"/>
                  <a:gd name="connsiteY75" fmla="*/ 533713 h 1472497"/>
                  <a:gd name="connsiteX76" fmla="*/ 356489 w 1453388"/>
                  <a:gd name="connsiteY76" fmla="*/ 561400 h 1472497"/>
                  <a:gd name="connsiteX77" fmla="*/ 290703 w 1453388"/>
                  <a:gd name="connsiteY77" fmla="*/ 659189 h 1472497"/>
                  <a:gd name="connsiteX78" fmla="*/ 241808 w 1453388"/>
                  <a:gd name="connsiteY78" fmla="*/ 552890 h 1472497"/>
                  <a:gd name="connsiteX79" fmla="*/ 300228 w 1453388"/>
                  <a:gd name="connsiteY79" fmla="*/ 527871 h 1472497"/>
                  <a:gd name="connsiteX80" fmla="*/ 349250 w 1453388"/>
                  <a:gd name="connsiteY80" fmla="*/ 400871 h 1472497"/>
                  <a:gd name="connsiteX81" fmla="*/ 372999 w 1453388"/>
                  <a:gd name="connsiteY81" fmla="*/ 338895 h 1472497"/>
                  <a:gd name="connsiteX82" fmla="*/ 180721 w 1453388"/>
                  <a:gd name="connsiteY82" fmla="*/ 261933 h 1472497"/>
                  <a:gd name="connsiteX83" fmla="*/ 131445 w 1453388"/>
                  <a:gd name="connsiteY83" fmla="*/ 300288 h 1472497"/>
                  <a:gd name="connsiteX84" fmla="*/ 34798 w 1453388"/>
                  <a:gd name="connsiteY84" fmla="*/ 262441 h 1472497"/>
                  <a:gd name="connsiteX85" fmla="*/ 62103 w 1453388"/>
                  <a:gd name="connsiteY85" fmla="*/ 148014 h 1472497"/>
                  <a:gd name="connsiteX86" fmla="*/ 130175 w 1453388"/>
                  <a:gd name="connsiteY86" fmla="*/ 143696 h 1472497"/>
                  <a:gd name="connsiteX87" fmla="*/ 124587 w 1453388"/>
                  <a:gd name="connsiteY87" fmla="*/ 109660 h 1472497"/>
                  <a:gd name="connsiteX88" fmla="*/ 0 w 1453388"/>
                  <a:gd name="connsiteY88" fmla="*/ 45399 h 1472497"/>
                  <a:gd name="connsiteX89" fmla="*/ 32893 w 1453388"/>
                  <a:gd name="connsiteY89" fmla="*/ 36127 h 1472497"/>
                  <a:gd name="connsiteX90" fmla="*/ 65278 w 1453388"/>
                  <a:gd name="connsiteY90" fmla="*/ 60765 h 1472497"/>
                  <a:gd name="connsiteX91" fmla="*/ 280543 w 1453388"/>
                  <a:gd name="connsiteY91" fmla="*/ 123757 h 1472497"/>
                  <a:gd name="connsiteX92" fmla="*/ 32893 w 1453388"/>
                  <a:gd name="connsiteY92" fmla="*/ 36127 h 1472497"/>
                  <a:gd name="connsiteX93" fmla="*/ 839978 w 1453388"/>
                  <a:gd name="connsiteY93" fmla="*/ 33334 h 1472497"/>
                  <a:gd name="connsiteX94" fmla="*/ 729488 w 1453388"/>
                  <a:gd name="connsiteY94" fmla="*/ 140649 h 1472497"/>
                  <a:gd name="connsiteX95" fmla="*/ 886968 w 1453388"/>
                  <a:gd name="connsiteY95" fmla="*/ 369883 h 1472497"/>
                  <a:gd name="connsiteX96" fmla="*/ 1055370 w 1453388"/>
                  <a:gd name="connsiteY96" fmla="*/ 257362 h 1472497"/>
                  <a:gd name="connsiteX97" fmla="*/ 993902 w 1453388"/>
                  <a:gd name="connsiteY97" fmla="*/ 60765 h 1472497"/>
                  <a:gd name="connsiteX98" fmla="*/ 839978 w 1453388"/>
                  <a:gd name="connsiteY98" fmla="*/ 33334 h 1472497"/>
                  <a:gd name="connsiteX99" fmla="*/ 1186180 w 1453388"/>
                  <a:gd name="connsiteY99" fmla="*/ 144205 h 1472497"/>
                  <a:gd name="connsiteX100" fmla="*/ 1402334 w 1453388"/>
                  <a:gd name="connsiteY100" fmla="*/ 271205 h 1472497"/>
                  <a:gd name="connsiteX101" fmla="*/ 1186180 w 1453388"/>
                  <a:gd name="connsiteY101" fmla="*/ 144205 h 1472497"/>
                  <a:gd name="connsiteX102" fmla="*/ 77851 w 1453388"/>
                  <a:gd name="connsiteY102" fmla="*/ 172526 h 1472497"/>
                  <a:gd name="connsiteX103" fmla="*/ 54356 w 1453388"/>
                  <a:gd name="connsiteY103" fmla="*/ 238565 h 1472497"/>
                  <a:gd name="connsiteX104" fmla="*/ 125984 w 1453388"/>
                  <a:gd name="connsiteY104" fmla="*/ 274126 h 1472497"/>
                  <a:gd name="connsiteX105" fmla="*/ 170180 w 1453388"/>
                  <a:gd name="connsiteY105" fmla="*/ 225484 h 1472497"/>
                  <a:gd name="connsiteX106" fmla="*/ 77851 w 1453388"/>
                  <a:gd name="connsiteY106" fmla="*/ 172526 h 1472497"/>
                  <a:gd name="connsiteX107" fmla="*/ 1245489 w 1453388"/>
                  <a:gd name="connsiteY107" fmla="*/ 298890 h 1472497"/>
                  <a:gd name="connsiteX108" fmla="*/ 1229868 w 1453388"/>
                  <a:gd name="connsiteY108" fmla="*/ 369502 h 1472497"/>
                  <a:gd name="connsiteX109" fmla="*/ 1323594 w 1453388"/>
                  <a:gd name="connsiteY109" fmla="*/ 351722 h 1472497"/>
                  <a:gd name="connsiteX110" fmla="*/ 1245489 w 1453388"/>
                  <a:gd name="connsiteY110" fmla="*/ 298890 h 1472497"/>
                  <a:gd name="connsiteX111" fmla="*/ 517779 w 1453388"/>
                  <a:gd name="connsiteY111" fmla="*/ 356040 h 1472497"/>
                  <a:gd name="connsiteX112" fmla="*/ 557530 w 1453388"/>
                  <a:gd name="connsiteY112" fmla="*/ 422081 h 1472497"/>
                  <a:gd name="connsiteX113" fmla="*/ 581279 w 1453388"/>
                  <a:gd name="connsiteY113" fmla="*/ 355406 h 1472497"/>
                  <a:gd name="connsiteX114" fmla="*/ 517779 w 1453388"/>
                  <a:gd name="connsiteY114" fmla="*/ 356040 h 1472497"/>
                  <a:gd name="connsiteX115" fmla="*/ 787400 w 1453388"/>
                  <a:gd name="connsiteY115" fmla="*/ 550224 h 1472497"/>
                  <a:gd name="connsiteX116" fmla="*/ 551561 w 1453388"/>
                  <a:gd name="connsiteY116" fmla="*/ 708084 h 1472497"/>
                  <a:gd name="connsiteX117" fmla="*/ 521081 w 1453388"/>
                  <a:gd name="connsiteY117" fmla="*/ 910269 h 1472497"/>
                  <a:gd name="connsiteX118" fmla="*/ 656336 w 1453388"/>
                  <a:gd name="connsiteY118" fmla="*/ 1108643 h 1472497"/>
                  <a:gd name="connsiteX119" fmla="*/ 885698 w 1453388"/>
                  <a:gd name="connsiteY119" fmla="*/ 1143059 h 1472497"/>
                  <a:gd name="connsiteX120" fmla="*/ 1167257 w 1453388"/>
                  <a:gd name="connsiteY120" fmla="*/ 1081464 h 1472497"/>
                  <a:gd name="connsiteX121" fmla="*/ 1254379 w 1453388"/>
                  <a:gd name="connsiteY121" fmla="*/ 789745 h 1472497"/>
                  <a:gd name="connsiteX122" fmla="*/ 1073404 w 1453388"/>
                  <a:gd name="connsiteY122" fmla="*/ 576766 h 1472497"/>
                  <a:gd name="connsiteX123" fmla="*/ 787400 w 1453388"/>
                  <a:gd name="connsiteY123" fmla="*/ 550224 h 1472497"/>
                  <a:gd name="connsiteX124" fmla="*/ 266700 w 1453388"/>
                  <a:gd name="connsiteY124" fmla="*/ 566480 h 1472497"/>
                  <a:gd name="connsiteX125" fmla="*/ 314071 w 1453388"/>
                  <a:gd name="connsiteY125" fmla="*/ 625407 h 1472497"/>
                  <a:gd name="connsiteX126" fmla="*/ 266700 w 1453388"/>
                  <a:gd name="connsiteY126" fmla="*/ 566480 h 1472497"/>
                  <a:gd name="connsiteX127" fmla="*/ 508508 w 1453388"/>
                  <a:gd name="connsiteY127" fmla="*/ 984309 h 1472497"/>
                  <a:gd name="connsiteX128" fmla="*/ 500888 w 1453388"/>
                  <a:gd name="connsiteY128" fmla="*/ 753677 h 1472497"/>
                  <a:gd name="connsiteX129" fmla="*/ 508508 w 1453388"/>
                  <a:gd name="connsiteY129" fmla="*/ 984309 h 1472497"/>
                  <a:gd name="connsiteX130" fmla="*/ 1274572 w 1453388"/>
                  <a:gd name="connsiteY130" fmla="*/ 752662 h 1472497"/>
                  <a:gd name="connsiteX131" fmla="*/ 1273048 w 1453388"/>
                  <a:gd name="connsiteY131" fmla="*/ 989008 h 1472497"/>
                  <a:gd name="connsiteX132" fmla="*/ 1274572 w 1453388"/>
                  <a:gd name="connsiteY132" fmla="*/ 752662 h 1472497"/>
                  <a:gd name="connsiteX133" fmla="*/ 1310640 w 1453388"/>
                  <a:gd name="connsiteY133" fmla="*/ 1163761 h 1472497"/>
                  <a:gd name="connsiteX134" fmla="*/ 1312418 w 1453388"/>
                  <a:gd name="connsiteY134" fmla="*/ 1303461 h 1472497"/>
                  <a:gd name="connsiteX135" fmla="*/ 1425702 w 1453388"/>
                  <a:gd name="connsiteY135" fmla="*/ 1234119 h 1472497"/>
                  <a:gd name="connsiteX136" fmla="*/ 1310640 w 1453388"/>
                  <a:gd name="connsiteY136" fmla="*/ 1163761 h 1472497"/>
                  <a:gd name="connsiteX137" fmla="*/ 1154557 w 1453388"/>
                  <a:gd name="connsiteY137" fmla="*/ 1181540 h 1472497"/>
                  <a:gd name="connsiteX138" fmla="*/ 1189609 w 1453388"/>
                  <a:gd name="connsiteY138" fmla="*/ 1338005 h 1472497"/>
                  <a:gd name="connsiteX139" fmla="*/ 1241806 w 1453388"/>
                  <a:gd name="connsiteY139" fmla="*/ 1235643 h 1472497"/>
                  <a:gd name="connsiteX140" fmla="*/ 1154557 w 1453388"/>
                  <a:gd name="connsiteY140" fmla="*/ 1181540 h 1472497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285367 w 1453388"/>
                  <a:gd name="connsiteY15" fmla="*/ 255330 h 1472498"/>
                  <a:gd name="connsiteX16" fmla="*/ 1166114 w 1453388"/>
                  <a:gd name="connsiteY16" fmla="*/ 154364 h 1472498"/>
                  <a:gd name="connsiteX17" fmla="*/ 1306703 w 1453388"/>
                  <a:gd name="connsiteY17" fmla="*/ 149920 h 1472498"/>
                  <a:gd name="connsiteX18" fmla="*/ 1414653 w 1453388"/>
                  <a:gd name="connsiteY18" fmla="*/ 279206 h 1472498"/>
                  <a:gd name="connsiteX19" fmla="*/ 1394587 w 1453388"/>
                  <a:gd name="connsiteY19" fmla="*/ 290255 h 1472498"/>
                  <a:gd name="connsiteX20" fmla="*/ 1349121 w 1453388"/>
                  <a:gd name="connsiteY20" fmla="*/ 319338 h 1472498"/>
                  <a:gd name="connsiteX21" fmla="*/ 1338961 w 1453388"/>
                  <a:gd name="connsiteY21" fmla="*/ 386520 h 1472498"/>
                  <a:gd name="connsiteX22" fmla="*/ 1206754 w 1453388"/>
                  <a:gd name="connsiteY22" fmla="*/ 380044 h 1472498"/>
                  <a:gd name="connsiteX23" fmla="*/ 1190244 w 1453388"/>
                  <a:gd name="connsiteY23" fmla="*/ 344357 h 1472498"/>
                  <a:gd name="connsiteX24" fmla="*/ 1201801 w 1453388"/>
                  <a:gd name="connsiteY24" fmla="*/ 303844 h 1472498"/>
                  <a:gd name="connsiteX25" fmla="*/ 1082294 w 1453388"/>
                  <a:gd name="connsiteY25" fmla="*/ 261426 h 1472498"/>
                  <a:gd name="connsiteX26" fmla="*/ 945007 w 1453388"/>
                  <a:gd name="connsiteY26" fmla="*/ 390712 h 1472498"/>
                  <a:gd name="connsiteX27" fmla="*/ 895604 w 1453388"/>
                  <a:gd name="connsiteY27" fmla="*/ 397570 h 1472498"/>
                  <a:gd name="connsiteX28" fmla="*/ 895350 w 1453388"/>
                  <a:gd name="connsiteY28" fmla="*/ 515171 h 1472498"/>
                  <a:gd name="connsiteX29" fmla="*/ 1144651 w 1453388"/>
                  <a:gd name="connsiteY29" fmla="*/ 586800 h 1472498"/>
                  <a:gd name="connsiteX30" fmla="*/ 1251204 w 1453388"/>
                  <a:gd name="connsiteY30" fmla="*/ 704528 h 1472498"/>
                  <a:gd name="connsiteX31" fmla="*/ 1340993 w 1453388"/>
                  <a:gd name="connsiteY31" fmla="*/ 779713 h 1472498"/>
                  <a:gd name="connsiteX32" fmla="*/ 1256030 w 1453388"/>
                  <a:gd name="connsiteY32" fmla="*/ 1014155 h 1472498"/>
                  <a:gd name="connsiteX33" fmla="*/ 1237361 w 1453388"/>
                  <a:gd name="connsiteY33" fmla="*/ 1043111 h 1472498"/>
                  <a:gd name="connsiteX34" fmla="*/ 1122934 w 1453388"/>
                  <a:gd name="connsiteY34" fmla="*/ 1135439 h 1472498"/>
                  <a:gd name="connsiteX35" fmla="*/ 1246632 w 1453388"/>
                  <a:gd name="connsiteY35" fmla="*/ 1210624 h 1472498"/>
                  <a:gd name="connsiteX36" fmla="*/ 1310640 w 1453388"/>
                  <a:gd name="connsiteY36" fmla="*/ 1137345 h 1472498"/>
                  <a:gd name="connsiteX37" fmla="*/ 1410843 w 1453388"/>
                  <a:gd name="connsiteY37" fmla="*/ 1154108 h 1472498"/>
                  <a:gd name="connsiteX38" fmla="*/ 1453388 w 1453388"/>
                  <a:gd name="connsiteY38" fmla="*/ 1224720 h 1472498"/>
                  <a:gd name="connsiteX39" fmla="*/ 1383665 w 1453388"/>
                  <a:gd name="connsiteY39" fmla="*/ 1462338 h 1472498"/>
                  <a:gd name="connsiteX40" fmla="*/ 1360424 w 1453388"/>
                  <a:gd name="connsiteY40" fmla="*/ 1465005 h 1472498"/>
                  <a:gd name="connsiteX41" fmla="*/ 1413637 w 1453388"/>
                  <a:gd name="connsiteY41" fmla="*/ 1314509 h 1472498"/>
                  <a:gd name="connsiteX42" fmla="*/ 1331468 w 1453388"/>
                  <a:gd name="connsiteY42" fmla="*/ 1334068 h 1472498"/>
                  <a:gd name="connsiteX43" fmla="*/ 1247394 w 1453388"/>
                  <a:gd name="connsiteY43" fmla="*/ 1274251 h 1472498"/>
                  <a:gd name="connsiteX44" fmla="*/ 1194054 w 1453388"/>
                  <a:gd name="connsiteY44" fmla="*/ 1459036 h 1472498"/>
                  <a:gd name="connsiteX45" fmla="*/ 1192022 w 1453388"/>
                  <a:gd name="connsiteY45" fmla="*/ 1472498 h 1472498"/>
                  <a:gd name="connsiteX46" fmla="*/ 1176909 w 1453388"/>
                  <a:gd name="connsiteY46" fmla="*/ 1457257 h 1472498"/>
                  <a:gd name="connsiteX47" fmla="*/ 1165606 w 1453388"/>
                  <a:gd name="connsiteY47" fmla="*/ 1370136 h 1472498"/>
                  <a:gd name="connsiteX48" fmla="*/ 1128776 w 1453388"/>
                  <a:gd name="connsiteY48" fmla="*/ 1185986 h 1472498"/>
                  <a:gd name="connsiteX49" fmla="*/ 1121791 w 1453388"/>
                  <a:gd name="connsiteY49" fmla="*/ 1162618 h 1472498"/>
                  <a:gd name="connsiteX50" fmla="*/ 950214 w 1453388"/>
                  <a:gd name="connsiteY50" fmla="*/ 1166427 h 1472498"/>
                  <a:gd name="connsiteX51" fmla="*/ 685927 w 1453388"/>
                  <a:gd name="connsiteY51" fmla="*/ 1159062 h 1472498"/>
                  <a:gd name="connsiteX52" fmla="*/ 645795 w 1453388"/>
                  <a:gd name="connsiteY52" fmla="*/ 1182302 h 1472498"/>
                  <a:gd name="connsiteX53" fmla="*/ 599694 w 1453388"/>
                  <a:gd name="connsiteY53" fmla="*/ 1461830 h 1472498"/>
                  <a:gd name="connsiteX54" fmla="*/ 574929 w 1453388"/>
                  <a:gd name="connsiteY54" fmla="*/ 1466020 h 1472498"/>
                  <a:gd name="connsiteX55" fmla="*/ 614299 w 1453388"/>
                  <a:gd name="connsiteY55" fmla="*/ 1184207 h 1472498"/>
                  <a:gd name="connsiteX56" fmla="*/ 481711 w 1453388"/>
                  <a:gd name="connsiteY56" fmla="*/ 1325051 h 1472498"/>
                  <a:gd name="connsiteX57" fmla="*/ 439166 w 1453388"/>
                  <a:gd name="connsiteY57" fmla="*/ 1458527 h 1472498"/>
                  <a:gd name="connsiteX58" fmla="*/ 413258 w 1453388"/>
                  <a:gd name="connsiteY58" fmla="*/ 1468814 h 1472498"/>
                  <a:gd name="connsiteX59" fmla="*/ 520319 w 1453388"/>
                  <a:gd name="connsiteY59" fmla="*/ 1228657 h 1472498"/>
                  <a:gd name="connsiteX60" fmla="*/ 650621 w 1453388"/>
                  <a:gd name="connsiteY60" fmla="*/ 1136963 h 1472498"/>
                  <a:gd name="connsiteX61" fmla="*/ 524637 w 1453388"/>
                  <a:gd name="connsiteY61" fmla="*/ 1011361 h 1472498"/>
                  <a:gd name="connsiteX62" fmla="*/ 446024 w 1453388"/>
                  <a:gd name="connsiteY62" fmla="*/ 970720 h 1472498"/>
                  <a:gd name="connsiteX63" fmla="*/ 414147 w 1453388"/>
                  <a:gd name="connsiteY63" fmla="*/ 824925 h 1472498"/>
                  <a:gd name="connsiteX64" fmla="*/ 513842 w 1453388"/>
                  <a:gd name="connsiteY64" fmla="*/ 724849 h 1472498"/>
                  <a:gd name="connsiteX65" fmla="*/ 691896 w 1453388"/>
                  <a:gd name="connsiteY65" fmla="*/ 550477 h 1472498"/>
                  <a:gd name="connsiteX66" fmla="*/ 869061 w 1453388"/>
                  <a:gd name="connsiteY66" fmla="*/ 514409 h 1472498"/>
                  <a:gd name="connsiteX67" fmla="*/ 869061 w 1453388"/>
                  <a:gd name="connsiteY67" fmla="*/ 398458 h 1472498"/>
                  <a:gd name="connsiteX68" fmla="*/ 722757 w 1453388"/>
                  <a:gd name="connsiteY68" fmla="*/ 301684 h 1472498"/>
                  <a:gd name="connsiteX69" fmla="*/ 610616 w 1453388"/>
                  <a:gd name="connsiteY69" fmla="*/ 358453 h 1472498"/>
                  <a:gd name="connsiteX70" fmla="*/ 598932 w 1453388"/>
                  <a:gd name="connsiteY70" fmla="*/ 438082 h 1472498"/>
                  <a:gd name="connsiteX71" fmla="*/ 511556 w 1453388"/>
                  <a:gd name="connsiteY71" fmla="*/ 439860 h 1472498"/>
                  <a:gd name="connsiteX72" fmla="*/ 475615 w 1453388"/>
                  <a:gd name="connsiteY72" fmla="*/ 374328 h 1472498"/>
                  <a:gd name="connsiteX73" fmla="*/ 395224 w 1453388"/>
                  <a:gd name="connsiteY73" fmla="*/ 348801 h 1472498"/>
                  <a:gd name="connsiteX74" fmla="*/ 326771 w 1453388"/>
                  <a:gd name="connsiteY74" fmla="*/ 533713 h 1472498"/>
                  <a:gd name="connsiteX75" fmla="*/ 356489 w 1453388"/>
                  <a:gd name="connsiteY75" fmla="*/ 561400 h 1472498"/>
                  <a:gd name="connsiteX76" fmla="*/ 290703 w 1453388"/>
                  <a:gd name="connsiteY76" fmla="*/ 659189 h 1472498"/>
                  <a:gd name="connsiteX77" fmla="*/ 241808 w 1453388"/>
                  <a:gd name="connsiteY77" fmla="*/ 552890 h 1472498"/>
                  <a:gd name="connsiteX78" fmla="*/ 300228 w 1453388"/>
                  <a:gd name="connsiteY78" fmla="*/ 527871 h 1472498"/>
                  <a:gd name="connsiteX79" fmla="*/ 349250 w 1453388"/>
                  <a:gd name="connsiteY79" fmla="*/ 400871 h 1472498"/>
                  <a:gd name="connsiteX80" fmla="*/ 372999 w 1453388"/>
                  <a:gd name="connsiteY80" fmla="*/ 338895 h 1472498"/>
                  <a:gd name="connsiteX81" fmla="*/ 180721 w 1453388"/>
                  <a:gd name="connsiteY81" fmla="*/ 261933 h 1472498"/>
                  <a:gd name="connsiteX82" fmla="*/ 131445 w 1453388"/>
                  <a:gd name="connsiteY82" fmla="*/ 300288 h 1472498"/>
                  <a:gd name="connsiteX83" fmla="*/ 34798 w 1453388"/>
                  <a:gd name="connsiteY83" fmla="*/ 262441 h 1472498"/>
                  <a:gd name="connsiteX84" fmla="*/ 62103 w 1453388"/>
                  <a:gd name="connsiteY84" fmla="*/ 148014 h 1472498"/>
                  <a:gd name="connsiteX85" fmla="*/ 130175 w 1453388"/>
                  <a:gd name="connsiteY85" fmla="*/ 143696 h 1472498"/>
                  <a:gd name="connsiteX86" fmla="*/ 124587 w 1453388"/>
                  <a:gd name="connsiteY86" fmla="*/ 109660 h 1472498"/>
                  <a:gd name="connsiteX87" fmla="*/ 0 w 1453388"/>
                  <a:gd name="connsiteY87" fmla="*/ 45399 h 1472498"/>
                  <a:gd name="connsiteX88" fmla="*/ 32893 w 1453388"/>
                  <a:gd name="connsiteY88" fmla="*/ 36127 h 1472498"/>
                  <a:gd name="connsiteX89" fmla="*/ 65278 w 1453388"/>
                  <a:gd name="connsiteY89" fmla="*/ 60765 h 1472498"/>
                  <a:gd name="connsiteX90" fmla="*/ 280543 w 1453388"/>
                  <a:gd name="connsiteY90" fmla="*/ 123757 h 1472498"/>
                  <a:gd name="connsiteX91" fmla="*/ 32893 w 1453388"/>
                  <a:gd name="connsiteY91" fmla="*/ 36127 h 1472498"/>
                  <a:gd name="connsiteX92" fmla="*/ 839978 w 1453388"/>
                  <a:gd name="connsiteY92" fmla="*/ 33334 h 1472498"/>
                  <a:gd name="connsiteX93" fmla="*/ 729488 w 1453388"/>
                  <a:gd name="connsiteY93" fmla="*/ 140649 h 1472498"/>
                  <a:gd name="connsiteX94" fmla="*/ 886968 w 1453388"/>
                  <a:gd name="connsiteY94" fmla="*/ 369883 h 1472498"/>
                  <a:gd name="connsiteX95" fmla="*/ 1055370 w 1453388"/>
                  <a:gd name="connsiteY95" fmla="*/ 257362 h 1472498"/>
                  <a:gd name="connsiteX96" fmla="*/ 993902 w 1453388"/>
                  <a:gd name="connsiteY96" fmla="*/ 60765 h 1472498"/>
                  <a:gd name="connsiteX97" fmla="*/ 839978 w 1453388"/>
                  <a:gd name="connsiteY97" fmla="*/ 33334 h 1472498"/>
                  <a:gd name="connsiteX98" fmla="*/ 1186180 w 1453388"/>
                  <a:gd name="connsiteY98" fmla="*/ 144205 h 1472498"/>
                  <a:gd name="connsiteX99" fmla="*/ 1402334 w 1453388"/>
                  <a:gd name="connsiteY99" fmla="*/ 271205 h 1472498"/>
                  <a:gd name="connsiteX100" fmla="*/ 1186180 w 1453388"/>
                  <a:gd name="connsiteY100" fmla="*/ 144205 h 1472498"/>
                  <a:gd name="connsiteX101" fmla="*/ 77851 w 1453388"/>
                  <a:gd name="connsiteY101" fmla="*/ 172526 h 1472498"/>
                  <a:gd name="connsiteX102" fmla="*/ 54356 w 1453388"/>
                  <a:gd name="connsiteY102" fmla="*/ 238565 h 1472498"/>
                  <a:gd name="connsiteX103" fmla="*/ 125984 w 1453388"/>
                  <a:gd name="connsiteY103" fmla="*/ 274126 h 1472498"/>
                  <a:gd name="connsiteX104" fmla="*/ 170180 w 1453388"/>
                  <a:gd name="connsiteY104" fmla="*/ 225484 h 1472498"/>
                  <a:gd name="connsiteX105" fmla="*/ 77851 w 1453388"/>
                  <a:gd name="connsiteY105" fmla="*/ 172526 h 1472498"/>
                  <a:gd name="connsiteX106" fmla="*/ 1245489 w 1453388"/>
                  <a:gd name="connsiteY106" fmla="*/ 298890 h 1472498"/>
                  <a:gd name="connsiteX107" fmla="*/ 1229868 w 1453388"/>
                  <a:gd name="connsiteY107" fmla="*/ 369502 h 1472498"/>
                  <a:gd name="connsiteX108" fmla="*/ 1323594 w 1453388"/>
                  <a:gd name="connsiteY108" fmla="*/ 351722 h 1472498"/>
                  <a:gd name="connsiteX109" fmla="*/ 1245489 w 1453388"/>
                  <a:gd name="connsiteY109" fmla="*/ 298890 h 1472498"/>
                  <a:gd name="connsiteX110" fmla="*/ 517779 w 1453388"/>
                  <a:gd name="connsiteY110" fmla="*/ 356040 h 1472498"/>
                  <a:gd name="connsiteX111" fmla="*/ 557530 w 1453388"/>
                  <a:gd name="connsiteY111" fmla="*/ 422081 h 1472498"/>
                  <a:gd name="connsiteX112" fmla="*/ 581279 w 1453388"/>
                  <a:gd name="connsiteY112" fmla="*/ 355406 h 1472498"/>
                  <a:gd name="connsiteX113" fmla="*/ 517779 w 1453388"/>
                  <a:gd name="connsiteY113" fmla="*/ 356040 h 1472498"/>
                  <a:gd name="connsiteX114" fmla="*/ 787400 w 1453388"/>
                  <a:gd name="connsiteY114" fmla="*/ 550224 h 1472498"/>
                  <a:gd name="connsiteX115" fmla="*/ 551561 w 1453388"/>
                  <a:gd name="connsiteY115" fmla="*/ 708084 h 1472498"/>
                  <a:gd name="connsiteX116" fmla="*/ 521081 w 1453388"/>
                  <a:gd name="connsiteY116" fmla="*/ 910269 h 1472498"/>
                  <a:gd name="connsiteX117" fmla="*/ 656336 w 1453388"/>
                  <a:gd name="connsiteY117" fmla="*/ 1108643 h 1472498"/>
                  <a:gd name="connsiteX118" fmla="*/ 885698 w 1453388"/>
                  <a:gd name="connsiteY118" fmla="*/ 1143059 h 1472498"/>
                  <a:gd name="connsiteX119" fmla="*/ 1167257 w 1453388"/>
                  <a:gd name="connsiteY119" fmla="*/ 1081464 h 1472498"/>
                  <a:gd name="connsiteX120" fmla="*/ 1254379 w 1453388"/>
                  <a:gd name="connsiteY120" fmla="*/ 789745 h 1472498"/>
                  <a:gd name="connsiteX121" fmla="*/ 1073404 w 1453388"/>
                  <a:gd name="connsiteY121" fmla="*/ 576766 h 1472498"/>
                  <a:gd name="connsiteX122" fmla="*/ 787400 w 1453388"/>
                  <a:gd name="connsiteY122" fmla="*/ 550224 h 1472498"/>
                  <a:gd name="connsiteX123" fmla="*/ 266700 w 1453388"/>
                  <a:gd name="connsiteY123" fmla="*/ 566480 h 1472498"/>
                  <a:gd name="connsiteX124" fmla="*/ 314071 w 1453388"/>
                  <a:gd name="connsiteY124" fmla="*/ 625407 h 1472498"/>
                  <a:gd name="connsiteX125" fmla="*/ 266700 w 1453388"/>
                  <a:gd name="connsiteY125" fmla="*/ 566480 h 1472498"/>
                  <a:gd name="connsiteX126" fmla="*/ 508508 w 1453388"/>
                  <a:gd name="connsiteY126" fmla="*/ 984309 h 1472498"/>
                  <a:gd name="connsiteX127" fmla="*/ 500888 w 1453388"/>
                  <a:gd name="connsiteY127" fmla="*/ 753677 h 1472498"/>
                  <a:gd name="connsiteX128" fmla="*/ 508508 w 1453388"/>
                  <a:gd name="connsiteY128" fmla="*/ 984309 h 1472498"/>
                  <a:gd name="connsiteX129" fmla="*/ 1274572 w 1453388"/>
                  <a:gd name="connsiteY129" fmla="*/ 752662 h 1472498"/>
                  <a:gd name="connsiteX130" fmla="*/ 1273048 w 1453388"/>
                  <a:gd name="connsiteY130" fmla="*/ 989008 h 1472498"/>
                  <a:gd name="connsiteX131" fmla="*/ 1274572 w 1453388"/>
                  <a:gd name="connsiteY131" fmla="*/ 752662 h 1472498"/>
                  <a:gd name="connsiteX132" fmla="*/ 1310640 w 1453388"/>
                  <a:gd name="connsiteY132" fmla="*/ 1163761 h 1472498"/>
                  <a:gd name="connsiteX133" fmla="*/ 1312418 w 1453388"/>
                  <a:gd name="connsiteY133" fmla="*/ 1303461 h 1472498"/>
                  <a:gd name="connsiteX134" fmla="*/ 1425702 w 1453388"/>
                  <a:gd name="connsiteY134" fmla="*/ 1234119 h 1472498"/>
                  <a:gd name="connsiteX135" fmla="*/ 1310640 w 1453388"/>
                  <a:gd name="connsiteY135" fmla="*/ 1163761 h 1472498"/>
                  <a:gd name="connsiteX136" fmla="*/ 1154557 w 1453388"/>
                  <a:gd name="connsiteY136" fmla="*/ 1181540 h 1472498"/>
                  <a:gd name="connsiteX137" fmla="*/ 1189609 w 1453388"/>
                  <a:gd name="connsiteY137" fmla="*/ 1338005 h 1472498"/>
                  <a:gd name="connsiteX138" fmla="*/ 1241806 w 1453388"/>
                  <a:gd name="connsiteY138" fmla="*/ 1235643 h 1472498"/>
                  <a:gd name="connsiteX139" fmla="*/ 1154557 w 1453388"/>
                  <a:gd name="connsiteY139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166114 w 1453388"/>
                  <a:gd name="connsiteY15" fmla="*/ 154364 h 1472498"/>
                  <a:gd name="connsiteX16" fmla="*/ 1306703 w 1453388"/>
                  <a:gd name="connsiteY16" fmla="*/ 149920 h 1472498"/>
                  <a:gd name="connsiteX17" fmla="*/ 1414653 w 1453388"/>
                  <a:gd name="connsiteY17" fmla="*/ 279206 h 1472498"/>
                  <a:gd name="connsiteX18" fmla="*/ 1394587 w 1453388"/>
                  <a:gd name="connsiteY18" fmla="*/ 290255 h 1472498"/>
                  <a:gd name="connsiteX19" fmla="*/ 1349121 w 1453388"/>
                  <a:gd name="connsiteY19" fmla="*/ 319338 h 1472498"/>
                  <a:gd name="connsiteX20" fmla="*/ 1338961 w 1453388"/>
                  <a:gd name="connsiteY20" fmla="*/ 386520 h 1472498"/>
                  <a:gd name="connsiteX21" fmla="*/ 1206754 w 1453388"/>
                  <a:gd name="connsiteY21" fmla="*/ 380044 h 1472498"/>
                  <a:gd name="connsiteX22" fmla="*/ 1190244 w 1453388"/>
                  <a:gd name="connsiteY22" fmla="*/ 344357 h 1472498"/>
                  <a:gd name="connsiteX23" fmla="*/ 1201801 w 1453388"/>
                  <a:gd name="connsiteY23" fmla="*/ 303844 h 1472498"/>
                  <a:gd name="connsiteX24" fmla="*/ 1082294 w 1453388"/>
                  <a:gd name="connsiteY24" fmla="*/ 261426 h 1472498"/>
                  <a:gd name="connsiteX25" fmla="*/ 945007 w 1453388"/>
                  <a:gd name="connsiteY25" fmla="*/ 390712 h 1472498"/>
                  <a:gd name="connsiteX26" fmla="*/ 895604 w 1453388"/>
                  <a:gd name="connsiteY26" fmla="*/ 397570 h 1472498"/>
                  <a:gd name="connsiteX27" fmla="*/ 895350 w 1453388"/>
                  <a:gd name="connsiteY27" fmla="*/ 515171 h 1472498"/>
                  <a:gd name="connsiteX28" fmla="*/ 1144651 w 1453388"/>
                  <a:gd name="connsiteY28" fmla="*/ 586800 h 1472498"/>
                  <a:gd name="connsiteX29" fmla="*/ 1251204 w 1453388"/>
                  <a:gd name="connsiteY29" fmla="*/ 704528 h 1472498"/>
                  <a:gd name="connsiteX30" fmla="*/ 1340993 w 1453388"/>
                  <a:gd name="connsiteY30" fmla="*/ 779713 h 1472498"/>
                  <a:gd name="connsiteX31" fmla="*/ 1256030 w 1453388"/>
                  <a:gd name="connsiteY31" fmla="*/ 1014155 h 1472498"/>
                  <a:gd name="connsiteX32" fmla="*/ 1237361 w 1453388"/>
                  <a:gd name="connsiteY32" fmla="*/ 1043111 h 1472498"/>
                  <a:gd name="connsiteX33" fmla="*/ 1122934 w 1453388"/>
                  <a:gd name="connsiteY33" fmla="*/ 1135439 h 1472498"/>
                  <a:gd name="connsiteX34" fmla="*/ 1246632 w 1453388"/>
                  <a:gd name="connsiteY34" fmla="*/ 1210624 h 1472498"/>
                  <a:gd name="connsiteX35" fmla="*/ 1310640 w 1453388"/>
                  <a:gd name="connsiteY35" fmla="*/ 1137345 h 1472498"/>
                  <a:gd name="connsiteX36" fmla="*/ 1410843 w 1453388"/>
                  <a:gd name="connsiteY36" fmla="*/ 1154108 h 1472498"/>
                  <a:gd name="connsiteX37" fmla="*/ 1453388 w 1453388"/>
                  <a:gd name="connsiteY37" fmla="*/ 1224720 h 1472498"/>
                  <a:gd name="connsiteX38" fmla="*/ 1383665 w 1453388"/>
                  <a:gd name="connsiteY38" fmla="*/ 1462338 h 1472498"/>
                  <a:gd name="connsiteX39" fmla="*/ 1360424 w 1453388"/>
                  <a:gd name="connsiteY39" fmla="*/ 1465005 h 1472498"/>
                  <a:gd name="connsiteX40" fmla="*/ 1413637 w 1453388"/>
                  <a:gd name="connsiteY40" fmla="*/ 1314509 h 1472498"/>
                  <a:gd name="connsiteX41" fmla="*/ 1331468 w 1453388"/>
                  <a:gd name="connsiteY41" fmla="*/ 1334068 h 1472498"/>
                  <a:gd name="connsiteX42" fmla="*/ 1247394 w 1453388"/>
                  <a:gd name="connsiteY42" fmla="*/ 1274251 h 1472498"/>
                  <a:gd name="connsiteX43" fmla="*/ 1194054 w 1453388"/>
                  <a:gd name="connsiteY43" fmla="*/ 1459036 h 1472498"/>
                  <a:gd name="connsiteX44" fmla="*/ 1192022 w 1453388"/>
                  <a:gd name="connsiteY44" fmla="*/ 1472498 h 1472498"/>
                  <a:gd name="connsiteX45" fmla="*/ 1176909 w 1453388"/>
                  <a:gd name="connsiteY45" fmla="*/ 1457257 h 1472498"/>
                  <a:gd name="connsiteX46" fmla="*/ 1165606 w 1453388"/>
                  <a:gd name="connsiteY46" fmla="*/ 1370136 h 1472498"/>
                  <a:gd name="connsiteX47" fmla="*/ 1128776 w 1453388"/>
                  <a:gd name="connsiteY47" fmla="*/ 1185986 h 1472498"/>
                  <a:gd name="connsiteX48" fmla="*/ 1121791 w 1453388"/>
                  <a:gd name="connsiteY48" fmla="*/ 1162618 h 1472498"/>
                  <a:gd name="connsiteX49" fmla="*/ 950214 w 1453388"/>
                  <a:gd name="connsiteY49" fmla="*/ 1166427 h 1472498"/>
                  <a:gd name="connsiteX50" fmla="*/ 685927 w 1453388"/>
                  <a:gd name="connsiteY50" fmla="*/ 1159062 h 1472498"/>
                  <a:gd name="connsiteX51" fmla="*/ 645795 w 1453388"/>
                  <a:gd name="connsiteY51" fmla="*/ 1182302 h 1472498"/>
                  <a:gd name="connsiteX52" fmla="*/ 599694 w 1453388"/>
                  <a:gd name="connsiteY52" fmla="*/ 1461830 h 1472498"/>
                  <a:gd name="connsiteX53" fmla="*/ 574929 w 1453388"/>
                  <a:gd name="connsiteY53" fmla="*/ 1466020 h 1472498"/>
                  <a:gd name="connsiteX54" fmla="*/ 614299 w 1453388"/>
                  <a:gd name="connsiteY54" fmla="*/ 1184207 h 1472498"/>
                  <a:gd name="connsiteX55" fmla="*/ 481711 w 1453388"/>
                  <a:gd name="connsiteY55" fmla="*/ 1325051 h 1472498"/>
                  <a:gd name="connsiteX56" fmla="*/ 439166 w 1453388"/>
                  <a:gd name="connsiteY56" fmla="*/ 1458527 h 1472498"/>
                  <a:gd name="connsiteX57" fmla="*/ 413258 w 1453388"/>
                  <a:gd name="connsiteY57" fmla="*/ 1468814 h 1472498"/>
                  <a:gd name="connsiteX58" fmla="*/ 520319 w 1453388"/>
                  <a:gd name="connsiteY58" fmla="*/ 1228657 h 1472498"/>
                  <a:gd name="connsiteX59" fmla="*/ 650621 w 1453388"/>
                  <a:gd name="connsiteY59" fmla="*/ 1136963 h 1472498"/>
                  <a:gd name="connsiteX60" fmla="*/ 524637 w 1453388"/>
                  <a:gd name="connsiteY60" fmla="*/ 1011361 h 1472498"/>
                  <a:gd name="connsiteX61" fmla="*/ 446024 w 1453388"/>
                  <a:gd name="connsiteY61" fmla="*/ 970720 h 1472498"/>
                  <a:gd name="connsiteX62" fmla="*/ 414147 w 1453388"/>
                  <a:gd name="connsiteY62" fmla="*/ 824925 h 1472498"/>
                  <a:gd name="connsiteX63" fmla="*/ 513842 w 1453388"/>
                  <a:gd name="connsiteY63" fmla="*/ 724849 h 1472498"/>
                  <a:gd name="connsiteX64" fmla="*/ 691896 w 1453388"/>
                  <a:gd name="connsiteY64" fmla="*/ 550477 h 1472498"/>
                  <a:gd name="connsiteX65" fmla="*/ 869061 w 1453388"/>
                  <a:gd name="connsiteY65" fmla="*/ 514409 h 1472498"/>
                  <a:gd name="connsiteX66" fmla="*/ 869061 w 1453388"/>
                  <a:gd name="connsiteY66" fmla="*/ 398458 h 1472498"/>
                  <a:gd name="connsiteX67" fmla="*/ 722757 w 1453388"/>
                  <a:gd name="connsiteY67" fmla="*/ 301684 h 1472498"/>
                  <a:gd name="connsiteX68" fmla="*/ 610616 w 1453388"/>
                  <a:gd name="connsiteY68" fmla="*/ 358453 h 1472498"/>
                  <a:gd name="connsiteX69" fmla="*/ 598932 w 1453388"/>
                  <a:gd name="connsiteY69" fmla="*/ 438082 h 1472498"/>
                  <a:gd name="connsiteX70" fmla="*/ 511556 w 1453388"/>
                  <a:gd name="connsiteY70" fmla="*/ 439860 h 1472498"/>
                  <a:gd name="connsiteX71" fmla="*/ 475615 w 1453388"/>
                  <a:gd name="connsiteY71" fmla="*/ 374328 h 1472498"/>
                  <a:gd name="connsiteX72" fmla="*/ 395224 w 1453388"/>
                  <a:gd name="connsiteY72" fmla="*/ 348801 h 1472498"/>
                  <a:gd name="connsiteX73" fmla="*/ 326771 w 1453388"/>
                  <a:gd name="connsiteY73" fmla="*/ 533713 h 1472498"/>
                  <a:gd name="connsiteX74" fmla="*/ 356489 w 1453388"/>
                  <a:gd name="connsiteY74" fmla="*/ 561400 h 1472498"/>
                  <a:gd name="connsiteX75" fmla="*/ 290703 w 1453388"/>
                  <a:gd name="connsiteY75" fmla="*/ 659189 h 1472498"/>
                  <a:gd name="connsiteX76" fmla="*/ 241808 w 1453388"/>
                  <a:gd name="connsiteY76" fmla="*/ 552890 h 1472498"/>
                  <a:gd name="connsiteX77" fmla="*/ 300228 w 1453388"/>
                  <a:gd name="connsiteY77" fmla="*/ 527871 h 1472498"/>
                  <a:gd name="connsiteX78" fmla="*/ 349250 w 1453388"/>
                  <a:gd name="connsiteY78" fmla="*/ 400871 h 1472498"/>
                  <a:gd name="connsiteX79" fmla="*/ 372999 w 1453388"/>
                  <a:gd name="connsiteY79" fmla="*/ 338895 h 1472498"/>
                  <a:gd name="connsiteX80" fmla="*/ 180721 w 1453388"/>
                  <a:gd name="connsiteY80" fmla="*/ 261933 h 1472498"/>
                  <a:gd name="connsiteX81" fmla="*/ 131445 w 1453388"/>
                  <a:gd name="connsiteY81" fmla="*/ 300288 h 1472498"/>
                  <a:gd name="connsiteX82" fmla="*/ 34798 w 1453388"/>
                  <a:gd name="connsiteY82" fmla="*/ 262441 h 1472498"/>
                  <a:gd name="connsiteX83" fmla="*/ 62103 w 1453388"/>
                  <a:gd name="connsiteY83" fmla="*/ 148014 h 1472498"/>
                  <a:gd name="connsiteX84" fmla="*/ 130175 w 1453388"/>
                  <a:gd name="connsiteY84" fmla="*/ 143696 h 1472498"/>
                  <a:gd name="connsiteX85" fmla="*/ 124587 w 1453388"/>
                  <a:gd name="connsiteY85" fmla="*/ 109660 h 1472498"/>
                  <a:gd name="connsiteX86" fmla="*/ 0 w 1453388"/>
                  <a:gd name="connsiteY86" fmla="*/ 45399 h 1472498"/>
                  <a:gd name="connsiteX87" fmla="*/ 32893 w 1453388"/>
                  <a:gd name="connsiteY87" fmla="*/ 36127 h 1472498"/>
                  <a:gd name="connsiteX88" fmla="*/ 65278 w 1453388"/>
                  <a:gd name="connsiteY88" fmla="*/ 60765 h 1472498"/>
                  <a:gd name="connsiteX89" fmla="*/ 280543 w 1453388"/>
                  <a:gd name="connsiteY89" fmla="*/ 123757 h 1472498"/>
                  <a:gd name="connsiteX90" fmla="*/ 32893 w 1453388"/>
                  <a:gd name="connsiteY90" fmla="*/ 36127 h 1472498"/>
                  <a:gd name="connsiteX91" fmla="*/ 839978 w 1453388"/>
                  <a:gd name="connsiteY91" fmla="*/ 33334 h 1472498"/>
                  <a:gd name="connsiteX92" fmla="*/ 729488 w 1453388"/>
                  <a:gd name="connsiteY92" fmla="*/ 140649 h 1472498"/>
                  <a:gd name="connsiteX93" fmla="*/ 886968 w 1453388"/>
                  <a:gd name="connsiteY93" fmla="*/ 369883 h 1472498"/>
                  <a:gd name="connsiteX94" fmla="*/ 1055370 w 1453388"/>
                  <a:gd name="connsiteY94" fmla="*/ 257362 h 1472498"/>
                  <a:gd name="connsiteX95" fmla="*/ 993902 w 1453388"/>
                  <a:gd name="connsiteY95" fmla="*/ 60765 h 1472498"/>
                  <a:gd name="connsiteX96" fmla="*/ 839978 w 1453388"/>
                  <a:gd name="connsiteY96" fmla="*/ 33334 h 1472498"/>
                  <a:gd name="connsiteX97" fmla="*/ 1186180 w 1453388"/>
                  <a:gd name="connsiteY97" fmla="*/ 144205 h 1472498"/>
                  <a:gd name="connsiteX98" fmla="*/ 1402334 w 1453388"/>
                  <a:gd name="connsiteY98" fmla="*/ 271205 h 1472498"/>
                  <a:gd name="connsiteX99" fmla="*/ 1186180 w 1453388"/>
                  <a:gd name="connsiteY99" fmla="*/ 144205 h 1472498"/>
                  <a:gd name="connsiteX100" fmla="*/ 77851 w 1453388"/>
                  <a:gd name="connsiteY100" fmla="*/ 172526 h 1472498"/>
                  <a:gd name="connsiteX101" fmla="*/ 54356 w 1453388"/>
                  <a:gd name="connsiteY101" fmla="*/ 238565 h 1472498"/>
                  <a:gd name="connsiteX102" fmla="*/ 125984 w 1453388"/>
                  <a:gd name="connsiteY102" fmla="*/ 274126 h 1472498"/>
                  <a:gd name="connsiteX103" fmla="*/ 170180 w 1453388"/>
                  <a:gd name="connsiteY103" fmla="*/ 225484 h 1472498"/>
                  <a:gd name="connsiteX104" fmla="*/ 77851 w 1453388"/>
                  <a:gd name="connsiteY104" fmla="*/ 172526 h 1472498"/>
                  <a:gd name="connsiteX105" fmla="*/ 1245489 w 1453388"/>
                  <a:gd name="connsiteY105" fmla="*/ 298890 h 1472498"/>
                  <a:gd name="connsiteX106" fmla="*/ 1229868 w 1453388"/>
                  <a:gd name="connsiteY106" fmla="*/ 369502 h 1472498"/>
                  <a:gd name="connsiteX107" fmla="*/ 1323594 w 1453388"/>
                  <a:gd name="connsiteY107" fmla="*/ 351722 h 1472498"/>
                  <a:gd name="connsiteX108" fmla="*/ 1245489 w 1453388"/>
                  <a:gd name="connsiteY108" fmla="*/ 298890 h 1472498"/>
                  <a:gd name="connsiteX109" fmla="*/ 517779 w 1453388"/>
                  <a:gd name="connsiteY109" fmla="*/ 356040 h 1472498"/>
                  <a:gd name="connsiteX110" fmla="*/ 557530 w 1453388"/>
                  <a:gd name="connsiteY110" fmla="*/ 422081 h 1472498"/>
                  <a:gd name="connsiteX111" fmla="*/ 581279 w 1453388"/>
                  <a:gd name="connsiteY111" fmla="*/ 355406 h 1472498"/>
                  <a:gd name="connsiteX112" fmla="*/ 517779 w 1453388"/>
                  <a:gd name="connsiteY112" fmla="*/ 356040 h 1472498"/>
                  <a:gd name="connsiteX113" fmla="*/ 787400 w 1453388"/>
                  <a:gd name="connsiteY113" fmla="*/ 550224 h 1472498"/>
                  <a:gd name="connsiteX114" fmla="*/ 551561 w 1453388"/>
                  <a:gd name="connsiteY114" fmla="*/ 708084 h 1472498"/>
                  <a:gd name="connsiteX115" fmla="*/ 521081 w 1453388"/>
                  <a:gd name="connsiteY115" fmla="*/ 910269 h 1472498"/>
                  <a:gd name="connsiteX116" fmla="*/ 656336 w 1453388"/>
                  <a:gd name="connsiteY116" fmla="*/ 1108643 h 1472498"/>
                  <a:gd name="connsiteX117" fmla="*/ 885698 w 1453388"/>
                  <a:gd name="connsiteY117" fmla="*/ 1143059 h 1472498"/>
                  <a:gd name="connsiteX118" fmla="*/ 1167257 w 1453388"/>
                  <a:gd name="connsiteY118" fmla="*/ 1081464 h 1472498"/>
                  <a:gd name="connsiteX119" fmla="*/ 1254379 w 1453388"/>
                  <a:gd name="connsiteY119" fmla="*/ 789745 h 1472498"/>
                  <a:gd name="connsiteX120" fmla="*/ 1073404 w 1453388"/>
                  <a:gd name="connsiteY120" fmla="*/ 576766 h 1472498"/>
                  <a:gd name="connsiteX121" fmla="*/ 787400 w 1453388"/>
                  <a:gd name="connsiteY121" fmla="*/ 550224 h 1472498"/>
                  <a:gd name="connsiteX122" fmla="*/ 266700 w 1453388"/>
                  <a:gd name="connsiteY122" fmla="*/ 566480 h 1472498"/>
                  <a:gd name="connsiteX123" fmla="*/ 314071 w 1453388"/>
                  <a:gd name="connsiteY123" fmla="*/ 625407 h 1472498"/>
                  <a:gd name="connsiteX124" fmla="*/ 266700 w 1453388"/>
                  <a:gd name="connsiteY124" fmla="*/ 566480 h 1472498"/>
                  <a:gd name="connsiteX125" fmla="*/ 508508 w 1453388"/>
                  <a:gd name="connsiteY125" fmla="*/ 984309 h 1472498"/>
                  <a:gd name="connsiteX126" fmla="*/ 500888 w 1453388"/>
                  <a:gd name="connsiteY126" fmla="*/ 753677 h 1472498"/>
                  <a:gd name="connsiteX127" fmla="*/ 508508 w 1453388"/>
                  <a:gd name="connsiteY127" fmla="*/ 984309 h 1472498"/>
                  <a:gd name="connsiteX128" fmla="*/ 1274572 w 1453388"/>
                  <a:gd name="connsiteY128" fmla="*/ 752662 h 1472498"/>
                  <a:gd name="connsiteX129" fmla="*/ 1273048 w 1453388"/>
                  <a:gd name="connsiteY129" fmla="*/ 989008 h 1472498"/>
                  <a:gd name="connsiteX130" fmla="*/ 1274572 w 1453388"/>
                  <a:gd name="connsiteY130" fmla="*/ 752662 h 1472498"/>
                  <a:gd name="connsiteX131" fmla="*/ 1310640 w 1453388"/>
                  <a:gd name="connsiteY131" fmla="*/ 1163761 h 1472498"/>
                  <a:gd name="connsiteX132" fmla="*/ 1312418 w 1453388"/>
                  <a:gd name="connsiteY132" fmla="*/ 1303461 h 1472498"/>
                  <a:gd name="connsiteX133" fmla="*/ 1425702 w 1453388"/>
                  <a:gd name="connsiteY133" fmla="*/ 1234119 h 1472498"/>
                  <a:gd name="connsiteX134" fmla="*/ 1310640 w 1453388"/>
                  <a:gd name="connsiteY134" fmla="*/ 1163761 h 1472498"/>
                  <a:gd name="connsiteX135" fmla="*/ 1154557 w 1453388"/>
                  <a:gd name="connsiteY135" fmla="*/ 1181540 h 1472498"/>
                  <a:gd name="connsiteX136" fmla="*/ 1189609 w 1453388"/>
                  <a:gd name="connsiteY136" fmla="*/ 1338005 h 1472498"/>
                  <a:gd name="connsiteX137" fmla="*/ 1241806 w 1453388"/>
                  <a:gd name="connsiteY137" fmla="*/ 1235643 h 1472498"/>
                  <a:gd name="connsiteX138" fmla="*/ 1154557 w 1453388"/>
                  <a:gd name="connsiteY138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166114 w 1453388"/>
                  <a:gd name="connsiteY15" fmla="*/ 154364 h 1472498"/>
                  <a:gd name="connsiteX16" fmla="*/ 1306703 w 1453388"/>
                  <a:gd name="connsiteY16" fmla="*/ 149920 h 1472498"/>
                  <a:gd name="connsiteX17" fmla="*/ 1414653 w 1453388"/>
                  <a:gd name="connsiteY17" fmla="*/ 279206 h 1472498"/>
                  <a:gd name="connsiteX18" fmla="*/ 1394587 w 1453388"/>
                  <a:gd name="connsiteY18" fmla="*/ 290255 h 1472498"/>
                  <a:gd name="connsiteX19" fmla="*/ 1349121 w 1453388"/>
                  <a:gd name="connsiteY19" fmla="*/ 319338 h 1472498"/>
                  <a:gd name="connsiteX20" fmla="*/ 1338961 w 1453388"/>
                  <a:gd name="connsiteY20" fmla="*/ 386520 h 1472498"/>
                  <a:gd name="connsiteX21" fmla="*/ 1206754 w 1453388"/>
                  <a:gd name="connsiteY21" fmla="*/ 380044 h 1472498"/>
                  <a:gd name="connsiteX22" fmla="*/ 1190244 w 1453388"/>
                  <a:gd name="connsiteY22" fmla="*/ 344357 h 1472498"/>
                  <a:gd name="connsiteX23" fmla="*/ 1201801 w 1453388"/>
                  <a:gd name="connsiteY23" fmla="*/ 303844 h 1472498"/>
                  <a:gd name="connsiteX24" fmla="*/ 1082294 w 1453388"/>
                  <a:gd name="connsiteY24" fmla="*/ 261426 h 1472498"/>
                  <a:gd name="connsiteX25" fmla="*/ 945007 w 1453388"/>
                  <a:gd name="connsiteY25" fmla="*/ 390712 h 1472498"/>
                  <a:gd name="connsiteX26" fmla="*/ 895604 w 1453388"/>
                  <a:gd name="connsiteY26" fmla="*/ 397570 h 1472498"/>
                  <a:gd name="connsiteX27" fmla="*/ 895350 w 1453388"/>
                  <a:gd name="connsiteY27" fmla="*/ 515171 h 1472498"/>
                  <a:gd name="connsiteX28" fmla="*/ 1144651 w 1453388"/>
                  <a:gd name="connsiteY28" fmla="*/ 586800 h 1472498"/>
                  <a:gd name="connsiteX29" fmla="*/ 1251204 w 1453388"/>
                  <a:gd name="connsiteY29" fmla="*/ 704528 h 1472498"/>
                  <a:gd name="connsiteX30" fmla="*/ 1340993 w 1453388"/>
                  <a:gd name="connsiteY30" fmla="*/ 779713 h 1472498"/>
                  <a:gd name="connsiteX31" fmla="*/ 1256030 w 1453388"/>
                  <a:gd name="connsiteY31" fmla="*/ 1014155 h 1472498"/>
                  <a:gd name="connsiteX32" fmla="*/ 1237361 w 1453388"/>
                  <a:gd name="connsiteY32" fmla="*/ 1043111 h 1472498"/>
                  <a:gd name="connsiteX33" fmla="*/ 1122934 w 1453388"/>
                  <a:gd name="connsiteY33" fmla="*/ 1135439 h 1472498"/>
                  <a:gd name="connsiteX34" fmla="*/ 1246632 w 1453388"/>
                  <a:gd name="connsiteY34" fmla="*/ 1210624 h 1472498"/>
                  <a:gd name="connsiteX35" fmla="*/ 1310640 w 1453388"/>
                  <a:gd name="connsiteY35" fmla="*/ 1137345 h 1472498"/>
                  <a:gd name="connsiteX36" fmla="*/ 1410843 w 1453388"/>
                  <a:gd name="connsiteY36" fmla="*/ 1154108 h 1472498"/>
                  <a:gd name="connsiteX37" fmla="*/ 1453388 w 1453388"/>
                  <a:gd name="connsiteY37" fmla="*/ 1224720 h 1472498"/>
                  <a:gd name="connsiteX38" fmla="*/ 1383665 w 1453388"/>
                  <a:gd name="connsiteY38" fmla="*/ 1462338 h 1472498"/>
                  <a:gd name="connsiteX39" fmla="*/ 1360424 w 1453388"/>
                  <a:gd name="connsiteY39" fmla="*/ 1465005 h 1472498"/>
                  <a:gd name="connsiteX40" fmla="*/ 1413637 w 1453388"/>
                  <a:gd name="connsiteY40" fmla="*/ 1314509 h 1472498"/>
                  <a:gd name="connsiteX41" fmla="*/ 1331468 w 1453388"/>
                  <a:gd name="connsiteY41" fmla="*/ 1334068 h 1472498"/>
                  <a:gd name="connsiteX42" fmla="*/ 1247394 w 1453388"/>
                  <a:gd name="connsiteY42" fmla="*/ 1274251 h 1472498"/>
                  <a:gd name="connsiteX43" fmla="*/ 1194054 w 1453388"/>
                  <a:gd name="connsiteY43" fmla="*/ 1459036 h 1472498"/>
                  <a:gd name="connsiteX44" fmla="*/ 1192022 w 1453388"/>
                  <a:gd name="connsiteY44" fmla="*/ 1472498 h 1472498"/>
                  <a:gd name="connsiteX45" fmla="*/ 1176909 w 1453388"/>
                  <a:gd name="connsiteY45" fmla="*/ 1457257 h 1472498"/>
                  <a:gd name="connsiteX46" fmla="*/ 1165606 w 1453388"/>
                  <a:gd name="connsiteY46" fmla="*/ 1370136 h 1472498"/>
                  <a:gd name="connsiteX47" fmla="*/ 1128776 w 1453388"/>
                  <a:gd name="connsiteY47" fmla="*/ 1185986 h 1472498"/>
                  <a:gd name="connsiteX48" fmla="*/ 1121791 w 1453388"/>
                  <a:gd name="connsiteY48" fmla="*/ 1162618 h 1472498"/>
                  <a:gd name="connsiteX49" fmla="*/ 950214 w 1453388"/>
                  <a:gd name="connsiteY49" fmla="*/ 1166427 h 1472498"/>
                  <a:gd name="connsiteX50" fmla="*/ 685927 w 1453388"/>
                  <a:gd name="connsiteY50" fmla="*/ 1159062 h 1472498"/>
                  <a:gd name="connsiteX51" fmla="*/ 645795 w 1453388"/>
                  <a:gd name="connsiteY51" fmla="*/ 1182302 h 1472498"/>
                  <a:gd name="connsiteX52" fmla="*/ 599694 w 1453388"/>
                  <a:gd name="connsiteY52" fmla="*/ 1461830 h 1472498"/>
                  <a:gd name="connsiteX53" fmla="*/ 574929 w 1453388"/>
                  <a:gd name="connsiteY53" fmla="*/ 1466020 h 1472498"/>
                  <a:gd name="connsiteX54" fmla="*/ 614299 w 1453388"/>
                  <a:gd name="connsiteY54" fmla="*/ 1184207 h 1472498"/>
                  <a:gd name="connsiteX55" fmla="*/ 481711 w 1453388"/>
                  <a:gd name="connsiteY55" fmla="*/ 1325051 h 1472498"/>
                  <a:gd name="connsiteX56" fmla="*/ 439166 w 1453388"/>
                  <a:gd name="connsiteY56" fmla="*/ 1458527 h 1472498"/>
                  <a:gd name="connsiteX57" fmla="*/ 413258 w 1453388"/>
                  <a:gd name="connsiteY57" fmla="*/ 1468814 h 1472498"/>
                  <a:gd name="connsiteX58" fmla="*/ 520319 w 1453388"/>
                  <a:gd name="connsiteY58" fmla="*/ 1228657 h 1472498"/>
                  <a:gd name="connsiteX59" fmla="*/ 650621 w 1453388"/>
                  <a:gd name="connsiteY59" fmla="*/ 1136963 h 1472498"/>
                  <a:gd name="connsiteX60" fmla="*/ 524637 w 1453388"/>
                  <a:gd name="connsiteY60" fmla="*/ 1011361 h 1472498"/>
                  <a:gd name="connsiteX61" fmla="*/ 446024 w 1453388"/>
                  <a:gd name="connsiteY61" fmla="*/ 970720 h 1472498"/>
                  <a:gd name="connsiteX62" fmla="*/ 414147 w 1453388"/>
                  <a:gd name="connsiteY62" fmla="*/ 824925 h 1472498"/>
                  <a:gd name="connsiteX63" fmla="*/ 513842 w 1453388"/>
                  <a:gd name="connsiteY63" fmla="*/ 724849 h 1472498"/>
                  <a:gd name="connsiteX64" fmla="*/ 691896 w 1453388"/>
                  <a:gd name="connsiteY64" fmla="*/ 550477 h 1472498"/>
                  <a:gd name="connsiteX65" fmla="*/ 869061 w 1453388"/>
                  <a:gd name="connsiteY65" fmla="*/ 514409 h 1472498"/>
                  <a:gd name="connsiteX66" fmla="*/ 869061 w 1453388"/>
                  <a:gd name="connsiteY66" fmla="*/ 398458 h 1472498"/>
                  <a:gd name="connsiteX67" fmla="*/ 722757 w 1453388"/>
                  <a:gd name="connsiteY67" fmla="*/ 301684 h 1472498"/>
                  <a:gd name="connsiteX68" fmla="*/ 610616 w 1453388"/>
                  <a:gd name="connsiteY68" fmla="*/ 358453 h 1472498"/>
                  <a:gd name="connsiteX69" fmla="*/ 598932 w 1453388"/>
                  <a:gd name="connsiteY69" fmla="*/ 438082 h 1472498"/>
                  <a:gd name="connsiteX70" fmla="*/ 511556 w 1453388"/>
                  <a:gd name="connsiteY70" fmla="*/ 439860 h 1472498"/>
                  <a:gd name="connsiteX71" fmla="*/ 475615 w 1453388"/>
                  <a:gd name="connsiteY71" fmla="*/ 374328 h 1472498"/>
                  <a:gd name="connsiteX72" fmla="*/ 395224 w 1453388"/>
                  <a:gd name="connsiteY72" fmla="*/ 348801 h 1472498"/>
                  <a:gd name="connsiteX73" fmla="*/ 326771 w 1453388"/>
                  <a:gd name="connsiteY73" fmla="*/ 533713 h 1472498"/>
                  <a:gd name="connsiteX74" fmla="*/ 356489 w 1453388"/>
                  <a:gd name="connsiteY74" fmla="*/ 561400 h 1472498"/>
                  <a:gd name="connsiteX75" fmla="*/ 290703 w 1453388"/>
                  <a:gd name="connsiteY75" fmla="*/ 659189 h 1472498"/>
                  <a:gd name="connsiteX76" fmla="*/ 241808 w 1453388"/>
                  <a:gd name="connsiteY76" fmla="*/ 552890 h 1472498"/>
                  <a:gd name="connsiteX77" fmla="*/ 300228 w 1453388"/>
                  <a:gd name="connsiteY77" fmla="*/ 527871 h 1472498"/>
                  <a:gd name="connsiteX78" fmla="*/ 349250 w 1453388"/>
                  <a:gd name="connsiteY78" fmla="*/ 400871 h 1472498"/>
                  <a:gd name="connsiteX79" fmla="*/ 372999 w 1453388"/>
                  <a:gd name="connsiteY79" fmla="*/ 338895 h 1472498"/>
                  <a:gd name="connsiteX80" fmla="*/ 180721 w 1453388"/>
                  <a:gd name="connsiteY80" fmla="*/ 261933 h 1472498"/>
                  <a:gd name="connsiteX81" fmla="*/ 131445 w 1453388"/>
                  <a:gd name="connsiteY81" fmla="*/ 300288 h 1472498"/>
                  <a:gd name="connsiteX82" fmla="*/ 34798 w 1453388"/>
                  <a:gd name="connsiteY82" fmla="*/ 262441 h 1472498"/>
                  <a:gd name="connsiteX83" fmla="*/ 62103 w 1453388"/>
                  <a:gd name="connsiteY83" fmla="*/ 148014 h 1472498"/>
                  <a:gd name="connsiteX84" fmla="*/ 130175 w 1453388"/>
                  <a:gd name="connsiteY84" fmla="*/ 143696 h 1472498"/>
                  <a:gd name="connsiteX85" fmla="*/ 124587 w 1453388"/>
                  <a:gd name="connsiteY85" fmla="*/ 109660 h 1472498"/>
                  <a:gd name="connsiteX86" fmla="*/ 0 w 1453388"/>
                  <a:gd name="connsiteY86" fmla="*/ 45399 h 1472498"/>
                  <a:gd name="connsiteX87" fmla="*/ 32893 w 1453388"/>
                  <a:gd name="connsiteY87" fmla="*/ 36127 h 1472498"/>
                  <a:gd name="connsiteX88" fmla="*/ 65278 w 1453388"/>
                  <a:gd name="connsiteY88" fmla="*/ 60765 h 1472498"/>
                  <a:gd name="connsiteX89" fmla="*/ 280543 w 1453388"/>
                  <a:gd name="connsiteY89" fmla="*/ 123757 h 1472498"/>
                  <a:gd name="connsiteX90" fmla="*/ 32893 w 1453388"/>
                  <a:gd name="connsiteY90" fmla="*/ 36127 h 1472498"/>
                  <a:gd name="connsiteX91" fmla="*/ 839978 w 1453388"/>
                  <a:gd name="connsiteY91" fmla="*/ 33334 h 1472498"/>
                  <a:gd name="connsiteX92" fmla="*/ 729488 w 1453388"/>
                  <a:gd name="connsiteY92" fmla="*/ 140649 h 1472498"/>
                  <a:gd name="connsiteX93" fmla="*/ 886968 w 1453388"/>
                  <a:gd name="connsiteY93" fmla="*/ 369883 h 1472498"/>
                  <a:gd name="connsiteX94" fmla="*/ 1055370 w 1453388"/>
                  <a:gd name="connsiteY94" fmla="*/ 257362 h 1472498"/>
                  <a:gd name="connsiteX95" fmla="*/ 993902 w 1453388"/>
                  <a:gd name="connsiteY95" fmla="*/ 60765 h 1472498"/>
                  <a:gd name="connsiteX96" fmla="*/ 839978 w 1453388"/>
                  <a:gd name="connsiteY96" fmla="*/ 33334 h 1472498"/>
                  <a:gd name="connsiteX97" fmla="*/ 1186180 w 1453388"/>
                  <a:gd name="connsiteY97" fmla="*/ 144205 h 1472498"/>
                  <a:gd name="connsiteX98" fmla="*/ 1186180 w 1453388"/>
                  <a:gd name="connsiteY98" fmla="*/ 144205 h 1472498"/>
                  <a:gd name="connsiteX99" fmla="*/ 77851 w 1453388"/>
                  <a:gd name="connsiteY99" fmla="*/ 172526 h 1472498"/>
                  <a:gd name="connsiteX100" fmla="*/ 54356 w 1453388"/>
                  <a:gd name="connsiteY100" fmla="*/ 238565 h 1472498"/>
                  <a:gd name="connsiteX101" fmla="*/ 125984 w 1453388"/>
                  <a:gd name="connsiteY101" fmla="*/ 274126 h 1472498"/>
                  <a:gd name="connsiteX102" fmla="*/ 170180 w 1453388"/>
                  <a:gd name="connsiteY102" fmla="*/ 225484 h 1472498"/>
                  <a:gd name="connsiteX103" fmla="*/ 77851 w 1453388"/>
                  <a:gd name="connsiteY103" fmla="*/ 172526 h 1472498"/>
                  <a:gd name="connsiteX104" fmla="*/ 1245489 w 1453388"/>
                  <a:gd name="connsiteY104" fmla="*/ 298890 h 1472498"/>
                  <a:gd name="connsiteX105" fmla="*/ 1229868 w 1453388"/>
                  <a:gd name="connsiteY105" fmla="*/ 369502 h 1472498"/>
                  <a:gd name="connsiteX106" fmla="*/ 1323594 w 1453388"/>
                  <a:gd name="connsiteY106" fmla="*/ 351722 h 1472498"/>
                  <a:gd name="connsiteX107" fmla="*/ 1245489 w 1453388"/>
                  <a:gd name="connsiteY107" fmla="*/ 298890 h 1472498"/>
                  <a:gd name="connsiteX108" fmla="*/ 517779 w 1453388"/>
                  <a:gd name="connsiteY108" fmla="*/ 356040 h 1472498"/>
                  <a:gd name="connsiteX109" fmla="*/ 557530 w 1453388"/>
                  <a:gd name="connsiteY109" fmla="*/ 422081 h 1472498"/>
                  <a:gd name="connsiteX110" fmla="*/ 581279 w 1453388"/>
                  <a:gd name="connsiteY110" fmla="*/ 355406 h 1472498"/>
                  <a:gd name="connsiteX111" fmla="*/ 517779 w 1453388"/>
                  <a:gd name="connsiteY111" fmla="*/ 356040 h 1472498"/>
                  <a:gd name="connsiteX112" fmla="*/ 787400 w 1453388"/>
                  <a:gd name="connsiteY112" fmla="*/ 550224 h 1472498"/>
                  <a:gd name="connsiteX113" fmla="*/ 551561 w 1453388"/>
                  <a:gd name="connsiteY113" fmla="*/ 708084 h 1472498"/>
                  <a:gd name="connsiteX114" fmla="*/ 521081 w 1453388"/>
                  <a:gd name="connsiteY114" fmla="*/ 910269 h 1472498"/>
                  <a:gd name="connsiteX115" fmla="*/ 656336 w 1453388"/>
                  <a:gd name="connsiteY115" fmla="*/ 1108643 h 1472498"/>
                  <a:gd name="connsiteX116" fmla="*/ 885698 w 1453388"/>
                  <a:gd name="connsiteY116" fmla="*/ 1143059 h 1472498"/>
                  <a:gd name="connsiteX117" fmla="*/ 1167257 w 1453388"/>
                  <a:gd name="connsiteY117" fmla="*/ 1081464 h 1472498"/>
                  <a:gd name="connsiteX118" fmla="*/ 1254379 w 1453388"/>
                  <a:gd name="connsiteY118" fmla="*/ 789745 h 1472498"/>
                  <a:gd name="connsiteX119" fmla="*/ 1073404 w 1453388"/>
                  <a:gd name="connsiteY119" fmla="*/ 576766 h 1472498"/>
                  <a:gd name="connsiteX120" fmla="*/ 787400 w 1453388"/>
                  <a:gd name="connsiteY120" fmla="*/ 550224 h 1472498"/>
                  <a:gd name="connsiteX121" fmla="*/ 266700 w 1453388"/>
                  <a:gd name="connsiteY121" fmla="*/ 566480 h 1472498"/>
                  <a:gd name="connsiteX122" fmla="*/ 314071 w 1453388"/>
                  <a:gd name="connsiteY122" fmla="*/ 625407 h 1472498"/>
                  <a:gd name="connsiteX123" fmla="*/ 266700 w 1453388"/>
                  <a:gd name="connsiteY123" fmla="*/ 566480 h 1472498"/>
                  <a:gd name="connsiteX124" fmla="*/ 508508 w 1453388"/>
                  <a:gd name="connsiteY124" fmla="*/ 984309 h 1472498"/>
                  <a:gd name="connsiteX125" fmla="*/ 500888 w 1453388"/>
                  <a:gd name="connsiteY125" fmla="*/ 753677 h 1472498"/>
                  <a:gd name="connsiteX126" fmla="*/ 508508 w 1453388"/>
                  <a:gd name="connsiteY126" fmla="*/ 984309 h 1472498"/>
                  <a:gd name="connsiteX127" fmla="*/ 1274572 w 1453388"/>
                  <a:gd name="connsiteY127" fmla="*/ 752662 h 1472498"/>
                  <a:gd name="connsiteX128" fmla="*/ 1273048 w 1453388"/>
                  <a:gd name="connsiteY128" fmla="*/ 989008 h 1472498"/>
                  <a:gd name="connsiteX129" fmla="*/ 1274572 w 1453388"/>
                  <a:gd name="connsiteY129" fmla="*/ 752662 h 1472498"/>
                  <a:gd name="connsiteX130" fmla="*/ 1310640 w 1453388"/>
                  <a:gd name="connsiteY130" fmla="*/ 1163761 h 1472498"/>
                  <a:gd name="connsiteX131" fmla="*/ 1312418 w 1453388"/>
                  <a:gd name="connsiteY131" fmla="*/ 1303461 h 1472498"/>
                  <a:gd name="connsiteX132" fmla="*/ 1425702 w 1453388"/>
                  <a:gd name="connsiteY132" fmla="*/ 1234119 h 1472498"/>
                  <a:gd name="connsiteX133" fmla="*/ 1310640 w 1453388"/>
                  <a:gd name="connsiteY133" fmla="*/ 1163761 h 1472498"/>
                  <a:gd name="connsiteX134" fmla="*/ 1154557 w 1453388"/>
                  <a:gd name="connsiteY134" fmla="*/ 1181540 h 1472498"/>
                  <a:gd name="connsiteX135" fmla="*/ 1189609 w 1453388"/>
                  <a:gd name="connsiteY135" fmla="*/ 1338005 h 1472498"/>
                  <a:gd name="connsiteX136" fmla="*/ 1241806 w 1453388"/>
                  <a:gd name="connsiteY136" fmla="*/ 1235643 h 1472498"/>
                  <a:gd name="connsiteX137" fmla="*/ 1154557 w 1453388"/>
                  <a:gd name="connsiteY137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166114 w 1453388"/>
                  <a:gd name="connsiteY15" fmla="*/ 154364 h 1472498"/>
                  <a:gd name="connsiteX16" fmla="*/ 1414653 w 1453388"/>
                  <a:gd name="connsiteY16" fmla="*/ 279206 h 1472498"/>
                  <a:gd name="connsiteX17" fmla="*/ 1394587 w 1453388"/>
                  <a:gd name="connsiteY17" fmla="*/ 290255 h 1472498"/>
                  <a:gd name="connsiteX18" fmla="*/ 1349121 w 1453388"/>
                  <a:gd name="connsiteY18" fmla="*/ 319338 h 1472498"/>
                  <a:gd name="connsiteX19" fmla="*/ 1338961 w 1453388"/>
                  <a:gd name="connsiteY19" fmla="*/ 386520 h 1472498"/>
                  <a:gd name="connsiteX20" fmla="*/ 1206754 w 1453388"/>
                  <a:gd name="connsiteY20" fmla="*/ 380044 h 1472498"/>
                  <a:gd name="connsiteX21" fmla="*/ 1190244 w 1453388"/>
                  <a:gd name="connsiteY21" fmla="*/ 344357 h 1472498"/>
                  <a:gd name="connsiteX22" fmla="*/ 1201801 w 1453388"/>
                  <a:gd name="connsiteY22" fmla="*/ 303844 h 1472498"/>
                  <a:gd name="connsiteX23" fmla="*/ 1082294 w 1453388"/>
                  <a:gd name="connsiteY23" fmla="*/ 261426 h 1472498"/>
                  <a:gd name="connsiteX24" fmla="*/ 945007 w 1453388"/>
                  <a:gd name="connsiteY24" fmla="*/ 390712 h 1472498"/>
                  <a:gd name="connsiteX25" fmla="*/ 895604 w 1453388"/>
                  <a:gd name="connsiteY25" fmla="*/ 397570 h 1472498"/>
                  <a:gd name="connsiteX26" fmla="*/ 895350 w 1453388"/>
                  <a:gd name="connsiteY26" fmla="*/ 515171 h 1472498"/>
                  <a:gd name="connsiteX27" fmla="*/ 1144651 w 1453388"/>
                  <a:gd name="connsiteY27" fmla="*/ 586800 h 1472498"/>
                  <a:gd name="connsiteX28" fmla="*/ 1251204 w 1453388"/>
                  <a:gd name="connsiteY28" fmla="*/ 704528 h 1472498"/>
                  <a:gd name="connsiteX29" fmla="*/ 1340993 w 1453388"/>
                  <a:gd name="connsiteY29" fmla="*/ 779713 h 1472498"/>
                  <a:gd name="connsiteX30" fmla="*/ 1256030 w 1453388"/>
                  <a:gd name="connsiteY30" fmla="*/ 1014155 h 1472498"/>
                  <a:gd name="connsiteX31" fmla="*/ 1237361 w 1453388"/>
                  <a:gd name="connsiteY31" fmla="*/ 1043111 h 1472498"/>
                  <a:gd name="connsiteX32" fmla="*/ 1122934 w 1453388"/>
                  <a:gd name="connsiteY32" fmla="*/ 1135439 h 1472498"/>
                  <a:gd name="connsiteX33" fmla="*/ 1246632 w 1453388"/>
                  <a:gd name="connsiteY33" fmla="*/ 1210624 h 1472498"/>
                  <a:gd name="connsiteX34" fmla="*/ 1310640 w 1453388"/>
                  <a:gd name="connsiteY34" fmla="*/ 1137345 h 1472498"/>
                  <a:gd name="connsiteX35" fmla="*/ 1410843 w 1453388"/>
                  <a:gd name="connsiteY35" fmla="*/ 1154108 h 1472498"/>
                  <a:gd name="connsiteX36" fmla="*/ 1453388 w 1453388"/>
                  <a:gd name="connsiteY36" fmla="*/ 1224720 h 1472498"/>
                  <a:gd name="connsiteX37" fmla="*/ 1383665 w 1453388"/>
                  <a:gd name="connsiteY37" fmla="*/ 1462338 h 1472498"/>
                  <a:gd name="connsiteX38" fmla="*/ 1360424 w 1453388"/>
                  <a:gd name="connsiteY38" fmla="*/ 1465005 h 1472498"/>
                  <a:gd name="connsiteX39" fmla="*/ 1413637 w 1453388"/>
                  <a:gd name="connsiteY39" fmla="*/ 1314509 h 1472498"/>
                  <a:gd name="connsiteX40" fmla="*/ 1331468 w 1453388"/>
                  <a:gd name="connsiteY40" fmla="*/ 1334068 h 1472498"/>
                  <a:gd name="connsiteX41" fmla="*/ 1247394 w 1453388"/>
                  <a:gd name="connsiteY41" fmla="*/ 1274251 h 1472498"/>
                  <a:gd name="connsiteX42" fmla="*/ 1194054 w 1453388"/>
                  <a:gd name="connsiteY42" fmla="*/ 1459036 h 1472498"/>
                  <a:gd name="connsiteX43" fmla="*/ 1192022 w 1453388"/>
                  <a:gd name="connsiteY43" fmla="*/ 1472498 h 1472498"/>
                  <a:gd name="connsiteX44" fmla="*/ 1176909 w 1453388"/>
                  <a:gd name="connsiteY44" fmla="*/ 1457257 h 1472498"/>
                  <a:gd name="connsiteX45" fmla="*/ 1165606 w 1453388"/>
                  <a:gd name="connsiteY45" fmla="*/ 1370136 h 1472498"/>
                  <a:gd name="connsiteX46" fmla="*/ 1128776 w 1453388"/>
                  <a:gd name="connsiteY46" fmla="*/ 1185986 h 1472498"/>
                  <a:gd name="connsiteX47" fmla="*/ 1121791 w 1453388"/>
                  <a:gd name="connsiteY47" fmla="*/ 1162618 h 1472498"/>
                  <a:gd name="connsiteX48" fmla="*/ 950214 w 1453388"/>
                  <a:gd name="connsiteY48" fmla="*/ 1166427 h 1472498"/>
                  <a:gd name="connsiteX49" fmla="*/ 685927 w 1453388"/>
                  <a:gd name="connsiteY49" fmla="*/ 1159062 h 1472498"/>
                  <a:gd name="connsiteX50" fmla="*/ 645795 w 1453388"/>
                  <a:gd name="connsiteY50" fmla="*/ 1182302 h 1472498"/>
                  <a:gd name="connsiteX51" fmla="*/ 599694 w 1453388"/>
                  <a:gd name="connsiteY51" fmla="*/ 1461830 h 1472498"/>
                  <a:gd name="connsiteX52" fmla="*/ 574929 w 1453388"/>
                  <a:gd name="connsiteY52" fmla="*/ 1466020 h 1472498"/>
                  <a:gd name="connsiteX53" fmla="*/ 614299 w 1453388"/>
                  <a:gd name="connsiteY53" fmla="*/ 1184207 h 1472498"/>
                  <a:gd name="connsiteX54" fmla="*/ 481711 w 1453388"/>
                  <a:gd name="connsiteY54" fmla="*/ 1325051 h 1472498"/>
                  <a:gd name="connsiteX55" fmla="*/ 439166 w 1453388"/>
                  <a:gd name="connsiteY55" fmla="*/ 1458527 h 1472498"/>
                  <a:gd name="connsiteX56" fmla="*/ 413258 w 1453388"/>
                  <a:gd name="connsiteY56" fmla="*/ 1468814 h 1472498"/>
                  <a:gd name="connsiteX57" fmla="*/ 520319 w 1453388"/>
                  <a:gd name="connsiteY57" fmla="*/ 1228657 h 1472498"/>
                  <a:gd name="connsiteX58" fmla="*/ 650621 w 1453388"/>
                  <a:gd name="connsiteY58" fmla="*/ 1136963 h 1472498"/>
                  <a:gd name="connsiteX59" fmla="*/ 524637 w 1453388"/>
                  <a:gd name="connsiteY59" fmla="*/ 1011361 h 1472498"/>
                  <a:gd name="connsiteX60" fmla="*/ 446024 w 1453388"/>
                  <a:gd name="connsiteY60" fmla="*/ 970720 h 1472498"/>
                  <a:gd name="connsiteX61" fmla="*/ 414147 w 1453388"/>
                  <a:gd name="connsiteY61" fmla="*/ 824925 h 1472498"/>
                  <a:gd name="connsiteX62" fmla="*/ 513842 w 1453388"/>
                  <a:gd name="connsiteY62" fmla="*/ 724849 h 1472498"/>
                  <a:gd name="connsiteX63" fmla="*/ 691896 w 1453388"/>
                  <a:gd name="connsiteY63" fmla="*/ 550477 h 1472498"/>
                  <a:gd name="connsiteX64" fmla="*/ 869061 w 1453388"/>
                  <a:gd name="connsiteY64" fmla="*/ 514409 h 1472498"/>
                  <a:gd name="connsiteX65" fmla="*/ 869061 w 1453388"/>
                  <a:gd name="connsiteY65" fmla="*/ 398458 h 1472498"/>
                  <a:gd name="connsiteX66" fmla="*/ 722757 w 1453388"/>
                  <a:gd name="connsiteY66" fmla="*/ 301684 h 1472498"/>
                  <a:gd name="connsiteX67" fmla="*/ 610616 w 1453388"/>
                  <a:gd name="connsiteY67" fmla="*/ 358453 h 1472498"/>
                  <a:gd name="connsiteX68" fmla="*/ 598932 w 1453388"/>
                  <a:gd name="connsiteY68" fmla="*/ 438082 h 1472498"/>
                  <a:gd name="connsiteX69" fmla="*/ 511556 w 1453388"/>
                  <a:gd name="connsiteY69" fmla="*/ 439860 h 1472498"/>
                  <a:gd name="connsiteX70" fmla="*/ 475615 w 1453388"/>
                  <a:gd name="connsiteY70" fmla="*/ 374328 h 1472498"/>
                  <a:gd name="connsiteX71" fmla="*/ 395224 w 1453388"/>
                  <a:gd name="connsiteY71" fmla="*/ 348801 h 1472498"/>
                  <a:gd name="connsiteX72" fmla="*/ 326771 w 1453388"/>
                  <a:gd name="connsiteY72" fmla="*/ 533713 h 1472498"/>
                  <a:gd name="connsiteX73" fmla="*/ 356489 w 1453388"/>
                  <a:gd name="connsiteY73" fmla="*/ 561400 h 1472498"/>
                  <a:gd name="connsiteX74" fmla="*/ 290703 w 1453388"/>
                  <a:gd name="connsiteY74" fmla="*/ 659189 h 1472498"/>
                  <a:gd name="connsiteX75" fmla="*/ 241808 w 1453388"/>
                  <a:gd name="connsiteY75" fmla="*/ 552890 h 1472498"/>
                  <a:gd name="connsiteX76" fmla="*/ 300228 w 1453388"/>
                  <a:gd name="connsiteY76" fmla="*/ 527871 h 1472498"/>
                  <a:gd name="connsiteX77" fmla="*/ 349250 w 1453388"/>
                  <a:gd name="connsiteY77" fmla="*/ 400871 h 1472498"/>
                  <a:gd name="connsiteX78" fmla="*/ 372999 w 1453388"/>
                  <a:gd name="connsiteY78" fmla="*/ 338895 h 1472498"/>
                  <a:gd name="connsiteX79" fmla="*/ 180721 w 1453388"/>
                  <a:gd name="connsiteY79" fmla="*/ 261933 h 1472498"/>
                  <a:gd name="connsiteX80" fmla="*/ 131445 w 1453388"/>
                  <a:gd name="connsiteY80" fmla="*/ 300288 h 1472498"/>
                  <a:gd name="connsiteX81" fmla="*/ 34798 w 1453388"/>
                  <a:gd name="connsiteY81" fmla="*/ 262441 h 1472498"/>
                  <a:gd name="connsiteX82" fmla="*/ 62103 w 1453388"/>
                  <a:gd name="connsiteY82" fmla="*/ 148014 h 1472498"/>
                  <a:gd name="connsiteX83" fmla="*/ 130175 w 1453388"/>
                  <a:gd name="connsiteY83" fmla="*/ 143696 h 1472498"/>
                  <a:gd name="connsiteX84" fmla="*/ 124587 w 1453388"/>
                  <a:gd name="connsiteY84" fmla="*/ 109660 h 1472498"/>
                  <a:gd name="connsiteX85" fmla="*/ 0 w 1453388"/>
                  <a:gd name="connsiteY85" fmla="*/ 45399 h 1472498"/>
                  <a:gd name="connsiteX86" fmla="*/ 32893 w 1453388"/>
                  <a:gd name="connsiteY86" fmla="*/ 36127 h 1472498"/>
                  <a:gd name="connsiteX87" fmla="*/ 65278 w 1453388"/>
                  <a:gd name="connsiteY87" fmla="*/ 60765 h 1472498"/>
                  <a:gd name="connsiteX88" fmla="*/ 280543 w 1453388"/>
                  <a:gd name="connsiteY88" fmla="*/ 123757 h 1472498"/>
                  <a:gd name="connsiteX89" fmla="*/ 32893 w 1453388"/>
                  <a:gd name="connsiteY89" fmla="*/ 36127 h 1472498"/>
                  <a:gd name="connsiteX90" fmla="*/ 839978 w 1453388"/>
                  <a:gd name="connsiteY90" fmla="*/ 33334 h 1472498"/>
                  <a:gd name="connsiteX91" fmla="*/ 729488 w 1453388"/>
                  <a:gd name="connsiteY91" fmla="*/ 140649 h 1472498"/>
                  <a:gd name="connsiteX92" fmla="*/ 886968 w 1453388"/>
                  <a:gd name="connsiteY92" fmla="*/ 369883 h 1472498"/>
                  <a:gd name="connsiteX93" fmla="*/ 1055370 w 1453388"/>
                  <a:gd name="connsiteY93" fmla="*/ 257362 h 1472498"/>
                  <a:gd name="connsiteX94" fmla="*/ 993902 w 1453388"/>
                  <a:gd name="connsiteY94" fmla="*/ 60765 h 1472498"/>
                  <a:gd name="connsiteX95" fmla="*/ 839978 w 1453388"/>
                  <a:gd name="connsiteY95" fmla="*/ 33334 h 1472498"/>
                  <a:gd name="connsiteX96" fmla="*/ 1186180 w 1453388"/>
                  <a:gd name="connsiteY96" fmla="*/ 144205 h 1472498"/>
                  <a:gd name="connsiteX97" fmla="*/ 1186180 w 1453388"/>
                  <a:gd name="connsiteY97" fmla="*/ 144205 h 1472498"/>
                  <a:gd name="connsiteX98" fmla="*/ 77851 w 1453388"/>
                  <a:gd name="connsiteY98" fmla="*/ 172526 h 1472498"/>
                  <a:gd name="connsiteX99" fmla="*/ 54356 w 1453388"/>
                  <a:gd name="connsiteY99" fmla="*/ 238565 h 1472498"/>
                  <a:gd name="connsiteX100" fmla="*/ 125984 w 1453388"/>
                  <a:gd name="connsiteY100" fmla="*/ 274126 h 1472498"/>
                  <a:gd name="connsiteX101" fmla="*/ 170180 w 1453388"/>
                  <a:gd name="connsiteY101" fmla="*/ 225484 h 1472498"/>
                  <a:gd name="connsiteX102" fmla="*/ 77851 w 1453388"/>
                  <a:gd name="connsiteY102" fmla="*/ 172526 h 1472498"/>
                  <a:gd name="connsiteX103" fmla="*/ 1245489 w 1453388"/>
                  <a:gd name="connsiteY103" fmla="*/ 298890 h 1472498"/>
                  <a:gd name="connsiteX104" fmla="*/ 1229868 w 1453388"/>
                  <a:gd name="connsiteY104" fmla="*/ 369502 h 1472498"/>
                  <a:gd name="connsiteX105" fmla="*/ 1323594 w 1453388"/>
                  <a:gd name="connsiteY105" fmla="*/ 351722 h 1472498"/>
                  <a:gd name="connsiteX106" fmla="*/ 1245489 w 1453388"/>
                  <a:gd name="connsiteY106" fmla="*/ 298890 h 1472498"/>
                  <a:gd name="connsiteX107" fmla="*/ 517779 w 1453388"/>
                  <a:gd name="connsiteY107" fmla="*/ 356040 h 1472498"/>
                  <a:gd name="connsiteX108" fmla="*/ 557530 w 1453388"/>
                  <a:gd name="connsiteY108" fmla="*/ 422081 h 1472498"/>
                  <a:gd name="connsiteX109" fmla="*/ 581279 w 1453388"/>
                  <a:gd name="connsiteY109" fmla="*/ 355406 h 1472498"/>
                  <a:gd name="connsiteX110" fmla="*/ 517779 w 1453388"/>
                  <a:gd name="connsiteY110" fmla="*/ 356040 h 1472498"/>
                  <a:gd name="connsiteX111" fmla="*/ 787400 w 1453388"/>
                  <a:gd name="connsiteY111" fmla="*/ 550224 h 1472498"/>
                  <a:gd name="connsiteX112" fmla="*/ 551561 w 1453388"/>
                  <a:gd name="connsiteY112" fmla="*/ 708084 h 1472498"/>
                  <a:gd name="connsiteX113" fmla="*/ 521081 w 1453388"/>
                  <a:gd name="connsiteY113" fmla="*/ 910269 h 1472498"/>
                  <a:gd name="connsiteX114" fmla="*/ 656336 w 1453388"/>
                  <a:gd name="connsiteY114" fmla="*/ 1108643 h 1472498"/>
                  <a:gd name="connsiteX115" fmla="*/ 885698 w 1453388"/>
                  <a:gd name="connsiteY115" fmla="*/ 1143059 h 1472498"/>
                  <a:gd name="connsiteX116" fmla="*/ 1167257 w 1453388"/>
                  <a:gd name="connsiteY116" fmla="*/ 1081464 h 1472498"/>
                  <a:gd name="connsiteX117" fmla="*/ 1254379 w 1453388"/>
                  <a:gd name="connsiteY117" fmla="*/ 789745 h 1472498"/>
                  <a:gd name="connsiteX118" fmla="*/ 1073404 w 1453388"/>
                  <a:gd name="connsiteY118" fmla="*/ 576766 h 1472498"/>
                  <a:gd name="connsiteX119" fmla="*/ 787400 w 1453388"/>
                  <a:gd name="connsiteY119" fmla="*/ 550224 h 1472498"/>
                  <a:gd name="connsiteX120" fmla="*/ 266700 w 1453388"/>
                  <a:gd name="connsiteY120" fmla="*/ 566480 h 1472498"/>
                  <a:gd name="connsiteX121" fmla="*/ 314071 w 1453388"/>
                  <a:gd name="connsiteY121" fmla="*/ 625407 h 1472498"/>
                  <a:gd name="connsiteX122" fmla="*/ 266700 w 1453388"/>
                  <a:gd name="connsiteY122" fmla="*/ 566480 h 1472498"/>
                  <a:gd name="connsiteX123" fmla="*/ 508508 w 1453388"/>
                  <a:gd name="connsiteY123" fmla="*/ 984309 h 1472498"/>
                  <a:gd name="connsiteX124" fmla="*/ 500888 w 1453388"/>
                  <a:gd name="connsiteY124" fmla="*/ 753677 h 1472498"/>
                  <a:gd name="connsiteX125" fmla="*/ 508508 w 1453388"/>
                  <a:gd name="connsiteY125" fmla="*/ 984309 h 1472498"/>
                  <a:gd name="connsiteX126" fmla="*/ 1274572 w 1453388"/>
                  <a:gd name="connsiteY126" fmla="*/ 752662 h 1472498"/>
                  <a:gd name="connsiteX127" fmla="*/ 1273048 w 1453388"/>
                  <a:gd name="connsiteY127" fmla="*/ 989008 h 1472498"/>
                  <a:gd name="connsiteX128" fmla="*/ 1274572 w 1453388"/>
                  <a:gd name="connsiteY128" fmla="*/ 752662 h 1472498"/>
                  <a:gd name="connsiteX129" fmla="*/ 1310640 w 1453388"/>
                  <a:gd name="connsiteY129" fmla="*/ 1163761 h 1472498"/>
                  <a:gd name="connsiteX130" fmla="*/ 1312418 w 1453388"/>
                  <a:gd name="connsiteY130" fmla="*/ 1303461 h 1472498"/>
                  <a:gd name="connsiteX131" fmla="*/ 1425702 w 1453388"/>
                  <a:gd name="connsiteY131" fmla="*/ 1234119 h 1472498"/>
                  <a:gd name="connsiteX132" fmla="*/ 1310640 w 1453388"/>
                  <a:gd name="connsiteY132" fmla="*/ 1163761 h 1472498"/>
                  <a:gd name="connsiteX133" fmla="*/ 1154557 w 1453388"/>
                  <a:gd name="connsiteY133" fmla="*/ 1181540 h 1472498"/>
                  <a:gd name="connsiteX134" fmla="*/ 1189609 w 1453388"/>
                  <a:gd name="connsiteY134" fmla="*/ 1338005 h 1472498"/>
                  <a:gd name="connsiteX135" fmla="*/ 1241806 w 1453388"/>
                  <a:gd name="connsiteY135" fmla="*/ 1235643 h 1472498"/>
                  <a:gd name="connsiteX136" fmla="*/ 1154557 w 1453388"/>
                  <a:gd name="connsiteY136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166114 w 1453388"/>
                  <a:gd name="connsiteY15" fmla="*/ 154364 h 1472498"/>
                  <a:gd name="connsiteX16" fmla="*/ 1414653 w 1453388"/>
                  <a:gd name="connsiteY16" fmla="*/ 279206 h 1472498"/>
                  <a:gd name="connsiteX17" fmla="*/ 1394587 w 1453388"/>
                  <a:gd name="connsiteY17" fmla="*/ 290255 h 1472498"/>
                  <a:gd name="connsiteX18" fmla="*/ 1349121 w 1453388"/>
                  <a:gd name="connsiteY18" fmla="*/ 319338 h 1472498"/>
                  <a:gd name="connsiteX19" fmla="*/ 1338961 w 1453388"/>
                  <a:gd name="connsiteY19" fmla="*/ 386520 h 1472498"/>
                  <a:gd name="connsiteX20" fmla="*/ 1206754 w 1453388"/>
                  <a:gd name="connsiteY20" fmla="*/ 380044 h 1472498"/>
                  <a:gd name="connsiteX21" fmla="*/ 1190244 w 1453388"/>
                  <a:gd name="connsiteY21" fmla="*/ 344357 h 1472498"/>
                  <a:gd name="connsiteX22" fmla="*/ 1201801 w 1453388"/>
                  <a:gd name="connsiteY22" fmla="*/ 303844 h 1472498"/>
                  <a:gd name="connsiteX23" fmla="*/ 1082294 w 1453388"/>
                  <a:gd name="connsiteY23" fmla="*/ 261426 h 1472498"/>
                  <a:gd name="connsiteX24" fmla="*/ 945007 w 1453388"/>
                  <a:gd name="connsiteY24" fmla="*/ 390712 h 1472498"/>
                  <a:gd name="connsiteX25" fmla="*/ 895604 w 1453388"/>
                  <a:gd name="connsiteY25" fmla="*/ 397570 h 1472498"/>
                  <a:gd name="connsiteX26" fmla="*/ 895350 w 1453388"/>
                  <a:gd name="connsiteY26" fmla="*/ 515171 h 1472498"/>
                  <a:gd name="connsiteX27" fmla="*/ 1144651 w 1453388"/>
                  <a:gd name="connsiteY27" fmla="*/ 586800 h 1472498"/>
                  <a:gd name="connsiteX28" fmla="*/ 1251204 w 1453388"/>
                  <a:gd name="connsiteY28" fmla="*/ 704528 h 1472498"/>
                  <a:gd name="connsiteX29" fmla="*/ 1340993 w 1453388"/>
                  <a:gd name="connsiteY29" fmla="*/ 779713 h 1472498"/>
                  <a:gd name="connsiteX30" fmla="*/ 1256030 w 1453388"/>
                  <a:gd name="connsiteY30" fmla="*/ 1014155 h 1472498"/>
                  <a:gd name="connsiteX31" fmla="*/ 1237361 w 1453388"/>
                  <a:gd name="connsiteY31" fmla="*/ 1043111 h 1472498"/>
                  <a:gd name="connsiteX32" fmla="*/ 1122934 w 1453388"/>
                  <a:gd name="connsiteY32" fmla="*/ 1135439 h 1472498"/>
                  <a:gd name="connsiteX33" fmla="*/ 1246632 w 1453388"/>
                  <a:gd name="connsiteY33" fmla="*/ 1210624 h 1472498"/>
                  <a:gd name="connsiteX34" fmla="*/ 1310640 w 1453388"/>
                  <a:gd name="connsiteY34" fmla="*/ 1137345 h 1472498"/>
                  <a:gd name="connsiteX35" fmla="*/ 1410843 w 1453388"/>
                  <a:gd name="connsiteY35" fmla="*/ 1154108 h 1472498"/>
                  <a:gd name="connsiteX36" fmla="*/ 1453388 w 1453388"/>
                  <a:gd name="connsiteY36" fmla="*/ 1224720 h 1472498"/>
                  <a:gd name="connsiteX37" fmla="*/ 1383665 w 1453388"/>
                  <a:gd name="connsiteY37" fmla="*/ 1462338 h 1472498"/>
                  <a:gd name="connsiteX38" fmla="*/ 1360424 w 1453388"/>
                  <a:gd name="connsiteY38" fmla="*/ 1465005 h 1472498"/>
                  <a:gd name="connsiteX39" fmla="*/ 1413637 w 1453388"/>
                  <a:gd name="connsiteY39" fmla="*/ 1314509 h 1472498"/>
                  <a:gd name="connsiteX40" fmla="*/ 1331468 w 1453388"/>
                  <a:gd name="connsiteY40" fmla="*/ 1334068 h 1472498"/>
                  <a:gd name="connsiteX41" fmla="*/ 1247394 w 1453388"/>
                  <a:gd name="connsiteY41" fmla="*/ 1274251 h 1472498"/>
                  <a:gd name="connsiteX42" fmla="*/ 1194054 w 1453388"/>
                  <a:gd name="connsiteY42" fmla="*/ 1459036 h 1472498"/>
                  <a:gd name="connsiteX43" fmla="*/ 1192022 w 1453388"/>
                  <a:gd name="connsiteY43" fmla="*/ 1472498 h 1472498"/>
                  <a:gd name="connsiteX44" fmla="*/ 1176909 w 1453388"/>
                  <a:gd name="connsiteY44" fmla="*/ 1457257 h 1472498"/>
                  <a:gd name="connsiteX45" fmla="*/ 1165606 w 1453388"/>
                  <a:gd name="connsiteY45" fmla="*/ 1370136 h 1472498"/>
                  <a:gd name="connsiteX46" fmla="*/ 1128776 w 1453388"/>
                  <a:gd name="connsiteY46" fmla="*/ 1185986 h 1472498"/>
                  <a:gd name="connsiteX47" fmla="*/ 1121791 w 1453388"/>
                  <a:gd name="connsiteY47" fmla="*/ 1162618 h 1472498"/>
                  <a:gd name="connsiteX48" fmla="*/ 950214 w 1453388"/>
                  <a:gd name="connsiteY48" fmla="*/ 1166427 h 1472498"/>
                  <a:gd name="connsiteX49" fmla="*/ 685927 w 1453388"/>
                  <a:gd name="connsiteY49" fmla="*/ 1159062 h 1472498"/>
                  <a:gd name="connsiteX50" fmla="*/ 645795 w 1453388"/>
                  <a:gd name="connsiteY50" fmla="*/ 1182302 h 1472498"/>
                  <a:gd name="connsiteX51" fmla="*/ 599694 w 1453388"/>
                  <a:gd name="connsiteY51" fmla="*/ 1461830 h 1472498"/>
                  <a:gd name="connsiteX52" fmla="*/ 574929 w 1453388"/>
                  <a:gd name="connsiteY52" fmla="*/ 1466020 h 1472498"/>
                  <a:gd name="connsiteX53" fmla="*/ 614299 w 1453388"/>
                  <a:gd name="connsiteY53" fmla="*/ 1184207 h 1472498"/>
                  <a:gd name="connsiteX54" fmla="*/ 481711 w 1453388"/>
                  <a:gd name="connsiteY54" fmla="*/ 1325051 h 1472498"/>
                  <a:gd name="connsiteX55" fmla="*/ 439166 w 1453388"/>
                  <a:gd name="connsiteY55" fmla="*/ 1458527 h 1472498"/>
                  <a:gd name="connsiteX56" fmla="*/ 413258 w 1453388"/>
                  <a:gd name="connsiteY56" fmla="*/ 1468814 h 1472498"/>
                  <a:gd name="connsiteX57" fmla="*/ 520319 w 1453388"/>
                  <a:gd name="connsiteY57" fmla="*/ 1228657 h 1472498"/>
                  <a:gd name="connsiteX58" fmla="*/ 650621 w 1453388"/>
                  <a:gd name="connsiteY58" fmla="*/ 1136963 h 1472498"/>
                  <a:gd name="connsiteX59" fmla="*/ 524637 w 1453388"/>
                  <a:gd name="connsiteY59" fmla="*/ 1011361 h 1472498"/>
                  <a:gd name="connsiteX60" fmla="*/ 446024 w 1453388"/>
                  <a:gd name="connsiteY60" fmla="*/ 970720 h 1472498"/>
                  <a:gd name="connsiteX61" fmla="*/ 414147 w 1453388"/>
                  <a:gd name="connsiteY61" fmla="*/ 824925 h 1472498"/>
                  <a:gd name="connsiteX62" fmla="*/ 513842 w 1453388"/>
                  <a:gd name="connsiteY62" fmla="*/ 724849 h 1472498"/>
                  <a:gd name="connsiteX63" fmla="*/ 691896 w 1453388"/>
                  <a:gd name="connsiteY63" fmla="*/ 550477 h 1472498"/>
                  <a:gd name="connsiteX64" fmla="*/ 869061 w 1453388"/>
                  <a:gd name="connsiteY64" fmla="*/ 514409 h 1472498"/>
                  <a:gd name="connsiteX65" fmla="*/ 869061 w 1453388"/>
                  <a:gd name="connsiteY65" fmla="*/ 398458 h 1472498"/>
                  <a:gd name="connsiteX66" fmla="*/ 722757 w 1453388"/>
                  <a:gd name="connsiteY66" fmla="*/ 301684 h 1472498"/>
                  <a:gd name="connsiteX67" fmla="*/ 610616 w 1453388"/>
                  <a:gd name="connsiteY67" fmla="*/ 358453 h 1472498"/>
                  <a:gd name="connsiteX68" fmla="*/ 598932 w 1453388"/>
                  <a:gd name="connsiteY68" fmla="*/ 438082 h 1472498"/>
                  <a:gd name="connsiteX69" fmla="*/ 511556 w 1453388"/>
                  <a:gd name="connsiteY69" fmla="*/ 439860 h 1472498"/>
                  <a:gd name="connsiteX70" fmla="*/ 475615 w 1453388"/>
                  <a:gd name="connsiteY70" fmla="*/ 374328 h 1472498"/>
                  <a:gd name="connsiteX71" fmla="*/ 395224 w 1453388"/>
                  <a:gd name="connsiteY71" fmla="*/ 348801 h 1472498"/>
                  <a:gd name="connsiteX72" fmla="*/ 326771 w 1453388"/>
                  <a:gd name="connsiteY72" fmla="*/ 533713 h 1472498"/>
                  <a:gd name="connsiteX73" fmla="*/ 356489 w 1453388"/>
                  <a:gd name="connsiteY73" fmla="*/ 561400 h 1472498"/>
                  <a:gd name="connsiteX74" fmla="*/ 290703 w 1453388"/>
                  <a:gd name="connsiteY74" fmla="*/ 659189 h 1472498"/>
                  <a:gd name="connsiteX75" fmla="*/ 241808 w 1453388"/>
                  <a:gd name="connsiteY75" fmla="*/ 552890 h 1472498"/>
                  <a:gd name="connsiteX76" fmla="*/ 300228 w 1453388"/>
                  <a:gd name="connsiteY76" fmla="*/ 527871 h 1472498"/>
                  <a:gd name="connsiteX77" fmla="*/ 349250 w 1453388"/>
                  <a:gd name="connsiteY77" fmla="*/ 400871 h 1472498"/>
                  <a:gd name="connsiteX78" fmla="*/ 372999 w 1453388"/>
                  <a:gd name="connsiteY78" fmla="*/ 338895 h 1472498"/>
                  <a:gd name="connsiteX79" fmla="*/ 180721 w 1453388"/>
                  <a:gd name="connsiteY79" fmla="*/ 261933 h 1472498"/>
                  <a:gd name="connsiteX80" fmla="*/ 131445 w 1453388"/>
                  <a:gd name="connsiteY80" fmla="*/ 300288 h 1472498"/>
                  <a:gd name="connsiteX81" fmla="*/ 34798 w 1453388"/>
                  <a:gd name="connsiteY81" fmla="*/ 262441 h 1472498"/>
                  <a:gd name="connsiteX82" fmla="*/ 62103 w 1453388"/>
                  <a:gd name="connsiteY82" fmla="*/ 148014 h 1472498"/>
                  <a:gd name="connsiteX83" fmla="*/ 130175 w 1453388"/>
                  <a:gd name="connsiteY83" fmla="*/ 143696 h 1472498"/>
                  <a:gd name="connsiteX84" fmla="*/ 124587 w 1453388"/>
                  <a:gd name="connsiteY84" fmla="*/ 109660 h 1472498"/>
                  <a:gd name="connsiteX85" fmla="*/ 0 w 1453388"/>
                  <a:gd name="connsiteY85" fmla="*/ 45399 h 1472498"/>
                  <a:gd name="connsiteX86" fmla="*/ 32893 w 1453388"/>
                  <a:gd name="connsiteY86" fmla="*/ 36127 h 1472498"/>
                  <a:gd name="connsiteX87" fmla="*/ 65278 w 1453388"/>
                  <a:gd name="connsiteY87" fmla="*/ 60765 h 1472498"/>
                  <a:gd name="connsiteX88" fmla="*/ 280543 w 1453388"/>
                  <a:gd name="connsiteY88" fmla="*/ 123757 h 1472498"/>
                  <a:gd name="connsiteX89" fmla="*/ 32893 w 1453388"/>
                  <a:gd name="connsiteY89" fmla="*/ 36127 h 1472498"/>
                  <a:gd name="connsiteX90" fmla="*/ 839978 w 1453388"/>
                  <a:gd name="connsiteY90" fmla="*/ 33334 h 1472498"/>
                  <a:gd name="connsiteX91" fmla="*/ 729488 w 1453388"/>
                  <a:gd name="connsiteY91" fmla="*/ 140649 h 1472498"/>
                  <a:gd name="connsiteX92" fmla="*/ 886968 w 1453388"/>
                  <a:gd name="connsiteY92" fmla="*/ 369883 h 1472498"/>
                  <a:gd name="connsiteX93" fmla="*/ 1055370 w 1453388"/>
                  <a:gd name="connsiteY93" fmla="*/ 257362 h 1472498"/>
                  <a:gd name="connsiteX94" fmla="*/ 993902 w 1453388"/>
                  <a:gd name="connsiteY94" fmla="*/ 60765 h 1472498"/>
                  <a:gd name="connsiteX95" fmla="*/ 839978 w 1453388"/>
                  <a:gd name="connsiteY95" fmla="*/ 33334 h 1472498"/>
                  <a:gd name="connsiteX96" fmla="*/ 77851 w 1453388"/>
                  <a:gd name="connsiteY96" fmla="*/ 172526 h 1472498"/>
                  <a:gd name="connsiteX97" fmla="*/ 54356 w 1453388"/>
                  <a:gd name="connsiteY97" fmla="*/ 238565 h 1472498"/>
                  <a:gd name="connsiteX98" fmla="*/ 125984 w 1453388"/>
                  <a:gd name="connsiteY98" fmla="*/ 274126 h 1472498"/>
                  <a:gd name="connsiteX99" fmla="*/ 170180 w 1453388"/>
                  <a:gd name="connsiteY99" fmla="*/ 225484 h 1472498"/>
                  <a:gd name="connsiteX100" fmla="*/ 77851 w 1453388"/>
                  <a:gd name="connsiteY100" fmla="*/ 172526 h 1472498"/>
                  <a:gd name="connsiteX101" fmla="*/ 1245489 w 1453388"/>
                  <a:gd name="connsiteY101" fmla="*/ 298890 h 1472498"/>
                  <a:gd name="connsiteX102" fmla="*/ 1229868 w 1453388"/>
                  <a:gd name="connsiteY102" fmla="*/ 369502 h 1472498"/>
                  <a:gd name="connsiteX103" fmla="*/ 1323594 w 1453388"/>
                  <a:gd name="connsiteY103" fmla="*/ 351722 h 1472498"/>
                  <a:gd name="connsiteX104" fmla="*/ 1245489 w 1453388"/>
                  <a:gd name="connsiteY104" fmla="*/ 298890 h 1472498"/>
                  <a:gd name="connsiteX105" fmla="*/ 517779 w 1453388"/>
                  <a:gd name="connsiteY105" fmla="*/ 356040 h 1472498"/>
                  <a:gd name="connsiteX106" fmla="*/ 557530 w 1453388"/>
                  <a:gd name="connsiteY106" fmla="*/ 422081 h 1472498"/>
                  <a:gd name="connsiteX107" fmla="*/ 581279 w 1453388"/>
                  <a:gd name="connsiteY107" fmla="*/ 355406 h 1472498"/>
                  <a:gd name="connsiteX108" fmla="*/ 517779 w 1453388"/>
                  <a:gd name="connsiteY108" fmla="*/ 356040 h 1472498"/>
                  <a:gd name="connsiteX109" fmla="*/ 787400 w 1453388"/>
                  <a:gd name="connsiteY109" fmla="*/ 550224 h 1472498"/>
                  <a:gd name="connsiteX110" fmla="*/ 551561 w 1453388"/>
                  <a:gd name="connsiteY110" fmla="*/ 708084 h 1472498"/>
                  <a:gd name="connsiteX111" fmla="*/ 521081 w 1453388"/>
                  <a:gd name="connsiteY111" fmla="*/ 910269 h 1472498"/>
                  <a:gd name="connsiteX112" fmla="*/ 656336 w 1453388"/>
                  <a:gd name="connsiteY112" fmla="*/ 1108643 h 1472498"/>
                  <a:gd name="connsiteX113" fmla="*/ 885698 w 1453388"/>
                  <a:gd name="connsiteY113" fmla="*/ 1143059 h 1472498"/>
                  <a:gd name="connsiteX114" fmla="*/ 1167257 w 1453388"/>
                  <a:gd name="connsiteY114" fmla="*/ 1081464 h 1472498"/>
                  <a:gd name="connsiteX115" fmla="*/ 1254379 w 1453388"/>
                  <a:gd name="connsiteY115" fmla="*/ 789745 h 1472498"/>
                  <a:gd name="connsiteX116" fmla="*/ 1073404 w 1453388"/>
                  <a:gd name="connsiteY116" fmla="*/ 576766 h 1472498"/>
                  <a:gd name="connsiteX117" fmla="*/ 787400 w 1453388"/>
                  <a:gd name="connsiteY117" fmla="*/ 550224 h 1472498"/>
                  <a:gd name="connsiteX118" fmla="*/ 266700 w 1453388"/>
                  <a:gd name="connsiteY118" fmla="*/ 566480 h 1472498"/>
                  <a:gd name="connsiteX119" fmla="*/ 314071 w 1453388"/>
                  <a:gd name="connsiteY119" fmla="*/ 625407 h 1472498"/>
                  <a:gd name="connsiteX120" fmla="*/ 266700 w 1453388"/>
                  <a:gd name="connsiteY120" fmla="*/ 566480 h 1472498"/>
                  <a:gd name="connsiteX121" fmla="*/ 508508 w 1453388"/>
                  <a:gd name="connsiteY121" fmla="*/ 984309 h 1472498"/>
                  <a:gd name="connsiteX122" fmla="*/ 500888 w 1453388"/>
                  <a:gd name="connsiteY122" fmla="*/ 753677 h 1472498"/>
                  <a:gd name="connsiteX123" fmla="*/ 508508 w 1453388"/>
                  <a:gd name="connsiteY123" fmla="*/ 984309 h 1472498"/>
                  <a:gd name="connsiteX124" fmla="*/ 1274572 w 1453388"/>
                  <a:gd name="connsiteY124" fmla="*/ 752662 h 1472498"/>
                  <a:gd name="connsiteX125" fmla="*/ 1273048 w 1453388"/>
                  <a:gd name="connsiteY125" fmla="*/ 989008 h 1472498"/>
                  <a:gd name="connsiteX126" fmla="*/ 1274572 w 1453388"/>
                  <a:gd name="connsiteY126" fmla="*/ 752662 h 1472498"/>
                  <a:gd name="connsiteX127" fmla="*/ 1310640 w 1453388"/>
                  <a:gd name="connsiteY127" fmla="*/ 1163761 h 1472498"/>
                  <a:gd name="connsiteX128" fmla="*/ 1312418 w 1453388"/>
                  <a:gd name="connsiteY128" fmla="*/ 1303461 h 1472498"/>
                  <a:gd name="connsiteX129" fmla="*/ 1425702 w 1453388"/>
                  <a:gd name="connsiteY129" fmla="*/ 1234119 h 1472498"/>
                  <a:gd name="connsiteX130" fmla="*/ 1310640 w 1453388"/>
                  <a:gd name="connsiteY130" fmla="*/ 1163761 h 1472498"/>
                  <a:gd name="connsiteX131" fmla="*/ 1154557 w 1453388"/>
                  <a:gd name="connsiteY131" fmla="*/ 1181540 h 1472498"/>
                  <a:gd name="connsiteX132" fmla="*/ 1189609 w 1453388"/>
                  <a:gd name="connsiteY132" fmla="*/ 1338005 h 1472498"/>
                  <a:gd name="connsiteX133" fmla="*/ 1241806 w 1453388"/>
                  <a:gd name="connsiteY133" fmla="*/ 1235643 h 1472498"/>
                  <a:gd name="connsiteX134" fmla="*/ 1154557 w 1453388"/>
                  <a:gd name="connsiteY134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414653 w 1453388"/>
                  <a:gd name="connsiteY15" fmla="*/ 279206 h 1472498"/>
                  <a:gd name="connsiteX16" fmla="*/ 1394587 w 1453388"/>
                  <a:gd name="connsiteY16" fmla="*/ 290255 h 1472498"/>
                  <a:gd name="connsiteX17" fmla="*/ 1349121 w 1453388"/>
                  <a:gd name="connsiteY17" fmla="*/ 319338 h 1472498"/>
                  <a:gd name="connsiteX18" fmla="*/ 1338961 w 1453388"/>
                  <a:gd name="connsiteY18" fmla="*/ 386520 h 1472498"/>
                  <a:gd name="connsiteX19" fmla="*/ 1206754 w 1453388"/>
                  <a:gd name="connsiteY19" fmla="*/ 380044 h 1472498"/>
                  <a:gd name="connsiteX20" fmla="*/ 1190244 w 1453388"/>
                  <a:gd name="connsiteY20" fmla="*/ 344357 h 1472498"/>
                  <a:gd name="connsiteX21" fmla="*/ 1201801 w 1453388"/>
                  <a:gd name="connsiteY21" fmla="*/ 303844 h 1472498"/>
                  <a:gd name="connsiteX22" fmla="*/ 1082294 w 1453388"/>
                  <a:gd name="connsiteY22" fmla="*/ 261426 h 1472498"/>
                  <a:gd name="connsiteX23" fmla="*/ 945007 w 1453388"/>
                  <a:gd name="connsiteY23" fmla="*/ 390712 h 1472498"/>
                  <a:gd name="connsiteX24" fmla="*/ 895604 w 1453388"/>
                  <a:gd name="connsiteY24" fmla="*/ 397570 h 1472498"/>
                  <a:gd name="connsiteX25" fmla="*/ 895350 w 1453388"/>
                  <a:gd name="connsiteY25" fmla="*/ 515171 h 1472498"/>
                  <a:gd name="connsiteX26" fmla="*/ 1144651 w 1453388"/>
                  <a:gd name="connsiteY26" fmla="*/ 586800 h 1472498"/>
                  <a:gd name="connsiteX27" fmla="*/ 1251204 w 1453388"/>
                  <a:gd name="connsiteY27" fmla="*/ 704528 h 1472498"/>
                  <a:gd name="connsiteX28" fmla="*/ 1340993 w 1453388"/>
                  <a:gd name="connsiteY28" fmla="*/ 779713 h 1472498"/>
                  <a:gd name="connsiteX29" fmla="*/ 1256030 w 1453388"/>
                  <a:gd name="connsiteY29" fmla="*/ 1014155 h 1472498"/>
                  <a:gd name="connsiteX30" fmla="*/ 1237361 w 1453388"/>
                  <a:gd name="connsiteY30" fmla="*/ 1043111 h 1472498"/>
                  <a:gd name="connsiteX31" fmla="*/ 1122934 w 1453388"/>
                  <a:gd name="connsiteY31" fmla="*/ 1135439 h 1472498"/>
                  <a:gd name="connsiteX32" fmla="*/ 1246632 w 1453388"/>
                  <a:gd name="connsiteY32" fmla="*/ 1210624 h 1472498"/>
                  <a:gd name="connsiteX33" fmla="*/ 1310640 w 1453388"/>
                  <a:gd name="connsiteY33" fmla="*/ 1137345 h 1472498"/>
                  <a:gd name="connsiteX34" fmla="*/ 1410843 w 1453388"/>
                  <a:gd name="connsiteY34" fmla="*/ 1154108 h 1472498"/>
                  <a:gd name="connsiteX35" fmla="*/ 1453388 w 1453388"/>
                  <a:gd name="connsiteY35" fmla="*/ 1224720 h 1472498"/>
                  <a:gd name="connsiteX36" fmla="*/ 1383665 w 1453388"/>
                  <a:gd name="connsiteY36" fmla="*/ 1462338 h 1472498"/>
                  <a:gd name="connsiteX37" fmla="*/ 1360424 w 1453388"/>
                  <a:gd name="connsiteY37" fmla="*/ 1465005 h 1472498"/>
                  <a:gd name="connsiteX38" fmla="*/ 1413637 w 1453388"/>
                  <a:gd name="connsiteY38" fmla="*/ 1314509 h 1472498"/>
                  <a:gd name="connsiteX39" fmla="*/ 1331468 w 1453388"/>
                  <a:gd name="connsiteY39" fmla="*/ 1334068 h 1472498"/>
                  <a:gd name="connsiteX40" fmla="*/ 1247394 w 1453388"/>
                  <a:gd name="connsiteY40" fmla="*/ 1274251 h 1472498"/>
                  <a:gd name="connsiteX41" fmla="*/ 1194054 w 1453388"/>
                  <a:gd name="connsiteY41" fmla="*/ 1459036 h 1472498"/>
                  <a:gd name="connsiteX42" fmla="*/ 1192022 w 1453388"/>
                  <a:gd name="connsiteY42" fmla="*/ 1472498 h 1472498"/>
                  <a:gd name="connsiteX43" fmla="*/ 1176909 w 1453388"/>
                  <a:gd name="connsiteY43" fmla="*/ 1457257 h 1472498"/>
                  <a:gd name="connsiteX44" fmla="*/ 1165606 w 1453388"/>
                  <a:gd name="connsiteY44" fmla="*/ 1370136 h 1472498"/>
                  <a:gd name="connsiteX45" fmla="*/ 1128776 w 1453388"/>
                  <a:gd name="connsiteY45" fmla="*/ 1185986 h 1472498"/>
                  <a:gd name="connsiteX46" fmla="*/ 1121791 w 1453388"/>
                  <a:gd name="connsiteY46" fmla="*/ 1162618 h 1472498"/>
                  <a:gd name="connsiteX47" fmla="*/ 950214 w 1453388"/>
                  <a:gd name="connsiteY47" fmla="*/ 1166427 h 1472498"/>
                  <a:gd name="connsiteX48" fmla="*/ 685927 w 1453388"/>
                  <a:gd name="connsiteY48" fmla="*/ 1159062 h 1472498"/>
                  <a:gd name="connsiteX49" fmla="*/ 645795 w 1453388"/>
                  <a:gd name="connsiteY49" fmla="*/ 1182302 h 1472498"/>
                  <a:gd name="connsiteX50" fmla="*/ 599694 w 1453388"/>
                  <a:gd name="connsiteY50" fmla="*/ 1461830 h 1472498"/>
                  <a:gd name="connsiteX51" fmla="*/ 574929 w 1453388"/>
                  <a:gd name="connsiteY51" fmla="*/ 1466020 h 1472498"/>
                  <a:gd name="connsiteX52" fmla="*/ 614299 w 1453388"/>
                  <a:gd name="connsiteY52" fmla="*/ 1184207 h 1472498"/>
                  <a:gd name="connsiteX53" fmla="*/ 481711 w 1453388"/>
                  <a:gd name="connsiteY53" fmla="*/ 1325051 h 1472498"/>
                  <a:gd name="connsiteX54" fmla="*/ 439166 w 1453388"/>
                  <a:gd name="connsiteY54" fmla="*/ 1458527 h 1472498"/>
                  <a:gd name="connsiteX55" fmla="*/ 413258 w 1453388"/>
                  <a:gd name="connsiteY55" fmla="*/ 1468814 h 1472498"/>
                  <a:gd name="connsiteX56" fmla="*/ 520319 w 1453388"/>
                  <a:gd name="connsiteY56" fmla="*/ 1228657 h 1472498"/>
                  <a:gd name="connsiteX57" fmla="*/ 650621 w 1453388"/>
                  <a:gd name="connsiteY57" fmla="*/ 1136963 h 1472498"/>
                  <a:gd name="connsiteX58" fmla="*/ 524637 w 1453388"/>
                  <a:gd name="connsiteY58" fmla="*/ 1011361 h 1472498"/>
                  <a:gd name="connsiteX59" fmla="*/ 446024 w 1453388"/>
                  <a:gd name="connsiteY59" fmla="*/ 970720 h 1472498"/>
                  <a:gd name="connsiteX60" fmla="*/ 414147 w 1453388"/>
                  <a:gd name="connsiteY60" fmla="*/ 824925 h 1472498"/>
                  <a:gd name="connsiteX61" fmla="*/ 513842 w 1453388"/>
                  <a:gd name="connsiteY61" fmla="*/ 724849 h 1472498"/>
                  <a:gd name="connsiteX62" fmla="*/ 691896 w 1453388"/>
                  <a:gd name="connsiteY62" fmla="*/ 550477 h 1472498"/>
                  <a:gd name="connsiteX63" fmla="*/ 869061 w 1453388"/>
                  <a:gd name="connsiteY63" fmla="*/ 514409 h 1472498"/>
                  <a:gd name="connsiteX64" fmla="*/ 869061 w 1453388"/>
                  <a:gd name="connsiteY64" fmla="*/ 398458 h 1472498"/>
                  <a:gd name="connsiteX65" fmla="*/ 722757 w 1453388"/>
                  <a:gd name="connsiteY65" fmla="*/ 301684 h 1472498"/>
                  <a:gd name="connsiteX66" fmla="*/ 610616 w 1453388"/>
                  <a:gd name="connsiteY66" fmla="*/ 358453 h 1472498"/>
                  <a:gd name="connsiteX67" fmla="*/ 598932 w 1453388"/>
                  <a:gd name="connsiteY67" fmla="*/ 438082 h 1472498"/>
                  <a:gd name="connsiteX68" fmla="*/ 511556 w 1453388"/>
                  <a:gd name="connsiteY68" fmla="*/ 439860 h 1472498"/>
                  <a:gd name="connsiteX69" fmla="*/ 475615 w 1453388"/>
                  <a:gd name="connsiteY69" fmla="*/ 374328 h 1472498"/>
                  <a:gd name="connsiteX70" fmla="*/ 395224 w 1453388"/>
                  <a:gd name="connsiteY70" fmla="*/ 348801 h 1472498"/>
                  <a:gd name="connsiteX71" fmla="*/ 326771 w 1453388"/>
                  <a:gd name="connsiteY71" fmla="*/ 533713 h 1472498"/>
                  <a:gd name="connsiteX72" fmla="*/ 356489 w 1453388"/>
                  <a:gd name="connsiteY72" fmla="*/ 561400 h 1472498"/>
                  <a:gd name="connsiteX73" fmla="*/ 290703 w 1453388"/>
                  <a:gd name="connsiteY73" fmla="*/ 659189 h 1472498"/>
                  <a:gd name="connsiteX74" fmla="*/ 241808 w 1453388"/>
                  <a:gd name="connsiteY74" fmla="*/ 552890 h 1472498"/>
                  <a:gd name="connsiteX75" fmla="*/ 300228 w 1453388"/>
                  <a:gd name="connsiteY75" fmla="*/ 527871 h 1472498"/>
                  <a:gd name="connsiteX76" fmla="*/ 349250 w 1453388"/>
                  <a:gd name="connsiteY76" fmla="*/ 400871 h 1472498"/>
                  <a:gd name="connsiteX77" fmla="*/ 372999 w 1453388"/>
                  <a:gd name="connsiteY77" fmla="*/ 338895 h 1472498"/>
                  <a:gd name="connsiteX78" fmla="*/ 180721 w 1453388"/>
                  <a:gd name="connsiteY78" fmla="*/ 261933 h 1472498"/>
                  <a:gd name="connsiteX79" fmla="*/ 131445 w 1453388"/>
                  <a:gd name="connsiteY79" fmla="*/ 300288 h 1472498"/>
                  <a:gd name="connsiteX80" fmla="*/ 34798 w 1453388"/>
                  <a:gd name="connsiteY80" fmla="*/ 262441 h 1472498"/>
                  <a:gd name="connsiteX81" fmla="*/ 62103 w 1453388"/>
                  <a:gd name="connsiteY81" fmla="*/ 148014 h 1472498"/>
                  <a:gd name="connsiteX82" fmla="*/ 130175 w 1453388"/>
                  <a:gd name="connsiteY82" fmla="*/ 143696 h 1472498"/>
                  <a:gd name="connsiteX83" fmla="*/ 124587 w 1453388"/>
                  <a:gd name="connsiteY83" fmla="*/ 109660 h 1472498"/>
                  <a:gd name="connsiteX84" fmla="*/ 0 w 1453388"/>
                  <a:gd name="connsiteY84" fmla="*/ 45399 h 1472498"/>
                  <a:gd name="connsiteX85" fmla="*/ 32893 w 1453388"/>
                  <a:gd name="connsiteY85" fmla="*/ 36127 h 1472498"/>
                  <a:gd name="connsiteX86" fmla="*/ 65278 w 1453388"/>
                  <a:gd name="connsiteY86" fmla="*/ 60765 h 1472498"/>
                  <a:gd name="connsiteX87" fmla="*/ 280543 w 1453388"/>
                  <a:gd name="connsiteY87" fmla="*/ 123757 h 1472498"/>
                  <a:gd name="connsiteX88" fmla="*/ 32893 w 1453388"/>
                  <a:gd name="connsiteY88" fmla="*/ 36127 h 1472498"/>
                  <a:gd name="connsiteX89" fmla="*/ 839978 w 1453388"/>
                  <a:gd name="connsiteY89" fmla="*/ 33334 h 1472498"/>
                  <a:gd name="connsiteX90" fmla="*/ 729488 w 1453388"/>
                  <a:gd name="connsiteY90" fmla="*/ 140649 h 1472498"/>
                  <a:gd name="connsiteX91" fmla="*/ 886968 w 1453388"/>
                  <a:gd name="connsiteY91" fmla="*/ 369883 h 1472498"/>
                  <a:gd name="connsiteX92" fmla="*/ 1055370 w 1453388"/>
                  <a:gd name="connsiteY92" fmla="*/ 257362 h 1472498"/>
                  <a:gd name="connsiteX93" fmla="*/ 993902 w 1453388"/>
                  <a:gd name="connsiteY93" fmla="*/ 60765 h 1472498"/>
                  <a:gd name="connsiteX94" fmla="*/ 839978 w 1453388"/>
                  <a:gd name="connsiteY94" fmla="*/ 33334 h 1472498"/>
                  <a:gd name="connsiteX95" fmla="*/ 77851 w 1453388"/>
                  <a:gd name="connsiteY95" fmla="*/ 172526 h 1472498"/>
                  <a:gd name="connsiteX96" fmla="*/ 54356 w 1453388"/>
                  <a:gd name="connsiteY96" fmla="*/ 238565 h 1472498"/>
                  <a:gd name="connsiteX97" fmla="*/ 125984 w 1453388"/>
                  <a:gd name="connsiteY97" fmla="*/ 274126 h 1472498"/>
                  <a:gd name="connsiteX98" fmla="*/ 170180 w 1453388"/>
                  <a:gd name="connsiteY98" fmla="*/ 225484 h 1472498"/>
                  <a:gd name="connsiteX99" fmla="*/ 77851 w 1453388"/>
                  <a:gd name="connsiteY99" fmla="*/ 172526 h 1472498"/>
                  <a:gd name="connsiteX100" fmla="*/ 1245489 w 1453388"/>
                  <a:gd name="connsiteY100" fmla="*/ 298890 h 1472498"/>
                  <a:gd name="connsiteX101" fmla="*/ 1229868 w 1453388"/>
                  <a:gd name="connsiteY101" fmla="*/ 369502 h 1472498"/>
                  <a:gd name="connsiteX102" fmla="*/ 1323594 w 1453388"/>
                  <a:gd name="connsiteY102" fmla="*/ 351722 h 1472498"/>
                  <a:gd name="connsiteX103" fmla="*/ 1245489 w 1453388"/>
                  <a:gd name="connsiteY103" fmla="*/ 298890 h 1472498"/>
                  <a:gd name="connsiteX104" fmla="*/ 517779 w 1453388"/>
                  <a:gd name="connsiteY104" fmla="*/ 356040 h 1472498"/>
                  <a:gd name="connsiteX105" fmla="*/ 557530 w 1453388"/>
                  <a:gd name="connsiteY105" fmla="*/ 422081 h 1472498"/>
                  <a:gd name="connsiteX106" fmla="*/ 581279 w 1453388"/>
                  <a:gd name="connsiteY106" fmla="*/ 355406 h 1472498"/>
                  <a:gd name="connsiteX107" fmla="*/ 517779 w 1453388"/>
                  <a:gd name="connsiteY107" fmla="*/ 356040 h 1472498"/>
                  <a:gd name="connsiteX108" fmla="*/ 787400 w 1453388"/>
                  <a:gd name="connsiteY108" fmla="*/ 550224 h 1472498"/>
                  <a:gd name="connsiteX109" fmla="*/ 551561 w 1453388"/>
                  <a:gd name="connsiteY109" fmla="*/ 708084 h 1472498"/>
                  <a:gd name="connsiteX110" fmla="*/ 521081 w 1453388"/>
                  <a:gd name="connsiteY110" fmla="*/ 910269 h 1472498"/>
                  <a:gd name="connsiteX111" fmla="*/ 656336 w 1453388"/>
                  <a:gd name="connsiteY111" fmla="*/ 1108643 h 1472498"/>
                  <a:gd name="connsiteX112" fmla="*/ 885698 w 1453388"/>
                  <a:gd name="connsiteY112" fmla="*/ 1143059 h 1472498"/>
                  <a:gd name="connsiteX113" fmla="*/ 1167257 w 1453388"/>
                  <a:gd name="connsiteY113" fmla="*/ 1081464 h 1472498"/>
                  <a:gd name="connsiteX114" fmla="*/ 1254379 w 1453388"/>
                  <a:gd name="connsiteY114" fmla="*/ 789745 h 1472498"/>
                  <a:gd name="connsiteX115" fmla="*/ 1073404 w 1453388"/>
                  <a:gd name="connsiteY115" fmla="*/ 576766 h 1472498"/>
                  <a:gd name="connsiteX116" fmla="*/ 787400 w 1453388"/>
                  <a:gd name="connsiteY116" fmla="*/ 550224 h 1472498"/>
                  <a:gd name="connsiteX117" fmla="*/ 266700 w 1453388"/>
                  <a:gd name="connsiteY117" fmla="*/ 566480 h 1472498"/>
                  <a:gd name="connsiteX118" fmla="*/ 314071 w 1453388"/>
                  <a:gd name="connsiteY118" fmla="*/ 625407 h 1472498"/>
                  <a:gd name="connsiteX119" fmla="*/ 266700 w 1453388"/>
                  <a:gd name="connsiteY119" fmla="*/ 566480 h 1472498"/>
                  <a:gd name="connsiteX120" fmla="*/ 508508 w 1453388"/>
                  <a:gd name="connsiteY120" fmla="*/ 984309 h 1472498"/>
                  <a:gd name="connsiteX121" fmla="*/ 500888 w 1453388"/>
                  <a:gd name="connsiteY121" fmla="*/ 753677 h 1472498"/>
                  <a:gd name="connsiteX122" fmla="*/ 508508 w 1453388"/>
                  <a:gd name="connsiteY122" fmla="*/ 984309 h 1472498"/>
                  <a:gd name="connsiteX123" fmla="*/ 1274572 w 1453388"/>
                  <a:gd name="connsiteY123" fmla="*/ 752662 h 1472498"/>
                  <a:gd name="connsiteX124" fmla="*/ 1273048 w 1453388"/>
                  <a:gd name="connsiteY124" fmla="*/ 989008 h 1472498"/>
                  <a:gd name="connsiteX125" fmla="*/ 1274572 w 1453388"/>
                  <a:gd name="connsiteY125" fmla="*/ 752662 h 1472498"/>
                  <a:gd name="connsiteX126" fmla="*/ 1310640 w 1453388"/>
                  <a:gd name="connsiteY126" fmla="*/ 1163761 h 1472498"/>
                  <a:gd name="connsiteX127" fmla="*/ 1312418 w 1453388"/>
                  <a:gd name="connsiteY127" fmla="*/ 1303461 h 1472498"/>
                  <a:gd name="connsiteX128" fmla="*/ 1425702 w 1453388"/>
                  <a:gd name="connsiteY128" fmla="*/ 1234119 h 1472498"/>
                  <a:gd name="connsiteX129" fmla="*/ 1310640 w 1453388"/>
                  <a:gd name="connsiteY129" fmla="*/ 1163761 h 1472498"/>
                  <a:gd name="connsiteX130" fmla="*/ 1154557 w 1453388"/>
                  <a:gd name="connsiteY130" fmla="*/ 1181540 h 1472498"/>
                  <a:gd name="connsiteX131" fmla="*/ 1189609 w 1453388"/>
                  <a:gd name="connsiteY131" fmla="*/ 1338005 h 1472498"/>
                  <a:gd name="connsiteX132" fmla="*/ 1241806 w 1453388"/>
                  <a:gd name="connsiteY132" fmla="*/ 1235643 h 1472498"/>
                  <a:gd name="connsiteX133" fmla="*/ 1154557 w 1453388"/>
                  <a:gd name="connsiteY133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414653 w 1453388"/>
                  <a:gd name="connsiteY15" fmla="*/ 279206 h 1472498"/>
                  <a:gd name="connsiteX16" fmla="*/ 1349121 w 1453388"/>
                  <a:gd name="connsiteY16" fmla="*/ 319338 h 1472498"/>
                  <a:gd name="connsiteX17" fmla="*/ 1338961 w 1453388"/>
                  <a:gd name="connsiteY17" fmla="*/ 386520 h 1472498"/>
                  <a:gd name="connsiteX18" fmla="*/ 1206754 w 1453388"/>
                  <a:gd name="connsiteY18" fmla="*/ 380044 h 1472498"/>
                  <a:gd name="connsiteX19" fmla="*/ 1190244 w 1453388"/>
                  <a:gd name="connsiteY19" fmla="*/ 344357 h 1472498"/>
                  <a:gd name="connsiteX20" fmla="*/ 1201801 w 1453388"/>
                  <a:gd name="connsiteY20" fmla="*/ 303844 h 1472498"/>
                  <a:gd name="connsiteX21" fmla="*/ 1082294 w 1453388"/>
                  <a:gd name="connsiteY21" fmla="*/ 261426 h 1472498"/>
                  <a:gd name="connsiteX22" fmla="*/ 945007 w 1453388"/>
                  <a:gd name="connsiteY22" fmla="*/ 390712 h 1472498"/>
                  <a:gd name="connsiteX23" fmla="*/ 895604 w 1453388"/>
                  <a:gd name="connsiteY23" fmla="*/ 397570 h 1472498"/>
                  <a:gd name="connsiteX24" fmla="*/ 895350 w 1453388"/>
                  <a:gd name="connsiteY24" fmla="*/ 515171 h 1472498"/>
                  <a:gd name="connsiteX25" fmla="*/ 1144651 w 1453388"/>
                  <a:gd name="connsiteY25" fmla="*/ 586800 h 1472498"/>
                  <a:gd name="connsiteX26" fmla="*/ 1251204 w 1453388"/>
                  <a:gd name="connsiteY26" fmla="*/ 704528 h 1472498"/>
                  <a:gd name="connsiteX27" fmla="*/ 1340993 w 1453388"/>
                  <a:gd name="connsiteY27" fmla="*/ 779713 h 1472498"/>
                  <a:gd name="connsiteX28" fmla="*/ 1256030 w 1453388"/>
                  <a:gd name="connsiteY28" fmla="*/ 1014155 h 1472498"/>
                  <a:gd name="connsiteX29" fmla="*/ 1237361 w 1453388"/>
                  <a:gd name="connsiteY29" fmla="*/ 1043111 h 1472498"/>
                  <a:gd name="connsiteX30" fmla="*/ 1122934 w 1453388"/>
                  <a:gd name="connsiteY30" fmla="*/ 1135439 h 1472498"/>
                  <a:gd name="connsiteX31" fmla="*/ 1246632 w 1453388"/>
                  <a:gd name="connsiteY31" fmla="*/ 1210624 h 1472498"/>
                  <a:gd name="connsiteX32" fmla="*/ 1310640 w 1453388"/>
                  <a:gd name="connsiteY32" fmla="*/ 1137345 h 1472498"/>
                  <a:gd name="connsiteX33" fmla="*/ 1410843 w 1453388"/>
                  <a:gd name="connsiteY33" fmla="*/ 1154108 h 1472498"/>
                  <a:gd name="connsiteX34" fmla="*/ 1453388 w 1453388"/>
                  <a:gd name="connsiteY34" fmla="*/ 1224720 h 1472498"/>
                  <a:gd name="connsiteX35" fmla="*/ 1383665 w 1453388"/>
                  <a:gd name="connsiteY35" fmla="*/ 1462338 h 1472498"/>
                  <a:gd name="connsiteX36" fmla="*/ 1360424 w 1453388"/>
                  <a:gd name="connsiteY36" fmla="*/ 1465005 h 1472498"/>
                  <a:gd name="connsiteX37" fmla="*/ 1413637 w 1453388"/>
                  <a:gd name="connsiteY37" fmla="*/ 1314509 h 1472498"/>
                  <a:gd name="connsiteX38" fmla="*/ 1331468 w 1453388"/>
                  <a:gd name="connsiteY38" fmla="*/ 1334068 h 1472498"/>
                  <a:gd name="connsiteX39" fmla="*/ 1247394 w 1453388"/>
                  <a:gd name="connsiteY39" fmla="*/ 1274251 h 1472498"/>
                  <a:gd name="connsiteX40" fmla="*/ 1194054 w 1453388"/>
                  <a:gd name="connsiteY40" fmla="*/ 1459036 h 1472498"/>
                  <a:gd name="connsiteX41" fmla="*/ 1192022 w 1453388"/>
                  <a:gd name="connsiteY41" fmla="*/ 1472498 h 1472498"/>
                  <a:gd name="connsiteX42" fmla="*/ 1176909 w 1453388"/>
                  <a:gd name="connsiteY42" fmla="*/ 1457257 h 1472498"/>
                  <a:gd name="connsiteX43" fmla="*/ 1165606 w 1453388"/>
                  <a:gd name="connsiteY43" fmla="*/ 1370136 h 1472498"/>
                  <a:gd name="connsiteX44" fmla="*/ 1128776 w 1453388"/>
                  <a:gd name="connsiteY44" fmla="*/ 1185986 h 1472498"/>
                  <a:gd name="connsiteX45" fmla="*/ 1121791 w 1453388"/>
                  <a:gd name="connsiteY45" fmla="*/ 1162618 h 1472498"/>
                  <a:gd name="connsiteX46" fmla="*/ 950214 w 1453388"/>
                  <a:gd name="connsiteY46" fmla="*/ 1166427 h 1472498"/>
                  <a:gd name="connsiteX47" fmla="*/ 685927 w 1453388"/>
                  <a:gd name="connsiteY47" fmla="*/ 1159062 h 1472498"/>
                  <a:gd name="connsiteX48" fmla="*/ 645795 w 1453388"/>
                  <a:gd name="connsiteY48" fmla="*/ 1182302 h 1472498"/>
                  <a:gd name="connsiteX49" fmla="*/ 599694 w 1453388"/>
                  <a:gd name="connsiteY49" fmla="*/ 1461830 h 1472498"/>
                  <a:gd name="connsiteX50" fmla="*/ 574929 w 1453388"/>
                  <a:gd name="connsiteY50" fmla="*/ 1466020 h 1472498"/>
                  <a:gd name="connsiteX51" fmla="*/ 614299 w 1453388"/>
                  <a:gd name="connsiteY51" fmla="*/ 1184207 h 1472498"/>
                  <a:gd name="connsiteX52" fmla="*/ 481711 w 1453388"/>
                  <a:gd name="connsiteY52" fmla="*/ 1325051 h 1472498"/>
                  <a:gd name="connsiteX53" fmla="*/ 439166 w 1453388"/>
                  <a:gd name="connsiteY53" fmla="*/ 1458527 h 1472498"/>
                  <a:gd name="connsiteX54" fmla="*/ 413258 w 1453388"/>
                  <a:gd name="connsiteY54" fmla="*/ 1468814 h 1472498"/>
                  <a:gd name="connsiteX55" fmla="*/ 520319 w 1453388"/>
                  <a:gd name="connsiteY55" fmla="*/ 1228657 h 1472498"/>
                  <a:gd name="connsiteX56" fmla="*/ 650621 w 1453388"/>
                  <a:gd name="connsiteY56" fmla="*/ 1136963 h 1472498"/>
                  <a:gd name="connsiteX57" fmla="*/ 524637 w 1453388"/>
                  <a:gd name="connsiteY57" fmla="*/ 1011361 h 1472498"/>
                  <a:gd name="connsiteX58" fmla="*/ 446024 w 1453388"/>
                  <a:gd name="connsiteY58" fmla="*/ 970720 h 1472498"/>
                  <a:gd name="connsiteX59" fmla="*/ 414147 w 1453388"/>
                  <a:gd name="connsiteY59" fmla="*/ 824925 h 1472498"/>
                  <a:gd name="connsiteX60" fmla="*/ 513842 w 1453388"/>
                  <a:gd name="connsiteY60" fmla="*/ 724849 h 1472498"/>
                  <a:gd name="connsiteX61" fmla="*/ 691896 w 1453388"/>
                  <a:gd name="connsiteY61" fmla="*/ 550477 h 1472498"/>
                  <a:gd name="connsiteX62" fmla="*/ 869061 w 1453388"/>
                  <a:gd name="connsiteY62" fmla="*/ 514409 h 1472498"/>
                  <a:gd name="connsiteX63" fmla="*/ 869061 w 1453388"/>
                  <a:gd name="connsiteY63" fmla="*/ 398458 h 1472498"/>
                  <a:gd name="connsiteX64" fmla="*/ 722757 w 1453388"/>
                  <a:gd name="connsiteY64" fmla="*/ 301684 h 1472498"/>
                  <a:gd name="connsiteX65" fmla="*/ 610616 w 1453388"/>
                  <a:gd name="connsiteY65" fmla="*/ 358453 h 1472498"/>
                  <a:gd name="connsiteX66" fmla="*/ 598932 w 1453388"/>
                  <a:gd name="connsiteY66" fmla="*/ 438082 h 1472498"/>
                  <a:gd name="connsiteX67" fmla="*/ 511556 w 1453388"/>
                  <a:gd name="connsiteY67" fmla="*/ 439860 h 1472498"/>
                  <a:gd name="connsiteX68" fmla="*/ 475615 w 1453388"/>
                  <a:gd name="connsiteY68" fmla="*/ 374328 h 1472498"/>
                  <a:gd name="connsiteX69" fmla="*/ 395224 w 1453388"/>
                  <a:gd name="connsiteY69" fmla="*/ 348801 h 1472498"/>
                  <a:gd name="connsiteX70" fmla="*/ 326771 w 1453388"/>
                  <a:gd name="connsiteY70" fmla="*/ 533713 h 1472498"/>
                  <a:gd name="connsiteX71" fmla="*/ 356489 w 1453388"/>
                  <a:gd name="connsiteY71" fmla="*/ 561400 h 1472498"/>
                  <a:gd name="connsiteX72" fmla="*/ 290703 w 1453388"/>
                  <a:gd name="connsiteY72" fmla="*/ 659189 h 1472498"/>
                  <a:gd name="connsiteX73" fmla="*/ 241808 w 1453388"/>
                  <a:gd name="connsiteY73" fmla="*/ 552890 h 1472498"/>
                  <a:gd name="connsiteX74" fmla="*/ 300228 w 1453388"/>
                  <a:gd name="connsiteY74" fmla="*/ 527871 h 1472498"/>
                  <a:gd name="connsiteX75" fmla="*/ 349250 w 1453388"/>
                  <a:gd name="connsiteY75" fmla="*/ 400871 h 1472498"/>
                  <a:gd name="connsiteX76" fmla="*/ 372999 w 1453388"/>
                  <a:gd name="connsiteY76" fmla="*/ 338895 h 1472498"/>
                  <a:gd name="connsiteX77" fmla="*/ 180721 w 1453388"/>
                  <a:gd name="connsiteY77" fmla="*/ 261933 h 1472498"/>
                  <a:gd name="connsiteX78" fmla="*/ 131445 w 1453388"/>
                  <a:gd name="connsiteY78" fmla="*/ 300288 h 1472498"/>
                  <a:gd name="connsiteX79" fmla="*/ 34798 w 1453388"/>
                  <a:gd name="connsiteY79" fmla="*/ 262441 h 1472498"/>
                  <a:gd name="connsiteX80" fmla="*/ 62103 w 1453388"/>
                  <a:gd name="connsiteY80" fmla="*/ 148014 h 1472498"/>
                  <a:gd name="connsiteX81" fmla="*/ 130175 w 1453388"/>
                  <a:gd name="connsiteY81" fmla="*/ 143696 h 1472498"/>
                  <a:gd name="connsiteX82" fmla="*/ 124587 w 1453388"/>
                  <a:gd name="connsiteY82" fmla="*/ 109660 h 1472498"/>
                  <a:gd name="connsiteX83" fmla="*/ 0 w 1453388"/>
                  <a:gd name="connsiteY83" fmla="*/ 45399 h 1472498"/>
                  <a:gd name="connsiteX84" fmla="*/ 32893 w 1453388"/>
                  <a:gd name="connsiteY84" fmla="*/ 36127 h 1472498"/>
                  <a:gd name="connsiteX85" fmla="*/ 65278 w 1453388"/>
                  <a:gd name="connsiteY85" fmla="*/ 60765 h 1472498"/>
                  <a:gd name="connsiteX86" fmla="*/ 280543 w 1453388"/>
                  <a:gd name="connsiteY86" fmla="*/ 123757 h 1472498"/>
                  <a:gd name="connsiteX87" fmla="*/ 32893 w 1453388"/>
                  <a:gd name="connsiteY87" fmla="*/ 36127 h 1472498"/>
                  <a:gd name="connsiteX88" fmla="*/ 839978 w 1453388"/>
                  <a:gd name="connsiteY88" fmla="*/ 33334 h 1472498"/>
                  <a:gd name="connsiteX89" fmla="*/ 729488 w 1453388"/>
                  <a:gd name="connsiteY89" fmla="*/ 140649 h 1472498"/>
                  <a:gd name="connsiteX90" fmla="*/ 886968 w 1453388"/>
                  <a:gd name="connsiteY90" fmla="*/ 369883 h 1472498"/>
                  <a:gd name="connsiteX91" fmla="*/ 1055370 w 1453388"/>
                  <a:gd name="connsiteY91" fmla="*/ 257362 h 1472498"/>
                  <a:gd name="connsiteX92" fmla="*/ 993902 w 1453388"/>
                  <a:gd name="connsiteY92" fmla="*/ 60765 h 1472498"/>
                  <a:gd name="connsiteX93" fmla="*/ 839978 w 1453388"/>
                  <a:gd name="connsiteY93" fmla="*/ 33334 h 1472498"/>
                  <a:gd name="connsiteX94" fmla="*/ 77851 w 1453388"/>
                  <a:gd name="connsiteY94" fmla="*/ 172526 h 1472498"/>
                  <a:gd name="connsiteX95" fmla="*/ 54356 w 1453388"/>
                  <a:gd name="connsiteY95" fmla="*/ 238565 h 1472498"/>
                  <a:gd name="connsiteX96" fmla="*/ 125984 w 1453388"/>
                  <a:gd name="connsiteY96" fmla="*/ 274126 h 1472498"/>
                  <a:gd name="connsiteX97" fmla="*/ 170180 w 1453388"/>
                  <a:gd name="connsiteY97" fmla="*/ 225484 h 1472498"/>
                  <a:gd name="connsiteX98" fmla="*/ 77851 w 1453388"/>
                  <a:gd name="connsiteY98" fmla="*/ 172526 h 1472498"/>
                  <a:gd name="connsiteX99" fmla="*/ 1245489 w 1453388"/>
                  <a:gd name="connsiteY99" fmla="*/ 298890 h 1472498"/>
                  <a:gd name="connsiteX100" fmla="*/ 1229868 w 1453388"/>
                  <a:gd name="connsiteY100" fmla="*/ 369502 h 1472498"/>
                  <a:gd name="connsiteX101" fmla="*/ 1323594 w 1453388"/>
                  <a:gd name="connsiteY101" fmla="*/ 351722 h 1472498"/>
                  <a:gd name="connsiteX102" fmla="*/ 1245489 w 1453388"/>
                  <a:gd name="connsiteY102" fmla="*/ 298890 h 1472498"/>
                  <a:gd name="connsiteX103" fmla="*/ 517779 w 1453388"/>
                  <a:gd name="connsiteY103" fmla="*/ 356040 h 1472498"/>
                  <a:gd name="connsiteX104" fmla="*/ 557530 w 1453388"/>
                  <a:gd name="connsiteY104" fmla="*/ 422081 h 1472498"/>
                  <a:gd name="connsiteX105" fmla="*/ 581279 w 1453388"/>
                  <a:gd name="connsiteY105" fmla="*/ 355406 h 1472498"/>
                  <a:gd name="connsiteX106" fmla="*/ 517779 w 1453388"/>
                  <a:gd name="connsiteY106" fmla="*/ 356040 h 1472498"/>
                  <a:gd name="connsiteX107" fmla="*/ 787400 w 1453388"/>
                  <a:gd name="connsiteY107" fmla="*/ 550224 h 1472498"/>
                  <a:gd name="connsiteX108" fmla="*/ 551561 w 1453388"/>
                  <a:gd name="connsiteY108" fmla="*/ 708084 h 1472498"/>
                  <a:gd name="connsiteX109" fmla="*/ 521081 w 1453388"/>
                  <a:gd name="connsiteY109" fmla="*/ 910269 h 1472498"/>
                  <a:gd name="connsiteX110" fmla="*/ 656336 w 1453388"/>
                  <a:gd name="connsiteY110" fmla="*/ 1108643 h 1472498"/>
                  <a:gd name="connsiteX111" fmla="*/ 885698 w 1453388"/>
                  <a:gd name="connsiteY111" fmla="*/ 1143059 h 1472498"/>
                  <a:gd name="connsiteX112" fmla="*/ 1167257 w 1453388"/>
                  <a:gd name="connsiteY112" fmla="*/ 1081464 h 1472498"/>
                  <a:gd name="connsiteX113" fmla="*/ 1254379 w 1453388"/>
                  <a:gd name="connsiteY113" fmla="*/ 789745 h 1472498"/>
                  <a:gd name="connsiteX114" fmla="*/ 1073404 w 1453388"/>
                  <a:gd name="connsiteY114" fmla="*/ 576766 h 1472498"/>
                  <a:gd name="connsiteX115" fmla="*/ 787400 w 1453388"/>
                  <a:gd name="connsiteY115" fmla="*/ 550224 h 1472498"/>
                  <a:gd name="connsiteX116" fmla="*/ 266700 w 1453388"/>
                  <a:gd name="connsiteY116" fmla="*/ 566480 h 1472498"/>
                  <a:gd name="connsiteX117" fmla="*/ 314071 w 1453388"/>
                  <a:gd name="connsiteY117" fmla="*/ 625407 h 1472498"/>
                  <a:gd name="connsiteX118" fmla="*/ 266700 w 1453388"/>
                  <a:gd name="connsiteY118" fmla="*/ 566480 h 1472498"/>
                  <a:gd name="connsiteX119" fmla="*/ 508508 w 1453388"/>
                  <a:gd name="connsiteY119" fmla="*/ 984309 h 1472498"/>
                  <a:gd name="connsiteX120" fmla="*/ 500888 w 1453388"/>
                  <a:gd name="connsiteY120" fmla="*/ 753677 h 1472498"/>
                  <a:gd name="connsiteX121" fmla="*/ 508508 w 1453388"/>
                  <a:gd name="connsiteY121" fmla="*/ 984309 h 1472498"/>
                  <a:gd name="connsiteX122" fmla="*/ 1274572 w 1453388"/>
                  <a:gd name="connsiteY122" fmla="*/ 752662 h 1472498"/>
                  <a:gd name="connsiteX123" fmla="*/ 1273048 w 1453388"/>
                  <a:gd name="connsiteY123" fmla="*/ 989008 h 1472498"/>
                  <a:gd name="connsiteX124" fmla="*/ 1274572 w 1453388"/>
                  <a:gd name="connsiteY124" fmla="*/ 752662 h 1472498"/>
                  <a:gd name="connsiteX125" fmla="*/ 1310640 w 1453388"/>
                  <a:gd name="connsiteY125" fmla="*/ 1163761 h 1472498"/>
                  <a:gd name="connsiteX126" fmla="*/ 1312418 w 1453388"/>
                  <a:gd name="connsiteY126" fmla="*/ 1303461 h 1472498"/>
                  <a:gd name="connsiteX127" fmla="*/ 1425702 w 1453388"/>
                  <a:gd name="connsiteY127" fmla="*/ 1234119 h 1472498"/>
                  <a:gd name="connsiteX128" fmla="*/ 1310640 w 1453388"/>
                  <a:gd name="connsiteY128" fmla="*/ 1163761 h 1472498"/>
                  <a:gd name="connsiteX129" fmla="*/ 1154557 w 1453388"/>
                  <a:gd name="connsiteY129" fmla="*/ 1181540 h 1472498"/>
                  <a:gd name="connsiteX130" fmla="*/ 1189609 w 1453388"/>
                  <a:gd name="connsiteY130" fmla="*/ 1338005 h 1472498"/>
                  <a:gd name="connsiteX131" fmla="*/ 1241806 w 1453388"/>
                  <a:gd name="connsiteY131" fmla="*/ 1235643 h 1472498"/>
                  <a:gd name="connsiteX132" fmla="*/ 1154557 w 1453388"/>
                  <a:gd name="connsiteY132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349121 w 1453388"/>
                  <a:gd name="connsiteY15" fmla="*/ 319338 h 1472498"/>
                  <a:gd name="connsiteX16" fmla="*/ 1338961 w 1453388"/>
                  <a:gd name="connsiteY16" fmla="*/ 386520 h 1472498"/>
                  <a:gd name="connsiteX17" fmla="*/ 1206754 w 1453388"/>
                  <a:gd name="connsiteY17" fmla="*/ 380044 h 1472498"/>
                  <a:gd name="connsiteX18" fmla="*/ 1190244 w 1453388"/>
                  <a:gd name="connsiteY18" fmla="*/ 344357 h 1472498"/>
                  <a:gd name="connsiteX19" fmla="*/ 1201801 w 1453388"/>
                  <a:gd name="connsiteY19" fmla="*/ 303844 h 1472498"/>
                  <a:gd name="connsiteX20" fmla="*/ 1082294 w 1453388"/>
                  <a:gd name="connsiteY20" fmla="*/ 261426 h 1472498"/>
                  <a:gd name="connsiteX21" fmla="*/ 945007 w 1453388"/>
                  <a:gd name="connsiteY21" fmla="*/ 390712 h 1472498"/>
                  <a:gd name="connsiteX22" fmla="*/ 895604 w 1453388"/>
                  <a:gd name="connsiteY22" fmla="*/ 397570 h 1472498"/>
                  <a:gd name="connsiteX23" fmla="*/ 895350 w 1453388"/>
                  <a:gd name="connsiteY23" fmla="*/ 515171 h 1472498"/>
                  <a:gd name="connsiteX24" fmla="*/ 1144651 w 1453388"/>
                  <a:gd name="connsiteY24" fmla="*/ 586800 h 1472498"/>
                  <a:gd name="connsiteX25" fmla="*/ 1251204 w 1453388"/>
                  <a:gd name="connsiteY25" fmla="*/ 704528 h 1472498"/>
                  <a:gd name="connsiteX26" fmla="*/ 1340993 w 1453388"/>
                  <a:gd name="connsiteY26" fmla="*/ 779713 h 1472498"/>
                  <a:gd name="connsiteX27" fmla="*/ 1256030 w 1453388"/>
                  <a:gd name="connsiteY27" fmla="*/ 1014155 h 1472498"/>
                  <a:gd name="connsiteX28" fmla="*/ 1237361 w 1453388"/>
                  <a:gd name="connsiteY28" fmla="*/ 1043111 h 1472498"/>
                  <a:gd name="connsiteX29" fmla="*/ 1122934 w 1453388"/>
                  <a:gd name="connsiteY29" fmla="*/ 1135439 h 1472498"/>
                  <a:gd name="connsiteX30" fmla="*/ 1246632 w 1453388"/>
                  <a:gd name="connsiteY30" fmla="*/ 1210624 h 1472498"/>
                  <a:gd name="connsiteX31" fmla="*/ 1310640 w 1453388"/>
                  <a:gd name="connsiteY31" fmla="*/ 1137345 h 1472498"/>
                  <a:gd name="connsiteX32" fmla="*/ 1410843 w 1453388"/>
                  <a:gd name="connsiteY32" fmla="*/ 1154108 h 1472498"/>
                  <a:gd name="connsiteX33" fmla="*/ 1453388 w 1453388"/>
                  <a:gd name="connsiteY33" fmla="*/ 1224720 h 1472498"/>
                  <a:gd name="connsiteX34" fmla="*/ 1383665 w 1453388"/>
                  <a:gd name="connsiteY34" fmla="*/ 1462338 h 1472498"/>
                  <a:gd name="connsiteX35" fmla="*/ 1360424 w 1453388"/>
                  <a:gd name="connsiteY35" fmla="*/ 1465005 h 1472498"/>
                  <a:gd name="connsiteX36" fmla="*/ 1413637 w 1453388"/>
                  <a:gd name="connsiteY36" fmla="*/ 1314509 h 1472498"/>
                  <a:gd name="connsiteX37" fmla="*/ 1331468 w 1453388"/>
                  <a:gd name="connsiteY37" fmla="*/ 1334068 h 1472498"/>
                  <a:gd name="connsiteX38" fmla="*/ 1247394 w 1453388"/>
                  <a:gd name="connsiteY38" fmla="*/ 1274251 h 1472498"/>
                  <a:gd name="connsiteX39" fmla="*/ 1194054 w 1453388"/>
                  <a:gd name="connsiteY39" fmla="*/ 1459036 h 1472498"/>
                  <a:gd name="connsiteX40" fmla="*/ 1192022 w 1453388"/>
                  <a:gd name="connsiteY40" fmla="*/ 1472498 h 1472498"/>
                  <a:gd name="connsiteX41" fmla="*/ 1176909 w 1453388"/>
                  <a:gd name="connsiteY41" fmla="*/ 1457257 h 1472498"/>
                  <a:gd name="connsiteX42" fmla="*/ 1165606 w 1453388"/>
                  <a:gd name="connsiteY42" fmla="*/ 1370136 h 1472498"/>
                  <a:gd name="connsiteX43" fmla="*/ 1128776 w 1453388"/>
                  <a:gd name="connsiteY43" fmla="*/ 1185986 h 1472498"/>
                  <a:gd name="connsiteX44" fmla="*/ 1121791 w 1453388"/>
                  <a:gd name="connsiteY44" fmla="*/ 1162618 h 1472498"/>
                  <a:gd name="connsiteX45" fmla="*/ 950214 w 1453388"/>
                  <a:gd name="connsiteY45" fmla="*/ 1166427 h 1472498"/>
                  <a:gd name="connsiteX46" fmla="*/ 685927 w 1453388"/>
                  <a:gd name="connsiteY46" fmla="*/ 1159062 h 1472498"/>
                  <a:gd name="connsiteX47" fmla="*/ 645795 w 1453388"/>
                  <a:gd name="connsiteY47" fmla="*/ 1182302 h 1472498"/>
                  <a:gd name="connsiteX48" fmla="*/ 599694 w 1453388"/>
                  <a:gd name="connsiteY48" fmla="*/ 1461830 h 1472498"/>
                  <a:gd name="connsiteX49" fmla="*/ 574929 w 1453388"/>
                  <a:gd name="connsiteY49" fmla="*/ 1466020 h 1472498"/>
                  <a:gd name="connsiteX50" fmla="*/ 614299 w 1453388"/>
                  <a:gd name="connsiteY50" fmla="*/ 1184207 h 1472498"/>
                  <a:gd name="connsiteX51" fmla="*/ 481711 w 1453388"/>
                  <a:gd name="connsiteY51" fmla="*/ 1325051 h 1472498"/>
                  <a:gd name="connsiteX52" fmla="*/ 439166 w 1453388"/>
                  <a:gd name="connsiteY52" fmla="*/ 1458527 h 1472498"/>
                  <a:gd name="connsiteX53" fmla="*/ 413258 w 1453388"/>
                  <a:gd name="connsiteY53" fmla="*/ 1468814 h 1472498"/>
                  <a:gd name="connsiteX54" fmla="*/ 520319 w 1453388"/>
                  <a:gd name="connsiteY54" fmla="*/ 1228657 h 1472498"/>
                  <a:gd name="connsiteX55" fmla="*/ 650621 w 1453388"/>
                  <a:gd name="connsiteY55" fmla="*/ 1136963 h 1472498"/>
                  <a:gd name="connsiteX56" fmla="*/ 524637 w 1453388"/>
                  <a:gd name="connsiteY56" fmla="*/ 1011361 h 1472498"/>
                  <a:gd name="connsiteX57" fmla="*/ 446024 w 1453388"/>
                  <a:gd name="connsiteY57" fmla="*/ 970720 h 1472498"/>
                  <a:gd name="connsiteX58" fmla="*/ 414147 w 1453388"/>
                  <a:gd name="connsiteY58" fmla="*/ 824925 h 1472498"/>
                  <a:gd name="connsiteX59" fmla="*/ 513842 w 1453388"/>
                  <a:gd name="connsiteY59" fmla="*/ 724849 h 1472498"/>
                  <a:gd name="connsiteX60" fmla="*/ 691896 w 1453388"/>
                  <a:gd name="connsiteY60" fmla="*/ 550477 h 1472498"/>
                  <a:gd name="connsiteX61" fmla="*/ 869061 w 1453388"/>
                  <a:gd name="connsiteY61" fmla="*/ 514409 h 1472498"/>
                  <a:gd name="connsiteX62" fmla="*/ 869061 w 1453388"/>
                  <a:gd name="connsiteY62" fmla="*/ 398458 h 1472498"/>
                  <a:gd name="connsiteX63" fmla="*/ 722757 w 1453388"/>
                  <a:gd name="connsiteY63" fmla="*/ 301684 h 1472498"/>
                  <a:gd name="connsiteX64" fmla="*/ 610616 w 1453388"/>
                  <a:gd name="connsiteY64" fmla="*/ 358453 h 1472498"/>
                  <a:gd name="connsiteX65" fmla="*/ 598932 w 1453388"/>
                  <a:gd name="connsiteY65" fmla="*/ 438082 h 1472498"/>
                  <a:gd name="connsiteX66" fmla="*/ 511556 w 1453388"/>
                  <a:gd name="connsiteY66" fmla="*/ 439860 h 1472498"/>
                  <a:gd name="connsiteX67" fmla="*/ 475615 w 1453388"/>
                  <a:gd name="connsiteY67" fmla="*/ 374328 h 1472498"/>
                  <a:gd name="connsiteX68" fmla="*/ 395224 w 1453388"/>
                  <a:gd name="connsiteY68" fmla="*/ 348801 h 1472498"/>
                  <a:gd name="connsiteX69" fmla="*/ 326771 w 1453388"/>
                  <a:gd name="connsiteY69" fmla="*/ 533713 h 1472498"/>
                  <a:gd name="connsiteX70" fmla="*/ 356489 w 1453388"/>
                  <a:gd name="connsiteY70" fmla="*/ 561400 h 1472498"/>
                  <a:gd name="connsiteX71" fmla="*/ 290703 w 1453388"/>
                  <a:gd name="connsiteY71" fmla="*/ 659189 h 1472498"/>
                  <a:gd name="connsiteX72" fmla="*/ 241808 w 1453388"/>
                  <a:gd name="connsiteY72" fmla="*/ 552890 h 1472498"/>
                  <a:gd name="connsiteX73" fmla="*/ 300228 w 1453388"/>
                  <a:gd name="connsiteY73" fmla="*/ 527871 h 1472498"/>
                  <a:gd name="connsiteX74" fmla="*/ 349250 w 1453388"/>
                  <a:gd name="connsiteY74" fmla="*/ 400871 h 1472498"/>
                  <a:gd name="connsiteX75" fmla="*/ 372999 w 1453388"/>
                  <a:gd name="connsiteY75" fmla="*/ 338895 h 1472498"/>
                  <a:gd name="connsiteX76" fmla="*/ 180721 w 1453388"/>
                  <a:gd name="connsiteY76" fmla="*/ 261933 h 1472498"/>
                  <a:gd name="connsiteX77" fmla="*/ 131445 w 1453388"/>
                  <a:gd name="connsiteY77" fmla="*/ 300288 h 1472498"/>
                  <a:gd name="connsiteX78" fmla="*/ 34798 w 1453388"/>
                  <a:gd name="connsiteY78" fmla="*/ 262441 h 1472498"/>
                  <a:gd name="connsiteX79" fmla="*/ 62103 w 1453388"/>
                  <a:gd name="connsiteY79" fmla="*/ 148014 h 1472498"/>
                  <a:gd name="connsiteX80" fmla="*/ 130175 w 1453388"/>
                  <a:gd name="connsiteY80" fmla="*/ 143696 h 1472498"/>
                  <a:gd name="connsiteX81" fmla="*/ 124587 w 1453388"/>
                  <a:gd name="connsiteY81" fmla="*/ 109660 h 1472498"/>
                  <a:gd name="connsiteX82" fmla="*/ 0 w 1453388"/>
                  <a:gd name="connsiteY82" fmla="*/ 45399 h 1472498"/>
                  <a:gd name="connsiteX83" fmla="*/ 32893 w 1453388"/>
                  <a:gd name="connsiteY83" fmla="*/ 36127 h 1472498"/>
                  <a:gd name="connsiteX84" fmla="*/ 65278 w 1453388"/>
                  <a:gd name="connsiteY84" fmla="*/ 60765 h 1472498"/>
                  <a:gd name="connsiteX85" fmla="*/ 280543 w 1453388"/>
                  <a:gd name="connsiteY85" fmla="*/ 123757 h 1472498"/>
                  <a:gd name="connsiteX86" fmla="*/ 32893 w 1453388"/>
                  <a:gd name="connsiteY86" fmla="*/ 36127 h 1472498"/>
                  <a:gd name="connsiteX87" fmla="*/ 839978 w 1453388"/>
                  <a:gd name="connsiteY87" fmla="*/ 33334 h 1472498"/>
                  <a:gd name="connsiteX88" fmla="*/ 729488 w 1453388"/>
                  <a:gd name="connsiteY88" fmla="*/ 140649 h 1472498"/>
                  <a:gd name="connsiteX89" fmla="*/ 886968 w 1453388"/>
                  <a:gd name="connsiteY89" fmla="*/ 369883 h 1472498"/>
                  <a:gd name="connsiteX90" fmla="*/ 1055370 w 1453388"/>
                  <a:gd name="connsiteY90" fmla="*/ 257362 h 1472498"/>
                  <a:gd name="connsiteX91" fmla="*/ 993902 w 1453388"/>
                  <a:gd name="connsiteY91" fmla="*/ 60765 h 1472498"/>
                  <a:gd name="connsiteX92" fmla="*/ 839978 w 1453388"/>
                  <a:gd name="connsiteY92" fmla="*/ 33334 h 1472498"/>
                  <a:gd name="connsiteX93" fmla="*/ 77851 w 1453388"/>
                  <a:gd name="connsiteY93" fmla="*/ 172526 h 1472498"/>
                  <a:gd name="connsiteX94" fmla="*/ 54356 w 1453388"/>
                  <a:gd name="connsiteY94" fmla="*/ 238565 h 1472498"/>
                  <a:gd name="connsiteX95" fmla="*/ 125984 w 1453388"/>
                  <a:gd name="connsiteY95" fmla="*/ 274126 h 1472498"/>
                  <a:gd name="connsiteX96" fmla="*/ 170180 w 1453388"/>
                  <a:gd name="connsiteY96" fmla="*/ 225484 h 1472498"/>
                  <a:gd name="connsiteX97" fmla="*/ 77851 w 1453388"/>
                  <a:gd name="connsiteY97" fmla="*/ 172526 h 1472498"/>
                  <a:gd name="connsiteX98" fmla="*/ 1245489 w 1453388"/>
                  <a:gd name="connsiteY98" fmla="*/ 298890 h 1472498"/>
                  <a:gd name="connsiteX99" fmla="*/ 1229868 w 1453388"/>
                  <a:gd name="connsiteY99" fmla="*/ 369502 h 1472498"/>
                  <a:gd name="connsiteX100" fmla="*/ 1323594 w 1453388"/>
                  <a:gd name="connsiteY100" fmla="*/ 351722 h 1472498"/>
                  <a:gd name="connsiteX101" fmla="*/ 1245489 w 1453388"/>
                  <a:gd name="connsiteY101" fmla="*/ 298890 h 1472498"/>
                  <a:gd name="connsiteX102" fmla="*/ 517779 w 1453388"/>
                  <a:gd name="connsiteY102" fmla="*/ 356040 h 1472498"/>
                  <a:gd name="connsiteX103" fmla="*/ 557530 w 1453388"/>
                  <a:gd name="connsiteY103" fmla="*/ 422081 h 1472498"/>
                  <a:gd name="connsiteX104" fmla="*/ 581279 w 1453388"/>
                  <a:gd name="connsiteY104" fmla="*/ 355406 h 1472498"/>
                  <a:gd name="connsiteX105" fmla="*/ 517779 w 1453388"/>
                  <a:gd name="connsiteY105" fmla="*/ 356040 h 1472498"/>
                  <a:gd name="connsiteX106" fmla="*/ 787400 w 1453388"/>
                  <a:gd name="connsiteY106" fmla="*/ 550224 h 1472498"/>
                  <a:gd name="connsiteX107" fmla="*/ 551561 w 1453388"/>
                  <a:gd name="connsiteY107" fmla="*/ 708084 h 1472498"/>
                  <a:gd name="connsiteX108" fmla="*/ 521081 w 1453388"/>
                  <a:gd name="connsiteY108" fmla="*/ 910269 h 1472498"/>
                  <a:gd name="connsiteX109" fmla="*/ 656336 w 1453388"/>
                  <a:gd name="connsiteY109" fmla="*/ 1108643 h 1472498"/>
                  <a:gd name="connsiteX110" fmla="*/ 885698 w 1453388"/>
                  <a:gd name="connsiteY110" fmla="*/ 1143059 h 1472498"/>
                  <a:gd name="connsiteX111" fmla="*/ 1167257 w 1453388"/>
                  <a:gd name="connsiteY111" fmla="*/ 1081464 h 1472498"/>
                  <a:gd name="connsiteX112" fmla="*/ 1254379 w 1453388"/>
                  <a:gd name="connsiteY112" fmla="*/ 789745 h 1472498"/>
                  <a:gd name="connsiteX113" fmla="*/ 1073404 w 1453388"/>
                  <a:gd name="connsiteY113" fmla="*/ 576766 h 1472498"/>
                  <a:gd name="connsiteX114" fmla="*/ 787400 w 1453388"/>
                  <a:gd name="connsiteY114" fmla="*/ 550224 h 1472498"/>
                  <a:gd name="connsiteX115" fmla="*/ 266700 w 1453388"/>
                  <a:gd name="connsiteY115" fmla="*/ 566480 h 1472498"/>
                  <a:gd name="connsiteX116" fmla="*/ 314071 w 1453388"/>
                  <a:gd name="connsiteY116" fmla="*/ 625407 h 1472498"/>
                  <a:gd name="connsiteX117" fmla="*/ 266700 w 1453388"/>
                  <a:gd name="connsiteY117" fmla="*/ 566480 h 1472498"/>
                  <a:gd name="connsiteX118" fmla="*/ 508508 w 1453388"/>
                  <a:gd name="connsiteY118" fmla="*/ 984309 h 1472498"/>
                  <a:gd name="connsiteX119" fmla="*/ 500888 w 1453388"/>
                  <a:gd name="connsiteY119" fmla="*/ 753677 h 1472498"/>
                  <a:gd name="connsiteX120" fmla="*/ 508508 w 1453388"/>
                  <a:gd name="connsiteY120" fmla="*/ 984309 h 1472498"/>
                  <a:gd name="connsiteX121" fmla="*/ 1274572 w 1453388"/>
                  <a:gd name="connsiteY121" fmla="*/ 752662 h 1472498"/>
                  <a:gd name="connsiteX122" fmla="*/ 1273048 w 1453388"/>
                  <a:gd name="connsiteY122" fmla="*/ 989008 h 1472498"/>
                  <a:gd name="connsiteX123" fmla="*/ 1274572 w 1453388"/>
                  <a:gd name="connsiteY123" fmla="*/ 752662 h 1472498"/>
                  <a:gd name="connsiteX124" fmla="*/ 1310640 w 1453388"/>
                  <a:gd name="connsiteY124" fmla="*/ 1163761 h 1472498"/>
                  <a:gd name="connsiteX125" fmla="*/ 1312418 w 1453388"/>
                  <a:gd name="connsiteY125" fmla="*/ 1303461 h 1472498"/>
                  <a:gd name="connsiteX126" fmla="*/ 1425702 w 1453388"/>
                  <a:gd name="connsiteY126" fmla="*/ 1234119 h 1472498"/>
                  <a:gd name="connsiteX127" fmla="*/ 1310640 w 1453388"/>
                  <a:gd name="connsiteY127" fmla="*/ 1163761 h 1472498"/>
                  <a:gd name="connsiteX128" fmla="*/ 1154557 w 1453388"/>
                  <a:gd name="connsiteY128" fmla="*/ 1181540 h 1472498"/>
                  <a:gd name="connsiteX129" fmla="*/ 1189609 w 1453388"/>
                  <a:gd name="connsiteY129" fmla="*/ 1338005 h 1472498"/>
                  <a:gd name="connsiteX130" fmla="*/ 1241806 w 1453388"/>
                  <a:gd name="connsiteY130" fmla="*/ 1235643 h 1472498"/>
                  <a:gd name="connsiteX131" fmla="*/ 1154557 w 1453388"/>
                  <a:gd name="connsiteY131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49121 w 1453388"/>
                  <a:gd name="connsiteY14" fmla="*/ 319338 h 1472498"/>
                  <a:gd name="connsiteX15" fmla="*/ 1338961 w 1453388"/>
                  <a:gd name="connsiteY15" fmla="*/ 386520 h 1472498"/>
                  <a:gd name="connsiteX16" fmla="*/ 1206754 w 1453388"/>
                  <a:gd name="connsiteY16" fmla="*/ 380044 h 1472498"/>
                  <a:gd name="connsiteX17" fmla="*/ 1190244 w 1453388"/>
                  <a:gd name="connsiteY17" fmla="*/ 344357 h 1472498"/>
                  <a:gd name="connsiteX18" fmla="*/ 1201801 w 1453388"/>
                  <a:gd name="connsiteY18" fmla="*/ 303844 h 1472498"/>
                  <a:gd name="connsiteX19" fmla="*/ 1082294 w 1453388"/>
                  <a:gd name="connsiteY19" fmla="*/ 261426 h 1472498"/>
                  <a:gd name="connsiteX20" fmla="*/ 945007 w 1453388"/>
                  <a:gd name="connsiteY20" fmla="*/ 390712 h 1472498"/>
                  <a:gd name="connsiteX21" fmla="*/ 895604 w 1453388"/>
                  <a:gd name="connsiteY21" fmla="*/ 397570 h 1472498"/>
                  <a:gd name="connsiteX22" fmla="*/ 895350 w 1453388"/>
                  <a:gd name="connsiteY22" fmla="*/ 515171 h 1472498"/>
                  <a:gd name="connsiteX23" fmla="*/ 1144651 w 1453388"/>
                  <a:gd name="connsiteY23" fmla="*/ 586800 h 1472498"/>
                  <a:gd name="connsiteX24" fmla="*/ 1251204 w 1453388"/>
                  <a:gd name="connsiteY24" fmla="*/ 704528 h 1472498"/>
                  <a:gd name="connsiteX25" fmla="*/ 1340993 w 1453388"/>
                  <a:gd name="connsiteY25" fmla="*/ 779713 h 1472498"/>
                  <a:gd name="connsiteX26" fmla="*/ 1256030 w 1453388"/>
                  <a:gd name="connsiteY26" fmla="*/ 1014155 h 1472498"/>
                  <a:gd name="connsiteX27" fmla="*/ 1237361 w 1453388"/>
                  <a:gd name="connsiteY27" fmla="*/ 1043111 h 1472498"/>
                  <a:gd name="connsiteX28" fmla="*/ 1122934 w 1453388"/>
                  <a:gd name="connsiteY28" fmla="*/ 1135439 h 1472498"/>
                  <a:gd name="connsiteX29" fmla="*/ 1246632 w 1453388"/>
                  <a:gd name="connsiteY29" fmla="*/ 1210624 h 1472498"/>
                  <a:gd name="connsiteX30" fmla="*/ 1310640 w 1453388"/>
                  <a:gd name="connsiteY30" fmla="*/ 1137345 h 1472498"/>
                  <a:gd name="connsiteX31" fmla="*/ 1410843 w 1453388"/>
                  <a:gd name="connsiteY31" fmla="*/ 1154108 h 1472498"/>
                  <a:gd name="connsiteX32" fmla="*/ 1453388 w 1453388"/>
                  <a:gd name="connsiteY32" fmla="*/ 1224720 h 1472498"/>
                  <a:gd name="connsiteX33" fmla="*/ 1383665 w 1453388"/>
                  <a:gd name="connsiteY33" fmla="*/ 1462338 h 1472498"/>
                  <a:gd name="connsiteX34" fmla="*/ 1360424 w 1453388"/>
                  <a:gd name="connsiteY34" fmla="*/ 1465005 h 1472498"/>
                  <a:gd name="connsiteX35" fmla="*/ 1413637 w 1453388"/>
                  <a:gd name="connsiteY35" fmla="*/ 1314509 h 1472498"/>
                  <a:gd name="connsiteX36" fmla="*/ 1331468 w 1453388"/>
                  <a:gd name="connsiteY36" fmla="*/ 1334068 h 1472498"/>
                  <a:gd name="connsiteX37" fmla="*/ 1247394 w 1453388"/>
                  <a:gd name="connsiteY37" fmla="*/ 1274251 h 1472498"/>
                  <a:gd name="connsiteX38" fmla="*/ 1194054 w 1453388"/>
                  <a:gd name="connsiteY38" fmla="*/ 1459036 h 1472498"/>
                  <a:gd name="connsiteX39" fmla="*/ 1192022 w 1453388"/>
                  <a:gd name="connsiteY39" fmla="*/ 1472498 h 1472498"/>
                  <a:gd name="connsiteX40" fmla="*/ 1176909 w 1453388"/>
                  <a:gd name="connsiteY40" fmla="*/ 1457257 h 1472498"/>
                  <a:gd name="connsiteX41" fmla="*/ 1165606 w 1453388"/>
                  <a:gd name="connsiteY41" fmla="*/ 1370136 h 1472498"/>
                  <a:gd name="connsiteX42" fmla="*/ 1128776 w 1453388"/>
                  <a:gd name="connsiteY42" fmla="*/ 1185986 h 1472498"/>
                  <a:gd name="connsiteX43" fmla="*/ 1121791 w 1453388"/>
                  <a:gd name="connsiteY43" fmla="*/ 1162618 h 1472498"/>
                  <a:gd name="connsiteX44" fmla="*/ 950214 w 1453388"/>
                  <a:gd name="connsiteY44" fmla="*/ 1166427 h 1472498"/>
                  <a:gd name="connsiteX45" fmla="*/ 685927 w 1453388"/>
                  <a:gd name="connsiteY45" fmla="*/ 1159062 h 1472498"/>
                  <a:gd name="connsiteX46" fmla="*/ 645795 w 1453388"/>
                  <a:gd name="connsiteY46" fmla="*/ 1182302 h 1472498"/>
                  <a:gd name="connsiteX47" fmla="*/ 599694 w 1453388"/>
                  <a:gd name="connsiteY47" fmla="*/ 1461830 h 1472498"/>
                  <a:gd name="connsiteX48" fmla="*/ 574929 w 1453388"/>
                  <a:gd name="connsiteY48" fmla="*/ 1466020 h 1472498"/>
                  <a:gd name="connsiteX49" fmla="*/ 614299 w 1453388"/>
                  <a:gd name="connsiteY49" fmla="*/ 1184207 h 1472498"/>
                  <a:gd name="connsiteX50" fmla="*/ 481711 w 1453388"/>
                  <a:gd name="connsiteY50" fmla="*/ 1325051 h 1472498"/>
                  <a:gd name="connsiteX51" fmla="*/ 439166 w 1453388"/>
                  <a:gd name="connsiteY51" fmla="*/ 1458527 h 1472498"/>
                  <a:gd name="connsiteX52" fmla="*/ 413258 w 1453388"/>
                  <a:gd name="connsiteY52" fmla="*/ 1468814 h 1472498"/>
                  <a:gd name="connsiteX53" fmla="*/ 520319 w 1453388"/>
                  <a:gd name="connsiteY53" fmla="*/ 1228657 h 1472498"/>
                  <a:gd name="connsiteX54" fmla="*/ 650621 w 1453388"/>
                  <a:gd name="connsiteY54" fmla="*/ 1136963 h 1472498"/>
                  <a:gd name="connsiteX55" fmla="*/ 524637 w 1453388"/>
                  <a:gd name="connsiteY55" fmla="*/ 1011361 h 1472498"/>
                  <a:gd name="connsiteX56" fmla="*/ 446024 w 1453388"/>
                  <a:gd name="connsiteY56" fmla="*/ 970720 h 1472498"/>
                  <a:gd name="connsiteX57" fmla="*/ 414147 w 1453388"/>
                  <a:gd name="connsiteY57" fmla="*/ 824925 h 1472498"/>
                  <a:gd name="connsiteX58" fmla="*/ 513842 w 1453388"/>
                  <a:gd name="connsiteY58" fmla="*/ 724849 h 1472498"/>
                  <a:gd name="connsiteX59" fmla="*/ 691896 w 1453388"/>
                  <a:gd name="connsiteY59" fmla="*/ 550477 h 1472498"/>
                  <a:gd name="connsiteX60" fmla="*/ 869061 w 1453388"/>
                  <a:gd name="connsiteY60" fmla="*/ 514409 h 1472498"/>
                  <a:gd name="connsiteX61" fmla="*/ 869061 w 1453388"/>
                  <a:gd name="connsiteY61" fmla="*/ 398458 h 1472498"/>
                  <a:gd name="connsiteX62" fmla="*/ 722757 w 1453388"/>
                  <a:gd name="connsiteY62" fmla="*/ 301684 h 1472498"/>
                  <a:gd name="connsiteX63" fmla="*/ 610616 w 1453388"/>
                  <a:gd name="connsiteY63" fmla="*/ 358453 h 1472498"/>
                  <a:gd name="connsiteX64" fmla="*/ 598932 w 1453388"/>
                  <a:gd name="connsiteY64" fmla="*/ 438082 h 1472498"/>
                  <a:gd name="connsiteX65" fmla="*/ 511556 w 1453388"/>
                  <a:gd name="connsiteY65" fmla="*/ 439860 h 1472498"/>
                  <a:gd name="connsiteX66" fmla="*/ 475615 w 1453388"/>
                  <a:gd name="connsiteY66" fmla="*/ 374328 h 1472498"/>
                  <a:gd name="connsiteX67" fmla="*/ 395224 w 1453388"/>
                  <a:gd name="connsiteY67" fmla="*/ 348801 h 1472498"/>
                  <a:gd name="connsiteX68" fmla="*/ 326771 w 1453388"/>
                  <a:gd name="connsiteY68" fmla="*/ 533713 h 1472498"/>
                  <a:gd name="connsiteX69" fmla="*/ 356489 w 1453388"/>
                  <a:gd name="connsiteY69" fmla="*/ 561400 h 1472498"/>
                  <a:gd name="connsiteX70" fmla="*/ 290703 w 1453388"/>
                  <a:gd name="connsiteY70" fmla="*/ 659189 h 1472498"/>
                  <a:gd name="connsiteX71" fmla="*/ 241808 w 1453388"/>
                  <a:gd name="connsiteY71" fmla="*/ 552890 h 1472498"/>
                  <a:gd name="connsiteX72" fmla="*/ 300228 w 1453388"/>
                  <a:gd name="connsiteY72" fmla="*/ 527871 h 1472498"/>
                  <a:gd name="connsiteX73" fmla="*/ 349250 w 1453388"/>
                  <a:gd name="connsiteY73" fmla="*/ 400871 h 1472498"/>
                  <a:gd name="connsiteX74" fmla="*/ 372999 w 1453388"/>
                  <a:gd name="connsiteY74" fmla="*/ 338895 h 1472498"/>
                  <a:gd name="connsiteX75" fmla="*/ 180721 w 1453388"/>
                  <a:gd name="connsiteY75" fmla="*/ 261933 h 1472498"/>
                  <a:gd name="connsiteX76" fmla="*/ 131445 w 1453388"/>
                  <a:gd name="connsiteY76" fmla="*/ 300288 h 1472498"/>
                  <a:gd name="connsiteX77" fmla="*/ 34798 w 1453388"/>
                  <a:gd name="connsiteY77" fmla="*/ 262441 h 1472498"/>
                  <a:gd name="connsiteX78" fmla="*/ 62103 w 1453388"/>
                  <a:gd name="connsiteY78" fmla="*/ 148014 h 1472498"/>
                  <a:gd name="connsiteX79" fmla="*/ 130175 w 1453388"/>
                  <a:gd name="connsiteY79" fmla="*/ 143696 h 1472498"/>
                  <a:gd name="connsiteX80" fmla="*/ 124587 w 1453388"/>
                  <a:gd name="connsiteY80" fmla="*/ 109660 h 1472498"/>
                  <a:gd name="connsiteX81" fmla="*/ 0 w 1453388"/>
                  <a:gd name="connsiteY81" fmla="*/ 45399 h 1472498"/>
                  <a:gd name="connsiteX82" fmla="*/ 32893 w 1453388"/>
                  <a:gd name="connsiteY82" fmla="*/ 36127 h 1472498"/>
                  <a:gd name="connsiteX83" fmla="*/ 65278 w 1453388"/>
                  <a:gd name="connsiteY83" fmla="*/ 60765 h 1472498"/>
                  <a:gd name="connsiteX84" fmla="*/ 280543 w 1453388"/>
                  <a:gd name="connsiteY84" fmla="*/ 123757 h 1472498"/>
                  <a:gd name="connsiteX85" fmla="*/ 32893 w 1453388"/>
                  <a:gd name="connsiteY85" fmla="*/ 36127 h 1472498"/>
                  <a:gd name="connsiteX86" fmla="*/ 839978 w 1453388"/>
                  <a:gd name="connsiteY86" fmla="*/ 33334 h 1472498"/>
                  <a:gd name="connsiteX87" fmla="*/ 729488 w 1453388"/>
                  <a:gd name="connsiteY87" fmla="*/ 140649 h 1472498"/>
                  <a:gd name="connsiteX88" fmla="*/ 886968 w 1453388"/>
                  <a:gd name="connsiteY88" fmla="*/ 369883 h 1472498"/>
                  <a:gd name="connsiteX89" fmla="*/ 1055370 w 1453388"/>
                  <a:gd name="connsiteY89" fmla="*/ 257362 h 1472498"/>
                  <a:gd name="connsiteX90" fmla="*/ 993902 w 1453388"/>
                  <a:gd name="connsiteY90" fmla="*/ 60765 h 1472498"/>
                  <a:gd name="connsiteX91" fmla="*/ 839978 w 1453388"/>
                  <a:gd name="connsiteY91" fmla="*/ 33334 h 1472498"/>
                  <a:gd name="connsiteX92" fmla="*/ 77851 w 1453388"/>
                  <a:gd name="connsiteY92" fmla="*/ 172526 h 1472498"/>
                  <a:gd name="connsiteX93" fmla="*/ 54356 w 1453388"/>
                  <a:gd name="connsiteY93" fmla="*/ 238565 h 1472498"/>
                  <a:gd name="connsiteX94" fmla="*/ 125984 w 1453388"/>
                  <a:gd name="connsiteY94" fmla="*/ 274126 h 1472498"/>
                  <a:gd name="connsiteX95" fmla="*/ 170180 w 1453388"/>
                  <a:gd name="connsiteY95" fmla="*/ 225484 h 1472498"/>
                  <a:gd name="connsiteX96" fmla="*/ 77851 w 1453388"/>
                  <a:gd name="connsiteY96" fmla="*/ 172526 h 1472498"/>
                  <a:gd name="connsiteX97" fmla="*/ 1245489 w 1453388"/>
                  <a:gd name="connsiteY97" fmla="*/ 298890 h 1472498"/>
                  <a:gd name="connsiteX98" fmla="*/ 1229868 w 1453388"/>
                  <a:gd name="connsiteY98" fmla="*/ 369502 h 1472498"/>
                  <a:gd name="connsiteX99" fmla="*/ 1323594 w 1453388"/>
                  <a:gd name="connsiteY99" fmla="*/ 351722 h 1472498"/>
                  <a:gd name="connsiteX100" fmla="*/ 1245489 w 1453388"/>
                  <a:gd name="connsiteY100" fmla="*/ 298890 h 1472498"/>
                  <a:gd name="connsiteX101" fmla="*/ 517779 w 1453388"/>
                  <a:gd name="connsiteY101" fmla="*/ 356040 h 1472498"/>
                  <a:gd name="connsiteX102" fmla="*/ 557530 w 1453388"/>
                  <a:gd name="connsiteY102" fmla="*/ 422081 h 1472498"/>
                  <a:gd name="connsiteX103" fmla="*/ 581279 w 1453388"/>
                  <a:gd name="connsiteY103" fmla="*/ 355406 h 1472498"/>
                  <a:gd name="connsiteX104" fmla="*/ 517779 w 1453388"/>
                  <a:gd name="connsiteY104" fmla="*/ 356040 h 1472498"/>
                  <a:gd name="connsiteX105" fmla="*/ 787400 w 1453388"/>
                  <a:gd name="connsiteY105" fmla="*/ 550224 h 1472498"/>
                  <a:gd name="connsiteX106" fmla="*/ 551561 w 1453388"/>
                  <a:gd name="connsiteY106" fmla="*/ 708084 h 1472498"/>
                  <a:gd name="connsiteX107" fmla="*/ 521081 w 1453388"/>
                  <a:gd name="connsiteY107" fmla="*/ 910269 h 1472498"/>
                  <a:gd name="connsiteX108" fmla="*/ 656336 w 1453388"/>
                  <a:gd name="connsiteY108" fmla="*/ 1108643 h 1472498"/>
                  <a:gd name="connsiteX109" fmla="*/ 885698 w 1453388"/>
                  <a:gd name="connsiteY109" fmla="*/ 1143059 h 1472498"/>
                  <a:gd name="connsiteX110" fmla="*/ 1167257 w 1453388"/>
                  <a:gd name="connsiteY110" fmla="*/ 1081464 h 1472498"/>
                  <a:gd name="connsiteX111" fmla="*/ 1254379 w 1453388"/>
                  <a:gd name="connsiteY111" fmla="*/ 789745 h 1472498"/>
                  <a:gd name="connsiteX112" fmla="*/ 1073404 w 1453388"/>
                  <a:gd name="connsiteY112" fmla="*/ 576766 h 1472498"/>
                  <a:gd name="connsiteX113" fmla="*/ 787400 w 1453388"/>
                  <a:gd name="connsiteY113" fmla="*/ 550224 h 1472498"/>
                  <a:gd name="connsiteX114" fmla="*/ 266700 w 1453388"/>
                  <a:gd name="connsiteY114" fmla="*/ 566480 h 1472498"/>
                  <a:gd name="connsiteX115" fmla="*/ 314071 w 1453388"/>
                  <a:gd name="connsiteY115" fmla="*/ 625407 h 1472498"/>
                  <a:gd name="connsiteX116" fmla="*/ 266700 w 1453388"/>
                  <a:gd name="connsiteY116" fmla="*/ 566480 h 1472498"/>
                  <a:gd name="connsiteX117" fmla="*/ 508508 w 1453388"/>
                  <a:gd name="connsiteY117" fmla="*/ 984309 h 1472498"/>
                  <a:gd name="connsiteX118" fmla="*/ 500888 w 1453388"/>
                  <a:gd name="connsiteY118" fmla="*/ 753677 h 1472498"/>
                  <a:gd name="connsiteX119" fmla="*/ 508508 w 1453388"/>
                  <a:gd name="connsiteY119" fmla="*/ 984309 h 1472498"/>
                  <a:gd name="connsiteX120" fmla="*/ 1274572 w 1453388"/>
                  <a:gd name="connsiteY120" fmla="*/ 752662 h 1472498"/>
                  <a:gd name="connsiteX121" fmla="*/ 1273048 w 1453388"/>
                  <a:gd name="connsiteY121" fmla="*/ 989008 h 1472498"/>
                  <a:gd name="connsiteX122" fmla="*/ 1274572 w 1453388"/>
                  <a:gd name="connsiteY122" fmla="*/ 752662 h 1472498"/>
                  <a:gd name="connsiteX123" fmla="*/ 1310640 w 1453388"/>
                  <a:gd name="connsiteY123" fmla="*/ 1163761 h 1472498"/>
                  <a:gd name="connsiteX124" fmla="*/ 1312418 w 1453388"/>
                  <a:gd name="connsiteY124" fmla="*/ 1303461 h 1472498"/>
                  <a:gd name="connsiteX125" fmla="*/ 1425702 w 1453388"/>
                  <a:gd name="connsiteY125" fmla="*/ 1234119 h 1472498"/>
                  <a:gd name="connsiteX126" fmla="*/ 1310640 w 1453388"/>
                  <a:gd name="connsiteY126" fmla="*/ 1163761 h 1472498"/>
                  <a:gd name="connsiteX127" fmla="*/ 1154557 w 1453388"/>
                  <a:gd name="connsiteY127" fmla="*/ 1181540 h 1472498"/>
                  <a:gd name="connsiteX128" fmla="*/ 1189609 w 1453388"/>
                  <a:gd name="connsiteY128" fmla="*/ 1338005 h 1472498"/>
                  <a:gd name="connsiteX129" fmla="*/ 1241806 w 1453388"/>
                  <a:gd name="connsiteY129" fmla="*/ 1235643 h 1472498"/>
                  <a:gd name="connsiteX130" fmla="*/ 1154557 w 1453388"/>
                  <a:gd name="connsiteY130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49121 w 1453388"/>
                  <a:gd name="connsiteY14" fmla="*/ 319338 h 1472498"/>
                  <a:gd name="connsiteX15" fmla="*/ 1338961 w 1453388"/>
                  <a:gd name="connsiteY15" fmla="*/ 386520 h 1472498"/>
                  <a:gd name="connsiteX16" fmla="*/ 1206754 w 1453388"/>
                  <a:gd name="connsiteY16" fmla="*/ 380044 h 1472498"/>
                  <a:gd name="connsiteX17" fmla="*/ 1190244 w 1453388"/>
                  <a:gd name="connsiteY17" fmla="*/ 344357 h 1472498"/>
                  <a:gd name="connsiteX18" fmla="*/ 1201801 w 1453388"/>
                  <a:gd name="connsiteY18" fmla="*/ 303844 h 1472498"/>
                  <a:gd name="connsiteX19" fmla="*/ 1082294 w 1453388"/>
                  <a:gd name="connsiteY19" fmla="*/ 261426 h 1472498"/>
                  <a:gd name="connsiteX20" fmla="*/ 945007 w 1453388"/>
                  <a:gd name="connsiteY20" fmla="*/ 390712 h 1472498"/>
                  <a:gd name="connsiteX21" fmla="*/ 895604 w 1453388"/>
                  <a:gd name="connsiteY21" fmla="*/ 397570 h 1472498"/>
                  <a:gd name="connsiteX22" fmla="*/ 895350 w 1453388"/>
                  <a:gd name="connsiteY22" fmla="*/ 515171 h 1472498"/>
                  <a:gd name="connsiteX23" fmla="*/ 1144651 w 1453388"/>
                  <a:gd name="connsiteY23" fmla="*/ 586800 h 1472498"/>
                  <a:gd name="connsiteX24" fmla="*/ 1251204 w 1453388"/>
                  <a:gd name="connsiteY24" fmla="*/ 704528 h 1472498"/>
                  <a:gd name="connsiteX25" fmla="*/ 1340993 w 1453388"/>
                  <a:gd name="connsiteY25" fmla="*/ 779713 h 1472498"/>
                  <a:gd name="connsiteX26" fmla="*/ 1256030 w 1453388"/>
                  <a:gd name="connsiteY26" fmla="*/ 1014155 h 1472498"/>
                  <a:gd name="connsiteX27" fmla="*/ 1237361 w 1453388"/>
                  <a:gd name="connsiteY27" fmla="*/ 1043111 h 1472498"/>
                  <a:gd name="connsiteX28" fmla="*/ 1122934 w 1453388"/>
                  <a:gd name="connsiteY28" fmla="*/ 1135439 h 1472498"/>
                  <a:gd name="connsiteX29" fmla="*/ 1246632 w 1453388"/>
                  <a:gd name="connsiteY29" fmla="*/ 1210624 h 1472498"/>
                  <a:gd name="connsiteX30" fmla="*/ 1310640 w 1453388"/>
                  <a:gd name="connsiteY30" fmla="*/ 1137345 h 1472498"/>
                  <a:gd name="connsiteX31" fmla="*/ 1410843 w 1453388"/>
                  <a:gd name="connsiteY31" fmla="*/ 1154108 h 1472498"/>
                  <a:gd name="connsiteX32" fmla="*/ 1453388 w 1453388"/>
                  <a:gd name="connsiteY32" fmla="*/ 1224720 h 1472498"/>
                  <a:gd name="connsiteX33" fmla="*/ 1383665 w 1453388"/>
                  <a:gd name="connsiteY33" fmla="*/ 1462338 h 1472498"/>
                  <a:gd name="connsiteX34" fmla="*/ 1360424 w 1453388"/>
                  <a:gd name="connsiteY34" fmla="*/ 1465005 h 1472498"/>
                  <a:gd name="connsiteX35" fmla="*/ 1413637 w 1453388"/>
                  <a:gd name="connsiteY35" fmla="*/ 1314509 h 1472498"/>
                  <a:gd name="connsiteX36" fmla="*/ 1331468 w 1453388"/>
                  <a:gd name="connsiteY36" fmla="*/ 1334068 h 1472498"/>
                  <a:gd name="connsiteX37" fmla="*/ 1247394 w 1453388"/>
                  <a:gd name="connsiteY37" fmla="*/ 1274251 h 1472498"/>
                  <a:gd name="connsiteX38" fmla="*/ 1194054 w 1453388"/>
                  <a:gd name="connsiteY38" fmla="*/ 1459036 h 1472498"/>
                  <a:gd name="connsiteX39" fmla="*/ 1192022 w 1453388"/>
                  <a:gd name="connsiteY39" fmla="*/ 1472498 h 1472498"/>
                  <a:gd name="connsiteX40" fmla="*/ 1176909 w 1453388"/>
                  <a:gd name="connsiteY40" fmla="*/ 1457257 h 1472498"/>
                  <a:gd name="connsiteX41" fmla="*/ 1165606 w 1453388"/>
                  <a:gd name="connsiteY41" fmla="*/ 1370136 h 1472498"/>
                  <a:gd name="connsiteX42" fmla="*/ 1128776 w 1453388"/>
                  <a:gd name="connsiteY42" fmla="*/ 1185986 h 1472498"/>
                  <a:gd name="connsiteX43" fmla="*/ 1121791 w 1453388"/>
                  <a:gd name="connsiteY43" fmla="*/ 1162618 h 1472498"/>
                  <a:gd name="connsiteX44" fmla="*/ 950214 w 1453388"/>
                  <a:gd name="connsiteY44" fmla="*/ 1166427 h 1472498"/>
                  <a:gd name="connsiteX45" fmla="*/ 685927 w 1453388"/>
                  <a:gd name="connsiteY45" fmla="*/ 1159062 h 1472498"/>
                  <a:gd name="connsiteX46" fmla="*/ 645795 w 1453388"/>
                  <a:gd name="connsiteY46" fmla="*/ 1182302 h 1472498"/>
                  <a:gd name="connsiteX47" fmla="*/ 599694 w 1453388"/>
                  <a:gd name="connsiteY47" fmla="*/ 1461830 h 1472498"/>
                  <a:gd name="connsiteX48" fmla="*/ 574929 w 1453388"/>
                  <a:gd name="connsiteY48" fmla="*/ 1466020 h 1472498"/>
                  <a:gd name="connsiteX49" fmla="*/ 614299 w 1453388"/>
                  <a:gd name="connsiteY49" fmla="*/ 1184207 h 1472498"/>
                  <a:gd name="connsiteX50" fmla="*/ 481711 w 1453388"/>
                  <a:gd name="connsiteY50" fmla="*/ 1325051 h 1472498"/>
                  <a:gd name="connsiteX51" fmla="*/ 439166 w 1453388"/>
                  <a:gd name="connsiteY51" fmla="*/ 1458527 h 1472498"/>
                  <a:gd name="connsiteX52" fmla="*/ 413258 w 1453388"/>
                  <a:gd name="connsiteY52" fmla="*/ 1468814 h 1472498"/>
                  <a:gd name="connsiteX53" fmla="*/ 520319 w 1453388"/>
                  <a:gd name="connsiteY53" fmla="*/ 1228657 h 1472498"/>
                  <a:gd name="connsiteX54" fmla="*/ 650621 w 1453388"/>
                  <a:gd name="connsiteY54" fmla="*/ 1136963 h 1472498"/>
                  <a:gd name="connsiteX55" fmla="*/ 524637 w 1453388"/>
                  <a:gd name="connsiteY55" fmla="*/ 1011361 h 1472498"/>
                  <a:gd name="connsiteX56" fmla="*/ 446024 w 1453388"/>
                  <a:gd name="connsiteY56" fmla="*/ 970720 h 1472498"/>
                  <a:gd name="connsiteX57" fmla="*/ 414147 w 1453388"/>
                  <a:gd name="connsiteY57" fmla="*/ 824925 h 1472498"/>
                  <a:gd name="connsiteX58" fmla="*/ 513842 w 1453388"/>
                  <a:gd name="connsiteY58" fmla="*/ 724849 h 1472498"/>
                  <a:gd name="connsiteX59" fmla="*/ 691896 w 1453388"/>
                  <a:gd name="connsiteY59" fmla="*/ 550477 h 1472498"/>
                  <a:gd name="connsiteX60" fmla="*/ 869061 w 1453388"/>
                  <a:gd name="connsiteY60" fmla="*/ 514409 h 1472498"/>
                  <a:gd name="connsiteX61" fmla="*/ 869061 w 1453388"/>
                  <a:gd name="connsiteY61" fmla="*/ 398458 h 1472498"/>
                  <a:gd name="connsiteX62" fmla="*/ 722757 w 1453388"/>
                  <a:gd name="connsiteY62" fmla="*/ 301684 h 1472498"/>
                  <a:gd name="connsiteX63" fmla="*/ 610616 w 1453388"/>
                  <a:gd name="connsiteY63" fmla="*/ 358453 h 1472498"/>
                  <a:gd name="connsiteX64" fmla="*/ 598932 w 1453388"/>
                  <a:gd name="connsiteY64" fmla="*/ 438082 h 1472498"/>
                  <a:gd name="connsiteX65" fmla="*/ 511556 w 1453388"/>
                  <a:gd name="connsiteY65" fmla="*/ 439860 h 1472498"/>
                  <a:gd name="connsiteX66" fmla="*/ 475615 w 1453388"/>
                  <a:gd name="connsiteY66" fmla="*/ 374328 h 1472498"/>
                  <a:gd name="connsiteX67" fmla="*/ 395224 w 1453388"/>
                  <a:gd name="connsiteY67" fmla="*/ 348801 h 1472498"/>
                  <a:gd name="connsiteX68" fmla="*/ 326771 w 1453388"/>
                  <a:gd name="connsiteY68" fmla="*/ 533713 h 1472498"/>
                  <a:gd name="connsiteX69" fmla="*/ 356489 w 1453388"/>
                  <a:gd name="connsiteY69" fmla="*/ 561400 h 1472498"/>
                  <a:gd name="connsiteX70" fmla="*/ 290703 w 1453388"/>
                  <a:gd name="connsiteY70" fmla="*/ 659189 h 1472498"/>
                  <a:gd name="connsiteX71" fmla="*/ 241808 w 1453388"/>
                  <a:gd name="connsiteY71" fmla="*/ 552890 h 1472498"/>
                  <a:gd name="connsiteX72" fmla="*/ 300228 w 1453388"/>
                  <a:gd name="connsiteY72" fmla="*/ 527871 h 1472498"/>
                  <a:gd name="connsiteX73" fmla="*/ 349250 w 1453388"/>
                  <a:gd name="connsiteY73" fmla="*/ 400871 h 1472498"/>
                  <a:gd name="connsiteX74" fmla="*/ 372999 w 1453388"/>
                  <a:gd name="connsiteY74" fmla="*/ 338895 h 1472498"/>
                  <a:gd name="connsiteX75" fmla="*/ 180721 w 1453388"/>
                  <a:gd name="connsiteY75" fmla="*/ 261933 h 1472498"/>
                  <a:gd name="connsiteX76" fmla="*/ 131445 w 1453388"/>
                  <a:gd name="connsiteY76" fmla="*/ 300288 h 1472498"/>
                  <a:gd name="connsiteX77" fmla="*/ 34798 w 1453388"/>
                  <a:gd name="connsiteY77" fmla="*/ 262441 h 1472498"/>
                  <a:gd name="connsiteX78" fmla="*/ 62103 w 1453388"/>
                  <a:gd name="connsiteY78" fmla="*/ 148014 h 1472498"/>
                  <a:gd name="connsiteX79" fmla="*/ 130175 w 1453388"/>
                  <a:gd name="connsiteY79" fmla="*/ 143696 h 1472498"/>
                  <a:gd name="connsiteX80" fmla="*/ 124587 w 1453388"/>
                  <a:gd name="connsiteY80" fmla="*/ 109660 h 1472498"/>
                  <a:gd name="connsiteX81" fmla="*/ 0 w 1453388"/>
                  <a:gd name="connsiteY81" fmla="*/ 45399 h 1472498"/>
                  <a:gd name="connsiteX82" fmla="*/ 32893 w 1453388"/>
                  <a:gd name="connsiteY82" fmla="*/ 36127 h 1472498"/>
                  <a:gd name="connsiteX83" fmla="*/ 65278 w 1453388"/>
                  <a:gd name="connsiteY83" fmla="*/ 60765 h 1472498"/>
                  <a:gd name="connsiteX84" fmla="*/ 280543 w 1453388"/>
                  <a:gd name="connsiteY84" fmla="*/ 123757 h 1472498"/>
                  <a:gd name="connsiteX85" fmla="*/ 32893 w 1453388"/>
                  <a:gd name="connsiteY85" fmla="*/ 36127 h 1472498"/>
                  <a:gd name="connsiteX86" fmla="*/ 839978 w 1453388"/>
                  <a:gd name="connsiteY86" fmla="*/ 33334 h 1472498"/>
                  <a:gd name="connsiteX87" fmla="*/ 729488 w 1453388"/>
                  <a:gd name="connsiteY87" fmla="*/ 140649 h 1472498"/>
                  <a:gd name="connsiteX88" fmla="*/ 886968 w 1453388"/>
                  <a:gd name="connsiteY88" fmla="*/ 369883 h 1472498"/>
                  <a:gd name="connsiteX89" fmla="*/ 1055370 w 1453388"/>
                  <a:gd name="connsiteY89" fmla="*/ 257362 h 1472498"/>
                  <a:gd name="connsiteX90" fmla="*/ 993902 w 1453388"/>
                  <a:gd name="connsiteY90" fmla="*/ 60765 h 1472498"/>
                  <a:gd name="connsiteX91" fmla="*/ 839978 w 1453388"/>
                  <a:gd name="connsiteY91" fmla="*/ 33334 h 1472498"/>
                  <a:gd name="connsiteX92" fmla="*/ 77851 w 1453388"/>
                  <a:gd name="connsiteY92" fmla="*/ 172526 h 1472498"/>
                  <a:gd name="connsiteX93" fmla="*/ 54356 w 1453388"/>
                  <a:gd name="connsiteY93" fmla="*/ 238565 h 1472498"/>
                  <a:gd name="connsiteX94" fmla="*/ 125984 w 1453388"/>
                  <a:gd name="connsiteY94" fmla="*/ 274126 h 1472498"/>
                  <a:gd name="connsiteX95" fmla="*/ 170180 w 1453388"/>
                  <a:gd name="connsiteY95" fmla="*/ 225484 h 1472498"/>
                  <a:gd name="connsiteX96" fmla="*/ 77851 w 1453388"/>
                  <a:gd name="connsiteY96" fmla="*/ 172526 h 1472498"/>
                  <a:gd name="connsiteX97" fmla="*/ 1245489 w 1453388"/>
                  <a:gd name="connsiteY97" fmla="*/ 298890 h 1472498"/>
                  <a:gd name="connsiteX98" fmla="*/ 1229868 w 1453388"/>
                  <a:gd name="connsiteY98" fmla="*/ 369502 h 1472498"/>
                  <a:gd name="connsiteX99" fmla="*/ 1323594 w 1453388"/>
                  <a:gd name="connsiteY99" fmla="*/ 351722 h 1472498"/>
                  <a:gd name="connsiteX100" fmla="*/ 517779 w 1453388"/>
                  <a:gd name="connsiteY100" fmla="*/ 356040 h 1472498"/>
                  <a:gd name="connsiteX101" fmla="*/ 557530 w 1453388"/>
                  <a:gd name="connsiteY101" fmla="*/ 422081 h 1472498"/>
                  <a:gd name="connsiteX102" fmla="*/ 581279 w 1453388"/>
                  <a:gd name="connsiteY102" fmla="*/ 355406 h 1472498"/>
                  <a:gd name="connsiteX103" fmla="*/ 517779 w 1453388"/>
                  <a:gd name="connsiteY103" fmla="*/ 356040 h 1472498"/>
                  <a:gd name="connsiteX104" fmla="*/ 787400 w 1453388"/>
                  <a:gd name="connsiteY104" fmla="*/ 550224 h 1472498"/>
                  <a:gd name="connsiteX105" fmla="*/ 551561 w 1453388"/>
                  <a:gd name="connsiteY105" fmla="*/ 708084 h 1472498"/>
                  <a:gd name="connsiteX106" fmla="*/ 521081 w 1453388"/>
                  <a:gd name="connsiteY106" fmla="*/ 910269 h 1472498"/>
                  <a:gd name="connsiteX107" fmla="*/ 656336 w 1453388"/>
                  <a:gd name="connsiteY107" fmla="*/ 1108643 h 1472498"/>
                  <a:gd name="connsiteX108" fmla="*/ 885698 w 1453388"/>
                  <a:gd name="connsiteY108" fmla="*/ 1143059 h 1472498"/>
                  <a:gd name="connsiteX109" fmla="*/ 1167257 w 1453388"/>
                  <a:gd name="connsiteY109" fmla="*/ 1081464 h 1472498"/>
                  <a:gd name="connsiteX110" fmla="*/ 1254379 w 1453388"/>
                  <a:gd name="connsiteY110" fmla="*/ 789745 h 1472498"/>
                  <a:gd name="connsiteX111" fmla="*/ 1073404 w 1453388"/>
                  <a:gd name="connsiteY111" fmla="*/ 576766 h 1472498"/>
                  <a:gd name="connsiteX112" fmla="*/ 787400 w 1453388"/>
                  <a:gd name="connsiteY112" fmla="*/ 550224 h 1472498"/>
                  <a:gd name="connsiteX113" fmla="*/ 266700 w 1453388"/>
                  <a:gd name="connsiteY113" fmla="*/ 566480 h 1472498"/>
                  <a:gd name="connsiteX114" fmla="*/ 314071 w 1453388"/>
                  <a:gd name="connsiteY114" fmla="*/ 625407 h 1472498"/>
                  <a:gd name="connsiteX115" fmla="*/ 266700 w 1453388"/>
                  <a:gd name="connsiteY115" fmla="*/ 566480 h 1472498"/>
                  <a:gd name="connsiteX116" fmla="*/ 508508 w 1453388"/>
                  <a:gd name="connsiteY116" fmla="*/ 984309 h 1472498"/>
                  <a:gd name="connsiteX117" fmla="*/ 500888 w 1453388"/>
                  <a:gd name="connsiteY117" fmla="*/ 753677 h 1472498"/>
                  <a:gd name="connsiteX118" fmla="*/ 508508 w 1453388"/>
                  <a:gd name="connsiteY118" fmla="*/ 984309 h 1472498"/>
                  <a:gd name="connsiteX119" fmla="*/ 1274572 w 1453388"/>
                  <a:gd name="connsiteY119" fmla="*/ 752662 h 1472498"/>
                  <a:gd name="connsiteX120" fmla="*/ 1273048 w 1453388"/>
                  <a:gd name="connsiteY120" fmla="*/ 989008 h 1472498"/>
                  <a:gd name="connsiteX121" fmla="*/ 1274572 w 1453388"/>
                  <a:gd name="connsiteY121" fmla="*/ 752662 h 1472498"/>
                  <a:gd name="connsiteX122" fmla="*/ 1310640 w 1453388"/>
                  <a:gd name="connsiteY122" fmla="*/ 1163761 h 1472498"/>
                  <a:gd name="connsiteX123" fmla="*/ 1312418 w 1453388"/>
                  <a:gd name="connsiteY123" fmla="*/ 1303461 h 1472498"/>
                  <a:gd name="connsiteX124" fmla="*/ 1425702 w 1453388"/>
                  <a:gd name="connsiteY124" fmla="*/ 1234119 h 1472498"/>
                  <a:gd name="connsiteX125" fmla="*/ 1310640 w 1453388"/>
                  <a:gd name="connsiteY125" fmla="*/ 1163761 h 1472498"/>
                  <a:gd name="connsiteX126" fmla="*/ 1154557 w 1453388"/>
                  <a:gd name="connsiteY126" fmla="*/ 1181540 h 1472498"/>
                  <a:gd name="connsiteX127" fmla="*/ 1189609 w 1453388"/>
                  <a:gd name="connsiteY127" fmla="*/ 1338005 h 1472498"/>
                  <a:gd name="connsiteX128" fmla="*/ 1241806 w 1453388"/>
                  <a:gd name="connsiteY128" fmla="*/ 1235643 h 1472498"/>
                  <a:gd name="connsiteX129" fmla="*/ 1154557 w 1453388"/>
                  <a:gd name="connsiteY129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38961 w 1453388"/>
                  <a:gd name="connsiteY14" fmla="*/ 386520 h 1472498"/>
                  <a:gd name="connsiteX15" fmla="*/ 1206754 w 1453388"/>
                  <a:gd name="connsiteY15" fmla="*/ 380044 h 1472498"/>
                  <a:gd name="connsiteX16" fmla="*/ 1190244 w 1453388"/>
                  <a:gd name="connsiteY16" fmla="*/ 344357 h 1472498"/>
                  <a:gd name="connsiteX17" fmla="*/ 1201801 w 1453388"/>
                  <a:gd name="connsiteY17" fmla="*/ 303844 h 1472498"/>
                  <a:gd name="connsiteX18" fmla="*/ 1082294 w 1453388"/>
                  <a:gd name="connsiteY18" fmla="*/ 261426 h 1472498"/>
                  <a:gd name="connsiteX19" fmla="*/ 945007 w 1453388"/>
                  <a:gd name="connsiteY19" fmla="*/ 390712 h 1472498"/>
                  <a:gd name="connsiteX20" fmla="*/ 895604 w 1453388"/>
                  <a:gd name="connsiteY20" fmla="*/ 397570 h 1472498"/>
                  <a:gd name="connsiteX21" fmla="*/ 895350 w 1453388"/>
                  <a:gd name="connsiteY21" fmla="*/ 515171 h 1472498"/>
                  <a:gd name="connsiteX22" fmla="*/ 1144651 w 1453388"/>
                  <a:gd name="connsiteY22" fmla="*/ 586800 h 1472498"/>
                  <a:gd name="connsiteX23" fmla="*/ 1251204 w 1453388"/>
                  <a:gd name="connsiteY23" fmla="*/ 704528 h 1472498"/>
                  <a:gd name="connsiteX24" fmla="*/ 1340993 w 1453388"/>
                  <a:gd name="connsiteY24" fmla="*/ 779713 h 1472498"/>
                  <a:gd name="connsiteX25" fmla="*/ 1256030 w 1453388"/>
                  <a:gd name="connsiteY25" fmla="*/ 1014155 h 1472498"/>
                  <a:gd name="connsiteX26" fmla="*/ 1237361 w 1453388"/>
                  <a:gd name="connsiteY26" fmla="*/ 1043111 h 1472498"/>
                  <a:gd name="connsiteX27" fmla="*/ 1122934 w 1453388"/>
                  <a:gd name="connsiteY27" fmla="*/ 1135439 h 1472498"/>
                  <a:gd name="connsiteX28" fmla="*/ 1246632 w 1453388"/>
                  <a:gd name="connsiteY28" fmla="*/ 1210624 h 1472498"/>
                  <a:gd name="connsiteX29" fmla="*/ 1310640 w 1453388"/>
                  <a:gd name="connsiteY29" fmla="*/ 1137345 h 1472498"/>
                  <a:gd name="connsiteX30" fmla="*/ 1410843 w 1453388"/>
                  <a:gd name="connsiteY30" fmla="*/ 1154108 h 1472498"/>
                  <a:gd name="connsiteX31" fmla="*/ 1453388 w 1453388"/>
                  <a:gd name="connsiteY31" fmla="*/ 1224720 h 1472498"/>
                  <a:gd name="connsiteX32" fmla="*/ 1383665 w 1453388"/>
                  <a:gd name="connsiteY32" fmla="*/ 1462338 h 1472498"/>
                  <a:gd name="connsiteX33" fmla="*/ 1360424 w 1453388"/>
                  <a:gd name="connsiteY33" fmla="*/ 1465005 h 1472498"/>
                  <a:gd name="connsiteX34" fmla="*/ 1413637 w 1453388"/>
                  <a:gd name="connsiteY34" fmla="*/ 1314509 h 1472498"/>
                  <a:gd name="connsiteX35" fmla="*/ 1331468 w 1453388"/>
                  <a:gd name="connsiteY35" fmla="*/ 1334068 h 1472498"/>
                  <a:gd name="connsiteX36" fmla="*/ 1247394 w 1453388"/>
                  <a:gd name="connsiteY36" fmla="*/ 1274251 h 1472498"/>
                  <a:gd name="connsiteX37" fmla="*/ 1194054 w 1453388"/>
                  <a:gd name="connsiteY37" fmla="*/ 1459036 h 1472498"/>
                  <a:gd name="connsiteX38" fmla="*/ 1192022 w 1453388"/>
                  <a:gd name="connsiteY38" fmla="*/ 1472498 h 1472498"/>
                  <a:gd name="connsiteX39" fmla="*/ 1176909 w 1453388"/>
                  <a:gd name="connsiteY39" fmla="*/ 1457257 h 1472498"/>
                  <a:gd name="connsiteX40" fmla="*/ 1165606 w 1453388"/>
                  <a:gd name="connsiteY40" fmla="*/ 1370136 h 1472498"/>
                  <a:gd name="connsiteX41" fmla="*/ 1128776 w 1453388"/>
                  <a:gd name="connsiteY41" fmla="*/ 1185986 h 1472498"/>
                  <a:gd name="connsiteX42" fmla="*/ 1121791 w 1453388"/>
                  <a:gd name="connsiteY42" fmla="*/ 1162618 h 1472498"/>
                  <a:gd name="connsiteX43" fmla="*/ 950214 w 1453388"/>
                  <a:gd name="connsiteY43" fmla="*/ 1166427 h 1472498"/>
                  <a:gd name="connsiteX44" fmla="*/ 685927 w 1453388"/>
                  <a:gd name="connsiteY44" fmla="*/ 1159062 h 1472498"/>
                  <a:gd name="connsiteX45" fmla="*/ 645795 w 1453388"/>
                  <a:gd name="connsiteY45" fmla="*/ 1182302 h 1472498"/>
                  <a:gd name="connsiteX46" fmla="*/ 599694 w 1453388"/>
                  <a:gd name="connsiteY46" fmla="*/ 1461830 h 1472498"/>
                  <a:gd name="connsiteX47" fmla="*/ 574929 w 1453388"/>
                  <a:gd name="connsiteY47" fmla="*/ 1466020 h 1472498"/>
                  <a:gd name="connsiteX48" fmla="*/ 614299 w 1453388"/>
                  <a:gd name="connsiteY48" fmla="*/ 1184207 h 1472498"/>
                  <a:gd name="connsiteX49" fmla="*/ 481711 w 1453388"/>
                  <a:gd name="connsiteY49" fmla="*/ 1325051 h 1472498"/>
                  <a:gd name="connsiteX50" fmla="*/ 439166 w 1453388"/>
                  <a:gd name="connsiteY50" fmla="*/ 1458527 h 1472498"/>
                  <a:gd name="connsiteX51" fmla="*/ 413258 w 1453388"/>
                  <a:gd name="connsiteY51" fmla="*/ 1468814 h 1472498"/>
                  <a:gd name="connsiteX52" fmla="*/ 520319 w 1453388"/>
                  <a:gd name="connsiteY52" fmla="*/ 1228657 h 1472498"/>
                  <a:gd name="connsiteX53" fmla="*/ 650621 w 1453388"/>
                  <a:gd name="connsiteY53" fmla="*/ 1136963 h 1472498"/>
                  <a:gd name="connsiteX54" fmla="*/ 524637 w 1453388"/>
                  <a:gd name="connsiteY54" fmla="*/ 1011361 h 1472498"/>
                  <a:gd name="connsiteX55" fmla="*/ 446024 w 1453388"/>
                  <a:gd name="connsiteY55" fmla="*/ 970720 h 1472498"/>
                  <a:gd name="connsiteX56" fmla="*/ 414147 w 1453388"/>
                  <a:gd name="connsiteY56" fmla="*/ 824925 h 1472498"/>
                  <a:gd name="connsiteX57" fmla="*/ 513842 w 1453388"/>
                  <a:gd name="connsiteY57" fmla="*/ 724849 h 1472498"/>
                  <a:gd name="connsiteX58" fmla="*/ 691896 w 1453388"/>
                  <a:gd name="connsiteY58" fmla="*/ 550477 h 1472498"/>
                  <a:gd name="connsiteX59" fmla="*/ 869061 w 1453388"/>
                  <a:gd name="connsiteY59" fmla="*/ 514409 h 1472498"/>
                  <a:gd name="connsiteX60" fmla="*/ 869061 w 1453388"/>
                  <a:gd name="connsiteY60" fmla="*/ 398458 h 1472498"/>
                  <a:gd name="connsiteX61" fmla="*/ 722757 w 1453388"/>
                  <a:gd name="connsiteY61" fmla="*/ 301684 h 1472498"/>
                  <a:gd name="connsiteX62" fmla="*/ 610616 w 1453388"/>
                  <a:gd name="connsiteY62" fmla="*/ 358453 h 1472498"/>
                  <a:gd name="connsiteX63" fmla="*/ 598932 w 1453388"/>
                  <a:gd name="connsiteY63" fmla="*/ 438082 h 1472498"/>
                  <a:gd name="connsiteX64" fmla="*/ 511556 w 1453388"/>
                  <a:gd name="connsiteY64" fmla="*/ 439860 h 1472498"/>
                  <a:gd name="connsiteX65" fmla="*/ 475615 w 1453388"/>
                  <a:gd name="connsiteY65" fmla="*/ 374328 h 1472498"/>
                  <a:gd name="connsiteX66" fmla="*/ 395224 w 1453388"/>
                  <a:gd name="connsiteY66" fmla="*/ 348801 h 1472498"/>
                  <a:gd name="connsiteX67" fmla="*/ 326771 w 1453388"/>
                  <a:gd name="connsiteY67" fmla="*/ 533713 h 1472498"/>
                  <a:gd name="connsiteX68" fmla="*/ 356489 w 1453388"/>
                  <a:gd name="connsiteY68" fmla="*/ 561400 h 1472498"/>
                  <a:gd name="connsiteX69" fmla="*/ 290703 w 1453388"/>
                  <a:gd name="connsiteY69" fmla="*/ 659189 h 1472498"/>
                  <a:gd name="connsiteX70" fmla="*/ 241808 w 1453388"/>
                  <a:gd name="connsiteY70" fmla="*/ 552890 h 1472498"/>
                  <a:gd name="connsiteX71" fmla="*/ 300228 w 1453388"/>
                  <a:gd name="connsiteY71" fmla="*/ 527871 h 1472498"/>
                  <a:gd name="connsiteX72" fmla="*/ 349250 w 1453388"/>
                  <a:gd name="connsiteY72" fmla="*/ 400871 h 1472498"/>
                  <a:gd name="connsiteX73" fmla="*/ 372999 w 1453388"/>
                  <a:gd name="connsiteY73" fmla="*/ 338895 h 1472498"/>
                  <a:gd name="connsiteX74" fmla="*/ 180721 w 1453388"/>
                  <a:gd name="connsiteY74" fmla="*/ 261933 h 1472498"/>
                  <a:gd name="connsiteX75" fmla="*/ 131445 w 1453388"/>
                  <a:gd name="connsiteY75" fmla="*/ 300288 h 1472498"/>
                  <a:gd name="connsiteX76" fmla="*/ 34798 w 1453388"/>
                  <a:gd name="connsiteY76" fmla="*/ 262441 h 1472498"/>
                  <a:gd name="connsiteX77" fmla="*/ 62103 w 1453388"/>
                  <a:gd name="connsiteY77" fmla="*/ 148014 h 1472498"/>
                  <a:gd name="connsiteX78" fmla="*/ 130175 w 1453388"/>
                  <a:gd name="connsiteY78" fmla="*/ 143696 h 1472498"/>
                  <a:gd name="connsiteX79" fmla="*/ 124587 w 1453388"/>
                  <a:gd name="connsiteY79" fmla="*/ 109660 h 1472498"/>
                  <a:gd name="connsiteX80" fmla="*/ 0 w 1453388"/>
                  <a:gd name="connsiteY80" fmla="*/ 45399 h 1472498"/>
                  <a:gd name="connsiteX81" fmla="*/ 32893 w 1453388"/>
                  <a:gd name="connsiteY81" fmla="*/ 36127 h 1472498"/>
                  <a:gd name="connsiteX82" fmla="*/ 65278 w 1453388"/>
                  <a:gd name="connsiteY82" fmla="*/ 60765 h 1472498"/>
                  <a:gd name="connsiteX83" fmla="*/ 280543 w 1453388"/>
                  <a:gd name="connsiteY83" fmla="*/ 123757 h 1472498"/>
                  <a:gd name="connsiteX84" fmla="*/ 32893 w 1453388"/>
                  <a:gd name="connsiteY84" fmla="*/ 36127 h 1472498"/>
                  <a:gd name="connsiteX85" fmla="*/ 839978 w 1453388"/>
                  <a:gd name="connsiteY85" fmla="*/ 33334 h 1472498"/>
                  <a:gd name="connsiteX86" fmla="*/ 729488 w 1453388"/>
                  <a:gd name="connsiteY86" fmla="*/ 140649 h 1472498"/>
                  <a:gd name="connsiteX87" fmla="*/ 886968 w 1453388"/>
                  <a:gd name="connsiteY87" fmla="*/ 369883 h 1472498"/>
                  <a:gd name="connsiteX88" fmla="*/ 1055370 w 1453388"/>
                  <a:gd name="connsiteY88" fmla="*/ 257362 h 1472498"/>
                  <a:gd name="connsiteX89" fmla="*/ 993902 w 1453388"/>
                  <a:gd name="connsiteY89" fmla="*/ 60765 h 1472498"/>
                  <a:gd name="connsiteX90" fmla="*/ 839978 w 1453388"/>
                  <a:gd name="connsiteY90" fmla="*/ 33334 h 1472498"/>
                  <a:gd name="connsiteX91" fmla="*/ 77851 w 1453388"/>
                  <a:gd name="connsiteY91" fmla="*/ 172526 h 1472498"/>
                  <a:gd name="connsiteX92" fmla="*/ 54356 w 1453388"/>
                  <a:gd name="connsiteY92" fmla="*/ 238565 h 1472498"/>
                  <a:gd name="connsiteX93" fmla="*/ 125984 w 1453388"/>
                  <a:gd name="connsiteY93" fmla="*/ 274126 h 1472498"/>
                  <a:gd name="connsiteX94" fmla="*/ 170180 w 1453388"/>
                  <a:gd name="connsiteY94" fmla="*/ 225484 h 1472498"/>
                  <a:gd name="connsiteX95" fmla="*/ 77851 w 1453388"/>
                  <a:gd name="connsiteY95" fmla="*/ 172526 h 1472498"/>
                  <a:gd name="connsiteX96" fmla="*/ 1245489 w 1453388"/>
                  <a:gd name="connsiteY96" fmla="*/ 298890 h 1472498"/>
                  <a:gd name="connsiteX97" fmla="*/ 1229868 w 1453388"/>
                  <a:gd name="connsiteY97" fmla="*/ 369502 h 1472498"/>
                  <a:gd name="connsiteX98" fmla="*/ 1323594 w 1453388"/>
                  <a:gd name="connsiteY98" fmla="*/ 351722 h 1472498"/>
                  <a:gd name="connsiteX99" fmla="*/ 517779 w 1453388"/>
                  <a:gd name="connsiteY99" fmla="*/ 356040 h 1472498"/>
                  <a:gd name="connsiteX100" fmla="*/ 557530 w 1453388"/>
                  <a:gd name="connsiteY100" fmla="*/ 422081 h 1472498"/>
                  <a:gd name="connsiteX101" fmla="*/ 581279 w 1453388"/>
                  <a:gd name="connsiteY101" fmla="*/ 355406 h 1472498"/>
                  <a:gd name="connsiteX102" fmla="*/ 517779 w 1453388"/>
                  <a:gd name="connsiteY102" fmla="*/ 356040 h 1472498"/>
                  <a:gd name="connsiteX103" fmla="*/ 787400 w 1453388"/>
                  <a:gd name="connsiteY103" fmla="*/ 550224 h 1472498"/>
                  <a:gd name="connsiteX104" fmla="*/ 551561 w 1453388"/>
                  <a:gd name="connsiteY104" fmla="*/ 708084 h 1472498"/>
                  <a:gd name="connsiteX105" fmla="*/ 521081 w 1453388"/>
                  <a:gd name="connsiteY105" fmla="*/ 910269 h 1472498"/>
                  <a:gd name="connsiteX106" fmla="*/ 656336 w 1453388"/>
                  <a:gd name="connsiteY106" fmla="*/ 1108643 h 1472498"/>
                  <a:gd name="connsiteX107" fmla="*/ 885698 w 1453388"/>
                  <a:gd name="connsiteY107" fmla="*/ 1143059 h 1472498"/>
                  <a:gd name="connsiteX108" fmla="*/ 1167257 w 1453388"/>
                  <a:gd name="connsiteY108" fmla="*/ 1081464 h 1472498"/>
                  <a:gd name="connsiteX109" fmla="*/ 1254379 w 1453388"/>
                  <a:gd name="connsiteY109" fmla="*/ 789745 h 1472498"/>
                  <a:gd name="connsiteX110" fmla="*/ 1073404 w 1453388"/>
                  <a:gd name="connsiteY110" fmla="*/ 576766 h 1472498"/>
                  <a:gd name="connsiteX111" fmla="*/ 787400 w 1453388"/>
                  <a:gd name="connsiteY111" fmla="*/ 550224 h 1472498"/>
                  <a:gd name="connsiteX112" fmla="*/ 266700 w 1453388"/>
                  <a:gd name="connsiteY112" fmla="*/ 566480 h 1472498"/>
                  <a:gd name="connsiteX113" fmla="*/ 314071 w 1453388"/>
                  <a:gd name="connsiteY113" fmla="*/ 625407 h 1472498"/>
                  <a:gd name="connsiteX114" fmla="*/ 266700 w 1453388"/>
                  <a:gd name="connsiteY114" fmla="*/ 566480 h 1472498"/>
                  <a:gd name="connsiteX115" fmla="*/ 508508 w 1453388"/>
                  <a:gd name="connsiteY115" fmla="*/ 984309 h 1472498"/>
                  <a:gd name="connsiteX116" fmla="*/ 500888 w 1453388"/>
                  <a:gd name="connsiteY116" fmla="*/ 753677 h 1472498"/>
                  <a:gd name="connsiteX117" fmla="*/ 508508 w 1453388"/>
                  <a:gd name="connsiteY117" fmla="*/ 984309 h 1472498"/>
                  <a:gd name="connsiteX118" fmla="*/ 1274572 w 1453388"/>
                  <a:gd name="connsiteY118" fmla="*/ 752662 h 1472498"/>
                  <a:gd name="connsiteX119" fmla="*/ 1273048 w 1453388"/>
                  <a:gd name="connsiteY119" fmla="*/ 989008 h 1472498"/>
                  <a:gd name="connsiteX120" fmla="*/ 1274572 w 1453388"/>
                  <a:gd name="connsiteY120" fmla="*/ 752662 h 1472498"/>
                  <a:gd name="connsiteX121" fmla="*/ 1310640 w 1453388"/>
                  <a:gd name="connsiteY121" fmla="*/ 1163761 h 1472498"/>
                  <a:gd name="connsiteX122" fmla="*/ 1312418 w 1453388"/>
                  <a:gd name="connsiteY122" fmla="*/ 1303461 h 1472498"/>
                  <a:gd name="connsiteX123" fmla="*/ 1425702 w 1453388"/>
                  <a:gd name="connsiteY123" fmla="*/ 1234119 h 1472498"/>
                  <a:gd name="connsiteX124" fmla="*/ 1310640 w 1453388"/>
                  <a:gd name="connsiteY124" fmla="*/ 1163761 h 1472498"/>
                  <a:gd name="connsiteX125" fmla="*/ 1154557 w 1453388"/>
                  <a:gd name="connsiteY125" fmla="*/ 1181540 h 1472498"/>
                  <a:gd name="connsiteX126" fmla="*/ 1189609 w 1453388"/>
                  <a:gd name="connsiteY126" fmla="*/ 1338005 h 1472498"/>
                  <a:gd name="connsiteX127" fmla="*/ 1241806 w 1453388"/>
                  <a:gd name="connsiteY127" fmla="*/ 1235643 h 1472498"/>
                  <a:gd name="connsiteX128" fmla="*/ 1154557 w 1453388"/>
                  <a:gd name="connsiteY128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38961 w 1453388"/>
                  <a:gd name="connsiteY14" fmla="*/ 386520 h 1472498"/>
                  <a:gd name="connsiteX15" fmla="*/ 1206754 w 1453388"/>
                  <a:gd name="connsiteY15" fmla="*/ 380044 h 1472498"/>
                  <a:gd name="connsiteX16" fmla="*/ 1190244 w 1453388"/>
                  <a:gd name="connsiteY16" fmla="*/ 344357 h 1472498"/>
                  <a:gd name="connsiteX17" fmla="*/ 1201801 w 1453388"/>
                  <a:gd name="connsiteY17" fmla="*/ 303844 h 1472498"/>
                  <a:gd name="connsiteX18" fmla="*/ 1082294 w 1453388"/>
                  <a:gd name="connsiteY18" fmla="*/ 261426 h 1472498"/>
                  <a:gd name="connsiteX19" fmla="*/ 945007 w 1453388"/>
                  <a:gd name="connsiteY19" fmla="*/ 390712 h 1472498"/>
                  <a:gd name="connsiteX20" fmla="*/ 895604 w 1453388"/>
                  <a:gd name="connsiteY20" fmla="*/ 397570 h 1472498"/>
                  <a:gd name="connsiteX21" fmla="*/ 895350 w 1453388"/>
                  <a:gd name="connsiteY21" fmla="*/ 515171 h 1472498"/>
                  <a:gd name="connsiteX22" fmla="*/ 1144651 w 1453388"/>
                  <a:gd name="connsiteY22" fmla="*/ 586800 h 1472498"/>
                  <a:gd name="connsiteX23" fmla="*/ 1251204 w 1453388"/>
                  <a:gd name="connsiteY23" fmla="*/ 704528 h 1472498"/>
                  <a:gd name="connsiteX24" fmla="*/ 1340993 w 1453388"/>
                  <a:gd name="connsiteY24" fmla="*/ 779713 h 1472498"/>
                  <a:gd name="connsiteX25" fmla="*/ 1256030 w 1453388"/>
                  <a:gd name="connsiteY25" fmla="*/ 1014155 h 1472498"/>
                  <a:gd name="connsiteX26" fmla="*/ 1237361 w 1453388"/>
                  <a:gd name="connsiteY26" fmla="*/ 1043111 h 1472498"/>
                  <a:gd name="connsiteX27" fmla="*/ 1122934 w 1453388"/>
                  <a:gd name="connsiteY27" fmla="*/ 1135439 h 1472498"/>
                  <a:gd name="connsiteX28" fmla="*/ 1246632 w 1453388"/>
                  <a:gd name="connsiteY28" fmla="*/ 1210624 h 1472498"/>
                  <a:gd name="connsiteX29" fmla="*/ 1310640 w 1453388"/>
                  <a:gd name="connsiteY29" fmla="*/ 1137345 h 1472498"/>
                  <a:gd name="connsiteX30" fmla="*/ 1410843 w 1453388"/>
                  <a:gd name="connsiteY30" fmla="*/ 1154108 h 1472498"/>
                  <a:gd name="connsiteX31" fmla="*/ 1453388 w 1453388"/>
                  <a:gd name="connsiteY31" fmla="*/ 1224720 h 1472498"/>
                  <a:gd name="connsiteX32" fmla="*/ 1383665 w 1453388"/>
                  <a:gd name="connsiteY32" fmla="*/ 1462338 h 1472498"/>
                  <a:gd name="connsiteX33" fmla="*/ 1360424 w 1453388"/>
                  <a:gd name="connsiteY33" fmla="*/ 1465005 h 1472498"/>
                  <a:gd name="connsiteX34" fmla="*/ 1413637 w 1453388"/>
                  <a:gd name="connsiteY34" fmla="*/ 1314509 h 1472498"/>
                  <a:gd name="connsiteX35" fmla="*/ 1331468 w 1453388"/>
                  <a:gd name="connsiteY35" fmla="*/ 1334068 h 1472498"/>
                  <a:gd name="connsiteX36" fmla="*/ 1247394 w 1453388"/>
                  <a:gd name="connsiteY36" fmla="*/ 1274251 h 1472498"/>
                  <a:gd name="connsiteX37" fmla="*/ 1194054 w 1453388"/>
                  <a:gd name="connsiteY37" fmla="*/ 1459036 h 1472498"/>
                  <a:gd name="connsiteX38" fmla="*/ 1192022 w 1453388"/>
                  <a:gd name="connsiteY38" fmla="*/ 1472498 h 1472498"/>
                  <a:gd name="connsiteX39" fmla="*/ 1176909 w 1453388"/>
                  <a:gd name="connsiteY39" fmla="*/ 1457257 h 1472498"/>
                  <a:gd name="connsiteX40" fmla="*/ 1165606 w 1453388"/>
                  <a:gd name="connsiteY40" fmla="*/ 1370136 h 1472498"/>
                  <a:gd name="connsiteX41" fmla="*/ 1128776 w 1453388"/>
                  <a:gd name="connsiteY41" fmla="*/ 1185986 h 1472498"/>
                  <a:gd name="connsiteX42" fmla="*/ 1121791 w 1453388"/>
                  <a:gd name="connsiteY42" fmla="*/ 1162618 h 1472498"/>
                  <a:gd name="connsiteX43" fmla="*/ 950214 w 1453388"/>
                  <a:gd name="connsiteY43" fmla="*/ 1166427 h 1472498"/>
                  <a:gd name="connsiteX44" fmla="*/ 685927 w 1453388"/>
                  <a:gd name="connsiteY44" fmla="*/ 1159062 h 1472498"/>
                  <a:gd name="connsiteX45" fmla="*/ 645795 w 1453388"/>
                  <a:gd name="connsiteY45" fmla="*/ 1182302 h 1472498"/>
                  <a:gd name="connsiteX46" fmla="*/ 599694 w 1453388"/>
                  <a:gd name="connsiteY46" fmla="*/ 1461830 h 1472498"/>
                  <a:gd name="connsiteX47" fmla="*/ 574929 w 1453388"/>
                  <a:gd name="connsiteY47" fmla="*/ 1466020 h 1472498"/>
                  <a:gd name="connsiteX48" fmla="*/ 614299 w 1453388"/>
                  <a:gd name="connsiteY48" fmla="*/ 1184207 h 1472498"/>
                  <a:gd name="connsiteX49" fmla="*/ 481711 w 1453388"/>
                  <a:gd name="connsiteY49" fmla="*/ 1325051 h 1472498"/>
                  <a:gd name="connsiteX50" fmla="*/ 439166 w 1453388"/>
                  <a:gd name="connsiteY50" fmla="*/ 1458527 h 1472498"/>
                  <a:gd name="connsiteX51" fmla="*/ 413258 w 1453388"/>
                  <a:gd name="connsiteY51" fmla="*/ 1468814 h 1472498"/>
                  <a:gd name="connsiteX52" fmla="*/ 520319 w 1453388"/>
                  <a:gd name="connsiteY52" fmla="*/ 1228657 h 1472498"/>
                  <a:gd name="connsiteX53" fmla="*/ 650621 w 1453388"/>
                  <a:gd name="connsiteY53" fmla="*/ 1136963 h 1472498"/>
                  <a:gd name="connsiteX54" fmla="*/ 524637 w 1453388"/>
                  <a:gd name="connsiteY54" fmla="*/ 1011361 h 1472498"/>
                  <a:gd name="connsiteX55" fmla="*/ 446024 w 1453388"/>
                  <a:gd name="connsiteY55" fmla="*/ 970720 h 1472498"/>
                  <a:gd name="connsiteX56" fmla="*/ 414147 w 1453388"/>
                  <a:gd name="connsiteY56" fmla="*/ 824925 h 1472498"/>
                  <a:gd name="connsiteX57" fmla="*/ 513842 w 1453388"/>
                  <a:gd name="connsiteY57" fmla="*/ 724849 h 1472498"/>
                  <a:gd name="connsiteX58" fmla="*/ 691896 w 1453388"/>
                  <a:gd name="connsiteY58" fmla="*/ 550477 h 1472498"/>
                  <a:gd name="connsiteX59" fmla="*/ 869061 w 1453388"/>
                  <a:gd name="connsiteY59" fmla="*/ 514409 h 1472498"/>
                  <a:gd name="connsiteX60" fmla="*/ 869061 w 1453388"/>
                  <a:gd name="connsiteY60" fmla="*/ 398458 h 1472498"/>
                  <a:gd name="connsiteX61" fmla="*/ 722757 w 1453388"/>
                  <a:gd name="connsiteY61" fmla="*/ 301684 h 1472498"/>
                  <a:gd name="connsiteX62" fmla="*/ 610616 w 1453388"/>
                  <a:gd name="connsiteY62" fmla="*/ 358453 h 1472498"/>
                  <a:gd name="connsiteX63" fmla="*/ 598932 w 1453388"/>
                  <a:gd name="connsiteY63" fmla="*/ 438082 h 1472498"/>
                  <a:gd name="connsiteX64" fmla="*/ 511556 w 1453388"/>
                  <a:gd name="connsiteY64" fmla="*/ 439860 h 1472498"/>
                  <a:gd name="connsiteX65" fmla="*/ 475615 w 1453388"/>
                  <a:gd name="connsiteY65" fmla="*/ 374328 h 1472498"/>
                  <a:gd name="connsiteX66" fmla="*/ 395224 w 1453388"/>
                  <a:gd name="connsiteY66" fmla="*/ 348801 h 1472498"/>
                  <a:gd name="connsiteX67" fmla="*/ 326771 w 1453388"/>
                  <a:gd name="connsiteY67" fmla="*/ 533713 h 1472498"/>
                  <a:gd name="connsiteX68" fmla="*/ 356489 w 1453388"/>
                  <a:gd name="connsiteY68" fmla="*/ 561400 h 1472498"/>
                  <a:gd name="connsiteX69" fmla="*/ 290703 w 1453388"/>
                  <a:gd name="connsiteY69" fmla="*/ 659189 h 1472498"/>
                  <a:gd name="connsiteX70" fmla="*/ 241808 w 1453388"/>
                  <a:gd name="connsiteY70" fmla="*/ 552890 h 1472498"/>
                  <a:gd name="connsiteX71" fmla="*/ 300228 w 1453388"/>
                  <a:gd name="connsiteY71" fmla="*/ 527871 h 1472498"/>
                  <a:gd name="connsiteX72" fmla="*/ 349250 w 1453388"/>
                  <a:gd name="connsiteY72" fmla="*/ 400871 h 1472498"/>
                  <a:gd name="connsiteX73" fmla="*/ 372999 w 1453388"/>
                  <a:gd name="connsiteY73" fmla="*/ 338895 h 1472498"/>
                  <a:gd name="connsiteX74" fmla="*/ 180721 w 1453388"/>
                  <a:gd name="connsiteY74" fmla="*/ 261933 h 1472498"/>
                  <a:gd name="connsiteX75" fmla="*/ 131445 w 1453388"/>
                  <a:gd name="connsiteY75" fmla="*/ 300288 h 1472498"/>
                  <a:gd name="connsiteX76" fmla="*/ 34798 w 1453388"/>
                  <a:gd name="connsiteY76" fmla="*/ 262441 h 1472498"/>
                  <a:gd name="connsiteX77" fmla="*/ 62103 w 1453388"/>
                  <a:gd name="connsiteY77" fmla="*/ 148014 h 1472498"/>
                  <a:gd name="connsiteX78" fmla="*/ 130175 w 1453388"/>
                  <a:gd name="connsiteY78" fmla="*/ 143696 h 1472498"/>
                  <a:gd name="connsiteX79" fmla="*/ 124587 w 1453388"/>
                  <a:gd name="connsiteY79" fmla="*/ 109660 h 1472498"/>
                  <a:gd name="connsiteX80" fmla="*/ 0 w 1453388"/>
                  <a:gd name="connsiteY80" fmla="*/ 45399 h 1472498"/>
                  <a:gd name="connsiteX81" fmla="*/ 32893 w 1453388"/>
                  <a:gd name="connsiteY81" fmla="*/ 36127 h 1472498"/>
                  <a:gd name="connsiteX82" fmla="*/ 65278 w 1453388"/>
                  <a:gd name="connsiteY82" fmla="*/ 60765 h 1472498"/>
                  <a:gd name="connsiteX83" fmla="*/ 280543 w 1453388"/>
                  <a:gd name="connsiteY83" fmla="*/ 123757 h 1472498"/>
                  <a:gd name="connsiteX84" fmla="*/ 32893 w 1453388"/>
                  <a:gd name="connsiteY84" fmla="*/ 36127 h 1472498"/>
                  <a:gd name="connsiteX85" fmla="*/ 839978 w 1453388"/>
                  <a:gd name="connsiteY85" fmla="*/ 33334 h 1472498"/>
                  <a:gd name="connsiteX86" fmla="*/ 729488 w 1453388"/>
                  <a:gd name="connsiteY86" fmla="*/ 140649 h 1472498"/>
                  <a:gd name="connsiteX87" fmla="*/ 886968 w 1453388"/>
                  <a:gd name="connsiteY87" fmla="*/ 369883 h 1472498"/>
                  <a:gd name="connsiteX88" fmla="*/ 1055370 w 1453388"/>
                  <a:gd name="connsiteY88" fmla="*/ 257362 h 1472498"/>
                  <a:gd name="connsiteX89" fmla="*/ 993902 w 1453388"/>
                  <a:gd name="connsiteY89" fmla="*/ 60765 h 1472498"/>
                  <a:gd name="connsiteX90" fmla="*/ 839978 w 1453388"/>
                  <a:gd name="connsiteY90" fmla="*/ 33334 h 1472498"/>
                  <a:gd name="connsiteX91" fmla="*/ 77851 w 1453388"/>
                  <a:gd name="connsiteY91" fmla="*/ 172526 h 1472498"/>
                  <a:gd name="connsiteX92" fmla="*/ 54356 w 1453388"/>
                  <a:gd name="connsiteY92" fmla="*/ 238565 h 1472498"/>
                  <a:gd name="connsiteX93" fmla="*/ 125984 w 1453388"/>
                  <a:gd name="connsiteY93" fmla="*/ 274126 h 1472498"/>
                  <a:gd name="connsiteX94" fmla="*/ 170180 w 1453388"/>
                  <a:gd name="connsiteY94" fmla="*/ 225484 h 1472498"/>
                  <a:gd name="connsiteX95" fmla="*/ 77851 w 1453388"/>
                  <a:gd name="connsiteY95" fmla="*/ 172526 h 1472498"/>
                  <a:gd name="connsiteX96" fmla="*/ 1245489 w 1453388"/>
                  <a:gd name="connsiteY96" fmla="*/ 298890 h 1472498"/>
                  <a:gd name="connsiteX97" fmla="*/ 1229868 w 1453388"/>
                  <a:gd name="connsiteY97" fmla="*/ 369502 h 1472498"/>
                  <a:gd name="connsiteX98" fmla="*/ 517779 w 1453388"/>
                  <a:gd name="connsiteY98" fmla="*/ 356040 h 1472498"/>
                  <a:gd name="connsiteX99" fmla="*/ 557530 w 1453388"/>
                  <a:gd name="connsiteY99" fmla="*/ 422081 h 1472498"/>
                  <a:gd name="connsiteX100" fmla="*/ 581279 w 1453388"/>
                  <a:gd name="connsiteY100" fmla="*/ 355406 h 1472498"/>
                  <a:gd name="connsiteX101" fmla="*/ 517779 w 1453388"/>
                  <a:gd name="connsiteY101" fmla="*/ 356040 h 1472498"/>
                  <a:gd name="connsiteX102" fmla="*/ 787400 w 1453388"/>
                  <a:gd name="connsiteY102" fmla="*/ 550224 h 1472498"/>
                  <a:gd name="connsiteX103" fmla="*/ 551561 w 1453388"/>
                  <a:gd name="connsiteY103" fmla="*/ 708084 h 1472498"/>
                  <a:gd name="connsiteX104" fmla="*/ 521081 w 1453388"/>
                  <a:gd name="connsiteY104" fmla="*/ 910269 h 1472498"/>
                  <a:gd name="connsiteX105" fmla="*/ 656336 w 1453388"/>
                  <a:gd name="connsiteY105" fmla="*/ 1108643 h 1472498"/>
                  <a:gd name="connsiteX106" fmla="*/ 885698 w 1453388"/>
                  <a:gd name="connsiteY106" fmla="*/ 1143059 h 1472498"/>
                  <a:gd name="connsiteX107" fmla="*/ 1167257 w 1453388"/>
                  <a:gd name="connsiteY107" fmla="*/ 1081464 h 1472498"/>
                  <a:gd name="connsiteX108" fmla="*/ 1254379 w 1453388"/>
                  <a:gd name="connsiteY108" fmla="*/ 789745 h 1472498"/>
                  <a:gd name="connsiteX109" fmla="*/ 1073404 w 1453388"/>
                  <a:gd name="connsiteY109" fmla="*/ 576766 h 1472498"/>
                  <a:gd name="connsiteX110" fmla="*/ 787400 w 1453388"/>
                  <a:gd name="connsiteY110" fmla="*/ 550224 h 1472498"/>
                  <a:gd name="connsiteX111" fmla="*/ 266700 w 1453388"/>
                  <a:gd name="connsiteY111" fmla="*/ 566480 h 1472498"/>
                  <a:gd name="connsiteX112" fmla="*/ 314071 w 1453388"/>
                  <a:gd name="connsiteY112" fmla="*/ 625407 h 1472498"/>
                  <a:gd name="connsiteX113" fmla="*/ 266700 w 1453388"/>
                  <a:gd name="connsiteY113" fmla="*/ 566480 h 1472498"/>
                  <a:gd name="connsiteX114" fmla="*/ 508508 w 1453388"/>
                  <a:gd name="connsiteY114" fmla="*/ 984309 h 1472498"/>
                  <a:gd name="connsiteX115" fmla="*/ 500888 w 1453388"/>
                  <a:gd name="connsiteY115" fmla="*/ 753677 h 1472498"/>
                  <a:gd name="connsiteX116" fmla="*/ 508508 w 1453388"/>
                  <a:gd name="connsiteY116" fmla="*/ 984309 h 1472498"/>
                  <a:gd name="connsiteX117" fmla="*/ 1274572 w 1453388"/>
                  <a:gd name="connsiteY117" fmla="*/ 752662 h 1472498"/>
                  <a:gd name="connsiteX118" fmla="*/ 1273048 w 1453388"/>
                  <a:gd name="connsiteY118" fmla="*/ 989008 h 1472498"/>
                  <a:gd name="connsiteX119" fmla="*/ 1274572 w 1453388"/>
                  <a:gd name="connsiteY119" fmla="*/ 752662 h 1472498"/>
                  <a:gd name="connsiteX120" fmla="*/ 1310640 w 1453388"/>
                  <a:gd name="connsiteY120" fmla="*/ 1163761 h 1472498"/>
                  <a:gd name="connsiteX121" fmla="*/ 1312418 w 1453388"/>
                  <a:gd name="connsiteY121" fmla="*/ 1303461 h 1472498"/>
                  <a:gd name="connsiteX122" fmla="*/ 1425702 w 1453388"/>
                  <a:gd name="connsiteY122" fmla="*/ 1234119 h 1472498"/>
                  <a:gd name="connsiteX123" fmla="*/ 1310640 w 1453388"/>
                  <a:gd name="connsiteY123" fmla="*/ 1163761 h 1472498"/>
                  <a:gd name="connsiteX124" fmla="*/ 1154557 w 1453388"/>
                  <a:gd name="connsiteY124" fmla="*/ 1181540 h 1472498"/>
                  <a:gd name="connsiteX125" fmla="*/ 1189609 w 1453388"/>
                  <a:gd name="connsiteY125" fmla="*/ 1338005 h 1472498"/>
                  <a:gd name="connsiteX126" fmla="*/ 1241806 w 1453388"/>
                  <a:gd name="connsiteY126" fmla="*/ 1235643 h 1472498"/>
                  <a:gd name="connsiteX127" fmla="*/ 1154557 w 1453388"/>
                  <a:gd name="connsiteY127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38961 w 1453388"/>
                  <a:gd name="connsiteY14" fmla="*/ 386520 h 1472498"/>
                  <a:gd name="connsiteX15" fmla="*/ 1206754 w 1453388"/>
                  <a:gd name="connsiteY15" fmla="*/ 380044 h 1472498"/>
                  <a:gd name="connsiteX16" fmla="*/ 1190244 w 1453388"/>
                  <a:gd name="connsiteY16" fmla="*/ 344357 h 1472498"/>
                  <a:gd name="connsiteX17" fmla="*/ 1201801 w 1453388"/>
                  <a:gd name="connsiteY17" fmla="*/ 303844 h 1472498"/>
                  <a:gd name="connsiteX18" fmla="*/ 1082294 w 1453388"/>
                  <a:gd name="connsiteY18" fmla="*/ 261426 h 1472498"/>
                  <a:gd name="connsiteX19" fmla="*/ 945007 w 1453388"/>
                  <a:gd name="connsiteY19" fmla="*/ 390712 h 1472498"/>
                  <a:gd name="connsiteX20" fmla="*/ 895604 w 1453388"/>
                  <a:gd name="connsiteY20" fmla="*/ 397570 h 1472498"/>
                  <a:gd name="connsiteX21" fmla="*/ 895350 w 1453388"/>
                  <a:gd name="connsiteY21" fmla="*/ 515171 h 1472498"/>
                  <a:gd name="connsiteX22" fmla="*/ 1144651 w 1453388"/>
                  <a:gd name="connsiteY22" fmla="*/ 586800 h 1472498"/>
                  <a:gd name="connsiteX23" fmla="*/ 1251204 w 1453388"/>
                  <a:gd name="connsiteY23" fmla="*/ 704528 h 1472498"/>
                  <a:gd name="connsiteX24" fmla="*/ 1340993 w 1453388"/>
                  <a:gd name="connsiteY24" fmla="*/ 779713 h 1472498"/>
                  <a:gd name="connsiteX25" fmla="*/ 1256030 w 1453388"/>
                  <a:gd name="connsiteY25" fmla="*/ 1014155 h 1472498"/>
                  <a:gd name="connsiteX26" fmla="*/ 1237361 w 1453388"/>
                  <a:gd name="connsiteY26" fmla="*/ 1043111 h 1472498"/>
                  <a:gd name="connsiteX27" fmla="*/ 1122934 w 1453388"/>
                  <a:gd name="connsiteY27" fmla="*/ 1135439 h 1472498"/>
                  <a:gd name="connsiteX28" fmla="*/ 1246632 w 1453388"/>
                  <a:gd name="connsiteY28" fmla="*/ 1210624 h 1472498"/>
                  <a:gd name="connsiteX29" fmla="*/ 1310640 w 1453388"/>
                  <a:gd name="connsiteY29" fmla="*/ 1137345 h 1472498"/>
                  <a:gd name="connsiteX30" fmla="*/ 1410843 w 1453388"/>
                  <a:gd name="connsiteY30" fmla="*/ 1154108 h 1472498"/>
                  <a:gd name="connsiteX31" fmla="*/ 1453388 w 1453388"/>
                  <a:gd name="connsiteY31" fmla="*/ 1224720 h 1472498"/>
                  <a:gd name="connsiteX32" fmla="*/ 1383665 w 1453388"/>
                  <a:gd name="connsiteY32" fmla="*/ 1462338 h 1472498"/>
                  <a:gd name="connsiteX33" fmla="*/ 1360424 w 1453388"/>
                  <a:gd name="connsiteY33" fmla="*/ 1465005 h 1472498"/>
                  <a:gd name="connsiteX34" fmla="*/ 1413637 w 1453388"/>
                  <a:gd name="connsiteY34" fmla="*/ 1314509 h 1472498"/>
                  <a:gd name="connsiteX35" fmla="*/ 1331468 w 1453388"/>
                  <a:gd name="connsiteY35" fmla="*/ 1334068 h 1472498"/>
                  <a:gd name="connsiteX36" fmla="*/ 1247394 w 1453388"/>
                  <a:gd name="connsiteY36" fmla="*/ 1274251 h 1472498"/>
                  <a:gd name="connsiteX37" fmla="*/ 1194054 w 1453388"/>
                  <a:gd name="connsiteY37" fmla="*/ 1459036 h 1472498"/>
                  <a:gd name="connsiteX38" fmla="*/ 1192022 w 1453388"/>
                  <a:gd name="connsiteY38" fmla="*/ 1472498 h 1472498"/>
                  <a:gd name="connsiteX39" fmla="*/ 1176909 w 1453388"/>
                  <a:gd name="connsiteY39" fmla="*/ 1457257 h 1472498"/>
                  <a:gd name="connsiteX40" fmla="*/ 1165606 w 1453388"/>
                  <a:gd name="connsiteY40" fmla="*/ 1370136 h 1472498"/>
                  <a:gd name="connsiteX41" fmla="*/ 1128776 w 1453388"/>
                  <a:gd name="connsiteY41" fmla="*/ 1185986 h 1472498"/>
                  <a:gd name="connsiteX42" fmla="*/ 1121791 w 1453388"/>
                  <a:gd name="connsiteY42" fmla="*/ 1162618 h 1472498"/>
                  <a:gd name="connsiteX43" fmla="*/ 950214 w 1453388"/>
                  <a:gd name="connsiteY43" fmla="*/ 1166427 h 1472498"/>
                  <a:gd name="connsiteX44" fmla="*/ 685927 w 1453388"/>
                  <a:gd name="connsiteY44" fmla="*/ 1159062 h 1472498"/>
                  <a:gd name="connsiteX45" fmla="*/ 645795 w 1453388"/>
                  <a:gd name="connsiteY45" fmla="*/ 1182302 h 1472498"/>
                  <a:gd name="connsiteX46" fmla="*/ 599694 w 1453388"/>
                  <a:gd name="connsiteY46" fmla="*/ 1461830 h 1472498"/>
                  <a:gd name="connsiteX47" fmla="*/ 574929 w 1453388"/>
                  <a:gd name="connsiteY47" fmla="*/ 1466020 h 1472498"/>
                  <a:gd name="connsiteX48" fmla="*/ 614299 w 1453388"/>
                  <a:gd name="connsiteY48" fmla="*/ 1184207 h 1472498"/>
                  <a:gd name="connsiteX49" fmla="*/ 481711 w 1453388"/>
                  <a:gd name="connsiteY49" fmla="*/ 1325051 h 1472498"/>
                  <a:gd name="connsiteX50" fmla="*/ 439166 w 1453388"/>
                  <a:gd name="connsiteY50" fmla="*/ 1458527 h 1472498"/>
                  <a:gd name="connsiteX51" fmla="*/ 413258 w 1453388"/>
                  <a:gd name="connsiteY51" fmla="*/ 1468814 h 1472498"/>
                  <a:gd name="connsiteX52" fmla="*/ 520319 w 1453388"/>
                  <a:gd name="connsiteY52" fmla="*/ 1228657 h 1472498"/>
                  <a:gd name="connsiteX53" fmla="*/ 650621 w 1453388"/>
                  <a:gd name="connsiteY53" fmla="*/ 1136963 h 1472498"/>
                  <a:gd name="connsiteX54" fmla="*/ 524637 w 1453388"/>
                  <a:gd name="connsiteY54" fmla="*/ 1011361 h 1472498"/>
                  <a:gd name="connsiteX55" fmla="*/ 446024 w 1453388"/>
                  <a:gd name="connsiteY55" fmla="*/ 970720 h 1472498"/>
                  <a:gd name="connsiteX56" fmla="*/ 414147 w 1453388"/>
                  <a:gd name="connsiteY56" fmla="*/ 824925 h 1472498"/>
                  <a:gd name="connsiteX57" fmla="*/ 513842 w 1453388"/>
                  <a:gd name="connsiteY57" fmla="*/ 724849 h 1472498"/>
                  <a:gd name="connsiteX58" fmla="*/ 691896 w 1453388"/>
                  <a:gd name="connsiteY58" fmla="*/ 550477 h 1472498"/>
                  <a:gd name="connsiteX59" fmla="*/ 869061 w 1453388"/>
                  <a:gd name="connsiteY59" fmla="*/ 514409 h 1472498"/>
                  <a:gd name="connsiteX60" fmla="*/ 869061 w 1453388"/>
                  <a:gd name="connsiteY60" fmla="*/ 398458 h 1472498"/>
                  <a:gd name="connsiteX61" fmla="*/ 722757 w 1453388"/>
                  <a:gd name="connsiteY61" fmla="*/ 301684 h 1472498"/>
                  <a:gd name="connsiteX62" fmla="*/ 610616 w 1453388"/>
                  <a:gd name="connsiteY62" fmla="*/ 358453 h 1472498"/>
                  <a:gd name="connsiteX63" fmla="*/ 598932 w 1453388"/>
                  <a:gd name="connsiteY63" fmla="*/ 438082 h 1472498"/>
                  <a:gd name="connsiteX64" fmla="*/ 511556 w 1453388"/>
                  <a:gd name="connsiteY64" fmla="*/ 439860 h 1472498"/>
                  <a:gd name="connsiteX65" fmla="*/ 475615 w 1453388"/>
                  <a:gd name="connsiteY65" fmla="*/ 374328 h 1472498"/>
                  <a:gd name="connsiteX66" fmla="*/ 395224 w 1453388"/>
                  <a:gd name="connsiteY66" fmla="*/ 348801 h 1472498"/>
                  <a:gd name="connsiteX67" fmla="*/ 326771 w 1453388"/>
                  <a:gd name="connsiteY67" fmla="*/ 533713 h 1472498"/>
                  <a:gd name="connsiteX68" fmla="*/ 356489 w 1453388"/>
                  <a:gd name="connsiteY68" fmla="*/ 561400 h 1472498"/>
                  <a:gd name="connsiteX69" fmla="*/ 290703 w 1453388"/>
                  <a:gd name="connsiteY69" fmla="*/ 659189 h 1472498"/>
                  <a:gd name="connsiteX70" fmla="*/ 241808 w 1453388"/>
                  <a:gd name="connsiteY70" fmla="*/ 552890 h 1472498"/>
                  <a:gd name="connsiteX71" fmla="*/ 300228 w 1453388"/>
                  <a:gd name="connsiteY71" fmla="*/ 527871 h 1472498"/>
                  <a:gd name="connsiteX72" fmla="*/ 349250 w 1453388"/>
                  <a:gd name="connsiteY72" fmla="*/ 400871 h 1472498"/>
                  <a:gd name="connsiteX73" fmla="*/ 372999 w 1453388"/>
                  <a:gd name="connsiteY73" fmla="*/ 338895 h 1472498"/>
                  <a:gd name="connsiteX74" fmla="*/ 180721 w 1453388"/>
                  <a:gd name="connsiteY74" fmla="*/ 261933 h 1472498"/>
                  <a:gd name="connsiteX75" fmla="*/ 131445 w 1453388"/>
                  <a:gd name="connsiteY75" fmla="*/ 300288 h 1472498"/>
                  <a:gd name="connsiteX76" fmla="*/ 34798 w 1453388"/>
                  <a:gd name="connsiteY76" fmla="*/ 262441 h 1472498"/>
                  <a:gd name="connsiteX77" fmla="*/ 62103 w 1453388"/>
                  <a:gd name="connsiteY77" fmla="*/ 148014 h 1472498"/>
                  <a:gd name="connsiteX78" fmla="*/ 130175 w 1453388"/>
                  <a:gd name="connsiteY78" fmla="*/ 143696 h 1472498"/>
                  <a:gd name="connsiteX79" fmla="*/ 124587 w 1453388"/>
                  <a:gd name="connsiteY79" fmla="*/ 109660 h 1472498"/>
                  <a:gd name="connsiteX80" fmla="*/ 0 w 1453388"/>
                  <a:gd name="connsiteY80" fmla="*/ 45399 h 1472498"/>
                  <a:gd name="connsiteX81" fmla="*/ 32893 w 1453388"/>
                  <a:gd name="connsiteY81" fmla="*/ 36127 h 1472498"/>
                  <a:gd name="connsiteX82" fmla="*/ 65278 w 1453388"/>
                  <a:gd name="connsiteY82" fmla="*/ 60765 h 1472498"/>
                  <a:gd name="connsiteX83" fmla="*/ 280543 w 1453388"/>
                  <a:gd name="connsiteY83" fmla="*/ 123757 h 1472498"/>
                  <a:gd name="connsiteX84" fmla="*/ 32893 w 1453388"/>
                  <a:gd name="connsiteY84" fmla="*/ 36127 h 1472498"/>
                  <a:gd name="connsiteX85" fmla="*/ 839978 w 1453388"/>
                  <a:gd name="connsiteY85" fmla="*/ 33334 h 1472498"/>
                  <a:gd name="connsiteX86" fmla="*/ 729488 w 1453388"/>
                  <a:gd name="connsiteY86" fmla="*/ 140649 h 1472498"/>
                  <a:gd name="connsiteX87" fmla="*/ 886968 w 1453388"/>
                  <a:gd name="connsiteY87" fmla="*/ 369883 h 1472498"/>
                  <a:gd name="connsiteX88" fmla="*/ 1055370 w 1453388"/>
                  <a:gd name="connsiteY88" fmla="*/ 257362 h 1472498"/>
                  <a:gd name="connsiteX89" fmla="*/ 993902 w 1453388"/>
                  <a:gd name="connsiteY89" fmla="*/ 60765 h 1472498"/>
                  <a:gd name="connsiteX90" fmla="*/ 839978 w 1453388"/>
                  <a:gd name="connsiteY90" fmla="*/ 33334 h 1472498"/>
                  <a:gd name="connsiteX91" fmla="*/ 77851 w 1453388"/>
                  <a:gd name="connsiteY91" fmla="*/ 172526 h 1472498"/>
                  <a:gd name="connsiteX92" fmla="*/ 54356 w 1453388"/>
                  <a:gd name="connsiteY92" fmla="*/ 238565 h 1472498"/>
                  <a:gd name="connsiteX93" fmla="*/ 125984 w 1453388"/>
                  <a:gd name="connsiteY93" fmla="*/ 274126 h 1472498"/>
                  <a:gd name="connsiteX94" fmla="*/ 170180 w 1453388"/>
                  <a:gd name="connsiteY94" fmla="*/ 225484 h 1472498"/>
                  <a:gd name="connsiteX95" fmla="*/ 77851 w 1453388"/>
                  <a:gd name="connsiteY95" fmla="*/ 172526 h 1472498"/>
                  <a:gd name="connsiteX96" fmla="*/ 517779 w 1453388"/>
                  <a:gd name="connsiteY96" fmla="*/ 356040 h 1472498"/>
                  <a:gd name="connsiteX97" fmla="*/ 557530 w 1453388"/>
                  <a:gd name="connsiteY97" fmla="*/ 422081 h 1472498"/>
                  <a:gd name="connsiteX98" fmla="*/ 581279 w 1453388"/>
                  <a:gd name="connsiteY98" fmla="*/ 355406 h 1472498"/>
                  <a:gd name="connsiteX99" fmla="*/ 517779 w 1453388"/>
                  <a:gd name="connsiteY99" fmla="*/ 356040 h 1472498"/>
                  <a:gd name="connsiteX100" fmla="*/ 787400 w 1453388"/>
                  <a:gd name="connsiteY100" fmla="*/ 550224 h 1472498"/>
                  <a:gd name="connsiteX101" fmla="*/ 551561 w 1453388"/>
                  <a:gd name="connsiteY101" fmla="*/ 708084 h 1472498"/>
                  <a:gd name="connsiteX102" fmla="*/ 521081 w 1453388"/>
                  <a:gd name="connsiteY102" fmla="*/ 910269 h 1472498"/>
                  <a:gd name="connsiteX103" fmla="*/ 656336 w 1453388"/>
                  <a:gd name="connsiteY103" fmla="*/ 1108643 h 1472498"/>
                  <a:gd name="connsiteX104" fmla="*/ 885698 w 1453388"/>
                  <a:gd name="connsiteY104" fmla="*/ 1143059 h 1472498"/>
                  <a:gd name="connsiteX105" fmla="*/ 1167257 w 1453388"/>
                  <a:gd name="connsiteY105" fmla="*/ 1081464 h 1472498"/>
                  <a:gd name="connsiteX106" fmla="*/ 1254379 w 1453388"/>
                  <a:gd name="connsiteY106" fmla="*/ 789745 h 1472498"/>
                  <a:gd name="connsiteX107" fmla="*/ 1073404 w 1453388"/>
                  <a:gd name="connsiteY107" fmla="*/ 576766 h 1472498"/>
                  <a:gd name="connsiteX108" fmla="*/ 787400 w 1453388"/>
                  <a:gd name="connsiteY108" fmla="*/ 550224 h 1472498"/>
                  <a:gd name="connsiteX109" fmla="*/ 266700 w 1453388"/>
                  <a:gd name="connsiteY109" fmla="*/ 566480 h 1472498"/>
                  <a:gd name="connsiteX110" fmla="*/ 314071 w 1453388"/>
                  <a:gd name="connsiteY110" fmla="*/ 625407 h 1472498"/>
                  <a:gd name="connsiteX111" fmla="*/ 266700 w 1453388"/>
                  <a:gd name="connsiteY111" fmla="*/ 566480 h 1472498"/>
                  <a:gd name="connsiteX112" fmla="*/ 508508 w 1453388"/>
                  <a:gd name="connsiteY112" fmla="*/ 984309 h 1472498"/>
                  <a:gd name="connsiteX113" fmla="*/ 500888 w 1453388"/>
                  <a:gd name="connsiteY113" fmla="*/ 753677 h 1472498"/>
                  <a:gd name="connsiteX114" fmla="*/ 508508 w 1453388"/>
                  <a:gd name="connsiteY114" fmla="*/ 984309 h 1472498"/>
                  <a:gd name="connsiteX115" fmla="*/ 1274572 w 1453388"/>
                  <a:gd name="connsiteY115" fmla="*/ 752662 h 1472498"/>
                  <a:gd name="connsiteX116" fmla="*/ 1273048 w 1453388"/>
                  <a:gd name="connsiteY116" fmla="*/ 989008 h 1472498"/>
                  <a:gd name="connsiteX117" fmla="*/ 1274572 w 1453388"/>
                  <a:gd name="connsiteY117" fmla="*/ 752662 h 1472498"/>
                  <a:gd name="connsiteX118" fmla="*/ 1310640 w 1453388"/>
                  <a:gd name="connsiteY118" fmla="*/ 1163761 h 1472498"/>
                  <a:gd name="connsiteX119" fmla="*/ 1312418 w 1453388"/>
                  <a:gd name="connsiteY119" fmla="*/ 1303461 h 1472498"/>
                  <a:gd name="connsiteX120" fmla="*/ 1425702 w 1453388"/>
                  <a:gd name="connsiteY120" fmla="*/ 1234119 h 1472498"/>
                  <a:gd name="connsiteX121" fmla="*/ 1310640 w 1453388"/>
                  <a:gd name="connsiteY121" fmla="*/ 1163761 h 1472498"/>
                  <a:gd name="connsiteX122" fmla="*/ 1154557 w 1453388"/>
                  <a:gd name="connsiteY122" fmla="*/ 1181540 h 1472498"/>
                  <a:gd name="connsiteX123" fmla="*/ 1189609 w 1453388"/>
                  <a:gd name="connsiteY123" fmla="*/ 1338005 h 1472498"/>
                  <a:gd name="connsiteX124" fmla="*/ 1241806 w 1453388"/>
                  <a:gd name="connsiteY124" fmla="*/ 1235643 h 1472498"/>
                  <a:gd name="connsiteX125" fmla="*/ 1154557 w 1453388"/>
                  <a:gd name="connsiteY125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06754 w 1453388"/>
                  <a:gd name="connsiteY14" fmla="*/ 380044 h 1472498"/>
                  <a:gd name="connsiteX15" fmla="*/ 1190244 w 1453388"/>
                  <a:gd name="connsiteY15" fmla="*/ 344357 h 1472498"/>
                  <a:gd name="connsiteX16" fmla="*/ 1201801 w 1453388"/>
                  <a:gd name="connsiteY16" fmla="*/ 303844 h 1472498"/>
                  <a:gd name="connsiteX17" fmla="*/ 1082294 w 1453388"/>
                  <a:gd name="connsiteY17" fmla="*/ 261426 h 1472498"/>
                  <a:gd name="connsiteX18" fmla="*/ 945007 w 1453388"/>
                  <a:gd name="connsiteY18" fmla="*/ 390712 h 1472498"/>
                  <a:gd name="connsiteX19" fmla="*/ 895604 w 1453388"/>
                  <a:gd name="connsiteY19" fmla="*/ 397570 h 1472498"/>
                  <a:gd name="connsiteX20" fmla="*/ 895350 w 1453388"/>
                  <a:gd name="connsiteY20" fmla="*/ 515171 h 1472498"/>
                  <a:gd name="connsiteX21" fmla="*/ 1144651 w 1453388"/>
                  <a:gd name="connsiteY21" fmla="*/ 586800 h 1472498"/>
                  <a:gd name="connsiteX22" fmla="*/ 1251204 w 1453388"/>
                  <a:gd name="connsiteY22" fmla="*/ 704528 h 1472498"/>
                  <a:gd name="connsiteX23" fmla="*/ 1340993 w 1453388"/>
                  <a:gd name="connsiteY23" fmla="*/ 779713 h 1472498"/>
                  <a:gd name="connsiteX24" fmla="*/ 1256030 w 1453388"/>
                  <a:gd name="connsiteY24" fmla="*/ 1014155 h 1472498"/>
                  <a:gd name="connsiteX25" fmla="*/ 1237361 w 1453388"/>
                  <a:gd name="connsiteY25" fmla="*/ 1043111 h 1472498"/>
                  <a:gd name="connsiteX26" fmla="*/ 1122934 w 1453388"/>
                  <a:gd name="connsiteY26" fmla="*/ 1135439 h 1472498"/>
                  <a:gd name="connsiteX27" fmla="*/ 1246632 w 1453388"/>
                  <a:gd name="connsiteY27" fmla="*/ 1210624 h 1472498"/>
                  <a:gd name="connsiteX28" fmla="*/ 1310640 w 1453388"/>
                  <a:gd name="connsiteY28" fmla="*/ 1137345 h 1472498"/>
                  <a:gd name="connsiteX29" fmla="*/ 1410843 w 1453388"/>
                  <a:gd name="connsiteY29" fmla="*/ 1154108 h 1472498"/>
                  <a:gd name="connsiteX30" fmla="*/ 1453388 w 1453388"/>
                  <a:gd name="connsiteY30" fmla="*/ 1224720 h 1472498"/>
                  <a:gd name="connsiteX31" fmla="*/ 1383665 w 1453388"/>
                  <a:gd name="connsiteY31" fmla="*/ 1462338 h 1472498"/>
                  <a:gd name="connsiteX32" fmla="*/ 1360424 w 1453388"/>
                  <a:gd name="connsiteY32" fmla="*/ 1465005 h 1472498"/>
                  <a:gd name="connsiteX33" fmla="*/ 1413637 w 1453388"/>
                  <a:gd name="connsiteY33" fmla="*/ 1314509 h 1472498"/>
                  <a:gd name="connsiteX34" fmla="*/ 1331468 w 1453388"/>
                  <a:gd name="connsiteY34" fmla="*/ 1334068 h 1472498"/>
                  <a:gd name="connsiteX35" fmla="*/ 1247394 w 1453388"/>
                  <a:gd name="connsiteY35" fmla="*/ 1274251 h 1472498"/>
                  <a:gd name="connsiteX36" fmla="*/ 1194054 w 1453388"/>
                  <a:gd name="connsiteY36" fmla="*/ 1459036 h 1472498"/>
                  <a:gd name="connsiteX37" fmla="*/ 1192022 w 1453388"/>
                  <a:gd name="connsiteY37" fmla="*/ 1472498 h 1472498"/>
                  <a:gd name="connsiteX38" fmla="*/ 1176909 w 1453388"/>
                  <a:gd name="connsiteY38" fmla="*/ 1457257 h 1472498"/>
                  <a:gd name="connsiteX39" fmla="*/ 1165606 w 1453388"/>
                  <a:gd name="connsiteY39" fmla="*/ 1370136 h 1472498"/>
                  <a:gd name="connsiteX40" fmla="*/ 1128776 w 1453388"/>
                  <a:gd name="connsiteY40" fmla="*/ 1185986 h 1472498"/>
                  <a:gd name="connsiteX41" fmla="*/ 1121791 w 1453388"/>
                  <a:gd name="connsiteY41" fmla="*/ 1162618 h 1472498"/>
                  <a:gd name="connsiteX42" fmla="*/ 950214 w 1453388"/>
                  <a:gd name="connsiteY42" fmla="*/ 1166427 h 1472498"/>
                  <a:gd name="connsiteX43" fmla="*/ 685927 w 1453388"/>
                  <a:gd name="connsiteY43" fmla="*/ 1159062 h 1472498"/>
                  <a:gd name="connsiteX44" fmla="*/ 645795 w 1453388"/>
                  <a:gd name="connsiteY44" fmla="*/ 1182302 h 1472498"/>
                  <a:gd name="connsiteX45" fmla="*/ 599694 w 1453388"/>
                  <a:gd name="connsiteY45" fmla="*/ 1461830 h 1472498"/>
                  <a:gd name="connsiteX46" fmla="*/ 574929 w 1453388"/>
                  <a:gd name="connsiteY46" fmla="*/ 1466020 h 1472498"/>
                  <a:gd name="connsiteX47" fmla="*/ 614299 w 1453388"/>
                  <a:gd name="connsiteY47" fmla="*/ 1184207 h 1472498"/>
                  <a:gd name="connsiteX48" fmla="*/ 481711 w 1453388"/>
                  <a:gd name="connsiteY48" fmla="*/ 1325051 h 1472498"/>
                  <a:gd name="connsiteX49" fmla="*/ 439166 w 1453388"/>
                  <a:gd name="connsiteY49" fmla="*/ 1458527 h 1472498"/>
                  <a:gd name="connsiteX50" fmla="*/ 413258 w 1453388"/>
                  <a:gd name="connsiteY50" fmla="*/ 1468814 h 1472498"/>
                  <a:gd name="connsiteX51" fmla="*/ 520319 w 1453388"/>
                  <a:gd name="connsiteY51" fmla="*/ 1228657 h 1472498"/>
                  <a:gd name="connsiteX52" fmla="*/ 650621 w 1453388"/>
                  <a:gd name="connsiteY52" fmla="*/ 1136963 h 1472498"/>
                  <a:gd name="connsiteX53" fmla="*/ 524637 w 1453388"/>
                  <a:gd name="connsiteY53" fmla="*/ 1011361 h 1472498"/>
                  <a:gd name="connsiteX54" fmla="*/ 446024 w 1453388"/>
                  <a:gd name="connsiteY54" fmla="*/ 970720 h 1472498"/>
                  <a:gd name="connsiteX55" fmla="*/ 414147 w 1453388"/>
                  <a:gd name="connsiteY55" fmla="*/ 824925 h 1472498"/>
                  <a:gd name="connsiteX56" fmla="*/ 513842 w 1453388"/>
                  <a:gd name="connsiteY56" fmla="*/ 724849 h 1472498"/>
                  <a:gd name="connsiteX57" fmla="*/ 691896 w 1453388"/>
                  <a:gd name="connsiteY57" fmla="*/ 550477 h 1472498"/>
                  <a:gd name="connsiteX58" fmla="*/ 869061 w 1453388"/>
                  <a:gd name="connsiteY58" fmla="*/ 514409 h 1472498"/>
                  <a:gd name="connsiteX59" fmla="*/ 869061 w 1453388"/>
                  <a:gd name="connsiteY59" fmla="*/ 398458 h 1472498"/>
                  <a:gd name="connsiteX60" fmla="*/ 722757 w 1453388"/>
                  <a:gd name="connsiteY60" fmla="*/ 301684 h 1472498"/>
                  <a:gd name="connsiteX61" fmla="*/ 610616 w 1453388"/>
                  <a:gd name="connsiteY61" fmla="*/ 358453 h 1472498"/>
                  <a:gd name="connsiteX62" fmla="*/ 598932 w 1453388"/>
                  <a:gd name="connsiteY62" fmla="*/ 438082 h 1472498"/>
                  <a:gd name="connsiteX63" fmla="*/ 511556 w 1453388"/>
                  <a:gd name="connsiteY63" fmla="*/ 439860 h 1472498"/>
                  <a:gd name="connsiteX64" fmla="*/ 475615 w 1453388"/>
                  <a:gd name="connsiteY64" fmla="*/ 374328 h 1472498"/>
                  <a:gd name="connsiteX65" fmla="*/ 395224 w 1453388"/>
                  <a:gd name="connsiteY65" fmla="*/ 348801 h 1472498"/>
                  <a:gd name="connsiteX66" fmla="*/ 326771 w 1453388"/>
                  <a:gd name="connsiteY66" fmla="*/ 533713 h 1472498"/>
                  <a:gd name="connsiteX67" fmla="*/ 356489 w 1453388"/>
                  <a:gd name="connsiteY67" fmla="*/ 561400 h 1472498"/>
                  <a:gd name="connsiteX68" fmla="*/ 290703 w 1453388"/>
                  <a:gd name="connsiteY68" fmla="*/ 659189 h 1472498"/>
                  <a:gd name="connsiteX69" fmla="*/ 241808 w 1453388"/>
                  <a:gd name="connsiteY69" fmla="*/ 552890 h 1472498"/>
                  <a:gd name="connsiteX70" fmla="*/ 300228 w 1453388"/>
                  <a:gd name="connsiteY70" fmla="*/ 527871 h 1472498"/>
                  <a:gd name="connsiteX71" fmla="*/ 349250 w 1453388"/>
                  <a:gd name="connsiteY71" fmla="*/ 400871 h 1472498"/>
                  <a:gd name="connsiteX72" fmla="*/ 372999 w 1453388"/>
                  <a:gd name="connsiteY72" fmla="*/ 338895 h 1472498"/>
                  <a:gd name="connsiteX73" fmla="*/ 180721 w 1453388"/>
                  <a:gd name="connsiteY73" fmla="*/ 261933 h 1472498"/>
                  <a:gd name="connsiteX74" fmla="*/ 131445 w 1453388"/>
                  <a:gd name="connsiteY74" fmla="*/ 300288 h 1472498"/>
                  <a:gd name="connsiteX75" fmla="*/ 34798 w 1453388"/>
                  <a:gd name="connsiteY75" fmla="*/ 262441 h 1472498"/>
                  <a:gd name="connsiteX76" fmla="*/ 62103 w 1453388"/>
                  <a:gd name="connsiteY76" fmla="*/ 148014 h 1472498"/>
                  <a:gd name="connsiteX77" fmla="*/ 130175 w 1453388"/>
                  <a:gd name="connsiteY77" fmla="*/ 143696 h 1472498"/>
                  <a:gd name="connsiteX78" fmla="*/ 124587 w 1453388"/>
                  <a:gd name="connsiteY78" fmla="*/ 109660 h 1472498"/>
                  <a:gd name="connsiteX79" fmla="*/ 0 w 1453388"/>
                  <a:gd name="connsiteY79" fmla="*/ 45399 h 1472498"/>
                  <a:gd name="connsiteX80" fmla="*/ 32893 w 1453388"/>
                  <a:gd name="connsiteY80" fmla="*/ 36127 h 1472498"/>
                  <a:gd name="connsiteX81" fmla="*/ 65278 w 1453388"/>
                  <a:gd name="connsiteY81" fmla="*/ 60765 h 1472498"/>
                  <a:gd name="connsiteX82" fmla="*/ 280543 w 1453388"/>
                  <a:gd name="connsiteY82" fmla="*/ 123757 h 1472498"/>
                  <a:gd name="connsiteX83" fmla="*/ 32893 w 1453388"/>
                  <a:gd name="connsiteY83" fmla="*/ 36127 h 1472498"/>
                  <a:gd name="connsiteX84" fmla="*/ 839978 w 1453388"/>
                  <a:gd name="connsiteY84" fmla="*/ 33334 h 1472498"/>
                  <a:gd name="connsiteX85" fmla="*/ 729488 w 1453388"/>
                  <a:gd name="connsiteY85" fmla="*/ 140649 h 1472498"/>
                  <a:gd name="connsiteX86" fmla="*/ 886968 w 1453388"/>
                  <a:gd name="connsiteY86" fmla="*/ 369883 h 1472498"/>
                  <a:gd name="connsiteX87" fmla="*/ 1055370 w 1453388"/>
                  <a:gd name="connsiteY87" fmla="*/ 257362 h 1472498"/>
                  <a:gd name="connsiteX88" fmla="*/ 993902 w 1453388"/>
                  <a:gd name="connsiteY88" fmla="*/ 60765 h 1472498"/>
                  <a:gd name="connsiteX89" fmla="*/ 839978 w 1453388"/>
                  <a:gd name="connsiteY89" fmla="*/ 33334 h 1472498"/>
                  <a:gd name="connsiteX90" fmla="*/ 77851 w 1453388"/>
                  <a:gd name="connsiteY90" fmla="*/ 172526 h 1472498"/>
                  <a:gd name="connsiteX91" fmla="*/ 54356 w 1453388"/>
                  <a:gd name="connsiteY91" fmla="*/ 238565 h 1472498"/>
                  <a:gd name="connsiteX92" fmla="*/ 125984 w 1453388"/>
                  <a:gd name="connsiteY92" fmla="*/ 274126 h 1472498"/>
                  <a:gd name="connsiteX93" fmla="*/ 170180 w 1453388"/>
                  <a:gd name="connsiteY93" fmla="*/ 225484 h 1472498"/>
                  <a:gd name="connsiteX94" fmla="*/ 77851 w 1453388"/>
                  <a:gd name="connsiteY94" fmla="*/ 172526 h 1472498"/>
                  <a:gd name="connsiteX95" fmla="*/ 517779 w 1453388"/>
                  <a:gd name="connsiteY95" fmla="*/ 356040 h 1472498"/>
                  <a:gd name="connsiteX96" fmla="*/ 557530 w 1453388"/>
                  <a:gd name="connsiteY96" fmla="*/ 422081 h 1472498"/>
                  <a:gd name="connsiteX97" fmla="*/ 581279 w 1453388"/>
                  <a:gd name="connsiteY97" fmla="*/ 355406 h 1472498"/>
                  <a:gd name="connsiteX98" fmla="*/ 517779 w 1453388"/>
                  <a:gd name="connsiteY98" fmla="*/ 356040 h 1472498"/>
                  <a:gd name="connsiteX99" fmla="*/ 787400 w 1453388"/>
                  <a:gd name="connsiteY99" fmla="*/ 550224 h 1472498"/>
                  <a:gd name="connsiteX100" fmla="*/ 551561 w 1453388"/>
                  <a:gd name="connsiteY100" fmla="*/ 708084 h 1472498"/>
                  <a:gd name="connsiteX101" fmla="*/ 521081 w 1453388"/>
                  <a:gd name="connsiteY101" fmla="*/ 910269 h 1472498"/>
                  <a:gd name="connsiteX102" fmla="*/ 656336 w 1453388"/>
                  <a:gd name="connsiteY102" fmla="*/ 1108643 h 1472498"/>
                  <a:gd name="connsiteX103" fmla="*/ 885698 w 1453388"/>
                  <a:gd name="connsiteY103" fmla="*/ 1143059 h 1472498"/>
                  <a:gd name="connsiteX104" fmla="*/ 1167257 w 1453388"/>
                  <a:gd name="connsiteY104" fmla="*/ 1081464 h 1472498"/>
                  <a:gd name="connsiteX105" fmla="*/ 1254379 w 1453388"/>
                  <a:gd name="connsiteY105" fmla="*/ 789745 h 1472498"/>
                  <a:gd name="connsiteX106" fmla="*/ 1073404 w 1453388"/>
                  <a:gd name="connsiteY106" fmla="*/ 576766 h 1472498"/>
                  <a:gd name="connsiteX107" fmla="*/ 787400 w 1453388"/>
                  <a:gd name="connsiteY107" fmla="*/ 550224 h 1472498"/>
                  <a:gd name="connsiteX108" fmla="*/ 266700 w 1453388"/>
                  <a:gd name="connsiteY108" fmla="*/ 566480 h 1472498"/>
                  <a:gd name="connsiteX109" fmla="*/ 314071 w 1453388"/>
                  <a:gd name="connsiteY109" fmla="*/ 625407 h 1472498"/>
                  <a:gd name="connsiteX110" fmla="*/ 266700 w 1453388"/>
                  <a:gd name="connsiteY110" fmla="*/ 566480 h 1472498"/>
                  <a:gd name="connsiteX111" fmla="*/ 508508 w 1453388"/>
                  <a:gd name="connsiteY111" fmla="*/ 984309 h 1472498"/>
                  <a:gd name="connsiteX112" fmla="*/ 500888 w 1453388"/>
                  <a:gd name="connsiteY112" fmla="*/ 753677 h 1472498"/>
                  <a:gd name="connsiteX113" fmla="*/ 508508 w 1453388"/>
                  <a:gd name="connsiteY113" fmla="*/ 984309 h 1472498"/>
                  <a:gd name="connsiteX114" fmla="*/ 1274572 w 1453388"/>
                  <a:gd name="connsiteY114" fmla="*/ 752662 h 1472498"/>
                  <a:gd name="connsiteX115" fmla="*/ 1273048 w 1453388"/>
                  <a:gd name="connsiteY115" fmla="*/ 989008 h 1472498"/>
                  <a:gd name="connsiteX116" fmla="*/ 1274572 w 1453388"/>
                  <a:gd name="connsiteY116" fmla="*/ 752662 h 1472498"/>
                  <a:gd name="connsiteX117" fmla="*/ 1310640 w 1453388"/>
                  <a:gd name="connsiteY117" fmla="*/ 1163761 h 1472498"/>
                  <a:gd name="connsiteX118" fmla="*/ 1312418 w 1453388"/>
                  <a:gd name="connsiteY118" fmla="*/ 1303461 h 1472498"/>
                  <a:gd name="connsiteX119" fmla="*/ 1425702 w 1453388"/>
                  <a:gd name="connsiteY119" fmla="*/ 1234119 h 1472498"/>
                  <a:gd name="connsiteX120" fmla="*/ 1310640 w 1453388"/>
                  <a:gd name="connsiteY120" fmla="*/ 1163761 h 1472498"/>
                  <a:gd name="connsiteX121" fmla="*/ 1154557 w 1453388"/>
                  <a:gd name="connsiteY121" fmla="*/ 1181540 h 1472498"/>
                  <a:gd name="connsiteX122" fmla="*/ 1189609 w 1453388"/>
                  <a:gd name="connsiteY122" fmla="*/ 1338005 h 1472498"/>
                  <a:gd name="connsiteX123" fmla="*/ 1241806 w 1453388"/>
                  <a:gd name="connsiteY123" fmla="*/ 1235643 h 1472498"/>
                  <a:gd name="connsiteX124" fmla="*/ 1154557 w 1453388"/>
                  <a:gd name="connsiteY124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190244 w 1453388"/>
                  <a:gd name="connsiteY14" fmla="*/ 344357 h 1472498"/>
                  <a:gd name="connsiteX15" fmla="*/ 1201801 w 1453388"/>
                  <a:gd name="connsiteY15" fmla="*/ 303844 h 1472498"/>
                  <a:gd name="connsiteX16" fmla="*/ 1082294 w 1453388"/>
                  <a:gd name="connsiteY16" fmla="*/ 261426 h 1472498"/>
                  <a:gd name="connsiteX17" fmla="*/ 945007 w 1453388"/>
                  <a:gd name="connsiteY17" fmla="*/ 390712 h 1472498"/>
                  <a:gd name="connsiteX18" fmla="*/ 895604 w 1453388"/>
                  <a:gd name="connsiteY18" fmla="*/ 397570 h 1472498"/>
                  <a:gd name="connsiteX19" fmla="*/ 895350 w 1453388"/>
                  <a:gd name="connsiteY19" fmla="*/ 515171 h 1472498"/>
                  <a:gd name="connsiteX20" fmla="*/ 1144651 w 1453388"/>
                  <a:gd name="connsiteY20" fmla="*/ 586800 h 1472498"/>
                  <a:gd name="connsiteX21" fmla="*/ 1251204 w 1453388"/>
                  <a:gd name="connsiteY21" fmla="*/ 704528 h 1472498"/>
                  <a:gd name="connsiteX22" fmla="*/ 1340993 w 1453388"/>
                  <a:gd name="connsiteY22" fmla="*/ 779713 h 1472498"/>
                  <a:gd name="connsiteX23" fmla="*/ 1256030 w 1453388"/>
                  <a:gd name="connsiteY23" fmla="*/ 1014155 h 1472498"/>
                  <a:gd name="connsiteX24" fmla="*/ 1237361 w 1453388"/>
                  <a:gd name="connsiteY24" fmla="*/ 1043111 h 1472498"/>
                  <a:gd name="connsiteX25" fmla="*/ 1122934 w 1453388"/>
                  <a:gd name="connsiteY25" fmla="*/ 1135439 h 1472498"/>
                  <a:gd name="connsiteX26" fmla="*/ 1246632 w 1453388"/>
                  <a:gd name="connsiteY26" fmla="*/ 1210624 h 1472498"/>
                  <a:gd name="connsiteX27" fmla="*/ 1310640 w 1453388"/>
                  <a:gd name="connsiteY27" fmla="*/ 1137345 h 1472498"/>
                  <a:gd name="connsiteX28" fmla="*/ 1410843 w 1453388"/>
                  <a:gd name="connsiteY28" fmla="*/ 1154108 h 1472498"/>
                  <a:gd name="connsiteX29" fmla="*/ 1453388 w 1453388"/>
                  <a:gd name="connsiteY29" fmla="*/ 1224720 h 1472498"/>
                  <a:gd name="connsiteX30" fmla="*/ 1383665 w 1453388"/>
                  <a:gd name="connsiteY30" fmla="*/ 1462338 h 1472498"/>
                  <a:gd name="connsiteX31" fmla="*/ 1360424 w 1453388"/>
                  <a:gd name="connsiteY31" fmla="*/ 1465005 h 1472498"/>
                  <a:gd name="connsiteX32" fmla="*/ 1413637 w 1453388"/>
                  <a:gd name="connsiteY32" fmla="*/ 1314509 h 1472498"/>
                  <a:gd name="connsiteX33" fmla="*/ 1331468 w 1453388"/>
                  <a:gd name="connsiteY33" fmla="*/ 1334068 h 1472498"/>
                  <a:gd name="connsiteX34" fmla="*/ 1247394 w 1453388"/>
                  <a:gd name="connsiteY34" fmla="*/ 1274251 h 1472498"/>
                  <a:gd name="connsiteX35" fmla="*/ 1194054 w 1453388"/>
                  <a:gd name="connsiteY35" fmla="*/ 1459036 h 1472498"/>
                  <a:gd name="connsiteX36" fmla="*/ 1192022 w 1453388"/>
                  <a:gd name="connsiteY36" fmla="*/ 1472498 h 1472498"/>
                  <a:gd name="connsiteX37" fmla="*/ 1176909 w 1453388"/>
                  <a:gd name="connsiteY37" fmla="*/ 1457257 h 1472498"/>
                  <a:gd name="connsiteX38" fmla="*/ 1165606 w 1453388"/>
                  <a:gd name="connsiteY38" fmla="*/ 1370136 h 1472498"/>
                  <a:gd name="connsiteX39" fmla="*/ 1128776 w 1453388"/>
                  <a:gd name="connsiteY39" fmla="*/ 1185986 h 1472498"/>
                  <a:gd name="connsiteX40" fmla="*/ 1121791 w 1453388"/>
                  <a:gd name="connsiteY40" fmla="*/ 1162618 h 1472498"/>
                  <a:gd name="connsiteX41" fmla="*/ 950214 w 1453388"/>
                  <a:gd name="connsiteY41" fmla="*/ 1166427 h 1472498"/>
                  <a:gd name="connsiteX42" fmla="*/ 685927 w 1453388"/>
                  <a:gd name="connsiteY42" fmla="*/ 1159062 h 1472498"/>
                  <a:gd name="connsiteX43" fmla="*/ 645795 w 1453388"/>
                  <a:gd name="connsiteY43" fmla="*/ 1182302 h 1472498"/>
                  <a:gd name="connsiteX44" fmla="*/ 599694 w 1453388"/>
                  <a:gd name="connsiteY44" fmla="*/ 1461830 h 1472498"/>
                  <a:gd name="connsiteX45" fmla="*/ 574929 w 1453388"/>
                  <a:gd name="connsiteY45" fmla="*/ 1466020 h 1472498"/>
                  <a:gd name="connsiteX46" fmla="*/ 614299 w 1453388"/>
                  <a:gd name="connsiteY46" fmla="*/ 1184207 h 1472498"/>
                  <a:gd name="connsiteX47" fmla="*/ 481711 w 1453388"/>
                  <a:gd name="connsiteY47" fmla="*/ 1325051 h 1472498"/>
                  <a:gd name="connsiteX48" fmla="*/ 439166 w 1453388"/>
                  <a:gd name="connsiteY48" fmla="*/ 1458527 h 1472498"/>
                  <a:gd name="connsiteX49" fmla="*/ 413258 w 1453388"/>
                  <a:gd name="connsiteY49" fmla="*/ 1468814 h 1472498"/>
                  <a:gd name="connsiteX50" fmla="*/ 520319 w 1453388"/>
                  <a:gd name="connsiteY50" fmla="*/ 1228657 h 1472498"/>
                  <a:gd name="connsiteX51" fmla="*/ 650621 w 1453388"/>
                  <a:gd name="connsiteY51" fmla="*/ 1136963 h 1472498"/>
                  <a:gd name="connsiteX52" fmla="*/ 524637 w 1453388"/>
                  <a:gd name="connsiteY52" fmla="*/ 1011361 h 1472498"/>
                  <a:gd name="connsiteX53" fmla="*/ 446024 w 1453388"/>
                  <a:gd name="connsiteY53" fmla="*/ 970720 h 1472498"/>
                  <a:gd name="connsiteX54" fmla="*/ 414147 w 1453388"/>
                  <a:gd name="connsiteY54" fmla="*/ 824925 h 1472498"/>
                  <a:gd name="connsiteX55" fmla="*/ 513842 w 1453388"/>
                  <a:gd name="connsiteY55" fmla="*/ 724849 h 1472498"/>
                  <a:gd name="connsiteX56" fmla="*/ 691896 w 1453388"/>
                  <a:gd name="connsiteY56" fmla="*/ 550477 h 1472498"/>
                  <a:gd name="connsiteX57" fmla="*/ 869061 w 1453388"/>
                  <a:gd name="connsiteY57" fmla="*/ 514409 h 1472498"/>
                  <a:gd name="connsiteX58" fmla="*/ 869061 w 1453388"/>
                  <a:gd name="connsiteY58" fmla="*/ 398458 h 1472498"/>
                  <a:gd name="connsiteX59" fmla="*/ 722757 w 1453388"/>
                  <a:gd name="connsiteY59" fmla="*/ 301684 h 1472498"/>
                  <a:gd name="connsiteX60" fmla="*/ 610616 w 1453388"/>
                  <a:gd name="connsiteY60" fmla="*/ 358453 h 1472498"/>
                  <a:gd name="connsiteX61" fmla="*/ 598932 w 1453388"/>
                  <a:gd name="connsiteY61" fmla="*/ 438082 h 1472498"/>
                  <a:gd name="connsiteX62" fmla="*/ 511556 w 1453388"/>
                  <a:gd name="connsiteY62" fmla="*/ 439860 h 1472498"/>
                  <a:gd name="connsiteX63" fmla="*/ 475615 w 1453388"/>
                  <a:gd name="connsiteY63" fmla="*/ 374328 h 1472498"/>
                  <a:gd name="connsiteX64" fmla="*/ 395224 w 1453388"/>
                  <a:gd name="connsiteY64" fmla="*/ 348801 h 1472498"/>
                  <a:gd name="connsiteX65" fmla="*/ 326771 w 1453388"/>
                  <a:gd name="connsiteY65" fmla="*/ 533713 h 1472498"/>
                  <a:gd name="connsiteX66" fmla="*/ 356489 w 1453388"/>
                  <a:gd name="connsiteY66" fmla="*/ 561400 h 1472498"/>
                  <a:gd name="connsiteX67" fmla="*/ 290703 w 1453388"/>
                  <a:gd name="connsiteY67" fmla="*/ 659189 h 1472498"/>
                  <a:gd name="connsiteX68" fmla="*/ 241808 w 1453388"/>
                  <a:gd name="connsiteY68" fmla="*/ 552890 h 1472498"/>
                  <a:gd name="connsiteX69" fmla="*/ 300228 w 1453388"/>
                  <a:gd name="connsiteY69" fmla="*/ 527871 h 1472498"/>
                  <a:gd name="connsiteX70" fmla="*/ 349250 w 1453388"/>
                  <a:gd name="connsiteY70" fmla="*/ 400871 h 1472498"/>
                  <a:gd name="connsiteX71" fmla="*/ 372999 w 1453388"/>
                  <a:gd name="connsiteY71" fmla="*/ 338895 h 1472498"/>
                  <a:gd name="connsiteX72" fmla="*/ 180721 w 1453388"/>
                  <a:gd name="connsiteY72" fmla="*/ 261933 h 1472498"/>
                  <a:gd name="connsiteX73" fmla="*/ 131445 w 1453388"/>
                  <a:gd name="connsiteY73" fmla="*/ 300288 h 1472498"/>
                  <a:gd name="connsiteX74" fmla="*/ 34798 w 1453388"/>
                  <a:gd name="connsiteY74" fmla="*/ 262441 h 1472498"/>
                  <a:gd name="connsiteX75" fmla="*/ 62103 w 1453388"/>
                  <a:gd name="connsiteY75" fmla="*/ 148014 h 1472498"/>
                  <a:gd name="connsiteX76" fmla="*/ 130175 w 1453388"/>
                  <a:gd name="connsiteY76" fmla="*/ 143696 h 1472498"/>
                  <a:gd name="connsiteX77" fmla="*/ 124587 w 1453388"/>
                  <a:gd name="connsiteY77" fmla="*/ 109660 h 1472498"/>
                  <a:gd name="connsiteX78" fmla="*/ 0 w 1453388"/>
                  <a:gd name="connsiteY78" fmla="*/ 45399 h 1472498"/>
                  <a:gd name="connsiteX79" fmla="*/ 32893 w 1453388"/>
                  <a:gd name="connsiteY79" fmla="*/ 36127 h 1472498"/>
                  <a:gd name="connsiteX80" fmla="*/ 65278 w 1453388"/>
                  <a:gd name="connsiteY80" fmla="*/ 60765 h 1472498"/>
                  <a:gd name="connsiteX81" fmla="*/ 280543 w 1453388"/>
                  <a:gd name="connsiteY81" fmla="*/ 123757 h 1472498"/>
                  <a:gd name="connsiteX82" fmla="*/ 32893 w 1453388"/>
                  <a:gd name="connsiteY82" fmla="*/ 36127 h 1472498"/>
                  <a:gd name="connsiteX83" fmla="*/ 839978 w 1453388"/>
                  <a:gd name="connsiteY83" fmla="*/ 33334 h 1472498"/>
                  <a:gd name="connsiteX84" fmla="*/ 729488 w 1453388"/>
                  <a:gd name="connsiteY84" fmla="*/ 140649 h 1472498"/>
                  <a:gd name="connsiteX85" fmla="*/ 886968 w 1453388"/>
                  <a:gd name="connsiteY85" fmla="*/ 369883 h 1472498"/>
                  <a:gd name="connsiteX86" fmla="*/ 1055370 w 1453388"/>
                  <a:gd name="connsiteY86" fmla="*/ 257362 h 1472498"/>
                  <a:gd name="connsiteX87" fmla="*/ 993902 w 1453388"/>
                  <a:gd name="connsiteY87" fmla="*/ 60765 h 1472498"/>
                  <a:gd name="connsiteX88" fmla="*/ 839978 w 1453388"/>
                  <a:gd name="connsiteY88" fmla="*/ 33334 h 1472498"/>
                  <a:gd name="connsiteX89" fmla="*/ 77851 w 1453388"/>
                  <a:gd name="connsiteY89" fmla="*/ 172526 h 1472498"/>
                  <a:gd name="connsiteX90" fmla="*/ 54356 w 1453388"/>
                  <a:gd name="connsiteY90" fmla="*/ 238565 h 1472498"/>
                  <a:gd name="connsiteX91" fmla="*/ 125984 w 1453388"/>
                  <a:gd name="connsiteY91" fmla="*/ 274126 h 1472498"/>
                  <a:gd name="connsiteX92" fmla="*/ 170180 w 1453388"/>
                  <a:gd name="connsiteY92" fmla="*/ 225484 h 1472498"/>
                  <a:gd name="connsiteX93" fmla="*/ 77851 w 1453388"/>
                  <a:gd name="connsiteY93" fmla="*/ 172526 h 1472498"/>
                  <a:gd name="connsiteX94" fmla="*/ 517779 w 1453388"/>
                  <a:gd name="connsiteY94" fmla="*/ 356040 h 1472498"/>
                  <a:gd name="connsiteX95" fmla="*/ 557530 w 1453388"/>
                  <a:gd name="connsiteY95" fmla="*/ 422081 h 1472498"/>
                  <a:gd name="connsiteX96" fmla="*/ 581279 w 1453388"/>
                  <a:gd name="connsiteY96" fmla="*/ 355406 h 1472498"/>
                  <a:gd name="connsiteX97" fmla="*/ 517779 w 1453388"/>
                  <a:gd name="connsiteY97" fmla="*/ 356040 h 1472498"/>
                  <a:gd name="connsiteX98" fmla="*/ 787400 w 1453388"/>
                  <a:gd name="connsiteY98" fmla="*/ 550224 h 1472498"/>
                  <a:gd name="connsiteX99" fmla="*/ 551561 w 1453388"/>
                  <a:gd name="connsiteY99" fmla="*/ 708084 h 1472498"/>
                  <a:gd name="connsiteX100" fmla="*/ 521081 w 1453388"/>
                  <a:gd name="connsiteY100" fmla="*/ 910269 h 1472498"/>
                  <a:gd name="connsiteX101" fmla="*/ 656336 w 1453388"/>
                  <a:gd name="connsiteY101" fmla="*/ 1108643 h 1472498"/>
                  <a:gd name="connsiteX102" fmla="*/ 885698 w 1453388"/>
                  <a:gd name="connsiteY102" fmla="*/ 1143059 h 1472498"/>
                  <a:gd name="connsiteX103" fmla="*/ 1167257 w 1453388"/>
                  <a:gd name="connsiteY103" fmla="*/ 1081464 h 1472498"/>
                  <a:gd name="connsiteX104" fmla="*/ 1254379 w 1453388"/>
                  <a:gd name="connsiteY104" fmla="*/ 789745 h 1472498"/>
                  <a:gd name="connsiteX105" fmla="*/ 1073404 w 1453388"/>
                  <a:gd name="connsiteY105" fmla="*/ 576766 h 1472498"/>
                  <a:gd name="connsiteX106" fmla="*/ 787400 w 1453388"/>
                  <a:gd name="connsiteY106" fmla="*/ 550224 h 1472498"/>
                  <a:gd name="connsiteX107" fmla="*/ 266700 w 1453388"/>
                  <a:gd name="connsiteY107" fmla="*/ 566480 h 1472498"/>
                  <a:gd name="connsiteX108" fmla="*/ 314071 w 1453388"/>
                  <a:gd name="connsiteY108" fmla="*/ 625407 h 1472498"/>
                  <a:gd name="connsiteX109" fmla="*/ 266700 w 1453388"/>
                  <a:gd name="connsiteY109" fmla="*/ 566480 h 1472498"/>
                  <a:gd name="connsiteX110" fmla="*/ 508508 w 1453388"/>
                  <a:gd name="connsiteY110" fmla="*/ 984309 h 1472498"/>
                  <a:gd name="connsiteX111" fmla="*/ 500888 w 1453388"/>
                  <a:gd name="connsiteY111" fmla="*/ 753677 h 1472498"/>
                  <a:gd name="connsiteX112" fmla="*/ 508508 w 1453388"/>
                  <a:gd name="connsiteY112" fmla="*/ 984309 h 1472498"/>
                  <a:gd name="connsiteX113" fmla="*/ 1274572 w 1453388"/>
                  <a:gd name="connsiteY113" fmla="*/ 752662 h 1472498"/>
                  <a:gd name="connsiteX114" fmla="*/ 1273048 w 1453388"/>
                  <a:gd name="connsiteY114" fmla="*/ 989008 h 1472498"/>
                  <a:gd name="connsiteX115" fmla="*/ 1274572 w 1453388"/>
                  <a:gd name="connsiteY115" fmla="*/ 752662 h 1472498"/>
                  <a:gd name="connsiteX116" fmla="*/ 1310640 w 1453388"/>
                  <a:gd name="connsiteY116" fmla="*/ 1163761 h 1472498"/>
                  <a:gd name="connsiteX117" fmla="*/ 1312418 w 1453388"/>
                  <a:gd name="connsiteY117" fmla="*/ 1303461 h 1472498"/>
                  <a:gd name="connsiteX118" fmla="*/ 1425702 w 1453388"/>
                  <a:gd name="connsiteY118" fmla="*/ 1234119 h 1472498"/>
                  <a:gd name="connsiteX119" fmla="*/ 1310640 w 1453388"/>
                  <a:gd name="connsiteY119" fmla="*/ 1163761 h 1472498"/>
                  <a:gd name="connsiteX120" fmla="*/ 1154557 w 1453388"/>
                  <a:gd name="connsiteY120" fmla="*/ 1181540 h 1472498"/>
                  <a:gd name="connsiteX121" fmla="*/ 1189609 w 1453388"/>
                  <a:gd name="connsiteY121" fmla="*/ 1338005 h 1472498"/>
                  <a:gd name="connsiteX122" fmla="*/ 1241806 w 1453388"/>
                  <a:gd name="connsiteY122" fmla="*/ 1235643 h 1472498"/>
                  <a:gd name="connsiteX123" fmla="*/ 1154557 w 1453388"/>
                  <a:gd name="connsiteY123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01801 w 1453388"/>
                  <a:gd name="connsiteY14" fmla="*/ 303844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475615 w 1453388"/>
                  <a:gd name="connsiteY62" fmla="*/ 374328 h 1472498"/>
                  <a:gd name="connsiteX63" fmla="*/ 395224 w 1453388"/>
                  <a:gd name="connsiteY63" fmla="*/ 348801 h 1472498"/>
                  <a:gd name="connsiteX64" fmla="*/ 326771 w 1453388"/>
                  <a:gd name="connsiteY64" fmla="*/ 533713 h 1472498"/>
                  <a:gd name="connsiteX65" fmla="*/ 356489 w 1453388"/>
                  <a:gd name="connsiteY65" fmla="*/ 561400 h 1472498"/>
                  <a:gd name="connsiteX66" fmla="*/ 290703 w 1453388"/>
                  <a:gd name="connsiteY66" fmla="*/ 659189 h 1472498"/>
                  <a:gd name="connsiteX67" fmla="*/ 241808 w 1453388"/>
                  <a:gd name="connsiteY67" fmla="*/ 552890 h 1472498"/>
                  <a:gd name="connsiteX68" fmla="*/ 300228 w 1453388"/>
                  <a:gd name="connsiteY68" fmla="*/ 527871 h 1472498"/>
                  <a:gd name="connsiteX69" fmla="*/ 349250 w 1453388"/>
                  <a:gd name="connsiteY69" fmla="*/ 400871 h 1472498"/>
                  <a:gd name="connsiteX70" fmla="*/ 372999 w 1453388"/>
                  <a:gd name="connsiteY70" fmla="*/ 338895 h 1472498"/>
                  <a:gd name="connsiteX71" fmla="*/ 180721 w 1453388"/>
                  <a:gd name="connsiteY71" fmla="*/ 261933 h 1472498"/>
                  <a:gd name="connsiteX72" fmla="*/ 131445 w 1453388"/>
                  <a:gd name="connsiteY72" fmla="*/ 300288 h 1472498"/>
                  <a:gd name="connsiteX73" fmla="*/ 34798 w 1453388"/>
                  <a:gd name="connsiteY73" fmla="*/ 262441 h 1472498"/>
                  <a:gd name="connsiteX74" fmla="*/ 62103 w 1453388"/>
                  <a:gd name="connsiteY74" fmla="*/ 148014 h 1472498"/>
                  <a:gd name="connsiteX75" fmla="*/ 130175 w 1453388"/>
                  <a:gd name="connsiteY75" fmla="*/ 143696 h 1472498"/>
                  <a:gd name="connsiteX76" fmla="*/ 124587 w 1453388"/>
                  <a:gd name="connsiteY76" fmla="*/ 109660 h 1472498"/>
                  <a:gd name="connsiteX77" fmla="*/ 0 w 1453388"/>
                  <a:gd name="connsiteY77" fmla="*/ 45399 h 1472498"/>
                  <a:gd name="connsiteX78" fmla="*/ 32893 w 1453388"/>
                  <a:gd name="connsiteY78" fmla="*/ 36127 h 1472498"/>
                  <a:gd name="connsiteX79" fmla="*/ 65278 w 1453388"/>
                  <a:gd name="connsiteY79" fmla="*/ 60765 h 1472498"/>
                  <a:gd name="connsiteX80" fmla="*/ 280543 w 1453388"/>
                  <a:gd name="connsiteY80" fmla="*/ 123757 h 1472498"/>
                  <a:gd name="connsiteX81" fmla="*/ 32893 w 1453388"/>
                  <a:gd name="connsiteY81" fmla="*/ 36127 h 1472498"/>
                  <a:gd name="connsiteX82" fmla="*/ 839978 w 1453388"/>
                  <a:gd name="connsiteY82" fmla="*/ 33334 h 1472498"/>
                  <a:gd name="connsiteX83" fmla="*/ 729488 w 1453388"/>
                  <a:gd name="connsiteY83" fmla="*/ 140649 h 1472498"/>
                  <a:gd name="connsiteX84" fmla="*/ 886968 w 1453388"/>
                  <a:gd name="connsiteY84" fmla="*/ 369883 h 1472498"/>
                  <a:gd name="connsiteX85" fmla="*/ 1055370 w 1453388"/>
                  <a:gd name="connsiteY85" fmla="*/ 257362 h 1472498"/>
                  <a:gd name="connsiteX86" fmla="*/ 993902 w 1453388"/>
                  <a:gd name="connsiteY86" fmla="*/ 60765 h 1472498"/>
                  <a:gd name="connsiteX87" fmla="*/ 839978 w 1453388"/>
                  <a:gd name="connsiteY87" fmla="*/ 33334 h 1472498"/>
                  <a:gd name="connsiteX88" fmla="*/ 77851 w 1453388"/>
                  <a:gd name="connsiteY88" fmla="*/ 172526 h 1472498"/>
                  <a:gd name="connsiteX89" fmla="*/ 54356 w 1453388"/>
                  <a:gd name="connsiteY89" fmla="*/ 238565 h 1472498"/>
                  <a:gd name="connsiteX90" fmla="*/ 125984 w 1453388"/>
                  <a:gd name="connsiteY90" fmla="*/ 274126 h 1472498"/>
                  <a:gd name="connsiteX91" fmla="*/ 170180 w 1453388"/>
                  <a:gd name="connsiteY91" fmla="*/ 225484 h 1472498"/>
                  <a:gd name="connsiteX92" fmla="*/ 77851 w 1453388"/>
                  <a:gd name="connsiteY92" fmla="*/ 172526 h 1472498"/>
                  <a:gd name="connsiteX93" fmla="*/ 517779 w 1453388"/>
                  <a:gd name="connsiteY93" fmla="*/ 356040 h 1472498"/>
                  <a:gd name="connsiteX94" fmla="*/ 557530 w 1453388"/>
                  <a:gd name="connsiteY94" fmla="*/ 422081 h 1472498"/>
                  <a:gd name="connsiteX95" fmla="*/ 581279 w 1453388"/>
                  <a:gd name="connsiteY95" fmla="*/ 355406 h 1472498"/>
                  <a:gd name="connsiteX96" fmla="*/ 517779 w 1453388"/>
                  <a:gd name="connsiteY96" fmla="*/ 356040 h 1472498"/>
                  <a:gd name="connsiteX97" fmla="*/ 787400 w 1453388"/>
                  <a:gd name="connsiteY97" fmla="*/ 550224 h 1472498"/>
                  <a:gd name="connsiteX98" fmla="*/ 551561 w 1453388"/>
                  <a:gd name="connsiteY98" fmla="*/ 708084 h 1472498"/>
                  <a:gd name="connsiteX99" fmla="*/ 521081 w 1453388"/>
                  <a:gd name="connsiteY99" fmla="*/ 910269 h 1472498"/>
                  <a:gd name="connsiteX100" fmla="*/ 656336 w 1453388"/>
                  <a:gd name="connsiteY100" fmla="*/ 1108643 h 1472498"/>
                  <a:gd name="connsiteX101" fmla="*/ 885698 w 1453388"/>
                  <a:gd name="connsiteY101" fmla="*/ 1143059 h 1472498"/>
                  <a:gd name="connsiteX102" fmla="*/ 1167257 w 1453388"/>
                  <a:gd name="connsiteY102" fmla="*/ 1081464 h 1472498"/>
                  <a:gd name="connsiteX103" fmla="*/ 1254379 w 1453388"/>
                  <a:gd name="connsiteY103" fmla="*/ 789745 h 1472498"/>
                  <a:gd name="connsiteX104" fmla="*/ 1073404 w 1453388"/>
                  <a:gd name="connsiteY104" fmla="*/ 576766 h 1472498"/>
                  <a:gd name="connsiteX105" fmla="*/ 787400 w 1453388"/>
                  <a:gd name="connsiteY105" fmla="*/ 550224 h 1472498"/>
                  <a:gd name="connsiteX106" fmla="*/ 266700 w 1453388"/>
                  <a:gd name="connsiteY106" fmla="*/ 566480 h 1472498"/>
                  <a:gd name="connsiteX107" fmla="*/ 314071 w 1453388"/>
                  <a:gd name="connsiteY107" fmla="*/ 625407 h 1472498"/>
                  <a:gd name="connsiteX108" fmla="*/ 266700 w 1453388"/>
                  <a:gd name="connsiteY108" fmla="*/ 566480 h 1472498"/>
                  <a:gd name="connsiteX109" fmla="*/ 508508 w 1453388"/>
                  <a:gd name="connsiteY109" fmla="*/ 984309 h 1472498"/>
                  <a:gd name="connsiteX110" fmla="*/ 500888 w 1453388"/>
                  <a:gd name="connsiteY110" fmla="*/ 753677 h 1472498"/>
                  <a:gd name="connsiteX111" fmla="*/ 508508 w 1453388"/>
                  <a:gd name="connsiteY111" fmla="*/ 984309 h 1472498"/>
                  <a:gd name="connsiteX112" fmla="*/ 1274572 w 1453388"/>
                  <a:gd name="connsiteY112" fmla="*/ 752662 h 1472498"/>
                  <a:gd name="connsiteX113" fmla="*/ 1273048 w 1453388"/>
                  <a:gd name="connsiteY113" fmla="*/ 989008 h 1472498"/>
                  <a:gd name="connsiteX114" fmla="*/ 1274572 w 1453388"/>
                  <a:gd name="connsiteY114" fmla="*/ 752662 h 1472498"/>
                  <a:gd name="connsiteX115" fmla="*/ 1310640 w 1453388"/>
                  <a:gd name="connsiteY115" fmla="*/ 1163761 h 1472498"/>
                  <a:gd name="connsiteX116" fmla="*/ 1312418 w 1453388"/>
                  <a:gd name="connsiteY116" fmla="*/ 1303461 h 1472498"/>
                  <a:gd name="connsiteX117" fmla="*/ 1425702 w 1453388"/>
                  <a:gd name="connsiteY117" fmla="*/ 1234119 h 1472498"/>
                  <a:gd name="connsiteX118" fmla="*/ 1310640 w 1453388"/>
                  <a:gd name="connsiteY118" fmla="*/ 1163761 h 1472498"/>
                  <a:gd name="connsiteX119" fmla="*/ 1154557 w 1453388"/>
                  <a:gd name="connsiteY119" fmla="*/ 1181540 h 1472498"/>
                  <a:gd name="connsiteX120" fmla="*/ 1189609 w 1453388"/>
                  <a:gd name="connsiteY120" fmla="*/ 1338005 h 1472498"/>
                  <a:gd name="connsiteX121" fmla="*/ 1241806 w 1453388"/>
                  <a:gd name="connsiteY121" fmla="*/ 1235643 h 1472498"/>
                  <a:gd name="connsiteX122" fmla="*/ 1154557 w 1453388"/>
                  <a:gd name="connsiteY122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475615 w 1453388"/>
                  <a:gd name="connsiteY62" fmla="*/ 374328 h 1472498"/>
                  <a:gd name="connsiteX63" fmla="*/ 395224 w 1453388"/>
                  <a:gd name="connsiteY63" fmla="*/ 348801 h 1472498"/>
                  <a:gd name="connsiteX64" fmla="*/ 326771 w 1453388"/>
                  <a:gd name="connsiteY64" fmla="*/ 533713 h 1472498"/>
                  <a:gd name="connsiteX65" fmla="*/ 356489 w 1453388"/>
                  <a:gd name="connsiteY65" fmla="*/ 561400 h 1472498"/>
                  <a:gd name="connsiteX66" fmla="*/ 290703 w 1453388"/>
                  <a:gd name="connsiteY66" fmla="*/ 659189 h 1472498"/>
                  <a:gd name="connsiteX67" fmla="*/ 241808 w 1453388"/>
                  <a:gd name="connsiteY67" fmla="*/ 552890 h 1472498"/>
                  <a:gd name="connsiteX68" fmla="*/ 300228 w 1453388"/>
                  <a:gd name="connsiteY68" fmla="*/ 527871 h 1472498"/>
                  <a:gd name="connsiteX69" fmla="*/ 349250 w 1453388"/>
                  <a:gd name="connsiteY69" fmla="*/ 400871 h 1472498"/>
                  <a:gd name="connsiteX70" fmla="*/ 372999 w 1453388"/>
                  <a:gd name="connsiteY70" fmla="*/ 338895 h 1472498"/>
                  <a:gd name="connsiteX71" fmla="*/ 180721 w 1453388"/>
                  <a:gd name="connsiteY71" fmla="*/ 261933 h 1472498"/>
                  <a:gd name="connsiteX72" fmla="*/ 131445 w 1453388"/>
                  <a:gd name="connsiteY72" fmla="*/ 300288 h 1472498"/>
                  <a:gd name="connsiteX73" fmla="*/ 34798 w 1453388"/>
                  <a:gd name="connsiteY73" fmla="*/ 262441 h 1472498"/>
                  <a:gd name="connsiteX74" fmla="*/ 62103 w 1453388"/>
                  <a:gd name="connsiteY74" fmla="*/ 148014 h 1472498"/>
                  <a:gd name="connsiteX75" fmla="*/ 130175 w 1453388"/>
                  <a:gd name="connsiteY75" fmla="*/ 143696 h 1472498"/>
                  <a:gd name="connsiteX76" fmla="*/ 124587 w 1453388"/>
                  <a:gd name="connsiteY76" fmla="*/ 109660 h 1472498"/>
                  <a:gd name="connsiteX77" fmla="*/ 0 w 1453388"/>
                  <a:gd name="connsiteY77" fmla="*/ 45399 h 1472498"/>
                  <a:gd name="connsiteX78" fmla="*/ 32893 w 1453388"/>
                  <a:gd name="connsiteY78" fmla="*/ 36127 h 1472498"/>
                  <a:gd name="connsiteX79" fmla="*/ 65278 w 1453388"/>
                  <a:gd name="connsiteY79" fmla="*/ 60765 h 1472498"/>
                  <a:gd name="connsiteX80" fmla="*/ 280543 w 1453388"/>
                  <a:gd name="connsiteY80" fmla="*/ 123757 h 1472498"/>
                  <a:gd name="connsiteX81" fmla="*/ 32893 w 1453388"/>
                  <a:gd name="connsiteY81" fmla="*/ 36127 h 1472498"/>
                  <a:gd name="connsiteX82" fmla="*/ 839978 w 1453388"/>
                  <a:gd name="connsiteY82" fmla="*/ 33334 h 1472498"/>
                  <a:gd name="connsiteX83" fmla="*/ 729488 w 1453388"/>
                  <a:gd name="connsiteY83" fmla="*/ 140649 h 1472498"/>
                  <a:gd name="connsiteX84" fmla="*/ 886968 w 1453388"/>
                  <a:gd name="connsiteY84" fmla="*/ 369883 h 1472498"/>
                  <a:gd name="connsiteX85" fmla="*/ 1055370 w 1453388"/>
                  <a:gd name="connsiteY85" fmla="*/ 257362 h 1472498"/>
                  <a:gd name="connsiteX86" fmla="*/ 993902 w 1453388"/>
                  <a:gd name="connsiteY86" fmla="*/ 60765 h 1472498"/>
                  <a:gd name="connsiteX87" fmla="*/ 839978 w 1453388"/>
                  <a:gd name="connsiteY87" fmla="*/ 33334 h 1472498"/>
                  <a:gd name="connsiteX88" fmla="*/ 77851 w 1453388"/>
                  <a:gd name="connsiteY88" fmla="*/ 172526 h 1472498"/>
                  <a:gd name="connsiteX89" fmla="*/ 54356 w 1453388"/>
                  <a:gd name="connsiteY89" fmla="*/ 238565 h 1472498"/>
                  <a:gd name="connsiteX90" fmla="*/ 125984 w 1453388"/>
                  <a:gd name="connsiteY90" fmla="*/ 274126 h 1472498"/>
                  <a:gd name="connsiteX91" fmla="*/ 170180 w 1453388"/>
                  <a:gd name="connsiteY91" fmla="*/ 225484 h 1472498"/>
                  <a:gd name="connsiteX92" fmla="*/ 77851 w 1453388"/>
                  <a:gd name="connsiteY92" fmla="*/ 172526 h 1472498"/>
                  <a:gd name="connsiteX93" fmla="*/ 517779 w 1453388"/>
                  <a:gd name="connsiteY93" fmla="*/ 356040 h 1472498"/>
                  <a:gd name="connsiteX94" fmla="*/ 557530 w 1453388"/>
                  <a:gd name="connsiteY94" fmla="*/ 422081 h 1472498"/>
                  <a:gd name="connsiteX95" fmla="*/ 581279 w 1453388"/>
                  <a:gd name="connsiteY95" fmla="*/ 355406 h 1472498"/>
                  <a:gd name="connsiteX96" fmla="*/ 517779 w 1453388"/>
                  <a:gd name="connsiteY96" fmla="*/ 356040 h 1472498"/>
                  <a:gd name="connsiteX97" fmla="*/ 787400 w 1453388"/>
                  <a:gd name="connsiteY97" fmla="*/ 550224 h 1472498"/>
                  <a:gd name="connsiteX98" fmla="*/ 551561 w 1453388"/>
                  <a:gd name="connsiteY98" fmla="*/ 708084 h 1472498"/>
                  <a:gd name="connsiteX99" fmla="*/ 521081 w 1453388"/>
                  <a:gd name="connsiteY99" fmla="*/ 910269 h 1472498"/>
                  <a:gd name="connsiteX100" fmla="*/ 656336 w 1453388"/>
                  <a:gd name="connsiteY100" fmla="*/ 1108643 h 1472498"/>
                  <a:gd name="connsiteX101" fmla="*/ 885698 w 1453388"/>
                  <a:gd name="connsiteY101" fmla="*/ 1143059 h 1472498"/>
                  <a:gd name="connsiteX102" fmla="*/ 1167257 w 1453388"/>
                  <a:gd name="connsiteY102" fmla="*/ 1081464 h 1472498"/>
                  <a:gd name="connsiteX103" fmla="*/ 1254379 w 1453388"/>
                  <a:gd name="connsiteY103" fmla="*/ 789745 h 1472498"/>
                  <a:gd name="connsiteX104" fmla="*/ 1073404 w 1453388"/>
                  <a:gd name="connsiteY104" fmla="*/ 576766 h 1472498"/>
                  <a:gd name="connsiteX105" fmla="*/ 787400 w 1453388"/>
                  <a:gd name="connsiteY105" fmla="*/ 550224 h 1472498"/>
                  <a:gd name="connsiteX106" fmla="*/ 266700 w 1453388"/>
                  <a:gd name="connsiteY106" fmla="*/ 566480 h 1472498"/>
                  <a:gd name="connsiteX107" fmla="*/ 314071 w 1453388"/>
                  <a:gd name="connsiteY107" fmla="*/ 625407 h 1472498"/>
                  <a:gd name="connsiteX108" fmla="*/ 266700 w 1453388"/>
                  <a:gd name="connsiteY108" fmla="*/ 566480 h 1472498"/>
                  <a:gd name="connsiteX109" fmla="*/ 508508 w 1453388"/>
                  <a:gd name="connsiteY109" fmla="*/ 984309 h 1472498"/>
                  <a:gd name="connsiteX110" fmla="*/ 500888 w 1453388"/>
                  <a:gd name="connsiteY110" fmla="*/ 753677 h 1472498"/>
                  <a:gd name="connsiteX111" fmla="*/ 508508 w 1453388"/>
                  <a:gd name="connsiteY111" fmla="*/ 984309 h 1472498"/>
                  <a:gd name="connsiteX112" fmla="*/ 1274572 w 1453388"/>
                  <a:gd name="connsiteY112" fmla="*/ 752662 h 1472498"/>
                  <a:gd name="connsiteX113" fmla="*/ 1273048 w 1453388"/>
                  <a:gd name="connsiteY113" fmla="*/ 989008 h 1472498"/>
                  <a:gd name="connsiteX114" fmla="*/ 1274572 w 1453388"/>
                  <a:gd name="connsiteY114" fmla="*/ 752662 h 1472498"/>
                  <a:gd name="connsiteX115" fmla="*/ 1310640 w 1453388"/>
                  <a:gd name="connsiteY115" fmla="*/ 1163761 h 1472498"/>
                  <a:gd name="connsiteX116" fmla="*/ 1312418 w 1453388"/>
                  <a:gd name="connsiteY116" fmla="*/ 1303461 h 1472498"/>
                  <a:gd name="connsiteX117" fmla="*/ 1425702 w 1453388"/>
                  <a:gd name="connsiteY117" fmla="*/ 1234119 h 1472498"/>
                  <a:gd name="connsiteX118" fmla="*/ 1310640 w 1453388"/>
                  <a:gd name="connsiteY118" fmla="*/ 1163761 h 1472498"/>
                  <a:gd name="connsiteX119" fmla="*/ 1154557 w 1453388"/>
                  <a:gd name="connsiteY119" fmla="*/ 1181540 h 1472498"/>
                  <a:gd name="connsiteX120" fmla="*/ 1189609 w 1453388"/>
                  <a:gd name="connsiteY120" fmla="*/ 1338005 h 1472498"/>
                  <a:gd name="connsiteX121" fmla="*/ 1241806 w 1453388"/>
                  <a:gd name="connsiteY121" fmla="*/ 1235643 h 1472498"/>
                  <a:gd name="connsiteX122" fmla="*/ 1154557 w 1453388"/>
                  <a:gd name="connsiteY122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395224 w 1453388"/>
                  <a:gd name="connsiteY62" fmla="*/ 348801 h 1472498"/>
                  <a:gd name="connsiteX63" fmla="*/ 326771 w 1453388"/>
                  <a:gd name="connsiteY63" fmla="*/ 533713 h 1472498"/>
                  <a:gd name="connsiteX64" fmla="*/ 356489 w 1453388"/>
                  <a:gd name="connsiteY64" fmla="*/ 561400 h 1472498"/>
                  <a:gd name="connsiteX65" fmla="*/ 290703 w 1453388"/>
                  <a:gd name="connsiteY65" fmla="*/ 659189 h 1472498"/>
                  <a:gd name="connsiteX66" fmla="*/ 241808 w 1453388"/>
                  <a:gd name="connsiteY66" fmla="*/ 552890 h 1472498"/>
                  <a:gd name="connsiteX67" fmla="*/ 300228 w 1453388"/>
                  <a:gd name="connsiteY67" fmla="*/ 527871 h 1472498"/>
                  <a:gd name="connsiteX68" fmla="*/ 349250 w 1453388"/>
                  <a:gd name="connsiteY68" fmla="*/ 400871 h 1472498"/>
                  <a:gd name="connsiteX69" fmla="*/ 372999 w 1453388"/>
                  <a:gd name="connsiteY69" fmla="*/ 338895 h 1472498"/>
                  <a:gd name="connsiteX70" fmla="*/ 180721 w 1453388"/>
                  <a:gd name="connsiteY70" fmla="*/ 261933 h 1472498"/>
                  <a:gd name="connsiteX71" fmla="*/ 131445 w 1453388"/>
                  <a:gd name="connsiteY71" fmla="*/ 300288 h 1472498"/>
                  <a:gd name="connsiteX72" fmla="*/ 34798 w 1453388"/>
                  <a:gd name="connsiteY72" fmla="*/ 262441 h 1472498"/>
                  <a:gd name="connsiteX73" fmla="*/ 62103 w 1453388"/>
                  <a:gd name="connsiteY73" fmla="*/ 148014 h 1472498"/>
                  <a:gd name="connsiteX74" fmla="*/ 130175 w 1453388"/>
                  <a:gd name="connsiteY74" fmla="*/ 143696 h 1472498"/>
                  <a:gd name="connsiteX75" fmla="*/ 124587 w 1453388"/>
                  <a:gd name="connsiteY75" fmla="*/ 109660 h 1472498"/>
                  <a:gd name="connsiteX76" fmla="*/ 0 w 1453388"/>
                  <a:gd name="connsiteY76" fmla="*/ 45399 h 1472498"/>
                  <a:gd name="connsiteX77" fmla="*/ 32893 w 1453388"/>
                  <a:gd name="connsiteY77" fmla="*/ 36127 h 1472498"/>
                  <a:gd name="connsiteX78" fmla="*/ 65278 w 1453388"/>
                  <a:gd name="connsiteY78" fmla="*/ 60765 h 1472498"/>
                  <a:gd name="connsiteX79" fmla="*/ 280543 w 1453388"/>
                  <a:gd name="connsiteY79" fmla="*/ 123757 h 1472498"/>
                  <a:gd name="connsiteX80" fmla="*/ 32893 w 1453388"/>
                  <a:gd name="connsiteY80" fmla="*/ 36127 h 1472498"/>
                  <a:gd name="connsiteX81" fmla="*/ 839978 w 1453388"/>
                  <a:gd name="connsiteY81" fmla="*/ 33334 h 1472498"/>
                  <a:gd name="connsiteX82" fmla="*/ 729488 w 1453388"/>
                  <a:gd name="connsiteY82" fmla="*/ 140649 h 1472498"/>
                  <a:gd name="connsiteX83" fmla="*/ 886968 w 1453388"/>
                  <a:gd name="connsiteY83" fmla="*/ 369883 h 1472498"/>
                  <a:gd name="connsiteX84" fmla="*/ 1055370 w 1453388"/>
                  <a:gd name="connsiteY84" fmla="*/ 257362 h 1472498"/>
                  <a:gd name="connsiteX85" fmla="*/ 993902 w 1453388"/>
                  <a:gd name="connsiteY85" fmla="*/ 60765 h 1472498"/>
                  <a:gd name="connsiteX86" fmla="*/ 839978 w 1453388"/>
                  <a:gd name="connsiteY86" fmla="*/ 33334 h 1472498"/>
                  <a:gd name="connsiteX87" fmla="*/ 77851 w 1453388"/>
                  <a:gd name="connsiteY87" fmla="*/ 172526 h 1472498"/>
                  <a:gd name="connsiteX88" fmla="*/ 54356 w 1453388"/>
                  <a:gd name="connsiteY88" fmla="*/ 238565 h 1472498"/>
                  <a:gd name="connsiteX89" fmla="*/ 125984 w 1453388"/>
                  <a:gd name="connsiteY89" fmla="*/ 274126 h 1472498"/>
                  <a:gd name="connsiteX90" fmla="*/ 170180 w 1453388"/>
                  <a:gd name="connsiteY90" fmla="*/ 225484 h 1472498"/>
                  <a:gd name="connsiteX91" fmla="*/ 77851 w 1453388"/>
                  <a:gd name="connsiteY91" fmla="*/ 172526 h 1472498"/>
                  <a:gd name="connsiteX92" fmla="*/ 517779 w 1453388"/>
                  <a:gd name="connsiteY92" fmla="*/ 356040 h 1472498"/>
                  <a:gd name="connsiteX93" fmla="*/ 557530 w 1453388"/>
                  <a:gd name="connsiteY93" fmla="*/ 422081 h 1472498"/>
                  <a:gd name="connsiteX94" fmla="*/ 581279 w 1453388"/>
                  <a:gd name="connsiteY94" fmla="*/ 355406 h 1472498"/>
                  <a:gd name="connsiteX95" fmla="*/ 517779 w 1453388"/>
                  <a:gd name="connsiteY95" fmla="*/ 356040 h 1472498"/>
                  <a:gd name="connsiteX96" fmla="*/ 787400 w 1453388"/>
                  <a:gd name="connsiteY96" fmla="*/ 550224 h 1472498"/>
                  <a:gd name="connsiteX97" fmla="*/ 551561 w 1453388"/>
                  <a:gd name="connsiteY97" fmla="*/ 708084 h 1472498"/>
                  <a:gd name="connsiteX98" fmla="*/ 521081 w 1453388"/>
                  <a:gd name="connsiteY98" fmla="*/ 910269 h 1472498"/>
                  <a:gd name="connsiteX99" fmla="*/ 656336 w 1453388"/>
                  <a:gd name="connsiteY99" fmla="*/ 1108643 h 1472498"/>
                  <a:gd name="connsiteX100" fmla="*/ 885698 w 1453388"/>
                  <a:gd name="connsiteY100" fmla="*/ 1143059 h 1472498"/>
                  <a:gd name="connsiteX101" fmla="*/ 1167257 w 1453388"/>
                  <a:gd name="connsiteY101" fmla="*/ 1081464 h 1472498"/>
                  <a:gd name="connsiteX102" fmla="*/ 1254379 w 1453388"/>
                  <a:gd name="connsiteY102" fmla="*/ 789745 h 1472498"/>
                  <a:gd name="connsiteX103" fmla="*/ 1073404 w 1453388"/>
                  <a:gd name="connsiteY103" fmla="*/ 576766 h 1472498"/>
                  <a:gd name="connsiteX104" fmla="*/ 787400 w 1453388"/>
                  <a:gd name="connsiteY104" fmla="*/ 550224 h 1472498"/>
                  <a:gd name="connsiteX105" fmla="*/ 266700 w 1453388"/>
                  <a:gd name="connsiteY105" fmla="*/ 566480 h 1472498"/>
                  <a:gd name="connsiteX106" fmla="*/ 314071 w 1453388"/>
                  <a:gd name="connsiteY106" fmla="*/ 625407 h 1472498"/>
                  <a:gd name="connsiteX107" fmla="*/ 266700 w 1453388"/>
                  <a:gd name="connsiteY107" fmla="*/ 566480 h 1472498"/>
                  <a:gd name="connsiteX108" fmla="*/ 508508 w 1453388"/>
                  <a:gd name="connsiteY108" fmla="*/ 984309 h 1472498"/>
                  <a:gd name="connsiteX109" fmla="*/ 500888 w 1453388"/>
                  <a:gd name="connsiteY109" fmla="*/ 753677 h 1472498"/>
                  <a:gd name="connsiteX110" fmla="*/ 508508 w 1453388"/>
                  <a:gd name="connsiteY110" fmla="*/ 984309 h 1472498"/>
                  <a:gd name="connsiteX111" fmla="*/ 1274572 w 1453388"/>
                  <a:gd name="connsiteY111" fmla="*/ 752662 h 1472498"/>
                  <a:gd name="connsiteX112" fmla="*/ 1273048 w 1453388"/>
                  <a:gd name="connsiteY112" fmla="*/ 989008 h 1472498"/>
                  <a:gd name="connsiteX113" fmla="*/ 1274572 w 1453388"/>
                  <a:gd name="connsiteY113" fmla="*/ 752662 h 1472498"/>
                  <a:gd name="connsiteX114" fmla="*/ 1310640 w 1453388"/>
                  <a:gd name="connsiteY114" fmla="*/ 1163761 h 1472498"/>
                  <a:gd name="connsiteX115" fmla="*/ 1312418 w 1453388"/>
                  <a:gd name="connsiteY115" fmla="*/ 1303461 h 1472498"/>
                  <a:gd name="connsiteX116" fmla="*/ 1425702 w 1453388"/>
                  <a:gd name="connsiteY116" fmla="*/ 1234119 h 1472498"/>
                  <a:gd name="connsiteX117" fmla="*/ 1310640 w 1453388"/>
                  <a:gd name="connsiteY117" fmla="*/ 1163761 h 1472498"/>
                  <a:gd name="connsiteX118" fmla="*/ 1154557 w 1453388"/>
                  <a:gd name="connsiteY118" fmla="*/ 1181540 h 1472498"/>
                  <a:gd name="connsiteX119" fmla="*/ 1189609 w 1453388"/>
                  <a:gd name="connsiteY119" fmla="*/ 1338005 h 1472498"/>
                  <a:gd name="connsiteX120" fmla="*/ 1241806 w 1453388"/>
                  <a:gd name="connsiteY120" fmla="*/ 1235643 h 1472498"/>
                  <a:gd name="connsiteX121" fmla="*/ 1154557 w 1453388"/>
                  <a:gd name="connsiteY121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395224 w 1453388"/>
                  <a:gd name="connsiteY62" fmla="*/ 348801 h 1472498"/>
                  <a:gd name="connsiteX63" fmla="*/ 326771 w 1453388"/>
                  <a:gd name="connsiteY63" fmla="*/ 533713 h 1472498"/>
                  <a:gd name="connsiteX64" fmla="*/ 356489 w 1453388"/>
                  <a:gd name="connsiteY64" fmla="*/ 561400 h 1472498"/>
                  <a:gd name="connsiteX65" fmla="*/ 290703 w 1453388"/>
                  <a:gd name="connsiteY65" fmla="*/ 659189 h 1472498"/>
                  <a:gd name="connsiteX66" fmla="*/ 241808 w 1453388"/>
                  <a:gd name="connsiteY66" fmla="*/ 552890 h 1472498"/>
                  <a:gd name="connsiteX67" fmla="*/ 300228 w 1453388"/>
                  <a:gd name="connsiteY67" fmla="*/ 527871 h 1472498"/>
                  <a:gd name="connsiteX68" fmla="*/ 349250 w 1453388"/>
                  <a:gd name="connsiteY68" fmla="*/ 400871 h 1472498"/>
                  <a:gd name="connsiteX69" fmla="*/ 372999 w 1453388"/>
                  <a:gd name="connsiteY69" fmla="*/ 338895 h 1472498"/>
                  <a:gd name="connsiteX70" fmla="*/ 180721 w 1453388"/>
                  <a:gd name="connsiteY70" fmla="*/ 261933 h 1472498"/>
                  <a:gd name="connsiteX71" fmla="*/ 131445 w 1453388"/>
                  <a:gd name="connsiteY71" fmla="*/ 300288 h 1472498"/>
                  <a:gd name="connsiteX72" fmla="*/ 34798 w 1453388"/>
                  <a:gd name="connsiteY72" fmla="*/ 262441 h 1472498"/>
                  <a:gd name="connsiteX73" fmla="*/ 62103 w 1453388"/>
                  <a:gd name="connsiteY73" fmla="*/ 148014 h 1472498"/>
                  <a:gd name="connsiteX74" fmla="*/ 130175 w 1453388"/>
                  <a:gd name="connsiteY74" fmla="*/ 143696 h 1472498"/>
                  <a:gd name="connsiteX75" fmla="*/ 124587 w 1453388"/>
                  <a:gd name="connsiteY75" fmla="*/ 109660 h 1472498"/>
                  <a:gd name="connsiteX76" fmla="*/ 0 w 1453388"/>
                  <a:gd name="connsiteY76" fmla="*/ 45399 h 1472498"/>
                  <a:gd name="connsiteX77" fmla="*/ 32893 w 1453388"/>
                  <a:gd name="connsiteY77" fmla="*/ 36127 h 1472498"/>
                  <a:gd name="connsiteX78" fmla="*/ 65278 w 1453388"/>
                  <a:gd name="connsiteY78" fmla="*/ 60765 h 1472498"/>
                  <a:gd name="connsiteX79" fmla="*/ 280543 w 1453388"/>
                  <a:gd name="connsiteY79" fmla="*/ 123757 h 1472498"/>
                  <a:gd name="connsiteX80" fmla="*/ 32893 w 1453388"/>
                  <a:gd name="connsiteY80" fmla="*/ 36127 h 1472498"/>
                  <a:gd name="connsiteX81" fmla="*/ 839978 w 1453388"/>
                  <a:gd name="connsiteY81" fmla="*/ 33334 h 1472498"/>
                  <a:gd name="connsiteX82" fmla="*/ 729488 w 1453388"/>
                  <a:gd name="connsiteY82" fmla="*/ 140649 h 1472498"/>
                  <a:gd name="connsiteX83" fmla="*/ 886968 w 1453388"/>
                  <a:gd name="connsiteY83" fmla="*/ 369883 h 1472498"/>
                  <a:gd name="connsiteX84" fmla="*/ 1055370 w 1453388"/>
                  <a:gd name="connsiteY84" fmla="*/ 257362 h 1472498"/>
                  <a:gd name="connsiteX85" fmla="*/ 993902 w 1453388"/>
                  <a:gd name="connsiteY85" fmla="*/ 60765 h 1472498"/>
                  <a:gd name="connsiteX86" fmla="*/ 839978 w 1453388"/>
                  <a:gd name="connsiteY86" fmla="*/ 33334 h 1472498"/>
                  <a:gd name="connsiteX87" fmla="*/ 77851 w 1453388"/>
                  <a:gd name="connsiteY87" fmla="*/ 172526 h 1472498"/>
                  <a:gd name="connsiteX88" fmla="*/ 54356 w 1453388"/>
                  <a:gd name="connsiteY88" fmla="*/ 238565 h 1472498"/>
                  <a:gd name="connsiteX89" fmla="*/ 125984 w 1453388"/>
                  <a:gd name="connsiteY89" fmla="*/ 274126 h 1472498"/>
                  <a:gd name="connsiteX90" fmla="*/ 170180 w 1453388"/>
                  <a:gd name="connsiteY90" fmla="*/ 225484 h 1472498"/>
                  <a:gd name="connsiteX91" fmla="*/ 77851 w 1453388"/>
                  <a:gd name="connsiteY91" fmla="*/ 172526 h 1472498"/>
                  <a:gd name="connsiteX92" fmla="*/ 517779 w 1453388"/>
                  <a:gd name="connsiteY92" fmla="*/ 356040 h 1472498"/>
                  <a:gd name="connsiteX93" fmla="*/ 557530 w 1453388"/>
                  <a:gd name="connsiteY93" fmla="*/ 422081 h 1472498"/>
                  <a:gd name="connsiteX94" fmla="*/ 581279 w 1453388"/>
                  <a:gd name="connsiteY94" fmla="*/ 355406 h 1472498"/>
                  <a:gd name="connsiteX95" fmla="*/ 787400 w 1453388"/>
                  <a:gd name="connsiteY95" fmla="*/ 550224 h 1472498"/>
                  <a:gd name="connsiteX96" fmla="*/ 551561 w 1453388"/>
                  <a:gd name="connsiteY96" fmla="*/ 708084 h 1472498"/>
                  <a:gd name="connsiteX97" fmla="*/ 521081 w 1453388"/>
                  <a:gd name="connsiteY97" fmla="*/ 910269 h 1472498"/>
                  <a:gd name="connsiteX98" fmla="*/ 656336 w 1453388"/>
                  <a:gd name="connsiteY98" fmla="*/ 1108643 h 1472498"/>
                  <a:gd name="connsiteX99" fmla="*/ 885698 w 1453388"/>
                  <a:gd name="connsiteY99" fmla="*/ 1143059 h 1472498"/>
                  <a:gd name="connsiteX100" fmla="*/ 1167257 w 1453388"/>
                  <a:gd name="connsiteY100" fmla="*/ 1081464 h 1472498"/>
                  <a:gd name="connsiteX101" fmla="*/ 1254379 w 1453388"/>
                  <a:gd name="connsiteY101" fmla="*/ 789745 h 1472498"/>
                  <a:gd name="connsiteX102" fmla="*/ 1073404 w 1453388"/>
                  <a:gd name="connsiteY102" fmla="*/ 576766 h 1472498"/>
                  <a:gd name="connsiteX103" fmla="*/ 787400 w 1453388"/>
                  <a:gd name="connsiteY103" fmla="*/ 550224 h 1472498"/>
                  <a:gd name="connsiteX104" fmla="*/ 266700 w 1453388"/>
                  <a:gd name="connsiteY104" fmla="*/ 566480 h 1472498"/>
                  <a:gd name="connsiteX105" fmla="*/ 314071 w 1453388"/>
                  <a:gd name="connsiteY105" fmla="*/ 625407 h 1472498"/>
                  <a:gd name="connsiteX106" fmla="*/ 266700 w 1453388"/>
                  <a:gd name="connsiteY106" fmla="*/ 566480 h 1472498"/>
                  <a:gd name="connsiteX107" fmla="*/ 508508 w 1453388"/>
                  <a:gd name="connsiteY107" fmla="*/ 984309 h 1472498"/>
                  <a:gd name="connsiteX108" fmla="*/ 500888 w 1453388"/>
                  <a:gd name="connsiteY108" fmla="*/ 753677 h 1472498"/>
                  <a:gd name="connsiteX109" fmla="*/ 508508 w 1453388"/>
                  <a:gd name="connsiteY109" fmla="*/ 984309 h 1472498"/>
                  <a:gd name="connsiteX110" fmla="*/ 1274572 w 1453388"/>
                  <a:gd name="connsiteY110" fmla="*/ 752662 h 1472498"/>
                  <a:gd name="connsiteX111" fmla="*/ 1273048 w 1453388"/>
                  <a:gd name="connsiteY111" fmla="*/ 989008 h 1472498"/>
                  <a:gd name="connsiteX112" fmla="*/ 1274572 w 1453388"/>
                  <a:gd name="connsiteY112" fmla="*/ 752662 h 1472498"/>
                  <a:gd name="connsiteX113" fmla="*/ 1310640 w 1453388"/>
                  <a:gd name="connsiteY113" fmla="*/ 1163761 h 1472498"/>
                  <a:gd name="connsiteX114" fmla="*/ 1312418 w 1453388"/>
                  <a:gd name="connsiteY114" fmla="*/ 1303461 h 1472498"/>
                  <a:gd name="connsiteX115" fmla="*/ 1425702 w 1453388"/>
                  <a:gd name="connsiteY115" fmla="*/ 1234119 h 1472498"/>
                  <a:gd name="connsiteX116" fmla="*/ 1310640 w 1453388"/>
                  <a:gd name="connsiteY116" fmla="*/ 1163761 h 1472498"/>
                  <a:gd name="connsiteX117" fmla="*/ 1154557 w 1453388"/>
                  <a:gd name="connsiteY117" fmla="*/ 1181540 h 1472498"/>
                  <a:gd name="connsiteX118" fmla="*/ 1189609 w 1453388"/>
                  <a:gd name="connsiteY118" fmla="*/ 1338005 h 1472498"/>
                  <a:gd name="connsiteX119" fmla="*/ 1241806 w 1453388"/>
                  <a:gd name="connsiteY119" fmla="*/ 1235643 h 1472498"/>
                  <a:gd name="connsiteX120" fmla="*/ 1154557 w 1453388"/>
                  <a:gd name="connsiteY120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395224 w 1453388"/>
                  <a:gd name="connsiteY62" fmla="*/ 348801 h 1472498"/>
                  <a:gd name="connsiteX63" fmla="*/ 326771 w 1453388"/>
                  <a:gd name="connsiteY63" fmla="*/ 533713 h 1472498"/>
                  <a:gd name="connsiteX64" fmla="*/ 356489 w 1453388"/>
                  <a:gd name="connsiteY64" fmla="*/ 561400 h 1472498"/>
                  <a:gd name="connsiteX65" fmla="*/ 290703 w 1453388"/>
                  <a:gd name="connsiteY65" fmla="*/ 659189 h 1472498"/>
                  <a:gd name="connsiteX66" fmla="*/ 241808 w 1453388"/>
                  <a:gd name="connsiteY66" fmla="*/ 552890 h 1472498"/>
                  <a:gd name="connsiteX67" fmla="*/ 300228 w 1453388"/>
                  <a:gd name="connsiteY67" fmla="*/ 527871 h 1472498"/>
                  <a:gd name="connsiteX68" fmla="*/ 349250 w 1453388"/>
                  <a:gd name="connsiteY68" fmla="*/ 400871 h 1472498"/>
                  <a:gd name="connsiteX69" fmla="*/ 372999 w 1453388"/>
                  <a:gd name="connsiteY69" fmla="*/ 338895 h 1472498"/>
                  <a:gd name="connsiteX70" fmla="*/ 180721 w 1453388"/>
                  <a:gd name="connsiteY70" fmla="*/ 261933 h 1472498"/>
                  <a:gd name="connsiteX71" fmla="*/ 131445 w 1453388"/>
                  <a:gd name="connsiteY71" fmla="*/ 300288 h 1472498"/>
                  <a:gd name="connsiteX72" fmla="*/ 34798 w 1453388"/>
                  <a:gd name="connsiteY72" fmla="*/ 262441 h 1472498"/>
                  <a:gd name="connsiteX73" fmla="*/ 62103 w 1453388"/>
                  <a:gd name="connsiteY73" fmla="*/ 148014 h 1472498"/>
                  <a:gd name="connsiteX74" fmla="*/ 130175 w 1453388"/>
                  <a:gd name="connsiteY74" fmla="*/ 143696 h 1472498"/>
                  <a:gd name="connsiteX75" fmla="*/ 124587 w 1453388"/>
                  <a:gd name="connsiteY75" fmla="*/ 109660 h 1472498"/>
                  <a:gd name="connsiteX76" fmla="*/ 0 w 1453388"/>
                  <a:gd name="connsiteY76" fmla="*/ 45399 h 1472498"/>
                  <a:gd name="connsiteX77" fmla="*/ 32893 w 1453388"/>
                  <a:gd name="connsiteY77" fmla="*/ 36127 h 1472498"/>
                  <a:gd name="connsiteX78" fmla="*/ 65278 w 1453388"/>
                  <a:gd name="connsiteY78" fmla="*/ 60765 h 1472498"/>
                  <a:gd name="connsiteX79" fmla="*/ 280543 w 1453388"/>
                  <a:gd name="connsiteY79" fmla="*/ 123757 h 1472498"/>
                  <a:gd name="connsiteX80" fmla="*/ 32893 w 1453388"/>
                  <a:gd name="connsiteY80" fmla="*/ 36127 h 1472498"/>
                  <a:gd name="connsiteX81" fmla="*/ 839978 w 1453388"/>
                  <a:gd name="connsiteY81" fmla="*/ 33334 h 1472498"/>
                  <a:gd name="connsiteX82" fmla="*/ 729488 w 1453388"/>
                  <a:gd name="connsiteY82" fmla="*/ 140649 h 1472498"/>
                  <a:gd name="connsiteX83" fmla="*/ 886968 w 1453388"/>
                  <a:gd name="connsiteY83" fmla="*/ 369883 h 1472498"/>
                  <a:gd name="connsiteX84" fmla="*/ 1055370 w 1453388"/>
                  <a:gd name="connsiteY84" fmla="*/ 257362 h 1472498"/>
                  <a:gd name="connsiteX85" fmla="*/ 993902 w 1453388"/>
                  <a:gd name="connsiteY85" fmla="*/ 60765 h 1472498"/>
                  <a:gd name="connsiteX86" fmla="*/ 839978 w 1453388"/>
                  <a:gd name="connsiteY86" fmla="*/ 33334 h 1472498"/>
                  <a:gd name="connsiteX87" fmla="*/ 77851 w 1453388"/>
                  <a:gd name="connsiteY87" fmla="*/ 172526 h 1472498"/>
                  <a:gd name="connsiteX88" fmla="*/ 54356 w 1453388"/>
                  <a:gd name="connsiteY88" fmla="*/ 238565 h 1472498"/>
                  <a:gd name="connsiteX89" fmla="*/ 125984 w 1453388"/>
                  <a:gd name="connsiteY89" fmla="*/ 274126 h 1472498"/>
                  <a:gd name="connsiteX90" fmla="*/ 170180 w 1453388"/>
                  <a:gd name="connsiteY90" fmla="*/ 225484 h 1472498"/>
                  <a:gd name="connsiteX91" fmla="*/ 77851 w 1453388"/>
                  <a:gd name="connsiteY91" fmla="*/ 172526 h 1472498"/>
                  <a:gd name="connsiteX92" fmla="*/ 557530 w 1453388"/>
                  <a:gd name="connsiteY92" fmla="*/ 422081 h 1472498"/>
                  <a:gd name="connsiteX93" fmla="*/ 581279 w 1453388"/>
                  <a:gd name="connsiteY93" fmla="*/ 355406 h 1472498"/>
                  <a:gd name="connsiteX94" fmla="*/ 787400 w 1453388"/>
                  <a:gd name="connsiteY94" fmla="*/ 550224 h 1472498"/>
                  <a:gd name="connsiteX95" fmla="*/ 551561 w 1453388"/>
                  <a:gd name="connsiteY95" fmla="*/ 708084 h 1472498"/>
                  <a:gd name="connsiteX96" fmla="*/ 521081 w 1453388"/>
                  <a:gd name="connsiteY96" fmla="*/ 910269 h 1472498"/>
                  <a:gd name="connsiteX97" fmla="*/ 656336 w 1453388"/>
                  <a:gd name="connsiteY97" fmla="*/ 1108643 h 1472498"/>
                  <a:gd name="connsiteX98" fmla="*/ 885698 w 1453388"/>
                  <a:gd name="connsiteY98" fmla="*/ 1143059 h 1472498"/>
                  <a:gd name="connsiteX99" fmla="*/ 1167257 w 1453388"/>
                  <a:gd name="connsiteY99" fmla="*/ 1081464 h 1472498"/>
                  <a:gd name="connsiteX100" fmla="*/ 1254379 w 1453388"/>
                  <a:gd name="connsiteY100" fmla="*/ 789745 h 1472498"/>
                  <a:gd name="connsiteX101" fmla="*/ 1073404 w 1453388"/>
                  <a:gd name="connsiteY101" fmla="*/ 576766 h 1472498"/>
                  <a:gd name="connsiteX102" fmla="*/ 787400 w 1453388"/>
                  <a:gd name="connsiteY102" fmla="*/ 550224 h 1472498"/>
                  <a:gd name="connsiteX103" fmla="*/ 266700 w 1453388"/>
                  <a:gd name="connsiteY103" fmla="*/ 566480 h 1472498"/>
                  <a:gd name="connsiteX104" fmla="*/ 314071 w 1453388"/>
                  <a:gd name="connsiteY104" fmla="*/ 625407 h 1472498"/>
                  <a:gd name="connsiteX105" fmla="*/ 266700 w 1453388"/>
                  <a:gd name="connsiteY105" fmla="*/ 566480 h 1472498"/>
                  <a:gd name="connsiteX106" fmla="*/ 508508 w 1453388"/>
                  <a:gd name="connsiteY106" fmla="*/ 984309 h 1472498"/>
                  <a:gd name="connsiteX107" fmla="*/ 500888 w 1453388"/>
                  <a:gd name="connsiteY107" fmla="*/ 753677 h 1472498"/>
                  <a:gd name="connsiteX108" fmla="*/ 508508 w 1453388"/>
                  <a:gd name="connsiteY108" fmla="*/ 984309 h 1472498"/>
                  <a:gd name="connsiteX109" fmla="*/ 1274572 w 1453388"/>
                  <a:gd name="connsiteY109" fmla="*/ 752662 h 1472498"/>
                  <a:gd name="connsiteX110" fmla="*/ 1273048 w 1453388"/>
                  <a:gd name="connsiteY110" fmla="*/ 989008 h 1472498"/>
                  <a:gd name="connsiteX111" fmla="*/ 1274572 w 1453388"/>
                  <a:gd name="connsiteY111" fmla="*/ 752662 h 1472498"/>
                  <a:gd name="connsiteX112" fmla="*/ 1310640 w 1453388"/>
                  <a:gd name="connsiteY112" fmla="*/ 1163761 h 1472498"/>
                  <a:gd name="connsiteX113" fmla="*/ 1312418 w 1453388"/>
                  <a:gd name="connsiteY113" fmla="*/ 1303461 h 1472498"/>
                  <a:gd name="connsiteX114" fmla="*/ 1425702 w 1453388"/>
                  <a:gd name="connsiteY114" fmla="*/ 1234119 h 1472498"/>
                  <a:gd name="connsiteX115" fmla="*/ 1310640 w 1453388"/>
                  <a:gd name="connsiteY115" fmla="*/ 1163761 h 1472498"/>
                  <a:gd name="connsiteX116" fmla="*/ 1154557 w 1453388"/>
                  <a:gd name="connsiteY116" fmla="*/ 1181540 h 1472498"/>
                  <a:gd name="connsiteX117" fmla="*/ 1189609 w 1453388"/>
                  <a:gd name="connsiteY117" fmla="*/ 1338005 h 1472498"/>
                  <a:gd name="connsiteX118" fmla="*/ 1241806 w 1453388"/>
                  <a:gd name="connsiteY118" fmla="*/ 1235643 h 1472498"/>
                  <a:gd name="connsiteX119" fmla="*/ 1154557 w 1453388"/>
                  <a:gd name="connsiteY119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395224 w 1453388"/>
                  <a:gd name="connsiteY62" fmla="*/ 348801 h 1472498"/>
                  <a:gd name="connsiteX63" fmla="*/ 326771 w 1453388"/>
                  <a:gd name="connsiteY63" fmla="*/ 533713 h 1472498"/>
                  <a:gd name="connsiteX64" fmla="*/ 356489 w 1453388"/>
                  <a:gd name="connsiteY64" fmla="*/ 561400 h 1472498"/>
                  <a:gd name="connsiteX65" fmla="*/ 290703 w 1453388"/>
                  <a:gd name="connsiteY65" fmla="*/ 659189 h 1472498"/>
                  <a:gd name="connsiteX66" fmla="*/ 241808 w 1453388"/>
                  <a:gd name="connsiteY66" fmla="*/ 552890 h 1472498"/>
                  <a:gd name="connsiteX67" fmla="*/ 300228 w 1453388"/>
                  <a:gd name="connsiteY67" fmla="*/ 527871 h 1472498"/>
                  <a:gd name="connsiteX68" fmla="*/ 349250 w 1453388"/>
                  <a:gd name="connsiteY68" fmla="*/ 400871 h 1472498"/>
                  <a:gd name="connsiteX69" fmla="*/ 372999 w 1453388"/>
                  <a:gd name="connsiteY69" fmla="*/ 338895 h 1472498"/>
                  <a:gd name="connsiteX70" fmla="*/ 180721 w 1453388"/>
                  <a:gd name="connsiteY70" fmla="*/ 261933 h 1472498"/>
                  <a:gd name="connsiteX71" fmla="*/ 131445 w 1453388"/>
                  <a:gd name="connsiteY71" fmla="*/ 300288 h 1472498"/>
                  <a:gd name="connsiteX72" fmla="*/ 34798 w 1453388"/>
                  <a:gd name="connsiteY72" fmla="*/ 262441 h 1472498"/>
                  <a:gd name="connsiteX73" fmla="*/ 62103 w 1453388"/>
                  <a:gd name="connsiteY73" fmla="*/ 148014 h 1472498"/>
                  <a:gd name="connsiteX74" fmla="*/ 130175 w 1453388"/>
                  <a:gd name="connsiteY74" fmla="*/ 143696 h 1472498"/>
                  <a:gd name="connsiteX75" fmla="*/ 124587 w 1453388"/>
                  <a:gd name="connsiteY75" fmla="*/ 109660 h 1472498"/>
                  <a:gd name="connsiteX76" fmla="*/ 0 w 1453388"/>
                  <a:gd name="connsiteY76" fmla="*/ 45399 h 1472498"/>
                  <a:gd name="connsiteX77" fmla="*/ 32893 w 1453388"/>
                  <a:gd name="connsiteY77" fmla="*/ 36127 h 1472498"/>
                  <a:gd name="connsiteX78" fmla="*/ 65278 w 1453388"/>
                  <a:gd name="connsiteY78" fmla="*/ 60765 h 1472498"/>
                  <a:gd name="connsiteX79" fmla="*/ 280543 w 1453388"/>
                  <a:gd name="connsiteY79" fmla="*/ 123757 h 1472498"/>
                  <a:gd name="connsiteX80" fmla="*/ 32893 w 1453388"/>
                  <a:gd name="connsiteY80" fmla="*/ 36127 h 1472498"/>
                  <a:gd name="connsiteX81" fmla="*/ 839978 w 1453388"/>
                  <a:gd name="connsiteY81" fmla="*/ 33334 h 1472498"/>
                  <a:gd name="connsiteX82" fmla="*/ 729488 w 1453388"/>
                  <a:gd name="connsiteY82" fmla="*/ 140649 h 1472498"/>
                  <a:gd name="connsiteX83" fmla="*/ 886968 w 1453388"/>
                  <a:gd name="connsiteY83" fmla="*/ 369883 h 1472498"/>
                  <a:gd name="connsiteX84" fmla="*/ 1055370 w 1453388"/>
                  <a:gd name="connsiteY84" fmla="*/ 257362 h 1472498"/>
                  <a:gd name="connsiteX85" fmla="*/ 993902 w 1453388"/>
                  <a:gd name="connsiteY85" fmla="*/ 60765 h 1472498"/>
                  <a:gd name="connsiteX86" fmla="*/ 839978 w 1453388"/>
                  <a:gd name="connsiteY86" fmla="*/ 33334 h 1472498"/>
                  <a:gd name="connsiteX87" fmla="*/ 77851 w 1453388"/>
                  <a:gd name="connsiteY87" fmla="*/ 172526 h 1472498"/>
                  <a:gd name="connsiteX88" fmla="*/ 54356 w 1453388"/>
                  <a:gd name="connsiteY88" fmla="*/ 238565 h 1472498"/>
                  <a:gd name="connsiteX89" fmla="*/ 125984 w 1453388"/>
                  <a:gd name="connsiteY89" fmla="*/ 274126 h 1472498"/>
                  <a:gd name="connsiteX90" fmla="*/ 170180 w 1453388"/>
                  <a:gd name="connsiteY90" fmla="*/ 225484 h 1472498"/>
                  <a:gd name="connsiteX91" fmla="*/ 77851 w 1453388"/>
                  <a:gd name="connsiteY91" fmla="*/ 172526 h 1472498"/>
                  <a:gd name="connsiteX92" fmla="*/ 787400 w 1453388"/>
                  <a:gd name="connsiteY92" fmla="*/ 550224 h 1472498"/>
                  <a:gd name="connsiteX93" fmla="*/ 551561 w 1453388"/>
                  <a:gd name="connsiteY93" fmla="*/ 708084 h 1472498"/>
                  <a:gd name="connsiteX94" fmla="*/ 521081 w 1453388"/>
                  <a:gd name="connsiteY94" fmla="*/ 910269 h 1472498"/>
                  <a:gd name="connsiteX95" fmla="*/ 656336 w 1453388"/>
                  <a:gd name="connsiteY95" fmla="*/ 1108643 h 1472498"/>
                  <a:gd name="connsiteX96" fmla="*/ 885698 w 1453388"/>
                  <a:gd name="connsiteY96" fmla="*/ 1143059 h 1472498"/>
                  <a:gd name="connsiteX97" fmla="*/ 1167257 w 1453388"/>
                  <a:gd name="connsiteY97" fmla="*/ 1081464 h 1472498"/>
                  <a:gd name="connsiteX98" fmla="*/ 1254379 w 1453388"/>
                  <a:gd name="connsiteY98" fmla="*/ 789745 h 1472498"/>
                  <a:gd name="connsiteX99" fmla="*/ 1073404 w 1453388"/>
                  <a:gd name="connsiteY99" fmla="*/ 576766 h 1472498"/>
                  <a:gd name="connsiteX100" fmla="*/ 787400 w 1453388"/>
                  <a:gd name="connsiteY100" fmla="*/ 550224 h 1472498"/>
                  <a:gd name="connsiteX101" fmla="*/ 266700 w 1453388"/>
                  <a:gd name="connsiteY101" fmla="*/ 566480 h 1472498"/>
                  <a:gd name="connsiteX102" fmla="*/ 314071 w 1453388"/>
                  <a:gd name="connsiteY102" fmla="*/ 625407 h 1472498"/>
                  <a:gd name="connsiteX103" fmla="*/ 266700 w 1453388"/>
                  <a:gd name="connsiteY103" fmla="*/ 566480 h 1472498"/>
                  <a:gd name="connsiteX104" fmla="*/ 508508 w 1453388"/>
                  <a:gd name="connsiteY104" fmla="*/ 984309 h 1472498"/>
                  <a:gd name="connsiteX105" fmla="*/ 500888 w 1453388"/>
                  <a:gd name="connsiteY105" fmla="*/ 753677 h 1472498"/>
                  <a:gd name="connsiteX106" fmla="*/ 508508 w 1453388"/>
                  <a:gd name="connsiteY106" fmla="*/ 984309 h 1472498"/>
                  <a:gd name="connsiteX107" fmla="*/ 1274572 w 1453388"/>
                  <a:gd name="connsiteY107" fmla="*/ 752662 h 1472498"/>
                  <a:gd name="connsiteX108" fmla="*/ 1273048 w 1453388"/>
                  <a:gd name="connsiteY108" fmla="*/ 989008 h 1472498"/>
                  <a:gd name="connsiteX109" fmla="*/ 1274572 w 1453388"/>
                  <a:gd name="connsiteY109" fmla="*/ 752662 h 1472498"/>
                  <a:gd name="connsiteX110" fmla="*/ 1310640 w 1453388"/>
                  <a:gd name="connsiteY110" fmla="*/ 1163761 h 1472498"/>
                  <a:gd name="connsiteX111" fmla="*/ 1312418 w 1453388"/>
                  <a:gd name="connsiteY111" fmla="*/ 1303461 h 1472498"/>
                  <a:gd name="connsiteX112" fmla="*/ 1425702 w 1453388"/>
                  <a:gd name="connsiteY112" fmla="*/ 1234119 h 1472498"/>
                  <a:gd name="connsiteX113" fmla="*/ 1310640 w 1453388"/>
                  <a:gd name="connsiteY113" fmla="*/ 1163761 h 1472498"/>
                  <a:gd name="connsiteX114" fmla="*/ 1154557 w 1453388"/>
                  <a:gd name="connsiteY114" fmla="*/ 1181540 h 1472498"/>
                  <a:gd name="connsiteX115" fmla="*/ 1189609 w 1453388"/>
                  <a:gd name="connsiteY115" fmla="*/ 1338005 h 1472498"/>
                  <a:gd name="connsiteX116" fmla="*/ 1241806 w 1453388"/>
                  <a:gd name="connsiteY116" fmla="*/ 1235643 h 1472498"/>
                  <a:gd name="connsiteX117" fmla="*/ 1154557 w 1453388"/>
                  <a:gd name="connsiteY117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11556 w 1453388"/>
                  <a:gd name="connsiteY60" fmla="*/ 439860 h 1472498"/>
                  <a:gd name="connsiteX61" fmla="*/ 395224 w 1453388"/>
                  <a:gd name="connsiteY61" fmla="*/ 348801 h 1472498"/>
                  <a:gd name="connsiteX62" fmla="*/ 326771 w 1453388"/>
                  <a:gd name="connsiteY62" fmla="*/ 533713 h 1472498"/>
                  <a:gd name="connsiteX63" fmla="*/ 356489 w 1453388"/>
                  <a:gd name="connsiteY63" fmla="*/ 561400 h 1472498"/>
                  <a:gd name="connsiteX64" fmla="*/ 290703 w 1453388"/>
                  <a:gd name="connsiteY64" fmla="*/ 659189 h 1472498"/>
                  <a:gd name="connsiteX65" fmla="*/ 241808 w 1453388"/>
                  <a:gd name="connsiteY65" fmla="*/ 552890 h 1472498"/>
                  <a:gd name="connsiteX66" fmla="*/ 300228 w 1453388"/>
                  <a:gd name="connsiteY66" fmla="*/ 527871 h 1472498"/>
                  <a:gd name="connsiteX67" fmla="*/ 349250 w 1453388"/>
                  <a:gd name="connsiteY67" fmla="*/ 400871 h 1472498"/>
                  <a:gd name="connsiteX68" fmla="*/ 372999 w 1453388"/>
                  <a:gd name="connsiteY68" fmla="*/ 338895 h 1472498"/>
                  <a:gd name="connsiteX69" fmla="*/ 180721 w 1453388"/>
                  <a:gd name="connsiteY69" fmla="*/ 261933 h 1472498"/>
                  <a:gd name="connsiteX70" fmla="*/ 131445 w 1453388"/>
                  <a:gd name="connsiteY70" fmla="*/ 300288 h 1472498"/>
                  <a:gd name="connsiteX71" fmla="*/ 34798 w 1453388"/>
                  <a:gd name="connsiteY71" fmla="*/ 262441 h 1472498"/>
                  <a:gd name="connsiteX72" fmla="*/ 62103 w 1453388"/>
                  <a:gd name="connsiteY72" fmla="*/ 148014 h 1472498"/>
                  <a:gd name="connsiteX73" fmla="*/ 130175 w 1453388"/>
                  <a:gd name="connsiteY73" fmla="*/ 143696 h 1472498"/>
                  <a:gd name="connsiteX74" fmla="*/ 124587 w 1453388"/>
                  <a:gd name="connsiteY74" fmla="*/ 109660 h 1472498"/>
                  <a:gd name="connsiteX75" fmla="*/ 0 w 1453388"/>
                  <a:gd name="connsiteY75" fmla="*/ 45399 h 1472498"/>
                  <a:gd name="connsiteX76" fmla="*/ 32893 w 1453388"/>
                  <a:gd name="connsiteY76" fmla="*/ 36127 h 1472498"/>
                  <a:gd name="connsiteX77" fmla="*/ 65278 w 1453388"/>
                  <a:gd name="connsiteY77" fmla="*/ 60765 h 1472498"/>
                  <a:gd name="connsiteX78" fmla="*/ 280543 w 1453388"/>
                  <a:gd name="connsiteY78" fmla="*/ 123757 h 1472498"/>
                  <a:gd name="connsiteX79" fmla="*/ 32893 w 1453388"/>
                  <a:gd name="connsiteY79" fmla="*/ 36127 h 1472498"/>
                  <a:gd name="connsiteX80" fmla="*/ 839978 w 1453388"/>
                  <a:gd name="connsiteY80" fmla="*/ 33334 h 1472498"/>
                  <a:gd name="connsiteX81" fmla="*/ 729488 w 1453388"/>
                  <a:gd name="connsiteY81" fmla="*/ 140649 h 1472498"/>
                  <a:gd name="connsiteX82" fmla="*/ 886968 w 1453388"/>
                  <a:gd name="connsiteY82" fmla="*/ 369883 h 1472498"/>
                  <a:gd name="connsiteX83" fmla="*/ 1055370 w 1453388"/>
                  <a:gd name="connsiteY83" fmla="*/ 257362 h 1472498"/>
                  <a:gd name="connsiteX84" fmla="*/ 993902 w 1453388"/>
                  <a:gd name="connsiteY84" fmla="*/ 60765 h 1472498"/>
                  <a:gd name="connsiteX85" fmla="*/ 839978 w 1453388"/>
                  <a:gd name="connsiteY85" fmla="*/ 33334 h 1472498"/>
                  <a:gd name="connsiteX86" fmla="*/ 77851 w 1453388"/>
                  <a:gd name="connsiteY86" fmla="*/ 172526 h 1472498"/>
                  <a:gd name="connsiteX87" fmla="*/ 54356 w 1453388"/>
                  <a:gd name="connsiteY87" fmla="*/ 238565 h 1472498"/>
                  <a:gd name="connsiteX88" fmla="*/ 125984 w 1453388"/>
                  <a:gd name="connsiteY88" fmla="*/ 274126 h 1472498"/>
                  <a:gd name="connsiteX89" fmla="*/ 170180 w 1453388"/>
                  <a:gd name="connsiteY89" fmla="*/ 225484 h 1472498"/>
                  <a:gd name="connsiteX90" fmla="*/ 77851 w 1453388"/>
                  <a:gd name="connsiteY90" fmla="*/ 172526 h 1472498"/>
                  <a:gd name="connsiteX91" fmla="*/ 787400 w 1453388"/>
                  <a:gd name="connsiteY91" fmla="*/ 550224 h 1472498"/>
                  <a:gd name="connsiteX92" fmla="*/ 551561 w 1453388"/>
                  <a:gd name="connsiteY92" fmla="*/ 708084 h 1472498"/>
                  <a:gd name="connsiteX93" fmla="*/ 521081 w 1453388"/>
                  <a:gd name="connsiteY93" fmla="*/ 910269 h 1472498"/>
                  <a:gd name="connsiteX94" fmla="*/ 656336 w 1453388"/>
                  <a:gd name="connsiteY94" fmla="*/ 1108643 h 1472498"/>
                  <a:gd name="connsiteX95" fmla="*/ 885698 w 1453388"/>
                  <a:gd name="connsiteY95" fmla="*/ 1143059 h 1472498"/>
                  <a:gd name="connsiteX96" fmla="*/ 1167257 w 1453388"/>
                  <a:gd name="connsiteY96" fmla="*/ 1081464 h 1472498"/>
                  <a:gd name="connsiteX97" fmla="*/ 1254379 w 1453388"/>
                  <a:gd name="connsiteY97" fmla="*/ 789745 h 1472498"/>
                  <a:gd name="connsiteX98" fmla="*/ 1073404 w 1453388"/>
                  <a:gd name="connsiteY98" fmla="*/ 576766 h 1472498"/>
                  <a:gd name="connsiteX99" fmla="*/ 787400 w 1453388"/>
                  <a:gd name="connsiteY99" fmla="*/ 550224 h 1472498"/>
                  <a:gd name="connsiteX100" fmla="*/ 266700 w 1453388"/>
                  <a:gd name="connsiteY100" fmla="*/ 566480 h 1472498"/>
                  <a:gd name="connsiteX101" fmla="*/ 314071 w 1453388"/>
                  <a:gd name="connsiteY101" fmla="*/ 625407 h 1472498"/>
                  <a:gd name="connsiteX102" fmla="*/ 266700 w 1453388"/>
                  <a:gd name="connsiteY102" fmla="*/ 566480 h 1472498"/>
                  <a:gd name="connsiteX103" fmla="*/ 508508 w 1453388"/>
                  <a:gd name="connsiteY103" fmla="*/ 984309 h 1472498"/>
                  <a:gd name="connsiteX104" fmla="*/ 500888 w 1453388"/>
                  <a:gd name="connsiteY104" fmla="*/ 753677 h 1472498"/>
                  <a:gd name="connsiteX105" fmla="*/ 508508 w 1453388"/>
                  <a:gd name="connsiteY105" fmla="*/ 984309 h 1472498"/>
                  <a:gd name="connsiteX106" fmla="*/ 1274572 w 1453388"/>
                  <a:gd name="connsiteY106" fmla="*/ 752662 h 1472498"/>
                  <a:gd name="connsiteX107" fmla="*/ 1273048 w 1453388"/>
                  <a:gd name="connsiteY107" fmla="*/ 989008 h 1472498"/>
                  <a:gd name="connsiteX108" fmla="*/ 1274572 w 1453388"/>
                  <a:gd name="connsiteY108" fmla="*/ 752662 h 1472498"/>
                  <a:gd name="connsiteX109" fmla="*/ 1310640 w 1453388"/>
                  <a:gd name="connsiteY109" fmla="*/ 1163761 h 1472498"/>
                  <a:gd name="connsiteX110" fmla="*/ 1312418 w 1453388"/>
                  <a:gd name="connsiteY110" fmla="*/ 1303461 h 1472498"/>
                  <a:gd name="connsiteX111" fmla="*/ 1425702 w 1453388"/>
                  <a:gd name="connsiteY111" fmla="*/ 1234119 h 1472498"/>
                  <a:gd name="connsiteX112" fmla="*/ 1310640 w 1453388"/>
                  <a:gd name="connsiteY112" fmla="*/ 1163761 h 1472498"/>
                  <a:gd name="connsiteX113" fmla="*/ 1154557 w 1453388"/>
                  <a:gd name="connsiteY113" fmla="*/ 1181540 h 1472498"/>
                  <a:gd name="connsiteX114" fmla="*/ 1189609 w 1453388"/>
                  <a:gd name="connsiteY114" fmla="*/ 1338005 h 1472498"/>
                  <a:gd name="connsiteX115" fmla="*/ 1241806 w 1453388"/>
                  <a:gd name="connsiteY115" fmla="*/ 1235643 h 1472498"/>
                  <a:gd name="connsiteX116" fmla="*/ 1154557 w 1453388"/>
                  <a:gd name="connsiteY116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395224 w 1453388"/>
                  <a:gd name="connsiteY60" fmla="*/ 348801 h 1472498"/>
                  <a:gd name="connsiteX61" fmla="*/ 326771 w 1453388"/>
                  <a:gd name="connsiteY61" fmla="*/ 533713 h 1472498"/>
                  <a:gd name="connsiteX62" fmla="*/ 356489 w 1453388"/>
                  <a:gd name="connsiteY62" fmla="*/ 561400 h 1472498"/>
                  <a:gd name="connsiteX63" fmla="*/ 290703 w 1453388"/>
                  <a:gd name="connsiteY63" fmla="*/ 659189 h 1472498"/>
                  <a:gd name="connsiteX64" fmla="*/ 241808 w 1453388"/>
                  <a:gd name="connsiteY64" fmla="*/ 552890 h 1472498"/>
                  <a:gd name="connsiteX65" fmla="*/ 300228 w 1453388"/>
                  <a:gd name="connsiteY65" fmla="*/ 527871 h 1472498"/>
                  <a:gd name="connsiteX66" fmla="*/ 349250 w 1453388"/>
                  <a:gd name="connsiteY66" fmla="*/ 400871 h 1472498"/>
                  <a:gd name="connsiteX67" fmla="*/ 372999 w 1453388"/>
                  <a:gd name="connsiteY67" fmla="*/ 338895 h 1472498"/>
                  <a:gd name="connsiteX68" fmla="*/ 180721 w 1453388"/>
                  <a:gd name="connsiteY68" fmla="*/ 261933 h 1472498"/>
                  <a:gd name="connsiteX69" fmla="*/ 131445 w 1453388"/>
                  <a:gd name="connsiteY69" fmla="*/ 300288 h 1472498"/>
                  <a:gd name="connsiteX70" fmla="*/ 34798 w 1453388"/>
                  <a:gd name="connsiteY70" fmla="*/ 262441 h 1472498"/>
                  <a:gd name="connsiteX71" fmla="*/ 62103 w 1453388"/>
                  <a:gd name="connsiteY71" fmla="*/ 148014 h 1472498"/>
                  <a:gd name="connsiteX72" fmla="*/ 130175 w 1453388"/>
                  <a:gd name="connsiteY72" fmla="*/ 143696 h 1472498"/>
                  <a:gd name="connsiteX73" fmla="*/ 124587 w 1453388"/>
                  <a:gd name="connsiteY73" fmla="*/ 109660 h 1472498"/>
                  <a:gd name="connsiteX74" fmla="*/ 0 w 1453388"/>
                  <a:gd name="connsiteY74" fmla="*/ 45399 h 1472498"/>
                  <a:gd name="connsiteX75" fmla="*/ 32893 w 1453388"/>
                  <a:gd name="connsiteY75" fmla="*/ 36127 h 1472498"/>
                  <a:gd name="connsiteX76" fmla="*/ 65278 w 1453388"/>
                  <a:gd name="connsiteY76" fmla="*/ 60765 h 1472498"/>
                  <a:gd name="connsiteX77" fmla="*/ 280543 w 1453388"/>
                  <a:gd name="connsiteY77" fmla="*/ 123757 h 1472498"/>
                  <a:gd name="connsiteX78" fmla="*/ 32893 w 1453388"/>
                  <a:gd name="connsiteY78" fmla="*/ 36127 h 1472498"/>
                  <a:gd name="connsiteX79" fmla="*/ 839978 w 1453388"/>
                  <a:gd name="connsiteY79" fmla="*/ 33334 h 1472498"/>
                  <a:gd name="connsiteX80" fmla="*/ 729488 w 1453388"/>
                  <a:gd name="connsiteY80" fmla="*/ 140649 h 1472498"/>
                  <a:gd name="connsiteX81" fmla="*/ 886968 w 1453388"/>
                  <a:gd name="connsiteY81" fmla="*/ 369883 h 1472498"/>
                  <a:gd name="connsiteX82" fmla="*/ 1055370 w 1453388"/>
                  <a:gd name="connsiteY82" fmla="*/ 257362 h 1472498"/>
                  <a:gd name="connsiteX83" fmla="*/ 993902 w 1453388"/>
                  <a:gd name="connsiteY83" fmla="*/ 60765 h 1472498"/>
                  <a:gd name="connsiteX84" fmla="*/ 839978 w 1453388"/>
                  <a:gd name="connsiteY84" fmla="*/ 33334 h 1472498"/>
                  <a:gd name="connsiteX85" fmla="*/ 77851 w 1453388"/>
                  <a:gd name="connsiteY85" fmla="*/ 172526 h 1472498"/>
                  <a:gd name="connsiteX86" fmla="*/ 54356 w 1453388"/>
                  <a:gd name="connsiteY86" fmla="*/ 238565 h 1472498"/>
                  <a:gd name="connsiteX87" fmla="*/ 125984 w 1453388"/>
                  <a:gd name="connsiteY87" fmla="*/ 274126 h 1472498"/>
                  <a:gd name="connsiteX88" fmla="*/ 170180 w 1453388"/>
                  <a:gd name="connsiteY88" fmla="*/ 225484 h 1472498"/>
                  <a:gd name="connsiteX89" fmla="*/ 77851 w 1453388"/>
                  <a:gd name="connsiteY89" fmla="*/ 172526 h 1472498"/>
                  <a:gd name="connsiteX90" fmla="*/ 787400 w 1453388"/>
                  <a:gd name="connsiteY90" fmla="*/ 550224 h 1472498"/>
                  <a:gd name="connsiteX91" fmla="*/ 551561 w 1453388"/>
                  <a:gd name="connsiteY91" fmla="*/ 708084 h 1472498"/>
                  <a:gd name="connsiteX92" fmla="*/ 521081 w 1453388"/>
                  <a:gd name="connsiteY92" fmla="*/ 910269 h 1472498"/>
                  <a:gd name="connsiteX93" fmla="*/ 656336 w 1453388"/>
                  <a:gd name="connsiteY93" fmla="*/ 1108643 h 1472498"/>
                  <a:gd name="connsiteX94" fmla="*/ 885698 w 1453388"/>
                  <a:gd name="connsiteY94" fmla="*/ 1143059 h 1472498"/>
                  <a:gd name="connsiteX95" fmla="*/ 1167257 w 1453388"/>
                  <a:gd name="connsiteY95" fmla="*/ 1081464 h 1472498"/>
                  <a:gd name="connsiteX96" fmla="*/ 1254379 w 1453388"/>
                  <a:gd name="connsiteY96" fmla="*/ 789745 h 1472498"/>
                  <a:gd name="connsiteX97" fmla="*/ 1073404 w 1453388"/>
                  <a:gd name="connsiteY97" fmla="*/ 576766 h 1472498"/>
                  <a:gd name="connsiteX98" fmla="*/ 787400 w 1453388"/>
                  <a:gd name="connsiteY98" fmla="*/ 550224 h 1472498"/>
                  <a:gd name="connsiteX99" fmla="*/ 266700 w 1453388"/>
                  <a:gd name="connsiteY99" fmla="*/ 566480 h 1472498"/>
                  <a:gd name="connsiteX100" fmla="*/ 314071 w 1453388"/>
                  <a:gd name="connsiteY100" fmla="*/ 625407 h 1472498"/>
                  <a:gd name="connsiteX101" fmla="*/ 266700 w 1453388"/>
                  <a:gd name="connsiteY101" fmla="*/ 566480 h 1472498"/>
                  <a:gd name="connsiteX102" fmla="*/ 508508 w 1453388"/>
                  <a:gd name="connsiteY102" fmla="*/ 984309 h 1472498"/>
                  <a:gd name="connsiteX103" fmla="*/ 500888 w 1453388"/>
                  <a:gd name="connsiteY103" fmla="*/ 753677 h 1472498"/>
                  <a:gd name="connsiteX104" fmla="*/ 508508 w 1453388"/>
                  <a:gd name="connsiteY104" fmla="*/ 984309 h 1472498"/>
                  <a:gd name="connsiteX105" fmla="*/ 1274572 w 1453388"/>
                  <a:gd name="connsiteY105" fmla="*/ 752662 h 1472498"/>
                  <a:gd name="connsiteX106" fmla="*/ 1273048 w 1453388"/>
                  <a:gd name="connsiteY106" fmla="*/ 989008 h 1472498"/>
                  <a:gd name="connsiteX107" fmla="*/ 1274572 w 1453388"/>
                  <a:gd name="connsiteY107" fmla="*/ 752662 h 1472498"/>
                  <a:gd name="connsiteX108" fmla="*/ 1310640 w 1453388"/>
                  <a:gd name="connsiteY108" fmla="*/ 1163761 h 1472498"/>
                  <a:gd name="connsiteX109" fmla="*/ 1312418 w 1453388"/>
                  <a:gd name="connsiteY109" fmla="*/ 1303461 h 1472498"/>
                  <a:gd name="connsiteX110" fmla="*/ 1425702 w 1453388"/>
                  <a:gd name="connsiteY110" fmla="*/ 1234119 h 1472498"/>
                  <a:gd name="connsiteX111" fmla="*/ 1310640 w 1453388"/>
                  <a:gd name="connsiteY111" fmla="*/ 1163761 h 1472498"/>
                  <a:gd name="connsiteX112" fmla="*/ 1154557 w 1453388"/>
                  <a:gd name="connsiteY112" fmla="*/ 1181540 h 1472498"/>
                  <a:gd name="connsiteX113" fmla="*/ 1189609 w 1453388"/>
                  <a:gd name="connsiteY113" fmla="*/ 1338005 h 1472498"/>
                  <a:gd name="connsiteX114" fmla="*/ 1241806 w 1453388"/>
                  <a:gd name="connsiteY114" fmla="*/ 1235643 h 1472498"/>
                  <a:gd name="connsiteX115" fmla="*/ 1154557 w 1453388"/>
                  <a:gd name="connsiteY115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395224 w 1453388"/>
                  <a:gd name="connsiteY60" fmla="*/ 348801 h 1472498"/>
                  <a:gd name="connsiteX61" fmla="*/ 326771 w 1453388"/>
                  <a:gd name="connsiteY61" fmla="*/ 533713 h 1472498"/>
                  <a:gd name="connsiteX62" fmla="*/ 356489 w 1453388"/>
                  <a:gd name="connsiteY62" fmla="*/ 561400 h 1472498"/>
                  <a:gd name="connsiteX63" fmla="*/ 290703 w 1453388"/>
                  <a:gd name="connsiteY63" fmla="*/ 659189 h 1472498"/>
                  <a:gd name="connsiteX64" fmla="*/ 241808 w 1453388"/>
                  <a:gd name="connsiteY64" fmla="*/ 552890 h 1472498"/>
                  <a:gd name="connsiteX65" fmla="*/ 300228 w 1453388"/>
                  <a:gd name="connsiteY65" fmla="*/ 527871 h 1472498"/>
                  <a:gd name="connsiteX66" fmla="*/ 349250 w 1453388"/>
                  <a:gd name="connsiteY66" fmla="*/ 400871 h 1472498"/>
                  <a:gd name="connsiteX67" fmla="*/ 372999 w 1453388"/>
                  <a:gd name="connsiteY67" fmla="*/ 338895 h 1472498"/>
                  <a:gd name="connsiteX68" fmla="*/ 180721 w 1453388"/>
                  <a:gd name="connsiteY68" fmla="*/ 261933 h 1472498"/>
                  <a:gd name="connsiteX69" fmla="*/ 131445 w 1453388"/>
                  <a:gd name="connsiteY69" fmla="*/ 300288 h 1472498"/>
                  <a:gd name="connsiteX70" fmla="*/ 34798 w 1453388"/>
                  <a:gd name="connsiteY70" fmla="*/ 262441 h 1472498"/>
                  <a:gd name="connsiteX71" fmla="*/ 62103 w 1453388"/>
                  <a:gd name="connsiteY71" fmla="*/ 148014 h 1472498"/>
                  <a:gd name="connsiteX72" fmla="*/ 130175 w 1453388"/>
                  <a:gd name="connsiteY72" fmla="*/ 143696 h 1472498"/>
                  <a:gd name="connsiteX73" fmla="*/ 124587 w 1453388"/>
                  <a:gd name="connsiteY73" fmla="*/ 109660 h 1472498"/>
                  <a:gd name="connsiteX74" fmla="*/ 0 w 1453388"/>
                  <a:gd name="connsiteY74" fmla="*/ 45399 h 1472498"/>
                  <a:gd name="connsiteX75" fmla="*/ 32893 w 1453388"/>
                  <a:gd name="connsiteY75" fmla="*/ 36127 h 1472498"/>
                  <a:gd name="connsiteX76" fmla="*/ 280543 w 1453388"/>
                  <a:gd name="connsiteY76" fmla="*/ 123757 h 1472498"/>
                  <a:gd name="connsiteX77" fmla="*/ 32893 w 1453388"/>
                  <a:gd name="connsiteY77" fmla="*/ 36127 h 1472498"/>
                  <a:gd name="connsiteX78" fmla="*/ 839978 w 1453388"/>
                  <a:gd name="connsiteY78" fmla="*/ 33334 h 1472498"/>
                  <a:gd name="connsiteX79" fmla="*/ 729488 w 1453388"/>
                  <a:gd name="connsiteY79" fmla="*/ 140649 h 1472498"/>
                  <a:gd name="connsiteX80" fmla="*/ 886968 w 1453388"/>
                  <a:gd name="connsiteY80" fmla="*/ 369883 h 1472498"/>
                  <a:gd name="connsiteX81" fmla="*/ 1055370 w 1453388"/>
                  <a:gd name="connsiteY81" fmla="*/ 257362 h 1472498"/>
                  <a:gd name="connsiteX82" fmla="*/ 993902 w 1453388"/>
                  <a:gd name="connsiteY82" fmla="*/ 60765 h 1472498"/>
                  <a:gd name="connsiteX83" fmla="*/ 839978 w 1453388"/>
                  <a:gd name="connsiteY83" fmla="*/ 33334 h 1472498"/>
                  <a:gd name="connsiteX84" fmla="*/ 77851 w 1453388"/>
                  <a:gd name="connsiteY84" fmla="*/ 172526 h 1472498"/>
                  <a:gd name="connsiteX85" fmla="*/ 54356 w 1453388"/>
                  <a:gd name="connsiteY85" fmla="*/ 238565 h 1472498"/>
                  <a:gd name="connsiteX86" fmla="*/ 125984 w 1453388"/>
                  <a:gd name="connsiteY86" fmla="*/ 274126 h 1472498"/>
                  <a:gd name="connsiteX87" fmla="*/ 170180 w 1453388"/>
                  <a:gd name="connsiteY87" fmla="*/ 225484 h 1472498"/>
                  <a:gd name="connsiteX88" fmla="*/ 77851 w 1453388"/>
                  <a:gd name="connsiteY88" fmla="*/ 172526 h 1472498"/>
                  <a:gd name="connsiteX89" fmla="*/ 787400 w 1453388"/>
                  <a:gd name="connsiteY89" fmla="*/ 550224 h 1472498"/>
                  <a:gd name="connsiteX90" fmla="*/ 551561 w 1453388"/>
                  <a:gd name="connsiteY90" fmla="*/ 708084 h 1472498"/>
                  <a:gd name="connsiteX91" fmla="*/ 521081 w 1453388"/>
                  <a:gd name="connsiteY91" fmla="*/ 910269 h 1472498"/>
                  <a:gd name="connsiteX92" fmla="*/ 656336 w 1453388"/>
                  <a:gd name="connsiteY92" fmla="*/ 1108643 h 1472498"/>
                  <a:gd name="connsiteX93" fmla="*/ 885698 w 1453388"/>
                  <a:gd name="connsiteY93" fmla="*/ 1143059 h 1472498"/>
                  <a:gd name="connsiteX94" fmla="*/ 1167257 w 1453388"/>
                  <a:gd name="connsiteY94" fmla="*/ 1081464 h 1472498"/>
                  <a:gd name="connsiteX95" fmla="*/ 1254379 w 1453388"/>
                  <a:gd name="connsiteY95" fmla="*/ 789745 h 1472498"/>
                  <a:gd name="connsiteX96" fmla="*/ 1073404 w 1453388"/>
                  <a:gd name="connsiteY96" fmla="*/ 576766 h 1472498"/>
                  <a:gd name="connsiteX97" fmla="*/ 787400 w 1453388"/>
                  <a:gd name="connsiteY97" fmla="*/ 550224 h 1472498"/>
                  <a:gd name="connsiteX98" fmla="*/ 266700 w 1453388"/>
                  <a:gd name="connsiteY98" fmla="*/ 566480 h 1472498"/>
                  <a:gd name="connsiteX99" fmla="*/ 314071 w 1453388"/>
                  <a:gd name="connsiteY99" fmla="*/ 625407 h 1472498"/>
                  <a:gd name="connsiteX100" fmla="*/ 266700 w 1453388"/>
                  <a:gd name="connsiteY100" fmla="*/ 566480 h 1472498"/>
                  <a:gd name="connsiteX101" fmla="*/ 508508 w 1453388"/>
                  <a:gd name="connsiteY101" fmla="*/ 984309 h 1472498"/>
                  <a:gd name="connsiteX102" fmla="*/ 500888 w 1453388"/>
                  <a:gd name="connsiteY102" fmla="*/ 753677 h 1472498"/>
                  <a:gd name="connsiteX103" fmla="*/ 508508 w 1453388"/>
                  <a:gd name="connsiteY103" fmla="*/ 984309 h 1472498"/>
                  <a:gd name="connsiteX104" fmla="*/ 1274572 w 1453388"/>
                  <a:gd name="connsiteY104" fmla="*/ 752662 h 1472498"/>
                  <a:gd name="connsiteX105" fmla="*/ 1273048 w 1453388"/>
                  <a:gd name="connsiteY105" fmla="*/ 989008 h 1472498"/>
                  <a:gd name="connsiteX106" fmla="*/ 1274572 w 1453388"/>
                  <a:gd name="connsiteY106" fmla="*/ 752662 h 1472498"/>
                  <a:gd name="connsiteX107" fmla="*/ 1310640 w 1453388"/>
                  <a:gd name="connsiteY107" fmla="*/ 1163761 h 1472498"/>
                  <a:gd name="connsiteX108" fmla="*/ 1312418 w 1453388"/>
                  <a:gd name="connsiteY108" fmla="*/ 1303461 h 1472498"/>
                  <a:gd name="connsiteX109" fmla="*/ 1425702 w 1453388"/>
                  <a:gd name="connsiteY109" fmla="*/ 1234119 h 1472498"/>
                  <a:gd name="connsiteX110" fmla="*/ 1310640 w 1453388"/>
                  <a:gd name="connsiteY110" fmla="*/ 1163761 h 1472498"/>
                  <a:gd name="connsiteX111" fmla="*/ 1154557 w 1453388"/>
                  <a:gd name="connsiteY111" fmla="*/ 1181540 h 1472498"/>
                  <a:gd name="connsiteX112" fmla="*/ 1189609 w 1453388"/>
                  <a:gd name="connsiteY112" fmla="*/ 1338005 h 1472498"/>
                  <a:gd name="connsiteX113" fmla="*/ 1241806 w 1453388"/>
                  <a:gd name="connsiteY113" fmla="*/ 1235643 h 1472498"/>
                  <a:gd name="connsiteX114" fmla="*/ 1154557 w 1453388"/>
                  <a:gd name="connsiteY114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395224 w 1453388"/>
                  <a:gd name="connsiteY60" fmla="*/ 348801 h 1472498"/>
                  <a:gd name="connsiteX61" fmla="*/ 326771 w 1453388"/>
                  <a:gd name="connsiteY61" fmla="*/ 533713 h 1472498"/>
                  <a:gd name="connsiteX62" fmla="*/ 356489 w 1453388"/>
                  <a:gd name="connsiteY62" fmla="*/ 561400 h 1472498"/>
                  <a:gd name="connsiteX63" fmla="*/ 290703 w 1453388"/>
                  <a:gd name="connsiteY63" fmla="*/ 659189 h 1472498"/>
                  <a:gd name="connsiteX64" fmla="*/ 241808 w 1453388"/>
                  <a:gd name="connsiteY64" fmla="*/ 552890 h 1472498"/>
                  <a:gd name="connsiteX65" fmla="*/ 300228 w 1453388"/>
                  <a:gd name="connsiteY65" fmla="*/ 527871 h 1472498"/>
                  <a:gd name="connsiteX66" fmla="*/ 349250 w 1453388"/>
                  <a:gd name="connsiteY66" fmla="*/ 400871 h 1472498"/>
                  <a:gd name="connsiteX67" fmla="*/ 372999 w 1453388"/>
                  <a:gd name="connsiteY67" fmla="*/ 338895 h 1472498"/>
                  <a:gd name="connsiteX68" fmla="*/ 180721 w 1453388"/>
                  <a:gd name="connsiteY68" fmla="*/ 261933 h 1472498"/>
                  <a:gd name="connsiteX69" fmla="*/ 131445 w 1453388"/>
                  <a:gd name="connsiteY69" fmla="*/ 300288 h 1472498"/>
                  <a:gd name="connsiteX70" fmla="*/ 34798 w 1453388"/>
                  <a:gd name="connsiteY70" fmla="*/ 262441 h 1472498"/>
                  <a:gd name="connsiteX71" fmla="*/ 62103 w 1453388"/>
                  <a:gd name="connsiteY71" fmla="*/ 148014 h 1472498"/>
                  <a:gd name="connsiteX72" fmla="*/ 130175 w 1453388"/>
                  <a:gd name="connsiteY72" fmla="*/ 143696 h 1472498"/>
                  <a:gd name="connsiteX73" fmla="*/ 124587 w 1453388"/>
                  <a:gd name="connsiteY73" fmla="*/ 109660 h 1472498"/>
                  <a:gd name="connsiteX74" fmla="*/ 0 w 1453388"/>
                  <a:gd name="connsiteY74" fmla="*/ 45399 h 1472498"/>
                  <a:gd name="connsiteX75" fmla="*/ 32893 w 1453388"/>
                  <a:gd name="connsiteY75" fmla="*/ 36127 h 1472498"/>
                  <a:gd name="connsiteX76" fmla="*/ 32893 w 1453388"/>
                  <a:gd name="connsiteY76" fmla="*/ 36127 h 1472498"/>
                  <a:gd name="connsiteX77" fmla="*/ 839978 w 1453388"/>
                  <a:gd name="connsiteY77" fmla="*/ 33334 h 1472498"/>
                  <a:gd name="connsiteX78" fmla="*/ 729488 w 1453388"/>
                  <a:gd name="connsiteY78" fmla="*/ 140649 h 1472498"/>
                  <a:gd name="connsiteX79" fmla="*/ 886968 w 1453388"/>
                  <a:gd name="connsiteY79" fmla="*/ 369883 h 1472498"/>
                  <a:gd name="connsiteX80" fmla="*/ 1055370 w 1453388"/>
                  <a:gd name="connsiteY80" fmla="*/ 257362 h 1472498"/>
                  <a:gd name="connsiteX81" fmla="*/ 993902 w 1453388"/>
                  <a:gd name="connsiteY81" fmla="*/ 60765 h 1472498"/>
                  <a:gd name="connsiteX82" fmla="*/ 839978 w 1453388"/>
                  <a:gd name="connsiteY82" fmla="*/ 33334 h 1472498"/>
                  <a:gd name="connsiteX83" fmla="*/ 77851 w 1453388"/>
                  <a:gd name="connsiteY83" fmla="*/ 172526 h 1472498"/>
                  <a:gd name="connsiteX84" fmla="*/ 54356 w 1453388"/>
                  <a:gd name="connsiteY84" fmla="*/ 238565 h 1472498"/>
                  <a:gd name="connsiteX85" fmla="*/ 125984 w 1453388"/>
                  <a:gd name="connsiteY85" fmla="*/ 274126 h 1472498"/>
                  <a:gd name="connsiteX86" fmla="*/ 170180 w 1453388"/>
                  <a:gd name="connsiteY86" fmla="*/ 225484 h 1472498"/>
                  <a:gd name="connsiteX87" fmla="*/ 77851 w 1453388"/>
                  <a:gd name="connsiteY87" fmla="*/ 172526 h 1472498"/>
                  <a:gd name="connsiteX88" fmla="*/ 787400 w 1453388"/>
                  <a:gd name="connsiteY88" fmla="*/ 550224 h 1472498"/>
                  <a:gd name="connsiteX89" fmla="*/ 551561 w 1453388"/>
                  <a:gd name="connsiteY89" fmla="*/ 708084 h 1472498"/>
                  <a:gd name="connsiteX90" fmla="*/ 521081 w 1453388"/>
                  <a:gd name="connsiteY90" fmla="*/ 910269 h 1472498"/>
                  <a:gd name="connsiteX91" fmla="*/ 656336 w 1453388"/>
                  <a:gd name="connsiteY91" fmla="*/ 1108643 h 1472498"/>
                  <a:gd name="connsiteX92" fmla="*/ 885698 w 1453388"/>
                  <a:gd name="connsiteY92" fmla="*/ 1143059 h 1472498"/>
                  <a:gd name="connsiteX93" fmla="*/ 1167257 w 1453388"/>
                  <a:gd name="connsiteY93" fmla="*/ 1081464 h 1472498"/>
                  <a:gd name="connsiteX94" fmla="*/ 1254379 w 1453388"/>
                  <a:gd name="connsiteY94" fmla="*/ 789745 h 1472498"/>
                  <a:gd name="connsiteX95" fmla="*/ 1073404 w 1453388"/>
                  <a:gd name="connsiteY95" fmla="*/ 576766 h 1472498"/>
                  <a:gd name="connsiteX96" fmla="*/ 787400 w 1453388"/>
                  <a:gd name="connsiteY96" fmla="*/ 550224 h 1472498"/>
                  <a:gd name="connsiteX97" fmla="*/ 266700 w 1453388"/>
                  <a:gd name="connsiteY97" fmla="*/ 566480 h 1472498"/>
                  <a:gd name="connsiteX98" fmla="*/ 314071 w 1453388"/>
                  <a:gd name="connsiteY98" fmla="*/ 625407 h 1472498"/>
                  <a:gd name="connsiteX99" fmla="*/ 266700 w 1453388"/>
                  <a:gd name="connsiteY99" fmla="*/ 566480 h 1472498"/>
                  <a:gd name="connsiteX100" fmla="*/ 508508 w 1453388"/>
                  <a:gd name="connsiteY100" fmla="*/ 984309 h 1472498"/>
                  <a:gd name="connsiteX101" fmla="*/ 500888 w 1453388"/>
                  <a:gd name="connsiteY101" fmla="*/ 753677 h 1472498"/>
                  <a:gd name="connsiteX102" fmla="*/ 508508 w 1453388"/>
                  <a:gd name="connsiteY102" fmla="*/ 984309 h 1472498"/>
                  <a:gd name="connsiteX103" fmla="*/ 1274572 w 1453388"/>
                  <a:gd name="connsiteY103" fmla="*/ 752662 h 1472498"/>
                  <a:gd name="connsiteX104" fmla="*/ 1273048 w 1453388"/>
                  <a:gd name="connsiteY104" fmla="*/ 989008 h 1472498"/>
                  <a:gd name="connsiteX105" fmla="*/ 1274572 w 1453388"/>
                  <a:gd name="connsiteY105" fmla="*/ 752662 h 1472498"/>
                  <a:gd name="connsiteX106" fmla="*/ 1310640 w 1453388"/>
                  <a:gd name="connsiteY106" fmla="*/ 1163761 h 1472498"/>
                  <a:gd name="connsiteX107" fmla="*/ 1312418 w 1453388"/>
                  <a:gd name="connsiteY107" fmla="*/ 1303461 h 1472498"/>
                  <a:gd name="connsiteX108" fmla="*/ 1425702 w 1453388"/>
                  <a:gd name="connsiteY108" fmla="*/ 1234119 h 1472498"/>
                  <a:gd name="connsiteX109" fmla="*/ 1310640 w 1453388"/>
                  <a:gd name="connsiteY109" fmla="*/ 1163761 h 1472498"/>
                  <a:gd name="connsiteX110" fmla="*/ 1154557 w 1453388"/>
                  <a:gd name="connsiteY110" fmla="*/ 1181540 h 1472498"/>
                  <a:gd name="connsiteX111" fmla="*/ 1189609 w 1453388"/>
                  <a:gd name="connsiteY111" fmla="*/ 1338005 h 1472498"/>
                  <a:gd name="connsiteX112" fmla="*/ 1241806 w 1453388"/>
                  <a:gd name="connsiteY112" fmla="*/ 1235643 h 1472498"/>
                  <a:gd name="connsiteX113" fmla="*/ 1154557 w 1453388"/>
                  <a:gd name="connsiteY113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303784 w 1453388"/>
                  <a:gd name="connsiteY2" fmla="*/ 143188 h 1472498"/>
                  <a:gd name="connsiteX3" fmla="*/ 147193 w 1453388"/>
                  <a:gd name="connsiteY3" fmla="*/ 125155 h 1472498"/>
                  <a:gd name="connsiteX4" fmla="*/ 196977 w 1453388"/>
                  <a:gd name="connsiteY4" fmla="*/ 181034 h 1472498"/>
                  <a:gd name="connsiteX5" fmla="*/ 195326 w 1453388"/>
                  <a:gd name="connsiteY5" fmla="*/ 241740 h 1472498"/>
                  <a:gd name="connsiteX6" fmla="*/ 488950 w 1453388"/>
                  <a:gd name="connsiteY6" fmla="*/ 345245 h 1472498"/>
                  <a:gd name="connsiteX7" fmla="*/ 603758 w 1453388"/>
                  <a:gd name="connsiteY7" fmla="*/ 328482 h 1472498"/>
                  <a:gd name="connsiteX8" fmla="*/ 708787 w 1453388"/>
                  <a:gd name="connsiteY8" fmla="*/ 280476 h 1472498"/>
                  <a:gd name="connsiteX9" fmla="*/ 694817 w 1453388"/>
                  <a:gd name="connsiteY9" fmla="*/ 182685 h 1472498"/>
                  <a:gd name="connsiteX10" fmla="*/ 744220 w 1453388"/>
                  <a:gd name="connsiteY10" fmla="*/ 62924 h 1472498"/>
                  <a:gd name="connsiteX11" fmla="*/ 972566 w 1453388"/>
                  <a:gd name="connsiteY11" fmla="*/ 17077 h 1472498"/>
                  <a:gd name="connsiteX12" fmla="*/ 1092200 w 1453388"/>
                  <a:gd name="connsiteY12" fmla="*/ 236533 h 1472498"/>
                  <a:gd name="connsiteX13" fmla="*/ 1092532 w 1453388"/>
                  <a:gd name="connsiteY13" fmla="*/ 256335 h 1472498"/>
                  <a:gd name="connsiteX14" fmla="*/ 1082294 w 1453388"/>
                  <a:gd name="connsiteY14" fmla="*/ 261426 h 1472498"/>
                  <a:gd name="connsiteX15" fmla="*/ 945007 w 1453388"/>
                  <a:gd name="connsiteY15" fmla="*/ 390712 h 1472498"/>
                  <a:gd name="connsiteX16" fmla="*/ 895604 w 1453388"/>
                  <a:gd name="connsiteY16" fmla="*/ 397570 h 1472498"/>
                  <a:gd name="connsiteX17" fmla="*/ 895350 w 1453388"/>
                  <a:gd name="connsiteY17" fmla="*/ 515171 h 1472498"/>
                  <a:gd name="connsiteX18" fmla="*/ 1144651 w 1453388"/>
                  <a:gd name="connsiteY18" fmla="*/ 586800 h 1472498"/>
                  <a:gd name="connsiteX19" fmla="*/ 1251204 w 1453388"/>
                  <a:gd name="connsiteY19" fmla="*/ 704528 h 1472498"/>
                  <a:gd name="connsiteX20" fmla="*/ 1340993 w 1453388"/>
                  <a:gd name="connsiteY20" fmla="*/ 779713 h 1472498"/>
                  <a:gd name="connsiteX21" fmla="*/ 1256030 w 1453388"/>
                  <a:gd name="connsiteY21" fmla="*/ 1014155 h 1472498"/>
                  <a:gd name="connsiteX22" fmla="*/ 1237361 w 1453388"/>
                  <a:gd name="connsiteY22" fmla="*/ 1043111 h 1472498"/>
                  <a:gd name="connsiteX23" fmla="*/ 1122934 w 1453388"/>
                  <a:gd name="connsiteY23" fmla="*/ 1135439 h 1472498"/>
                  <a:gd name="connsiteX24" fmla="*/ 1246632 w 1453388"/>
                  <a:gd name="connsiteY24" fmla="*/ 1210624 h 1472498"/>
                  <a:gd name="connsiteX25" fmla="*/ 1310640 w 1453388"/>
                  <a:gd name="connsiteY25" fmla="*/ 1137345 h 1472498"/>
                  <a:gd name="connsiteX26" fmla="*/ 1410843 w 1453388"/>
                  <a:gd name="connsiteY26" fmla="*/ 1154108 h 1472498"/>
                  <a:gd name="connsiteX27" fmla="*/ 1453388 w 1453388"/>
                  <a:gd name="connsiteY27" fmla="*/ 1224720 h 1472498"/>
                  <a:gd name="connsiteX28" fmla="*/ 1383665 w 1453388"/>
                  <a:gd name="connsiteY28" fmla="*/ 1462338 h 1472498"/>
                  <a:gd name="connsiteX29" fmla="*/ 1360424 w 1453388"/>
                  <a:gd name="connsiteY29" fmla="*/ 1465005 h 1472498"/>
                  <a:gd name="connsiteX30" fmla="*/ 1413637 w 1453388"/>
                  <a:gd name="connsiteY30" fmla="*/ 1314509 h 1472498"/>
                  <a:gd name="connsiteX31" fmla="*/ 1331468 w 1453388"/>
                  <a:gd name="connsiteY31" fmla="*/ 1334068 h 1472498"/>
                  <a:gd name="connsiteX32" fmla="*/ 1247394 w 1453388"/>
                  <a:gd name="connsiteY32" fmla="*/ 1274251 h 1472498"/>
                  <a:gd name="connsiteX33" fmla="*/ 1194054 w 1453388"/>
                  <a:gd name="connsiteY33" fmla="*/ 1459036 h 1472498"/>
                  <a:gd name="connsiteX34" fmla="*/ 1192022 w 1453388"/>
                  <a:gd name="connsiteY34" fmla="*/ 1472498 h 1472498"/>
                  <a:gd name="connsiteX35" fmla="*/ 1176909 w 1453388"/>
                  <a:gd name="connsiteY35" fmla="*/ 1457257 h 1472498"/>
                  <a:gd name="connsiteX36" fmla="*/ 1165606 w 1453388"/>
                  <a:gd name="connsiteY36" fmla="*/ 1370136 h 1472498"/>
                  <a:gd name="connsiteX37" fmla="*/ 1128776 w 1453388"/>
                  <a:gd name="connsiteY37" fmla="*/ 1185986 h 1472498"/>
                  <a:gd name="connsiteX38" fmla="*/ 1121791 w 1453388"/>
                  <a:gd name="connsiteY38" fmla="*/ 1162618 h 1472498"/>
                  <a:gd name="connsiteX39" fmla="*/ 950214 w 1453388"/>
                  <a:gd name="connsiteY39" fmla="*/ 1166427 h 1472498"/>
                  <a:gd name="connsiteX40" fmla="*/ 685927 w 1453388"/>
                  <a:gd name="connsiteY40" fmla="*/ 1159062 h 1472498"/>
                  <a:gd name="connsiteX41" fmla="*/ 645795 w 1453388"/>
                  <a:gd name="connsiteY41" fmla="*/ 1182302 h 1472498"/>
                  <a:gd name="connsiteX42" fmla="*/ 599694 w 1453388"/>
                  <a:gd name="connsiteY42" fmla="*/ 1461830 h 1472498"/>
                  <a:gd name="connsiteX43" fmla="*/ 574929 w 1453388"/>
                  <a:gd name="connsiteY43" fmla="*/ 1466020 h 1472498"/>
                  <a:gd name="connsiteX44" fmla="*/ 614299 w 1453388"/>
                  <a:gd name="connsiteY44" fmla="*/ 1184207 h 1472498"/>
                  <a:gd name="connsiteX45" fmla="*/ 481711 w 1453388"/>
                  <a:gd name="connsiteY45" fmla="*/ 1325051 h 1472498"/>
                  <a:gd name="connsiteX46" fmla="*/ 439166 w 1453388"/>
                  <a:gd name="connsiteY46" fmla="*/ 1458527 h 1472498"/>
                  <a:gd name="connsiteX47" fmla="*/ 413258 w 1453388"/>
                  <a:gd name="connsiteY47" fmla="*/ 1468814 h 1472498"/>
                  <a:gd name="connsiteX48" fmla="*/ 520319 w 1453388"/>
                  <a:gd name="connsiteY48" fmla="*/ 1228657 h 1472498"/>
                  <a:gd name="connsiteX49" fmla="*/ 650621 w 1453388"/>
                  <a:gd name="connsiteY49" fmla="*/ 1136963 h 1472498"/>
                  <a:gd name="connsiteX50" fmla="*/ 524637 w 1453388"/>
                  <a:gd name="connsiteY50" fmla="*/ 1011361 h 1472498"/>
                  <a:gd name="connsiteX51" fmla="*/ 446024 w 1453388"/>
                  <a:gd name="connsiteY51" fmla="*/ 970720 h 1472498"/>
                  <a:gd name="connsiteX52" fmla="*/ 414147 w 1453388"/>
                  <a:gd name="connsiteY52" fmla="*/ 824925 h 1472498"/>
                  <a:gd name="connsiteX53" fmla="*/ 513842 w 1453388"/>
                  <a:gd name="connsiteY53" fmla="*/ 724849 h 1472498"/>
                  <a:gd name="connsiteX54" fmla="*/ 691896 w 1453388"/>
                  <a:gd name="connsiteY54" fmla="*/ 550477 h 1472498"/>
                  <a:gd name="connsiteX55" fmla="*/ 869061 w 1453388"/>
                  <a:gd name="connsiteY55" fmla="*/ 514409 h 1472498"/>
                  <a:gd name="connsiteX56" fmla="*/ 869061 w 1453388"/>
                  <a:gd name="connsiteY56" fmla="*/ 398458 h 1472498"/>
                  <a:gd name="connsiteX57" fmla="*/ 722757 w 1453388"/>
                  <a:gd name="connsiteY57" fmla="*/ 301684 h 1472498"/>
                  <a:gd name="connsiteX58" fmla="*/ 610616 w 1453388"/>
                  <a:gd name="connsiteY58" fmla="*/ 358453 h 1472498"/>
                  <a:gd name="connsiteX59" fmla="*/ 395224 w 1453388"/>
                  <a:gd name="connsiteY59" fmla="*/ 348801 h 1472498"/>
                  <a:gd name="connsiteX60" fmla="*/ 326771 w 1453388"/>
                  <a:gd name="connsiteY60" fmla="*/ 533713 h 1472498"/>
                  <a:gd name="connsiteX61" fmla="*/ 356489 w 1453388"/>
                  <a:gd name="connsiteY61" fmla="*/ 561400 h 1472498"/>
                  <a:gd name="connsiteX62" fmla="*/ 290703 w 1453388"/>
                  <a:gd name="connsiteY62" fmla="*/ 659189 h 1472498"/>
                  <a:gd name="connsiteX63" fmla="*/ 241808 w 1453388"/>
                  <a:gd name="connsiteY63" fmla="*/ 552890 h 1472498"/>
                  <a:gd name="connsiteX64" fmla="*/ 300228 w 1453388"/>
                  <a:gd name="connsiteY64" fmla="*/ 527871 h 1472498"/>
                  <a:gd name="connsiteX65" fmla="*/ 349250 w 1453388"/>
                  <a:gd name="connsiteY65" fmla="*/ 400871 h 1472498"/>
                  <a:gd name="connsiteX66" fmla="*/ 372999 w 1453388"/>
                  <a:gd name="connsiteY66" fmla="*/ 338895 h 1472498"/>
                  <a:gd name="connsiteX67" fmla="*/ 180721 w 1453388"/>
                  <a:gd name="connsiteY67" fmla="*/ 261933 h 1472498"/>
                  <a:gd name="connsiteX68" fmla="*/ 131445 w 1453388"/>
                  <a:gd name="connsiteY68" fmla="*/ 300288 h 1472498"/>
                  <a:gd name="connsiteX69" fmla="*/ 34798 w 1453388"/>
                  <a:gd name="connsiteY69" fmla="*/ 262441 h 1472498"/>
                  <a:gd name="connsiteX70" fmla="*/ 62103 w 1453388"/>
                  <a:gd name="connsiteY70" fmla="*/ 148014 h 1472498"/>
                  <a:gd name="connsiteX71" fmla="*/ 130175 w 1453388"/>
                  <a:gd name="connsiteY71" fmla="*/ 143696 h 1472498"/>
                  <a:gd name="connsiteX72" fmla="*/ 124587 w 1453388"/>
                  <a:gd name="connsiteY72" fmla="*/ 109660 h 1472498"/>
                  <a:gd name="connsiteX73" fmla="*/ 0 w 1453388"/>
                  <a:gd name="connsiteY73" fmla="*/ 45399 h 1472498"/>
                  <a:gd name="connsiteX74" fmla="*/ 32893 w 1453388"/>
                  <a:gd name="connsiteY74" fmla="*/ 36127 h 1472498"/>
                  <a:gd name="connsiteX75" fmla="*/ 32893 w 1453388"/>
                  <a:gd name="connsiteY75" fmla="*/ 36127 h 1472498"/>
                  <a:gd name="connsiteX76" fmla="*/ 839978 w 1453388"/>
                  <a:gd name="connsiteY76" fmla="*/ 33334 h 1472498"/>
                  <a:gd name="connsiteX77" fmla="*/ 729488 w 1453388"/>
                  <a:gd name="connsiteY77" fmla="*/ 140649 h 1472498"/>
                  <a:gd name="connsiteX78" fmla="*/ 886968 w 1453388"/>
                  <a:gd name="connsiteY78" fmla="*/ 369883 h 1472498"/>
                  <a:gd name="connsiteX79" fmla="*/ 1055370 w 1453388"/>
                  <a:gd name="connsiteY79" fmla="*/ 257362 h 1472498"/>
                  <a:gd name="connsiteX80" fmla="*/ 993902 w 1453388"/>
                  <a:gd name="connsiteY80" fmla="*/ 60765 h 1472498"/>
                  <a:gd name="connsiteX81" fmla="*/ 839978 w 1453388"/>
                  <a:gd name="connsiteY81" fmla="*/ 33334 h 1472498"/>
                  <a:gd name="connsiteX82" fmla="*/ 77851 w 1453388"/>
                  <a:gd name="connsiteY82" fmla="*/ 172526 h 1472498"/>
                  <a:gd name="connsiteX83" fmla="*/ 54356 w 1453388"/>
                  <a:gd name="connsiteY83" fmla="*/ 238565 h 1472498"/>
                  <a:gd name="connsiteX84" fmla="*/ 125984 w 1453388"/>
                  <a:gd name="connsiteY84" fmla="*/ 274126 h 1472498"/>
                  <a:gd name="connsiteX85" fmla="*/ 170180 w 1453388"/>
                  <a:gd name="connsiteY85" fmla="*/ 225484 h 1472498"/>
                  <a:gd name="connsiteX86" fmla="*/ 77851 w 1453388"/>
                  <a:gd name="connsiteY86" fmla="*/ 172526 h 1472498"/>
                  <a:gd name="connsiteX87" fmla="*/ 787400 w 1453388"/>
                  <a:gd name="connsiteY87" fmla="*/ 550224 h 1472498"/>
                  <a:gd name="connsiteX88" fmla="*/ 551561 w 1453388"/>
                  <a:gd name="connsiteY88" fmla="*/ 708084 h 1472498"/>
                  <a:gd name="connsiteX89" fmla="*/ 521081 w 1453388"/>
                  <a:gd name="connsiteY89" fmla="*/ 910269 h 1472498"/>
                  <a:gd name="connsiteX90" fmla="*/ 656336 w 1453388"/>
                  <a:gd name="connsiteY90" fmla="*/ 1108643 h 1472498"/>
                  <a:gd name="connsiteX91" fmla="*/ 885698 w 1453388"/>
                  <a:gd name="connsiteY91" fmla="*/ 1143059 h 1472498"/>
                  <a:gd name="connsiteX92" fmla="*/ 1167257 w 1453388"/>
                  <a:gd name="connsiteY92" fmla="*/ 1081464 h 1472498"/>
                  <a:gd name="connsiteX93" fmla="*/ 1254379 w 1453388"/>
                  <a:gd name="connsiteY93" fmla="*/ 789745 h 1472498"/>
                  <a:gd name="connsiteX94" fmla="*/ 1073404 w 1453388"/>
                  <a:gd name="connsiteY94" fmla="*/ 576766 h 1472498"/>
                  <a:gd name="connsiteX95" fmla="*/ 787400 w 1453388"/>
                  <a:gd name="connsiteY95" fmla="*/ 550224 h 1472498"/>
                  <a:gd name="connsiteX96" fmla="*/ 266700 w 1453388"/>
                  <a:gd name="connsiteY96" fmla="*/ 566480 h 1472498"/>
                  <a:gd name="connsiteX97" fmla="*/ 314071 w 1453388"/>
                  <a:gd name="connsiteY97" fmla="*/ 625407 h 1472498"/>
                  <a:gd name="connsiteX98" fmla="*/ 266700 w 1453388"/>
                  <a:gd name="connsiteY98" fmla="*/ 566480 h 1472498"/>
                  <a:gd name="connsiteX99" fmla="*/ 508508 w 1453388"/>
                  <a:gd name="connsiteY99" fmla="*/ 984309 h 1472498"/>
                  <a:gd name="connsiteX100" fmla="*/ 500888 w 1453388"/>
                  <a:gd name="connsiteY100" fmla="*/ 753677 h 1472498"/>
                  <a:gd name="connsiteX101" fmla="*/ 508508 w 1453388"/>
                  <a:gd name="connsiteY101" fmla="*/ 984309 h 1472498"/>
                  <a:gd name="connsiteX102" fmla="*/ 1274572 w 1453388"/>
                  <a:gd name="connsiteY102" fmla="*/ 752662 h 1472498"/>
                  <a:gd name="connsiteX103" fmla="*/ 1273048 w 1453388"/>
                  <a:gd name="connsiteY103" fmla="*/ 989008 h 1472498"/>
                  <a:gd name="connsiteX104" fmla="*/ 1274572 w 1453388"/>
                  <a:gd name="connsiteY104" fmla="*/ 752662 h 1472498"/>
                  <a:gd name="connsiteX105" fmla="*/ 1310640 w 1453388"/>
                  <a:gd name="connsiteY105" fmla="*/ 1163761 h 1472498"/>
                  <a:gd name="connsiteX106" fmla="*/ 1312418 w 1453388"/>
                  <a:gd name="connsiteY106" fmla="*/ 1303461 h 1472498"/>
                  <a:gd name="connsiteX107" fmla="*/ 1425702 w 1453388"/>
                  <a:gd name="connsiteY107" fmla="*/ 1234119 h 1472498"/>
                  <a:gd name="connsiteX108" fmla="*/ 1310640 w 1453388"/>
                  <a:gd name="connsiteY108" fmla="*/ 1163761 h 1472498"/>
                  <a:gd name="connsiteX109" fmla="*/ 1154557 w 1453388"/>
                  <a:gd name="connsiteY109" fmla="*/ 1181540 h 1472498"/>
                  <a:gd name="connsiteX110" fmla="*/ 1189609 w 1453388"/>
                  <a:gd name="connsiteY110" fmla="*/ 1338005 h 1472498"/>
                  <a:gd name="connsiteX111" fmla="*/ 1241806 w 1453388"/>
                  <a:gd name="connsiteY111" fmla="*/ 1235643 h 1472498"/>
                  <a:gd name="connsiteX112" fmla="*/ 1154557 w 1453388"/>
                  <a:gd name="connsiteY112" fmla="*/ 1181540 h 1472498"/>
                  <a:gd name="connsiteX0" fmla="*/ 0 w 1453388"/>
                  <a:gd name="connsiteY0" fmla="*/ 45399 h 1472498"/>
                  <a:gd name="connsiteX1" fmla="*/ 303784 w 1453388"/>
                  <a:gd name="connsiteY1" fmla="*/ 143188 h 1472498"/>
                  <a:gd name="connsiteX2" fmla="*/ 147193 w 1453388"/>
                  <a:gd name="connsiteY2" fmla="*/ 125155 h 1472498"/>
                  <a:gd name="connsiteX3" fmla="*/ 196977 w 1453388"/>
                  <a:gd name="connsiteY3" fmla="*/ 181034 h 1472498"/>
                  <a:gd name="connsiteX4" fmla="*/ 195326 w 1453388"/>
                  <a:gd name="connsiteY4" fmla="*/ 241740 h 1472498"/>
                  <a:gd name="connsiteX5" fmla="*/ 488950 w 1453388"/>
                  <a:gd name="connsiteY5" fmla="*/ 345245 h 1472498"/>
                  <a:gd name="connsiteX6" fmla="*/ 603758 w 1453388"/>
                  <a:gd name="connsiteY6" fmla="*/ 328482 h 1472498"/>
                  <a:gd name="connsiteX7" fmla="*/ 708787 w 1453388"/>
                  <a:gd name="connsiteY7" fmla="*/ 280476 h 1472498"/>
                  <a:gd name="connsiteX8" fmla="*/ 694817 w 1453388"/>
                  <a:gd name="connsiteY8" fmla="*/ 182685 h 1472498"/>
                  <a:gd name="connsiteX9" fmla="*/ 744220 w 1453388"/>
                  <a:gd name="connsiteY9" fmla="*/ 62924 h 1472498"/>
                  <a:gd name="connsiteX10" fmla="*/ 972566 w 1453388"/>
                  <a:gd name="connsiteY10" fmla="*/ 17077 h 1472498"/>
                  <a:gd name="connsiteX11" fmla="*/ 1092200 w 1453388"/>
                  <a:gd name="connsiteY11" fmla="*/ 236533 h 1472498"/>
                  <a:gd name="connsiteX12" fmla="*/ 1092532 w 1453388"/>
                  <a:gd name="connsiteY12" fmla="*/ 256335 h 1472498"/>
                  <a:gd name="connsiteX13" fmla="*/ 1082294 w 1453388"/>
                  <a:gd name="connsiteY13" fmla="*/ 261426 h 1472498"/>
                  <a:gd name="connsiteX14" fmla="*/ 945007 w 1453388"/>
                  <a:gd name="connsiteY14" fmla="*/ 390712 h 1472498"/>
                  <a:gd name="connsiteX15" fmla="*/ 895604 w 1453388"/>
                  <a:gd name="connsiteY15" fmla="*/ 397570 h 1472498"/>
                  <a:gd name="connsiteX16" fmla="*/ 895350 w 1453388"/>
                  <a:gd name="connsiteY16" fmla="*/ 515171 h 1472498"/>
                  <a:gd name="connsiteX17" fmla="*/ 1144651 w 1453388"/>
                  <a:gd name="connsiteY17" fmla="*/ 586800 h 1472498"/>
                  <a:gd name="connsiteX18" fmla="*/ 1251204 w 1453388"/>
                  <a:gd name="connsiteY18" fmla="*/ 704528 h 1472498"/>
                  <a:gd name="connsiteX19" fmla="*/ 1340993 w 1453388"/>
                  <a:gd name="connsiteY19" fmla="*/ 779713 h 1472498"/>
                  <a:gd name="connsiteX20" fmla="*/ 1256030 w 1453388"/>
                  <a:gd name="connsiteY20" fmla="*/ 1014155 h 1472498"/>
                  <a:gd name="connsiteX21" fmla="*/ 1237361 w 1453388"/>
                  <a:gd name="connsiteY21" fmla="*/ 1043111 h 1472498"/>
                  <a:gd name="connsiteX22" fmla="*/ 1122934 w 1453388"/>
                  <a:gd name="connsiteY22" fmla="*/ 1135439 h 1472498"/>
                  <a:gd name="connsiteX23" fmla="*/ 1246632 w 1453388"/>
                  <a:gd name="connsiteY23" fmla="*/ 1210624 h 1472498"/>
                  <a:gd name="connsiteX24" fmla="*/ 1310640 w 1453388"/>
                  <a:gd name="connsiteY24" fmla="*/ 1137345 h 1472498"/>
                  <a:gd name="connsiteX25" fmla="*/ 1410843 w 1453388"/>
                  <a:gd name="connsiteY25" fmla="*/ 1154108 h 1472498"/>
                  <a:gd name="connsiteX26" fmla="*/ 1453388 w 1453388"/>
                  <a:gd name="connsiteY26" fmla="*/ 1224720 h 1472498"/>
                  <a:gd name="connsiteX27" fmla="*/ 1383665 w 1453388"/>
                  <a:gd name="connsiteY27" fmla="*/ 1462338 h 1472498"/>
                  <a:gd name="connsiteX28" fmla="*/ 1360424 w 1453388"/>
                  <a:gd name="connsiteY28" fmla="*/ 1465005 h 1472498"/>
                  <a:gd name="connsiteX29" fmla="*/ 1413637 w 1453388"/>
                  <a:gd name="connsiteY29" fmla="*/ 1314509 h 1472498"/>
                  <a:gd name="connsiteX30" fmla="*/ 1331468 w 1453388"/>
                  <a:gd name="connsiteY30" fmla="*/ 1334068 h 1472498"/>
                  <a:gd name="connsiteX31" fmla="*/ 1247394 w 1453388"/>
                  <a:gd name="connsiteY31" fmla="*/ 1274251 h 1472498"/>
                  <a:gd name="connsiteX32" fmla="*/ 1194054 w 1453388"/>
                  <a:gd name="connsiteY32" fmla="*/ 1459036 h 1472498"/>
                  <a:gd name="connsiteX33" fmla="*/ 1192022 w 1453388"/>
                  <a:gd name="connsiteY33" fmla="*/ 1472498 h 1472498"/>
                  <a:gd name="connsiteX34" fmla="*/ 1176909 w 1453388"/>
                  <a:gd name="connsiteY34" fmla="*/ 1457257 h 1472498"/>
                  <a:gd name="connsiteX35" fmla="*/ 1165606 w 1453388"/>
                  <a:gd name="connsiteY35" fmla="*/ 1370136 h 1472498"/>
                  <a:gd name="connsiteX36" fmla="*/ 1128776 w 1453388"/>
                  <a:gd name="connsiteY36" fmla="*/ 1185986 h 1472498"/>
                  <a:gd name="connsiteX37" fmla="*/ 1121791 w 1453388"/>
                  <a:gd name="connsiteY37" fmla="*/ 1162618 h 1472498"/>
                  <a:gd name="connsiteX38" fmla="*/ 950214 w 1453388"/>
                  <a:gd name="connsiteY38" fmla="*/ 1166427 h 1472498"/>
                  <a:gd name="connsiteX39" fmla="*/ 685927 w 1453388"/>
                  <a:gd name="connsiteY39" fmla="*/ 1159062 h 1472498"/>
                  <a:gd name="connsiteX40" fmla="*/ 645795 w 1453388"/>
                  <a:gd name="connsiteY40" fmla="*/ 1182302 h 1472498"/>
                  <a:gd name="connsiteX41" fmla="*/ 599694 w 1453388"/>
                  <a:gd name="connsiteY41" fmla="*/ 1461830 h 1472498"/>
                  <a:gd name="connsiteX42" fmla="*/ 574929 w 1453388"/>
                  <a:gd name="connsiteY42" fmla="*/ 1466020 h 1472498"/>
                  <a:gd name="connsiteX43" fmla="*/ 614299 w 1453388"/>
                  <a:gd name="connsiteY43" fmla="*/ 1184207 h 1472498"/>
                  <a:gd name="connsiteX44" fmla="*/ 481711 w 1453388"/>
                  <a:gd name="connsiteY44" fmla="*/ 1325051 h 1472498"/>
                  <a:gd name="connsiteX45" fmla="*/ 439166 w 1453388"/>
                  <a:gd name="connsiteY45" fmla="*/ 1458527 h 1472498"/>
                  <a:gd name="connsiteX46" fmla="*/ 413258 w 1453388"/>
                  <a:gd name="connsiteY46" fmla="*/ 1468814 h 1472498"/>
                  <a:gd name="connsiteX47" fmla="*/ 520319 w 1453388"/>
                  <a:gd name="connsiteY47" fmla="*/ 1228657 h 1472498"/>
                  <a:gd name="connsiteX48" fmla="*/ 650621 w 1453388"/>
                  <a:gd name="connsiteY48" fmla="*/ 1136963 h 1472498"/>
                  <a:gd name="connsiteX49" fmla="*/ 524637 w 1453388"/>
                  <a:gd name="connsiteY49" fmla="*/ 1011361 h 1472498"/>
                  <a:gd name="connsiteX50" fmla="*/ 446024 w 1453388"/>
                  <a:gd name="connsiteY50" fmla="*/ 970720 h 1472498"/>
                  <a:gd name="connsiteX51" fmla="*/ 414147 w 1453388"/>
                  <a:gd name="connsiteY51" fmla="*/ 824925 h 1472498"/>
                  <a:gd name="connsiteX52" fmla="*/ 513842 w 1453388"/>
                  <a:gd name="connsiteY52" fmla="*/ 724849 h 1472498"/>
                  <a:gd name="connsiteX53" fmla="*/ 691896 w 1453388"/>
                  <a:gd name="connsiteY53" fmla="*/ 550477 h 1472498"/>
                  <a:gd name="connsiteX54" fmla="*/ 869061 w 1453388"/>
                  <a:gd name="connsiteY54" fmla="*/ 514409 h 1472498"/>
                  <a:gd name="connsiteX55" fmla="*/ 869061 w 1453388"/>
                  <a:gd name="connsiteY55" fmla="*/ 398458 h 1472498"/>
                  <a:gd name="connsiteX56" fmla="*/ 722757 w 1453388"/>
                  <a:gd name="connsiteY56" fmla="*/ 301684 h 1472498"/>
                  <a:gd name="connsiteX57" fmla="*/ 610616 w 1453388"/>
                  <a:gd name="connsiteY57" fmla="*/ 358453 h 1472498"/>
                  <a:gd name="connsiteX58" fmla="*/ 395224 w 1453388"/>
                  <a:gd name="connsiteY58" fmla="*/ 348801 h 1472498"/>
                  <a:gd name="connsiteX59" fmla="*/ 326771 w 1453388"/>
                  <a:gd name="connsiteY59" fmla="*/ 533713 h 1472498"/>
                  <a:gd name="connsiteX60" fmla="*/ 356489 w 1453388"/>
                  <a:gd name="connsiteY60" fmla="*/ 561400 h 1472498"/>
                  <a:gd name="connsiteX61" fmla="*/ 290703 w 1453388"/>
                  <a:gd name="connsiteY61" fmla="*/ 659189 h 1472498"/>
                  <a:gd name="connsiteX62" fmla="*/ 241808 w 1453388"/>
                  <a:gd name="connsiteY62" fmla="*/ 552890 h 1472498"/>
                  <a:gd name="connsiteX63" fmla="*/ 300228 w 1453388"/>
                  <a:gd name="connsiteY63" fmla="*/ 527871 h 1472498"/>
                  <a:gd name="connsiteX64" fmla="*/ 349250 w 1453388"/>
                  <a:gd name="connsiteY64" fmla="*/ 400871 h 1472498"/>
                  <a:gd name="connsiteX65" fmla="*/ 372999 w 1453388"/>
                  <a:gd name="connsiteY65" fmla="*/ 338895 h 1472498"/>
                  <a:gd name="connsiteX66" fmla="*/ 180721 w 1453388"/>
                  <a:gd name="connsiteY66" fmla="*/ 261933 h 1472498"/>
                  <a:gd name="connsiteX67" fmla="*/ 131445 w 1453388"/>
                  <a:gd name="connsiteY67" fmla="*/ 300288 h 1472498"/>
                  <a:gd name="connsiteX68" fmla="*/ 34798 w 1453388"/>
                  <a:gd name="connsiteY68" fmla="*/ 262441 h 1472498"/>
                  <a:gd name="connsiteX69" fmla="*/ 62103 w 1453388"/>
                  <a:gd name="connsiteY69" fmla="*/ 148014 h 1472498"/>
                  <a:gd name="connsiteX70" fmla="*/ 130175 w 1453388"/>
                  <a:gd name="connsiteY70" fmla="*/ 143696 h 1472498"/>
                  <a:gd name="connsiteX71" fmla="*/ 124587 w 1453388"/>
                  <a:gd name="connsiteY71" fmla="*/ 109660 h 1472498"/>
                  <a:gd name="connsiteX72" fmla="*/ 0 w 1453388"/>
                  <a:gd name="connsiteY72" fmla="*/ 45399 h 1472498"/>
                  <a:gd name="connsiteX73" fmla="*/ 32893 w 1453388"/>
                  <a:gd name="connsiteY73" fmla="*/ 36127 h 1472498"/>
                  <a:gd name="connsiteX74" fmla="*/ 32893 w 1453388"/>
                  <a:gd name="connsiteY74" fmla="*/ 36127 h 1472498"/>
                  <a:gd name="connsiteX75" fmla="*/ 839978 w 1453388"/>
                  <a:gd name="connsiteY75" fmla="*/ 33334 h 1472498"/>
                  <a:gd name="connsiteX76" fmla="*/ 729488 w 1453388"/>
                  <a:gd name="connsiteY76" fmla="*/ 140649 h 1472498"/>
                  <a:gd name="connsiteX77" fmla="*/ 886968 w 1453388"/>
                  <a:gd name="connsiteY77" fmla="*/ 369883 h 1472498"/>
                  <a:gd name="connsiteX78" fmla="*/ 1055370 w 1453388"/>
                  <a:gd name="connsiteY78" fmla="*/ 257362 h 1472498"/>
                  <a:gd name="connsiteX79" fmla="*/ 993902 w 1453388"/>
                  <a:gd name="connsiteY79" fmla="*/ 60765 h 1472498"/>
                  <a:gd name="connsiteX80" fmla="*/ 839978 w 1453388"/>
                  <a:gd name="connsiteY80" fmla="*/ 33334 h 1472498"/>
                  <a:gd name="connsiteX81" fmla="*/ 77851 w 1453388"/>
                  <a:gd name="connsiteY81" fmla="*/ 172526 h 1472498"/>
                  <a:gd name="connsiteX82" fmla="*/ 54356 w 1453388"/>
                  <a:gd name="connsiteY82" fmla="*/ 238565 h 1472498"/>
                  <a:gd name="connsiteX83" fmla="*/ 125984 w 1453388"/>
                  <a:gd name="connsiteY83" fmla="*/ 274126 h 1472498"/>
                  <a:gd name="connsiteX84" fmla="*/ 170180 w 1453388"/>
                  <a:gd name="connsiteY84" fmla="*/ 225484 h 1472498"/>
                  <a:gd name="connsiteX85" fmla="*/ 77851 w 1453388"/>
                  <a:gd name="connsiteY85" fmla="*/ 172526 h 1472498"/>
                  <a:gd name="connsiteX86" fmla="*/ 787400 w 1453388"/>
                  <a:gd name="connsiteY86" fmla="*/ 550224 h 1472498"/>
                  <a:gd name="connsiteX87" fmla="*/ 551561 w 1453388"/>
                  <a:gd name="connsiteY87" fmla="*/ 708084 h 1472498"/>
                  <a:gd name="connsiteX88" fmla="*/ 521081 w 1453388"/>
                  <a:gd name="connsiteY88" fmla="*/ 910269 h 1472498"/>
                  <a:gd name="connsiteX89" fmla="*/ 656336 w 1453388"/>
                  <a:gd name="connsiteY89" fmla="*/ 1108643 h 1472498"/>
                  <a:gd name="connsiteX90" fmla="*/ 885698 w 1453388"/>
                  <a:gd name="connsiteY90" fmla="*/ 1143059 h 1472498"/>
                  <a:gd name="connsiteX91" fmla="*/ 1167257 w 1453388"/>
                  <a:gd name="connsiteY91" fmla="*/ 1081464 h 1472498"/>
                  <a:gd name="connsiteX92" fmla="*/ 1254379 w 1453388"/>
                  <a:gd name="connsiteY92" fmla="*/ 789745 h 1472498"/>
                  <a:gd name="connsiteX93" fmla="*/ 1073404 w 1453388"/>
                  <a:gd name="connsiteY93" fmla="*/ 576766 h 1472498"/>
                  <a:gd name="connsiteX94" fmla="*/ 787400 w 1453388"/>
                  <a:gd name="connsiteY94" fmla="*/ 550224 h 1472498"/>
                  <a:gd name="connsiteX95" fmla="*/ 266700 w 1453388"/>
                  <a:gd name="connsiteY95" fmla="*/ 566480 h 1472498"/>
                  <a:gd name="connsiteX96" fmla="*/ 314071 w 1453388"/>
                  <a:gd name="connsiteY96" fmla="*/ 625407 h 1472498"/>
                  <a:gd name="connsiteX97" fmla="*/ 266700 w 1453388"/>
                  <a:gd name="connsiteY97" fmla="*/ 566480 h 1472498"/>
                  <a:gd name="connsiteX98" fmla="*/ 508508 w 1453388"/>
                  <a:gd name="connsiteY98" fmla="*/ 984309 h 1472498"/>
                  <a:gd name="connsiteX99" fmla="*/ 500888 w 1453388"/>
                  <a:gd name="connsiteY99" fmla="*/ 753677 h 1472498"/>
                  <a:gd name="connsiteX100" fmla="*/ 508508 w 1453388"/>
                  <a:gd name="connsiteY100" fmla="*/ 984309 h 1472498"/>
                  <a:gd name="connsiteX101" fmla="*/ 1274572 w 1453388"/>
                  <a:gd name="connsiteY101" fmla="*/ 752662 h 1472498"/>
                  <a:gd name="connsiteX102" fmla="*/ 1273048 w 1453388"/>
                  <a:gd name="connsiteY102" fmla="*/ 989008 h 1472498"/>
                  <a:gd name="connsiteX103" fmla="*/ 1274572 w 1453388"/>
                  <a:gd name="connsiteY103" fmla="*/ 752662 h 1472498"/>
                  <a:gd name="connsiteX104" fmla="*/ 1310640 w 1453388"/>
                  <a:gd name="connsiteY104" fmla="*/ 1163761 h 1472498"/>
                  <a:gd name="connsiteX105" fmla="*/ 1312418 w 1453388"/>
                  <a:gd name="connsiteY105" fmla="*/ 1303461 h 1472498"/>
                  <a:gd name="connsiteX106" fmla="*/ 1425702 w 1453388"/>
                  <a:gd name="connsiteY106" fmla="*/ 1234119 h 1472498"/>
                  <a:gd name="connsiteX107" fmla="*/ 1310640 w 1453388"/>
                  <a:gd name="connsiteY107" fmla="*/ 1163761 h 1472498"/>
                  <a:gd name="connsiteX108" fmla="*/ 1154557 w 1453388"/>
                  <a:gd name="connsiteY108" fmla="*/ 1181540 h 1472498"/>
                  <a:gd name="connsiteX109" fmla="*/ 1189609 w 1453388"/>
                  <a:gd name="connsiteY109" fmla="*/ 1338005 h 1472498"/>
                  <a:gd name="connsiteX110" fmla="*/ 1241806 w 1453388"/>
                  <a:gd name="connsiteY110" fmla="*/ 1235643 h 1472498"/>
                  <a:gd name="connsiteX111" fmla="*/ 1154557 w 1453388"/>
                  <a:gd name="connsiteY111" fmla="*/ 1181540 h 1472498"/>
                  <a:gd name="connsiteX0" fmla="*/ 0 w 1453388"/>
                  <a:gd name="connsiteY0" fmla="*/ 45399 h 1472498"/>
                  <a:gd name="connsiteX1" fmla="*/ 303784 w 1453388"/>
                  <a:gd name="connsiteY1" fmla="*/ 143188 h 1472498"/>
                  <a:gd name="connsiteX2" fmla="*/ 147193 w 1453388"/>
                  <a:gd name="connsiteY2" fmla="*/ 125155 h 1472498"/>
                  <a:gd name="connsiteX3" fmla="*/ 196977 w 1453388"/>
                  <a:gd name="connsiteY3" fmla="*/ 181034 h 1472498"/>
                  <a:gd name="connsiteX4" fmla="*/ 195326 w 1453388"/>
                  <a:gd name="connsiteY4" fmla="*/ 241740 h 1472498"/>
                  <a:gd name="connsiteX5" fmla="*/ 488950 w 1453388"/>
                  <a:gd name="connsiteY5" fmla="*/ 345245 h 1472498"/>
                  <a:gd name="connsiteX6" fmla="*/ 603758 w 1453388"/>
                  <a:gd name="connsiteY6" fmla="*/ 328482 h 1472498"/>
                  <a:gd name="connsiteX7" fmla="*/ 708787 w 1453388"/>
                  <a:gd name="connsiteY7" fmla="*/ 280476 h 1472498"/>
                  <a:gd name="connsiteX8" fmla="*/ 694817 w 1453388"/>
                  <a:gd name="connsiteY8" fmla="*/ 182685 h 1472498"/>
                  <a:gd name="connsiteX9" fmla="*/ 744220 w 1453388"/>
                  <a:gd name="connsiteY9" fmla="*/ 62924 h 1472498"/>
                  <a:gd name="connsiteX10" fmla="*/ 972566 w 1453388"/>
                  <a:gd name="connsiteY10" fmla="*/ 17077 h 1472498"/>
                  <a:gd name="connsiteX11" fmla="*/ 1092200 w 1453388"/>
                  <a:gd name="connsiteY11" fmla="*/ 236533 h 1472498"/>
                  <a:gd name="connsiteX12" fmla="*/ 1092532 w 1453388"/>
                  <a:gd name="connsiteY12" fmla="*/ 256335 h 1472498"/>
                  <a:gd name="connsiteX13" fmla="*/ 1082294 w 1453388"/>
                  <a:gd name="connsiteY13" fmla="*/ 261426 h 1472498"/>
                  <a:gd name="connsiteX14" fmla="*/ 945007 w 1453388"/>
                  <a:gd name="connsiteY14" fmla="*/ 390712 h 1472498"/>
                  <a:gd name="connsiteX15" fmla="*/ 895604 w 1453388"/>
                  <a:gd name="connsiteY15" fmla="*/ 397570 h 1472498"/>
                  <a:gd name="connsiteX16" fmla="*/ 895350 w 1453388"/>
                  <a:gd name="connsiteY16" fmla="*/ 515171 h 1472498"/>
                  <a:gd name="connsiteX17" fmla="*/ 1144651 w 1453388"/>
                  <a:gd name="connsiteY17" fmla="*/ 586800 h 1472498"/>
                  <a:gd name="connsiteX18" fmla="*/ 1251204 w 1453388"/>
                  <a:gd name="connsiteY18" fmla="*/ 704528 h 1472498"/>
                  <a:gd name="connsiteX19" fmla="*/ 1340993 w 1453388"/>
                  <a:gd name="connsiteY19" fmla="*/ 779713 h 1472498"/>
                  <a:gd name="connsiteX20" fmla="*/ 1256030 w 1453388"/>
                  <a:gd name="connsiteY20" fmla="*/ 1014155 h 1472498"/>
                  <a:gd name="connsiteX21" fmla="*/ 1237361 w 1453388"/>
                  <a:gd name="connsiteY21" fmla="*/ 1043111 h 1472498"/>
                  <a:gd name="connsiteX22" fmla="*/ 1122934 w 1453388"/>
                  <a:gd name="connsiteY22" fmla="*/ 1135439 h 1472498"/>
                  <a:gd name="connsiteX23" fmla="*/ 1246632 w 1453388"/>
                  <a:gd name="connsiteY23" fmla="*/ 1210624 h 1472498"/>
                  <a:gd name="connsiteX24" fmla="*/ 1310640 w 1453388"/>
                  <a:gd name="connsiteY24" fmla="*/ 1137345 h 1472498"/>
                  <a:gd name="connsiteX25" fmla="*/ 1410843 w 1453388"/>
                  <a:gd name="connsiteY25" fmla="*/ 1154108 h 1472498"/>
                  <a:gd name="connsiteX26" fmla="*/ 1453388 w 1453388"/>
                  <a:gd name="connsiteY26" fmla="*/ 1224720 h 1472498"/>
                  <a:gd name="connsiteX27" fmla="*/ 1383665 w 1453388"/>
                  <a:gd name="connsiteY27" fmla="*/ 1462338 h 1472498"/>
                  <a:gd name="connsiteX28" fmla="*/ 1360424 w 1453388"/>
                  <a:gd name="connsiteY28" fmla="*/ 1465005 h 1472498"/>
                  <a:gd name="connsiteX29" fmla="*/ 1413637 w 1453388"/>
                  <a:gd name="connsiteY29" fmla="*/ 1314509 h 1472498"/>
                  <a:gd name="connsiteX30" fmla="*/ 1331468 w 1453388"/>
                  <a:gd name="connsiteY30" fmla="*/ 1334068 h 1472498"/>
                  <a:gd name="connsiteX31" fmla="*/ 1247394 w 1453388"/>
                  <a:gd name="connsiteY31" fmla="*/ 1274251 h 1472498"/>
                  <a:gd name="connsiteX32" fmla="*/ 1194054 w 1453388"/>
                  <a:gd name="connsiteY32" fmla="*/ 1459036 h 1472498"/>
                  <a:gd name="connsiteX33" fmla="*/ 1192022 w 1453388"/>
                  <a:gd name="connsiteY33" fmla="*/ 1472498 h 1472498"/>
                  <a:gd name="connsiteX34" fmla="*/ 1176909 w 1453388"/>
                  <a:gd name="connsiteY34" fmla="*/ 1457257 h 1472498"/>
                  <a:gd name="connsiteX35" fmla="*/ 1165606 w 1453388"/>
                  <a:gd name="connsiteY35" fmla="*/ 1370136 h 1472498"/>
                  <a:gd name="connsiteX36" fmla="*/ 1128776 w 1453388"/>
                  <a:gd name="connsiteY36" fmla="*/ 1185986 h 1472498"/>
                  <a:gd name="connsiteX37" fmla="*/ 1121791 w 1453388"/>
                  <a:gd name="connsiteY37" fmla="*/ 1162618 h 1472498"/>
                  <a:gd name="connsiteX38" fmla="*/ 950214 w 1453388"/>
                  <a:gd name="connsiteY38" fmla="*/ 1166427 h 1472498"/>
                  <a:gd name="connsiteX39" fmla="*/ 685927 w 1453388"/>
                  <a:gd name="connsiteY39" fmla="*/ 1159062 h 1472498"/>
                  <a:gd name="connsiteX40" fmla="*/ 645795 w 1453388"/>
                  <a:gd name="connsiteY40" fmla="*/ 1182302 h 1472498"/>
                  <a:gd name="connsiteX41" fmla="*/ 599694 w 1453388"/>
                  <a:gd name="connsiteY41" fmla="*/ 1461830 h 1472498"/>
                  <a:gd name="connsiteX42" fmla="*/ 574929 w 1453388"/>
                  <a:gd name="connsiteY42" fmla="*/ 1466020 h 1472498"/>
                  <a:gd name="connsiteX43" fmla="*/ 614299 w 1453388"/>
                  <a:gd name="connsiteY43" fmla="*/ 1184207 h 1472498"/>
                  <a:gd name="connsiteX44" fmla="*/ 481711 w 1453388"/>
                  <a:gd name="connsiteY44" fmla="*/ 1325051 h 1472498"/>
                  <a:gd name="connsiteX45" fmla="*/ 439166 w 1453388"/>
                  <a:gd name="connsiteY45" fmla="*/ 1458527 h 1472498"/>
                  <a:gd name="connsiteX46" fmla="*/ 413258 w 1453388"/>
                  <a:gd name="connsiteY46" fmla="*/ 1468814 h 1472498"/>
                  <a:gd name="connsiteX47" fmla="*/ 520319 w 1453388"/>
                  <a:gd name="connsiteY47" fmla="*/ 1228657 h 1472498"/>
                  <a:gd name="connsiteX48" fmla="*/ 650621 w 1453388"/>
                  <a:gd name="connsiteY48" fmla="*/ 1136963 h 1472498"/>
                  <a:gd name="connsiteX49" fmla="*/ 524637 w 1453388"/>
                  <a:gd name="connsiteY49" fmla="*/ 1011361 h 1472498"/>
                  <a:gd name="connsiteX50" fmla="*/ 446024 w 1453388"/>
                  <a:gd name="connsiteY50" fmla="*/ 970720 h 1472498"/>
                  <a:gd name="connsiteX51" fmla="*/ 414147 w 1453388"/>
                  <a:gd name="connsiteY51" fmla="*/ 824925 h 1472498"/>
                  <a:gd name="connsiteX52" fmla="*/ 513842 w 1453388"/>
                  <a:gd name="connsiteY52" fmla="*/ 724849 h 1472498"/>
                  <a:gd name="connsiteX53" fmla="*/ 691896 w 1453388"/>
                  <a:gd name="connsiteY53" fmla="*/ 550477 h 1472498"/>
                  <a:gd name="connsiteX54" fmla="*/ 869061 w 1453388"/>
                  <a:gd name="connsiteY54" fmla="*/ 514409 h 1472498"/>
                  <a:gd name="connsiteX55" fmla="*/ 869061 w 1453388"/>
                  <a:gd name="connsiteY55" fmla="*/ 398458 h 1472498"/>
                  <a:gd name="connsiteX56" fmla="*/ 722757 w 1453388"/>
                  <a:gd name="connsiteY56" fmla="*/ 301684 h 1472498"/>
                  <a:gd name="connsiteX57" fmla="*/ 610616 w 1453388"/>
                  <a:gd name="connsiteY57" fmla="*/ 358453 h 1472498"/>
                  <a:gd name="connsiteX58" fmla="*/ 395224 w 1453388"/>
                  <a:gd name="connsiteY58" fmla="*/ 348801 h 1472498"/>
                  <a:gd name="connsiteX59" fmla="*/ 326771 w 1453388"/>
                  <a:gd name="connsiteY59" fmla="*/ 533713 h 1472498"/>
                  <a:gd name="connsiteX60" fmla="*/ 356489 w 1453388"/>
                  <a:gd name="connsiteY60" fmla="*/ 561400 h 1472498"/>
                  <a:gd name="connsiteX61" fmla="*/ 290703 w 1453388"/>
                  <a:gd name="connsiteY61" fmla="*/ 659189 h 1472498"/>
                  <a:gd name="connsiteX62" fmla="*/ 241808 w 1453388"/>
                  <a:gd name="connsiteY62" fmla="*/ 552890 h 1472498"/>
                  <a:gd name="connsiteX63" fmla="*/ 300228 w 1453388"/>
                  <a:gd name="connsiteY63" fmla="*/ 527871 h 1472498"/>
                  <a:gd name="connsiteX64" fmla="*/ 349250 w 1453388"/>
                  <a:gd name="connsiteY64" fmla="*/ 400871 h 1472498"/>
                  <a:gd name="connsiteX65" fmla="*/ 372999 w 1453388"/>
                  <a:gd name="connsiteY65" fmla="*/ 338895 h 1472498"/>
                  <a:gd name="connsiteX66" fmla="*/ 180721 w 1453388"/>
                  <a:gd name="connsiteY66" fmla="*/ 261933 h 1472498"/>
                  <a:gd name="connsiteX67" fmla="*/ 131445 w 1453388"/>
                  <a:gd name="connsiteY67" fmla="*/ 300288 h 1472498"/>
                  <a:gd name="connsiteX68" fmla="*/ 34798 w 1453388"/>
                  <a:gd name="connsiteY68" fmla="*/ 262441 h 1472498"/>
                  <a:gd name="connsiteX69" fmla="*/ 62103 w 1453388"/>
                  <a:gd name="connsiteY69" fmla="*/ 148014 h 1472498"/>
                  <a:gd name="connsiteX70" fmla="*/ 130175 w 1453388"/>
                  <a:gd name="connsiteY70" fmla="*/ 143696 h 1472498"/>
                  <a:gd name="connsiteX71" fmla="*/ 124587 w 1453388"/>
                  <a:gd name="connsiteY71" fmla="*/ 109660 h 1472498"/>
                  <a:gd name="connsiteX72" fmla="*/ 0 w 1453388"/>
                  <a:gd name="connsiteY72" fmla="*/ 45399 h 1472498"/>
                  <a:gd name="connsiteX73" fmla="*/ 839978 w 1453388"/>
                  <a:gd name="connsiteY73" fmla="*/ 33334 h 1472498"/>
                  <a:gd name="connsiteX74" fmla="*/ 729488 w 1453388"/>
                  <a:gd name="connsiteY74" fmla="*/ 140649 h 1472498"/>
                  <a:gd name="connsiteX75" fmla="*/ 886968 w 1453388"/>
                  <a:gd name="connsiteY75" fmla="*/ 369883 h 1472498"/>
                  <a:gd name="connsiteX76" fmla="*/ 1055370 w 1453388"/>
                  <a:gd name="connsiteY76" fmla="*/ 257362 h 1472498"/>
                  <a:gd name="connsiteX77" fmla="*/ 993902 w 1453388"/>
                  <a:gd name="connsiteY77" fmla="*/ 60765 h 1472498"/>
                  <a:gd name="connsiteX78" fmla="*/ 839978 w 1453388"/>
                  <a:gd name="connsiteY78" fmla="*/ 33334 h 1472498"/>
                  <a:gd name="connsiteX79" fmla="*/ 77851 w 1453388"/>
                  <a:gd name="connsiteY79" fmla="*/ 172526 h 1472498"/>
                  <a:gd name="connsiteX80" fmla="*/ 54356 w 1453388"/>
                  <a:gd name="connsiteY80" fmla="*/ 238565 h 1472498"/>
                  <a:gd name="connsiteX81" fmla="*/ 125984 w 1453388"/>
                  <a:gd name="connsiteY81" fmla="*/ 274126 h 1472498"/>
                  <a:gd name="connsiteX82" fmla="*/ 170180 w 1453388"/>
                  <a:gd name="connsiteY82" fmla="*/ 225484 h 1472498"/>
                  <a:gd name="connsiteX83" fmla="*/ 77851 w 1453388"/>
                  <a:gd name="connsiteY83" fmla="*/ 172526 h 1472498"/>
                  <a:gd name="connsiteX84" fmla="*/ 787400 w 1453388"/>
                  <a:gd name="connsiteY84" fmla="*/ 550224 h 1472498"/>
                  <a:gd name="connsiteX85" fmla="*/ 551561 w 1453388"/>
                  <a:gd name="connsiteY85" fmla="*/ 708084 h 1472498"/>
                  <a:gd name="connsiteX86" fmla="*/ 521081 w 1453388"/>
                  <a:gd name="connsiteY86" fmla="*/ 910269 h 1472498"/>
                  <a:gd name="connsiteX87" fmla="*/ 656336 w 1453388"/>
                  <a:gd name="connsiteY87" fmla="*/ 1108643 h 1472498"/>
                  <a:gd name="connsiteX88" fmla="*/ 885698 w 1453388"/>
                  <a:gd name="connsiteY88" fmla="*/ 1143059 h 1472498"/>
                  <a:gd name="connsiteX89" fmla="*/ 1167257 w 1453388"/>
                  <a:gd name="connsiteY89" fmla="*/ 1081464 h 1472498"/>
                  <a:gd name="connsiteX90" fmla="*/ 1254379 w 1453388"/>
                  <a:gd name="connsiteY90" fmla="*/ 789745 h 1472498"/>
                  <a:gd name="connsiteX91" fmla="*/ 1073404 w 1453388"/>
                  <a:gd name="connsiteY91" fmla="*/ 576766 h 1472498"/>
                  <a:gd name="connsiteX92" fmla="*/ 787400 w 1453388"/>
                  <a:gd name="connsiteY92" fmla="*/ 550224 h 1472498"/>
                  <a:gd name="connsiteX93" fmla="*/ 266700 w 1453388"/>
                  <a:gd name="connsiteY93" fmla="*/ 566480 h 1472498"/>
                  <a:gd name="connsiteX94" fmla="*/ 314071 w 1453388"/>
                  <a:gd name="connsiteY94" fmla="*/ 625407 h 1472498"/>
                  <a:gd name="connsiteX95" fmla="*/ 266700 w 1453388"/>
                  <a:gd name="connsiteY95" fmla="*/ 566480 h 1472498"/>
                  <a:gd name="connsiteX96" fmla="*/ 508508 w 1453388"/>
                  <a:gd name="connsiteY96" fmla="*/ 984309 h 1472498"/>
                  <a:gd name="connsiteX97" fmla="*/ 500888 w 1453388"/>
                  <a:gd name="connsiteY97" fmla="*/ 753677 h 1472498"/>
                  <a:gd name="connsiteX98" fmla="*/ 508508 w 1453388"/>
                  <a:gd name="connsiteY98" fmla="*/ 984309 h 1472498"/>
                  <a:gd name="connsiteX99" fmla="*/ 1274572 w 1453388"/>
                  <a:gd name="connsiteY99" fmla="*/ 752662 h 1472498"/>
                  <a:gd name="connsiteX100" fmla="*/ 1273048 w 1453388"/>
                  <a:gd name="connsiteY100" fmla="*/ 989008 h 1472498"/>
                  <a:gd name="connsiteX101" fmla="*/ 1274572 w 1453388"/>
                  <a:gd name="connsiteY101" fmla="*/ 752662 h 1472498"/>
                  <a:gd name="connsiteX102" fmla="*/ 1310640 w 1453388"/>
                  <a:gd name="connsiteY102" fmla="*/ 1163761 h 1472498"/>
                  <a:gd name="connsiteX103" fmla="*/ 1312418 w 1453388"/>
                  <a:gd name="connsiteY103" fmla="*/ 1303461 h 1472498"/>
                  <a:gd name="connsiteX104" fmla="*/ 1425702 w 1453388"/>
                  <a:gd name="connsiteY104" fmla="*/ 1234119 h 1472498"/>
                  <a:gd name="connsiteX105" fmla="*/ 1310640 w 1453388"/>
                  <a:gd name="connsiteY105" fmla="*/ 1163761 h 1472498"/>
                  <a:gd name="connsiteX106" fmla="*/ 1154557 w 1453388"/>
                  <a:gd name="connsiteY106" fmla="*/ 1181540 h 1472498"/>
                  <a:gd name="connsiteX107" fmla="*/ 1189609 w 1453388"/>
                  <a:gd name="connsiteY107" fmla="*/ 1338005 h 1472498"/>
                  <a:gd name="connsiteX108" fmla="*/ 1241806 w 1453388"/>
                  <a:gd name="connsiteY108" fmla="*/ 1235643 h 1472498"/>
                  <a:gd name="connsiteX109" fmla="*/ 1154557 w 1453388"/>
                  <a:gd name="connsiteY109" fmla="*/ 1181540 h 1472498"/>
                  <a:gd name="connsiteX0" fmla="*/ 0 w 1453388"/>
                  <a:gd name="connsiteY0" fmla="*/ 45399 h 1472498"/>
                  <a:gd name="connsiteX1" fmla="*/ 303784 w 1453388"/>
                  <a:gd name="connsiteY1" fmla="*/ 143188 h 1472498"/>
                  <a:gd name="connsiteX2" fmla="*/ 147193 w 1453388"/>
                  <a:gd name="connsiteY2" fmla="*/ 125155 h 1472498"/>
                  <a:gd name="connsiteX3" fmla="*/ 196977 w 1453388"/>
                  <a:gd name="connsiteY3" fmla="*/ 181034 h 1472498"/>
                  <a:gd name="connsiteX4" fmla="*/ 195326 w 1453388"/>
                  <a:gd name="connsiteY4" fmla="*/ 241740 h 1472498"/>
                  <a:gd name="connsiteX5" fmla="*/ 488950 w 1453388"/>
                  <a:gd name="connsiteY5" fmla="*/ 345245 h 1472498"/>
                  <a:gd name="connsiteX6" fmla="*/ 603758 w 1453388"/>
                  <a:gd name="connsiteY6" fmla="*/ 328482 h 1472498"/>
                  <a:gd name="connsiteX7" fmla="*/ 708787 w 1453388"/>
                  <a:gd name="connsiteY7" fmla="*/ 280476 h 1472498"/>
                  <a:gd name="connsiteX8" fmla="*/ 694817 w 1453388"/>
                  <a:gd name="connsiteY8" fmla="*/ 182685 h 1472498"/>
                  <a:gd name="connsiteX9" fmla="*/ 744220 w 1453388"/>
                  <a:gd name="connsiteY9" fmla="*/ 62924 h 1472498"/>
                  <a:gd name="connsiteX10" fmla="*/ 972566 w 1453388"/>
                  <a:gd name="connsiteY10" fmla="*/ 17077 h 1472498"/>
                  <a:gd name="connsiteX11" fmla="*/ 1092200 w 1453388"/>
                  <a:gd name="connsiteY11" fmla="*/ 236533 h 1472498"/>
                  <a:gd name="connsiteX12" fmla="*/ 1092532 w 1453388"/>
                  <a:gd name="connsiteY12" fmla="*/ 256335 h 1472498"/>
                  <a:gd name="connsiteX13" fmla="*/ 1082294 w 1453388"/>
                  <a:gd name="connsiteY13" fmla="*/ 261426 h 1472498"/>
                  <a:gd name="connsiteX14" fmla="*/ 945007 w 1453388"/>
                  <a:gd name="connsiteY14" fmla="*/ 390712 h 1472498"/>
                  <a:gd name="connsiteX15" fmla="*/ 895604 w 1453388"/>
                  <a:gd name="connsiteY15" fmla="*/ 397570 h 1472498"/>
                  <a:gd name="connsiteX16" fmla="*/ 895350 w 1453388"/>
                  <a:gd name="connsiteY16" fmla="*/ 515171 h 1472498"/>
                  <a:gd name="connsiteX17" fmla="*/ 1144651 w 1453388"/>
                  <a:gd name="connsiteY17" fmla="*/ 586800 h 1472498"/>
                  <a:gd name="connsiteX18" fmla="*/ 1251204 w 1453388"/>
                  <a:gd name="connsiteY18" fmla="*/ 704528 h 1472498"/>
                  <a:gd name="connsiteX19" fmla="*/ 1340993 w 1453388"/>
                  <a:gd name="connsiteY19" fmla="*/ 779713 h 1472498"/>
                  <a:gd name="connsiteX20" fmla="*/ 1256030 w 1453388"/>
                  <a:gd name="connsiteY20" fmla="*/ 1014155 h 1472498"/>
                  <a:gd name="connsiteX21" fmla="*/ 1237361 w 1453388"/>
                  <a:gd name="connsiteY21" fmla="*/ 1043111 h 1472498"/>
                  <a:gd name="connsiteX22" fmla="*/ 1122934 w 1453388"/>
                  <a:gd name="connsiteY22" fmla="*/ 1135439 h 1472498"/>
                  <a:gd name="connsiteX23" fmla="*/ 1246632 w 1453388"/>
                  <a:gd name="connsiteY23" fmla="*/ 1210624 h 1472498"/>
                  <a:gd name="connsiteX24" fmla="*/ 1310640 w 1453388"/>
                  <a:gd name="connsiteY24" fmla="*/ 1137345 h 1472498"/>
                  <a:gd name="connsiteX25" fmla="*/ 1410843 w 1453388"/>
                  <a:gd name="connsiteY25" fmla="*/ 1154108 h 1472498"/>
                  <a:gd name="connsiteX26" fmla="*/ 1453388 w 1453388"/>
                  <a:gd name="connsiteY26" fmla="*/ 1224720 h 1472498"/>
                  <a:gd name="connsiteX27" fmla="*/ 1383665 w 1453388"/>
                  <a:gd name="connsiteY27" fmla="*/ 1462338 h 1472498"/>
                  <a:gd name="connsiteX28" fmla="*/ 1360424 w 1453388"/>
                  <a:gd name="connsiteY28" fmla="*/ 1465005 h 1472498"/>
                  <a:gd name="connsiteX29" fmla="*/ 1413637 w 1453388"/>
                  <a:gd name="connsiteY29" fmla="*/ 1314509 h 1472498"/>
                  <a:gd name="connsiteX30" fmla="*/ 1331468 w 1453388"/>
                  <a:gd name="connsiteY30" fmla="*/ 1334068 h 1472498"/>
                  <a:gd name="connsiteX31" fmla="*/ 1247394 w 1453388"/>
                  <a:gd name="connsiteY31" fmla="*/ 1274251 h 1472498"/>
                  <a:gd name="connsiteX32" fmla="*/ 1194054 w 1453388"/>
                  <a:gd name="connsiteY32" fmla="*/ 1459036 h 1472498"/>
                  <a:gd name="connsiteX33" fmla="*/ 1192022 w 1453388"/>
                  <a:gd name="connsiteY33" fmla="*/ 1472498 h 1472498"/>
                  <a:gd name="connsiteX34" fmla="*/ 1176909 w 1453388"/>
                  <a:gd name="connsiteY34" fmla="*/ 1457257 h 1472498"/>
                  <a:gd name="connsiteX35" fmla="*/ 1165606 w 1453388"/>
                  <a:gd name="connsiteY35" fmla="*/ 1370136 h 1472498"/>
                  <a:gd name="connsiteX36" fmla="*/ 1128776 w 1453388"/>
                  <a:gd name="connsiteY36" fmla="*/ 1185986 h 1472498"/>
                  <a:gd name="connsiteX37" fmla="*/ 1121791 w 1453388"/>
                  <a:gd name="connsiteY37" fmla="*/ 1162618 h 1472498"/>
                  <a:gd name="connsiteX38" fmla="*/ 950214 w 1453388"/>
                  <a:gd name="connsiteY38" fmla="*/ 1166427 h 1472498"/>
                  <a:gd name="connsiteX39" fmla="*/ 685927 w 1453388"/>
                  <a:gd name="connsiteY39" fmla="*/ 1159062 h 1472498"/>
                  <a:gd name="connsiteX40" fmla="*/ 645795 w 1453388"/>
                  <a:gd name="connsiteY40" fmla="*/ 1182302 h 1472498"/>
                  <a:gd name="connsiteX41" fmla="*/ 599694 w 1453388"/>
                  <a:gd name="connsiteY41" fmla="*/ 1461830 h 1472498"/>
                  <a:gd name="connsiteX42" fmla="*/ 574929 w 1453388"/>
                  <a:gd name="connsiteY42" fmla="*/ 1466020 h 1472498"/>
                  <a:gd name="connsiteX43" fmla="*/ 614299 w 1453388"/>
                  <a:gd name="connsiteY43" fmla="*/ 1184207 h 1472498"/>
                  <a:gd name="connsiteX44" fmla="*/ 481711 w 1453388"/>
                  <a:gd name="connsiteY44" fmla="*/ 1325051 h 1472498"/>
                  <a:gd name="connsiteX45" fmla="*/ 439166 w 1453388"/>
                  <a:gd name="connsiteY45" fmla="*/ 1458527 h 1472498"/>
                  <a:gd name="connsiteX46" fmla="*/ 413258 w 1453388"/>
                  <a:gd name="connsiteY46" fmla="*/ 1468814 h 1472498"/>
                  <a:gd name="connsiteX47" fmla="*/ 520319 w 1453388"/>
                  <a:gd name="connsiteY47" fmla="*/ 1228657 h 1472498"/>
                  <a:gd name="connsiteX48" fmla="*/ 650621 w 1453388"/>
                  <a:gd name="connsiteY48" fmla="*/ 1136963 h 1472498"/>
                  <a:gd name="connsiteX49" fmla="*/ 524637 w 1453388"/>
                  <a:gd name="connsiteY49" fmla="*/ 1011361 h 1472498"/>
                  <a:gd name="connsiteX50" fmla="*/ 446024 w 1453388"/>
                  <a:gd name="connsiteY50" fmla="*/ 970720 h 1472498"/>
                  <a:gd name="connsiteX51" fmla="*/ 414147 w 1453388"/>
                  <a:gd name="connsiteY51" fmla="*/ 824925 h 1472498"/>
                  <a:gd name="connsiteX52" fmla="*/ 513842 w 1453388"/>
                  <a:gd name="connsiteY52" fmla="*/ 724849 h 1472498"/>
                  <a:gd name="connsiteX53" fmla="*/ 691896 w 1453388"/>
                  <a:gd name="connsiteY53" fmla="*/ 550477 h 1472498"/>
                  <a:gd name="connsiteX54" fmla="*/ 869061 w 1453388"/>
                  <a:gd name="connsiteY54" fmla="*/ 514409 h 1472498"/>
                  <a:gd name="connsiteX55" fmla="*/ 869061 w 1453388"/>
                  <a:gd name="connsiteY55" fmla="*/ 398458 h 1472498"/>
                  <a:gd name="connsiteX56" fmla="*/ 722757 w 1453388"/>
                  <a:gd name="connsiteY56" fmla="*/ 301684 h 1472498"/>
                  <a:gd name="connsiteX57" fmla="*/ 610616 w 1453388"/>
                  <a:gd name="connsiteY57" fmla="*/ 358453 h 1472498"/>
                  <a:gd name="connsiteX58" fmla="*/ 395224 w 1453388"/>
                  <a:gd name="connsiteY58" fmla="*/ 348801 h 1472498"/>
                  <a:gd name="connsiteX59" fmla="*/ 326771 w 1453388"/>
                  <a:gd name="connsiteY59" fmla="*/ 533713 h 1472498"/>
                  <a:gd name="connsiteX60" fmla="*/ 356489 w 1453388"/>
                  <a:gd name="connsiteY60" fmla="*/ 561400 h 1472498"/>
                  <a:gd name="connsiteX61" fmla="*/ 290703 w 1453388"/>
                  <a:gd name="connsiteY61" fmla="*/ 659189 h 1472498"/>
                  <a:gd name="connsiteX62" fmla="*/ 241808 w 1453388"/>
                  <a:gd name="connsiteY62" fmla="*/ 552890 h 1472498"/>
                  <a:gd name="connsiteX63" fmla="*/ 300228 w 1453388"/>
                  <a:gd name="connsiteY63" fmla="*/ 527871 h 1472498"/>
                  <a:gd name="connsiteX64" fmla="*/ 349250 w 1453388"/>
                  <a:gd name="connsiteY64" fmla="*/ 400871 h 1472498"/>
                  <a:gd name="connsiteX65" fmla="*/ 372999 w 1453388"/>
                  <a:gd name="connsiteY65" fmla="*/ 338895 h 1472498"/>
                  <a:gd name="connsiteX66" fmla="*/ 180721 w 1453388"/>
                  <a:gd name="connsiteY66" fmla="*/ 261933 h 1472498"/>
                  <a:gd name="connsiteX67" fmla="*/ 131445 w 1453388"/>
                  <a:gd name="connsiteY67" fmla="*/ 300288 h 1472498"/>
                  <a:gd name="connsiteX68" fmla="*/ 34798 w 1453388"/>
                  <a:gd name="connsiteY68" fmla="*/ 262441 h 1472498"/>
                  <a:gd name="connsiteX69" fmla="*/ 62103 w 1453388"/>
                  <a:gd name="connsiteY69" fmla="*/ 148014 h 1472498"/>
                  <a:gd name="connsiteX70" fmla="*/ 130175 w 1453388"/>
                  <a:gd name="connsiteY70" fmla="*/ 143696 h 1472498"/>
                  <a:gd name="connsiteX71" fmla="*/ 124587 w 1453388"/>
                  <a:gd name="connsiteY71" fmla="*/ 109660 h 1472498"/>
                  <a:gd name="connsiteX72" fmla="*/ 839978 w 1453388"/>
                  <a:gd name="connsiteY72" fmla="*/ 33334 h 1472498"/>
                  <a:gd name="connsiteX73" fmla="*/ 729488 w 1453388"/>
                  <a:gd name="connsiteY73" fmla="*/ 140649 h 1472498"/>
                  <a:gd name="connsiteX74" fmla="*/ 886968 w 1453388"/>
                  <a:gd name="connsiteY74" fmla="*/ 369883 h 1472498"/>
                  <a:gd name="connsiteX75" fmla="*/ 1055370 w 1453388"/>
                  <a:gd name="connsiteY75" fmla="*/ 257362 h 1472498"/>
                  <a:gd name="connsiteX76" fmla="*/ 993902 w 1453388"/>
                  <a:gd name="connsiteY76" fmla="*/ 60765 h 1472498"/>
                  <a:gd name="connsiteX77" fmla="*/ 839978 w 1453388"/>
                  <a:gd name="connsiteY77" fmla="*/ 33334 h 1472498"/>
                  <a:gd name="connsiteX78" fmla="*/ 77851 w 1453388"/>
                  <a:gd name="connsiteY78" fmla="*/ 172526 h 1472498"/>
                  <a:gd name="connsiteX79" fmla="*/ 54356 w 1453388"/>
                  <a:gd name="connsiteY79" fmla="*/ 238565 h 1472498"/>
                  <a:gd name="connsiteX80" fmla="*/ 125984 w 1453388"/>
                  <a:gd name="connsiteY80" fmla="*/ 274126 h 1472498"/>
                  <a:gd name="connsiteX81" fmla="*/ 170180 w 1453388"/>
                  <a:gd name="connsiteY81" fmla="*/ 225484 h 1472498"/>
                  <a:gd name="connsiteX82" fmla="*/ 77851 w 1453388"/>
                  <a:gd name="connsiteY82" fmla="*/ 172526 h 1472498"/>
                  <a:gd name="connsiteX83" fmla="*/ 787400 w 1453388"/>
                  <a:gd name="connsiteY83" fmla="*/ 550224 h 1472498"/>
                  <a:gd name="connsiteX84" fmla="*/ 551561 w 1453388"/>
                  <a:gd name="connsiteY84" fmla="*/ 708084 h 1472498"/>
                  <a:gd name="connsiteX85" fmla="*/ 521081 w 1453388"/>
                  <a:gd name="connsiteY85" fmla="*/ 910269 h 1472498"/>
                  <a:gd name="connsiteX86" fmla="*/ 656336 w 1453388"/>
                  <a:gd name="connsiteY86" fmla="*/ 1108643 h 1472498"/>
                  <a:gd name="connsiteX87" fmla="*/ 885698 w 1453388"/>
                  <a:gd name="connsiteY87" fmla="*/ 1143059 h 1472498"/>
                  <a:gd name="connsiteX88" fmla="*/ 1167257 w 1453388"/>
                  <a:gd name="connsiteY88" fmla="*/ 1081464 h 1472498"/>
                  <a:gd name="connsiteX89" fmla="*/ 1254379 w 1453388"/>
                  <a:gd name="connsiteY89" fmla="*/ 789745 h 1472498"/>
                  <a:gd name="connsiteX90" fmla="*/ 1073404 w 1453388"/>
                  <a:gd name="connsiteY90" fmla="*/ 576766 h 1472498"/>
                  <a:gd name="connsiteX91" fmla="*/ 787400 w 1453388"/>
                  <a:gd name="connsiteY91" fmla="*/ 550224 h 1472498"/>
                  <a:gd name="connsiteX92" fmla="*/ 266700 w 1453388"/>
                  <a:gd name="connsiteY92" fmla="*/ 566480 h 1472498"/>
                  <a:gd name="connsiteX93" fmla="*/ 314071 w 1453388"/>
                  <a:gd name="connsiteY93" fmla="*/ 625407 h 1472498"/>
                  <a:gd name="connsiteX94" fmla="*/ 266700 w 1453388"/>
                  <a:gd name="connsiteY94" fmla="*/ 566480 h 1472498"/>
                  <a:gd name="connsiteX95" fmla="*/ 508508 w 1453388"/>
                  <a:gd name="connsiteY95" fmla="*/ 984309 h 1472498"/>
                  <a:gd name="connsiteX96" fmla="*/ 500888 w 1453388"/>
                  <a:gd name="connsiteY96" fmla="*/ 753677 h 1472498"/>
                  <a:gd name="connsiteX97" fmla="*/ 508508 w 1453388"/>
                  <a:gd name="connsiteY97" fmla="*/ 984309 h 1472498"/>
                  <a:gd name="connsiteX98" fmla="*/ 1274572 w 1453388"/>
                  <a:gd name="connsiteY98" fmla="*/ 752662 h 1472498"/>
                  <a:gd name="connsiteX99" fmla="*/ 1273048 w 1453388"/>
                  <a:gd name="connsiteY99" fmla="*/ 989008 h 1472498"/>
                  <a:gd name="connsiteX100" fmla="*/ 1274572 w 1453388"/>
                  <a:gd name="connsiteY100" fmla="*/ 752662 h 1472498"/>
                  <a:gd name="connsiteX101" fmla="*/ 1310640 w 1453388"/>
                  <a:gd name="connsiteY101" fmla="*/ 1163761 h 1472498"/>
                  <a:gd name="connsiteX102" fmla="*/ 1312418 w 1453388"/>
                  <a:gd name="connsiteY102" fmla="*/ 1303461 h 1472498"/>
                  <a:gd name="connsiteX103" fmla="*/ 1425702 w 1453388"/>
                  <a:gd name="connsiteY103" fmla="*/ 1234119 h 1472498"/>
                  <a:gd name="connsiteX104" fmla="*/ 1310640 w 1453388"/>
                  <a:gd name="connsiteY104" fmla="*/ 1163761 h 1472498"/>
                  <a:gd name="connsiteX105" fmla="*/ 1154557 w 1453388"/>
                  <a:gd name="connsiteY105" fmla="*/ 1181540 h 1472498"/>
                  <a:gd name="connsiteX106" fmla="*/ 1189609 w 1453388"/>
                  <a:gd name="connsiteY106" fmla="*/ 1338005 h 1472498"/>
                  <a:gd name="connsiteX107" fmla="*/ 1241806 w 1453388"/>
                  <a:gd name="connsiteY107" fmla="*/ 1235643 h 1472498"/>
                  <a:gd name="connsiteX108" fmla="*/ 1154557 w 1453388"/>
                  <a:gd name="connsiteY108" fmla="*/ 1181540 h 1472498"/>
                  <a:gd name="connsiteX0" fmla="*/ 0 w 1453388"/>
                  <a:gd name="connsiteY0" fmla="*/ 45399 h 1472498"/>
                  <a:gd name="connsiteX1" fmla="*/ 147193 w 1453388"/>
                  <a:gd name="connsiteY1" fmla="*/ 125155 h 1472498"/>
                  <a:gd name="connsiteX2" fmla="*/ 196977 w 1453388"/>
                  <a:gd name="connsiteY2" fmla="*/ 181034 h 1472498"/>
                  <a:gd name="connsiteX3" fmla="*/ 195326 w 1453388"/>
                  <a:gd name="connsiteY3" fmla="*/ 241740 h 1472498"/>
                  <a:gd name="connsiteX4" fmla="*/ 488950 w 1453388"/>
                  <a:gd name="connsiteY4" fmla="*/ 345245 h 1472498"/>
                  <a:gd name="connsiteX5" fmla="*/ 603758 w 1453388"/>
                  <a:gd name="connsiteY5" fmla="*/ 328482 h 1472498"/>
                  <a:gd name="connsiteX6" fmla="*/ 708787 w 1453388"/>
                  <a:gd name="connsiteY6" fmla="*/ 280476 h 1472498"/>
                  <a:gd name="connsiteX7" fmla="*/ 694817 w 1453388"/>
                  <a:gd name="connsiteY7" fmla="*/ 182685 h 1472498"/>
                  <a:gd name="connsiteX8" fmla="*/ 744220 w 1453388"/>
                  <a:gd name="connsiteY8" fmla="*/ 62924 h 1472498"/>
                  <a:gd name="connsiteX9" fmla="*/ 972566 w 1453388"/>
                  <a:gd name="connsiteY9" fmla="*/ 17077 h 1472498"/>
                  <a:gd name="connsiteX10" fmla="*/ 1092200 w 1453388"/>
                  <a:gd name="connsiteY10" fmla="*/ 236533 h 1472498"/>
                  <a:gd name="connsiteX11" fmla="*/ 1092532 w 1453388"/>
                  <a:gd name="connsiteY11" fmla="*/ 256335 h 1472498"/>
                  <a:gd name="connsiteX12" fmla="*/ 1082294 w 1453388"/>
                  <a:gd name="connsiteY12" fmla="*/ 261426 h 1472498"/>
                  <a:gd name="connsiteX13" fmla="*/ 945007 w 1453388"/>
                  <a:gd name="connsiteY13" fmla="*/ 390712 h 1472498"/>
                  <a:gd name="connsiteX14" fmla="*/ 895604 w 1453388"/>
                  <a:gd name="connsiteY14" fmla="*/ 397570 h 1472498"/>
                  <a:gd name="connsiteX15" fmla="*/ 895350 w 1453388"/>
                  <a:gd name="connsiteY15" fmla="*/ 515171 h 1472498"/>
                  <a:gd name="connsiteX16" fmla="*/ 1144651 w 1453388"/>
                  <a:gd name="connsiteY16" fmla="*/ 586800 h 1472498"/>
                  <a:gd name="connsiteX17" fmla="*/ 1251204 w 1453388"/>
                  <a:gd name="connsiteY17" fmla="*/ 704528 h 1472498"/>
                  <a:gd name="connsiteX18" fmla="*/ 1340993 w 1453388"/>
                  <a:gd name="connsiteY18" fmla="*/ 779713 h 1472498"/>
                  <a:gd name="connsiteX19" fmla="*/ 1256030 w 1453388"/>
                  <a:gd name="connsiteY19" fmla="*/ 1014155 h 1472498"/>
                  <a:gd name="connsiteX20" fmla="*/ 1237361 w 1453388"/>
                  <a:gd name="connsiteY20" fmla="*/ 1043111 h 1472498"/>
                  <a:gd name="connsiteX21" fmla="*/ 1122934 w 1453388"/>
                  <a:gd name="connsiteY21" fmla="*/ 1135439 h 1472498"/>
                  <a:gd name="connsiteX22" fmla="*/ 1246632 w 1453388"/>
                  <a:gd name="connsiteY22" fmla="*/ 1210624 h 1472498"/>
                  <a:gd name="connsiteX23" fmla="*/ 1310640 w 1453388"/>
                  <a:gd name="connsiteY23" fmla="*/ 1137345 h 1472498"/>
                  <a:gd name="connsiteX24" fmla="*/ 1410843 w 1453388"/>
                  <a:gd name="connsiteY24" fmla="*/ 1154108 h 1472498"/>
                  <a:gd name="connsiteX25" fmla="*/ 1453388 w 1453388"/>
                  <a:gd name="connsiteY25" fmla="*/ 1224720 h 1472498"/>
                  <a:gd name="connsiteX26" fmla="*/ 1383665 w 1453388"/>
                  <a:gd name="connsiteY26" fmla="*/ 1462338 h 1472498"/>
                  <a:gd name="connsiteX27" fmla="*/ 1360424 w 1453388"/>
                  <a:gd name="connsiteY27" fmla="*/ 1465005 h 1472498"/>
                  <a:gd name="connsiteX28" fmla="*/ 1413637 w 1453388"/>
                  <a:gd name="connsiteY28" fmla="*/ 1314509 h 1472498"/>
                  <a:gd name="connsiteX29" fmla="*/ 1331468 w 1453388"/>
                  <a:gd name="connsiteY29" fmla="*/ 1334068 h 1472498"/>
                  <a:gd name="connsiteX30" fmla="*/ 1247394 w 1453388"/>
                  <a:gd name="connsiteY30" fmla="*/ 1274251 h 1472498"/>
                  <a:gd name="connsiteX31" fmla="*/ 1194054 w 1453388"/>
                  <a:gd name="connsiteY31" fmla="*/ 1459036 h 1472498"/>
                  <a:gd name="connsiteX32" fmla="*/ 1192022 w 1453388"/>
                  <a:gd name="connsiteY32" fmla="*/ 1472498 h 1472498"/>
                  <a:gd name="connsiteX33" fmla="*/ 1176909 w 1453388"/>
                  <a:gd name="connsiteY33" fmla="*/ 1457257 h 1472498"/>
                  <a:gd name="connsiteX34" fmla="*/ 1165606 w 1453388"/>
                  <a:gd name="connsiteY34" fmla="*/ 1370136 h 1472498"/>
                  <a:gd name="connsiteX35" fmla="*/ 1128776 w 1453388"/>
                  <a:gd name="connsiteY35" fmla="*/ 1185986 h 1472498"/>
                  <a:gd name="connsiteX36" fmla="*/ 1121791 w 1453388"/>
                  <a:gd name="connsiteY36" fmla="*/ 1162618 h 1472498"/>
                  <a:gd name="connsiteX37" fmla="*/ 950214 w 1453388"/>
                  <a:gd name="connsiteY37" fmla="*/ 1166427 h 1472498"/>
                  <a:gd name="connsiteX38" fmla="*/ 685927 w 1453388"/>
                  <a:gd name="connsiteY38" fmla="*/ 1159062 h 1472498"/>
                  <a:gd name="connsiteX39" fmla="*/ 645795 w 1453388"/>
                  <a:gd name="connsiteY39" fmla="*/ 1182302 h 1472498"/>
                  <a:gd name="connsiteX40" fmla="*/ 599694 w 1453388"/>
                  <a:gd name="connsiteY40" fmla="*/ 1461830 h 1472498"/>
                  <a:gd name="connsiteX41" fmla="*/ 574929 w 1453388"/>
                  <a:gd name="connsiteY41" fmla="*/ 1466020 h 1472498"/>
                  <a:gd name="connsiteX42" fmla="*/ 614299 w 1453388"/>
                  <a:gd name="connsiteY42" fmla="*/ 1184207 h 1472498"/>
                  <a:gd name="connsiteX43" fmla="*/ 481711 w 1453388"/>
                  <a:gd name="connsiteY43" fmla="*/ 1325051 h 1472498"/>
                  <a:gd name="connsiteX44" fmla="*/ 439166 w 1453388"/>
                  <a:gd name="connsiteY44" fmla="*/ 1458527 h 1472498"/>
                  <a:gd name="connsiteX45" fmla="*/ 413258 w 1453388"/>
                  <a:gd name="connsiteY45" fmla="*/ 1468814 h 1472498"/>
                  <a:gd name="connsiteX46" fmla="*/ 520319 w 1453388"/>
                  <a:gd name="connsiteY46" fmla="*/ 1228657 h 1472498"/>
                  <a:gd name="connsiteX47" fmla="*/ 650621 w 1453388"/>
                  <a:gd name="connsiteY47" fmla="*/ 1136963 h 1472498"/>
                  <a:gd name="connsiteX48" fmla="*/ 524637 w 1453388"/>
                  <a:gd name="connsiteY48" fmla="*/ 1011361 h 1472498"/>
                  <a:gd name="connsiteX49" fmla="*/ 446024 w 1453388"/>
                  <a:gd name="connsiteY49" fmla="*/ 970720 h 1472498"/>
                  <a:gd name="connsiteX50" fmla="*/ 414147 w 1453388"/>
                  <a:gd name="connsiteY50" fmla="*/ 824925 h 1472498"/>
                  <a:gd name="connsiteX51" fmla="*/ 513842 w 1453388"/>
                  <a:gd name="connsiteY51" fmla="*/ 724849 h 1472498"/>
                  <a:gd name="connsiteX52" fmla="*/ 691896 w 1453388"/>
                  <a:gd name="connsiteY52" fmla="*/ 550477 h 1472498"/>
                  <a:gd name="connsiteX53" fmla="*/ 869061 w 1453388"/>
                  <a:gd name="connsiteY53" fmla="*/ 514409 h 1472498"/>
                  <a:gd name="connsiteX54" fmla="*/ 869061 w 1453388"/>
                  <a:gd name="connsiteY54" fmla="*/ 398458 h 1472498"/>
                  <a:gd name="connsiteX55" fmla="*/ 722757 w 1453388"/>
                  <a:gd name="connsiteY55" fmla="*/ 301684 h 1472498"/>
                  <a:gd name="connsiteX56" fmla="*/ 610616 w 1453388"/>
                  <a:gd name="connsiteY56" fmla="*/ 358453 h 1472498"/>
                  <a:gd name="connsiteX57" fmla="*/ 395224 w 1453388"/>
                  <a:gd name="connsiteY57" fmla="*/ 348801 h 1472498"/>
                  <a:gd name="connsiteX58" fmla="*/ 326771 w 1453388"/>
                  <a:gd name="connsiteY58" fmla="*/ 533713 h 1472498"/>
                  <a:gd name="connsiteX59" fmla="*/ 356489 w 1453388"/>
                  <a:gd name="connsiteY59" fmla="*/ 561400 h 1472498"/>
                  <a:gd name="connsiteX60" fmla="*/ 290703 w 1453388"/>
                  <a:gd name="connsiteY60" fmla="*/ 659189 h 1472498"/>
                  <a:gd name="connsiteX61" fmla="*/ 241808 w 1453388"/>
                  <a:gd name="connsiteY61" fmla="*/ 552890 h 1472498"/>
                  <a:gd name="connsiteX62" fmla="*/ 300228 w 1453388"/>
                  <a:gd name="connsiteY62" fmla="*/ 527871 h 1472498"/>
                  <a:gd name="connsiteX63" fmla="*/ 349250 w 1453388"/>
                  <a:gd name="connsiteY63" fmla="*/ 400871 h 1472498"/>
                  <a:gd name="connsiteX64" fmla="*/ 372999 w 1453388"/>
                  <a:gd name="connsiteY64" fmla="*/ 338895 h 1472498"/>
                  <a:gd name="connsiteX65" fmla="*/ 180721 w 1453388"/>
                  <a:gd name="connsiteY65" fmla="*/ 261933 h 1472498"/>
                  <a:gd name="connsiteX66" fmla="*/ 131445 w 1453388"/>
                  <a:gd name="connsiteY66" fmla="*/ 300288 h 1472498"/>
                  <a:gd name="connsiteX67" fmla="*/ 34798 w 1453388"/>
                  <a:gd name="connsiteY67" fmla="*/ 262441 h 1472498"/>
                  <a:gd name="connsiteX68" fmla="*/ 62103 w 1453388"/>
                  <a:gd name="connsiteY68" fmla="*/ 148014 h 1472498"/>
                  <a:gd name="connsiteX69" fmla="*/ 130175 w 1453388"/>
                  <a:gd name="connsiteY69" fmla="*/ 143696 h 1472498"/>
                  <a:gd name="connsiteX70" fmla="*/ 124587 w 1453388"/>
                  <a:gd name="connsiteY70" fmla="*/ 109660 h 1472498"/>
                  <a:gd name="connsiteX71" fmla="*/ 839978 w 1453388"/>
                  <a:gd name="connsiteY71" fmla="*/ 33334 h 1472498"/>
                  <a:gd name="connsiteX72" fmla="*/ 729488 w 1453388"/>
                  <a:gd name="connsiteY72" fmla="*/ 140649 h 1472498"/>
                  <a:gd name="connsiteX73" fmla="*/ 886968 w 1453388"/>
                  <a:gd name="connsiteY73" fmla="*/ 369883 h 1472498"/>
                  <a:gd name="connsiteX74" fmla="*/ 1055370 w 1453388"/>
                  <a:gd name="connsiteY74" fmla="*/ 257362 h 1472498"/>
                  <a:gd name="connsiteX75" fmla="*/ 993902 w 1453388"/>
                  <a:gd name="connsiteY75" fmla="*/ 60765 h 1472498"/>
                  <a:gd name="connsiteX76" fmla="*/ 839978 w 1453388"/>
                  <a:gd name="connsiteY76" fmla="*/ 33334 h 1472498"/>
                  <a:gd name="connsiteX77" fmla="*/ 77851 w 1453388"/>
                  <a:gd name="connsiteY77" fmla="*/ 172526 h 1472498"/>
                  <a:gd name="connsiteX78" fmla="*/ 54356 w 1453388"/>
                  <a:gd name="connsiteY78" fmla="*/ 238565 h 1472498"/>
                  <a:gd name="connsiteX79" fmla="*/ 125984 w 1453388"/>
                  <a:gd name="connsiteY79" fmla="*/ 274126 h 1472498"/>
                  <a:gd name="connsiteX80" fmla="*/ 170180 w 1453388"/>
                  <a:gd name="connsiteY80" fmla="*/ 225484 h 1472498"/>
                  <a:gd name="connsiteX81" fmla="*/ 77851 w 1453388"/>
                  <a:gd name="connsiteY81" fmla="*/ 172526 h 1472498"/>
                  <a:gd name="connsiteX82" fmla="*/ 787400 w 1453388"/>
                  <a:gd name="connsiteY82" fmla="*/ 550224 h 1472498"/>
                  <a:gd name="connsiteX83" fmla="*/ 551561 w 1453388"/>
                  <a:gd name="connsiteY83" fmla="*/ 708084 h 1472498"/>
                  <a:gd name="connsiteX84" fmla="*/ 521081 w 1453388"/>
                  <a:gd name="connsiteY84" fmla="*/ 910269 h 1472498"/>
                  <a:gd name="connsiteX85" fmla="*/ 656336 w 1453388"/>
                  <a:gd name="connsiteY85" fmla="*/ 1108643 h 1472498"/>
                  <a:gd name="connsiteX86" fmla="*/ 885698 w 1453388"/>
                  <a:gd name="connsiteY86" fmla="*/ 1143059 h 1472498"/>
                  <a:gd name="connsiteX87" fmla="*/ 1167257 w 1453388"/>
                  <a:gd name="connsiteY87" fmla="*/ 1081464 h 1472498"/>
                  <a:gd name="connsiteX88" fmla="*/ 1254379 w 1453388"/>
                  <a:gd name="connsiteY88" fmla="*/ 789745 h 1472498"/>
                  <a:gd name="connsiteX89" fmla="*/ 1073404 w 1453388"/>
                  <a:gd name="connsiteY89" fmla="*/ 576766 h 1472498"/>
                  <a:gd name="connsiteX90" fmla="*/ 787400 w 1453388"/>
                  <a:gd name="connsiteY90" fmla="*/ 550224 h 1472498"/>
                  <a:gd name="connsiteX91" fmla="*/ 266700 w 1453388"/>
                  <a:gd name="connsiteY91" fmla="*/ 566480 h 1472498"/>
                  <a:gd name="connsiteX92" fmla="*/ 314071 w 1453388"/>
                  <a:gd name="connsiteY92" fmla="*/ 625407 h 1472498"/>
                  <a:gd name="connsiteX93" fmla="*/ 266700 w 1453388"/>
                  <a:gd name="connsiteY93" fmla="*/ 566480 h 1472498"/>
                  <a:gd name="connsiteX94" fmla="*/ 508508 w 1453388"/>
                  <a:gd name="connsiteY94" fmla="*/ 984309 h 1472498"/>
                  <a:gd name="connsiteX95" fmla="*/ 500888 w 1453388"/>
                  <a:gd name="connsiteY95" fmla="*/ 753677 h 1472498"/>
                  <a:gd name="connsiteX96" fmla="*/ 508508 w 1453388"/>
                  <a:gd name="connsiteY96" fmla="*/ 984309 h 1472498"/>
                  <a:gd name="connsiteX97" fmla="*/ 1274572 w 1453388"/>
                  <a:gd name="connsiteY97" fmla="*/ 752662 h 1472498"/>
                  <a:gd name="connsiteX98" fmla="*/ 1273048 w 1453388"/>
                  <a:gd name="connsiteY98" fmla="*/ 989008 h 1472498"/>
                  <a:gd name="connsiteX99" fmla="*/ 1274572 w 1453388"/>
                  <a:gd name="connsiteY99" fmla="*/ 752662 h 1472498"/>
                  <a:gd name="connsiteX100" fmla="*/ 1310640 w 1453388"/>
                  <a:gd name="connsiteY100" fmla="*/ 1163761 h 1472498"/>
                  <a:gd name="connsiteX101" fmla="*/ 1312418 w 1453388"/>
                  <a:gd name="connsiteY101" fmla="*/ 1303461 h 1472498"/>
                  <a:gd name="connsiteX102" fmla="*/ 1425702 w 1453388"/>
                  <a:gd name="connsiteY102" fmla="*/ 1234119 h 1472498"/>
                  <a:gd name="connsiteX103" fmla="*/ 1310640 w 1453388"/>
                  <a:gd name="connsiteY103" fmla="*/ 1163761 h 1472498"/>
                  <a:gd name="connsiteX104" fmla="*/ 1154557 w 1453388"/>
                  <a:gd name="connsiteY104" fmla="*/ 1181540 h 1472498"/>
                  <a:gd name="connsiteX105" fmla="*/ 1189609 w 1453388"/>
                  <a:gd name="connsiteY105" fmla="*/ 1338005 h 1472498"/>
                  <a:gd name="connsiteX106" fmla="*/ 1241806 w 1453388"/>
                  <a:gd name="connsiteY106" fmla="*/ 1235643 h 1472498"/>
                  <a:gd name="connsiteX107" fmla="*/ 1154557 w 1453388"/>
                  <a:gd name="connsiteY107" fmla="*/ 1181540 h 1472498"/>
                  <a:gd name="connsiteX0" fmla="*/ 0 w 1453388"/>
                  <a:gd name="connsiteY0" fmla="*/ 45399 h 1472498"/>
                  <a:gd name="connsiteX1" fmla="*/ 147193 w 1453388"/>
                  <a:gd name="connsiteY1" fmla="*/ 125155 h 1472498"/>
                  <a:gd name="connsiteX2" fmla="*/ 196977 w 1453388"/>
                  <a:gd name="connsiteY2" fmla="*/ 181034 h 1472498"/>
                  <a:gd name="connsiteX3" fmla="*/ 195326 w 1453388"/>
                  <a:gd name="connsiteY3" fmla="*/ 241740 h 1472498"/>
                  <a:gd name="connsiteX4" fmla="*/ 488950 w 1453388"/>
                  <a:gd name="connsiteY4" fmla="*/ 345245 h 1472498"/>
                  <a:gd name="connsiteX5" fmla="*/ 603758 w 1453388"/>
                  <a:gd name="connsiteY5" fmla="*/ 328482 h 1472498"/>
                  <a:gd name="connsiteX6" fmla="*/ 708787 w 1453388"/>
                  <a:gd name="connsiteY6" fmla="*/ 280476 h 1472498"/>
                  <a:gd name="connsiteX7" fmla="*/ 694817 w 1453388"/>
                  <a:gd name="connsiteY7" fmla="*/ 182685 h 1472498"/>
                  <a:gd name="connsiteX8" fmla="*/ 744220 w 1453388"/>
                  <a:gd name="connsiteY8" fmla="*/ 62924 h 1472498"/>
                  <a:gd name="connsiteX9" fmla="*/ 972566 w 1453388"/>
                  <a:gd name="connsiteY9" fmla="*/ 17077 h 1472498"/>
                  <a:gd name="connsiteX10" fmla="*/ 1092200 w 1453388"/>
                  <a:gd name="connsiteY10" fmla="*/ 236533 h 1472498"/>
                  <a:gd name="connsiteX11" fmla="*/ 1092532 w 1453388"/>
                  <a:gd name="connsiteY11" fmla="*/ 256335 h 1472498"/>
                  <a:gd name="connsiteX12" fmla="*/ 1082294 w 1453388"/>
                  <a:gd name="connsiteY12" fmla="*/ 261426 h 1472498"/>
                  <a:gd name="connsiteX13" fmla="*/ 945007 w 1453388"/>
                  <a:gd name="connsiteY13" fmla="*/ 390712 h 1472498"/>
                  <a:gd name="connsiteX14" fmla="*/ 895604 w 1453388"/>
                  <a:gd name="connsiteY14" fmla="*/ 397570 h 1472498"/>
                  <a:gd name="connsiteX15" fmla="*/ 895350 w 1453388"/>
                  <a:gd name="connsiteY15" fmla="*/ 515171 h 1472498"/>
                  <a:gd name="connsiteX16" fmla="*/ 1144651 w 1453388"/>
                  <a:gd name="connsiteY16" fmla="*/ 586800 h 1472498"/>
                  <a:gd name="connsiteX17" fmla="*/ 1251204 w 1453388"/>
                  <a:gd name="connsiteY17" fmla="*/ 704528 h 1472498"/>
                  <a:gd name="connsiteX18" fmla="*/ 1340993 w 1453388"/>
                  <a:gd name="connsiteY18" fmla="*/ 779713 h 1472498"/>
                  <a:gd name="connsiteX19" fmla="*/ 1256030 w 1453388"/>
                  <a:gd name="connsiteY19" fmla="*/ 1014155 h 1472498"/>
                  <a:gd name="connsiteX20" fmla="*/ 1237361 w 1453388"/>
                  <a:gd name="connsiteY20" fmla="*/ 1043111 h 1472498"/>
                  <a:gd name="connsiteX21" fmla="*/ 1122934 w 1453388"/>
                  <a:gd name="connsiteY21" fmla="*/ 1135439 h 1472498"/>
                  <a:gd name="connsiteX22" fmla="*/ 1246632 w 1453388"/>
                  <a:gd name="connsiteY22" fmla="*/ 1210624 h 1472498"/>
                  <a:gd name="connsiteX23" fmla="*/ 1310640 w 1453388"/>
                  <a:gd name="connsiteY23" fmla="*/ 1137345 h 1472498"/>
                  <a:gd name="connsiteX24" fmla="*/ 1410843 w 1453388"/>
                  <a:gd name="connsiteY24" fmla="*/ 1154108 h 1472498"/>
                  <a:gd name="connsiteX25" fmla="*/ 1453388 w 1453388"/>
                  <a:gd name="connsiteY25" fmla="*/ 1224720 h 1472498"/>
                  <a:gd name="connsiteX26" fmla="*/ 1383665 w 1453388"/>
                  <a:gd name="connsiteY26" fmla="*/ 1462338 h 1472498"/>
                  <a:gd name="connsiteX27" fmla="*/ 1360424 w 1453388"/>
                  <a:gd name="connsiteY27" fmla="*/ 1465005 h 1472498"/>
                  <a:gd name="connsiteX28" fmla="*/ 1413637 w 1453388"/>
                  <a:gd name="connsiteY28" fmla="*/ 1314509 h 1472498"/>
                  <a:gd name="connsiteX29" fmla="*/ 1331468 w 1453388"/>
                  <a:gd name="connsiteY29" fmla="*/ 1334068 h 1472498"/>
                  <a:gd name="connsiteX30" fmla="*/ 1247394 w 1453388"/>
                  <a:gd name="connsiteY30" fmla="*/ 1274251 h 1472498"/>
                  <a:gd name="connsiteX31" fmla="*/ 1194054 w 1453388"/>
                  <a:gd name="connsiteY31" fmla="*/ 1459036 h 1472498"/>
                  <a:gd name="connsiteX32" fmla="*/ 1192022 w 1453388"/>
                  <a:gd name="connsiteY32" fmla="*/ 1472498 h 1472498"/>
                  <a:gd name="connsiteX33" fmla="*/ 1176909 w 1453388"/>
                  <a:gd name="connsiteY33" fmla="*/ 1457257 h 1472498"/>
                  <a:gd name="connsiteX34" fmla="*/ 1165606 w 1453388"/>
                  <a:gd name="connsiteY34" fmla="*/ 1370136 h 1472498"/>
                  <a:gd name="connsiteX35" fmla="*/ 1128776 w 1453388"/>
                  <a:gd name="connsiteY35" fmla="*/ 1185986 h 1472498"/>
                  <a:gd name="connsiteX36" fmla="*/ 1121791 w 1453388"/>
                  <a:gd name="connsiteY36" fmla="*/ 1162618 h 1472498"/>
                  <a:gd name="connsiteX37" fmla="*/ 950214 w 1453388"/>
                  <a:gd name="connsiteY37" fmla="*/ 1166427 h 1472498"/>
                  <a:gd name="connsiteX38" fmla="*/ 685927 w 1453388"/>
                  <a:gd name="connsiteY38" fmla="*/ 1159062 h 1472498"/>
                  <a:gd name="connsiteX39" fmla="*/ 645795 w 1453388"/>
                  <a:gd name="connsiteY39" fmla="*/ 1182302 h 1472498"/>
                  <a:gd name="connsiteX40" fmla="*/ 599694 w 1453388"/>
                  <a:gd name="connsiteY40" fmla="*/ 1461830 h 1472498"/>
                  <a:gd name="connsiteX41" fmla="*/ 574929 w 1453388"/>
                  <a:gd name="connsiteY41" fmla="*/ 1466020 h 1472498"/>
                  <a:gd name="connsiteX42" fmla="*/ 614299 w 1453388"/>
                  <a:gd name="connsiteY42" fmla="*/ 1184207 h 1472498"/>
                  <a:gd name="connsiteX43" fmla="*/ 481711 w 1453388"/>
                  <a:gd name="connsiteY43" fmla="*/ 1325051 h 1472498"/>
                  <a:gd name="connsiteX44" fmla="*/ 439166 w 1453388"/>
                  <a:gd name="connsiteY44" fmla="*/ 1458527 h 1472498"/>
                  <a:gd name="connsiteX45" fmla="*/ 413258 w 1453388"/>
                  <a:gd name="connsiteY45" fmla="*/ 1468814 h 1472498"/>
                  <a:gd name="connsiteX46" fmla="*/ 520319 w 1453388"/>
                  <a:gd name="connsiteY46" fmla="*/ 1228657 h 1472498"/>
                  <a:gd name="connsiteX47" fmla="*/ 650621 w 1453388"/>
                  <a:gd name="connsiteY47" fmla="*/ 1136963 h 1472498"/>
                  <a:gd name="connsiteX48" fmla="*/ 524637 w 1453388"/>
                  <a:gd name="connsiteY48" fmla="*/ 1011361 h 1472498"/>
                  <a:gd name="connsiteX49" fmla="*/ 446024 w 1453388"/>
                  <a:gd name="connsiteY49" fmla="*/ 970720 h 1472498"/>
                  <a:gd name="connsiteX50" fmla="*/ 414147 w 1453388"/>
                  <a:gd name="connsiteY50" fmla="*/ 824925 h 1472498"/>
                  <a:gd name="connsiteX51" fmla="*/ 513842 w 1453388"/>
                  <a:gd name="connsiteY51" fmla="*/ 724849 h 1472498"/>
                  <a:gd name="connsiteX52" fmla="*/ 691896 w 1453388"/>
                  <a:gd name="connsiteY52" fmla="*/ 550477 h 1472498"/>
                  <a:gd name="connsiteX53" fmla="*/ 869061 w 1453388"/>
                  <a:gd name="connsiteY53" fmla="*/ 514409 h 1472498"/>
                  <a:gd name="connsiteX54" fmla="*/ 869061 w 1453388"/>
                  <a:gd name="connsiteY54" fmla="*/ 398458 h 1472498"/>
                  <a:gd name="connsiteX55" fmla="*/ 722757 w 1453388"/>
                  <a:gd name="connsiteY55" fmla="*/ 301684 h 1472498"/>
                  <a:gd name="connsiteX56" fmla="*/ 610616 w 1453388"/>
                  <a:gd name="connsiteY56" fmla="*/ 358453 h 1472498"/>
                  <a:gd name="connsiteX57" fmla="*/ 395224 w 1453388"/>
                  <a:gd name="connsiteY57" fmla="*/ 348801 h 1472498"/>
                  <a:gd name="connsiteX58" fmla="*/ 326771 w 1453388"/>
                  <a:gd name="connsiteY58" fmla="*/ 533713 h 1472498"/>
                  <a:gd name="connsiteX59" fmla="*/ 356489 w 1453388"/>
                  <a:gd name="connsiteY59" fmla="*/ 561400 h 1472498"/>
                  <a:gd name="connsiteX60" fmla="*/ 290703 w 1453388"/>
                  <a:gd name="connsiteY60" fmla="*/ 659189 h 1472498"/>
                  <a:gd name="connsiteX61" fmla="*/ 241808 w 1453388"/>
                  <a:gd name="connsiteY61" fmla="*/ 552890 h 1472498"/>
                  <a:gd name="connsiteX62" fmla="*/ 300228 w 1453388"/>
                  <a:gd name="connsiteY62" fmla="*/ 527871 h 1472498"/>
                  <a:gd name="connsiteX63" fmla="*/ 349250 w 1453388"/>
                  <a:gd name="connsiteY63" fmla="*/ 400871 h 1472498"/>
                  <a:gd name="connsiteX64" fmla="*/ 372999 w 1453388"/>
                  <a:gd name="connsiteY64" fmla="*/ 338895 h 1472498"/>
                  <a:gd name="connsiteX65" fmla="*/ 180721 w 1453388"/>
                  <a:gd name="connsiteY65" fmla="*/ 261933 h 1472498"/>
                  <a:gd name="connsiteX66" fmla="*/ 131445 w 1453388"/>
                  <a:gd name="connsiteY66" fmla="*/ 300288 h 1472498"/>
                  <a:gd name="connsiteX67" fmla="*/ 34798 w 1453388"/>
                  <a:gd name="connsiteY67" fmla="*/ 262441 h 1472498"/>
                  <a:gd name="connsiteX68" fmla="*/ 62103 w 1453388"/>
                  <a:gd name="connsiteY68" fmla="*/ 148014 h 1472498"/>
                  <a:gd name="connsiteX69" fmla="*/ 130175 w 1453388"/>
                  <a:gd name="connsiteY69" fmla="*/ 143696 h 1472498"/>
                  <a:gd name="connsiteX70" fmla="*/ 839978 w 1453388"/>
                  <a:gd name="connsiteY70" fmla="*/ 33334 h 1472498"/>
                  <a:gd name="connsiteX71" fmla="*/ 729488 w 1453388"/>
                  <a:gd name="connsiteY71" fmla="*/ 140649 h 1472498"/>
                  <a:gd name="connsiteX72" fmla="*/ 886968 w 1453388"/>
                  <a:gd name="connsiteY72" fmla="*/ 369883 h 1472498"/>
                  <a:gd name="connsiteX73" fmla="*/ 1055370 w 1453388"/>
                  <a:gd name="connsiteY73" fmla="*/ 257362 h 1472498"/>
                  <a:gd name="connsiteX74" fmla="*/ 993902 w 1453388"/>
                  <a:gd name="connsiteY74" fmla="*/ 60765 h 1472498"/>
                  <a:gd name="connsiteX75" fmla="*/ 839978 w 1453388"/>
                  <a:gd name="connsiteY75" fmla="*/ 33334 h 1472498"/>
                  <a:gd name="connsiteX76" fmla="*/ 77851 w 1453388"/>
                  <a:gd name="connsiteY76" fmla="*/ 172526 h 1472498"/>
                  <a:gd name="connsiteX77" fmla="*/ 54356 w 1453388"/>
                  <a:gd name="connsiteY77" fmla="*/ 238565 h 1472498"/>
                  <a:gd name="connsiteX78" fmla="*/ 125984 w 1453388"/>
                  <a:gd name="connsiteY78" fmla="*/ 274126 h 1472498"/>
                  <a:gd name="connsiteX79" fmla="*/ 170180 w 1453388"/>
                  <a:gd name="connsiteY79" fmla="*/ 225484 h 1472498"/>
                  <a:gd name="connsiteX80" fmla="*/ 77851 w 1453388"/>
                  <a:gd name="connsiteY80" fmla="*/ 172526 h 1472498"/>
                  <a:gd name="connsiteX81" fmla="*/ 787400 w 1453388"/>
                  <a:gd name="connsiteY81" fmla="*/ 550224 h 1472498"/>
                  <a:gd name="connsiteX82" fmla="*/ 551561 w 1453388"/>
                  <a:gd name="connsiteY82" fmla="*/ 708084 h 1472498"/>
                  <a:gd name="connsiteX83" fmla="*/ 521081 w 1453388"/>
                  <a:gd name="connsiteY83" fmla="*/ 910269 h 1472498"/>
                  <a:gd name="connsiteX84" fmla="*/ 656336 w 1453388"/>
                  <a:gd name="connsiteY84" fmla="*/ 1108643 h 1472498"/>
                  <a:gd name="connsiteX85" fmla="*/ 885698 w 1453388"/>
                  <a:gd name="connsiteY85" fmla="*/ 1143059 h 1472498"/>
                  <a:gd name="connsiteX86" fmla="*/ 1167257 w 1453388"/>
                  <a:gd name="connsiteY86" fmla="*/ 1081464 h 1472498"/>
                  <a:gd name="connsiteX87" fmla="*/ 1254379 w 1453388"/>
                  <a:gd name="connsiteY87" fmla="*/ 789745 h 1472498"/>
                  <a:gd name="connsiteX88" fmla="*/ 1073404 w 1453388"/>
                  <a:gd name="connsiteY88" fmla="*/ 576766 h 1472498"/>
                  <a:gd name="connsiteX89" fmla="*/ 787400 w 1453388"/>
                  <a:gd name="connsiteY89" fmla="*/ 550224 h 1472498"/>
                  <a:gd name="connsiteX90" fmla="*/ 266700 w 1453388"/>
                  <a:gd name="connsiteY90" fmla="*/ 566480 h 1472498"/>
                  <a:gd name="connsiteX91" fmla="*/ 314071 w 1453388"/>
                  <a:gd name="connsiteY91" fmla="*/ 625407 h 1472498"/>
                  <a:gd name="connsiteX92" fmla="*/ 266700 w 1453388"/>
                  <a:gd name="connsiteY92" fmla="*/ 566480 h 1472498"/>
                  <a:gd name="connsiteX93" fmla="*/ 508508 w 1453388"/>
                  <a:gd name="connsiteY93" fmla="*/ 984309 h 1472498"/>
                  <a:gd name="connsiteX94" fmla="*/ 500888 w 1453388"/>
                  <a:gd name="connsiteY94" fmla="*/ 753677 h 1472498"/>
                  <a:gd name="connsiteX95" fmla="*/ 508508 w 1453388"/>
                  <a:gd name="connsiteY95" fmla="*/ 984309 h 1472498"/>
                  <a:gd name="connsiteX96" fmla="*/ 1274572 w 1453388"/>
                  <a:gd name="connsiteY96" fmla="*/ 752662 h 1472498"/>
                  <a:gd name="connsiteX97" fmla="*/ 1273048 w 1453388"/>
                  <a:gd name="connsiteY97" fmla="*/ 989008 h 1472498"/>
                  <a:gd name="connsiteX98" fmla="*/ 1274572 w 1453388"/>
                  <a:gd name="connsiteY98" fmla="*/ 752662 h 1472498"/>
                  <a:gd name="connsiteX99" fmla="*/ 1310640 w 1453388"/>
                  <a:gd name="connsiteY99" fmla="*/ 1163761 h 1472498"/>
                  <a:gd name="connsiteX100" fmla="*/ 1312418 w 1453388"/>
                  <a:gd name="connsiteY100" fmla="*/ 1303461 h 1472498"/>
                  <a:gd name="connsiteX101" fmla="*/ 1425702 w 1453388"/>
                  <a:gd name="connsiteY101" fmla="*/ 1234119 h 1472498"/>
                  <a:gd name="connsiteX102" fmla="*/ 1310640 w 1453388"/>
                  <a:gd name="connsiteY102" fmla="*/ 1163761 h 1472498"/>
                  <a:gd name="connsiteX103" fmla="*/ 1154557 w 1453388"/>
                  <a:gd name="connsiteY103" fmla="*/ 1181540 h 1472498"/>
                  <a:gd name="connsiteX104" fmla="*/ 1189609 w 1453388"/>
                  <a:gd name="connsiteY104" fmla="*/ 1338005 h 1472498"/>
                  <a:gd name="connsiteX105" fmla="*/ 1241806 w 1453388"/>
                  <a:gd name="connsiteY105" fmla="*/ 1235643 h 1472498"/>
                  <a:gd name="connsiteX106" fmla="*/ 1154557 w 1453388"/>
                  <a:gd name="connsiteY106" fmla="*/ 1181540 h 1472498"/>
                  <a:gd name="connsiteX0" fmla="*/ 0 w 1453388"/>
                  <a:gd name="connsiteY0" fmla="*/ 45399 h 1472498"/>
                  <a:gd name="connsiteX1" fmla="*/ 147193 w 1453388"/>
                  <a:gd name="connsiteY1" fmla="*/ 125155 h 1472498"/>
                  <a:gd name="connsiteX2" fmla="*/ 196977 w 1453388"/>
                  <a:gd name="connsiteY2" fmla="*/ 181034 h 1472498"/>
                  <a:gd name="connsiteX3" fmla="*/ 195326 w 1453388"/>
                  <a:gd name="connsiteY3" fmla="*/ 241740 h 1472498"/>
                  <a:gd name="connsiteX4" fmla="*/ 488950 w 1453388"/>
                  <a:gd name="connsiteY4" fmla="*/ 345245 h 1472498"/>
                  <a:gd name="connsiteX5" fmla="*/ 603758 w 1453388"/>
                  <a:gd name="connsiteY5" fmla="*/ 328482 h 1472498"/>
                  <a:gd name="connsiteX6" fmla="*/ 708787 w 1453388"/>
                  <a:gd name="connsiteY6" fmla="*/ 280476 h 1472498"/>
                  <a:gd name="connsiteX7" fmla="*/ 694817 w 1453388"/>
                  <a:gd name="connsiteY7" fmla="*/ 182685 h 1472498"/>
                  <a:gd name="connsiteX8" fmla="*/ 744220 w 1453388"/>
                  <a:gd name="connsiteY8" fmla="*/ 62924 h 1472498"/>
                  <a:gd name="connsiteX9" fmla="*/ 972566 w 1453388"/>
                  <a:gd name="connsiteY9" fmla="*/ 17077 h 1472498"/>
                  <a:gd name="connsiteX10" fmla="*/ 1092200 w 1453388"/>
                  <a:gd name="connsiteY10" fmla="*/ 236533 h 1472498"/>
                  <a:gd name="connsiteX11" fmla="*/ 1092532 w 1453388"/>
                  <a:gd name="connsiteY11" fmla="*/ 256335 h 1472498"/>
                  <a:gd name="connsiteX12" fmla="*/ 1082294 w 1453388"/>
                  <a:gd name="connsiteY12" fmla="*/ 261426 h 1472498"/>
                  <a:gd name="connsiteX13" fmla="*/ 945007 w 1453388"/>
                  <a:gd name="connsiteY13" fmla="*/ 390712 h 1472498"/>
                  <a:gd name="connsiteX14" fmla="*/ 895604 w 1453388"/>
                  <a:gd name="connsiteY14" fmla="*/ 397570 h 1472498"/>
                  <a:gd name="connsiteX15" fmla="*/ 895350 w 1453388"/>
                  <a:gd name="connsiteY15" fmla="*/ 515171 h 1472498"/>
                  <a:gd name="connsiteX16" fmla="*/ 1144651 w 1453388"/>
                  <a:gd name="connsiteY16" fmla="*/ 586800 h 1472498"/>
                  <a:gd name="connsiteX17" fmla="*/ 1251204 w 1453388"/>
                  <a:gd name="connsiteY17" fmla="*/ 704528 h 1472498"/>
                  <a:gd name="connsiteX18" fmla="*/ 1340993 w 1453388"/>
                  <a:gd name="connsiteY18" fmla="*/ 779713 h 1472498"/>
                  <a:gd name="connsiteX19" fmla="*/ 1256030 w 1453388"/>
                  <a:gd name="connsiteY19" fmla="*/ 1014155 h 1472498"/>
                  <a:gd name="connsiteX20" fmla="*/ 1237361 w 1453388"/>
                  <a:gd name="connsiteY20" fmla="*/ 1043111 h 1472498"/>
                  <a:gd name="connsiteX21" fmla="*/ 1122934 w 1453388"/>
                  <a:gd name="connsiteY21" fmla="*/ 1135439 h 1472498"/>
                  <a:gd name="connsiteX22" fmla="*/ 1246632 w 1453388"/>
                  <a:gd name="connsiteY22" fmla="*/ 1210624 h 1472498"/>
                  <a:gd name="connsiteX23" fmla="*/ 1310640 w 1453388"/>
                  <a:gd name="connsiteY23" fmla="*/ 1137345 h 1472498"/>
                  <a:gd name="connsiteX24" fmla="*/ 1410843 w 1453388"/>
                  <a:gd name="connsiteY24" fmla="*/ 1154108 h 1472498"/>
                  <a:gd name="connsiteX25" fmla="*/ 1453388 w 1453388"/>
                  <a:gd name="connsiteY25" fmla="*/ 1224720 h 1472498"/>
                  <a:gd name="connsiteX26" fmla="*/ 1383665 w 1453388"/>
                  <a:gd name="connsiteY26" fmla="*/ 1462338 h 1472498"/>
                  <a:gd name="connsiteX27" fmla="*/ 1360424 w 1453388"/>
                  <a:gd name="connsiteY27" fmla="*/ 1465005 h 1472498"/>
                  <a:gd name="connsiteX28" fmla="*/ 1413637 w 1453388"/>
                  <a:gd name="connsiteY28" fmla="*/ 1314509 h 1472498"/>
                  <a:gd name="connsiteX29" fmla="*/ 1331468 w 1453388"/>
                  <a:gd name="connsiteY29" fmla="*/ 1334068 h 1472498"/>
                  <a:gd name="connsiteX30" fmla="*/ 1247394 w 1453388"/>
                  <a:gd name="connsiteY30" fmla="*/ 1274251 h 1472498"/>
                  <a:gd name="connsiteX31" fmla="*/ 1194054 w 1453388"/>
                  <a:gd name="connsiteY31" fmla="*/ 1459036 h 1472498"/>
                  <a:gd name="connsiteX32" fmla="*/ 1192022 w 1453388"/>
                  <a:gd name="connsiteY32" fmla="*/ 1472498 h 1472498"/>
                  <a:gd name="connsiteX33" fmla="*/ 1176909 w 1453388"/>
                  <a:gd name="connsiteY33" fmla="*/ 1457257 h 1472498"/>
                  <a:gd name="connsiteX34" fmla="*/ 1165606 w 1453388"/>
                  <a:gd name="connsiteY34" fmla="*/ 1370136 h 1472498"/>
                  <a:gd name="connsiteX35" fmla="*/ 1128776 w 1453388"/>
                  <a:gd name="connsiteY35" fmla="*/ 1185986 h 1472498"/>
                  <a:gd name="connsiteX36" fmla="*/ 1121791 w 1453388"/>
                  <a:gd name="connsiteY36" fmla="*/ 1162618 h 1472498"/>
                  <a:gd name="connsiteX37" fmla="*/ 950214 w 1453388"/>
                  <a:gd name="connsiteY37" fmla="*/ 1166427 h 1472498"/>
                  <a:gd name="connsiteX38" fmla="*/ 685927 w 1453388"/>
                  <a:gd name="connsiteY38" fmla="*/ 1159062 h 1472498"/>
                  <a:gd name="connsiteX39" fmla="*/ 645795 w 1453388"/>
                  <a:gd name="connsiteY39" fmla="*/ 1182302 h 1472498"/>
                  <a:gd name="connsiteX40" fmla="*/ 599694 w 1453388"/>
                  <a:gd name="connsiteY40" fmla="*/ 1461830 h 1472498"/>
                  <a:gd name="connsiteX41" fmla="*/ 574929 w 1453388"/>
                  <a:gd name="connsiteY41" fmla="*/ 1466020 h 1472498"/>
                  <a:gd name="connsiteX42" fmla="*/ 614299 w 1453388"/>
                  <a:gd name="connsiteY42" fmla="*/ 1184207 h 1472498"/>
                  <a:gd name="connsiteX43" fmla="*/ 481711 w 1453388"/>
                  <a:gd name="connsiteY43" fmla="*/ 1325051 h 1472498"/>
                  <a:gd name="connsiteX44" fmla="*/ 439166 w 1453388"/>
                  <a:gd name="connsiteY44" fmla="*/ 1458527 h 1472498"/>
                  <a:gd name="connsiteX45" fmla="*/ 413258 w 1453388"/>
                  <a:gd name="connsiteY45" fmla="*/ 1468814 h 1472498"/>
                  <a:gd name="connsiteX46" fmla="*/ 520319 w 1453388"/>
                  <a:gd name="connsiteY46" fmla="*/ 1228657 h 1472498"/>
                  <a:gd name="connsiteX47" fmla="*/ 650621 w 1453388"/>
                  <a:gd name="connsiteY47" fmla="*/ 1136963 h 1472498"/>
                  <a:gd name="connsiteX48" fmla="*/ 524637 w 1453388"/>
                  <a:gd name="connsiteY48" fmla="*/ 1011361 h 1472498"/>
                  <a:gd name="connsiteX49" fmla="*/ 446024 w 1453388"/>
                  <a:gd name="connsiteY49" fmla="*/ 970720 h 1472498"/>
                  <a:gd name="connsiteX50" fmla="*/ 414147 w 1453388"/>
                  <a:gd name="connsiteY50" fmla="*/ 824925 h 1472498"/>
                  <a:gd name="connsiteX51" fmla="*/ 513842 w 1453388"/>
                  <a:gd name="connsiteY51" fmla="*/ 724849 h 1472498"/>
                  <a:gd name="connsiteX52" fmla="*/ 691896 w 1453388"/>
                  <a:gd name="connsiteY52" fmla="*/ 550477 h 1472498"/>
                  <a:gd name="connsiteX53" fmla="*/ 869061 w 1453388"/>
                  <a:gd name="connsiteY53" fmla="*/ 514409 h 1472498"/>
                  <a:gd name="connsiteX54" fmla="*/ 869061 w 1453388"/>
                  <a:gd name="connsiteY54" fmla="*/ 398458 h 1472498"/>
                  <a:gd name="connsiteX55" fmla="*/ 722757 w 1453388"/>
                  <a:gd name="connsiteY55" fmla="*/ 301684 h 1472498"/>
                  <a:gd name="connsiteX56" fmla="*/ 610616 w 1453388"/>
                  <a:gd name="connsiteY56" fmla="*/ 358453 h 1472498"/>
                  <a:gd name="connsiteX57" fmla="*/ 395224 w 1453388"/>
                  <a:gd name="connsiteY57" fmla="*/ 348801 h 1472498"/>
                  <a:gd name="connsiteX58" fmla="*/ 326771 w 1453388"/>
                  <a:gd name="connsiteY58" fmla="*/ 533713 h 1472498"/>
                  <a:gd name="connsiteX59" fmla="*/ 356489 w 1453388"/>
                  <a:gd name="connsiteY59" fmla="*/ 561400 h 1472498"/>
                  <a:gd name="connsiteX60" fmla="*/ 290703 w 1453388"/>
                  <a:gd name="connsiteY60" fmla="*/ 659189 h 1472498"/>
                  <a:gd name="connsiteX61" fmla="*/ 241808 w 1453388"/>
                  <a:gd name="connsiteY61" fmla="*/ 552890 h 1472498"/>
                  <a:gd name="connsiteX62" fmla="*/ 300228 w 1453388"/>
                  <a:gd name="connsiteY62" fmla="*/ 527871 h 1472498"/>
                  <a:gd name="connsiteX63" fmla="*/ 349250 w 1453388"/>
                  <a:gd name="connsiteY63" fmla="*/ 400871 h 1472498"/>
                  <a:gd name="connsiteX64" fmla="*/ 372999 w 1453388"/>
                  <a:gd name="connsiteY64" fmla="*/ 338895 h 1472498"/>
                  <a:gd name="connsiteX65" fmla="*/ 180721 w 1453388"/>
                  <a:gd name="connsiteY65" fmla="*/ 261933 h 1472498"/>
                  <a:gd name="connsiteX66" fmla="*/ 131445 w 1453388"/>
                  <a:gd name="connsiteY66" fmla="*/ 300288 h 1472498"/>
                  <a:gd name="connsiteX67" fmla="*/ 34798 w 1453388"/>
                  <a:gd name="connsiteY67" fmla="*/ 262441 h 1472498"/>
                  <a:gd name="connsiteX68" fmla="*/ 62103 w 1453388"/>
                  <a:gd name="connsiteY68" fmla="*/ 148014 h 1472498"/>
                  <a:gd name="connsiteX69" fmla="*/ 839978 w 1453388"/>
                  <a:gd name="connsiteY69" fmla="*/ 33334 h 1472498"/>
                  <a:gd name="connsiteX70" fmla="*/ 729488 w 1453388"/>
                  <a:gd name="connsiteY70" fmla="*/ 140649 h 1472498"/>
                  <a:gd name="connsiteX71" fmla="*/ 886968 w 1453388"/>
                  <a:gd name="connsiteY71" fmla="*/ 369883 h 1472498"/>
                  <a:gd name="connsiteX72" fmla="*/ 1055370 w 1453388"/>
                  <a:gd name="connsiteY72" fmla="*/ 257362 h 1472498"/>
                  <a:gd name="connsiteX73" fmla="*/ 993902 w 1453388"/>
                  <a:gd name="connsiteY73" fmla="*/ 60765 h 1472498"/>
                  <a:gd name="connsiteX74" fmla="*/ 839978 w 1453388"/>
                  <a:gd name="connsiteY74" fmla="*/ 33334 h 1472498"/>
                  <a:gd name="connsiteX75" fmla="*/ 77851 w 1453388"/>
                  <a:gd name="connsiteY75" fmla="*/ 172526 h 1472498"/>
                  <a:gd name="connsiteX76" fmla="*/ 54356 w 1453388"/>
                  <a:gd name="connsiteY76" fmla="*/ 238565 h 1472498"/>
                  <a:gd name="connsiteX77" fmla="*/ 125984 w 1453388"/>
                  <a:gd name="connsiteY77" fmla="*/ 274126 h 1472498"/>
                  <a:gd name="connsiteX78" fmla="*/ 170180 w 1453388"/>
                  <a:gd name="connsiteY78" fmla="*/ 225484 h 1472498"/>
                  <a:gd name="connsiteX79" fmla="*/ 77851 w 1453388"/>
                  <a:gd name="connsiteY79" fmla="*/ 172526 h 1472498"/>
                  <a:gd name="connsiteX80" fmla="*/ 787400 w 1453388"/>
                  <a:gd name="connsiteY80" fmla="*/ 550224 h 1472498"/>
                  <a:gd name="connsiteX81" fmla="*/ 551561 w 1453388"/>
                  <a:gd name="connsiteY81" fmla="*/ 708084 h 1472498"/>
                  <a:gd name="connsiteX82" fmla="*/ 521081 w 1453388"/>
                  <a:gd name="connsiteY82" fmla="*/ 910269 h 1472498"/>
                  <a:gd name="connsiteX83" fmla="*/ 656336 w 1453388"/>
                  <a:gd name="connsiteY83" fmla="*/ 1108643 h 1472498"/>
                  <a:gd name="connsiteX84" fmla="*/ 885698 w 1453388"/>
                  <a:gd name="connsiteY84" fmla="*/ 1143059 h 1472498"/>
                  <a:gd name="connsiteX85" fmla="*/ 1167257 w 1453388"/>
                  <a:gd name="connsiteY85" fmla="*/ 1081464 h 1472498"/>
                  <a:gd name="connsiteX86" fmla="*/ 1254379 w 1453388"/>
                  <a:gd name="connsiteY86" fmla="*/ 789745 h 1472498"/>
                  <a:gd name="connsiteX87" fmla="*/ 1073404 w 1453388"/>
                  <a:gd name="connsiteY87" fmla="*/ 576766 h 1472498"/>
                  <a:gd name="connsiteX88" fmla="*/ 787400 w 1453388"/>
                  <a:gd name="connsiteY88" fmla="*/ 550224 h 1472498"/>
                  <a:gd name="connsiteX89" fmla="*/ 266700 w 1453388"/>
                  <a:gd name="connsiteY89" fmla="*/ 566480 h 1472498"/>
                  <a:gd name="connsiteX90" fmla="*/ 314071 w 1453388"/>
                  <a:gd name="connsiteY90" fmla="*/ 625407 h 1472498"/>
                  <a:gd name="connsiteX91" fmla="*/ 266700 w 1453388"/>
                  <a:gd name="connsiteY91" fmla="*/ 566480 h 1472498"/>
                  <a:gd name="connsiteX92" fmla="*/ 508508 w 1453388"/>
                  <a:gd name="connsiteY92" fmla="*/ 984309 h 1472498"/>
                  <a:gd name="connsiteX93" fmla="*/ 500888 w 1453388"/>
                  <a:gd name="connsiteY93" fmla="*/ 753677 h 1472498"/>
                  <a:gd name="connsiteX94" fmla="*/ 508508 w 1453388"/>
                  <a:gd name="connsiteY94" fmla="*/ 984309 h 1472498"/>
                  <a:gd name="connsiteX95" fmla="*/ 1274572 w 1453388"/>
                  <a:gd name="connsiteY95" fmla="*/ 752662 h 1472498"/>
                  <a:gd name="connsiteX96" fmla="*/ 1273048 w 1453388"/>
                  <a:gd name="connsiteY96" fmla="*/ 989008 h 1472498"/>
                  <a:gd name="connsiteX97" fmla="*/ 1274572 w 1453388"/>
                  <a:gd name="connsiteY97" fmla="*/ 752662 h 1472498"/>
                  <a:gd name="connsiteX98" fmla="*/ 1310640 w 1453388"/>
                  <a:gd name="connsiteY98" fmla="*/ 1163761 h 1472498"/>
                  <a:gd name="connsiteX99" fmla="*/ 1312418 w 1453388"/>
                  <a:gd name="connsiteY99" fmla="*/ 1303461 h 1472498"/>
                  <a:gd name="connsiteX100" fmla="*/ 1425702 w 1453388"/>
                  <a:gd name="connsiteY100" fmla="*/ 1234119 h 1472498"/>
                  <a:gd name="connsiteX101" fmla="*/ 1310640 w 1453388"/>
                  <a:gd name="connsiteY101" fmla="*/ 1163761 h 1472498"/>
                  <a:gd name="connsiteX102" fmla="*/ 1154557 w 1453388"/>
                  <a:gd name="connsiteY102" fmla="*/ 1181540 h 1472498"/>
                  <a:gd name="connsiteX103" fmla="*/ 1189609 w 1453388"/>
                  <a:gd name="connsiteY103" fmla="*/ 1338005 h 1472498"/>
                  <a:gd name="connsiteX104" fmla="*/ 1241806 w 1453388"/>
                  <a:gd name="connsiteY104" fmla="*/ 1235643 h 1472498"/>
                  <a:gd name="connsiteX105" fmla="*/ 1154557 w 1453388"/>
                  <a:gd name="connsiteY105" fmla="*/ 1181540 h 1472498"/>
                  <a:gd name="connsiteX0" fmla="*/ 118131 w 1424326"/>
                  <a:gd name="connsiteY0" fmla="*/ 125155 h 1472498"/>
                  <a:gd name="connsiteX1" fmla="*/ 167915 w 1424326"/>
                  <a:gd name="connsiteY1" fmla="*/ 181034 h 1472498"/>
                  <a:gd name="connsiteX2" fmla="*/ 166264 w 1424326"/>
                  <a:gd name="connsiteY2" fmla="*/ 241740 h 1472498"/>
                  <a:gd name="connsiteX3" fmla="*/ 459888 w 1424326"/>
                  <a:gd name="connsiteY3" fmla="*/ 345245 h 1472498"/>
                  <a:gd name="connsiteX4" fmla="*/ 574696 w 1424326"/>
                  <a:gd name="connsiteY4" fmla="*/ 328482 h 1472498"/>
                  <a:gd name="connsiteX5" fmla="*/ 679725 w 1424326"/>
                  <a:gd name="connsiteY5" fmla="*/ 280476 h 1472498"/>
                  <a:gd name="connsiteX6" fmla="*/ 665755 w 1424326"/>
                  <a:gd name="connsiteY6" fmla="*/ 182685 h 1472498"/>
                  <a:gd name="connsiteX7" fmla="*/ 715158 w 1424326"/>
                  <a:gd name="connsiteY7" fmla="*/ 62924 h 1472498"/>
                  <a:gd name="connsiteX8" fmla="*/ 943504 w 1424326"/>
                  <a:gd name="connsiteY8" fmla="*/ 17077 h 1472498"/>
                  <a:gd name="connsiteX9" fmla="*/ 1063138 w 1424326"/>
                  <a:gd name="connsiteY9" fmla="*/ 236533 h 1472498"/>
                  <a:gd name="connsiteX10" fmla="*/ 1063470 w 1424326"/>
                  <a:gd name="connsiteY10" fmla="*/ 256335 h 1472498"/>
                  <a:gd name="connsiteX11" fmla="*/ 1053232 w 1424326"/>
                  <a:gd name="connsiteY11" fmla="*/ 261426 h 1472498"/>
                  <a:gd name="connsiteX12" fmla="*/ 915945 w 1424326"/>
                  <a:gd name="connsiteY12" fmla="*/ 390712 h 1472498"/>
                  <a:gd name="connsiteX13" fmla="*/ 866542 w 1424326"/>
                  <a:gd name="connsiteY13" fmla="*/ 397570 h 1472498"/>
                  <a:gd name="connsiteX14" fmla="*/ 866288 w 1424326"/>
                  <a:gd name="connsiteY14" fmla="*/ 515171 h 1472498"/>
                  <a:gd name="connsiteX15" fmla="*/ 1115589 w 1424326"/>
                  <a:gd name="connsiteY15" fmla="*/ 586800 h 1472498"/>
                  <a:gd name="connsiteX16" fmla="*/ 1222142 w 1424326"/>
                  <a:gd name="connsiteY16" fmla="*/ 704528 h 1472498"/>
                  <a:gd name="connsiteX17" fmla="*/ 1311931 w 1424326"/>
                  <a:gd name="connsiteY17" fmla="*/ 779713 h 1472498"/>
                  <a:gd name="connsiteX18" fmla="*/ 1226968 w 1424326"/>
                  <a:gd name="connsiteY18" fmla="*/ 1014155 h 1472498"/>
                  <a:gd name="connsiteX19" fmla="*/ 1208299 w 1424326"/>
                  <a:gd name="connsiteY19" fmla="*/ 1043111 h 1472498"/>
                  <a:gd name="connsiteX20" fmla="*/ 1093872 w 1424326"/>
                  <a:gd name="connsiteY20" fmla="*/ 1135439 h 1472498"/>
                  <a:gd name="connsiteX21" fmla="*/ 1217570 w 1424326"/>
                  <a:gd name="connsiteY21" fmla="*/ 1210624 h 1472498"/>
                  <a:gd name="connsiteX22" fmla="*/ 1281578 w 1424326"/>
                  <a:gd name="connsiteY22" fmla="*/ 1137345 h 1472498"/>
                  <a:gd name="connsiteX23" fmla="*/ 1381781 w 1424326"/>
                  <a:gd name="connsiteY23" fmla="*/ 1154108 h 1472498"/>
                  <a:gd name="connsiteX24" fmla="*/ 1424326 w 1424326"/>
                  <a:gd name="connsiteY24" fmla="*/ 1224720 h 1472498"/>
                  <a:gd name="connsiteX25" fmla="*/ 1354603 w 1424326"/>
                  <a:gd name="connsiteY25" fmla="*/ 1462338 h 1472498"/>
                  <a:gd name="connsiteX26" fmla="*/ 1331362 w 1424326"/>
                  <a:gd name="connsiteY26" fmla="*/ 1465005 h 1472498"/>
                  <a:gd name="connsiteX27" fmla="*/ 1384575 w 1424326"/>
                  <a:gd name="connsiteY27" fmla="*/ 1314509 h 1472498"/>
                  <a:gd name="connsiteX28" fmla="*/ 1302406 w 1424326"/>
                  <a:gd name="connsiteY28" fmla="*/ 1334068 h 1472498"/>
                  <a:gd name="connsiteX29" fmla="*/ 1218332 w 1424326"/>
                  <a:gd name="connsiteY29" fmla="*/ 1274251 h 1472498"/>
                  <a:gd name="connsiteX30" fmla="*/ 1164992 w 1424326"/>
                  <a:gd name="connsiteY30" fmla="*/ 1459036 h 1472498"/>
                  <a:gd name="connsiteX31" fmla="*/ 1162960 w 1424326"/>
                  <a:gd name="connsiteY31" fmla="*/ 1472498 h 1472498"/>
                  <a:gd name="connsiteX32" fmla="*/ 1147847 w 1424326"/>
                  <a:gd name="connsiteY32" fmla="*/ 1457257 h 1472498"/>
                  <a:gd name="connsiteX33" fmla="*/ 1136544 w 1424326"/>
                  <a:gd name="connsiteY33" fmla="*/ 1370136 h 1472498"/>
                  <a:gd name="connsiteX34" fmla="*/ 1099714 w 1424326"/>
                  <a:gd name="connsiteY34" fmla="*/ 1185986 h 1472498"/>
                  <a:gd name="connsiteX35" fmla="*/ 1092729 w 1424326"/>
                  <a:gd name="connsiteY35" fmla="*/ 1162618 h 1472498"/>
                  <a:gd name="connsiteX36" fmla="*/ 921152 w 1424326"/>
                  <a:gd name="connsiteY36" fmla="*/ 1166427 h 1472498"/>
                  <a:gd name="connsiteX37" fmla="*/ 656865 w 1424326"/>
                  <a:gd name="connsiteY37" fmla="*/ 1159062 h 1472498"/>
                  <a:gd name="connsiteX38" fmla="*/ 616733 w 1424326"/>
                  <a:gd name="connsiteY38" fmla="*/ 1182302 h 1472498"/>
                  <a:gd name="connsiteX39" fmla="*/ 570632 w 1424326"/>
                  <a:gd name="connsiteY39" fmla="*/ 1461830 h 1472498"/>
                  <a:gd name="connsiteX40" fmla="*/ 545867 w 1424326"/>
                  <a:gd name="connsiteY40" fmla="*/ 1466020 h 1472498"/>
                  <a:gd name="connsiteX41" fmla="*/ 585237 w 1424326"/>
                  <a:gd name="connsiteY41" fmla="*/ 1184207 h 1472498"/>
                  <a:gd name="connsiteX42" fmla="*/ 452649 w 1424326"/>
                  <a:gd name="connsiteY42" fmla="*/ 1325051 h 1472498"/>
                  <a:gd name="connsiteX43" fmla="*/ 410104 w 1424326"/>
                  <a:gd name="connsiteY43" fmla="*/ 1458527 h 1472498"/>
                  <a:gd name="connsiteX44" fmla="*/ 384196 w 1424326"/>
                  <a:gd name="connsiteY44" fmla="*/ 1468814 h 1472498"/>
                  <a:gd name="connsiteX45" fmla="*/ 491257 w 1424326"/>
                  <a:gd name="connsiteY45" fmla="*/ 1228657 h 1472498"/>
                  <a:gd name="connsiteX46" fmla="*/ 621559 w 1424326"/>
                  <a:gd name="connsiteY46" fmla="*/ 1136963 h 1472498"/>
                  <a:gd name="connsiteX47" fmla="*/ 495575 w 1424326"/>
                  <a:gd name="connsiteY47" fmla="*/ 1011361 h 1472498"/>
                  <a:gd name="connsiteX48" fmla="*/ 416962 w 1424326"/>
                  <a:gd name="connsiteY48" fmla="*/ 970720 h 1472498"/>
                  <a:gd name="connsiteX49" fmla="*/ 385085 w 1424326"/>
                  <a:gd name="connsiteY49" fmla="*/ 824925 h 1472498"/>
                  <a:gd name="connsiteX50" fmla="*/ 484780 w 1424326"/>
                  <a:gd name="connsiteY50" fmla="*/ 724849 h 1472498"/>
                  <a:gd name="connsiteX51" fmla="*/ 662834 w 1424326"/>
                  <a:gd name="connsiteY51" fmla="*/ 550477 h 1472498"/>
                  <a:gd name="connsiteX52" fmla="*/ 839999 w 1424326"/>
                  <a:gd name="connsiteY52" fmla="*/ 514409 h 1472498"/>
                  <a:gd name="connsiteX53" fmla="*/ 839999 w 1424326"/>
                  <a:gd name="connsiteY53" fmla="*/ 398458 h 1472498"/>
                  <a:gd name="connsiteX54" fmla="*/ 693695 w 1424326"/>
                  <a:gd name="connsiteY54" fmla="*/ 301684 h 1472498"/>
                  <a:gd name="connsiteX55" fmla="*/ 581554 w 1424326"/>
                  <a:gd name="connsiteY55" fmla="*/ 358453 h 1472498"/>
                  <a:gd name="connsiteX56" fmla="*/ 366162 w 1424326"/>
                  <a:gd name="connsiteY56" fmla="*/ 348801 h 1472498"/>
                  <a:gd name="connsiteX57" fmla="*/ 297709 w 1424326"/>
                  <a:gd name="connsiteY57" fmla="*/ 533713 h 1472498"/>
                  <a:gd name="connsiteX58" fmla="*/ 327427 w 1424326"/>
                  <a:gd name="connsiteY58" fmla="*/ 561400 h 1472498"/>
                  <a:gd name="connsiteX59" fmla="*/ 261641 w 1424326"/>
                  <a:gd name="connsiteY59" fmla="*/ 659189 h 1472498"/>
                  <a:gd name="connsiteX60" fmla="*/ 212746 w 1424326"/>
                  <a:gd name="connsiteY60" fmla="*/ 552890 h 1472498"/>
                  <a:gd name="connsiteX61" fmla="*/ 271166 w 1424326"/>
                  <a:gd name="connsiteY61" fmla="*/ 527871 h 1472498"/>
                  <a:gd name="connsiteX62" fmla="*/ 320188 w 1424326"/>
                  <a:gd name="connsiteY62" fmla="*/ 400871 h 1472498"/>
                  <a:gd name="connsiteX63" fmla="*/ 343937 w 1424326"/>
                  <a:gd name="connsiteY63" fmla="*/ 338895 h 1472498"/>
                  <a:gd name="connsiteX64" fmla="*/ 151659 w 1424326"/>
                  <a:gd name="connsiteY64" fmla="*/ 261933 h 1472498"/>
                  <a:gd name="connsiteX65" fmla="*/ 102383 w 1424326"/>
                  <a:gd name="connsiteY65" fmla="*/ 300288 h 1472498"/>
                  <a:gd name="connsiteX66" fmla="*/ 5736 w 1424326"/>
                  <a:gd name="connsiteY66" fmla="*/ 262441 h 1472498"/>
                  <a:gd name="connsiteX67" fmla="*/ 33041 w 1424326"/>
                  <a:gd name="connsiteY67" fmla="*/ 148014 h 1472498"/>
                  <a:gd name="connsiteX68" fmla="*/ 810916 w 1424326"/>
                  <a:gd name="connsiteY68" fmla="*/ 33334 h 1472498"/>
                  <a:gd name="connsiteX69" fmla="*/ 700426 w 1424326"/>
                  <a:gd name="connsiteY69" fmla="*/ 140649 h 1472498"/>
                  <a:gd name="connsiteX70" fmla="*/ 857906 w 1424326"/>
                  <a:gd name="connsiteY70" fmla="*/ 369883 h 1472498"/>
                  <a:gd name="connsiteX71" fmla="*/ 1026308 w 1424326"/>
                  <a:gd name="connsiteY71" fmla="*/ 257362 h 1472498"/>
                  <a:gd name="connsiteX72" fmla="*/ 964840 w 1424326"/>
                  <a:gd name="connsiteY72" fmla="*/ 60765 h 1472498"/>
                  <a:gd name="connsiteX73" fmla="*/ 810916 w 1424326"/>
                  <a:gd name="connsiteY73" fmla="*/ 33334 h 1472498"/>
                  <a:gd name="connsiteX74" fmla="*/ 48789 w 1424326"/>
                  <a:gd name="connsiteY74" fmla="*/ 172526 h 1472498"/>
                  <a:gd name="connsiteX75" fmla="*/ 25294 w 1424326"/>
                  <a:gd name="connsiteY75" fmla="*/ 238565 h 1472498"/>
                  <a:gd name="connsiteX76" fmla="*/ 96922 w 1424326"/>
                  <a:gd name="connsiteY76" fmla="*/ 274126 h 1472498"/>
                  <a:gd name="connsiteX77" fmla="*/ 141118 w 1424326"/>
                  <a:gd name="connsiteY77" fmla="*/ 225484 h 1472498"/>
                  <a:gd name="connsiteX78" fmla="*/ 48789 w 1424326"/>
                  <a:gd name="connsiteY78" fmla="*/ 172526 h 1472498"/>
                  <a:gd name="connsiteX79" fmla="*/ 758338 w 1424326"/>
                  <a:gd name="connsiteY79" fmla="*/ 550224 h 1472498"/>
                  <a:gd name="connsiteX80" fmla="*/ 522499 w 1424326"/>
                  <a:gd name="connsiteY80" fmla="*/ 708084 h 1472498"/>
                  <a:gd name="connsiteX81" fmla="*/ 492019 w 1424326"/>
                  <a:gd name="connsiteY81" fmla="*/ 910269 h 1472498"/>
                  <a:gd name="connsiteX82" fmla="*/ 627274 w 1424326"/>
                  <a:gd name="connsiteY82" fmla="*/ 1108643 h 1472498"/>
                  <a:gd name="connsiteX83" fmla="*/ 856636 w 1424326"/>
                  <a:gd name="connsiteY83" fmla="*/ 1143059 h 1472498"/>
                  <a:gd name="connsiteX84" fmla="*/ 1138195 w 1424326"/>
                  <a:gd name="connsiteY84" fmla="*/ 1081464 h 1472498"/>
                  <a:gd name="connsiteX85" fmla="*/ 1225317 w 1424326"/>
                  <a:gd name="connsiteY85" fmla="*/ 789745 h 1472498"/>
                  <a:gd name="connsiteX86" fmla="*/ 1044342 w 1424326"/>
                  <a:gd name="connsiteY86" fmla="*/ 576766 h 1472498"/>
                  <a:gd name="connsiteX87" fmla="*/ 758338 w 1424326"/>
                  <a:gd name="connsiteY87" fmla="*/ 550224 h 1472498"/>
                  <a:gd name="connsiteX88" fmla="*/ 237638 w 1424326"/>
                  <a:gd name="connsiteY88" fmla="*/ 566480 h 1472498"/>
                  <a:gd name="connsiteX89" fmla="*/ 285009 w 1424326"/>
                  <a:gd name="connsiteY89" fmla="*/ 625407 h 1472498"/>
                  <a:gd name="connsiteX90" fmla="*/ 237638 w 1424326"/>
                  <a:gd name="connsiteY90" fmla="*/ 566480 h 1472498"/>
                  <a:gd name="connsiteX91" fmla="*/ 479446 w 1424326"/>
                  <a:gd name="connsiteY91" fmla="*/ 984309 h 1472498"/>
                  <a:gd name="connsiteX92" fmla="*/ 471826 w 1424326"/>
                  <a:gd name="connsiteY92" fmla="*/ 753677 h 1472498"/>
                  <a:gd name="connsiteX93" fmla="*/ 479446 w 1424326"/>
                  <a:gd name="connsiteY93" fmla="*/ 984309 h 1472498"/>
                  <a:gd name="connsiteX94" fmla="*/ 1245510 w 1424326"/>
                  <a:gd name="connsiteY94" fmla="*/ 752662 h 1472498"/>
                  <a:gd name="connsiteX95" fmla="*/ 1243986 w 1424326"/>
                  <a:gd name="connsiteY95" fmla="*/ 989008 h 1472498"/>
                  <a:gd name="connsiteX96" fmla="*/ 1245510 w 1424326"/>
                  <a:gd name="connsiteY96" fmla="*/ 752662 h 1472498"/>
                  <a:gd name="connsiteX97" fmla="*/ 1281578 w 1424326"/>
                  <a:gd name="connsiteY97" fmla="*/ 1163761 h 1472498"/>
                  <a:gd name="connsiteX98" fmla="*/ 1283356 w 1424326"/>
                  <a:gd name="connsiteY98" fmla="*/ 1303461 h 1472498"/>
                  <a:gd name="connsiteX99" fmla="*/ 1396640 w 1424326"/>
                  <a:gd name="connsiteY99" fmla="*/ 1234119 h 1472498"/>
                  <a:gd name="connsiteX100" fmla="*/ 1281578 w 1424326"/>
                  <a:gd name="connsiteY100" fmla="*/ 1163761 h 1472498"/>
                  <a:gd name="connsiteX101" fmla="*/ 1125495 w 1424326"/>
                  <a:gd name="connsiteY101" fmla="*/ 1181540 h 1472498"/>
                  <a:gd name="connsiteX102" fmla="*/ 1160547 w 1424326"/>
                  <a:gd name="connsiteY102" fmla="*/ 1338005 h 1472498"/>
                  <a:gd name="connsiteX103" fmla="*/ 1212744 w 1424326"/>
                  <a:gd name="connsiteY103" fmla="*/ 1235643 h 1472498"/>
                  <a:gd name="connsiteX104" fmla="*/ 1125495 w 1424326"/>
                  <a:gd name="connsiteY104" fmla="*/ 1181540 h 1472498"/>
                  <a:gd name="connsiteX0" fmla="*/ 167915 w 1424326"/>
                  <a:gd name="connsiteY0" fmla="*/ 181034 h 1472498"/>
                  <a:gd name="connsiteX1" fmla="*/ 166264 w 1424326"/>
                  <a:gd name="connsiteY1" fmla="*/ 241740 h 1472498"/>
                  <a:gd name="connsiteX2" fmla="*/ 459888 w 1424326"/>
                  <a:gd name="connsiteY2" fmla="*/ 345245 h 1472498"/>
                  <a:gd name="connsiteX3" fmla="*/ 574696 w 1424326"/>
                  <a:gd name="connsiteY3" fmla="*/ 328482 h 1472498"/>
                  <a:gd name="connsiteX4" fmla="*/ 679725 w 1424326"/>
                  <a:gd name="connsiteY4" fmla="*/ 280476 h 1472498"/>
                  <a:gd name="connsiteX5" fmla="*/ 665755 w 1424326"/>
                  <a:gd name="connsiteY5" fmla="*/ 182685 h 1472498"/>
                  <a:gd name="connsiteX6" fmla="*/ 715158 w 1424326"/>
                  <a:gd name="connsiteY6" fmla="*/ 62924 h 1472498"/>
                  <a:gd name="connsiteX7" fmla="*/ 943504 w 1424326"/>
                  <a:gd name="connsiteY7" fmla="*/ 17077 h 1472498"/>
                  <a:gd name="connsiteX8" fmla="*/ 1063138 w 1424326"/>
                  <a:gd name="connsiteY8" fmla="*/ 236533 h 1472498"/>
                  <a:gd name="connsiteX9" fmla="*/ 1063470 w 1424326"/>
                  <a:gd name="connsiteY9" fmla="*/ 256335 h 1472498"/>
                  <a:gd name="connsiteX10" fmla="*/ 1053232 w 1424326"/>
                  <a:gd name="connsiteY10" fmla="*/ 261426 h 1472498"/>
                  <a:gd name="connsiteX11" fmla="*/ 915945 w 1424326"/>
                  <a:gd name="connsiteY11" fmla="*/ 390712 h 1472498"/>
                  <a:gd name="connsiteX12" fmla="*/ 866542 w 1424326"/>
                  <a:gd name="connsiteY12" fmla="*/ 397570 h 1472498"/>
                  <a:gd name="connsiteX13" fmla="*/ 866288 w 1424326"/>
                  <a:gd name="connsiteY13" fmla="*/ 515171 h 1472498"/>
                  <a:gd name="connsiteX14" fmla="*/ 1115589 w 1424326"/>
                  <a:gd name="connsiteY14" fmla="*/ 586800 h 1472498"/>
                  <a:gd name="connsiteX15" fmla="*/ 1222142 w 1424326"/>
                  <a:gd name="connsiteY15" fmla="*/ 704528 h 1472498"/>
                  <a:gd name="connsiteX16" fmla="*/ 1311931 w 1424326"/>
                  <a:gd name="connsiteY16" fmla="*/ 779713 h 1472498"/>
                  <a:gd name="connsiteX17" fmla="*/ 1226968 w 1424326"/>
                  <a:gd name="connsiteY17" fmla="*/ 1014155 h 1472498"/>
                  <a:gd name="connsiteX18" fmla="*/ 1208299 w 1424326"/>
                  <a:gd name="connsiteY18" fmla="*/ 1043111 h 1472498"/>
                  <a:gd name="connsiteX19" fmla="*/ 1093872 w 1424326"/>
                  <a:gd name="connsiteY19" fmla="*/ 1135439 h 1472498"/>
                  <a:gd name="connsiteX20" fmla="*/ 1217570 w 1424326"/>
                  <a:gd name="connsiteY20" fmla="*/ 1210624 h 1472498"/>
                  <a:gd name="connsiteX21" fmla="*/ 1281578 w 1424326"/>
                  <a:gd name="connsiteY21" fmla="*/ 1137345 h 1472498"/>
                  <a:gd name="connsiteX22" fmla="*/ 1381781 w 1424326"/>
                  <a:gd name="connsiteY22" fmla="*/ 1154108 h 1472498"/>
                  <a:gd name="connsiteX23" fmla="*/ 1424326 w 1424326"/>
                  <a:gd name="connsiteY23" fmla="*/ 1224720 h 1472498"/>
                  <a:gd name="connsiteX24" fmla="*/ 1354603 w 1424326"/>
                  <a:gd name="connsiteY24" fmla="*/ 1462338 h 1472498"/>
                  <a:gd name="connsiteX25" fmla="*/ 1331362 w 1424326"/>
                  <a:gd name="connsiteY25" fmla="*/ 1465005 h 1472498"/>
                  <a:gd name="connsiteX26" fmla="*/ 1384575 w 1424326"/>
                  <a:gd name="connsiteY26" fmla="*/ 1314509 h 1472498"/>
                  <a:gd name="connsiteX27" fmla="*/ 1302406 w 1424326"/>
                  <a:gd name="connsiteY27" fmla="*/ 1334068 h 1472498"/>
                  <a:gd name="connsiteX28" fmla="*/ 1218332 w 1424326"/>
                  <a:gd name="connsiteY28" fmla="*/ 1274251 h 1472498"/>
                  <a:gd name="connsiteX29" fmla="*/ 1164992 w 1424326"/>
                  <a:gd name="connsiteY29" fmla="*/ 1459036 h 1472498"/>
                  <a:gd name="connsiteX30" fmla="*/ 1162960 w 1424326"/>
                  <a:gd name="connsiteY30" fmla="*/ 1472498 h 1472498"/>
                  <a:gd name="connsiteX31" fmla="*/ 1147847 w 1424326"/>
                  <a:gd name="connsiteY31" fmla="*/ 1457257 h 1472498"/>
                  <a:gd name="connsiteX32" fmla="*/ 1136544 w 1424326"/>
                  <a:gd name="connsiteY32" fmla="*/ 1370136 h 1472498"/>
                  <a:gd name="connsiteX33" fmla="*/ 1099714 w 1424326"/>
                  <a:gd name="connsiteY33" fmla="*/ 1185986 h 1472498"/>
                  <a:gd name="connsiteX34" fmla="*/ 1092729 w 1424326"/>
                  <a:gd name="connsiteY34" fmla="*/ 1162618 h 1472498"/>
                  <a:gd name="connsiteX35" fmla="*/ 921152 w 1424326"/>
                  <a:gd name="connsiteY35" fmla="*/ 1166427 h 1472498"/>
                  <a:gd name="connsiteX36" fmla="*/ 656865 w 1424326"/>
                  <a:gd name="connsiteY36" fmla="*/ 1159062 h 1472498"/>
                  <a:gd name="connsiteX37" fmla="*/ 616733 w 1424326"/>
                  <a:gd name="connsiteY37" fmla="*/ 1182302 h 1472498"/>
                  <a:gd name="connsiteX38" fmla="*/ 570632 w 1424326"/>
                  <a:gd name="connsiteY38" fmla="*/ 1461830 h 1472498"/>
                  <a:gd name="connsiteX39" fmla="*/ 545867 w 1424326"/>
                  <a:gd name="connsiteY39" fmla="*/ 1466020 h 1472498"/>
                  <a:gd name="connsiteX40" fmla="*/ 585237 w 1424326"/>
                  <a:gd name="connsiteY40" fmla="*/ 1184207 h 1472498"/>
                  <a:gd name="connsiteX41" fmla="*/ 452649 w 1424326"/>
                  <a:gd name="connsiteY41" fmla="*/ 1325051 h 1472498"/>
                  <a:gd name="connsiteX42" fmla="*/ 410104 w 1424326"/>
                  <a:gd name="connsiteY42" fmla="*/ 1458527 h 1472498"/>
                  <a:gd name="connsiteX43" fmla="*/ 384196 w 1424326"/>
                  <a:gd name="connsiteY43" fmla="*/ 1468814 h 1472498"/>
                  <a:gd name="connsiteX44" fmla="*/ 491257 w 1424326"/>
                  <a:gd name="connsiteY44" fmla="*/ 1228657 h 1472498"/>
                  <a:gd name="connsiteX45" fmla="*/ 621559 w 1424326"/>
                  <a:gd name="connsiteY45" fmla="*/ 1136963 h 1472498"/>
                  <a:gd name="connsiteX46" fmla="*/ 495575 w 1424326"/>
                  <a:gd name="connsiteY46" fmla="*/ 1011361 h 1472498"/>
                  <a:gd name="connsiteX47" fmla="*/ 416962 w 1424326"/>
                  <a:gd name="connsiteY47" fmla="*/ 970720 h 1472498"/>
                  <a:gd name="connsiteX48" fmla="*/ 385085 w 1424326"/>
                  <a:gd name="connsiteY48" fmla="*/ 824925 h 1472498"/>
                  <a:gd name="connsiteX49" fmla="*/ 484780 w 1424326"/>
                  <a:gd name="connsiteY49" fmla="*/ 724849 h 1472498"/>
                  <a:gd name="connsiteX50" fmla="*/ 662834 w 1424326"/>
                  <a:gd name="connsiteY50" fmla="*/ 550477 h 1472498"/>
                  <a:gd name="connsiteX51" fmla="*/ 839999 w 1424326"/>
                  <a:gd name="connsiteY51" fmla="*/ 514409 h 1472498"/>
                  <a:gd name="connsiteX52" fmla="*/ 839999 w 1424326"/>
                  <a:gd name="connsiteY52" fmla="*/ 398458 h 1472498"/>
                  <a:gd name="connsiteX53" fmla="*/ 693695 w 1424326"/>
                  <a:gd name="connsiteY53" fmla="*/ 301684 h 1472498"/>
                  <a:gd name="connsiteX54" fmla="*/ 581554 w 1424326"/>
                  <a:gd name="connsiteY54" fmla="*/ 358453 h 1472498"/>
                  <a:gd name="connsiteX55" fmla="*/ 366162 w 1424326"/>
                  <a:gd name="connsiteY55" fmla="*/ 348801 h 1472498"/>
                  <a:gd name="connsiteX56" fmla="*/ 297709 w 1424326"/>
                  <a:gd name="connsiteY56" fmla="*/ 533713 h 1472498"/>
                  <a:gd name="connsiteX57" fmla="*/ 327427 w 1424326"/>
                  <a:gd name="connsiteY57" fmla="*/ 561400 h 1472498"/>
                  <a:gd name="connsiteX58" fmla="*/ 261641 w 1424326"/>
                  <a:gd name="connsiteY58" fmla="*/ 659189 h 1472498"/>
                  <a:gd name="connsiteX59" fmla="*/ 212746 w 1424326"/>
                  <a:gd name="connsiteY59" fmla="*/ 552890 h 1472498"/>
                  <a:gd name="connsiteX60" fmla="*/ 271166 w 1424326"/>
                  <a:gd name="connsiteY60" fmla="*/ 527871 h 1472498"/>
                  <a:gd name="connsiteX61" fmla="*/ 320188 w 1424326"/>
                  <a:gd name="connsiteY61" fmla="*/ 400871 h 1472498"/>
                  <a:gd name="connsiteX62" fmla="*/ 343937 w 1424326"/>
                  <a:gd name="connsiteY62" fmla="*/ 338895 h 1472498"/>
                  <a:gd name="connsiteX63" fmla="*/ 151659 w 1424326"/>
                  <a:gd name="connsiteY63" fmla="*/ 261933 h 1472498"/>
                  <a:gd name="connsiteX64" fmla="*/ 102383 w 1424326"/>
                  <a:gd name="connsiteY64" fmla="*/ 300288 h 1472498"/>
                  <a:gd name="connsiteX65" fmla="*/ 5736 w 1424326"/>
                  <a:gd name="connsiteY65" fmla="*/ 262441 h 1472498"/>
                  <a:gd name="connsiteX66" fmla="*/ 33041 w 1424326"/>
                  <a:gd name="connsiteY66" fmla="*/ 148014 h 1472498"/>
                  <a:gd name="connsiteX67" fmla="*/ 810916 w 1424326"/>
                  <a:gd name="connsiteY67" fmla="*/ 33334 h 1472498"/>
                  <a:gd name="connsiteX68" fmla="*/ 700426 w 1424326"/>
                  <a:gd name="connsiteY68" fmla="*/ 140649 h 1472498"/>
                  <a:gd name="connsiteX69" fmla="*/ 857906 w 1424326"/>
                  <a:gd name="connsiteY69" fmla="*/ 369883 h 1472498"/>
                  <a:gd name="connsiteX70" fmla="*/ 1026308 w 1424326"/>
                  <a:gd name="connsiteY70" fmla="*/ 257362 h 1472498"/>
                  <a:gd name="connsiteX71" fmla="*/ 964840 w 1424326"/>
                  <a:gd name="connsiteY71" fmla="*/ 60765 h 1472498"/>
                  <a:gd name="connsiteX72" fmla="*/ 810916 w 1424326"/>
                  <a:gd name="connsiteY72" fmla="*/ 33334 h 1472498"/>
                  <a:gd name="connsiteX73" fmla="*/ 48789 w 1424326"/>
                  <a:gd name="connsiteY73" fmla="*/ 172526 h 1472498"/>
                  <a:gd name="connsiteX74" fmla="*/ 25294 w 1424326"/>
                  <a:gd name="connsiteY74" fmla="*/ 238565 h 1472498"/>
                  <a:gd name="connsiteX75" fmla="*/ 96922 w 1424326"/>
                  <a:gd name="connsiteY75" fmla="*/ 274126 h 1472498"/>
                  <a:gd name="connsiteX76" fmla="*/ 141118 w 1424326"/>
                  <a:gd name="connsiteY76" fmla="*/ 225484 h 1472498"/>
                  <a:gd name="connsiteX77" fmla="*/ 48789 w 1424326"/>
                  <a:gd name="connsiteY77" fmla="*/ 172526 h 1472498"/>
                  <a:gd name="connsiteX78" fmla="*/ 758338 w 1424326"/>
                  <a:gd name="connsiteY78" fmla="*/ 550224 h 1472498"/>
                  <a:gd name="connsiteX79" fmla="*/ 522499 w 1424326"/>
                  <a:gd name="connsiteY79" fmla="*/ 708084 h 1472498"/>
                  <a:gd name="connsiteX80" fmla="*/ 492019 w 1424326"/>
                  <a:gd name="connsiteY80" fmla="*/ 910269 h 1472498"/>
                  <a:gd name="connsiteX81" fmla="*/ 627274 w 1424326"/>
                  <a:gd name="connsiteY81" fmla="*/ 1108643 h 1472498"/>
                  <a:gd name="connsiteX82" fmla="*/ 856636 w 1424326"/>
                  <a:gd name="connsiteY82" fmla="*/ 1143059 h 1472498"/>
                  <a:gd name="connsiteX83" fmla="*/ 1138195 w 1424326"/>
                  <a:gd name="connsiteY83" fmla="*/ 1081464 h 1472498"/>
                  <a:gd name="connsiteX84" fmla="*/ 1225317 w 1424326"/>
                  <a:gd name="connsiteY84" fmla="*/ 789745 h 1472498"/>
                  <a:gd name="connsiteX85" fmla="*/ 1044342 w 1424326"/>
                  <a:gd name="connsiteY85" fmla="*/ 576766 h 1472498"/>
                  <a:gd name="connsiteX86" fmla="*/ 758338 w 1424326"/>
                  <a:gd name="connsiteY86" fmla="*/ 550224 h 1472498"/>
                  <a:gd name="connsiteX87" fmla="*/ 237638 w 1424326"/>
                  <a:gd name="connsiteY87" fmla="*/ 566480 h 1472498"/>
                  <a:gd name="connsiteX88" fmla="*/ 285009 w 1424326"/>
                  <a:gd name="connsiteY88" fmla="*/ 625407 h 1472498"/>
                  <a:gd name="connsiteX89" fmla="*/ 237638 w 1424326"/>
                  <a:gd name="connsiteY89" fmla="*/ 566480 h 1472498"/>
                  <a:gd name="connsiteX90" fmla="*/ 479446 w 1424326"/>
                  <a:gd name="connsiteY90" fmla="*/ 984309 h 1472498"/>
                  <a:gd name="connsiteX91" fmla="*/ 471826 w 1424326"/>
                  <a:gd name="connsiteY91" fmla="*/ 753677 h 1472498"/>
                  <a:gd name="connsiteX92" fmla="*/ 479446 w 1424326"/>
                  <a:gd name="connsiteY92" fmla="*/ 984309 h 1472498"/>
                  <a:gd name="connsiteX93" fmla="*/ 1245510 w 1424326"/>
                  <a:gd name="connsiteY93" fmla="*/ 752662 h 1472498"/>
                  <a:gd name="connsiteX94" fmla="*/ 1243986 w 1424326"/>
                  <a:gd name="connsiteY94" fmla="*/ 989008 h 1472498"/>
                  <a:gd name="connsiteX95" fmla="*/ 1245510 w 1424326"/>
                  <a:gd name="connsiteY95" fmla="*/ 752662 h 1472498"/>
                  <a:gd name="connsiteX96" fmla="*/ 1281578 w 1424326"/>
                  <a:gd name="connsiteY96" fmla="*/ 1163761 h 1472498"/>
                  <a:gd name="connsiteX97" fmla="*/ 1283356 w 1424326"/>
                  <a:gd name="connsiteY97" fmla="*/ 1303461 h 1472498"/>
                  <a:gd name="connsiteX98" fmla="*/ 1396640 w 1424326"/>
                  <a:gd name="connsiteY98" fmla="*/ 1234119 h 1472498"/>
                  <a:gd name="connsiteX99" fmla="*/ 1281578 w 1424326"/>
                  <a:gd name="connsiteY99" fmla="*/ 1163761 h 1472498"/>
                  <a:gd name="connsiteX100" fmla="*/ 1125495 w 1424326"/>
                  <a:gd name="connsiteY100" fmla="*/ 1181540 h 1472498"/>
                  <a:gd name="connsiteX101" fmla="*/ 1160547 w 1424326"/>
                  <a:gd name="connsiteY101" fmla="*/ 1338005 h 1472498"/>
                  <a:gd name="connsiteX102" fmla="*/ 1212744 w 1424326"/>
                  <a:gd name="connsiteY102" fmla="*/ 1235643 h 1472498"/>
                  <a:gd name="connsiteX103" fmla="*/ 1125495 w 1424326"/>
                  <a:gd name="connsiteY103" fmla="*/ 1181540 h 1472498"/>
                  <a:gd name="connsiteX0" fmla="*/ 166264 w 1424326"/>
                  <a:gd name="connsiteY0" fmla="*/ 241740 h 1472498"/>
                  <a:gd name="connsiteX1" fmla="*/ 459888 w 1424326"/>
                  <a:gd name="connsiteY1" fmla="*/ 345245 h 1472498"/>
                  <a:gd name="connsiteX2" fmla="*/ 574696 w 1424326"/>
                  <a:gd name="connsiteY2" fmla="*/ 328482 h 1472498"/>
                  <a:gd name="connsiteX3" fmla="*/ 679725 w 1424326"/>
                  <a:gd name="connsiteY3" fmla="*/ 280476 h 1472498"/>
                  <a:gd name="connsiteX4" fmla="*/ 665755 w 1424326"/>
                  <a:gd name="connsiteY4" fmla="*/ 182685 h 1472498"/>
                  <a:gd name="connsiteX5" fmla="*/ 715158 w 1424326"/>
                  <a:gd name="connsiteY5" fmla="*/ 62924 h 1472498"/>
                  <a:gd name="connsiteX6" fmla="*/ 943504 w 1424326"/>
                  <a:gd name="connsiteY6" fmla="*/ 17077 h 1472498"/>
                  <a:gd name="connsiteX7" fmla="*/ 1063138 w 1424326"/>
                  <a:gd name="connsiteY7" fmla="*/ 236533 h 1472498"/>
                  <a:gd name="connsiteX8" fmla="*/ 1063470 w 1424326"/>
                  <a:gd name="connsiteY8" fmla="*/ 256335 h 1472498"/>
                  <a:gd name="connsiteX9" fmla="*/ 1053232 w 1424326"/>
                  <a:gd name="connsiteY9" fmla="*/ 261426 h 1472498"/>
                  <a:gd name="connsiteX10" fmla="*/ 915945 w 1424326"/>
                  <a:gd name="connsiteY10" fmla="*/ 390712 h 1472498"/>
                  <a:gd name="connsiteX11" fmla="*/ 866542 w 1424326"/>
                  <a:gd name="connsiteY11" fmla="*/ 397570 h 1472498"/>
                  <a:gd name="connsiteX12" fmla="*/ 866288 w 1424326"/>
                  <a:gd name="connsiteY12" fmla="*/ 515171 h 1472498"/>
                  <a:gd name="connsiteX13" fmla="*/ 1115589 w 1424326"/>
                  <a:gd name="connsiteY13" fmla="*/ 586800 h 1472498"/>
                  <a:gd name="connsiteX14" fmla="*/ 1222142 w 1424326"/>
                  <a:gd name="connsiteY14" fmla="*/ 704528 h 1472498"/>
                  <a:gd name="connsiteX15" fmla="*/ 1311931 w 1424326"/>
                  <a:gd name="connsiteY15" fmla="*/ 779713 h 1472498"/>
                  <a:gd name="connsiteX16" fmla="*/ 1226968 w 1424326"/>
                  <a:gd name="connsiteY16" fmla="*/ 1014155 h 1472498"/>
                  <a:gd name="connsiteX17" fmla="*/ 1208299 w 1424326"/>
                  <a:gd name="connsiteY17" fmla="*/ 1043111 h 1472498"/>
                  <a:gd name="connsiteX18" fmla="*/ 1093872 w 1424326"/>
                  <a:gd name="connsiteY18" fmla="*/ 1135439 h 1472498"/>
                  <a:gd name="connsiteX19" fmla="*/ 1217570 w 1424326"/>
                  <a:gd name="connsiteY19" fmla="*/ 1210624 h 1472498"/>
                  <a:gd name="connsiteX20" fmla="*/ 1281578 w 1424326"/>
                  <a:gd name="connsiteY20" fmla="*/ 1137345 h 1472498"/>
                  <a:gd name="connsiteX21" fmla="*/ 1381781 w 1424326"/>
                  <a:gd name="connsiteY21" fmla="*/ 1154108 h 1472498"/>
                  <a:gd name="connsiteX22" fmla="*/ 1424326 w 1424326"/>
                  <a:gd name="connsiteY22" fmla="*/ 1224720 h 1472498"/>
                  <a:gd name="connsiteX23" fmla="*/ 1354603 w 1424326"/>
                  <a:gd name="connsiteY23" fmla="*/ 1462338 h 1472498"/>
                  <a:gd name="connsiteX24" fmla="*/ 1331362 w 1424326"/>
                  <a:gd name="connsiteY24" fmla="*/ 1465005 h 1472498"/>
                  <a:gd name="connsiteX25" fmla="*/ 1384575 w 1424326"/>
                  <a:gd name="connsiteY25" fmla="*/ 1314509 h 1472498"/>
                  <a:gd name="connsiteX26" fmla="*/ 1302406 w 1424326"/>
                  <a:gd name="connsiteY26" fmla="*/ 1334068 h 1472498"/>
                  <a:gd name="connsiteX27" fmla="*/ 1218332 w 1424326"/>
                  <a:gd name="connsiteY27" fmla="*/ 1274251 h 1472498"/>
                  <a:gd name="connsiteX28" fmla="*/ 1164992 w 1424326"/>
                  <a:gd name="connsiteY28" fmla="*/ 1459036 h 1472498"/>
                  <a:gd name="connsiteX29" fmla="*/ 1162960 w 1424326"/>
                  <a:gd name="connsiteY29" fmla="*/ 1472498 h 1472498"/>
                  <a:gd name="connsiteX30" fmla="*/ 1147847 w 1424326"/>
                  <a:gd name="connsiteY30" fmla="*/ 1457257 h 1472498"/>
                  <a:gd name="connsiteX31" fmla="*/ 1136544 w 1424326"/>
                  <a:gd name="connsiteY31" fmla="*/ 1370136 h 1472498"/>
                  <a:gd name="connsiteX32" fmla="*/ 1099714 w 1424326"/>
                  <a:gd name="connsiteY32" fmla="*/ 1185986 h 1472498"/>
                  <a:gd name="connsiteX33" fmla="*/ 1092729 w 1424326"/>
                  <a:gd name="connsiteY33" fmla="*/ 1162618 h 1472498"/>
                  <a:gd name="connsiteX34" fmla="*/ 921152 w 1424326"/>
                  <a:gd name="connsiteY34" fmla="*/ 1166427 h 1472498"/>
                  <a:gd name="connsiteX35" fmla="*/ 656865 w 1424326"/>
                  <a:gd name="connsiteY35" fmla="*/ 1159062 h 1472498"/>
                  <a:gd name="connsiteX36" fmla="*/ 616733 w 1424326"/>
                  <a:gd name="connsiteY36" fmla="*/ 1182302 h 1472498"/>
                  <a:gd name="connsiteX37" fmla="*/ 570632 w 1424326"/>
                  <a:gd name="connsiteY37" fmla="*/ 1461830 h 1472498"/>
                  <a:gd name="connsiteX38" fmla="*/ 545867 w 1424326"/>
                  <a:gd name="connsiteY38" fmla="*/ 1466020 h 1472498"/>
                  <a:gd name="connsiteX39" fmla="*/ 585237 w 1424326"/>
                  <a:gd name="connsiteY39" fmla="*/ 1184207 h 1472498"/>
                  <a:gd name="connsiteX40" fmla="*/ 452649 w 1424326"/>
                  <a:gd name="connsiteY40" fmla="*/ 1325051 h 1472498"/>
                  <a:gd name="connsiteX41" fmla="*/ 410104 w 1424326"/>
                  <a:gd name="connsiteY41" fmla="*/ 1458527 h 1472498"/>
                  <a:gd name="connsiteX42" fmla="*/ 384196 w 1424326"/>
                  <a:gd name="connsiteY42" fmla="*/ 1468814 h 1472498"/>
                  <a:gd name="connsiteX43" fmla="*/ 491257 w 1424326"/>
                  <a:gd name="connsiteY43" fmla="*/ 1228657 h 1472498"/>
                  <a:gd name="connsiteX44" fmla="*/ 621559 w 1424326"/>
                  <a:gd name="connsiteY44" fmla="*/ 1136963 h 1472498"/>
                  <a:gd name="connsiteX45" fmla="*/ 495575 w 1424326"/>
                  <a:gd name="connsiteY45" fmla="*/ 1011361 h 1472498"/>
                  <a:gd name="connsiteX46" fmla="*/ 416962 w 1424326"/>
                  <a:gd name="connsiteY46" fmla="*/ 970720 h 1472498"/>
                  <a:gd name="connsiteX47" fmla="*/ 385085 w 1424326"/>
                  <a:gd name="connsiteY47" fmla="*/ 824925 h 1472498"/>
                  <a:gd name="connsiteX48" fmla="*/ 484780 w 1424326"/>
                  <a:gd name="connsiteY48" fmla="*/ 724849 h 1472498"/>
                  <a:gd name="connsiteX49" fmla="*/ 662834 w 1424326"/>
                  <a:gd name="connsiteY49" fmla="*/ 550477 h 1472498"/>
                  <a:gd name="connsiteX50" fmla="*/ 839999 w 1424326"/>
                  <a:gd name="connsiteY50" fmla="*/ 514409 h 1472498"/>
                  <a:gd name="connsiteX51" fmla="*/ 839999 w 1424326"/>
                  <a:gd name="connsiteY51" fmla="*/ 398458 h 1472498"/>
                  <a:gd name="connsiteX52" fmla="*/ 693695 w 1424326"/>
                  <a:gd name="connsiteY52" fmla="*/ 301684 h 1472498"/>
                  <a:gd name="connsiteX53" fmla="*/ 581554 w 1424326"/>
                  <a:gd name="connsiteY53" fmla="*/ 358453 h 1472498"/>
                  <a:gd name="connsiteX54" fmla="*/ 366162 w 1424326"/>
                  <a:gd name="connsiteY54" fmla="*/ 348801 h 1472498"/>
                  <a:gd name="connsiteX55" fmla="*/ 297709 w 1424326"/>
                  <a:gd name="connsiteY55" fmla="*/ 533713 h 1472498"/>
                  <a:gd name="connsiteX56" fmla="*/ 327427 w 1424326"/>
                  <a:gd name="connsiteY56" fmla="*/ 561400 h 1472498"/>
                  <a:gd name="connsiteX57" fmla="*/ 261641 w 1424326"/>
                  <a:gd name="connsiteY57" fmla="*/ 659189 h 1472498"/>
                  <a:gd name="connsiteX58" fmla="*/ 212746 w 1424326"/>
                  <a:gd name="connsiteY58" fmla="*/ 552890 h 1472498"/>
                  <a:gd name="connsiteX59" fmla="*/ 271166 w 1424326"/>
                  <a:gd name="connsiteY59" fmla="*/ 527871 h 1472498"/>
                  <a:gd name="connsiteX60" fmla="*/ 320188 w 1424326"/>
                  <a:gd name="connsiteY60" fmla="*/ 400871 h 1472498"/>
                  <a:gd name="connsiteX61" fmla="*/ 343937 w 1424326"/>
                  <a:gd name="connsiteY61" fmla="*/ 338895 h 1472498"/>
                  <a:gd name="connsiteX62" fmla="*/ 151659 w 1424326"/>
                  <a:gd name="connsiteY62" fmla="*/ 261933 h 1472498"/>
                  <a:gd name="connsiteX63" fmla="*/ 102383 w 1424326"/>
                  <a:gd name="connsiteY63" fmla="*/ 300288 h 1472498"/>
                  <a:gd name="connsiteX64" fmla="*/ 5736 w 1424326"/>
                  <a:gd name="connsiteY64" fmla="*/ 262441 h 1472498"/>
                  <a:gd name="connsiteX65" fmla="*/ 33041 w 1424326"/>
                  <a:gd name="connsiteY65" fmla="*/ 148014 h 1472498"/>
                  <a:gd name="connsiteX66" fmla="*/ 810916 w 1424326"/>
                  <a:gd name="connsiteY66" fmla="*/ 33334 h 1472498"/>
                  <a:gd name="connsiteX67" fmla="*/ 700426 w 1424326"/>
                  <a:gd name="connsiteY67" fmla="*/ 140649 h 1472498"/>
                  <a:gd name="connsiteX68" fmla="*/ 857906 w 1424326"/>
                  <a:gd name="connsiteY68" fmla="*/ 369883 h 1472498"/>
                  <a:gd name="connsiteX69" fmla="*/ 1026308 w 1424326"/>
                  <a:gd name="connsiteY69" fmla="*/ 257362 h 1472498"/>
                  <a:gd name="connsiteX70" fmla="*/ 964840 w 1424326"/>
                  <a:gd name="connsiteY70" fmla="*/ 60765 h 1472498"/>
                  <a:gd name="connsiteX71" fmla="*/ 810916 w 1424326"/>
                  <a:gd name="connsiteY71" fmla="*/ 33334 h 1472498"/>
                  <a:gd name="connsiteX72" fmla="*/ 48789 w 1424326"/>
                  <a:gd name="connsiteY72" fmla="*/ 172526 h 1472498"/>
                  <a:gd name="connsiteX73" fmla="*/ 25294 w 1424326"/>
                  <a:gd name="connsiteY73" fmla="*/ 238565 h 1472498"/>
                  <a:gd name="connsiteX74" fmla="*/ 96922 w 1424326"/>
                  <a:gd name="connsiteY74" fmla="*/ 274126 h 1472498"/>
                  <a:gd name="connsiteX75" fmla="*/ 141118 w 1424326"/>
                  <a:gd name="connsiteY75" fmla="*/ 225484 h 1472498"/>
                  <a:gd name="connsiteX76" fmla="*/ 48789 w 1424326"/>
                  <a:gd name="connsiteY76" fmla="*/ 172526 h 1472498"/>
                  <a:gd name="connsiteX77" fmla="*/ 758338 w 1424326"/>
                  <a:gd name="connsiteY77" fmla="*/ 550224 h 1472498"/>
                  <a:gd name="connsiteX78" fmla="*/ 522499 w 1424326"/>
                  <a:gd name="connsiteY78" fmla="*/ 708084 h 1472498"/>
                  <a:gd name="connsiteX79" fmla="*/ 492019 w 1424326"/>
                  <a:gd name="connsiteY79" fmla="*/ 910269 h 1472498"/>
                  <a:gd name="connsiteX80" fmla="*/ 627274 w 1424326"/>
                  <a:gd name="connsiteY80" fmla="*/ 1108643 h 1472498"/>
                  <a:gd name="connsiteX81" fmla="*/ 856636 w 1424326"/>
                  <a:gd name="connsiteY81" fmla="*/ 1143059 h 1472498"/>
                  <a:gd name="connsiteX82" fmla="*/ 1138195 w 1424326"/>
                  <a:gd name="connsiteY82" fmla="*/ 1081464 h 1472498"/>
                  <a:gd name="connsiteX83" fmla="*/ 1225317 w 1424326"/>
                  <a:gd name="connsiteY83" fmla="*/ 789745 h 1472498"/>
                  <a:gd name="connsiteX84" fmla="*/ 1044342 w 1424326"/>
                  <a:gd name="connsiteY84" fmla="*/ 576766 h 1472498"/>
                  <a:gd name="connsiteX85" fmla="*/ 758338 w 1424326"/>
                  <a:gd name="connsiteY85" fmla="*/ 550224 h 1472498"/>
                  <a:gd name="connsiteX86" fmla="*/ 237638 w 1424326"/>
                  <a:gd name="connsiteY86" fmla="*/ 566480 h 1472498"/>
                  <a:gd name="connsiteX87" fmla="*/ 285009 w 1424326"/>
                  <a:gd name="connsiteY87" fmla="*/ 625407 h 1472498"/>
                  <a:gd name="connsiteX88" fmla="*/ 237638 w 1424326"/>
                  <a:gd name="connsiteY88" fmla="*/ 566480 h 1472498"/>
                  <a:gd name="connsiteX89" fmla="*/ 479446 w 1424326"/>
                  <a:gd name="connsiteY89" fmla="*/ 984309 h 1472498"/>
                  <a:gd name="connsiteX90" fmla="*/ 471826 w 1424326"/>
                  <a:gd name="connsiteY90" fmla="*/ 753677 h 1472498"/>
                  <a:gd name="connsiteX91" fmla="*/ 479446 w 1424326"/>
                  <a:gd name="connsiteY91" fmla="*/ 984309 h 1472498"/>
                  <a:gd name="connsiteX92" fmla="*/ 1245510 w 1424326"/>
                  <a:gd name="connsiteY92" fmla="*/ 752662 h 1472498"/>
                  <a:gd name="connsiteX93" fmla="*/ 1243986 w 1424326"/>
                  <a:gd name="connsiteY93" fmla="*/ 989008 h 1472498"/>
                  <a:gd name="connsiteX94" fmla="*/ 1245510 w 1424326"/>
                  <a:gd name="connsiteY94" fmla="*/ 752662 h 1472498"/>
                  <a:gd name="connsiteX95" fmla="*/ 1281578 w 1424326"/>
                  <a:gd name="connsiteY95" fmla="*/ 1163761 h 1472498"/>
                  <a:gd name="connsiteX96" fmla="*/ 1283356 w 1424326"/>
                  <a:gd name="connsiteY96" fmla="*/ 1303461 h 1472498"/>
                  <a:gd name="connsiteX97" fmla="*/ 1396640 w 1424326"/>
                  <a:gd name="connsiteY97" fmla="*/ 1234119 h 1472498"/>
                  <a:gd name="connsiteX98" fmla="*/ 1281578 w 1424326"/>
                  <a:gd name="connsiteY98" fmla="*/ 1163761 h 1472498"/>
                  <a:gd name="connsiteX99" fmla="*/ 1125495 w 1424326"/>
                  <a:gd name="connsiteY99" fmla="*/ 1181540 h 1472498"/>
                  <a:gd name="connsiteX100" fmla="*/ 1160547 w 1424326"/>
                  <a:gd name="connsiteY100" fmla="*/ 1338005 h 1472498"/>
                  <a:gd name="connsiteX101" fmla="*/ 1212744 w 1424326"/>
                  <a:gd name="connsiteY101" fmla="*/ 1235643 h 1472498"/>
                  <a:gd name="connsiteX102" fmla="*/ 1125495 w 1424326"/>
                  <a:gd name="connsiteY102" fmla="*/ 1181540 h 1472498"/>
                  <a:gd name="connsiteX0" fmla="*/ 166264 w 1424326"/>
                  <a:gd name="connsiteY0" fmla="*/ 241740 h 1472498"/>
                  <a:gd name="connsiteX1" fmla="*/ 459888 w 1424326"/>
                  <a:gd name="connsiteY1" fmla="*/ 345245 h 1472498"/>
                  <a:gd name="connsiteX2" fmla="*/ 574696 w 1424326"/>
                  <a:gd name="connsiteY2" fmla="*/ 328482 h 1472498"/>
                  <a:gd name="connsiteX3" fmla="*/ 679725 w 1424326"/>
                  <a:gd name="connsiteY3" fmla="*/ 280476 h 1472498"/>
                  <a:gd name="connsiteX4" fmla="*/ 665755 w 1424326"/>
                  <a:gd name="connsiteY4" fmla="*/ 182685 h 1472498"/>
                  <a:gd name="connsiteX5" fmla="*/ 715158 w 1424326"/>
                  <a:gd name="connsiteY5" fmla="*/ 62924 h 1472498"/>
                  <a:gd name="connsiteX6" fmla="*/ 943504 w 1424326"/>
                  <a:gd name="connsiteY6" fmla="*/ 17077 h 1472498"/>
                  <a:gd name="connsiteX7" fmla="*/ 1063138 w 1424326"/>
                  <a:gd name="connsiteY7" fmla="*/ 236533 h 1472498"/>
                  <a:gd name="connsiteX8" fmla="*/ 1063470 w 1424326"/>
                  <a:gd name="connsiteY8" fmla="*/ 256335 h 1472498"/>
                  <a:gd name="connsiteX9" fmla="*/ 1053232 w 1424326"/>
                  <a:gd name="connsiteY9" fmla="*/ 261426 h 1472498"/>
                  <a:gd name="connsiteX10" fmla="*/ 915945 w 1424326"/>
                  <a:gd name="connsiteY10" fmla="*/ 390712 h 1472498"/>
                  <a:gd name="connsiteX11" fmla="*/ 866542 w 1424326"/>
                  <a:gd name="connsiteY11" fmla="*/ 397570 h 1472498"/>
                  <a:gd name="connsiteX12" fmla="*/ 866288 w 1424326"/>
                  <a:gd name="connsiteY12" fmla="*/ 515171 h 1472498"/>
                  <a:gd name="connsiteX13" fmla="*/ 1115589 w 1424326"/>
                  <a:gd name="connsiteY13" fmla="*/ 586800 h 1472498"/>
                  <a:gd name="connsiteX14" fmla="*/ 1222142 w 1424326"/>
                  <a:gd name="connsiteY14" fmla="*/ 704528 h 1472498"/>
                  <a:gd name="connsiteX15" fmla="*/ 1311931 w 1424326"/>
                  <a:gd name="connsiteY15" fmla="*/ 779713 h 1472498"/>
                  <a:gd name="connsiteX16" fmla="*/ 1226968 w 1424326"/>
                  <a:gd name="connsiteY16" fmla="*/ 1014155 h 1472498"/>
                  <a:gd name="connsiteX17" fmla="*/ 1208299 w 1424326"/>
                  <a:gd name="connsiteY17" fmla="*/ 1043111 h 1472498"/>
                  <a:gd name="connsiteX18" fmla="*/ 1093872 w 1424326"/>
                  <a:gd name="connsiteY18" fmla="*/ 1135439 h 1472498"/>
                  <a:gd name="connsiteX19" fmla="*/ 1217570 w 1424326"/>
                  <a:gd name="connsiteY19" fmla="*/ 1210624 h 1472498"/>
                  <a:gd name="connsiteX20" fmla="*/ 1281578 w 1424326"/>
                  <a:gd name="connsiteY20" fmla="*/ 1137345 h 1472498"/>
                  <a:gd name="connsiteX21" fmla="*/ 1381781 w 1424326"/>
                  <a:gd name="connsiteY21" fmla="*/ 1154108 h 1472498"/>
                  <a:gd name="connsiteX22" fmla="*/ 1424326 w 1424326"/>
                  <a:gd name="connsiteY22" fmla="*/ 1224720 h 1472498"/>
                  <a:gd name="connsiteX23" fmla="*/ 1354603 w 1424326"/>
                  <a:gd name="connsiteY23" fmla="*/ 1462338 h 1472498"/>
                  <a:gd name="connsiteX24" fmla="*/ 1331362 w 1424326"/>
                  <a:gd name="connsiteY24" fmla="*/ 1465005 h 1472498"/>
                  <a:gd name="connsiteX25" fmla="*/ 1384575 w 1424326"/>
                  <a:gd name="connsiteY25" fmla="*/ 1314509 h 1472498"/>
                  <a:gd name="connsiteX26" fmla="*/ 1302406 w 1424326"/>
                  <a:gd name="connsiteY26" fmla="*/ 1334068 h 1472498"/>
                  <a:gd name="connsiteX27" fmla="*/ 1218332 w 1424326"/>
                  <a:gd name="connsiteY27" fmla="*/ 1274251 h 1472498"/>
                  <a:gd name="connsiteX28" fmla="*/ 1164992 w 1424326"/>
                  <a:gd name="connsiteY28" fmla="*/ 1459036 h 1472498"/>
                  <a:gd name="connsiteX29" fmla="*/ 1162960 w 1424326"/>
                  <a:gd name="connsiteY29" fmla="*/ 1472498 h 1472498"/>
                  <a:gd name="connsiteX30" fmla="*/ 1147847 w 1424326"/>
                  <a:gd name="connsiteY30" fmla="*/ 1457257 h 1472498"/>
                  <a:gd name="connsiteX31" fmla="*/ 1136544 w 1424326"/>
                  <a:gd name="connsiteY31" fmla="*/ 1370136 h 1472498"/>
                  <a:gd name="connsiteX32" fmla="*/ 1099714 w 1424326"/>
                  <a:gd name="connsiteY32" fmla="*/ 1185986 h 1472498"/>
                  <a:gd name="connsiteX33" fmla="*/ 1092729 w 1424326"/>
                  <a:gd name="connsiteY33" fmla="*/ 1162618 h 1472498"/>
                  <a:gd name="connsiteX34" fmla="*/ 921152 w 1424326"/>
                  <a:gd name="connsiteY34" fmla="*/ 1166427 h 1472498"/>
                  <a:gd name="connsiteX35" fmla="*/ 656865 w 1424326"/>
                  <a:gd name="connsiteY35" fmla="*/ 1159062 h 1472498"/>
                  <a:gd name="connsiteX36" fmla="*/ 616733 w 1424326"/>
                  <a:gd name="connsiteY36" fmla="*/ 1182302 h 1472498"/>
                  <a:gd name="connsiteX37" fmla="*/ 570632 w 1424326"/>
                  <a:gd name="connsiteY37" fmla="*/ 1461830 h 1472498"/>
                  <a:gd name="connsiteX38" fmla="*/ 545867 w 1424326"/>
                  <a:gd name="connsiteY38" fmla="*/ 1466020 h 1472498"/>
                  <a:gd name="connsiteX39" fmla="*/ 585237 w 1424326"/>
                  <a:gd name="connsiteY39" fmla="*/ 1184207 h 1472498"/>
                  <a:gd name="connsiteX40" fmla="*/ 452649 w 1424326"/>
                  <a:gd name="connsiteY40" fmla="*/ 1325051 h 1472498"/>
                  <a:gd name="connsiteX41" fmla="*/ 410104 w 1424326"/>
                  <a:gd name="connsiteY41" fmla="*/ 1458527 h 1472498"/>
                  <a:gd name="connsiteX42" fmla="*/ 384196 w 1424326"/>
                  <a:gd name="connsiteY42" fmla="*/ 1468814 h 1472498"/>
                  <a:gd name="connsiteX43" fmla="*/ 491257 w 1424326"/>
                  <a:gd name="connsiteY43" fmla="*/ 1228657 h 1472498"/>
                  <a:gd name="connsiteX44" fmla="*/ 621559 w 1424326"/>
                  <a:gd name="connsiteY44" fmla="*/ 1136963 h 1472498"/>
                  <a:gd name="connsiteX45" fmla="*/ 495575 w 1424326"/>
                  <a:gd name="connsiteY45" fmla="*/ 1011361 h 1472498"/>
                  <a:gd name="connsiteX46" fmla="*/ 416962 w 1424326"/>
                  <a:gd name="connsiteY46" fmla="*/ 970720 h 1472498"/>
                  <a:gd name="connsiteX47" fmla="*/ 385085 w 1424326"/>
                  <a:gd name="connsiteY47" fmla="*/ 824925 h 1472498"/>
                  <a:gd name="connsiteX48" fmla="*/ 484780 w 1424326"/>
                  <a:gd name="connsiteY48" fmla="*/ 724849 h 1472498"/>
                  <a:gd name="connsiteX49" fmla="*/ 662834 w 1424326"/>
                  <a:gd name="connsiteY49" fmla="*/ 550477 h 1472498"/>
                  <a:gd name="connsiteX50" fmla="*/ 839999 w 1424326"/>
                  <a:gd name="connsiteY50" fmla="*/ 514409 h 1472498"/>
                  <a:gd name="connsiteX51" fmla="*/ 839999 w 1424326"/>
                  <a:gd name="connsiteY51" fmla="*/ 398458 h 1472498"/>
                  <a:gd name="connsiteX52" fmla="*/ 693695 w 1424326"/>
                  <a:gd name="connsiteY52" fmla="*/ 301684 h 1472498"/>
                  <a:gd name="connsiteX53" fmla="*/ 581554 w 1424326"/>
                  <a:gd name="connsiteY53" fmla="*/ 358453 h 1472498"/>
                  <a:gd name="connsiteX54" fmla="*/ 366162 w 1424326"/>
                  <a:gd name="connsiteY54" fmla="*/ 348801 h 1472498"/>
                  <a:gd name="connsiteX55" fmla="*/ 297709 w 1424326"/>
                  <a:gd name="connsiteY55" fmla="*/ 533713 h 1472498"/>
                  <a:gd name="connsiteX56" fmla="*/ 327427 w 1424326"/>
                  <a:gd name="connsiteY56" fmla="*/ 561400 h 1472498"/>
                  <a:gd name="connsiteX57" fmla="*/ 261641 w 1424326"/>
                  <a:gd name="connsiteY57" fmla="*/ 659189 h 1472498"/>
                  <a:gd name="connsiteX58" fmla="*/ 212746 w 1424326"/>
                  <a:gd name="connsiteY58" fmla="*/ 552890 h 1472498"/>
                  <a:gd name="connsiteX59" fmla="*/ 271166 w 1424326"/>
                  <a:gd name="connsiteY59" fmla="*/ 527871 h 1472498"/>
                  <a:gd name="connsiteX60" fmla="*/ 320188 w 1424326"/>
                  <a:gd name="connsiteY60" fmla="*/ 400871 h 1472498"/>
                  <a:gd name="connsiteX61" fmla="*/ 343937 w 1424326"/>
                  <a:gd name="connsiteY61" fmla="*/ 338895 h 1472498"/>
                  <a:gd name="connsiteX62" fmla="*/ 151659 w 1424326"/>
                  <a:gd name="connsiteY62" fmla="*/ 261933 h 1472498"/>
                  <a:gd name="connsiteX63" fmla="*/ 102383 w 1424326"/>
                  <a:gd name="connsiteY63" fmla="*/ 300288 h 1472498"/>
                  <a:gd name="connsiteX64" fmla="*/ 5736 w 1424326"/>
                  <a:gd name="connsiteY64" fmla="*/ 262441 h 1472498"/>
                  <a:gd name="connsiteX65" fmla="*/ 33041 w 1424326"/>
                  <a:gd name="connsiteY65" fmla="*/ 148014 h 1472498"/>
                  <a:gd name="connsiteX66" fmla="*/ 810916 w 1424326"/>
                  <a:gd name="connsiteY66" fmla="*/ 33334 h 1472498"/>
                  <a:gd name="connsiteX67" fmla="*/ 700426 w 1424326"/>
                  <a:gd name="connsiteY67" fmla="*/ 140649 h 1472498"/>
                  <a:gd name="connsiteX68" fmla="*/ 857906 w 1424326"/>
                  <a:gd name="connsiteY68" fmla="*/ 369883 h 1472498"/>
                  <a:gd name="connsiteX69" fmla="*/ 1026308 w 1424326"/>
                  <a:gd name="connsiteY69" fmla="*/ 257362 h 1472498"/>
                  <a:gd name="connsiteX70" fmla="*/ 964840 w 1424326"/>
                  <a:gd name="connsiteY70" fmla="*/ 60765 h 1472498"/>
                  <a:gd name="connsiteX71" fmla="*/ 810916 w 1424326"/>
                  <a:gd name="connsiteY71" fmla="*/ 33334 h 1472498"/>
                  <a:gd name="connsiteX72" fmla="*/ 48789 w 1424326"/>
                  <a:gd name="connsiteY72" fmla="*/ 172526 h 1472498"/>
                  <a:gd name="connsiteX73" fmla="*/ 25294 w 1424326"/>
                  <a:gd name="connsiteY73" fmla="*/ 238565 h 1472498"/>
                  <a:gd name="connsiteX74" fmla="*/ 96922 w 1424326"/>
                  <a:gd name="connsiteY74" fmla="*/ 274126 h 1472498"/>
                  <a:gd name="connsiteX75" fmla="*/ 48789 w 1424326"/>
                  <a:gd name="connsiteY75" fmla="*/ 172526 h 1472498"/>
                  <a:gd name="connsiteX76" fmla="*/ 758338 w 1424326"/>
                  <a:gd name="connsiteY76" fmla="*/ 550224 h 1472498"/>
                  <a:gd name="connsiteX77" fmla="*/ 522499 w 1424326"/>
                  <a:gd name="connsiteY77" fmla="*/ 708084 h 1472498"/>
                  <a:gd name="connsiteX78" fmla="*/ 492019 w 1424326"/>
                  <a:gd name="connsiteY78" fmla="*/ 910269 h 1472498"/>
                  <a:gd name="connsiteX79" fmla="*/ 627274 w 1424326"/>
                  <a:gd name="connsiteY79" fmla="*/ 1108643 h 1472498"/>
                  <a:gd name="connsiteX80" fmla="*/ 856636 w 1424326"/>
                  <a:gd name="connsiteY80" fmla="*/ 1143059 h 1472498"/>
                  <a:gd name="connsiteX81" fmla="*/ 1138195 w 1424326"/>
                  <a:gd name="connsiteY81" fmla="*/ 1081464 h 1472498"/>
                  <a:gd name="connsiteX82" fmla="*/ 1225317 w 1424326"/>
                  <a:gd name="connsiteY82" fmla="*/ 789745 h 1472498"/>
                  <a:gd name="connsiteX83" fmla="*/ 1044342 w 1424326"/>
                  <a:gd name="connsiteY83" fmla="*/ 576766 h 1472498"/>
                  <a:gd name="connsiteX84" fmla="*/ 758338 w 1424326"/>
                  <a:gd name="connsiteY84" fmla="*/ 550224 h 1472498"/>
                  <a:gd name="connsiteX85" fmla="*/ 237638 w 1424326"/>
                  <a:gd name="connsiteY85" fmla="*/ 566480 h 1472498"/>
                  <a:gd name="connsiteX86" fmla="*/ 285009 w 1424326"/>
                  <a:gd name="connsiteY86" fmla="*/ 625407 h 1472498"/>
                  <a:gd name="connsiteX87" fmla="*/ 237638 w 1424326"/>
                  <a:gd name="connsiteY87" fmla="*/ 566480 h 1472498"/>
                  <a:gd name="connsiteX88" fmla="*/ 479446 w 1424326"/>
                  <a:gd name="connsiteY88" fmla="*/ 984309 h 1472498"/>
                  <a:gd name="connsiteX89" fmla="*/ 471826 w 1424326"/>
                  <a:gd name="connsiteY89" fmla="*/ 753677 h 1472498"/>
                  <a:gd name="connsiteX90" fmla="*/ 479446 w 1424326"/>
                  <a:gd name="connsiteY90" fmla="*/ 984309 h 1472498"/>
                  <a:gd name="connsiteX91" fmla="*/ 1245510 w 1424326"/>
                  <a:gd name="connsiteY91" fmla="*/ 752662 h 1472498"/>
                  <a:gd name="connsiteX92" fmla="*/ 1243986 w 1424326"/>
                  <a:gd name="connsiteY92" fmla="*/ 989008 h 1472498"/>
                  <a:gd name="connsiteX93" fmla="*/ 1245510 w 1424326"/>
                  <a:gd name="connsiteY93" fmla="*/ 752662 h 1472498"/>
                  <a:gd name="connsiteX94" fmla="*/ 1281578 w 1424326"/>
                  <a:gd name="connsiteY94" fmla="*/ 1163761 h 1472498"/>
                  <a:gd name="connsiteX95" fmla="*/ 1283356 w 1424326"/>
                  <a:gd name="connsiteY95" fmla="*/ 1303461 h 1472498"/>
                  <a:gd name="connsiteX96" fmla="*/ 1396640 w 1424326"/>
                  <a:gd name="connsiteY96" fmla="*/ 1234119 h 1472498"/>
                  <a:gd name="connsiteX97" fmla="*/ 1281578 w 1424326"/>
                  <a:gd name="connsiteY97" fmla="*/ 1163761 h 1472498"/>
                  <a:gd name="connsiteX98" fmla="*/ 1125495 w 1424326"/>
                  <a:gd name="connsiteY98" fmla="*/ 1181540 h 1472498"/>
                  <a:gd name="connsiteX99" fmla="*/ 1160547 w 1424326"/>
                  <a:gd name="connsiteY99" fmla="*/ 1338005 h 1472498"/>
                  <a:gd name="connsiteX100" fmla="*/ 1212744 w 1424326"/>
                  <a:gd name="connsiteY100" fmla="*/ 1235643 h 1472498"/>
                  <a:gd name="connsiteX101" fmla="*/ 1125495 w 1424326"/>
                  <a:gd name="connsiteY101" fmla="*/ 1181540 h 1472498"/>
                  <a:gd name="connsiteX0" fmla="*/ 166264 w 1424326"/>
                  <a:gd name="connsiteY0" fmla="*/ 241740 h 1472498"/>
                  <a:gd name="connsiteX1" fmla="*/ 459888 w 1424326"/>
                  <a:gd name="connsiteY1" fmla="*/ 345245 h 1472498"/>
                  <a:gd name="connsiteX2" fmla="*/ 574696 w 1424326"/>
                  <a:gd name="connsiteY2" fmla="*/ 328482 h 1472498"/>
                  <a:gd name="connsiteX3" fmla="*/ 679725 w 1424326"/>
                  <a:gd name="connsiteY3" fmla="*/ 280476 h 1472498"/>
                  <a:gd name="connsiteX4" fmla="*/ 665755 w 1424326"/>
                  <a:gd name="connsiteY4" fmla="*/ 182685 h 1472498"/>
                  <a:gd name="connsiteX5" fmla="*/ 715158 w 1424326"/>
                  <a:gd name="connsiteY5" fmla="*/ 62924 h 1472498"/>
                  <a:gd name="connsiteX6" fmla="*/ 943504 w 1424326"/>
                  <a:gd name="connsiteY6" fmla="*/ 17077 h 1472498"/>
                  <a:gd name="connsiteX7" fmla="*/ 1063138 w 1424326"/>
                  <a:gd name="connsiteY7" fmla="*/ 236533 h 1472498"/>
                  <a:gd name="connsiteX8" fmla="*/ 1063470 w 1424326"/>
                  <a:gd name="connsiteY8" fmla="*/ 256335 h 1472498"/>
                  <a:gd name="connsiteX9" fmla="*/ 1053232 w 1424326"/>
                  <a:gd name="connsiteY9" fmla="*/ 261426 h 1472498"/>
                  <a:gd name="connsiteX10" fmla="*/ 915945 w 1424326"/>
                  <a:gd name="connsiteY10" fmla="*/ 390712 h 1472498"/>
                  <a:gd name="connsiteX11" fmla="*/ 866542 w 1424326"/>
                  <a:gd name="connsiteY11" fmla="*/ 397570 h 1472498"/>
                  <a:gd name="connsiteX12" fmla="*/ 866288 w 1424326"/>
                  <a:gd name="connsiteY12" fmla="*/ 515171 h 1472498"/>
                  <a:gd name="connsiteX13" fmla="*/ 1115589 w 1424326"/>
                  <a:gd name="connsiteY13" fmla="*/ 586800 h 1472498"/>
                  <a:gd name="connsiteX14" fmla="*/ 1222142 w 1424326"/>
                  <a:gd name="connsiteY14" fmla="*/ 704528 h 1472498"/>
                  <a:gd name="connsiteX15" fmla="*/ 1311931 w 1424326"/>
                  <a:gd name="connsiteY15" fmla="*/ 779713 h 1472498"/>
                  <a:gd name="connsiteX16" fmla="*/ 1226968 w 1424326"/>
                  <a:gd name="connsiteY16" fmla="*/ 1014155 h 1472498"/>
                  <a:gd name="connsiteX17" fmla="*/ 1208299 w 1424326"/>
                  <a:gd name="connsiteY17" fmla="*/ 1043111 h 1472498"/>
                  <a:gd name="connsiteX18" fmla="*/ 1093872 w 1424326"/>
                  <a:gd name="connsiteY18" fmla="*/ 1135439 h 1472498"/>
                  <a:gd name="connsiteX19" fmla="*/ 1217570 w 1424326"/>
                  <a:gd name="connsiteY19" fmla="*/ 1210624 h 1472498"/>
                  <a:gd name="connsiteX20" fmla="*/ 1281578 w 1424326"/>
                  <a:gd name="connsiteY20" fmla="*/ 1137345 h 1472498"/>
                  <a:gd name="connsiteX21" fmla="*/ 1381781 w 1424326"/>
                  <a:gd name="connsiteY21" fmla="*/ 1154108 h 1472498"/>
                  <a:gd name="connsiteX22" fmla="*/ 1424326 w 1424326"/>
                  <a:gd name="connsiteY22" fmla="*/ 1224720 h 1472498"/>
                  <a:gd name="connsiteX23" fmla="*/ 1354603 w 1424326"/>
                  <a:gd name="connsiteY23" fmla="*/ 1462338 h 1472498"/>
                  <a:gd name="connsiteX24" fmla="*/ 1331362 w 1424326"/>
                  <a:gd name="connsiteY24" fmla="*/ 1465005 h 1472498"/>
                  <a:gd name="connsiteX25" fmla="*/ 1384575 w 1424326"/>
                  <a:gd name="connsiteY25" fmla="*/ 1314509 h 1472498"/>
                  <a:gd name="connsiteX26" fmla="*/ 1302406 w 1424326"/>
                  <a:gd name="connsiteY26" fmla="*/ 1334068 h 1472498"/>
                  <a:gd name="connsiteX27" fmla="*/ 1218332 w 1424326"/>
                  <a:gd name="connsiteY27" fmla="*/ 1274251 h 1472498"/>
                  <a:gd name="connsiteX28" fmla="*/ 1164992 w 1424326"/>
                  <a:gd name="connsiteY28" fmla="*/ 1459036 h 1472498"/>
                  <a:gd name="connsiteX29" fmla="*/ 1162960 w 1424326"/>
                  <a:gd name="connsiteY29" fmla="*/ 1472498 h 1472498"/>
                  <a:gd name="connsiteX30" fmla="*/ 1147847 w 1424326"/>
                  <a:gd name="connsiteY30" fmla="*/ 1457257 h 1472498"/>
                  <a:gd name="connsiteX31" fmla="*/ 1136544 w 1424326"/>
                  <a:gd name="connsiteY31" fmla="*/ 1370136 h 1472498"/>
                  <a:gd name="connsiteX32" fmla="*/ 1099714 w 1424326"/>
                  <a:gd name="connsiteY32" fmla="*/ 1185986 h 1472498"/>
                  <a:gd name="connsiteX33" fmla="*/ 1092729 w 1424326"/>
                  <a:gd name="connsiteY33" fmla="*/ 1162618 h 1472498"/>
                  <a:gd name="connsiteX34" fmla="*/ 921152 w 1424326"/>
                  <a:gd name="connsiteY34" fmla="*/ 1166427 h 1472498"/>
                  <a:gd name="connsiteX35" fmla="*/ 656865 w 1424326"/>
                  <a:gd name="connsiteY35" fmla="*/ 1159062 h 1472498"/>
                  <a:gd name="connsiteX36" fmla="*/ 616733 w 1424326"/>
                  <a:gd name="connsiteY36" fmla="*/ 1182302 h 1472498"/>
                  <a:gd name="connsiteX37" fmla="*/ 570632 w 1424326"/>
                  <a:gd name="connsiteY37" fmla="*/ 1461830 h 1472498"/>
                  <a:gd name="connsiteX38" fmla="*/ 545867 w 1424326"/>
                  <a:gd name="connsiteY38" fmla="*/ 1466020 h 1472498"/>
                  <a:gd name="connsiteX39" fmla="*/ 585237 w 1424326"/>
                  <a:gd name="connsiteY39" fmla="*/ 1184207 h 1472498"/>
                  <a:gd name="connsiteX40" fmla="*/ 452649 w 1424326"/>
                  <a:gd name="connsiteY40" fmla="*/ 1325051 h 1472498"/>
                  <a:gd name="connsiteX41" fmla="*/ 410104 w 1424326"/>
                  <a:gd name="connsiteY41" fmla="*/ 1458527 h 1472498"/>
                  <a:gd name="connsiteX42" fmla="*/ 384196 w 1424326"/>
                  <a:gd name="connsiteY42" fmla="*/ 1468814 h 1472498"/>
                  <a:gd name="connsiteX43" fmla="*/ 491257 w 1424326"/>
                  <a:gd name="connsiteY43" fmla="*/ 1228657 h 1472498"/>
                  <a:gd name="connsiteX44" fmla="*/ 621559 w 1424326"/>
                  <a:gd name="connsiteY44" fmla="*/ 1136963 h 1472498"/>
                  <a:gd name="connsiteX45" fmla="*/ 495575 w 1424326"/>
                  <a:gd name="connsiteY45" fmla="*/ 1011361 h 1472498"/>
                  <a:gd name="connsiteX46" fmla="*/ 416962 w 1424326"/>
                  <a:gd name="connsiteY46" fmla="*/ 970720 h 1472498"/>
                  <a:gd name="connsiteX47" fmla="*/ 385085 w 1424326"/>
                  <a:gd name="connsiteY47" fmla="*/ 824925 h 1472498"/>
                  <a:gd name="connsiteX48" fmla="*/ 484780 w 1424326"/>
                  <a:gd name="connsiteY48" fmla="*/ 724849 h 1472498"/>
                  <a:gd name="connsiteX49" fmla="*/ 662834 w 1424326"/>
                  <a:gd name="connsiteY49" fmla="*/ 550477 h 1472498"/>
                  <a:gd name="connsiteX50" fmla="*/ 839999 w 1424326"/>
                  <a:gd name="connsiteY50" fmla="*/ 514409 h 1472498"/>
                  <a:gd name="connsiteX51" fmla="*/ 839999 w 1424326"/>
                  <a:gd name="connsiteY51" fmla="*/ 398458 h 1472498"/>
                  <a:gd name="connsiteX52" fmla="*/ 693695 w 1424326"/>
                  <a:gd name="connsiteY52" fmla="*/ 301684 h 1472498"/>
                  <a:gd name="connsiteX53" fmla="*/ 581554 w 1424326"/>
                  <a:gd name="connsiteY53" fmla="*/ 358453 h 1472498"/>
                  <a:gd name="connsiteX54" fmla="*/ 366162 w 1424326"/>
                  <a:gd name="connsiteY54" fmla="*/ 348801 h 1472498"/>
                  <a:gd name="connsiteX55" fmla="*/ 297709 w 1424326"/>
                  <a:gd name="connsiteY55" fmla="*/ 533713 h 1472498"/>
                  <a:gd name="connsiteX56" fmla="*/ 327427 w 1424326"/>
                  <a:gd name="connsiteY56" fmla="*/ 561400 h 1472498"/>
                  <a:gd name="connsiteX57" fmla="*/ 261641 w 1424326"/>
                  <a:gd name="connsiteY57" fmla="*/ 659189 h 1472498"/>
                  <a:gd name="connsiteX58" fmla="*/ 212746 w 1424326"/>
                  <a:gd name="connsiteY58" fmla="*/ 552890 h 1472498"/>
                  <a:gd name="connsiteX59" fmla="*/ 271166 w 1424326"/>
                  <a:gd name="connsiteY59" fmla="*/ 527871 h 1472498"/>
                  <a:gd name="connsiteX60" fmla="*/ 320188 w 1424326"/>
                  <a:gd name="connsiteY60" fmla="*/ 400871 h 1472498"/>
                  <a:gd name="connsiteX61" fmla="*/ 343937 w 1424326"/>
                  <a:gd name="connsiteY61" fmla="*/ 338895 h 1472498"/>
                  <a:gd name="connsiteX62" fmla="*/ 151659 w 1424326"/>
                  <a:gd name="connsiteY62" fmla="*/ 261933 h 1472498"/>
                  <a:gd name="connsiteX63" fmla="*/ 102383 w 1424326"/>
                  <a:gd name="connsiteY63" fmla="*/ 300288 h 1472498"/>
                  <a:gd name="connsiteX64" fmla="*/ 5736 w 1424326"/>
                  <a:gd name="connsiteY64" fmla="*/ 262441 h 1472498"/>
                  <a:gd name="connsiteX65" fmla="*/ 33041 w 1424326"/>
                  <a:gd name="connsiteY65" fmla="*/ 148014 h 1472498"/>
                  <a:gd name="connsiteX66" fmla="*/ 810916 w 1424326"/>
                  <a:gd name="connsiteY66" fmla="*/ 33334 h 1472498"/>
                  <a:gd name="connsiteX67" fmla="*/ 700426 w 1424326"/>
                  <a:gd name="connsiteY67" fmla="*/ 140649 h 1472498"/>
                  <a:gd name="connsiteX68" fmla="*/ 857906 w 1424326"/>
                  <a:gd name="connsiteY68" fmla="*/ 369883 h 1472498"/>
                  <a:gd name="connsiteX69" fmla="*/ 1026308 w 1424326"/>
                  <a:gd name="connsiteY69" fmla="*/ 257362 h 1472498"/>
                  <a:gd name="connsiteX70" fmla="*/ 964840 w 1424326"/>
                  <a:gd name="connsiteY70" fmla="*/ 60765 h 1472498"/>
                  <a:gd name="connsiteX71" fmla="*/ 810916 w 1424326"/>
                  <a:gd name="connsiteY71" fmla="*/ 33334 h 1472498"/>
                  <a:gd name="connsiteX72" fmla="*/ 48789 w 1424326"/>
                  <a:gd name="connsiteY72" fmla="*/ 172526 h 1472498"/>
                  <a:gd name="connsiteX73" fmla="*/ 25294 w 1424326"/>
                  <a:gd name="connsiteY73" fmla="*/ 238565 h 1472498"/>
                  <a:gd name="connsiteX74" fmla="*/ 96922 w 1424326"/>
                  <a:gd name="connsiteY74" fmla="*/ 274126 h 1472498"/>
                  <a:gd name="connsiteX75" fmla="*/ 758338 w 1424326"/>
                  <a:gd name="connsiteY75" fmla="*/ 550224 h 1472498"/>
                  <a:gd name="connsiteX76" fmla="*/ 522499 w 1424326"/>
                  <a:gd name="connsiteY76" fmla="*/ 708084 h 1472498"/>
                  <a:gd name="connsiteX77" fmla="*/ 492019 w 1424326"/>
                  <a:gd name="connsiteY77" fmla="*/ 910269 h 1472498"/>
                  <a:gd name="connsiteX78" fmla="*/ 627274 w 1424326"/>
                  <a:gd name="connsiteY78" fmla="*/ 1108643 h 1472498"/>
                  <a:gd name="connsiteX79" fmla="*/ 856636 w 1424326"/>
                  <a:gd name="connsiteY79" fmla="*/ 1143059 h 1472498"/>
                  <a:gd name="connsiteX80" fmla="*/ 1138195 w 1424326"/>
                  <a:gd name="connsiteY80" fmla="*/ 1081464 h 1472498"/>
                  <a:gd name="connsiteX81" fmla="*/ 1225317 w 1424326"/>
                  <a:gd name="connsiteY81" fmla="*/ 789745 h 1472498"/>
                  <a:gd name="connsiteX82" fmla="*/ 1044342 w 1424326"/>
                  <a:gd name="connsiteY82" fmla="*/ 576766 h 1472498"/>
                  <a:gd name="connsiteX83" fmla="*/ 758338 w 1424326"/>
                  <a:gd name="connsiteY83" fmla="*/ 550224 h 1472498"/>
                  <a:gd name="connsiteX84" fmla="*/ 237638 w 1424326"/>
                  <a:gd name="connsiteY84" fmla="*/ 566480 h 1472498"/>
                  <a:gd name="connsiteX85" fmla="*/ 285009 w 1424326"/>
                  <a:gd name="connsiteY85" fmla="*/ 625407 h 1472498"/>
                  <a:gd name="connsiteX86" fmla="*/ 237638 w 1424326"/>
                  <a:gd name="connsiteY86" fmla="*/ 566480 h 1472498"/>
                  <a:gd name="connsiteX87" fmla="*/ 479446 w 1424326"/>
                  <a:gd name="connsiteY87" fmla="*/ 984309 h 1472498"/>
                  <a:gd name="connsiteX88" fmla="*/ 471826 w 1424326"/>
                  <a:gd name="connsiteY88" fmla="*/ 753677 h 1472498"/>
                  <a:gd name="connsiteX89" fmla="*/ 479446 w 1424326"/>
                  <a:gd name="connsiteY89" fmla="*/ 984309 h 1472498"/>
                  <a:gd name="connsiteX90" fmla="*/ 1245510 w 1424326"/>
                  <a:gd name="connsiteY90" fmla="*/ 752662 h 1472498"/>
                  <a:gd name="connsiteX91" fmla="*/ 1243986 w 1424326"/>
                  <a:gd name="connsiteY91" fmla="*/ 989008 h 1472498"/>
                  <a:gd name="connsiteX92" fmla="*/ 1245510 w 1424326"/>
                  <a:gd name="connsiteY92" fmla="*/ 752662 h 1472498"/>
                  <a:gd name="connsiteX93" fmla="*/ 1281578 w 1424326"/>
                  <a:gd name="connsiteY93" fmla="*/ 1163761 h 1472498"/>
                  <a:gd name="connsiteX94" fmla="*/ 1283356 w 1424326"/>
                  <a:gd name="connsiteY94" fmla="*/ 1303461 h 1472498"/>
                  <a:gd name="connsiteX95" fmla="*/ 1396640 w 1424326"/>
                  <a:gd name="connsiteY95" fmla="*/ 1234119 h 1472498"/>
                  <a:gd name="connsiteX96" fmla="*/ 1281578 w 1424326"/>
                  <a:gd name="connsiteY96" fmla="*/ 1163761 h 1472498"/>
                  <a:gd name="connsiteX97" fmla="*/ 1125495 w 1424326"/>
                  <a:gd name="connsiteY97" fmla="*/ 1181540 h 1472498"/>
                  <a:gd name="connsiteX98" fmla="*/ 1160547 w 1424326"/>
                  <a:gd name="connsiteY98" fmla="*/ 1338005 h 1472498"/>
                  <a:gd name="connsiteX99" fmla="*/ 1212744 w 1424326"/>
                  <a:gd name="connsiteY99" fmla="*/ 1235643 h 1472498"/>
                  <a:gd name="connsiteX100" fmla="*/ 1125495 w 1424326"/>
                  <a:gd name="connsiteY100" fmla="*/ 1181540 h 1472498"/>
                  <a:gd name="connsiteX0" fmla="*/ 160528 w 1418590"/>
                  <a:gd name="connsiteY0" fmla="*/ 241740 h 1472498"/>
                  <a:gd name="connsiteX1" fmla="*/ 454152 w 1418590"/>
                  <a:gd name="connsiteY1" fmla="*/ 345245 h 1472498"/>
                  <a:gd name="connsiteX2" fmla="*/ 568960 w 1418590"/>
                  <a:gd name="connsiteY2" fmla="*/ 328482 h 1472498"/>
                  <a:gd name="connsiteX3" fmla="*/ 673989 w 1418590"/>
                  <a:gd name="connsiteY3" fmla="*/ 280476 h 1472498"/>
                  <a:gd name="connsiteX4" fmla="*/ 660019 w 1418590"/>
                  <a:gd name="connsiteY4" fmla="*/ 182685 h 1472498"/>
                  <a:gd name="connsiteX5" fmla="*/ 709422 w 1418590"/>
                  <a:gd name="connsiteY5" fmla="*/ 62924 h 1472498"/>
                  <a:gd name="connsiteX6" fmla="*/ 937768 w 1418590"/>
                  <a:gd name="connsiteY6" fmla="*/ 17077 h 1472498"/>
                  <a:gd name="connsiteX7" fmla="*/ 1057402 w 1418590"/>
                  <a:gd name="connsiteY7" fmla="*/ 236533 h 1472498"/>
                  <a:gd name="connsiteX8" fmla="*/ 1057734 w 1418590"/>
                  <a:gd name="connsiteY8" fmla="*/ 256335 h 1472498"/>
                  <a:gd name="connsiteX9" fmla="*/ 1047496 w 1418590"/>
                  <a:gd name="connsiteY9" fmla="*/ 261426 h 1472498"/>
                  <a:gd name="connsiteX10" fmla="*/ 910209 w 1418590"/>
                  <a:gd name="connsiteY10" fmla="*/ 390712 h 1472498"/>
                  <a:gd name="connsiteX11" fmla="*/ 860806 w 1418590"/>
                  <a:gd name="connsiteY11" fmla="*/ 397570 h 1472498"/>
                  <a:gd name="connsiteX12" fmla="*/ 860552 w 1418590"/>
                  <a:gd name="connsiteY12" fmla="*/ 515171 h 1472498"/>
                  <a:gd name="connsiteX13" fmla="*/ 1109853 w 1418590"/>
                  <a:gd name="connsiteY13" fmla="*/ 586800 h 1472498"/>
                  <a:gd name="connsiteX14" fmla="*/ 1216406 w 1418590"/>
                  <a:gd name="connsiteY14" fmla="*/ 704528 h 1472498"/>
                  <a:gd name="connsiteX15" fmla="*/ 1306195 w 1418590"/>
                  <a:gd name="connsiteY15" fmla="*/ 779713 h 1472498"/>
                  <a:gd name="connsiteX16" fmla="*/ 1221232 w 1418590"/>
                  <a:gd name="connsiteY16" fmla="*/ 1014155 h 1472498"/>
                  <a:gd name="connsiteX17" fmla="*/ 1202563 w 1418590"/>
                  <a:gd name="connsiteY17" fmla="*/ 1043111 h 1472498"/>
                  <a:gd name="connsiteX18" fmla="*/ 1088136 w 1418590"/>
                  <a:gd name="connsiteY18" fmla="*/ 1135439 h 1472498"/>
                  <a:gd name="connsiteX19" fmla="*/ 1211834 w 1418590"/>
                  <a:gd name="connsiteY19" fmla="*/ 1210624 h 1472498"/>
                  <a:gd name="connsiteX20" fmla="*/ 1275842 w 1418590"/>
                  <a:gd name="connsiteY20" fmla="*/ 1137345 h 1472498"/>
                  <a:gd name="connsiteX21" fmla="*/ 1376045 w 1418590"/>
                  <a:gd name="connsiteY21" fmla="*/ 1154108 h 1472498"/>
                  <a:gd name="connsiteX22" fmla="*/ 1418590 w 1418590"/>
                  <a:gd name="connsiteY22" fmla="*/ 1224720 h 1472498"/>
                  <a:gd name="connsiteX23" fmla="*/ 1348867 w 1418590"/>
                  <a:gd name="connsiteY23" fmla="*/ 1462338 h 1472498"/>
                  <a:gd name="connsiteX24" fmla="*/ 1325626 w 1418590"/>
                  <a:gd name="connsiteY24" fmla="*/ 1465005 h 1472498"/>
                  <a:gd name="connsiteX25" fmla="*/ 1378839 w 1418590"/>
                  <a:gd name="connsiteY25" fmla="*/ 1314509 h 1472498"/>
                  <a:gd name="connsiteX26" fmla="*/ 1296670 w 1418590"/>
                  <a:gd name="connsiteY26" fmla="*/ 1334068 h 1472498"/>
                  <a:gd name="connsiteX27" fmla="*/ 1212596 w 1418590"/>
                  <a:gd name="connsiteY27" fmla="*/ 1274251 h 1472498"/>
                  <a:gd name="connsiteX28" fmla="*/ 1159256 w 1418590"/>
                  <a:gd name="connsiteY28" fmla="*/ 1459036 h 1472498"/>
                  <a:gd name="connsiteX29" fmla="*/ 1157224 w 1418590"/>
                  <a:gd name="connsiteY29" fmla="*/ 1472498 h 1472498"/>
                  <a:gd name="connsiteX30" fmla="*/ 1142111 w 1418590"/>
                  <a:gd name="connsiteY30" fmla="*/ 1457257 h 1472498"/>
                  <a:gd name="connsiteX31" fmla="*/ 1130808 w 1418590"/>
                  <a:gd name="connsiteY31" fmla="*/ 1370136 h 1472498"/>
                  <a:gd name="connsiteX32" fmla="*/ 1093978 w 1418590"/>
                  <a:gd name="connsiteY32" fmla="*/ 1185986 h 1472498"/>
                  <a:gd name="connsiteX33" fmla="*/ 1086993 w 1418590"/>
                  <a:gd name="connsiteY33" fmla="*/ 1162618 h 1472498"/>
                  <a:gd name="connsiteX34" fmla="*/ 915416 w 1418590"/>
                  <a:gd name="connsiteY34" fmla="*/ 1166427 h 1472498"/>
                  <a:gd name="connsiteX35" fmla="*/ 651129 w 1418590"/>
                  <a:gd name="connsiteY35" fmla="*/ 1159062 h 1472498"/>
                  <a:gd name="connsiteX36" fmla="*/ 610997 w 1418590"/>
                  <a:gd name="connsiteY36" fmla="*/ 1182302 h 1472498"/>
                  <a:gd name="connsiteX37" fmla="*/ 564896 w 1418590"/>
                  <a:gd name="connsiteY37" fmla="*/ 1461830 h 1472498"/>
                  <a:gd name="connsiteX38" fmla="*/ 540131 w 1418590"/>
                  <a:gd name="connsiteY38" fmla="*/ 1466020 h 1472498"/>
                  <a:gd name="connsiteX39" fmla="*/ 579501 w 1418590"/>
                  <a:gd name="connsiteY39" fmla="*/ 1184207 h 1472498"/>
                  <a:gd name="connsiteX40" fmla="*/ 446913 w 1418590"/>
                  <a:gd name="connsiteY40" fmla="*/ 1325051 h 1472498"/>
                  <a:gd name="connsiteX41" fmla="*/ 404368 w 1418590"/>
                  <a:gd name="connsiteY41" fmla="*/ 1458527 h 1472498"/>
                  <a:gd name="connsiteX42" fmla="*/ 378460 w 1418590"/>
                  <a:gd name="connsiteY42" fmla="*/ 1468814 h 1472498"/>
                  <a:gd name="connsiteX43" fmla="*/ 485521 w 1418590"/>
                  <a:gd name="connsiteY43" fmla="*/ 1228657 h 1472498"/>
                  <a:gd name="connsiteX44" fmla="*/ 615823 w 1418590"/>
                  <a:gd name="connsiteY44" fmla="*/ 1136963 h 1472498"/>
                  <a:gd name="connsiteX45" fmla="*/ 489839 w 1418590"/>
                  <a:gd name="connsiteY45" fmla="*/ 1011361 h 1472498"/>
                  <a:gd name="connsiteX46" fmla="*/ 411226 w 1418590"/>
                  <a:gd name="connsiteY46" fmla="*/ 970720 h 1472498"/>
                  <a:gd name="connsiteX47" fmla="*/ 379349 w 1418590"/>
                  <a:gd name="connsiteY47" fmla="*/ 824925 h 1472498"/>
                  <a:gd name="connsiteX48" fmla="*/ 479044 w 1418590"/>
                  <a:gd name="connsiteY48" fmla="*/ 724849 h 1472498"/>
                  <a:gd name="connsiteX49" fmla="*/ 657098 w 1418590"/>
                  <a:gd name="connsiteY49" fmla="*/ 550477 h 1472498"/>
                  <a:gd name="connsiteX50" fmla="*/ 834263 w 1418590"/>
                  <a:gd name="connsiteY50" fmla="*/ 514409 h 1472498"/>
                  <a:gd name="connsiteX51" fmla="*/ 834263 w 1418590"/>
                  <a:gd name="connsiteY51" fmla="*/ 398458 h 1472498"/>
                  <a:gd name="connsiteX52" fmla="*/ 687959 w 1418590"/>
                  <a:gd name="connsiteY52" fmla="*/ 301684 h 1472498"/>
                  <a:gd name="connsiteX53" fmla="*/ 575818 w 1418590"/>
                  <a:gd name="connsiteY53" fmla="*/ 358453 h 1472498"/>
                  <a:gd name="connsiteX54" fmla="*/ 360426 w 1418590"/>
                  <a:gd name="connsiteY54" fmla="*/ 348801 h 1472498"/>
                  <a:gd name="connsiteX55" fmla="*/ 291973 w 1418590"/>
                  <a:gd name="connsiteY55" fmla="*/ 533713 h 1472498"/>
                  <a:gd name="connsiteX56" fmla="*/ 321691 w 1418590"/>
                  <a:gd name="connsiteY56" fmla="*/ 561400 h 1472498"/>
                  <a:gd name="connsiteX57" fmla="*/ 255905 w 1418590"/>
                  <a:gd name="connsiteY57" fmla="*/ 659189 h 1472498"/>
                  <a:gd name="connsiteX58" fmla="*/ 207010 w 1418590"/>
                  <a:gd name="connsiteY58" fmla="*/ 552890 h 1472498"/>
                  <a:gd name="connsiteX59" fmla="*/ 265430 w 1418590"/>
                  <a:gd name="connsiteY59" fmla="*/ 527871 h 1472498"/>
                  <a:gd name="connsiteX60" fmla="*/ 314452 w 1418590"/>
                  <a:gd name="connsiteY60" fmla="*/ 400871 h 1472498"/>
                  <a:gd name="connsiteX61" fmla="*/ 338201 w 1418590"/>
                  <a:gd name="connsiteY61" fmla="*/ 338895 h 1472498"/>
                  <a:gd name="connsiteX62" fmla="*/ 145923 w 1418590"/>
                  <a:gd name="connsiteY62" fmla="*/ 261933 h 1472498"/>
                  <a:gd name="connsiteX63" fmla="*/ 96647 w 1418590"/>
                  <a:gd name="connsiteY63" fmla="*/ 300288 h 1472498"/>
                  <a:gd name="connsiteX64" fmla="*/ 0 w 1418590"/>
                  <a:gd name="connsiteY64" fmla="*/ 262441 h 1472498"/>
                  <a:gd name="connsiteX65" fmla="*/ 805180 w 1418590"/>
                  <a:gd name="connsiteY65" fmla="*/ 33334 h 1472498"/>
                  <a:gd name="connsiteX66" fmla="*/ 694690 w 1418590"/>
                  <a:gd name="connsiteY66" fmla="*/ 140649 h 1472498"/>
                  <a:gd name="connsiteX67" fmla="*/ 852170 w 1418590"/>
                  <a:gd name="connsiteY67" fmla="*/ 369883 h 1472498"/>
                  <a:gd name="connsiteX68" fmla="*/ 1020572 w 1418590"/>
                  <a:gd name="connsiteY68" fmla="*/ 257362 h 1472498"/>
                  <a:gd name="connsiteX69" fmla="*/ 959104 w 1418590"/>
                  <a:gd name="connsiteY69" fmla="*/ 60765 h 1472498"/>
                  <a:gd name="connsiteX70" fmla="*/ 805180 w 1418590"/>
                  <a:gd name="connsiteY70" fmla="*/ 33334 h 1472498"/>
                  <a:gd name="connsiteX71" fmla="*/ 43053 w 1418590"/>
                  <a:gd name="connsiteY71" fmla="*/ 172526 h 1472498"/>
                  <a:gd name="connsiteX72" fmla="*/ 19558 w 1418590"/>
                  <a:gd name="connsiteY72" fmla="*/ 238565 h 1472498"/>
                  <a:gd name="connsiteX73" fmla="*/ 91186 w 1418590"/>
                  <a:gd name="connsiteY73" fmla="*/ 274126 h 1472498"/>
                  <a:gd name="connsiteX74" fmla="*/ 752602 w 1418590"/>
                  <a:gd name="connsiteY74" fmla="*/ 550224 h 1472498"/>
                  <a:gd name="connsiteX75" fmla="*/ 516763 w 1418590"/>
                  <a:gd name="connsiteY75" fmla="*/ 708084 h 1472498"/>
                  <a:gd name="connsiteX76" fmla="*/ 486283 w 1418590"/>
                  <a:gd name="connsiteY76" fmla="*/ 910269 h 1472498"/>
                  <a:gd name="connsiteX77" fmla="*/ 621538 w 1418590"/>
                  <a:gd name="connsiteY77" fmla="*/ 1108643 h 1472498"/>
                  <a:gd name="connsiteX78" fmla="*/ 850900 w 1418590"/>
                  <a:gd name="connsiteY78" fmla="*/ 1143059 h 1472498"/>
                  <a:gd name="connsiteX79" fmla="*/ 1132459 w 1418590"/>
                  <a:gd name="connsiteY79" fmla="*/ 1081464 h 1472498"/>
                  <a:gd name="connsiteX80" fmla="*/ 1219581 w 1418590"/>
                  <a:gd name="connsiteY80" fmla="*/ 789745 h 1472498"/>
                  <a:gd name="connsiteX81" fmla="*/ 1038606 w 1418590"/>
                  <a:gd name="connsiteY81" fmla="*/ 576766 h 1472498"/>
                  <a:gd name="connsiteX82" fmla="*/ 752602 w 1418590"/>
                  <a:gd name="connsiteY82" fmla="*/ 550224 h 1472498"/>
                  <a:gd name="connsiteX83" fmla="*/ 231902 w 1418590"/>
                  <a:gd name="connsiteY83" fmla="*/ 566480 h 1472498"/>
                  <a:gd name="connsiteX84" fmla="*/ 279273 w 1418590"/>
                  <a:gd name="connsiteY84" fmla="*/ 625407 h 1472498"/>
                  <a:gd name="connsiteX85" fmla="*/ 231902 w 1418590"/>
                  <a:gd name="connsiteY85" fmla="*/ 566480 h 1472498"/>
                  <a:gd name="connsiteX86" fmla="*/ 473710 w 1418590"/>
                  <a:gd name="connsiteY86" fmla="*/ 984309 h 1472498"/>
                  <a:gd name="connsiteX87" fmla="*/ 466090 w 1418590"/>
                  <a:gd name="connsiteY87" fmla="*/ 753677 h 1472498"/>
                  <a:gd name="connsiteX88" fmla="*/ 473710 w 1418590"/>
                  <a:gd name="connsiteY88" fmla="*/ 984309 h 1472498"/>
                  <a:gd name="connsiteX89" fmla="*/ 1239774 w 1418590"/>
                  <a:gd name="connsiteY89" fmla="*/ 752662 h 1472498"/>
                  <a:gd name="connsiteX90" fmla="*/ 1238250 w 1418590"/>
                  <a:gd name="connsiteY90" fmla="*/ 989008 h 1472498"/>
                  <a:gd name="connsiteX91" fmla="*/ 1239774 w 1418590"/>
                  <a:gd name="connsiteY91" fmla="*/ 752662 h 1472498"/>
                  <a:gd name="connsiteX92" fmla="*/ 1275842 w 1418590"/>
                  <a:gd name="connsiteY92" fmla="*/ 1163761 h 1472498"/>
                  <a:gd name="connsiteX93" fmla="*/ 1277620 w 1418590"/>
                  <a:gd name="connsiteY93" fmla="*/ 1303461 h 1472498"/>
                  <a:gd name="connsiteX94" fmla="*/ 1390904 w 1418590"/>
                  <a:gd name="connsiteY94" fmla="*/ 1234119 h 1472498"/>
                  <a:gd name="connsiteX95" fmla="*/ 1275842 w 1418590"/>
                  <a:gd name="connsiteY95" fmla="*/ 1163761 h 1472498"/>
                  <a:gd name="connsiteX96" fmla="*/ 1119759 w 1418590"/>
                  <a:gd name="connsiteY96" fmla="*/ 1181540 h 1472498"/>
                  <a:gd name="connsiteX97" fmla="*/ 1154811 w 1418590"/>
                  <a:gd name="connsiteY97" fmla="*/ 1338005 h 1472498"/>
                  <a:gd name="connsiteX98" fmla="*/ 1207008 w 1418590"/>
                  <a:gd name="connsiteY98" fmla="*/ 1235643 h 1472498"/>
                  <a:gd name="connsiteX99" fmla="*/ 1119759 w 1418590"/>
                  <a:gd name="connsiteY99" fmla="*/ 1181540 h 1472498"/>
                  <a:gd name="connsiteX0" fmla="*/ 160528 w 1418590"/>
                  <a:gd name="connsiteY0" fmla="*/ 241740 h 1472498"/>
                  <a:gd name="connsiteX1" fmla="*/ 454152 w 1418590"/>
                  <a:gd name="connsiteY1" fmla="*/ 345245 h 1472498"/>
                  <a:gd name="connsiteX2" fmla="*/ 568960 w 1418590"/>
                  <a:gd name="connsiteY2" fmla="*/ 328482 h 1472498"/>
                  <a:gd name="connsiteX3" fmla="*/ 673989 w 1418590"/>
                  <a:gd name="connsiteY3" fmla="*/ 280476 h 1472498"/>
                  <a:gd name="connsiteX4" fmla="*/ 660019 w 1418590"/>
                  <a:gd name="connsiteY4" fmla="*/ 182685 h 1472498"/>
                  <a:gd name="connsiteX5" fmla="*/ 709422 w 1418590"/>
                  <a:gd name="connsiteY5" fmla="*/ 62924 h 1472498"/>
                  <a:gd name="connsiteX6" fmla="*/ 937768 w 1418590"/>
                  <a:gd name="connsiteY6" fmla="*/ 17077 h 1472498"/>
                  <a:gd name="connsiteX7" fmla="*/ 1057402 w 1418590"/>
                  <a:gd name="connsiteY7" fmla="*/ 236533 h 1472498"/>
                  <a:gd name="connsiteX8" fmla="*/ 1057734 w 1418590"/>
                  <a:gd name="connsiteY8" fmla="*/ 256335 h 1472498"/>
                  <a:gd name="connsiteX9" fmla="*/ 1047496 w 1418590"/>
                  <a:gd name="connsiteY9" fmla="*/ 261426 h 1472498"/>
                  <a:gd name="connsiteX10" fmla="*/ 910209 w 1418590"/>
                  <a:gd name="connsiteY10" fmla="*/ 390712 h 1472498"/>
                  <a:gd name="connsiteX11" fmla="*/ 860806 w 1418590"/>
                  <a:gd name="connsiteY11" fmla="*/ 397570 h 1472498"/>
                  <a:gd name="connsiteX12" fmla="*/ 860552 w 1418590"/>
                  <a:gd name="connsiteY12" fmla="*/ 515171 h 1472498"/>
                  <a:gd name="connsiteX13" fmla="*/ 1109853 w 1418590"/>
                  <a:gd name="connsiteY13" fmla="*/ 586800 h 1472498"/>
                  <a:gd name="connsiteX14" fmla="*/ 1216406 w 1418590"/>
                  <a:gd name="connsiteY14" fmla="*/ 704528 h 1472498"/>
                  <a:gd name="connsiteX15" fmla="*/ 1306195 w 1418590"/>
                  <a:gd name="connsiteY15" fmla="*/ 779713 h 1472498"/>
                  <a:gd name="connsiteX16" fmla="*/ 1221232 w 1418590"/>
                  <a:gd name="connsiteY16" fmla="*/ 1014155 h 1472498"/>
                  <a:gd name="connsiteX17" fmla="*/ 1202563 w 1418590"/>
                  <a:gd name="connsiteY17" fmla="*/ 1043111 h 1472498"/>
                  <a:gd name="connsiteX18" fmla="*/ 1088136 w 1418590"/>
                  <a:gd name="connsiteY18" fmla="*/ 1135439 h 1472498"/>
                  <a:gd name="connsiteX19" fmla="*/ 1211834 w 1418590"/>
                  <a:gd name="connsiteY19" fmla="*/ 1210624 h 1472498"/>
                  <a:gd name="connsiteX20" fmla="*/ 1275842 w 1418590"/>
                  <a:gd name="connsiteY20" fmla="*/ 1137345 h 1472498"/>
                  <a:gd name="connsiteX21" fmla="*/ 1376045 w 1418590"/>
                  <a:gd name="connsiteY21" fmla="*/ 1154108 h 1472498"/>
                  <a:gd name="connsiteX22" fmla="*/ 1418590 w 1418590"/>
                  <a:gd name="connsiteY22" fmla="*/ 1224720 h 1472498"/>
                  <a:gd name="connsiteX23" fmla="*/ 1348867 w 1418590"/>
                  <a:gd name="connsiteY23" fmla="*/ 1462338 h 1472498"/>
                  <a:gd name="connsiteX24" fmla="*/ 1325626 w 1418590"/>
                  <a:gd name="connsiteY24" fmla="*/ 1465005 h 1472498"/>
                  <a:gd name="connsiteX25" fmla="*/ 1378839 w 1418590"/>
                  <a:gd name="connsiteY25" fmla="*/ 1314509 h 1472498"/>
                  <a:gd name="connsiteX26" fmla="*/ 1296670 w 1418590"/>
                  <a:gd name="connsiteY26" fmla="*/ 1334068 h 1472498"/>
                  <a:gd name="connsiteX27" fmla="*/ 1212596 w 1418590"/>
                  <a:gd name="connsiteY27" fmla="*/ 1274251 h 1472498"/>
                  <a:gd name="connsiteX28" fmla="*/ 1159256 w 1418590"/>
                  <a:gd name="connsiteY28" fmla="*/ 1459036 h 1472498"/>
                  <a:gd name="connsiteX29" fmla="*/ 1157224 w 1418590"/>
                  <a:gd name="connsiteY29" fmla="*/ 1472498 h 1472498"/>
                  <a:gd name="connsiteX30" fmla="*/ 1142111 w 1418590"/>
                  <a:gd name="connsiteY30" fmla="*/ 1457257 h 1472498"/>
                  <a:gd name="connsiteX31" fmla="*/ 1130808 w 1418590"/>
                  <a:gd name="connsiteY31" fmla="*/ 1370136 h 1472498"/>
                  <a:gd name="connsiteX32" fmla="*/ 1093978 w 1418590"/>
                  <a:gd name="connsiteY32" fmla="*/ 1185986 h 1472498"/>
                  <a:gd name="connsiteX33" fmla="*/ 1086993 w 1418590"/>
                  <a:gd name="connsiteY33" fmla="*/ 1162618 h 1472498"/>
                  <a:gd name="connsiteX34" fmla="*/ 915416 w 1418590"/>
                  <a:gd name="connsiteY34" fmla="*/ 1166427 h 1472498"/>
                  <a:gd name="connsiteX35" fmla="*/ 651129 w 1418590"/>
                  <a:gd name="connsiteY35" fmla="*/ 1159062 h 1472498"/>
                  <a:gd name="connsiteX36" fmla="*/ 610997 w 1418590"/>
                  <a:gd name="connsiteY36" fmla="*/ 1182302 h 1472498"/>
                  <a:gd name="connsiteX37" fmla="*/ 564896 w 1418590"/>
                  <a:gd name="connsiteY37" fmla="*/ 1461830 h 1472498"/>
                  <a:gd name="connsiteX38" fmla="*/ 540131 w 1418590"/>
                  <a:gd name="connsiteY38" fmla="*/ 1466020 h 1472498"/>
                  <a:gd name="connsiteX39" fmla="*/ 579501 w 1418590"/>
                  <a:gd name="connsiteY39" fmla="*/ 1184207 h 1472498"/>
                  <a:gd name="connsiteX40" fmla="*/ 446913 w 1418590"/>
                  <a:gd name="connsiteY40" fmla="*/ 1325051 h 1472498"/>
                  <a:gd name="connsiteX41" fmla="*/ 404368 w 1418590"/>
                  <a:gd name="connsiteY41" fmla="*/ 1458527 h 1472498"/>
                  <a:gd name="connsiteX42" fmla="*/ 378460 w 1418590"/>
                  <a:gd name="connsiteY42" fmla="*/ 1468814 h 1472498"/>
                  <a:gd name="connsiteX43" fmla="*/ 485521 w 1418590"/>
                  <a:gd name="connsiteY43" fmla="*/ 1228657 h 1472498"/>
                  <a:gd name="connsiteX44" fmla="*/ 615823 w 1418590"/>
                  <a:gd name="connsiteY44" fmla="*/ 1136963 h 1472498"/>
                  <a:gd name="connsiteX45" fmla="*/ 489839 w 1418590"/>
                  <a:gd name="connsiteY45" fmla="*/ 1011361 h 1472498"/>
                  <a:gd name="connsiteX46" fmla="*/ 411226 w 1418590"/>
                  <a:gd name="connsiteY46" fmla="*/ 970720 h 1472498"/>
                  <a:gd name="connsiteX47" fmla="*/ 379349 w 1418590"/>
                  <a:gd name="connsiteY47" fmla="*/ 824925 h 1472498"/>
                  <a:gd name="connsiteX48" fmla="*/ 479044 w 1418590"/>
                  <a:gd name="connsiteY48" fmla="*/ 724849 h 1472498"/>
                  <a:gd name="connsiteX49" fmla="*/ 657098 w 1418590"/>
                  <a:gd name="connsiteY49" fmla="*/ 550477 h 1472498"/>
                  <a:gd name="connsiteX50" fmla="*/ 834263 w 1418590"/>
                  <a:gd name="connsiteY50" fmla="*/ 514409 h 1472498"/>
                  <a:gd name="connsiteX51" fmla="*/ 834263 w 1418590"/>
                  <a:gd name="connsiteY51" fmla="*/ 398458 h 1472498"/>
                  <a:gd name="connsiteX52" fmla="*/ 687959 w 1418590"/>
                  <a:gd name="connsiteY52" fmla="*/ 301684 h 1472498"/>
                  <a:gd name="connsiteX53" fmla="*/ 575818 w 1418590"/>
                  <a:gd name="connsiteY53" fmla="*/ 358453 h 1472498"/>
                  <a:gd name="connsiteX54" fmla="*/ 360426 w 1418590"/>
                  <a:gd name="connsiteY54" fmla="*/ 348801 h 1472498"/>
                  <a:gd name="connsiteX55" fmla="*/ 291973 w 1418590"/>
                  <a:gd name="connsiteY55" fmla="*/ 533713 h 1472498"/>
                  <a:gd name="connsiteX56" fmla="*/ 321691 w 1418590"/>
                  <a:gd name="connsiteY56" fmla="*/ 561400 h 1472498"/>
                  <a:gd name="connsiteX57" fmla="*/ 255905 w 1418590"/>
                  <a:gd name="connsiteY57" fmla="*/ 659189 h 1472498"/>
                  <a:gd name="connsiteX58" fmla="*/ 207010 w 1418590"/>
                  <a:gd name="connsiteY58" fmla="*/ 552890 h 1472498"/>
                  <a:gd name="connsiteX59" fmla="*/ 265430 w 1418590"/>
                  <a:gd name="connsiteY59" fmla="*/ 527871 h 1472498"/>
                  <a:gd name="connsiteX60" fmla="*/ 314452 w 1418590"/>
                  <a:gd name="connsiteY60" fmla="*/ 400871 h 1472498"/>
                  <a:gd name="connsiteX61" fmla="*/ 338201 w 1418590"/>
                  <a:gd name="connsiteY61" fmla="*/ 338895 h 1472498"/>
                  <a:gd name="connsiteX62" fmla="*/ 145923 w 1418590"/>
                  <a:gd name="connsiteY62" fmla="*/ 261933 h 1472498"/>
                  <a:gd name="connsiteX63" fmla="*/ 96647 w 1418590"/>
                  <a:gd name="connsiteY63" fmla="*/ 300288 h 1472498"/>
                  <a:gd name="connsiteX64" fmla="*/ 0 w 1418590"/>
                  <a:gd name="connsiteY64" fmla="*/ 262441 h 1472498"/>
                  <a:gd name="connsiteX65" fmla="*/ 805180 w 1418590"/>
                  <a:gd name="connsiteY65" fmla="*/ 33334 h 1472498"/>
                  <a:gd name="connsiteX66" fmla="*/ 694690 w 1418590"/>
                  <a:gd name="connsiteY66" fmla="*/ 140649 h 1472498"/>
                  <a:gd name="connsiteX67" fmla="*/ 852170 w 1418590"/>
                  <a:gd name="connsiteY67" fmla="*/ 369883 h 1472498"/>
                  <a:gd name="connsiteX68" fmla="*/ 1020572 w 1418590"/>
                  <a:gd name="connsiteY68" fmla="*/ 257362 h 1472498"/>
                  <a:gd name="connsiteX69" fmla="*/ 959104 w 1418590"/>
                  <a:gd name="connsiteY69" fmla="*/ 60765 h 1472498"/>
                  <a:gd name="connsiteX70" fmla="*/ 805180 w 1418590"/>
                  <a:gd name="connsiteY70" fmla="*/ 33334 h 1472498"/>
                  <a:gd name="connsiteX71" fmla="*/ 19558 w 1418590"/>
                  <a:gd name="connsiteY71" fmla="*/ 238565 h 1472498"/>
                  <a:gd name="connsiteX72" fmla="*/ 91186 w 1418590"/>
                  <a:gd name="connsiteY72" fmla="*/ 274126 h 1472498"/>
                  <a:gd name="connsiteX73" fmla="*/ 752602 w 1418590"/>
                  <a:gd name="connsiteY73" fmla="*/ 550224 h 1472498"/>
                  <a:gd name="connsiteX74" fmla="*/ 516763 w 1418590"/>
                  <a:gd name="connsiteY74" fmla="*/ 708084 h 1472498"/>
                  <a:gd name="connsiteX75" fmla="*/ 486283 w 1418590"/>
                  <a:gd name="connsiteY75" fmla="*/ 910269 h 1472498"/>
                  <a:gd name="connsiteX76" fmla="*/ 621538 w 1418590"/>
                  <a:gd name="connsiteY76" fmla="*/ 1108643 h 1472498"/>
                  <a:gd name="connsiteX77" fmla="*/ 850900 w 1418590"/>
                  <a:gd name="connsiteY77" fmla="*/ 1143059 h 1472498"/>
                  <a:gd name="connsiteX78" fmla="*/ 1132459 w 1418590"/>
                  <a:gd name="connsiteY78" fmla="*/ 1081464 h 1472498"/>
                  <a:gd name="connsiteX79" fmla="*/ 1219581 w 1418590"/>
                  <a:gd name="connsiteY79" fmla="*/ 789745 h 1472498"/>
                  <a:gd name="connsiteX80" fmla="*/ 1038606 w 1418590"/>
                  <a:gd name="connsiteY80" fmla="*/ 576766 h 1472498"/>
                  <a:gd name="connsiteX81" fmla="*/ 752602 w 1418590"/>
                  <a:gd name="connsiteY81" fmla="*/ 550224 h 1472498"/>
                  <a:gd name="connsiteX82" fmla="*/ 231902 w 1418590"/>
                  <a:gd name="connsiteY82" fmla="*/ 566480 h 1472498"/>
                  <a:gd name="connsiteX83" fmla="*/ 279273 w 1418590"/>
                  <a:gd name="connsiteY83" fmla="*/ 625407 h 1472498"/>
                  <a:gd name="connsiteX84" fmla="*/ 231902 w 1418590"/>
                  <a:gd name="connsiteY84" fmla="*/ 566480 h 1472498"/>
                  <a:gd name="connsiteX85" fmla="*/ 473710 w 1418590"/>
                  <a:gd name="connsiteY85" fmla="*/ 984309 h 1472498"/>
                  <a:gd name="connsiteX86" fmla="*/ 466090 w 1418590"/>
                  <a:gd name="connsiteY86" fmla="*/ 753677 h 1472498"/>
                  <a:gd name="connsiteX87" fmla="*/ 473710 w 1418590"/>
                  <a:gd name="connsiteY87" fmla="*/ 984309 h 1472498"/>
                  <a:gd name="connsiteX88" fmla="*/ 1239774 w 1418590"/>
                  <a:gd name="connsiteY88" fmla="*/ 752662 h 1472498"/>
                  <a:gd name="connsiteX89" fmla="*/ 1238250 w 1418590"/>
                  <a:gd name="connsiteY89" fmla="*/ 989008 h 1472498"/>
                  <a:gd name="connsiteX90" fmla="*/ 1239774 w 1418590"/>
                  <a:gd name="connsiteY90" fmla="*/ 752662 h 1472498"/>
                  <a:gd name="connsiteX91" fmla="*/ 1275842 w 1418590"/>
                  <a:gd name="connsiteY91" fmla="*/ 1163761 h 1472498"/>
                  <a:gd name="connsiteX92" fmla="*/ 1277620 w 1418590"/>
                  <a:gd name="connsiteY92" fmla="*/ 1303461 h 1472498"/>
                  <a:gd name="connsiteX93" fmla="*/ 1390904 w 1418590"/>
                  <a:gd name="connsiteY93" fmla="*/ 1234119 h 1472498"/>
                  <a:gd name="connsiteX94" fmla="*/ 1275842 w 1418590"/>
                  <a:gd name="connsiteY94" fmla="*/ 1163761 h 1472498"/>
                  <a:gd name="connsiteX95" fmla="*/ 1119759 w 1418590"/>
                  <a:gd name="connsiteY95" fmla="*/ 1181540 h 1472498"/>
                  <a:gd name="connsiteX96" fmla="*/ 1154811 w 1418590"/>
                  <a:gd name="connsiteY96" fmla="*/ 1338005 h 1472498"/>
                  <a:gd name="connsiteX97" fmla="*/ 1207008 w 1418590"/>
                  <a:gd name="connsiteY97" fmla="*/ 1235643 h 1472498"/>
                  <a:gd name="connsiteX98" fmla="*/ 1119759 w 1418590"/>
                  <a:gd name="connsiteY98" fmla="*/ 1181540 h 1472498"/>
                  <a:gd name="connsiteX0" fmla="*/ 160528 w 1418590"/>
                  <a:gd name="connsiteY0" fmla="*/ 241740 h 1472498"/>
                  <a:gd name="connsiteX1" fmla="*/ 454152 w 1418590"/>
                  <a:gd name="connsiteY1" fmla="*/ 345245 h 1472498"/>
                  <a:gd name="connsiteX2" fmla="*/ 568960 w 1418590"/>
                  <a:gd name="connsiteY2" fmla="*/ 328482 h 1472498"/>
                  <a:gd name="connsiteX3" fmla="*/ 673989 w 1418590"/>
                  <a:gd name="connsiteY3" fmla="*/ 280476 h 1472498"/>
                  <a:gd name="connsiteX4" fmla="*/ 660019 w 1418590"/>
                  <a:gd name="connsiteY4" fmla="*/ 182685 h 1472498"/>
                  <a:gd name="connsiteX5" fmla="*/ 709422 w 1418590"/>
                  <a:gd name="connsiteY5" fmla="*/ 62924 h 1472498"/>
                  <a:gd name="connsiteX6" fmla="*/ 937768 w 1418590"/>
                  <a:gd name="connsiteY6" fmla="*/ 17077 h 1472498"/>
                  <a:gd name="connsiteX7" fmla="*/ 1057402 w 1418590"/>
                  <a:gd name="connsiteY7" fmla="*/ 236533 h 1472498"/>
                  <a:gd name="connsiteX8" fmla="*/ 1057734 w 1418590"/>
                  <a:gd name="connsiteY8" fmla="*/ 256335 h 1472498"/>
                  <a:gd name="connsiteX9" fmla="*/ 1047496 w 1418590"/>
                  <a:gd name="connsiteY9" fmla="*/ 261426 h 1472498"/>
                  <a:gd name="connsiteX10" fmla="*/ 910209 w 1418590"/>
                  <a:gd name="connsiteY10" fmla="*/ 390712 h 1472498"/>
                  <a:gd name="connsiteX11" fmla="*/ 860806 w 1418590"/>
                  <a:gd name="connsiteY11" fmla="*/ 397570 h 1472498"/>
                  <a:gd name="connsiteX12" fmla="*/ 860552 w 1418590"/>
                  <a:gd name="connsiteY12" fmla="*/ 515171 h 1472498"/>
                  <a:gd name="connsiteX13" fmla="*/ 1109853 w 1418590"/>
                  <a:gd name="connsiteY13" fmla="*/ 586800 h 1472498"/>
                  <a:gd name="connsiteX14" fmla="*/ 1216406 w 1418590"/>
                  <a:gd name="connsiteY14" fmla="*/ 704528 h 1472498"/>
                  <a:gd name="connsiteX15" fmla="*/ 1306195 w 1418590"/>
                  <a:gd name="connsiteY15" fmla="*/ 779713 h 1472498"/>
                  <a:gd name="connsiteX16" fmla="*/ 1221232 w 1418590"/>
                  <a:gd name="connsiteY16" fmla="*/ 1014155 h 1472498"/>
                  <a:gd name="connsiteX17" fmla="*/ 1202563 w 1418590"/>
                  <a:gd name="connsiteY17" fmla="*/ 1043111 h 1472498"/>
                  <a:gd name="connsiteX18" fmla="*/ 1088136 w 1418590"/>
                  <a:gd name="connsiteY18" fmla="*/ 1135439 h 1472498"/>
                  <a:gd name="connsiteX19" fmla="*/ 1211834 w 1418590"/>
                  <a:gd name="connsiteY19" fmla="*/ 1210624 h 1472498"/>
                  <a:gd name="connsiteX20" fmla="*/ 1275842 w 1418590"/>
                  <a:gd name="connsiteY20" fmla="*/ 1137345 h 1472498"/>
                  <a:gd name="connsiteX21" fmla="*/ 1376045 w 1418590"/>
                  <a:gd name="connsiteY21" fmla="*/ 1154108 h 1472498"/>
                  <a:gd name="connsiteX22" fmla="*/ 1418590 w 1418590"/>
                  <a:gd name="connsiteY22" fmla="*/ 1224720 h 1472498"/>
                  <a:gd name="connsiteX23" fmla="*/ 1348867 w 1418590"/>
                  <a:gd name="connsiteY23" fmla="*/ 1462338 h 1472498"/>
                  <a:gd name="connsiteX24" fmla="*/ 1325626 w 1418590"/>
                  <a:gd name="connsiteY24" fmla="*/ 1465005 h 1472498"/>
                  <a:gd name="connsiteX25" fmla="*/ 1378839 w 1418590"/>
                  <a:gd name="connsiteY25" fmla="*/ 1314509 h 1472498"/>
                  <a:gd name="connsiteX26" fmla="*/ 1296670 w 1418590"/>
                  <a:gd name="connsiteY26" fmla="*/ 1334068 h 1472498"/>
                  <a:gd name="connsiteX27" fmla="*/ 1212596 w 1418590"/>
                  <a:gd name="connsiteY27" fmla="*/ 1274251 h 1472498"/>
                  <a:gd name="connsiteX28" fmla="*/ 1159256 w 1418590"/>
                  <a:gd name="connsiteY28" fmla="*/ 1459036 h 1472498"/>
                  <a:gd name="connsiteX29" fmla="*/ 1157224 w 1418590"/>
                  <a:gd name="connsiteY29" fmla="*/ 1472498 h 1472498"/>
                  <a:gd name="connsiteX30" fmla="*/ 1142111 w 1418590"/>
                  <a:gd name="connsiteY30" fmla="*/ 1457257 h 1472498"/>
                  <a:gd name="connsiteX31" fmla="*/ 1130808 w 1418590"/>
                  <a:gd name="connsiteY31" fmla="*/ 1370136 h 1472498"/>
                  <a:gd name="connsiteX32" fmla="*/ 1093978 w 1418590"/>
                  <a:gd name="connsiteY32" fmla="*/ 1185986 h 1472498"/>
                  <a:gd name="connsiteX33" fmla="*/ 1086993 w 1418590"/>
                  <a:gd name="connsiteY33" fmla="*/ 1162618 h 1472498"/>
                  <a:gd name="connsiteX34" fmla="*/ 915416 w 1418590"/>
                  <a:gd name="connsiteY34" fmla="*/ 1166427 h 1472498"/>
                  <a:gd name="connsiteX35" fmla="*/ 651129 w 1418590"/>
                  <a:gd name="connsiteY35" fmla="*/ 1159062 h 1472498"/>
                  <a:gd name="connsiteX36" fmla="*/ 610997 w 1418590"/>
                  <a:gd name="connsiteY36" fmla="*/ 1182302 h 1472498"/>
                  <a:gd name="connsiteX37" fmla="*/ 564896 w 1418590"/>
                  <a:gd name="connsiteY37" fmla="*/ 1461830 h 1472498"/>
                  <a:gd name="connsiteX38" fmla="*/ 540131 w 1418590"/>
                  <a:gd name="connsiteY38" fmla="*/ 1466020 h 1472498"/>
                  <a:gd name="connsiteX39" fmla="*/ 579501 w 1418590"/>
                  <a:gd name="connsiteY39" fmla="*/ 1184207 h 1472498"/>
                  <a:gd name="connsiteX40" fmla="*/ 446913 w 1418590"/>
                  <a:gd name="connsiteY40" fmla="*/ 1325051 h 1472498"/>
                  <a:gd name="connsiteX41" fmla="*/ 404368 w 1418590"/>
                  <a:gd name="connsiteY41" fmla="*/ 1458527 h 1472498"/>
                  <a:gd name="connsiteX42" fmla="*/ 378460 w 1418590"/>
                  <a:gd name="connsiteY42" fmla="*/ 1468814 h 1472498"/>
                  <a:gd name="connsiteX43" fmla="*/ 485521 w 1418590"/>
                  <a:gd name="connsiteY43" fmla="*/ 1228657 h 1472498"/>
                  <a:gd name="connsiteX44" fmla="*/ 615823 w 1418590"/>
                  <a:gd name="connsiteY44" fmla="*/ 1136963 h 1472498"/>
                  <a:gd name="connsiteX45" fmla="*/ 489839 w 1418590"/>
                  <a:gd name="connsiteY45" fmla="*/ 1011361 h 1472498"/>
                  <a:gd name="connsiteX46" fmla="*/ 411226 w 1418590"/>
                  <a:gd name="connsiteY46" fmla="*/ 970720 h 1472498"/>
                  <a:gd name="connsiteX47" fmla="*/ 379349 w 1418590"/>
                  <a:gd name="connsiteY47" fmla="*/ 824925 h 1472498"/>
                  <a:gd name="connsiteX48" fmla="*/ 479044 w 1418590"/>
                  <a:gd name="connsiteY48" fmla="*/ 724849 h 1472498"/>
                  <a:gd name="connsiteX49" fmla="*/ 657098 w 1418590"/>
                  <a:gd name="connsiteY49" fmla="*/ 550477 h 1472498"/>
                  <a:gd name="connsiteX50" fmla="*/ 834263 w 1418590"/>
                  <a:gd name="connsiteY50" fmla="*/ 514409 h 1472498"/>
                  <a:gd name="connsiteX51" fmla="*/ 834263 w 1418590"/>
                  <a:gd name="connsiteY51" fmla="*/ 398458 h 1472498"/>
                  <a:gd name="connsiteX52" fmla="*/ 687959 w 1418590"/>
                  <a:gd name="connsiteY52" fmla="*/ 301684 h 1472498"/>
                  <a:gd name="connsiteX53" fmla="*/ 575818 w 1418590"/>
                  <a:gd name="connsiteY53" fmla="*/ 358453 h 1472498"/>
                  <a:gd name="connsiteX54" fmla="*/ 360426 w 1418590"/>
                  <a:gd name="connsiteY54" fmla="*/ 348801 h 1472498"/>
                  <a:gd name="connsiteX55" fmla="*/ 291973 w 1418590"/>
                  <a:gd name="connsiteY55" fmla="*/ 533713 h 1472498"/>
                  <a:gd name="connsiteX56" fmla="*/ 321691 w 1418590"/>
                  <a:gd name="connsiteY56" fmla="*/ 561400 h 1472498"/>
                  <a:gd name="connsiteX57" fmla="*/ 255905 w 1418590"/>
                  <a:gd name="connsiteY57" fmla="*/ 659189 h 1472498"/>
                  <a:gd name="connsiteX58" fmla="*/ 207010 w 1418590"/>
                  <a:gd name="connsiteY58" fmla="*/ 552890 h 1472498"/>
                  <a:gd name="connsiteX59" fmla="*/ 265430 w 1418590"/>
                  <a:gd name="connsiteY59" fmla="*/ 527871 h 1472498"/>
                  <a:gd name="connsiteX60" fmla="*/ 314452 w 1418590"/>
                  <a:gd name="connsiteY60" fmla="*/ 400871 h 1472498"/>
                  <a:gd name="connsiteX61" fmla="*/ 338201 w 1418590"/>
                  <a:gd name="connsiteY61" fmla="*/ 338895 h 1472498"/>
                  <a:gd name="connsiteX62" fmla="*/ 145923 w 1418590"/>
                  <a:gd name="connsiteY62" fmla="*/ 261933 h 1472498"/>
                  <a:gd name="connsiteX63" fmla="*/ 96647 w 1418590"/>
                  <a:gd name="connsiteY63" fmla="*/ 300288 h 1472498"/>
                  <a:gd name="connsiteX64" fmla="*/ 0 w 1418590"/>
                  <a:gd name="connsiteY64" fmla="*/ 262441 h 1472498"/>
                  <a:gd name="connsiteX65" fmla="*/ 805180 w 1418590"/>
                  <a:gd name="connsiteY65" fmla="*/ 33334 h 1472498"/>
                  <a:gd name="connsiteX66" fmla="*/ 694690 w 1418590"/>
                  <a:gd name="connsiteY66" fmla="*/ 140649 h 1472498"/>
                  <a:gd name="connsiteX67" fmla="*/ 852170 w 1418590"/>
                  <a:gd name="connsiteY67" fmla="*/ 369883 h 1472498"/>
                  <a:gd name="connsiteX68" fmla="*/ 1020572 w 1418590"/>
                  <a:gd name="connsiteY68" fmla="*/ 257362 h 1472498"/>
                  <a:gd name="connsiteX69" fmla="*/ 959104 w 1418590"/>
                  <a:gd name="connsiteY69" fmla="*/ 60765 h 1472498"/>
                  <a:gd name="connsiteX70" fmla="*/ 805180 w 1418590"/>
                  <a:gd name="connsiteY70" fmla="*/ 33334 h 1472498"/>
                  <a:gd name="connsiteX71" fmla="*/ 752602 w 1418590"/>
                  <a:gd name="connsiteY71" fmla="*/ 550224 h 1472498"/>
                  <a:gd name="connsiteX72" fmla="*/ 516763 w 1418590"/>
                  <a:gd name="connsiteY72" fmla="*/ 708084 h 1472498"/>
                  <a:gd name="connsiteX73" fmla="*/ 486283 w 1418590"/>
                  <a:gd name="connsiteY73" fmla="*/ 910269 h 1472498"/>
                  <a:gd name="connsiteX74" fmla="*/ 621538 w 1418590"/>
                  <a:gd name="connsiteY74" fmla="*/ 1108643 h 1472498"/>
                  <a:gd name="connsiteX75" fmla="*/ 850900 w 1418590"/>
                  <a:gd name="connsiteY75" fmla="*/ 1143059 h 1472498"/>
                  <a:gd name="connsiteX76" fmla="*/ 1132459 w 1418590"/>
                  <a:gd name="connsiteY76" fmla="*/ 1081464 h 1472498"/>
                  <a:gd name="connsiteX77" fmla="*/ 1219581 w 1418590"/>
                  <a:gd name="connsiteY77" fmla="*/ 789745 h 1472498"/>
                  <a:gd name="connsiteX78" fmla="*/ 1038606 w 1418590"/>
                  <a:gd name="connsiteY78" fmla="*/ 576766 h 1472498"/>
                  <a:gd name="connsiteX79" fmla="*/ 752602 w 1418590"/>
                  <a:gd name="connsiteY79" fmla="*/ 550224 h 1472498"/>
                  <a:gd name="connsiteX80" fmla="*/ 231902 w 1418590"/>
                  <a:gd name="connsiteY80" fmla="*/ 566480 h 1472498"/>
                  <a:gd name="connsiteX81" fmla="*/ 279273 w 1418590"/>
                  <a:gd name="connsiteY81" fmla="*/ 625407 h 1472498"/>
                  <a:gd name="connsiteX82" fmla="*/ 231902 w 1418590"/>
                  <a:gd name="connsiteY82" fmla="*/ 566480 h 1472498"/>
                  <a:gd name="connsiteX83" fmla="*/ 473710 w 1418590"/>
                  <a:gd name="connsiteY83" fmla="*/ 984309 h 1472498"/>
                  <a:gd name="connsiteX84" fmla="*/ 466090 w 1418590"/>
                  <a:gd name="connsiteY84" fmla="*/ 753677 h 1472498"/>
                  <a:gd name="connsiteX85" fmla="*/ 473710 w 1418590"/>
                  <a:gd name="connsiteY85" fmla="*/ 984309 h 1472498"/>
                  <a:gd name="connsiteX86" fmla="*/ 1239774 w 1418590"/>
                  <a:gd name="connsiteY86" fmla="*/ 752662 h 1472498"/>
                  <a:gd name="connsiteX87" fmla="*/ 1238250 w 1418590"/>
                  <a:gd name="connsiteY87" fmla="*/ 989008 h 1472498"/>
                  <a:gd name="connsiteX88" fmla="*/ 1239774 w 1418590"/>
                  <a:gd name="connsiteY88" fmla="*/ 752662 h 1472498"/>
                  <a:gd name="connsiteX89" fmla="*/ 1275842 w 1418590"/>
                  <a:gd name="connsiteY89" fmla="*/ 1163761 h 1472498"/>
                  <a:gd name="connsiteX90" fmla="*/ 1277620 w 1418590"/>
                  <a:gd name="connsiteY90" fmla="*/ 1303461 h 1472498"/>
                  <a:gd name="connsiteX91" fmla="*/ 1390904 w 1418590"/>
                  <a:gd name="connsiteY91" fmla="*/ 1234119 h 1472498"/>
                  <a:gd name="connsiteX92" fmla="*/ 1275842 w 1418590"/>
                  <a:gd name="connsiteY92" fmla="*/ 1163761 h 1472498"/>
                  <a:gd name="connsiteX93" fmla="*/ 1119759 w 1418590"/>
                  <a:gd name="connsiteY93" fmla="*/ 1181540 h 1472498"/>
                  <a:gd name="connsiteX94" fmla="*/ 1154811 w 1418590"/>
                  <a:gd name="connsiteY94" fmla="*/ 1338005 h 1472498"/>
                  <a:gd name="connsiteX95" fmla="*/ 1207008 w 1418590"/>
                  <a:gd name="connsiteY95" fmla="*/ 1235643 h 1472498"/>
                  <a:gd name="connsiteX96" fmla="*/ 1119759 w 1418590"/>
                  <a:gd name="connsiteY96" fmla="*/ 1181540 h 1472498"/>
                  <a:gd name="connsiteX0" fmla="*/ 63881 w 1321943"/>
                  <a:gd name="connsiteY0" fmla="*/ 241740 h 1472498"/>
                  <a:gd name="connsiteX1" fmla="*/ 357505 w 1321943"/>
                  <a:gd name="connsiteY1" fmla="*/ 345245 h 1472498"/>
                  <a:gd name="connsiteX2" fmla="*/ 472313 w 1321943"/>
                  <a:gd name="connsiteY2" fmla="*/ 328482 h 1472498"/>
                  <a:gd name="connsiteX3" fmla="*/ 577342 w 1321943"/>
                  <a:gd name="connsiteY3" fmla="*/ 280476 h 1472498"/>
                  <a:gd name="connsiteX4" fmla="*/ 563372 w 1321943"/>
                  <a:gd name="connsiteY4" fmla="*/ 182685 h 1472498"/>
                  <a:gd name="connsiteX5" fmla="*/ 612775 w 1321943"/>
                  <a:gd name="connsiteY5" fmla="*/ 62924 h 1472498"/>
                  <a:gd name="connsiteX6" fmla="*/ 841121 w 1321943"/>
                  <a:gd name="connsiteY6" fmla="*/ 17077 h 1472498"/>
                  <a:gd name="connsiteX7" fmla="*/ 960755 w 1321943"/>
                  <a:gd name="connsiteY7" fmla="*/ 236533 h 1472498"/>
                  <a:gd name="connsiteX8" fmla="*/ 961087 w 1321943"/>
                  <a:gd name="connsiteY8" fmla="*/ 256335 h 1472498"/>
                  <a:gd name="connsiteX9" fmla="*/ 950849 w 1321943"/>
                  <a:gd name="connsiteY9" fmla="*/ 261426 h 1472498"/>
                  <a:gd name="connsiteX10" fmla="*/ 813562 w 1321943"/>
                  <a:gd name="connsiteY10" fmla="*/ 390712 h 1472498"/>
                  <a:gd name="connsiteX11" fmla="*/ 764159 w 1321943"/>
                  <a:gd name="connsiteY11" fmla="*/ 397570 h 1472498"/>
                  <a:gd name="connsiteX12" fmla="*/ 763905 w 1321943"/>
                  <a:gd name="connsiteY12" fmla="*/ 515171 h 1472498"/>
                  <a:gd name="connsiteX13" fmla="*/ 1013206 w 1321943"/>
                  <a:gd name="connsiteY13" fmla="*/ 586800 h 1472498"/>
                  <a:gd name="connsiteX14" fmla="*/ 1119759 w 1321943"/>
                  <a:gd name="connsiteY14" fmla="*/ 704528 h 1472498"/>
                  <a:gd name="connsiteX15" fmla="*/ 1209548 w 1321943"/>
                  <a:gd name="connsiteY15" fmla="*/ 779713 h 1472498"/>
                  <a:gd name="connsiteX16" fmla="*/ 1124585 w 1321943"/>
                  <a:gd name="connsiteY16" fmla="*/ 1014155 h 1472498"/>
                  <a:gd name="connsiteX17" fmla="*/ 1105916 w 1321943"/>
                  <a:gd name="connsiteY17" fmla="*/ 1043111 h 1472498"/>
                  <a:gd name="connsiteX18" fmla="*/ 991489 w 1321943"/>
                  <a:gd name="connsiteY18" fmla="*/ 1135439 h 1472498"/>
                  <a:gd name="connsiteX19" fmla="*/ 1115187 w 1321943"/>
                  <a:gd name="connsiteY19" fmla="*/ 1210624 h 1472498"/>
                  <a:gd name="connsiteX20" fmla="*/ 1179195 w 1321943"/>
                  <a:gd name="connsiteY20" fmla="*/ 1137345 h 1472498"/>
                  <a:gd name="connsiteX21" fmla="*/ 1279398 w 1321943"/>
                  <a:gd name="connsiteY21" fmla="*/ 1154108 h 1472498"/>
                  <a:gd name="connsiteX22" fmla="*/ 1321943 w 1321943"/>
                  <a:gd name="connsiteY22" fmla="*/ 1224720 h 1472498"/>
                  <a:gd name="connsiteX23" fmla="*/ 1252220 w 1321943"/>
                  <a:gd name="connsiteY23" fmla="*/ 1462338 h 1472498"/>
                  <a:gd name="connsiteX24" fmla="*/ 1228979 w 1321943"/>
                  <a:gd name="connsiteY24" fmla="*/ 1465005 h 1472498"/>
                  <a:gd name="connsiteX25" fmla="*/ 1282192 w 1321943"/>
                  <a:gd name="connsiteY25" fmla="*/ 1314509 h 1472498"/>
                  <a:gd name="connsiteX26" fmla="*/ 1200023 w 1321943"/>
                  <a:gd name="connsiteY26" fmla="*/ 1334068 h 1472498"/>
                  <a:gd name="connsiteX27" fmla="*/ 1115949 w 1321943"/>
                  <a:gd name="connsiteY27" fmla="*/ 1274251 h 1472498"/>
                  <a:gd name="connsiteX28" fmla="*/ 1062609 w 1321943"/>
                  <a:gd name="connsiteY28" fmla="*/ 1459036 h 1472498"/>
                  <a:gd name="connsiteX29" fmla="*/ 1060577 w 1321943"/>
                  <a:gd name="connsiteY29" fmla="*/ 1472498 h 1472498"/>
                  <a:gd name="connsiteX30" fmla="*/ 1045464 w 1321943"/>
                  <a:gd name="connsiteY30" fmla="*/ 1457257 h 1472498"/>
                  <a:gd name="connsiteX31" fmla="*/ 1034161 w 1321943"/>
                  <a:gd name="connsiteY31" fmla="*/ 1370136 h 1472498"/>
                  <a:gd name="connsiteX32" fmla="*/ 997331 w 1321943"/>
                  <a:gd name="connsiteY32" fmla="*/ 1185986 h 1472498"/>
                  <a:gd name="connsiteX33" fmla="*/ 990346 w 1321943"/>
                  <a:gd name="connsiteY33" fmla="*/ 1162618 h 1472498"/>
                  <a:gd name="connsiteX34" fmla="*/ 818769 w 1321943"/>
                  <a:gd name="connsiteY34" fmla="*/ 1166427 h 1472498"/>
                  <a:gd name="connsiteX35" fmla="*/ 554482 w 1321943"/>
                  <a:gd name="connsiteY35" fmla="*/ 1159062 h 1472498"/>
                  <a:gd name="connsiteX36" fmla="*/ 514350 w 1321943"/>
                  <a:gd name="connsiteY36" fmla="*/ 1182302 h 1472498"/>
                  <a:gd name="connsiteX37" fmla="*/ 468249 w 1321943"/>
                  <a:gd name="connsiteY37" fmla="*/ 1461830 h 1472498"/>
                  <a:gd name="connsiteX38" fmla="*/ 443484 w 1321943"/>
                  <a:gd name="connsiteY38" fmla="*/ 1466020 h 1472498"/>
                  <a:gd name="connsiteX39" fmla="*/ 482854 w 1321943"/>
                  <a:gd name="connsiteY39" fmla="*/ 1184207 h 1472498"/>
                  <a:gd name="connsiteX40" fmla="*/ 350266 w 1321943"/>
                  <a:gd name="connsiteY40" fmla="*/ 1325051 h 1472498"/>
                  <a:gd name="connsiteX41" fmla="*/ 307721 w 1321943"/>
                  <a:gd name="connsiteY41" fmla="*/ 1458527 h 1472498"/>
                  <a:gd name="connsiteX42" fmla="*/ 281813 w 1321943"/>
                  <a:gd name="connsiteY42" fmla="*/ 1468814 h 1472498"/>
                  <a:gd name="connsiteX43" fmla="*/ 388874 w 1321943"/>
                  <a:gd name="connsiteY43" fmla="*/ 1228657 h 1472498"/>
                  <a:gd name="connsiteX44" fmla="*/ 519176 w 1321943"/>
                  <a:gd name="connsiteY44" fmla="*/ 1136963 h 1472498"/>
                  <a:gd name="connsiteX45" fmla="*/ 393192 w 1321943"/>
                  <a:gd name="connsiteY45" fmla="*/ 1011361 h 1472498"/>
                  <a:gd name="connsiteX46" fmla="*/ 314579 w 1321943"/>
                  <a:gd name="connsiteY46" fmla="*/ 970720 h 1472498"/>
                  <a:gd name="connsiteX47" fmla="*/ 282702 w 1321943"/>
                  <a:gd name="connsiteY47" fmla="*/ 824925 h 1472498"/>
                  <a:gd name="connsiteX48" fmla="*/ 382397 w 1321943"/>
                  <a:gd name="connsiteY48" fmla="*/ 724849 h 1472498"/>
                  <a:gd name="connsiteX49" fmla="*/ 560451 w 1321943"/>
                  <a:gd name="connsiteY49" fmla="*/ 550477 h 1472498"/>
                  <a:gd name="connsiteX50" fmla="*/ 737616 w 1321943"/>
                  <a:gd name="connsiteY50" fmla="*/ 514409 h 1472498"/>
                  <a:gd name="connsiteX51" fmla="*/ 737616 w 1321943"/>
                  <a:gd name="connsiteY51" fmla="*/ 398458 h 1472498"/>
                  <a:gd name="connsiteX52" fmla="*/ 591312 w 1321943"/>
                  <a:gd name="connsiteY52" fmla="*/ 301684 h 1472498"/>
                  <a:gd name="connsiteX53" fmla="*/ 479171 w 1321943"/>
                  <a:gd name="connsiteY53" fmla="*/ 358453 h 1472498"/>
                  <a:gd name="connsiteX54" fmla="*/ 263779 w 1321943"/>
                  <a:gd name="connsiteY54" fmla="*/ 348801 h 1472498"/>
                  <a:gd name="connsiteX55" fmla="*/ 195326 w 1321943"/>
                  <a:gd name="connsiteY55" fmla="*/ 533713 h 1472498"/>
                  <a:gd name="connsiteX56" fmla="*/ 225044 w 1321943"/>
                  <a:gd name="connsiteY56" fmla="*/ 561400 h 1472498"/>
                  <a:gd name="connsiteX57" fmla="*/ 159258 w 1321943"/>
                  <a:gd name="connsiteY57" fmla="*/ 659189 h 1472498"/>
                  <a:gd name="connsiteX58" fmla="*/ 110363 w 1321943"/>
                  <a:gd name="connsiteY58" fmla="*/ 552890 h 1472498"/>
                  <a:gd name="connsiteX59" fmla="*/ 168783 w 1321943"/>
                  <a:gd name="connsiteY59" fmla="*/ 527871 h 1472498"/>
                  <a:gd name="connsiteX60" fmla="*/ 217805 w 1321943"/>
                  <a:gd name="connsiteY60" fmla="*/ 400871 h 1472498"/>
                  <a:gd name="connsiteX61" fmla="*/ 241554 w 1321943"/>
                  <a:gd name="connsiteY61" fmla="*/ 338895 h 1472498"/>
                  <a:gd name="connsiteX62" fmla="*/ 49276 w 1321943"/>
                  <a:gd name="connsiteY62" fmla="*/ 261933 h 1472498"/>
                  <a:gd name="connsiteX63" fmla="*/ 0 w 1321943"/>
                  <a:gd name="connsiteY63" fmla="*/ 300288 h 1472498"/>
                  <a:gd name="connsiteX64" fmla="*/ 708533 w 1321943"/>
                  <a:gd name="connsiteY64" fmla="*/ 33334 h 1472498"/>
                  <a:gd name="connsiteX65" fmla="*/ 598043 w 1321943"/>
                  <a:gd name="connsiteY65" fmla="*/ 140649 h 1472498"/>
                  <a:gd name="connsiteX66" fmla="*/ 755523 w 1321943"/>
                  <a:gd name="connsiteY66" fmla="*/ 369883 h 1472498"/>
                  <a:gd name="connsiteX67" fmla="*/ 923925 w 1321943"/>
                  <a:gd name="connsiteY67" fmla="*/ 257362 h 1472498"/>
                  <a:gd name="connsiteX68" fmla="*/ 862457 w 1321943"/>
                  <a:gd name="connsiteY68" fmla="*/ 60765 h 1472498"/>
                  <a:gd name="connsiteX69" fmla="*/ 708533 w 1321943"/>
                  <a:gd name="connsiteY69" fmla="*/ 33334 h 1472498"/>
                  <a:gd name="connsiteX70" fmla="*/ 655955 w 1321943"/>
                  <a:gd name="connsiteY70" fmla="*/ 550224 h 1472498"/>
                  <a:gd name="connsiteX71" fmla="*/ 420116 w 1321943"/>
                  <a:gd name="connsiteY71" fmla="*/ 708084 h 1472498"/>
                  <a:gd name="connsiteX72" fmla="*/ 389636 w 1321943"/>
                  <a:gd name="connsiteY72" fmla="*/ 910269 h 1472498"/>
                  <a:gd name="connsiteX73" fmla="*/ 524891 w 1321943"/>
                  <a:gd name="connsiteY73" fmla="*/ 1108643 h 1472498"/>
                  <a:gd name="connsiteX74" fmla="*/ 754253 w 1321943"/>
                  <a:gd name="connsiteY74" fmla="*/ 1143059 h 1472498"/>
                  <a:gd name="connsiteX75" fmla="*/ 1035812 w 1321943"/>
                  <a:gd name="connsiteY75" fmla="*/ 1081464 h 1472498"/>
                  <a:gd name="connsiteX76" fmla="*/ 1122934 w 1321943"/>
                  <a:gd name="connsiteY76" fmla="*/ 789745 h 1472498"/>
                  <a:gd name="connsiteX77" fmla="*/ 941959 w 1321943"/>
                  <a:gd name="connsiteY77" fmla="*/ 576766 h 1472498"/>
                  <a:gd name="connsiteX78" fmla="*/ 655955 w 1321943"/>
                  <a:gd name="connsiteY78" fmla="*/ 550224 h 1472498"/>
                  <a:gd name="connsiteX79" fmla="*/ 135255 w 1321943"/>
                  <a:gd name="connsiteY79" fmla="*/ 566480 h 1472498"/>
                  <a:gd name="connsiteX80" fmla="*/ 182626 w 1321943"/>
                  <a:gd name="connsiteY80" fmla="*/ 625407 h 1472498"/>
                  <a:gd name="connsiteX81" fmla="*/ 135255 w 1321943"/>
                  <a:gd name="connsiteY81" fmla="*/ 566480 h 1472498"/>
                  <a:gd name="connsiteX82" fmla="*/ 377063 w 1321943"/>
                  <a:gd name="connsiteY82" fmla="*/ 984309 h 1472498"/>
                  <a:gd name="connsiteX83" fmla="*/ 369443 w 1321943"/>
                  <a:gd name="connsiteY83" fmla="*/ 753677 h 1472498"/>
                  <a:gd name="connsiteX84" fmla="*/ 377063 w 1321943"/>
                  <a:gd name="connsiteY84" fmla="*/ 984309 h 1472498"/>
                  <a:gd name="connsiteX85" fmla="*/ 1143127 w 1321943"/>
                  <a:gd name="connsiteY85" fmla="*/ 752662 h 1472498"/>
                  <a:gd name="connsiteX86" fmla="*/ 1141603 w 1321943"/>
                  <a:gd name="connsiteY86" fmla="*/ 989008 h 1472498"/>
                  <a:gd name="connsiteX87" fmla="*/ 1143127 w 1321943"/>
                  <a:gd name="connsiteY87" fmla="*/ 752662 h 1472498"/>
                  <a:gd name="connsiteX88" fmla="*/ 1179195 w 1321943"/>
                  <a:gd name="connsiteY88" fmla="*/ 1163761 h 1472498"/>
                  <a:gd name="connsiteX89" fmla="*/ 1180973 w 1321943"/>
                  <a:gd name="connsiteY89" fmla="*/ 1303461 h 1472498"/>
                  <a:gd name="connsiteX90" fmla="*/ 1294257 w 1321943"/>
                  <a:gd name="connsiteY90" fmla="*/ 1234119 h 1472498"/>
                  <a:gd name="connsiteX91" fmla="*/ 1179195 w 1321943"/>
                  <a:gd name="connsiteY91" fmla="*/ 1163761 h 1472498"/>
                  <a:gd name="connsiteX92" fmla="*/ 1023112 w 1321943"/>
                  <a:gd name="connsiteY92" fmla="*/ 1181540 h 1472498"/>
                  <a:gd name="connsiteX93" fmla="*/ 1058164 w 1321943"/>
                  <a:gd name="connsiteY93" fmla="*/ 1338005 h 1472498"/>
                  <a:gd name="connsiteX94" fmla="*/ 1110361 w 1321943"/>
                  <a:gd name="connsiteY94" fmla="*/ 1235643 h 1472498"/>
                  <a:gd name="connsiteX95" fmla="*/ 1023112 w 1321943"/>
                  <a:gd name="connsiteY95" fmla="*/ 1181540 h 1472498"/>
                  <a:gd name="connsiteX0" fmla="*/ 14605 w 1272667"/>
                  <a:gd name="connsiteY0" fmla="*/ 241740 h 1472498"/>
                  <a:gd name="connsiteX1" fmla="*/ 308229 w 1272667"/>
                  <a:gd name="connsiteY1" fmla="*/ 345245 h 1472498"/>
                  <a:gd name="connsiteX2" fmla="*/ 423037 w 1272667"/>
                  <a:gd name="connsiteY2" fmla="*/ 328482 h 1472498"/>
                  <a:gd name="connsiteX3" fmla="*/ 528066 w 1272667"/>
                  <a:gd name="connsiteY3" fmla="*/ 280476 h 1472498"/>
                  <a:gd name="connsiteX4" fmla="*/ 514096 w 1272667"/>
                  <a:gd name="connsiteY4" fmla="*/ 182685 h 1472498"/>
                  <a:gd name="connsiteX5" fmla="*/ 563499 w 1272667"/>
                  <a:gd name="connsiteY5" fmla="*/ 62924 h 1472498"/>
                  <a:gd name="connsiteX6" fmla="*/ 791845 w 1272667"/>
                  <a:gd name="connsiteY6" fmla="*/ 17077 h 1472498"/>
                  <a:gd name="connsiteX7" fmla="*/ 911479 w 1272667"/>
                  <a:gd name="connsiteY7" fmla="*/ 236533 h 1472498"/>
                  <a:gd name="connsiteX8" fmla="*/ 911811 w 1272667"/>
                  <a:gd name="connsiteY8" fmla="*/ 256335 h 1472498"/>
                  <a:gd name="connsiteX9" fmla="*/ 901573 w 1272667"/>
                  <a:gd name="connsiteY9" fmla="*/ 261426 h 1472498"/>
                  <a:gd name="connsiteX10" fmla="*/ 764286 w 1272667"/>
                  <a:gd name="connsiteY10" fmla="*/ 390712 h 1472498"/>
                  <a:gd name="connsiteX11" fmla="*/ 714883 w 1272667"/>
                  <a:gd name="connsiteY11" fmla="*/ 397570 h 1472498"/>
                  <a:gd name="connsiteX12" fmla="*/ 714629 w 1272667"/>
                  <a:gd name="connsiteY12" fmla="*/ 515171 h 1472498"/>
                  <a:gd name="connsiteX13" fmla="*/ 963930 w 1272667"/>
                  <a:gd name="connsiteY13" fmla="*/ 586800 h 1472498"/>
                  <a:gd name="connsiteX14" fmla="*/ 1070483 w 1272667"/>
                  <a:gd name="connsiteY14" fmla="*/ 704528 h 1472498"/>
                  <a:gd name="connsiteX15" fmla="*/ 1160272 w 1272667"/>
                  <a:gd name="connsiteY15" fmla="*/ 779713 h 1472498"/>
                  <a:gd name="connsiteX16" fmla="*/ 1075309 w 1272667"/>
                  <a:gd name="connsiteY16" fmla="*/ 1014155 h 1472498"/>
                  <a:gd name="connsiteX17" fmla="*/ 1056640 w 1272667"/>
                  <a:gd name="connsiteY17" fmla="*/ 1043111 h 1472498"/>
                  <a:gd name="connsiteX18" fmla="*/ 942213 w 1272667"/>
                  <a:gd name="connsiteY18" fmla="*/ 1135439 h 1472498"/>
                  <a:gd name="connsiteX19" fmla="*/ 1065911 w 1272667"/>
                  <a:gd name="connsiteY19" fmla="*/ 1210624 h 1472498"/>
                  <a:gd name="connsiteX20" fmla="*/ 1129919 w 1272667"/>
                  <a:gd name="connsiteY20" fmla="*/ 1137345 h 1472498"/>
                  <a:gd name="connsiteX21" fmla="*/ 1230122 w 1272667"/>
                  <a:gd name="connsiteY21" fmla="*/ 1154108 h 1472498"/>
                  <a:gd name="connsiteX22" fmla="*/ 1272667 w 1272667"/>
                  <a:gd name="connsiteY22" fmla="*/ 1224720 h 1472498"/>
                  <a:gd name="connsiteX23" fmla="*/ 1202944 w 1272667"/>
                  <a:gd name="connsiteY23" fmla="*/ 1462338 h 1472498"/>
                  <a:gd name="connsiteX24" fmla="*/ 1179703 w 1272667"/>
                  <a:gd name="connsiteY24" fmla="*/ 1465005 h 1472498"/>
                  <a:gd name="connsiteX25" fmla="*/ 1232916 w 1272667"/>
                  <a:gd name="connsiteY25" fmla="*/ 1314509 h 1472498"/>
                  <a:gd name="connsiteX26" fmla="*/ 1150747 w 1272667"/>
                  <a:gd name="connsiteY26" fmla="*/ 1334068 h 1472498"/>
                  <a:gd name="connsiteX27" fmla="*/ 1066673 w 1272667"/>
                  <a:gd name="connsiteY27" fmla="*/ 1274251 h 1472498"/>
                  <a:gd name="connsiteX28" fmla="*/ 1013333 w 1272667"/>
                  <a:gd name="connsiteY28" fmla="*/ 1459036 h 1472498"/>
                  <a:gd name="connsiteX29" fmla="*/ 1011301 w 1272667"/>
                  <a:gd name="connsiteY29" fmla="*/ 1472498 h 1472498"/>
                  <a:gd name="connsiteX30" fmla="*/ 996188 w 1272667"/>
                  <a:gd name="connsiteY30" fmla="*/ 1457257 h 1472498"/>
                  <a:gd name="connsiteX31" fmla="*/ 984885 w 1272667"/>
                  <a:gd name="connsiteY31" fmla="*/ 1370136 h 1472498"/>
                  <a:gd name="connsiteX32" fmla="*/ 948055 w 1272667"/>
                  <a:gd name="connsiteY32" fmla="*/ 1185986 h 1472498"/>
                  <a:gd name="connsiteX33" fmla="*/ 941070 w 1272667"/>
                  <a:gd name="connsiteY33" fmla="*/ 1162618 h 1472498"/>
                  <a:gd name="connsiteX34" fmla="*/ 769493 w 1272667"/>
                  <a:gd name="connsiteY34" fmla="*/ 1166427 h 1472498"/>
                  <a:gd name="connsiteX35" fmla="*/ 505206 w 1272667"/>
                  <a:gd name="connsiteY35" fmla="*/ 1159062 h 1472498"/>
                  <a:gd name="connsiteX36" fmla="*/ 465074 w 1272667"/>
                  <a:gd name="connsiteY36" fmla="*/ 1182302 h 1472498"/>
                  <a:gd name="connsiteX37" fmla="*/ 418973 w 1272667"/>
                  <a:gd name="connsiteY37" fmla="*/ 1461830 h 1472498"/>
                  <a:gd name="connsiteX38" fmla="*/ 394208 w 1272667"/>
                  <a:gd name="connsiteY38" fmla="*/ 1466020 h 1472498"/>
                  <a:gd name="connsiteX39" fmla="*/ 433578 w 1272667"/>
                  <a:gd name="connsiteY39" fmla="*/ 1184207 h 1472498"/>
                  <a:gd name="connsiteX40" fmla="*/ 300990 w 1272667"/>
                  <a:gd name="connsiteY40" fmla="*/ 1325051 h 1472498"/>
                  <a:gd name="connsiteX41" fmla="*/ 258445 w 1272667"/>
                  <a:gd name="connsiteY41" fmla="*/ 1458527 h 1472498"/>
                  <a:gd name="connsiteX42" fmla="*/ 232537 w 1272667"/>
                  <a:gd name="connsiteY42" fmla="*/ 1468814 h 1472498"/>
                  <a:gd name="connsiteX43" fmla="*/ 339598 w 1272667"/>
                  <a:gd name="connsiteY43" fmla="*/ 1228657 h 1472498"/>
                  <a:gd name="connsiteX44" fmla="*/ 469900 w 1272667"/>
                  <a:gd name="connsiteY44" fmla="*/ 1136963 h 1472498"/>
                  <a:gd name="connsiteX45" fmla="*/ 343916 w 1272667"/>
                  <a:gd name="connsiteY45" fmla="*/ 1011361 h 1472498"/>
                  <a:gd name="connsiteX46" fmla="*/ 265303 w 1272667"/>
                  <a:gd name="connsiteY46" fmla="*/ 970720 h 1472498"/>
                  <a:gd name="connsiteX47" fmla="*/ 233426 w 1272667"/>
                  <a:gd name="connsiteY47" fmla="*/ 824925 h 1472498"/>
                  <a:gd name="connsiteX48" fmla="*/ 333121 w 1272667"/>
                  <a:gd name="connsiteY48" fmla="*/ 724849 h 1472498"/>
                  <a:gd name="connsiteX49" fmla="*/ 511175 w 1272667"/>
                  <a:gd name="connsiteY49" fmla="*/ 550477 h 1472498"/>
                  <a:gd name="connsiteX50" fmla="*/ 688340 w 1272667"/>
                  <a:gd name="connsiteY50" fmla="*/ 514409 h 1472498"/>
                  <a:gd name="connsiteX51" fmla="*/ 688340 w 1272667"/>
                  <a:gd name="connsiteY51" fmla="*/ 398458 h 1472498"/>
                  <a:gd name="connsiteX52" fmla="*/ 542036 w 1272667"/>
                  <a:gd name="connsiteY52" fmla="*/ 301684 h 1472498"/>
                  <a:gd name="connsiteX53" fmla="*/ 429895 w 1272667"/>
                  <a:gd name="connsiteY53" fmla="*/ 358453 h 1472498"/>
                  <a:gd name="connsiteX54" fmla="*/ 214503 w 1272667"/>
                  <a:gd name="connsiteY54" fmla="*/ 348801 h 1472498"/>
                  <a:gd name="connsiteX55" fmla="*/ 146050 w 1272667"/>
                  <a:gd name="connsiteY55" fmla="*/ 533713 h 1472498"/>
                  <a:gd name="connsiteX56" fmla="*/ 175768 w 1272667"/>
                  <a:gd name="connsiteY56" fmla="*/ 561400 h 1472498"/>
                  <a:gd name="connsiteX57" fmla="*/ 109982 w 1272667"/>
                  <a:gd name="connsiteY57" fmla="*/ 659189 h 1472498"/>
                  <a:gd name="connsiteX58" fmla="*/ 61087 w 1272667"/>
                  <a:gd name="connsiteY58" fmla="*/ 552890 h 1472498"/>
                  <a:gd name="connsiteX59" fmla="*/ 119507 w 1272667"/>
                  <a:gd name="connsiteY59" fmla="*/ 527871 h 1472498"/>
                  <a:gd name="connsiteX60" fmla="*/ 168529 w 1272667"/>
                  <a:gd name="connsiteY60" fmla="*/ 400871 h 1472498"/>
                  <a:gd name="connsiteX61" fmla="*/ 192278 w 1272667"/>
                  <a:gd name="connsiteY61" fmla="*/ 338895 h 1472498"/>
                  <a:gd name="connsiteX62" fmla="*/ 0 w 1272667"/>
                  <a:gd name="connsiteY62" fmla="*/ 261933 h 1472498"/>
                  <a:gd name="connsiteX63" fmla="*/ 659257 w 1272667"/>
                  <a:gd name="connsiteY63" fmla="*/ 33334 h 1472498"/>
                  <a:gd name="connsiteX64" fmla="*/ 548767 w 1272667"/>
                  <a:gd name="connsiteY64" fmla="*/ 140649 h 1472498"/>
                  <a:gd name="connsiteX65" fmla="*/ 706247 w 1272667"/>
                  <a:gd name="connsiteY65" fmla="*/ 369883 h 1472498"/>
                  <a:gd name="connsiteX66" fmla="*/ 874649 w 1272667"/>
                  <a:gd name="connsiteY66" fmla="*/ 257362 h 1472498"/>
                  <a:gd name="connsiteX67" fmla="*/ 813181 w 1272667"/>
                  <a:gd name="connsiteY67" fmla="*/ 60765 h 1472498"/>
                  <a:gd name="connsiteX68" fmla="*/ 659257 w 1272667"/>
                  <a:gd name="connsiteY68" fmla="*/ 33334 h 1472498"/>
                  <a:gd name="connsiteX69" fmla="*/ 606679 w 1272667"/>
                  <a:gd name="connsiteY69" fmla="*/ 550224 h 1472498"/>
                  <a:gd name="connsiteX70" fmla="*/ 370840 w 1272667"/>
                  <a:gd name="connsiteY70" fmla="*/ 708084 h 1472498"/>
                  <a:gd name="connsiteX71" fmla="*/ 340360 w 1272667"/>
                  <a:gd name="connsiteY71" fmla="*/ 910269 h 1472498"/>
                  <a:gd name="connsiteX72" fmla="*/ 475615 w 1272667"/>
                  <a:gd name="connsiteY72" fmla="*/ 1108643 h 1472498"/>
                  <a:gd name="connsiteX73" fmla="*/ 704977 w 1272667"/>
                  <a:gd name="connsiteY73" fmla="*/ 1143059 h 1472498"/>
                  <a:gd name="connsiteX74" fmla="*/ 986536 w 1272667"/>
                  <a:gd name="connsiteY74" fmla="*/ 1081464 h 1472498"/>
                  <a:gd name="connsiteX75" fmla="*/ 1073658 w 1272667"/>
                  <a:gd name="connsiteY75" fmla="*/ 789745 h 1472498"/>
                  <a:gd name="connsiteX76" fmla="*/ 892683 w 1272667"/>
                  <a:gd name="connsiteY76" fmla="*/ 576766 h 1472498"/>
                  <a:gd name="connsiteX77" fmla="*/ 606679 w 1272667"/>
                  <a:gd name="connsiteY77" fmla="*/ 550224 h 1472498"/>
                  <a:gd name="connsiteX78" fmla="*/ 85979 w 1272667"/>
                  <a:gd name="connsiteY78" fmla="*/ 566480 h 1472498"/>
                  <a:gd name="connsiteX79" fmla="*/ 133350 w 1272667"/>
                  <a:gd name="connsiteY79" fmla="*/ 625407 h 1472498"/>
                  <a:gd name="connsiteX80" fmla="*/ 85979 w 1272667"/>
                  <a:gd name="connsiteY80" fmla="*/ 566480 h 1472498"/>
                  <a:gd name="connsiteX81" fmla="*/ 327787 w 1272667"/>
                  <a:gd name="connsiteY81" fmla="*/ 984309 h 1472498"/>
                  <a:gd name="connsiteX82" fmla="*/ 320167 w 1272667"/>
                  <a:gd name="connsiteY82" fmla="*/ 753677 h 1472498"/>
                  <a:gd name="connsiteX83" fmla="*/ 327787 w 1272667"/>
                  <a:gd name="connsiteY83" fmla="*/ 984309 h 1472498"/>
                  <a:gd name="connsiteX84" fmla="*/ 1093851 w 1272667"/>
                  <a:gd name="connsiteY84" fmla="*/ 752662 h 1472498"/>
                  <a:gd name="connsiteX85" fmla="*/ 1092327 w 1272667"/>
                  <a:gd name="connsiteY85" fmla="*/ 989008 h 1472498"/>
                  <a:gd name="connsiteX86" fmla="*/ 1093851 w 1272667"/>
                  <a:gd name="connsiteY86" fmla="*/ 752662 h 1472498"/>
                  <a:gd name="connsiteX87" fmla="*/ 1129919 w 1272667"/>
                  <a:gd name="connsiteY87" fmla="*/ 1163761 h 1472498"/>
                  <a:gd name="connsiteX88" fmla="*/ 1131697 w 1272667"/>
                  <a:gd name="connsiteY88" fmla="*/ 1303461 h 1472498"/>
                  <a:gd name="connsiteX89" fmla="*/ 1244981 w 1272667"/>
                  <a:gd name="connsiteY89" fmla="*/ 1234119 h 1472498"/>
                  <a:gd name="connsiteX90" fmla="*/ 1129919 w 1272667"/>
                  <a:gd name="connsiteY90" fmla="*/ 1163761 h 1472498"/>
                  <a:gd name="connsiteX91" fmla="*/ 973836 w 1272667"/>
                  <a:gd name="connsiteY91" fmla="*/ 1181540 h 1472498"/>
                  <a:gd name="connsiteX92" fmla="*/ 1008888 w 1272667"/>
                  <a:gd name="connsiteY92" fmla="*/ 1338005 h 1472498"/>
                  <a:gd name="connsiteX93" fmla="*/ 1061085 w 1272667"/>
                  <a:gd name="connsiteY93" fmla="*/ 1235643 h 1472498"/>
                  <a:gd name="connsiteX94" fmla="*/ 973836 w 1272667"/>
                  <a:gd name="connsiteY94" fmla="*/ 1181540 h 1472498"/>
                  <a:gd name="connsiteX0" fmla="*/ -1 w 1258061"/>
                  <a:gd name="connsiteY0" fmla="*/ 241740 h 1472498"/>
                  <a:gd name="connsiteX1" fmla="*/ 293623 w 1258061"/>
                  <a:gd name="connsiteY1" fmla="*/ 345245 h 1472498"/>
                  <a:gd name="connsiteX2" fmla="*/ 408431 w 1258061"/>
                  <a:gd name="connsiteY2" fmla="*/ 328482 h 1472498"/>
                  <a:gd name="connsiteX3" fmla="*/ 513460 w 1258061"/>
                  <a:gd name="connsiteY3" fmla="*/ 280476 h 1472498"/>
                  <a:gd name="connsiteX4" fmla="*/ 499490 w 1258061"/>
                  <a:gd name="connsiteY4" fmla="*/ 182685 h 1472498"/>
                  <a:gd name="connsiteX5" fmla="*/ 548893 w 1258061"/>
                  <a:gd name="connsiteY5" fmla="*/ 62924 h 1472498"/>
                  <a:gd name="connsiteX6" fmla="*/ 777239 w 1258061"/>
                  <a:gd name="connsiteY6" fmla="*/ 17077 h 1472498"/>
                  <a:gd name="connsiteX7" fmla="*/ 896873 w 1258061"/>
                  <a:gd name="connsiteY7" fmla="*/ 236533 h 1472498"/>
                  <a:gd name="connsiteX8" fmla="*/ 897205 w 1258061"/>
                  <a:gd name="connsiteY8" fmla="*/ 256335 h 1472498"/>
                  <a:gd name="connsiteX9" fmla="*/ 886967 w 1258061"/>
                  <a:gd name="connsiteY9" fmla="*/ 261426 h 1472498"/>
                  <a:gd name="connsiteX10" fmla="*/ 749680 w 1258061"/>
                  <a:gd name="connsiteY10" fmla="*/ 390712 h 1472498"/>
                  <a:gd name="connsiteX11" fmla="*/ 700277 w 1258061"/>
                  <a:gd name="connsiteY11" fmla="*/ 397570 h 1472498"/>
                  <a:gd name="connsiteX12" fmla="*/ 700023 w 1258061"/>
                  <a:gd name="connsiteY12" fmla="*/ 515171 h 1472498"/>
                  <a:gd name="connsiteX13" fmla="*/ 949324 w 1258061"/>
                  <a:gd name="connsiteY13" fmla="*/ 586800 h 1472498"/>
                  <a:gd name="connsiteX14" fmla="*/ 1055877 w 1258061"/>
                  <a:gd name="connsiteY14" fmla="*/ 704528 h 1472498"/>
                  <a:gd name="connsiteX15" fmla="*/ 1145666 w 1258061"/>
                  <a:gd name="connsiteY15" fmla="*/ 779713 h 1472498"/>
                  <a:gd name="connsiteX16" fmla="*/ 1060703 w 1258061"/>
                  <a:gd name="connsiteY16" fmla="*/ 1014155 h 1472498"/>
                  <a:gd name="connsiteX17" fmla="*/ 1042034 w 1258061"/>
                  <a:gd name="connsiteY17" fmla="*/ 1043111 h 1472498"/>
                  <a:gd name="connsiteX18" fmla="*/ 927607 w 1258061"/>
                  <a:gd name="connsiteY18" fmla="*/ 1135439 h 1472498"/>
                  <a:gd name="connsiteX19" fmla="*/ 1051305 w 1258061"/>
                  <a:gd name="connsiteY19" fmla="*/ 1210624 h 1472498"/>
                  <a:gd name="connsiteX20" fmla="*/ 1115313 w 1258061"/>
                  <a:gd name="connsiteY20" fmla="*/ 1137345 h 1472498"/>
                  <a:gd name="connsiteX21" fmla="*/ 1215516 w 1258061"/>
                  <a:gd name="connsiteY21" fmla="*/ 1154108 h 1472498"/>
                  <a:gd name="connsiteX22" fmla="*/ 1258061 w 1258061"/>
                  <a:gd name="connsiteY22" fmla="*/ 1224720 h 1472498"/>
                  <a:gd name="connsiteX23" fmla="*/ 1188338 w 1258061"/>
                  <a:gd name="connsiteY23" fmla="*/ 1462338 h 1472498"/>
                  <a:gd name="connsiteX24" fmla="*/ 1165097 w 1258061"/>
                  <a:gd name="connsiteY24" fmla="*/ 1465005 h 1472498"/>
                  <a:gd name="connsiteX25" fmla="*/ 1218310 w 1258061"/>
                  <a:gd name="connsiteY25" fmla="*/ 1314509 h 1472498"/>
                  <a:gd name="connsiteX26" fmla="*/ 1136141 w 1258061"/>
                  <a:gd name="connsiteY26" fmla="*/ 1334068 h 1472498"/>
                  <a:gd name="connsiteX27" fmla="*/ 1052067 w 1258061"/>
                  <a:gd name="connsiteY27" fmla="*/ 1274251 h 1472498"/>
                  <a:gd name="connsiteX28" fmla="*/ 998727 w 1258061"/>
                  <a:gd name="connsiteY28" fmla="*/ 1459036 h 1472498"/>
                  <a:gd name="connsiteX29" fmla="*/ 996695 w 1258061"/>
                  <a:gd name="connsiteY29" fmla="*/ 1472498 h 1472498"/>
                  <a:gd name="connsiteX30" fmla="*/ 981582 w 1258061"/>
                  <a:gd name="connsiteY30" fmla="*/ 1457257 h 1472498"/>
                  <a:gd name="connsiteX31" fmla="*/ 970279 w 1258061"/>
                  <a:gd name="connsiteY31" fmla="*/ 1370136 h 1472498"/>
                  <a:gd name="connsiteX32" fmla="*/ 933449 w 1258061"/>
                  <a:gd name="connsiteY32" fmla="*/ 1185986 h 1472498"/>
                  <a:gd name="connsiteX33" fmla="*/ 926464 w 1258061"/>
                  <a:gd name="connsiteY33" fmla="*/ 1162618 h 1472498"/>
                  <a:gd name="connsiteX34" fmla="*/ 754887 w 1258061"/>
                  <a:gd name="connsiteY34" fmla="*/ 1166427 h 1472498"/>
                  <a:gd name="connsiteX35" fmla="*/ 490600 w 1258061"/>
                  <a:gd name="connsiteY35" fmla="*/ 1159062 h 1472498"/>
                  <a:gd name="connsiteX36" fmla="*/ 450468 w 1258061"/>
                  <a:gd name="connsiteY36" fmla="*/ 1182302 h 1472498"/>
                  <a:gd name="connsiteX37" fmla="*/ 404367 w 1258061"/>
                  <a:gd name="connsiteY37" fmla="*/ 1461830 h 1472498"/>
                  <a:gd name="connsiteX38" fmla="*/ 379602 w 1258061"/>
                  <a:gd name="connsiteY38" fmla="*/ 1466020 h 1472498"/>
                  <a:gd name="connsiteX39" fmla="*/ 418972 w 1258061"/>
                  <a:gd name="connsiteY39" fmla="*/ 1184207 h 1472498"/>
                  <a:gd name="connsiteX40" fmla="*/ 286384 w 1258061"/>
                  <a:gd name="connsiteY40" fmla="*/ 1325051 h 1472498"/>
                  <a:gd name="connsiteX41" fmla="*/ 243839 w 1258061"/>
                  <a:gd name="connsiteY41" fmla="*/ 1458527 h 1472498"/>
                  <a:gd name="connsiteX42" fmla="*/ 217931 w 1258061"/>
                  <a:gd name="connsiteY42" fmla="*/ 1468814 h 1472498"/>
                  <a:gd name="connsiteX43" fmla="*/ 324992 w 1258061"/>
                  <a:gd name="connsiteY43" fmla="*/ 1228657 h 1472498"/>
                  <a:gd name="connsiteX44" fmla="*/ 455294 w 1258061"/>
                  <a:gd name="connsiteY44" fmla="*/ 1136963 h 1472498"/>
                  <a:gd name="connsiteX45" fmla="*/ 329310 w 1258061"/>
                  <a:gd name="connsiteY45" fmla="*/ 1011361 h 1472498"/>
                  <a:gd name="connsiteX46" fmla="*/ 250697 w 1258061"/>
                  <a:gd name="connsiteY46" fmla="*/ 970720 h 1472498"/>
                  <a:gd name="connsiteX47" fmla="*/ 218820 w 1258061"/>
                  <a:gd name="connsiteY47" fmla="*/ 824925 h 1472498"/>
                  <a:gd name="connsiteX48" fmla="*/ 318515 w 1258061"/>
                  <a:gd name="connsiteY48" fmla="*/ 724849 h 1472498"/>
                  <a:gd name="connsiteX49" fmla="*/ 496569 w 1258061"/>
                  <a:gd name="connsiteY49" fmla="*/ 550477 h 1472498"/>
                  <a:gd name="connsiteX50" fmla="*/ 673734 w 1258061"/>
                  <a:gd name="connsiteY50" fmla="*/ 514409 h 1472498"/>
                  <a:gd name="connsiteX51" fmla="*/ 673734 w 1258061"/>
                  <a:gd name="connsiteY51" fmla="*/ 398458 h 1472498"/>
                  <a:gd name="connsiteX52" fmla="*/ 527430 w 1258061"/>
                  <a:gd name="connsiteY52" fmla="*/ 301684 h 1472498"/>
                  <a:gd name="connsiteX53" fmla="*/ 415289 w 1258061"/>
                  <a:gd name="connsiteY53" fmla="*/ 358453 h 1472498"/>
                  <a:gd name="connsiteX54" fmla="*/ 199897 w 1258061"/>
                  <a:gd name="connsiteY54" fmla="*/ 348801 h 1472498"/>
                  <a:gd name="connsiteX55" fmla="*/ 131444 w 1258061"/>
                  <a:gd name="connsiteY55" fmla="*/ 533713 h 1472498"/>
                  <a:gd name="connsiteX56" fmla="*/ 161162 w 1258061"/>
                  <a:gd name="connsiteY56" fmla="*/ 561400 h 1472498"/>
                  <a:gd name="connsiteX57" fmla="*/ 95376 w 1258061"/>
                  <a:gd name="connsiteY57" fmla="*/ 659189 h 1472498"/>
                  <a:gd name="connsiteX58" fmla="*/ 46481 w 1258061"/>
                  <a:gd name="connsiteY58" fmla="*/ 552890 h 1472498"/>
                  <a:gd name="connsiteX59" fmla="*/ 104901 w 1258061"/>
                  <a:gd name="connsiteY59" fmla="*/ 527871 h 1472498"/>
                  <a:gd name="connsiteX60" fmla="*/ 153923 w 1258061"/>
                  <a:gd name="connsiteY60" fmla="*/ 400871 h 1472498"/>
                  <a:gd name="connsiteX61" fmla="*/ 177672 w 1258061"/>
                  <a:gd name="connsiteY61" fmla="*/ 338895 h 1472498"/>
                  <a:gd name="connsiteX62" fmla="*/ 644651 w 1258061"/>
                  <a:gd name="connsiteY62" fmla="*/ 33334 h 1472498"/>
                  <a:gd name="connsiteX63" fmla="*/ 534161 w 1258061"/>
                  <a:gd name="connsiteY63" fmla="*/ 140649 h 1472498"/>
                  <a:gd name="connsiteX64" fmla="*/ 691641 w 1258061"/>
                  <a:gd name="connsiteY64" fmla="*/ 369883 h 1472498"/>
                  <a:gd name="connsiteX65" fmla="*/ 860043 w 1258061"/>
                  <a:gd name="connsiteY65" fmla="*/ 257362 h 1472498"/>
                  <a:gd name="connsiteX66" fmla="*/ 798575 w 1258061"/>
                  <a:gd name="connsiteY66" fmla="*/ 60765 h 1472498"/>
                  <a:gd name="connsiteX67" fmla="*/ 644651 w 1258061"/>
                  <a:gd name="connsiteY67" fmla="*/ 33334 h 1472498"/>
                  <a:gd name="connsiteX68" fmla="*/ 592073 w 1258061"/>
                  <a:gd name="connsiteY68" fmla="*/ 550224 h 1472498"/>
                  <a:gd name="connsiteX69" fmla="*/ 356234 w 1258061"/>
                  <a:gd name="connsiteY69" fmla="*/ 708084 h 1472498"/>
                  <a:gd name="connsiteX70" fmla="*/ 325754 w 1258061"/>
                  <a:gd name="connsiteY70" fmla="*/ 910269 h 1472498"/>
                  <a:gd name="connsiteX71" fmla="*/ 461009 w 1258061"/>
                  <a:gd name="connsiteY71" fmla="*/ 1108643 h 1472498"/>
                  <a:gd name="connsiteX72" fmla="*/ 690371 w 1258061"/>
                  <a:gd name="connsiteY72" fmla="*/ 1143059 h 1472498"/>
                  <a:gd name="connsiteX73" fmla="*/ 971930 w 1258061"/>
                  <a:gd name="connsiteY73" fmla="*/ 1081464 h 1472498"/>
                  <a:gd name="connsiteX74" fmla="*/ 1059052 w 1258061"/>
                  <a:gd name="connsiteY74" fmla="*/ 789745 h 1472498"/>
                  <a:gd name="connsiteX75" fmla="*/ 878077 w 1258061"/>
                  <a:gd name="connsiteY75" fmla="*/ 576766 h 1472498"/>
                  <a:gd name="connsiteX76" fmla="*/ 592073 w 1258061"/>
                  <a:gd name="connsiteY76" fmla="*/ 550224 h 1472498"/>
                  <a:gd name="connsiteX77" fmla="*/ 71373 w 1258061"/>
                  <a:gd name="connsiteY77" fmla="*/ 566480 h 1472498"/>
                  <a:gd name="connsiteX78" fmla="*/ 118744 w 1258061"/>
                  <a:gd name="connsiteY78" fmla="*/ 625407 h 1472498"/>
                  <a:gd name="connsiteX79" fmla="*/ 71373 w 1258061"/>
                  <a:gd name="connsiteY79" fmla="*/ 566480 h 1472498"/>
                  <a:gd name="connsiteX80" fmla="*/ 313181 w 1258061"/>
                  <a:gd name="connsiteY80" fmla="*/ 984309 h 1472498"/>
                  <a:gd name="connsiteX81" fmla="*/ 305561 w 1258061"/>
                  <a:gd name="connsiteY81" fmla="*/ 753677 h 1472498"/>
                  <a:gd name="connsiteX82" fmla="*/ 313181 w 1258061"/>
                  <a:gd name="connsiteY82" fmla="*/ 984309 h 1472498"/>
                  <a:gd name="connsiteX83" fmla="*/ 1079245 w 1258061"/>
                  <a:gd name="connsiteY83" fmla="*/ 752662 h 1472498"/>
                  <a:gd name="connsiteX84" fmla="*/ 1077721 w 1258061"/>
                  <a:gd name="connsiteY84" fmla="*/ 989008 h 1472498"/>
                  <a:gd name="connsiteX85" fmla="*/ 1079245 w 1258061"/>
                  <a:gd name="connsiteY85" fmla="*/ 752662 h 1472498"/>
                  <a:gd name="connsiteX86" fmla="*/ 1115313 w 1258061"/>
                  <a:gd name="connsiteY86" fmla="*/ 1163761 h 1472498"/>
                  <a:gd name="connsiteX87" fmla="*/ 1117091 w 1258061"/>
                  <a:gd name="connsiteY87" fmla="*/ 1303461 h 1472498"/>
                  <a:gd name="connsiteX88" fmla="*/ 1230375 w 1258061"/>
                  <a:gd name="connsiteY88" fmla="*/ 1234119 h 1472498"/>
                  <a:gd name="connsiteX89" fmla="*/ 1115313 w 1258061"/>
                  <a:gd name="connsiteY89" fmla="*/ 1163761 h 1472498"/>
                  <a:gd name="connsiteX90" fmla="*/ 959230 w 1258061"/>
                  <a:gd name="connsiteY90" fmla="*/ 1181540 h 1472498"/>
                  <a:gd name="connsiteX91" fmla="*/ 994282 w 1258061"/>
                  <a:gd name="connsiteY91" fmla="*/ 1338005 h 1472498"/>
                  <a:gd name="connsiteX92" fmla="*/ 1046479 w 1258061"/>
                  <a:gd name="connsiteY92" fmla="*/ 1235643 h 1472498"/>
                  <a:gd name="connsiteX93" fmla="*/ 959230 w 1258061"/>
                  <a:gd name="connsiteY93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104902 w 1258062"/>
                  <a:gd name="connsiteY59" fmla="*/ 527871 h 1472498"/>
                  <a:gd name="connsiteX60" fmla="*/ 153924 w 1258062"/>
                  <a:gd name="connsiteY60" fmla="*/ 400871 h 1472498"/>
                  <a:gd name="connsiteX61" fmla="*/ 644652 w 1258062"/>
                  <a:gd name="connsiteY61" fmla="*/ 33334 h 1472498"/>
                  <a:gd name="connsiteX62" fmla="*/ 534162 w 1258062"/>
                  <a:gd name="connsiteY62" fmla="*/ 140649 h 1472498"/>
                  <a:gd name="connsiteX63" fmla="*/ 691642 w 1258062"/>
                  <a:gd name="connsiteY63" fmla="*/ 369883 h 1472498"/>
                  <a:gd name="connsiteX64" fmla="*/ 860044 w 1258062"/>
                  <a:gd name="connsiteY64" fmla="*/ 257362 h 1472498"/>
                  <a:gd name="connsiteX65" fmla="*/ 798576 w 1258062"/>
                  <a:gd name="connsiteY65" fmla="*/ 60765 h 1472498"/>
                  <a:gd name="connsiteX66" fmla="*/ 644652 w 1258062"/>
                  <a:gd name="connsiteY66" fmla="*/ 33334 h 1472498"/>
                  <a:gd name="connsiteX67" fmla="*/ 592074 w 1258062"/>
                  <a:gd name="connsiteY67" fmla="*/ 550224 h 1472498"/>
                  <a:gd name="connsiteX68" fmla="*/ 356235 w 1258062"/>
                  <a:gd name="connsiteY68" fmla="*/ 708084 h 1472498"/>
                  <a:gd name="connsiteX69" fmla="*/ 325755 w 1258062"/>
                  <a:gd name="connsiteY69" fmla="*/ 910269 h 1472498"/>
                  <a:gd name="connsiteX70" fmla="*/ 461010 w 1258062"/>
                  <a:gd name="connsiteY70" fmla="*/ 1108643 h 1472498"/>
                  <a:gd name="connsiteX71" fmla="*/ 690372 w 1258062"/>
                  <a:gd name="connsiteY71" fmla="*/ 1143059 h 1472498"/>
                  <a:gd name="connsiteX72" fmla="*/ 971931 w 1258062"/>
                  <a:gd name="connsiteY72" fmla="*/ 1081464 h 1472498"/>
                  <a:gd name="connsiteX73" fmla="*/ 1059053 w 1258062"/>
                  <a:gd name="connsiteY73" fmla="*/ 789745 h 1472498"/>
                  <a:gd name="connsiteX74" fmla="*/ 878078 w 1258062"/>
                  <a:gd name="connsiteY74" fmla="*/ 576766 h 1472498"/>
                  <a:gd name="connsiteX75" fmla="*/ 592074 w 1258062"/>
                  <a:gd name="connsiteY75" fmla="*/ 550224 h 1472498"/>
                  <a:gd name="connsiteX76" fmla="*/ 71374 w 1258062"/>
                  <a:gd name="connsiteY76" fmla="*/ 566480 h 1472498"/>
                  <a:gd name="connsiteX77" fmla="*/ 118745 w 1258062"/>
                  <a:gd name="connsiteY77" fmla="*/ 625407 h 1472498"/>
                  <a:gd name="connsiteX78" fmla="*/ 71374 w 1258062"/>
                  <a:gd name="connsiteY78" fmla="*/ 566480 h 1472498"/>
                  <a:gd name="connsiteX79" fmla="*/ 313182 w 1258062"/>
                  <a:gd name="connsiteY79" fmla="*/ 984309 h 1472498"/>
                  <a:gd name="connsiteX80" fmla="*/ 305562 w 1258062"/>
                  <a:gd name="connsiteY80" fmla="*/ 753677 h 1472498"/>
                  <a:gd name="connsiteX81" fmla="*/ 313182 w 1258062"/>
                  <a:gd name="connsiteY81" fmla="*/ 984309 h 1472498"/>
                  <a:gd name="connsiteX82" fmla="*/ 1079246 w 1258062"/>
                  <a:gd name="connsiteY82" fmla="*/ 752662 h 1472498"/>
                  <a:gd name="connsiteX83" fmla="*/ 1077722 w 1258062"/>
                  <a:gd name="connsiteY83" fmla="*/ 989008 h 1472498"/>
                  <a:gd name="connsiteX84" fmla="*/ 1079246 w 1258062"/>
                  <a:gd name="connsiteY84" fmla="*/ 752662 h 1472498"/>
                  <a:gd name="connsiteX85" fmla="*/ 1115314 w 1258062"/>
                  <a:gd name="connsiteY85" fmla="*/ 1163761 h 1472498"/>
                  <a:gd name="connsiteX86" fmla="*/ 1117092 w 1258062"/>
                  <a:gd name="connsiteY86" fmla="*/ 1303461 h 1472498"/>
                  <a:gd name="connsiteX87" fmla="*/ 1230376 w 1258062"/>
                  <a:gd name="connsiteY87" fmla="*/ 1234119 h 1472498"/>
                  <a:gd name="connsiteX88" fmla="*/ 1115314 w 1258062"/>
                  <a:gd name="connsiteY88" fmla="*/ 1163761 h 1472498"/>
                  <a:gd name="connsiteX89" fmla="*/ 959231 w 1258062"/>
                  <a:gd name="connsiteY89" fmla="*/ 1181540 h 1472498"/>
                  <a:gd name="connsiteX90" fmla="*/ 994283 w 1258062"/>
                  <a:gd name="connsiteY90" fmla="*/ 1338005 h 1472498"/>
                  <a:gd name="connsiteX91" fmla="*/ 1046480 w 1258062"/>
                  <a:gd name="connsiteY91" fmla="*/ 1235643 h 1472498"/>
                  <a:gd name="connsiteX92" fmla="*/ 959231 w 1258062"/>
                  <a:gd name="connsiteY92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104902 w 1258062"/>
                  <a:gd name="connsiteY59" fmla="*/ 527871 h 1472498"/>
                  <a:gd name="connsiteX60" fmla="*/ 644652 w 1258062"/>
                  <a:gd name="connsiteY60" fmla="*/ 33334 h 1472498"/>
                  <a:gd name="connsiteX61" fmla="*/ 534162 w 1258062"/>
                  <a:gd name="connsiteY61" fmla="*/ 140649 h 1472498"/>
                  <a:gd name="connsiteX62" fmla="*/ 691642 w 1258062"/>
                  <a:gd name="connsiteY62" fmla="*/ 369883 h 1472498"/>
                  <a:gd name="connsiteX63" fmla="*/ 860044 w 1258062"/>
                  <a:gd name="connsiteY63" fmla="*/ 257362 h 1472498"/>
                  <a:gd name="connsiteX64" fmla="*/ 798576 w 1258062"/>
                  <a:gd name="connsiteY64" fmla="*/ 60765 h 1472498"/>
                  <a:gd name="connsiteX65" fmla="*/ 644652 w 1258062"/>
                  <a:gd name="connsiteY65" fmla="*/ 33334 h 1472498"/>
                  <a:gd name="connsiteX66" fmla="*/ 592074 w 1258062"/>
                  <a:gd name="connsiteY66" fmla="*/ 550224 h 1472498"/>
                  <a:gd name="connsiteX67" fmla="*/ 356235 w 1258062"/>
                  <a:gd name="connsiteY67" fmla="*/ 708084 h 1472498"/>
                  <a:gd name="connsiteX68" fmla="*/ 325755 w 1258062"/>
                  <a:gd name="connsiteY68" fmla="*/ 910269 h 1472498"/>
                  <a:gd name="connsiteX69" fmla="*/ 461010 w 1258062"/>
                  <a:gd name="connsiteY69" fmla="*/ 1108643 h 1472498"/>
                  <a:gd name="connsiteX70" fmla="*/ 690372 w 1258062"/>
                  <a:gd name="connsiteY70" fmla="*/ 1143059 h 1472498"/>
                  <a:gd name="connsiteX71" fmla="*/ 971931 w 1258062"/>
                  <a:gd name="connsiteY71" fmla="*/ 1081464 h 1472498"/>
                  <a:gd name="connsiteX72" fmla="*/ 1059053 w 1258062"/>
                  <a:gd name="connsiteY72" fmla="*/ 789745 h 1472498"/>
                  <a:gd name="connsiteX73" fmla="*/ 878078 w 1258062"/>
                  <a:gd name="connsiteY73" fmla="*/ 576766 h 1472498"/>
                  <a:gd name="connsiteX74" fmla="*/ 592074 w 1258062"/>
                  <a:gd name="connsiteY74" fmla="*/ 550224 h 1472498"/>
                  <a:gd name="connsiteX75" fmla="*/ 71374 w 1258062"/>
                  <a:gd name="connsiteY75" fmla="*/ 566480 h 1472498"/>
                  <a:gd name="connsiteX76" fmla="*/ 118745 w 1258062"/>
                  <a:gd name="connsiteY76" fmla="*/ 625407 h 1472498"/>
                  <a:gd name="connsiteX77" fmla="*/ 71374 w 1258062"/>
                  <a:gd name="connsiteY77" fmla="*/ 566480 h 1472498"/>
                  <a:gd name="connsiteX78" fmla="*/ 313182 w 1258062"/>
                  <a:gd name="connsiteY78" fmla="*/ 984309 h 1472498"/>
                  <a:gd name="connsiteX79" fmla="*/ 305562 w 1258062"/>
                  <a:gd name="connsiteY79" fmla="*/ 753677 h 1472498"/>
                  <a:gd name="connsiteX80" fmla="*/ 313182 w 1258062"/>
                  <a:gd name="connsiteY80" fmla="*/ 984309 h 1472498"/>
                  <a:gd name="connsiteX81" fmla="*/ 1079246 w 1258062"/>
                  <a:gd name="connsiteY81" fmla="*/ 752662 h 1472498"/>
                  <a:gd name="connsiteX82" fmla="*/ 1077722 w 1258062"/>
                  <a:gd name="connsiteY82" fmla="*/ 989008 h 1472498"/>
                  <a:gd name="connsiteX83" fmla="*/ 1079246 w 1258062"/>
                  <a:gd name="connsiteY83" fmla="*/ 752662 h 1472498"/>
                  <a:gd name="connsiteX84" fmla="*/ 1115314 w 1258062"/>
                  <a:gd name="connsiteY84" fmla="*/ 1163761 h 1472498"/>
                  <a:gd name="connsiteX85" fmla="*/ 1117092 w 1258062"/>
                  <a:gd name="connsiteY85" fmla="*/ 1303461 h 1472498"/>
                  <a:gd name="connsiteX86" fmla="*/ 1230376 w 1258062"/>
                  <a:gd name="connsiteY86" fmla="*/ 1234119 h 1472498"/>
                  <a:gd name="connsiteX87" fmla="*/ 1115314 w 1258062"/>
                  <a:gd name="connsiteY87" fmla="*/ 1163761 h 1472498"/>
                  <a:gd name="connsiteX88" fmla="*/ 959231 w 1258062"/>
                  <a:gd name="connsiteY88" fmla="*/ 1181540 h 1472498"/>
                  <a:gd name="connsiteX89" fmla="*/ 994283 w 1258062"/>
                  <a:gd name="connsiteY89" fmla="*/ 1338005 h 1472498"/>
                  <a:gd name="connsiteX90" fmla="*/ 1046480 w 1258062"/>
                  <a:gd name="connsiteY90" fmla="*/ 1235643 h 1472498"/>
                  <a:gd name="connsiteX91" fmla="*/ 959231 w 1258062"/>
                  <a:gd name="connsiteY91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644652 w 1258062"/>
                  <a:gd name="connsiteY59" fmla="*/ 33334 h 1472498"/>
                  <a:gd name="connsiteX60" fmla="*/ 534162 w 1258062"/>
                  <a:gd name="connsiteY60" fmla="*/ 140649 h 1472498"/>
                  <a:gd name="connsiteX61" fmla="*/ 691642 w 1258062"/>
                  <a:gd name="connsiteY61" fmla="*/ 369883 h 1472498"/>
                  <a:gd name="connsiteX62" fmla="*/ 860044 w 1258062"/>
                  <a:gd name="connsiteY62" fmla="*/ 257362 h 1472498"/>
                  <a:gd name="connsiteX63" fmla="*/ 798576 w 1258062"/>
                  <a:gd name="connsiteY63" fmla="*/ 60765 h 1472498"/>
                  <a:gd name="connsiteX64" fmla="*/ 644652 w 1258062"/>
                  <a:gd name="connsiteY64" fmla="*/ 33334 h 1472498"/>
                  <a:gd name="connsiteX65" fmla="*/ 592074 w 1258062"/>
                  <a:gd name="connsiteY65" fmla="*/ 550224 h 1472498"/>
                  <a:gd name="connsiteX66" fmla="*/ 356235 w 1258062"/>
                  <a:gd name="connsiteY66" fmla="*/ 708084 h 1472498"/>
                  <a:gd name="connsiteX67" fmla="*/ 325755 w 1258062"/>
                  <a:gd name="connsiteY67" fmla="*/ 910269 h 1472498"/>
                  <a:gd name="connsiteX68" fmla="*/ 461010 w 1258062"/>
                  <a:gd name="connsiteY68" fmla="*/ 1108643 h 1472498"/>
                  <a:gd name="connsiteX69" fmla="*/ 690372 w 1258062"/>
                  <a:gd name="connsiteY69" fmla="*/ 1143059 h 1472498"/>
                  <a:gd name="connsiteX70" fmla="*/ 971931 w 1258062"/>
                  <a:gd name="connsiteY70" fmla="*/ 1081464 h 1472498"/>
                  <a:gd name="connsiteX71" fmla="*/ 1059053 w 1258062"/>
                  <a:gd name="connsiteY71" fmla="*/ 789745 h 1472498"/>
                  <a:gd name="connsiteX72" fmla="*/ 878078 w 1258062"/>
                  <a:gd name="connsiteY72" fmla="*/ 576766 h 1472498"/>
                  <a:gd name="connsiteX73" fmla="*/ 592074 w 1258062"/>
                  <a:gd name="connsiteY73" fmla="*/ 550224 h 1472498"/>
                  <a:gd name="connsiteX74" fmla="*/ 71374 w 1258062"/>
                  <a:gd name="connsiteY74" fmla="*/ 566480 h 1472498"/>
                  <a:gd name="connsiteX75" fmla="*/ 118745 w 1258062"/>
                  <a:gd name="connsiteY75" fmla="*/ 625407 h 1472498"/>
                  <a:gd name="connsiteX76" fmla="*/ 71374 w 1258062"/>
                  <a:gd name="connsiteY76" fmla="*/ 566480 h 1472498"/>
                  <a:gd name="connsiteX77" fmla="*/ 313182 w 1258062"/>
                  <a:gd name="connsiteY77" fmla="*/ 984309 h 1472498"/>
                  <a:gd name="connsiteX78" fmla="*/ 305562 w 1258062"/>
                  <a:gd name="connsiteY78" fmla="*/ 753677 h 1472498"/>
                  <a:gd name="connsiteX79" fmla="*/ 313182 w 1258062"/>
                  <a:gd name="connsiteY79" fmla="*/ 984309 h 1472498"/>
                  <a:gd name="connsiteX80" fmla="*/ 1079246 w 1258062"/>
                  <a:gd name="connsiteY80" fmla="*/ 752662 h 1472498"/>
                  <a:gd name="connsiteX81" fmla="*/ 1077722 w 1258062"/>
                  <a:gd name="connsiteY81" fmla="*/ 989008 h 1472498"/>
                  <a:gd name="connsiteX82" fmla="*/ 1079246 w 1258062"/>
                  <a:gd name="connsiteY82" fmla="*/ 752662 h 1472498"/>
                  <a:gd name="connsiteX83" fmla="*/ 1115314 w 1258062"/>
                  <a:gd name="connsiteY83" fmla="*/ 1163761 h 1472498"/>
                  <a:gd name="connsiteX84" fmla="*/ 1117092 w 1258062"/>
                  <a:gd name="connsiteY84" fmla="*/ 1303461 h 1472498"/>
                  <a:gd name="connsiteX85" fmla="*/ 1230376 w 1258062"/>
                  <a:gd name="connsiteY85" fmla="*/ 1234119 h 1472498"/>
                  <a:gd name="connsiteX86" fmla="*/ 1115314 w 1258062"/>
                  <a:gd name="connsiteY86" fmla="*/ 1163761 h 1472498"/>
                  <a:gd name="connsiteX87" fmla="*/ 959231 w 1258062"/>
                  <a:gd name="connsiteY87" fmla="*/ 1181540 h 1472498"/>
                  <a:gd name="connsiteX88" fmla="*/ 994283 w 1258062"/>
                  <a:gd name="connsiteY88" fmla="*/ 1338005 h 1472498"/>
                  <a:gd name="connsiteX89" fmla="*/ 1046480 w 1258062"/>
                  <a:gd name="connsiteY89" fmla="*/ 1235643 h 1472498"/>
                  <a:gd name="connsiteX90" fmla="*/ 959231 w 1258062"/>
                  <a:gd name="connsiteY90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644652 w 1258062"/>
                  <a:gd name="connsiteY59" fmla="*/ 33334 h 1472498"/>
                  <a:gd name="connsiteX60" fmla="*/ 534162 w 1258062"/>
                  <a:gd name="connsiteY60" fmla="*/ 140649 h 1472498"/>
                  <a:gd name="connsiteX61" fmla="*/ 691642 w 1258062"/>
                  <a:gd name="connsiteY61" fmla="*/ 369883 h 1472498"/>
                  <a:gd name="connsiteX62" fmla="*/ 860044 w 1258062"/>
                  <a:gd name="connsiteY62" fmla="*/ 257362 h 1472498"/>
                  <a:gd name="connsiteX63" fmla="*/ 798576 w 1258062"/>
                  <a:gd name="connsiteY63" fmla="*/ 60765 h 1472498"/>
                  <a:gd name="connsiteX64" fmla="*/ 644652 w 1258062"/>
                  <a:gd name="connsiteY64" fmla="*/ 33334 h 1472498"/>
                  <a:gd name="connsiteX65" fmla="*/ 592074 w 1258062"/>
                  <a:gd name="connsiteY65" fmla="*/ 550224 h 1472498"/>
                  <a:gd name="connsiteX66" fmla="*/ 356235 w 1258062"/>
                  <a:gd name="connsiteY66" fmla="*/ 708084 h 1472498"/>
                  <a:gd name="connsiteX67" fmla="*/ 325755 w 1258062"/>
                  <a:gd name="connsiteY67" fmla="*/ 910269 h 1472498"/>
                  <a:gd name="connsiteX68" fmla="*/ 461010 w 1258062"/>
                  <a:gd name="connsiteY68" fmla="*/ 1108643 h 1472498"/>
                  <a:gd name="connsiteX69" fmla="*/ 690372 w 1258062"/>
                  <a:gd name="connsiteY69" fmla="*/ 1143059 h 1472498"/>
                  <a:gd name="connsiteX70" fmla="*/ 971931 w 1258062"/>
                  <a:gd name="connsiteY70" fmla="*/ 1081464 h 1472498"/>
                  <a:gd name="connsiteX71" fmla="*/ 1059053 w 1258062"/>
                  <a:gd name="connsiteY71" fmla="*/ 789745 h 1472498"/>
                  <a:gd name="connsiteX72" fmla="*/ 878078 w 1258062"/>
                  <a:gd name="connsiteY72" fmla="*/ 576766 h 1472498"/>
                  <a:gd name="connsiteX73" fmla="*/ 592074 w 1258062"/>
                  <a:gd name="connsiteY73" fmla="*/ 550224 h 1472498"/>
                  <a:gd name="connsiteX74" fmla="*/ 71374 w 1258062"/>
                  <a:gd name="connsiteY74" fmla="*/ 566480 h 1472498"/>
                  <a:gd name="connsiteX75" fmla="*/ 118745 w 1258062"/>
                  <a:gd name="connsiteY75" fmla="*/ 625407 h 1472498"/>
                  <a:gd name="connsiteX76" fmla="*/ 313182 w 1258062"/>
                  <a:gd name="connsiteY76" fmla="*/ 984309 h 1472498"/>
                  <a:gd name="connsiteX77" fmla="*/ 305562 w 1258062"/>
                  <a:gd name="connsiteY77" fmla="*/ 753677 h 1472498"/>
                  <a:gd name="connsiteX78" fmla="*/ 313182 w 1258062"/>
                  <a:gd name="connsiteY78" fmla="*/ 984309 h 1472498"/>
                  <a:gd name="connsiteX79" fmla="*/ 1079246 w 1258062"/>
                  <a:gd name="connsiteY79" fmla="*/ 752662 h 1472498"/>
                  <a:gd name="connsiteX80" fmla="*/ 1077722 w 1258062"/>
                  <a:gd name="connsiteY80" fmla="*/ 989008 h 1472498"/>
                  <a:gd name="connsiteX81" fmla="*/ 1079246 w 1258062"/>
                  <a:gd name="connsiteY81" fmla="*/ 752662 h 1472498"/>
                  <a:gd name="connsiteX82" fmla="*/ 1115314 w 1258062"/>
                  <a:gd name="connsiteY82" fmla="*/ 1163761 h 1472498"/>
                  <a:gd name="connsiteX83" fmla="*/ 1117092 w 1258062"/>
                  <a:gd name="connsiteY83" fmla="*/ 1303461 h 1472498"/>
                  <a:gd name="connsiteX84" fmla="*/ 1230376 w 1258062"/>
                  <a:gd name="connsiteY84" fmla="*/ 1234119 h 1472498"/>
                  <a:gd name="connsiteX85" fmla="*/ 1115314 w 1258062"/>
                  <a:gd name="connsiteY85" fmla="*/ 1163761 h 1472498"/>
                  <a:gd name="connsiteX86" fmla="*/ 959231 w 1258062"/>
                  <a:gd name="connsiteY86" fmla="*/ 1181540 h 1472498"/>
                  <a:gd name="connsiteX87" fmla="*/ 994283 w 1258062"/>
                  <a:gd name="connsiteY87" fmla="*/ 1338005 h 1472498"/>
                  <a:gd name="connsiteX88" fmla="*/ 1046480 w 1258062"/>
                  <a:gd name="connsiteY88" fmla="*/ 1235643 h 1472498"/>
                  <a:gd name="connsiteX89" fmla="*/ 959231 w 1258062"/>
                  <a:gd name="connsiteY89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644652 w 1258062"/>
                  <a:gd name="connsiteY59" fmla="*/ 33334 h 1472498"/>
                  <a:gd name="connsiteX60" fmla="*/ 534162 w 1258062"/>
                  <a:gd name="connsiteY60" fmla="*/ 140649 h 1472498"/>
                  <a:gd name="connsiteX61" fmla="*/ 691642 w 1258062"/>
                  <a:gd name="connsiteY61" fmla="*/ 369883 h 1472498"/>
                  <a:gd name="connsiteX62" fmla="*/ 860044 w 1258062"/>
                  <a:gd name="connsiteY62" fmla="*/ 257362 h 1472498"/>
                  <a:gd name="connsiteX63" fmla="*/ 798576 w 1258062"/>
                  <a:gd name="connsiteY63" fmla="*/ 60765 h 1472498"/>
                  <a:gd name="connsiteX64" fmla="*/ 644652 w 1258062"/>
                  <a:gd name="connsiteY64" fmla="*/ 33334 h 1472498"/>
                  <a:gd name="connsiteX65" fmla="*/ 592074 w 1258062"/>
                  <a:gd name="connsiteY65" fmla="*/ 550224 h 1472498"/>
                  <a:gd name="connsiteX66" fmla="*/ 356235 w 1258062"/>
                  <a:gd name="connsiteY66" fmla="*/ 708084 h 1472498"/>
                  <a:gd name="connsiteX67" fmla="*/ 325755 w 1258062"/>
                  <a:gd name="connsiteY67" fmla="*/ 910269 h 1472498"/>
                  <a:gd name="connsiteX68" fmla="*/ 461010 w 1258062"/>
                  <a:gd name="connsiteY68" fmla="*/ 1108643 h 1472498"/>
                  <a:gd name="connsiteX69" fmla="*/ 690372 w 1258062"/>
                  <a:gd name="connsiteY69" fmla="*/ 1143059 h 1472498"/>
                  <a:gd name="connsiteX70" fmla="*/ 971931 w 1258062"/>
                  <a:gd name="connsiteY70" fmla="*/ 1081464 h 1472498"/>
                  <a:gd name="connsiteX71" fmla="*/ 1059053 w 1258062"/>
                  <a:gd name="connsiteY71" fmla="*/ 789745 h 1472498"/>
                  <a:gd name="connsiteX72" fmla="*/ 878078 w 1258062"/>
                  <a:gd name="connsiteY72" fmla="*/ 576766 h 1472498"/>
                  <a:gd name="connsiteX73" fmla="*/ 592074 w 1258062"/>
                  <a:gd name="connsiteY73" fmla="*/ 550224 h 1472498"/>
                  <a:gd name="connsiteX74" fmla="*/ 313182 w 1258062"/>
                  <a:gd name="connsiteY74" fmla="*/ 984309 h 1472498"/>
                  <a:gd name="connsiteX75" fmla="*/ 305562 w 1258062"/>
                  <a:gd name="connsiteY75" fmla="*/ 753677 h 1472498"/>
                  <a:gd name="connsiteX76" fmla="*/ 313182 w 1258062"/>
                  <a:gd name="connsiteY76" fmla="*/ 984309 h 1472498"/>
                  <a:gd name="connsiteX77" fmla="*/ 1079246 w 1258062"/>
                  <a:gd name="connsiteY77" fmla="*/ 752662 h 1472498"/>
                  <a:gd name="connsiteX78" fmla="*/ 1077722 w 1258062"/>
                  <a:gd name="connsiteY78" fmla="*/ 989008 h 1472498"/>
                  <a:gd name="connsiteX79" fmla="*/ 1079246 w 1258062"/>
                  <a:gd name="connsiteY79" fmla="*/ 752662 h 1472498"/>
                  <a:gd name="connsiteX80" fmla="*/ 1115314 w 1258062"/>
                  <a:gd name="connsiteY80" fmla="*/ 1163761 h 1472498"/>
                  <a:gd name="connsiteX81" fmla="*/ 1117092 w 1258062"/>
                  <a:gd name="connsiteY81" fmla="*/ 1303461 h 1472498"/>
                  <a:gd name="connsiteX82" fmla="*/ 1230376 w 1258062"/>
                  <a:gd name="connsiteY82" fmla="*/ 1234119 h 1472498"/>
                  <a:gd name="connsiteX83" fmla="*/ 1115314 w 1258062"/>
                  <a:gd name="connsiteY83" fmla="*/ 1163761 h 1472498"/>
                  <a:gd name="connsiteX84" fmla="*/ 959231 w 1258062"/>
                  <a:gd name="connsiteY84" fmla="*/ 1181540 h 1472498"/>
                  <a:gd name="connsiteX85" fmla="*/ 994283 w 1258062"/>
                  <a:gd name="connsiteY85" fmla="*/ 1338005 h 1472498"/>
                  <a:gd name="connsiteX86" fmla="*/ 1046480 w 1258062"/>
                  <a:gd name="connsiteY86" fmla="*/ 1235643 h 1472498"/>
                  <a:gd name="connsiteX87" fmla="*/ 959231 w 1258062"/>
                  <a:gd name="connsiteY87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644652 w 1258062"/>
                  <a:gd name="connsiteY58" fmla="*/ 33334 h 1472498"/>
                  <a:gd name="connsiteX59" fmla="*/ 534162 w 1258062"/>
                  <a:gd name="connsiteY59" fmla="*/ 140649 h 1472498"/>
                  <a:gd name="connsiteX60" fmla="*/ 691642 w 1258062"/>
                  <a:gd name="connsiteY60" fmla="*/ 369883 h 1472498"/>
                  <a:gd name="connsiteX61" fmla="*/ 860044 w 1258062"/>
                  <a:gd name="connsiteY61" fmla="*/ 257362 h 1472498"/>
                  <a:gd name="connsiteX62" fmla="*/ 798576 w 1258062"/>
                  <a:gd name="connsiteY62" fmla="*/ 60765 h 1472498"/>
                  <a:gd name="connsiteX63" fmla="*/ 644652 w 1258062"/>
                  <a:gd name="connsiteY63" fmla="*/ 33334 h 1472498"/>
                  <a:gd name="connsiteX64" fmla="*/ 592074 w 1258062"/>
                  <a:gd name="connsiteY64" fmla="*/ 550224 h 1472498"/>
                  <a:gd name="connsiteX65" fmla="*/ 356235 w 1258062"/>
                  <a:gd name="connsiteY65" fmla="*/ 708084 h 1472498"/>
                  <a:gd name="connsiteX66" fmla="*/ 325755 w 1258062"/>
                  <a:gd name="connsiteY66" fmla="*/ 910269 h 1472498"/>
                  <a:gd name="connsiteX67" fmla="*/ 461010 w 1258062"/>
                  <a:gd name="connsiteY67" fmla="*/ 1108643 h 1472498"/>
                  <a:gd name="connsiteX68" fmla="*/ 690372 w 1258062"/>
                  <a:gd name="connsiteY68" fmla="*/ 1143059 h 1472498"/>
                  <a:gd name="connsiteX69" fmla="*/ 971931 w 1258062"/>
                  <a:gd name="connsiteY69" fmla="*/ 1081464 h 1472498"/>
                  <a:gd name="connsiteX70" fmla="*/ 1059053 w 1258062"/>
                  <a:gd name="connsiteY70" fmla="*/ 789745 h 1472498"/>
                  <a:gd name="connsiteX71" fmla="*/ 878078 w 1258062"/>
                  <a:gd name="connsiteY71" fmla="*/ 576766 h 1472498"/>
                  <a:gd name="connsiteX72" fmla="*/ 592074 w 1258062"/>
                  <a:gd name="connsiteY72" fmla="*/ 550224 h 1472498"/>
                  <a:gd name="connsiteX73" fmla="*/ 313182 w 1258062"/>
                  <a:gd name="connsiteY73" fmla="*/ 984309 h 1472498"/>
                  <a:gd name="connsiteX74" fmla="*/ 305562 w 1258062"/>
                  <a:gd name="connsiteY74" fmla="*/ 753677 h 1472498"/>
                  <a:gd name="connsiteX75" fmla="*/ 313182 w 1258062"/>
                  <a:gd name="connsiteY75" fmla="*/ 984309 h 1472498"/>
                  <a:gd name="connsiteX76" fmla="*/ 1079246 w 1258062"/>
                  <a:gd name="connsiteY76" fmla="*/ 752662 h 1472498"/>
                  <a:gd name="connsiteX77" fmla="*/ 1077722 w 1258062"/>
                  <a:gd name="connsiteY77" fmla="*/ 989008 h 1472498"/>
                  <a:gd name="connsiteX78" fmla="*/ 1079246 w 1258062"/>
                  <a:gd name="connsiteY78" fmla="*/ 752662 h 1472498"/>
                  <a:gd name="connsiteX79" fmla="*/ 1115314 w 1258062"/>
                  <a:gd name="connsiteY79" fmla="*/ 1163761 h 1472498"/>
                  <a:gd name="connsiteX80" fmla="*/ 1117092 w 1258062"/>
                  <a:gd name="connsiteY80" fmla="*/ 1303461 h 1472498"/>
                  <a:gd name="connsiteX81" fmla="*/ 1230376 w 1258062"/>
                  <a:gd name="connsiteY81" fmla="*/ 1234119 h 1472498"/>
                  <a:gd name="connsiteX82" fmla="*/ 1115314 w 1258062"/>
                  <a:gd name="connsiteY82" fmla="*/ 1163761 h 1472498"/>
                  <a:gd name="connsiteX83" fmla="*/ 959231 w 1258062"/>
                  <a:gd name="connsiteY83" fmla="*/ 1181540 h 1472498"/>
                  <a:gd name="connsiteX84" fmla="*/ 994283 w 1258062"/>
                  <a:gd name="connsiteY84" fmla="*/ 1338005 h 1472498"/>
                  <a:gd name="connsiteX85" fmla="*/ 1046480 w 1258062"/>
                  <a:gd name="connsiteY85" fmla="*/ 1235643 h 1472498"/>
                  <a:gd name="connsiteX86" fmla="*/ 959231 w 1258062"/>
                  <a:gd name="connsiteY86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644652 w 1258062"/>
                  <a:gd name="connsiteY57" fmla="*/ 33334 h 1472498"/>
                  <a:gd name="connsiteX58" fmla="*/ 534162 w 1258062"/>
                  <a:gd name="connsiteY58" fmla="*/ 140649 h 1472498"/>
                  <a:gd name="connsiteX59" fmla="*/ 691642 w 1258062"/>
                  <a:gd name="connsiteY59" fmla="*/ 369883 h 1472498"/>
                  <a:gd name="connsiteX60" fmla="*/ 860044 w 1258062"/>
                  <a:gd name="connsiteY60" fmla="*/ 257362 h 1472498"/>
                  <a:gd name="connsiteX61" fmla="*/ 798576 w 1258062"/>
                  <a:gd name="connsiteY61" fmla="*/ 60765 h 1472498"/>
                  <a:gd name="connsiteX62" fmla="*/ 644652 w 1258062"/>
                  <a:gd name="connsiteY62" fmla="*/ 33334 h 1472498"/>
                  <a:gd name="connsiteX63" fmla="*/ 592074 w 1258062"/>
                  <a:gd name="connsiteY63" fmla="*/ 550224 h 1472498"/>
                  <a:gd name="connsiteX64" fmla="*/ 356235 w 1258062"/>
                  <a:gd name="connsiteY64" fmla="*/ 708084 h 1472498"/>
                  <a:gd name="connsiteX65" fmla="*/ 325755 w 1258062"/>
                  <a:gd name="connsiteY65" fmla="*/ 910269 h 1472498"/>
                  <a:gd name="connsiteX66" fmla="*/ 461010 w 1258062"/>
                  <a:gd name="connsiteY66" fmla="*/ 1108643 h 1472498"/>
                  <a:gd name="connsiteX67" fmla="*/ 690372 w 1258062"/>
                  <a:gd name="connsiteY67" fmla="*/ 1143059 h 1472498"/>
                  <a:gd name="connsiteX68" fmla="*/ 971931 w 1258062"/>
                  <a:gd name="connsiteY68" fmla="*/ 1081464 h 1472498"/>
                  <a:gd name="connsiteX69" fmla="*/ 1059053 w 1258062"/>
                  <a:gd name="connsiteY69" fmla="*/ 789745 h 1472498"/>
                  <a:gd name="connsiteX70" fmla="*/ 878078 w 1258062"/>
                  <a:gd name="connsiteY70" fmla="*/ 576766 h 1472498"/>
                  <a:gd name="connsiteX71" fmla="*/ 592074 w 1258062"/>
                  <a:gd name="connsiteY71" fmla="*/ 550224 h 1472498"/>
                  <a:gd name="connsiteX72" fmla="*/ 313182 w 1258062"/>
                  <a:gd name="connsiteY72" fmla="*/ 984309 h 1472498"/>
                  <a:gd name="connsiteX73" fmla="*/ 305562 w 1258062"/>
                  <a:gd name="connsiteY73" fmla="*/ 753677 h 1472498"/>
                  <a:gd name="connsiteX74" fmla="*/ 313182 w 1258062"/>
                  <a:gd name="connsiteY74" fmla="*/ 984309 h 1472498"/>
                  <a:gd name="connsiteX75" fmla="*/ 1079246 w 1258062"/>
                  <a:gd name="connsiteY75" fmla="*/ 752662 h 1472498"/>
                  <a:gd name="connsiteX76" fmla="*/ 1077722 w 1258062"/>
                  <a:gd name="connsiteY76" fmla="*/ 989008 h 1472498"/>
                  <a:gd name="connsiteX77" fmla="*/ 1079246 w 1258062"/>
                  <a:gd name="connsiteY77" fmla="*/ 752662 h 1472498"/>
                  <a:gd name="connsiteX78" fmla="*/ 1115314 w 1258062"/>
                  <a:gd name="connsiteY78" fmla="*/ 1163761 h 1472498"/>
                  <a:gd name="connsiteX79" fmla="*/ 1117092 w 1258062"/>
                  <a:gd name="connsiteY79" fmla="*/ 1303461 h 1472498"/>
                  <a:gd name="connsiteX80" fmla="*/ 1230376 w 1258062"/>
                  <a:gd name="connsiteY80" fmla="*/ 1234119 h 1472498"/>
                  <a:gd name="connsiteX81" fmla="*/ 1115314 w 1258062"/>
                  <a:gd name="connsiteY81" fmla="*/ 1163761 h 1472498"/>
                  <a:gd name="connsiteX82" fmla="*/ 959231 w 1258062"/>
                  <a:gd name="connsiteY82" fmla="*/ 1181540 h 1472498"/>
                  <a:gd name="connsiteX83" fmla="*/ 994283 w 1258062"/>
                  <a:gd name="connsiteY83" fmla="*/ 1338005 h 1472498"/>
                  <a:gd name="connsiteX84" fmla="*/ 1046480 w 1258062"/>
                  <a:gd name="connsiteY84" fmla="*/ 1235643 h 1472498"/>
                  <a:gd name="connsiteX85" fmla="*/ 959231 w 1258062"/>
                  <a:gd name="connsiteY85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644652 w 1258062"/>
                  <a:gd name="connsiteY56" fmla="*/ 33334 h 1472498"/>
                  <a:gd name="connsiteX57" fmla="*/ 534162 w 1258062"/>
                  <a:gd name="connsiteY57" fmla="*/ 140649 h 1472498"/>
                  <a:gd name="connsiteX58" fmla="*/ 691642 w 1258062"/>
                  <a:gd name="connsiteY58" fmla="*/ 369883 h 1472498"/>
                  <a:gd name="connsiteX59" fmla="*/ 860044 w 1258062"/>
                  <a:gd name="connsiteY59" fmla="*/ 257362 h 1472498"/>
                  <a:gd name="connsiteX60" fmla="*/ 798576 w 1258062"/>
                  <a:gd name="connsiteY60" fmla="*/ 60765 h 1472498"/>
                  <a:gd name="connsiteX61" fmla="*/ 644652 w 1258062"/>
                  <a:gd name="connsiteY61" fmla="*/ 33334 h 1472498"/>
                  <a:gd name="connsiteX62" fmla="*/ 592074 w 1258062"/>
                  <a:gd name="connsiteY62" fmla="*/ 550224 h 1472498"/>
                  <a:gd name="connsiteX63" fmla="*/ 356235 w 1258062"/>
                  <a:gd name="connsiteY63" fmla="*/ 708084 h 1472498"/>
                  <a:gd name="connsiteX64" fmla="*/ 325755 w 1258062"/>
                  <a:gd name="connsiteY64" fmla="*/ 910269 h 1472498"/>
                  <a:gd name="connsiteX65" fmla="*/ 461010 w 1258062"/>
                  <a:gd name="connsiteY65" fmla="*/ 1108643 h 1472498"/>
                  <a:gd name="connsiteX66" fmla="*/ 690372 w 1258062"/>
                  <a:gd name="connsiteY66" fmla="*/ 1143059 h 1472498"/>
                  <a:gd name="connsiteX67" fmla="*/ 971931 w 1258062"/>
                  <a:gd name="connsiteY67" fmla="*/ 1081464 h 1472498"/>
                  <a:gd name="connsiteX68" fmla="*/ 1059053 w 1258062"/>
                  <a:gd name="connsiteY68" fmla="*/ 789745 h 1472498"/>
                  <a:gd name="connsiteX69" fmla="*/ 878078 w 1258062"/>
                  <a:gd name="connsiteY69" fmla="*/ 576766 h 1472498"/>
                  <a:gd name="connsiteX70" fmla="*/ 592074 w 1258062"/>
                  <a:gd name="connsiteY70" fmla="*/ 550224 h 1472498"/>
                  <a:gd name="connsiteX71" fmla="*/ 313182 w 1258062"/>
                  <a:gd name="connsiteY71" fmla="*/ 984309 h 1472498"/>
                  <a:gd name="connsiteX72" fmla="*/ 305562 w 1258062"/>
                  <a:gd name="connsiteY72" fmla="*/ 753677 h 1472498"/>
                  <a:gd name="connsiteX73" fmla="*/ 313182 w 1258062"/>
                  <a:gd name="connsiteY73" fmla="*/ 984309 h 1472498"/>
                  <a:gd name="connsiteX74" fmla="*/ 1079246 w 1258062"/>
                  <a:gd name="connsiteY74" fmla="*/ 752662 h 1472498"/>
                  <a:gd name="connsiteX75" fmla="*/ 1077722 w 1258062"/>
                  <a:gd name="connsiteY75" fmla="*/ 989008 h 1472498"/>
                  <a:gd name="connsiteX76" fmla="*/ 1079246 w 1258062"/>
                  <a:gd name="connsiteY76" fmla="*/ 752662 h 1472498"/>
                  <a:gd name="connsiteX77" fmla="*/ 1115314 w 1258062"/>
                  <a:gd name="connsiteY77" fmla="*/ 1163761 h 1472498"/>
                  <a:gd name="connsiteX78" fmla="*/ 1117092 w 1258062"/>
                  <a:gd name="connsiteY78" fmla="*/ 1303461 h 1472498"/>
                  <a:gd name="connsiteX79" fmla="*/ 1230376 w 1258062"/>
                  <a:gd name="connsiteY79" fmla="*/ 1234119 h 1472498"/>
                  <a:gd name="connsiteX80" fmla="*/ 1115314 w 1258062"/>
                  <a:gd name="connsiteY80" fmla="*/ 1163761 h 1472498"/>
                  <a:gd name="connsiteX81" fmla="*/ 959231 w 1258062"/>
                  <a:gd name="connsiteY81" fmla="*/ 1181540 h 1472498"/>
                  <a:gd name="connsiteX82" fmla="*/ 994283 w 1258062"/>
                  <a:gd name="connsiteY82" fmla="*/ 1338005 h 1472498"/>
                  <a:gd name="connsiteX83" fmla="*/ 1046480 w 1258062"/>
                  <a:gd name="connsiteY83" fmla="*/ 1235643 h 1472498"/>
                  <a:gd name="connsiteX84" fmla="*/ 959231 w 1258062"/>
                  <a:gd name="connsiteY84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644652 w 1258062"/>
                  <a:gd name="connsiteY55" fmla="*/ 33334 h 1472498"/>
                  <a:gd name="connsiteX56" fmla="*/ 534162 w 1258062"/>
                  <a:gd name="connsiteY56" fmla="*/ 140649 h 1472498"/>
                  <a:gd name="connsiteX57" fmla="*/ 691642 w 1258062"/>
                  <a:gd name="connsiteY57" fmla="*/ 369883 h 1472498"/>
                  <a:gd name="connsiteX58" fmla="*/ 860044 w 1258062"/>
                  <a:gd name="connsiteY58" fmla="*/ 257362 h 1472498"/>
                  <a:gd name="connsiteX59" fmla="*/ 798576 w 1258062"/>
                  <a:gd name="connsiteY59" fmla="*/ 60765 h 1472498"/>
                  <a:gd name="connsiteX60" fmla="*/ 644652 w 1258062"/>
                  <a:gd name="connsiteY60" fmla="*/ 33334 h 1472498"/>
                  <a:gd name="connsiteX61" fmla="*/ 592074 w 1258062"/>
                  <a:gd name="connsiteY61" fmla="*/ 550224 h 1472498"/>
                  <a:gd name="connsiteX62" fmla="*/ 356235 w 1258062"/>
                  <a:gd name="connsiteY62" fmla="*/ 708084 h 1472498"/>
                  <a:gd name="connsiteX63" fmla="*/ 325755 w 1258062"/>
                  <a:gd name="connsiteY63" fmla="*/ 910269 h 1472498"/>
                  <a:gd name="connsiteX64" fmla="*/ 461010 w 1258062"/>
                  <a:gd name="connsiteY64" fmla="*/ 1108643 h 1472498"/>
                  <a:gd name="connsiteX65" fmla="*/ 690372 w 1258062"/>
                  <a:gd name="connsiteY65" fmla="*/ 1143059 h 1472498"/>
                  <a:gd name="connsiteX66" fmla="*/ 971931 w 1258062"/>
                  <a:gd name="connsiteY66" fmla="*/ 1081464 h 1472498"/>
                  <a:gd name="connsiteX67" fmla="*/ 1059053 w 1258062"/>
                  <a:gd name="connsiteY67" fmla="*/ 789745 h 1472498"/>
                  <a:gd name="connsiteX68" fmla="*/ 878078 w 1258062"/>
                  <a:gd name="connsiteY68" fmla="*/ 576766 h 1472498"/>
                  <a:gd name="connsiteX69" fmla="*/ 592074 w 1258062"/>
                  <a:gd name="connsiteY69" fmla="*/ 550224 h 1472498"/>
                  <a:gd name="connsiteX70" fmla="*/ 313182 w 1258062"/>
                  <a:gd name="connsiteY70" fmla="*/ 984309 h 1472498"/>
                  <a:gd name="connsiteX71" fmla="*/ 305562 w 1258062"/>
                  <a:gd name="connsiteY71" fmla="*/ 753677 h 1472498"/>
                  <a:gd name="connsiteX72" fmla="*/ 313182 w 1258062"/>
                  <a:gd name="connsiteY72" fmla="*/ 984309 h 1472498"/>
                  <a:gd name="connsiteX73" fmla="*/ 1079246 w 1258062"/>
                  <a:gd name="connsiteY73" fmla="*/ 752662 h 1472498"/>
                  <a:gd name="connsiteX74" fmla="*/ 1077722 w 1258062"/>
                  <a:gd name="connsiteY74" fmla="*/ 989008 h 1472498"/>
                  <a:gd name="connsiteX75" fmla="*/ 1079246 w 1258062"/>
                  <a:gd name="connsiteY75" fmla="*/ 752662 h 1472498"/>
                  <a:gd name="connsiteX76" fmla="*/ 1115314 w 1258062"/>
                  <a:gd name="connsiteY76" fmla="*/ 1163761 h 1472498"/>
                  <a:gd name="connsiteX77" fmla="*/ 1117092 w 1258062"/>
                  <a:gd name="connsiteY77" fmla="*/ 1303461 h 1472498"/>
                  <a:gd name="connsiteX78" fmla="*/ 1230376 w 1258062"/>
                  <a:gd name="connsiteY78" fmla="*/ 1234119 h 1472498"/>
                  <a:gd name="connsiteX79" fmla="*/ 1115314 w 1258062"/>
                  <a:gd name="connsiteY79" fmla="*/ 1163761 h 1472498"/>
                  <a:gd name="connsiteX80" fmla="*/ 959231 w 1258062"/>
                  <a:gd name="connsiteY80" fmla="*/ 1181540 h 1472498"/>
                  <a:gd name="connsiteX81" fmla="*/ 994283 w 1258062"/>
                  <a:gd name="connsiteY81" fmla="*/ 1338005 h 1472498"/>
                  <a:gd name="connsiteX82" fmla="*/ 1046480 w 1258062"/>
                  <a:gd name="connsiteY82" fmla="*/ 1235643 h 1472498"/>
                  <a:gd name="connsiteX83" fmla="*/ 959231 w 1258062"/>
                  <a:gd name="connsiteY83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644652 w 1258062"/>
                  <a:gd name="connsiteY54" fmla="*/ 33334 h 1472498"/>
                  <a:gd name="connsiteX55" fmla="*/ 534162 w 1258062"/>
                  <a:gd name="connsiteY55" fmla="*/ 140649 h 1472498"/>
                  <a:gd name="connsiteX56" fmla="*/ 691642 w 1258062"/>
                  <a:gd name="connsiteY56" fmla="*/ 369883 h 1472498"/>
                  <a:gd name="connsiteX57" fmla="*/ 860044 w 1258062"/>
                  <a:gd name="connsiteY57" fmla="*/ 257362 h 1472498"/>
                  <a:gd name="connsiteX58" fmla="*/ 798576 w 1258062"/>
                  <a:gd name="connsiteY58" fmla="*/ 60765 h 1472498"/>
                  <a:gd name="connsiteX59" fmla="*/ 644652 w 1258062"/>
                  <a:gd name="connsiteY59" fmla="*/ 33334 h 1472498"/>
                  <a:gd name="connsiteX60" fmla="*/ 592074 w 1258062"/>
                  <a:gd name="connsiteY60" fmla="*/ 550224 h 1472498"/>
                  <a:gd name="connsiteX61" fmla="*/ 356235 w 1258062"/>
                  <a:gd name="connsiteY61" fmla="*/ 708084 h 1472498"/>
                  <a:gd name="connsiteX62" fmla="*/ 325755 w 1258062"/>
                  <a:gd name="connsiteY62" fmla="*/ 910269 h 1472498"/>
                  <a:gd name="connsiteX63" fmla="*/ 461010 w 1258062"/>
                  <a:gd name="connsiteY63" fmla="*/ 1108643 h 1472498"/>
                  <a:gd name="connsiteX64" fmla="*/ 690372 w 1258062"/>
                  <a:gd name="connsiteY64" fmla="*/ 1143059 h 1472498"/>
                  <a:gd name="connsiteX65" fmla="*/ 971931 w 1258062"/>
                  <a:gd name="connsiteY65" fmla="*/ 1081464 h 1472498"/>
                  <a:gd name="connsiteX66" fmla="*/ 1059053 w 1258062"/>
                  <a:gd name="connsiteY66" fmla="*/ 789745 h 1472498"/>
                  <a:gd name="connsiteX67" fmla="*/ 878078 w 1258062"/>
                  <a:gd name="connsiteY67" fmla="*/ 576766 h 1472498"/>
                  <a:gd name="connsiteX68" fmla="*/ 592074 w 1258062"/>
                  <a:gd name="connsiteY68" fmla="*/ 550224 h 1472498"/>
                  <a:gd name="connsiteX69" fmla="*/ 313182 w 1258062"/>
                  <a:gd name="connsiteY69" fmla="*/ 984309 h 1472498"/>
                  <a:gd name="connsiteX70" fmla="*/ 305562 w 1258062"/>
                  <a:gd name="connsiteY70" fmla="*/ 753677 h 1472498"/>
                  <a:gd name="connsiteX71" fmla="*/ 313182 w 1258062"/>
                  <a:gd name="connsiteY71" fmla="*/ 984309 h 1472498"/>
                  <a:gd name="connsiteX72" fmla="*/ 1079246 w 1258062"/>
                  <a:gd name="connsiteY72" fmla="*/ 752662 h 1472498"/>
                  <a:gd name="connsiteX73" fmla="*/ 1077722 w 1258062"/>
                  <a:gd name="connsiteY73" fmla="*/ 989008 h 1472498"/>
                  <a:gd name="connsiteX74" fmla="*/ 1079246 w 1258062"/>
                  <a:gd name="connsiteY74" fmla="*/ 752662 h 1472498"/>
                  <a:gd name="connsiteX75" fmla="*/ 1115314 w 1258062"/>
                  <a:gd name="connsiteY75" fmla="*/ 1163761 h 1472498"/>
                  <a:gd name="connsiteX76" fmla="*/ 1117092 w 1258062"/>
                  <a:gd name="connsiteY76" fmla="*/ 1303461 h 1472498"/>
                  <a:gd name="connsiteX77" fmla="*/ 1230376 w 1258062"/>
                  <a:gd name="connsiteY77" fmla="*/ 1234119 h 1472498"/>
                  <a:gd name="connsiteX78" fmla="*/ 1115314 w 1258062"/>
                  <a:gd name="connsiteY78" fmla="*/ 1163761 h 1472498"/>
                  <a:gd name="connsiteX79" fmla="*/ 959231 w 1258062"/>
                  <a:gd name="connsiteY79" fmla="*/ 1181540 h 1472498"/>
                  <a:gd name="connsiteX80" fmla="*/ 994283 w 1258062"/>
                  <a:gd name="connsiteY80" fmla="*/ 1338005 h 1472498"/>
                  <a:gd name="connsiteX81" fmla="*/ 1046480 w 1258062"/>
                  <a:gd name="connsiteY81" fmla="*/ 1235643 h 1472498"/>
                  <a:gd name="connsiteX82" fmla="*/ 959231 w 1258062"/>
                  <a:gd name="connsiteY82" fmla="*/ 1181540 h 1472498"/>
                  <a:gd name="connsiteX0" fmla="*/ 76671 w 1041109"/>
                  <a:gd name="connsiteY0" fmla="*/ 345245 h 1472498"/>
                  <a:gd name="connsiteX1" fmla="*/ 191479 w 1041109"/>
                  <a:gd name="connsiteY1" fmla="*/ 328482 h 1472498"/>
                  <a:gd name="connsiteX2" fmla="*/ 296508 w 1041109"/>
                  <a:gd name="connsiteY2" fmla="*/ 280476 h 1472498"/>
                  <a:gd name="connsiteX3" fmla="*/ 282538 w 1041109"/>
                  <a:gd name="connsiteY3" fmla="*/ 182685 h 1472498"/>
                  <a:gd name="connsiteX4" fmla="*/ 331941 w 1041109"/>
                  <a:gd name="connsiteY4" fmla="*/ 62924 h 1472498"/>
                  <a:gd name="connsiteX5" fmla="*/ 560287 w 1041109"/>
                  <a:gd name="connsiteY5" fmla="*/ 17077 h 1472498"/>
                  <a:gd name="connsiteX6" fmla="*/ 679921 w 1041109"/>
                  <a:gd name="connsiteY6" fmla="*/ 236533 h 1472498"/>
                  <a:gd name="connsiteX7" fmla="*/ 680253 w 1041109"/>
                  <a:gd name="connsiteY7" fmla="*/ 256335 h 1472498"/>
                  <a:gd name="connsiteX8" fmla="*/ 670015 w 1041109"/>
                  <a:gd name="connsiteY8" fmla="*/ 261426 h 1472498"/>
                  <a:gd name="connsiteX9" fmla="*/ 532728 w 1041109"/>
                  <a:gd name="connsiteY9" fmla="*/ 390712 h 1472498"/>
                  <a:gd name="connsiteX10" fmla="*/ 483325 w 1041109"/>
                  <a:gd name="connsiteY10" fmla="*/ 397570 h 1472498"/>
                  <a:gd name="connsiteX11" fmla="*/ 483071 w 1041109"/>
                  <a:gd name="connsiteY11" fmla="*/ 515171 h 1472498"/>
                  <a:gd name="connsiteX12" fmla="*/ 732372 w 1041109"/>
                  <a:gd name="connsiteY12" fmla="*/ 586800 h 1472498"/>
                  <a:gd name="connsiteX13" fmla="*/ 838925 w 1041109"/>
                  <a:gd name="connsiteY13" fmla="*/ 704528 h 1472498"/>
                  <a:gd name="connsiteX14" fmla="*/ 928714 w 1041109"/>
                  <a:gd name="connsiteY14" fmla="*/ 779713 h 1472498"/>
                  <a:gd name="connsiteX15" fmla="*/ 843751 w 1041109"/>
                  <a:gd name="connsiteY15" fmla="*/ 1014155 h 1472498"/>
                  <a:gd name="connsiteX16" fmla="*/ 825082 w 1041109"/>
                  <a:gd name="connsiteY16" fmla="*/ 1043111 h 1472498"/>
                  <a:gd name="connsiteX17" fmla="*/ 710655 w 1041109"/>
                  <a:gd name="connsiteY17" fmla="*/ 1135439 h 1472498"/>
                  <a:gd name="connsiteX18" fmla="*/ 834353 w 1041109"/>
                  <a:gd name="connsiteY18" fmla="*/ 1210624 h 1472498"/>
                  <a:gd name="connsiteX19" fmla="*/ 898361 w 1041109"/>
                  <a:gd name="connsiteY19" fmla="*/ 1137345 h 1472498"/>
                  <a:gd name="connsiteX20" fmla="*/ 998564 w 1041109"/>
                  <a:gd name="connsiteY20" fmla="*/ 1154108 h 1472498"/>
                  <a:gd name="connsiteX21" fmla="*/ 1041109 w 1041109"/>
                  <a:gd name="connsiteY21" fmla="*/ 1224720 h 1472498"/>
                  <a:gd name="connsiteX22" fmla="*/ 971386 w 1041109"/>
                  <a:gd name="connsiteY22" fmla="*/ 1462338 h 1472498"/>
                  <a:gd name="connsiteX23" fmla="*/ 948145 w 1041109"/>
                  <a:gd name="connsiteY23" fmla="*/ 1465005 h 1472498"/>
                  <a:gd name="connsiteX24" fmla="*/ 1001358 w 1041109"/>
                  <a:gd name="connsiteY24" fmla="*/ 1314509 h 1472498"/>
                  <a:gd name="connsiteX25" fmla="*/ 919189 w 1041109"/>
                  <a:gd name="connsiteY25" fmla="*/ 1334068 h 1472498"/>
                  <a:gd name="connsiteX26" fmla="*/ 835115 w 1041109"/>
                  <a:gd name="connsiteY26" fmla="*/ 1274251 h 1472498"/>
                  <a:gd name="connsiteX27" fmla="*/ 781775 w 1041109"/>
                  <a:gd name="connsiteY27" fmla="*/ 1459036 h 1472498"/>
                  <a:gd name="connsiteX28" fmla="*/ 779743 w 1041109"/>
                  <a:gd name="connsiteY28" fmla="*/ 1472498 h 1472498"/>
                  <a:gd name="connsiteX29" fmla="*/ 764630 w 1041109"/>
                  <a:gd name="connsiteY29" fmla="*/ 1457257 h 1472498"/>
                  <a:gd name="connsiteX30" fmla="*/ 753327 w 1041109"/>
                  <a:gd name="connsiteY30" fmla="*/ 1370136 h 1472498"/>
                  <a:gd name="connsiteX31" fmla="*/ 716497 w 1041109"/>
                  <a:gd name="connsiteY31" fmla="*/ 1185986 h 1472498"/>
                  <a:gd name="connsiteX32" fmla="*/ 709512 w 1041109"/>
                  <a:gd name="connsiteY32" fmla="*/ 1162618 h 1472498"/>
                  <a:gd name="connsiteX33" fmla="*/ 537935 w 1041109"/>
                  <a:gd name="connsiteY33" fmla="*/ 1166427 h 1472498"/>
                  <a:gd name="connsiteX34" fmla="*/ 273648 w 1041109"/>
                  <a:gd name="connsiteY34" fmla="*/ 1159062 h 1472498"/>
                  <a:gd name="connsiteX35" fmla="*/ 233516 w 1041109"/>
                  <a:gd name="connsiteY35" fmla="*/ 1182302 h 1472498"/>
                  <a:gd name="connsiteX36" fmla="*/ 187415 w 1041109"/>
                  <a:gd name="connsiteY36" fmla="*/ 1461830 h 1472498"/>
                  <a:gd name="connsiteX37" fmla="*/ 162650 w 1041109"/>
                  <a:gd name="connsiteY37" fmla="*/ 1466020 h 1472498"/>
                  <a:gd name="connsiteX38" fmla="*/ 202020 w 1041109"/>
                  <a:gd name="connsiteY38" fmla="*/ 1184207 h 1472498"/>
                  <a:gd name="connsiteX39" fmla="*/ 69432 w 1041109"/>
                  <a:gd name="connsiteY39" fmla="*/ 1325051 h 1472498"/>
                  <a:gd name="connsiteX40" fmla="*/ 26887 w 1041109"/>
                  <a:gd name="connsiteY40" fmla="*/ 1458527 h 1472498"/>
                  <a:gd name="connsiteX41" fmla="*/ 979 w 1041109"/>
                  <a:gd name="connsiteY41" fmla="*/ 1468814 h 1472498"/>
                  <a:gd name="connsiteX42" fmla="*/ 108040 w 1041109"/>
                  <a:gd name="connsiteY42" fmla="*/ 1228657 h 1472498"/>
                  <a:gd name="connsiteX43" fmla="*/ 238342 w 1041109"/>
                  <a:gd name="connsiteY43" fmla="*/ 1136963 h 1472498"/>
                  <a:gd name="connsiteX44" fmla="*/ 112358 w 1041109"/>
                  <a:gd name="connsiteY44" fmla="*/ 1011361 h 1472498"/>
                  <a:gd name="connsiteX45" fmla="*/ 33745 w 1041109"/>
                  <a:gd name="connsiteY45" fmla="*/ 970720 h 1472498"/>
                  <a:gd name="connsiteX46" fmla="*/ 1868 w 1041109"/>
                  <a:gd name="connsiteY46" fmla="*/ 824925 h 1472498"/>
                  <a:gd name="connsiteX47" fmla="*/ 101563 w 1041109"/>
                  <a:gd name="connsiteY47" fmla="*/ 724849 h 1472498"/>
                  <a:gd name="connsiteX48" fmla="*/ 279617 w 1041109"/>
                  <a:gd name="connsiteY48" fmla="*/ 550477 h 1472498"/>
                  <a:gd name="connsiteX49" fmla="*/ 456782 w 1041109"/>
                  <a:gd name="connsiteY49" fmla="*/ 514409 h 1472498"/>
                  <a:gd name="connsiteX50" fmla="*/ 456782 w 1041109"/>
                  <a:gd name="connsiteY50" fmla="*/ 398458 h 1472498"/>
                  <a:gd name="connsiteX51" fmla="*/ 310478 w 1041109"/>
                  <a:gd name="connsiteY51" fmla="*/ 301684 h 1472498"/>
                  <a:gd name="connsiteX52" fmla="*/ 198337 w 1041109"/>
                  <a:gd name="connsiteY52" fmla="*/ 358453 h 1472498"/>
                  <a:gd name="connsiteX53" fmla="*/ 427699 w 1041109"/>
                  <a:gd name="connsiteY53" fmla="*/ 33334 h 1472498"/>
                  <a:gd name="connsiteX54" fmla="*/ 317209 w 1041109"/>
                  <a:gd name="connsiteY54" fmla="*/ 140649 h 1472498"/>
                  <a:gd name="connsiteX55" fmla="*/ 474689 w 1041109"/>
                  <a:gd name="connsiteY55" fmla="*/ 369883 h 1472498"/>
                  <a:gd name="connsiteX56" fmla="*/ 643091 w 1041109"/>
                  <a:gd name="connsiteY56" fmla="*/ 257362 h 1472498"/>
                  <a:gd name="connsiteX57" fmla="*/ 581623 w 1041109"/>
                  <a:gd name="connsiteY57" fmla="*/ 60765 h 1472498"/>
                  <a:gd name="connsiteX58" fmla="*/ 427699 w 1041109"/>
                  <a:gd name="connsiteY58" fmla="*/ 33334 h 1472498"/>
                  <a:gd name="connsiteX59" fmla="*/ 375121 w 1041109"/>
                  <a:gd name="connsiteY59" fmla="*/ 550224 h 1472498"/>
                  <a:gd name="connsiteX60" fmla="*/ 139282 w 1041109"/>
                  <a:gd name="connsiteY60" fmla="*/ 708084 h 1472498"/>
                  <a:gd name="connsiteX61" fmla="*/ 108802 w 1041109"/>
                  <a:gd name="connsiteY61" fmla="*/ 910269 h 1472498"/>
                  <a:gd name="connsiteX62" fmla="*/ 244057 w 1041109"/>
                  <a:gd name="connsiteY62" fmla="*/ 1108643 h 1472498"/>
                  <a:gd name="connsiteX63" fmla="*/ 473419 w 1041109"/>
                  <a:gd name="connsiteY63" fmla="*/ 1143059 h 1472498"/>
                  <a:gd name="connsiteX64" fmla="*/ 754978 w 1041109"/>
                  <a:gd name="connsiteY64" fmla="*/ 1081464 h 1472498"/>
                  <a:gd name="connsiteX65" fmla="*/ 842100 w 1041109"/>
                  <a:gd name="connsiteY65" fmla="*/ 789745 h 1472498"/>
                  <a:gd name="connsiteX66" fmla="*/ 661125 w 1041109"/>
                  <a:gd name="connsiteY66" fmla="*/ 576766 h 1472498"/>
                  <a:gd name="connsiteX67" fmla="*/ 375121 w 1041109"/>
                  <a:gd name="connsiteY67" fmla="*/ 550224 h 1472498"/>
                  <a:gd name="connsiteX68" fmla="*/ 96229 w 1041109"/>
                  <a:gd name="connsiteY68" fmla="*/ 984309 h 1472498"/>
                  <a:gd name="connsiteX69" fmla="*/ 88609 w 1041109"/>
                  <a:gd name="connsiteY69" fmla="*/ 753677 h 1472498"/>
                  <a:gd name="connsiteX70" fmla="*/ 96229 w 1041109"/>
                  <a:gd name="connsiteY70" fmla="*/ 984309 h 1472498"/>
                  <a:gd name="connsiteX71" fmla="*/ 862293 w 1041109"/>
                  <a:gd name="connsiteY71" fmla="*/ 752662 h 1472498"/>
                  <a:gd name="connsiteX72" fmla="*/ 860769 w 1041109"/>
                  <a:gd name="connsiteY72" fmla="*/ 989008 h 1472498"/>
                  <a:gd name="connsiteX73" fmla="*/ 862293 w 1041109"/>
                  <a:gd name="connsiteY73" fmla="*/ 752662 h 1472498"/>
                  <a:gd name="connsiteX74" fmla="*/ 898361 w 1041109"/>
                  <a:gd name="connsiteY74" fmla="*/ 1163761 h 1472498"/>
                  <a:gd name="connsiteX75" fmla="*/ 900139 w 1041109"/>
                  <a:gd name="connsiteY75" fmla="*/ 1303461 h 1472498"/>
                  <a:gd name="connsiteX76" fmla="*/ 1013423 w 1041109"/>
                  <a:gd name="connsiteY76" fmla="*/ 1234119 h 1472498"/>
                  <a:gd name="connsiteX77" fmla="*/ 898361 w 1041109"/>
                  <a:gd name="connsiteY77" fmla="*/ 1163761 h 1472498"/>
                  <a:gd name="connsiteX78" fmla="*/ 742278 w 1041109"/>
                  <a:gd name="connsiteY78" fmla="*/ 1181540 h 1472498"/>
                  <a:gd name="connsiteX79" fmla="*/ 777330 w 1041109"/>
                  <a:gd name="connsiteY79" fmla="*/ 1338005 h 1472498"/>
                  <a:gd name="connsiteX80" fmla="*/ 829527 w 1041109"/>
                  <a:gd name="connsiteY80" fmla="*/ 1235643 h 1472498"/>
                  <a:gd name="connsiteX81" fmla="*/ 742278 w 1041109"/>
                  <a:gd name="connsiteY81" fmla="*/ 1181540 h 1472498"/>
                  <a:gd name="connsiteX0" fmla="*/ 191479 w 1041109"/>
                  <a:gd name="connsiteY0" fmla="*/ 328482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670015 w 1041109"/>
                  <a:gd name="connsiteY7" fmla="*/ 261426 h 1472498"/>
                  <a:gd name="connsiteX8" fmla="*/ 532728 w 1041109"/>
                  <a:gd name="connsiteY8" fmla="*/ 390712 h 1472498"/>
                  <a:gd name="connsiteX9" fmla="*/ 483325 w 1041109"/>
                  <a:gd name="connsiteY9" fmla="*/ 397570 h 1472498"/>
                  <a:gd name="connsiteX10" fmla="*/ 483071 w 1041109"/>
                  <a:gd name="connsiteY10" fmla="*/ 515171 h 1472498"/>
                  <a:gd name="connsiteX11" fmla="*/ 732372 w 1041109"/>
                  <a:gd name="connsiteY11" fmla="*/ 586800 h 1472498"/>
                  <a:gd name="connsiteX12" fmla="*/ 838925 w 1041109"/>
                  <a:gd name="connsiteY12" fmla="*/ 704528 h 1472498"/>
                  <a:gd name="connsiteX13" fmla="*/ 928714 w 1041109"/>
                  <a:gd name="connsiteY13" fmla="*/ 779713 h 1472498"/>
                  <a:gd name="connsiteX14" fmla="*/ 843751 w 1041109"/>
                  <a:gd name="connsiteY14" fmla="*/ 1014155 h 1472498"/>
                  <a:gd name="connsiteX15" fmla="*/ 825082 w 1041109"/>
                  <a:gd name="connsiteY15" fmla="*/ 1043111 h 1472498"/>
                  <a:gd name="connsiteX16" fmla="*/ 710655 w 1041109"/>
                  <a:gd name="connsiteY16" fmla="*/ 1135439 h 1472498"/>
                  <a:gd name="connsiteX17" fmla="*/ 834353 w 1041109"/>
                  <a:gd name="connsiteY17" fmla="*/ 1210624 h 1472498"/>
                  <a:gd name="connsiteX18" fmla="*/ 898361 w 1041109"/>
                  <a:gd name="connsiteY18" fmla="*/ 1137345 h 1472498"/>
                  <a:gd name="connsiteX19" fmla="*/ 998564 w 1041109"/>
                  <a:gd name="connsiteY19" fmla="*/ 1154108 h 1472498"/>
                  <a:gd name="connsiteX20" fmla="*/ 1041109 w 1041109"/>
                  <a:gd name="connsiteY20" fmla="*/ 1224720 h 1472498"/>
                  <a:gd name="connsiteX21" fmla="*/ 971386 w 1041109"/>
                  <a:gd name="connsiteY21" fmla="*/ 1462338 h 1472498"/>
                  <a:gd name="connsiteX22" fmla="*/ 948145 w 1041109"/>
                  <a:gd name="connsiteY22" fmla="*/ 1465005 h 1472498"/>
                  <a:gd name="connsiteX23" fmla="*/ 1001358 w 1041109"/>
                  <a:gd name="connsiteY23" fmla="*/ 1314509 h 1472498"/>
                  <a:gd name="connsiteX24" fmla="*/ 919189 w 1041109"/>
                  <a:gd name="connsiteY24" fmla="*/ 1334068 h 1472498"/>
                  <a:gd name="connsiteX25" fmla="*/ 835115 w 1041109"/>
                  <a:gd name="connsiteY25" fmla="*/ 1274251 h 1472498"/>
                  <a:gd name="connsiteX26" fmla="*/ 781775 w 1041109"/>
                  <a:gd name="connsiteY26" fmla="*/ 1459036 h 1472498"/>
                  <a:gd name="connsiteX27" fmla="*/ 779743 w 1041109"/>
                  <a:gd name="connsiteY27" fmla="*/ 1472498 h 1472498"/>
                  <a:gd name="connsiteX28" fmla="*/ 764630 w 1041109"/>
                  <a:gd name="connsiteY28" fmla="*/ 1457257 h 1472498"/>
                  <a:gd name="connsiteX29" fmla="*/ 753327 w 1041109"/>
                  <a:gd name="connsiteY29" fmla="*/ 1370136 h 1472498"/>
                  <a:gd name="connsiteX30" fmla="*/ 716497 w 1041109"/>
                  <a:gd name="connsiteY30" fmla="*/ 1185986 h 1472498"/>
                  <a:gd name="connsiteX31" fmla="*/ 709512 w 1041109"/>
                  <a:gd name="connsiteY31" fmla="*/ 1162618 h 1472498"/>
                  <a:gd name="connsiteX32" fmla="*/ 537935 w 1041109"/>
                  <a:gd name="connsiteY32" fmla="*/ 1166427 h 1472498"/>
                  <a:gd name="connsiteX33" fmla="*/ 273648 w 1041109"/>
                  <a:gd name="connsiteY33" fmla="*/ 1159062 h 1472498"/>
                  <a:gd name="connsiteX34" fmla="*/ 233516 w 1041109"/>
                  <a:gd name="connsiteY34" fmla="*/ 1182302 h 1472498"/>
                  <a:gd name="connsiteX35" fmla="*/ 187415 w 1041109"/>
                  <a:gd name="connsiteY35" fmla="*/ 1461830 h 1472498"/>
                  <a:gd name="connsiteX36" fmla="*/ 162650 w 1041109"/>
                  <a:gd name="connsiteY36" fmla="*/ 1466020 h 1472498"/>
                  <a:gd name="connsiteX37" fmla="*/ 202020 w 1041109"/>
                  <a:gd name="connsiteY37" fmla="*/ 1184207 h 1472498"/>
                  <a:gd name="connsiteX38" fmla="*/ 69432 w 1041109"/>
                  <a:gd name="connsiteY38" fmla="*/ 1325051 h 1472498"/>
                  <a:gd name="connsiteX39" fmla="*/ 26887 w 1041109"/>
                  <a:gd name="connsiteY39" fmla="*/ 1458527 h 1472498"/>
                  <a:gd name="connsiteX40" fmla="*/ 979 w 1041109"/>
                  <a:gd name="connsiteY40" fmla="*/ 1468814 h 1472498"/>
                  <a:gd name="connsiteX41" fmla="*/ 108040 w 1041109"/>
                  <a:gd name="connsiteY41" fmla="*/ 1228657 h 1472498"/>
                  <a:gd name="connsiteX42" fmla="*/ 238342 w 1041109"/>
                  <a:gd name="connsiteY42" fmla="*/ 1136963 h 1472498"/>
                  <a:gd name="connsiteX43" fmla="*/ 112358 w 1041109"/>
                  <a:gd name="connsiteY43" fmla="*/ 1011361 h 1472498"/>
                  <a:gd name="connsiteX44" fmla="*/ 33745 w 1041109"/>
                  <a:gd name="connsiteY44" fmla="*/ 970720 h 1472498"/>
                  <a:gd name="connsiteX45" fmla="*/ 1868 w 1041109"/>
                  <a:gd name="connsiteY45" fmla="*/ 824925 h 1472498"/>
                  <a:gd name="connsiteX46" fmla="*/ 101563 w 1041109"/>
                  <a:gd name="connsiteY46" fmla="*/ 724849 h 1472498"/>
                  <a:gd name="connsiteX47" fmla="*/ 279617 w 1041109"/>
                  <a:gd name="connsiteY47" fmla="*/ 550477 h 1472498"/>
                  <a:gd name="connsiteX48" fmla="*/ 456782 w 1041109"/>
                  <a:gd name="connsiteY48" fmla="*/ 514409 h 1472498"/>
                  <a:gd name="connsiteX49" fmla="*/ 456782 w 1041109"/>
                  <a:gd name="connsiteY49" fmla="*/ 398458 h 1472498"/>
                  <a:gd name="connsiteX50" fmla="*/ 310478 w 1041109"/>
                  <a:gd name="connsiteY50" fmla="*/ 301684 h 1472498"/>
                  <a:gd name="connsiteX51" fmla="*/ 198337 w 1041109"/>
                  <a:gd name="connsiteY51" fmla="*/ 358453 h 1472498"/>
                  <a:gd name="connsiteX52" fmla="*/ 427699 w 1041109"/>
                  <a:gd name="connsiteY52" fmla="*/ 33334 h 1472498"/>
                  <a:gd name="connsiteX53" fmla="*/ 317209 w 1041109"/>
                  <a:gd name="connsiteY53" fmla="*/ 140649 h 1472498"/>
                  <a:gd name="connsiteX54" fmla="*/ 474689 w 1041109"/>
                  <a:gd name="connsiteY54" fmla="*/ 369883 h 1472498"/>
                  <a:gd name="connsiteX55" fmla="*/ 643091 w 1041109"/>
                  <a:gd name="connsiteY55" fmla="*/ 257362 h 1472498"/>
                  <a:gd name="connsiteX56" fmla="*/ 581623 w 1041109"/>
                  <a:gd name="connsiteY56" fmla="*/ 60765 h 1472498"/>
                  <a:gd name="connsiteX57" fmla="*/ 427699 w 1041109"/>
                  <a:gd name="connsiteY57" fmla="*/ 33334 h 1472498"/>
                  <a:gd name="connsiteX58" fmla="*/ 375121 w 1041109"/>
                  <a:gd name="connsiteY58" fmla="*/ 550224 h 1472498"/>
                  <a:gd name="connsiteX59" fmla="*/ 139282 w 1041109"/>
                  <a:gd name="connsiteY59" fmla="*/ 708084 h 1472498"/>
                  <a:gd name="connsiteX60" fmla="*/ 108802 w 1041109"/>
                  <a:gd name="connsiteY60" fmla="*/ 910269 h 1472498"/>
                  <a:gd name="connsiteX61" fmla="*/ 244057 w 1041109"/>
                  <a:gd name="connsiteY61" fmla="*/ 1108643 h 1472498"/>
                  <a:gd name="connsiteX62" fmla="*/ 473419 w 1041109"/>
                  <a:gd name="connsiteY62" fmla="*/ 1143059 h 1472498"/>
                  <a:gd name="connsiteX63" fmla="*/ 754978 w 1041109"/>
                  <a:gd name="connsiteY63" fmla="*/ 1081464 h 1472498"/>
                  <a:gd name="connsiteX64" fmla="*/ 842100 w 1041109"/>
                  <a:gd name="connsiteY64" fmla="*/ 789745 h 1472498"/>
                  <a:gd name="connsiteX65" fmla="*/ 661125 w 1041109"/>
                  <a:gd name="connsiteY65" fmla="*/ 576766 h 1472498"/>
                  <a:gd name="connsiteX66" fmla="*/ 375121 w 1041109"/>
                  <a:gd name="connsiteY66" fmla="*/ 550224 h 1472498"/>
                  <a:gd name="connsiteX67" fmla="*/ 96229 w 1041109"/>
                  <a:gd name="connsiteY67" fmla="*/ 984309 h 1472498"/>
                  <a:gd name="connsiteX68" fmla="*/ 88609 w 1041109"/>
                  <a:gd name="connsiteY68" fmla="*/ 753677 h 1472498"/>
                  <a:gd name="connsiteX69" fmla="*/ 96229 w 1041109"/>
                  <a:gd name="connsiteY69" fmla="*/ 984309 h 1472498"/>
                  <a:gd name="connsiteX70" fmla="*/ 862293 w 1041109"/>
                  <a:gd name="connsiteY70" fmla="*/ 752662 h 1472498"/>
                  <a:gd name="connsiteX71" fmla="*/ 860769 w 1041109"/>
                  <a:gd name="connsiteY71" fmla="*/ 989008 h 1472498"/>
                  <a:gd name="connsiteX72" fmla="*/ 862293 w 1041109"/>
                  <a:gd name="connsiteY72" fmla="*/ 752662 h 1472498"/>
                  <a:gd name="connsiteX73" fmla="*/ 898361 w 1041109"/>
                  <a:gd name="connsiteY73" fmla="*/ 1163761 h 1472498"/>
                  <a:gd name="connsiteX74" fmla="*/ 900139 w 1041109"/>
                  <a:gd name="connsiteY74" fmla="*/ 1303461 h 1472498"/>
                  <a:gd name="connsiteX75" fmla="*/ 1013423 w 1041109"/>
                  <a:gd name="connsiteY75" fmla="*/ 1234119 h 1472498"/>
                  <a:gd name="connsiteX76" fmla="*/ 898361 w 1041109"/>
                  <a:gd name="connsiteY76" fmla="*/ 1163761 h 1472498"/>
                  <a:gd name="connsiteX77" fmla="*/ 742278 w 1041109"/>
                  <a:gd name="connsiteY77" fmla="*/ 1181540 h 1472498"/>
                  <a:gd name="connsiteX78" fmla="*/ 777330 w 1041109"/>
                  <a:gd name="connsiteY78" fmla="*/ 1338005 h 1472498"/>
                  <a:gd name="connsiteX79" fmla="*/ 829527 w 1041109"/>
                  <a:gd name="connsiteY79" fmla="*/ 1235643 h 1472498"/>
                  <a:gd name="connsiteX80" fmla="*/ 742278 w 1041109"/>
                  <a:gd name="connsiteY80" fmla="*/ 1181540 h 1472498"/>
                  <a:gd name="connsiteX0" fmla="*/ 191479 w 1041109"/>
                  <a:gd name="connsiteY0" fmla="*/ 328482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670015 w 1041109"/>
                  <a:gd name="connsiteY7" fmla="*/ 261426 h 1472498"/>
                  <a:gd name="connsiteX8" fmla="*/ 532728 w 1041109"/>
                  <a:gd name="connsiteY8" fmla="*/ 390712 h 1472498"/>
                  <a:gd name="connsiteX9" fmla="*/ 483325 w 1041109"/>
                  <a:gd name="connsiteY9" fmla="*/ 397570 h 1472498"/>
                  <a:gd name="connsiteX10" fmla="*/ 483071 w 1041109"/>
                  <a:gd name="connsiteY10" fmla="*/ 515171 h 1472498"/>
                  <a:gd name="connsiteX11" fmla="*/ 732372 w 1041109"/>
                  <a:gd name="connsiteY11" fmla="*/ 586800 h 1472498"/>
                  <a:gd name="connsiteX12" fmla="*/ 838925 w 1041109"/>
                  <a:gd name="connsiteY12" fmla="*/ 704528 h 1472498"/>
                  <a:gd name="connsiteX13" fmla="*/ 928714 w 1041109"/>
                  <a:gd name="connsiteY13" fmla="*/ 779713 h 1472498"/>
                  <a:gd name="connsiteX14" fmla="*/ 843751 w 1041109"/>
                  <a:gd name="connsiteY14" fmla="*/ 1014155 h 1472498"/>
                  <a:gd name="connsiteX15" fmla="*/ 825082 w 1041109"/>
                  <a:gd name="connsiteY15" fmla="*/ 1043111 h 1472498"/>
                  <a:gd name="connsiteX16" fmla="*/ 710655 w 1041109"/>
                  <a:gd name="connsiteY16" fmla="*/ 1135439 h 1472498"/>
                  <a:gd name="connsiteX17" fmla="*/ 834353 w 1041109"/>
                  <a:gd name="connsiteY17" fmla="*/ 1210624 h 1472498"/>
                  <a:gd name="connsiteX18" fmla="*/ 898361 w 1041109"/>
                  <a:gd name="connsiteY18" fmla="*/ 1137345 h 1472498"/>
                  <a:gd name="connsiteX19" fmla="*/ 998564 w 1041109"/>
                  <a:gd name="connsiteY19" fmla="*/ 1154108 h 1472498"/>
                  <a:gd name="connsiteX20" fmla="*/ 1041109 w 1041109"/>
                  <a:gd name="connsiteY20" fmla="*/ 1224720 h 1472498"/>
                  <a:gd name="connsiteX21" fmla="*/ 971386 w 1041109"/>
                  <a:gd name="connsiteY21" fmla="*/ 1462338 h 1472498"/>
                  <a:gd name="connsiteX22" fmla="*/ 948145 w 1041109"/>
                  <a:gd name="connsiteY22" fmla="*/ 1465005 h 1472498"/>
                  <a:gd name="connsiteX23" fmla="*/ 1001358 w 1041109"/>
                  <a:gd name="connsiteY23" fmla="*/ 1314509 h 1472498"/>
                  <a:gd name="connsiteX24" fmla="*/ 919189 w 1041109"/>
                  <a:gd name="connsiteY24" fmla="*/ 1334068 h 1472498"/>
                  <a:gd name="connsiteX25" fmla="*/ 835115 w 1041109"/>
                  <a:gd name="connsiteY25" fmla="*/ 1274251 h 1472498"/>
                  <a:gd name="connsiteX26" fmla="*/ 781775 w 1041109"/>
                  <a:gd name="connsiteY26" fmla="*/ 1459036 h 1472498"/>
                  <a:gd name="connsiteX27" fmla="*/ 779743 w 1041109"/>
                  <a:gd name="connsiteY27" fmla="*/ 1472498 h 1472498"/>
                  <a:gd name="connsiteX28" fmla="*/ 764630 w 1041109"/>
                  <a:gd name="connsiteY28" fmla="*/ 1457257 h 1472498"/>
                  <a:gd name="connsiteX29" fmla="*/ 753327 w 1041109"/>
                  <a:gd name="connsiteY29" fmla="*/ 1370136 h 1472498"/>
                  <a:gd name="connsiteX30" fmla="*/ 716497 w 1041109"/>
                  <a:gd name="connsiteY30" fmla="*/ 1185986 h 1472498"/>
                  <a:gd name="connsiteX31" fmla="*/ 709512 w 1041109"/>
                  <a:gd name="connsiteY31" fmla="*/ 1162618 h 1472498"/>
                  <a:gd name="connsiteX32" fmla="*/ 537935 w 1041109"/>
                  <a:gd name="connsiteY32" fmla="*/ 1166427 h 1472498"/>
                  <a:gd name="connsiteX33" fmla="*/ 273648 w 1041109"/>
                  <a:gd name="connsiteY33" fmla="*/ 1159062 h 1472498"/>
                  <a:gd name="connsiteX34" fmla="*/ 233516 w 1041109"/>
                  <a:gd name="connsiteY34" fmla="*/ 1182302 h 1472498"/>
                  <a:gd name="connsiteX35" fmla="*/ 187415 w 1041109"/>
                  <a:gd name="connsiteY35" fmla="*/ 1461830 h 1472498"/>
                  <a:gd name="connsiteX36" fmla="*/ 162650 w 1041109"/>
                  <a:gd name="connsiteY36" fmla="*/ 1466020 h 1472498"/>
                  <a:gd name="connsiteX37" fmla="*/ 202020 w 1041109"/>
                  <a:gd name="connsiteY37" fmla="*/ 1184207 h 1472498"/>
                  <a:gd name="connsiteX38" fmla="*/ 69432 w 1041109"/>
                  <a:gd name="connsiteY38" fmla="*/ 1325051 h 1472498"/>
                  <a:gd name="connsiteX39" fmla="*/ 26887 w 1041109"/>
                  <a:gd name="connsiteY39" fmla="*/ 1458527 h 1472498"/>
                  <a:gd name="connsiteX40" fmla="*/ 979 w 1041109"/>
                  <a:gd name="connsiteY40" fmla="*/ 1468814 h 1472498"/>
                  <a:gd name="connsiteX41" fmla="*/ 108040 w 1041109"/>
                  <a:gd name="connsiteY41" fmla="*/ 1228657 h 1472498"/>
                  <a:gd name="connsiteX42" fmla="*/ 238342 w 1041109"/>
                  <a:gd name="connsiteY42" fmla="*/ 1136963 h 1472498"/>
                  <a:gd name="connsiteX43" fmla="*/ 112358 w 1041109"/>
                  <a:gd name="connsiteY43" fmla="*/ 1011361 h 1472498"/>
                  <a:gd name="connsiteX44" fmla="*/ 33745 w 1041109"/>
                  <a:gd name="connsiteY44" fmla="*/ 970720 h 1472498"/>
                  <a:gd name="connsiteX45" fmla="*/ 1868 w 1041109"/>
                  <a:gd name="connsiteY45" fmla="*/ 824925 h 1472498"/>
                  <a:gd name="connsiteX46" fmla="*/ 101563 w 1041109"/>
                  <a:gd name="connsiteY46" fmla="*/ 724849 h 1472498"/>
                  <a:gd name="connsiteX47" fmla="*/ 279617 w 1041109"/>
                  <a:gd name="connsiteY47" fmla="*/ 550477 h 1472498"/>
                  <a:gd name="connsiteX48" fmla="*/ 456782 w 1041109"/>
                  <a:gd name="connsiteY48" fmla="*/ 514409 h 1472498"/>
                  <a:gd name="connsiteX49" fmla="*/ 456782 w 1041109"/>
                  <a:gd name="connsiteY49" fmla="*/ 398458 h 1472498"/>
                  <a:gd name="connsiteX50" fmla="*/ 310478 w 1041109"/>
                  <a:gd name="connsiteY50" fmla="*/ 301684 h 1472498"/>
                  <a:gd name="connsiteX51" fmla="*/ 427699 w 1041109"/>
                  <a:gd name="connsiteY51" fmla="*/ 33334 h 1472498"/>
                  <a:gd name="connsiteX52" fmla="*/ 317209 w 1041109"/>
                  <a:gd name="connsiteY52" fmla="*/ 140649 h 1472498"/>
                  <a:gd name="connsiteX53" fmla="*/ 474689 w 1041109"/>
                  <a:gd name="connsiteY53" fmla="*/ 369883 h 1472498"/>
                  <a:gd name="connsiteX54" fmla="*/ 643091 w 1041109"/>
                  <a:gd name="connsiteY54" fmla="*/ 257362 h 1472498"/>
                  <a:gd name="connsiteX55" fmla="*/ 581623 w 1041109"/>
                  <a:gd name="connsiteY55" fmla="*/ 60765 h 1472498"/>
                  <a:gd name="connsiteX56" fmla="*/ 427699 w 1041109"/>
                  <a:gd name="connsiteY56" fmla="*/ 33334 h 1472498"/>
                  <a:gd name="connsiteX57" fmla="*/ 375121 w 1041109"/>
                  <a:gd name="connsiteY57" fmla="*/ 550224 h 1472498"/>
                  <a:gd name="connsiteX58" fmla="*/ 139282 w 1041109"/>
                  <a:gd name="connsiteY58" fmla="*/ 708084 h 1472498"/>
                  <a:gd name="connsiteX59" fmla="*/ 108802 w 1041109"/>
                  <a:gd name="connsiteY59" fmla="*/ 910269 h 1472498"/>
                  <a:gd name="connsiteX60" fmla="*/ 244057 w 1041109"/>
                  <a:gd name="connsiteY60" fmla="*/ 1108643 h 1472498"/>
                  <a:gd name="connsiteX61" fmla="*/ 473419 w 1041109"/>
                  <a:gd name="connsiteY61" fmla="*/ 1143059 h 1472498"/>
                  <a:gd name="connsiteX62" fmla="*/ 754978 w 1041109"/>
                  <a:gd name="connsiteY62" fmla="*/ 1081464 h 1472498"/>
                  <a:gd name="connsiteX63" fmla="*/ 842100 w 1041109"/>
                  <a:gd name="connsiteY63" fmla="*/ 789745 h 1472498"/>
                  <a:gd name="connsiteX64" fmla="*/ 661125 w 1041109"/>
                  <a:gd name="connsiteY64" fmla="*/ 576766 h 1472498"/>
                  <a:gd name="connsiteX65" fmla="*/ 375121 w 1041109"/>
                  <a:gd name="connsiteY65" fmla="*/ 550224 h 1472498"/>
                  <a:gd name="connsiteX66" fmla="*/ 96229 w 1041109"/>
                  <a:gd name="connsiteY66" fmla="*/ 984309 h 1472498"/>
                  <a:gd name="connsiteX67" fmla="*/ 88609 w 1041109"/>
                  <a:gd name="connsiteY67" fmla="*/ 753677 h 1472498"/>
                  <a:gd name="connsiteX68" fmla="*/ 96229 w 1041109"/>
                  <a:gd name="connsiteY68" fmla="*/ 984309 h 1472498"/>
                  <a:gd name="connsiteX69" fmla="*/ 862293 w 1041109"/>
                  <a:gd name="connsiteY69" fmla="*/ 752662 h 1472498"/>
                  <a:gd name="connsiteX70" fmla="*/ 860769 w 1041109"/>
                  <a:gd name="connsiteY70" fmla="*/ 989008 h 1472498"/>
                  <a:gd name="connsiteX71" fmla="*/ 862293 w 1041109"/>
                  <a:gd name="connsiteY71" fmla="*/ 752662 h 1472498"/>
                  <a:gd name="connsiteX72" fmla="*/ 898361 w 1041109"/>
                  <a:gd name="connsiteY72" fmla="*/ 1163761 h 1472498"/>
                  <a:gd name="connsiteX73" fmla="*/ 900139 w 1041109"/>
                  <a:gd name="connsiteY73" fmla="*/ 1303461 h 1472498"/>
                  <a:gd name="connsiteX74" fmla="*/ 1013423 w 1041109"/>
                  <a:gd name="connsiteY74" fmla="*/ 1234119 h 1472498"/>
                  <a:gd name="connsiteX75" fmla="*/ 898361 w 1041109"/>
                  <a:gd name="connsiteY75" fmla="*/ 1163761 h 1472498"/>
                  <a:gd name="connsiteX76" fmla="*/ 742278 w 1041109"/>
                  <a:gd name="connsiteY76" fmla="*/ 1181540 h 1472498"/>
                  <a:gd name="connsiteX77" fmla="*/ 777330 w 1041109"/>
                  <a:gd name="connsiteY77" fmla="*/ 1338005 h 1472498"/>
                  <a:gd name="connsiteX78" fmla="*/ 829527 w 1041109"/>
                  <a:gd name="connsiteY78" fmla="*/ 1235643 h 1472498"/>
                  <a:gd name="connsiteX79" fmla="*/ 742278 w 1041109"/>
                  <a:gd name="connsiteY79" fmla="*/ 1181540 h 1472498"/>
                  <a:gd name="connsiteX0" fmla="*/ 295634 w 1041109"/>
                  <a:gd name="connsiteY0" fmla="*/ 304810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670015 w 1041109"/>
                  <a:gd name="connsiteY7" fmla="*/ 261426 h 1472498"/>
                  <a:gd name="connsiteX8" fmla="*/ 532728 w 1041109"/>
                  <a:gd name="connsiteY8" fmla="*/ 390712 h 1472498"/>
                  <a:gd name="connsiteX9" fmla="*/ 483325 w 1041109"/>
                  <a:gd name="connsiteY9" fmla="*/ 397570 h 1472498"/>
                  <a:gd name="connsiteX10" fmla="*/ 483071 w 1041109"/>
                  <a:gd name="connsiteY10" fmla="*/ 515171 h 1472498"/>
                  <a:gd name="connsiteX11" fmla="*/ 732372 w 1041109"/>
                  <a:gd name="connsiteY11" fmla="*/ 586800 h 1472498"/>
                  <a:gd name="connsiteX12" fmla="*/ 838925 w 1041109"/>
                  <a:gd name="connsiteY12" fmla="*/ 704528 h 1472498"/>
                  <a:gd name="connsiteX13" fmla="*/ 928714 w 1041109"/>
                  <a:gd name="connsiteY13" fmla="*/ 779713 h 1472498"/>
                  <a:gd name="connsiteX14" fmla="*/ 843751 w 1041109"/>
                  <a:gd name="connsiteY14" fmla="*/ 1014155 h 1472498"/>
                  <a:gd name="connsiteX15" fmla="*/ 825082 w 1041109"/>
                  <a:gd name="connsiteY15" fmla="*/ 1043111 h 1472498"/>
                  <a:gd name="connsiteX16" fmla="*/ 710655 w 1041109"/>
                  <a:gd name="connsiteY16" fmla="*/ 1135439 h 1472498"/>
                  <a:gd name="connsiteX17" fmla="*/ 834353 w 1041109"/>
                  <a:gd name="connsiteY17" fmla="*/ 1210624 h 1472498"/>
                  <a:gd name="connsiteX18" fmla="*/ 898361 w 1041109"/>
                  <a:gd name="connsiteY18" fmla="*/ 1137345 h 1472498"/>
                  <a:gd name="connsiteX19" fmla="*/ 998564 w 1041109"/>
                  <a:gd name="connsiteY19" fmla="*/ 1154108 h 1472498"/>
                  <a:gd name="connsiteX20" fmla="*/ 1041109 w 1041109"/>
                  <a:gd name="connsiteY20" fmla="*/ 1224720 h 1472498"/>
                  <a:gd name="connsiteX21" fmla="*/ 971386 w 1041109"/>
                  <a:gd name="connsiteY21" fmla="*/ 1462338 h 1472498"/>
                  <a:gd name="connsiteX22" fmla="*/ 948145 w 1041109"/>
                  <a:gd name="connsiteY22" fmla="*/ 1465005 h 1472498"/>
                  <a:gd name="connsiteX23" fmla="*/ 1001358 w 1041109"/>
                  <a:gd name="connsiteY23" fmla="*/ 1314509 h 1472498"/>
                  <a:gd name="connsiteX24" fmla="*/ 919189 w 1041109"/>
                  <a:gd name="connsiteY24" fmla="*/ 1334068 h 1472498"/>
                  <a:gd name="connsiteX25" fmla="*/ 835115 w 1041109"/>
                  <a:gd name="connsiteY25" fmla="*/ 1274251 h 1472498"/>
                  <a:gd name="connsiteX26" fmla="*/ 781775 w 1041109"/>
                  <a:gd name="connsiteY26" fmla="*/ 1459036 h 1472498"/>
                  <a:gd name="connsiteX27" fmla="*/ 779743 w 1041109"/>
                  <a:gd name="connsiteY27" fmla="*/ 1472498 h 1472498"/>
                  <a:gd name="connsiteX28" fmla="*/ 764630 w 1041109"/>
                  <a:gd name="connsiteY28" fmla="*/ 1457257 h 1472498"/>
                  <a:gd name="connsiteX29" fmla="*/ 753327 w 1041109"/>
                  <a:gd name="connsiteY29" fmla="*/ 1370136 h 1472498"/>
                  <a:gd name="connsiteX30" fmla="*/ 716497 w 1041109"/>
                  <a:gd name="connsiteY30" fmla="*/ 1185986 h 1472498"/>
                  <a:gd name="connsiteX31" fmla="*/ 709512 w 1041109"/>
                  <a:gd name="connsiteY31" fmla="*/ 1162618 h 1472498"/>
                  <a:gd name="connsiteX32" fmla="*/ 537935 w 1041109"/>
                  <a:gd name="connsiteY32" fmla="*/ 1166427 h 1472498"/>
                  <a:gd name="connsiteX33" fmla="*/ 273648 w 1041109"/>
                  <a:gd name="connsiteY33" fmla="*/ 1159062 h 1472498"/>
                  <a:gd name="connsiteX34" fmla="*/ 233516 w 1041109"/>
                  <a:gd name="connsiteY34" fmla="*/ 1182302 h 1472498"/>
                  <a:gd name="connsiteX35" fmla="*/ 187415 w 1041109"/>
                  <a:gd name="connsiteY35" fmla="*/ 1461830 h 1472498"/>
                  <a:gd name="connsiteX36" fmla="*/ 162650 w 1041109"/>
                  <a:gd name="connsiteY36" fmla="*/ 1466020 h 1472498"/>
                  <a:gd name="connsiteX37" fmla="*/ 202020 w 1041109"/>
                  <a:gd name="connsiteY37" fmla="*/ 1184207 h 1472498"/>
                  <a:gd name="connsiteX38" fmla="*/ 69432 w 1041109"/>
                  <a:gd name="connsiteY38" fmla="*/ 1325051 h 1472498"/>
                  <a:gd name="connsiteX39" fmla="*/ 26887 w 1041109"/>
                  <a:gd name="connsiteY39" fmla="*/ 1458527 h 1472498"/>
                  <a:gd name="connsiteX40" fmla="*/ 979 w 1041109"/>
                  <a:gd name="connsiteY40" fmla="*/ 1468814 h 1472498"/>
                  <a:gd name="connsiteX41" fmla="*/ 108040 w 1041109"/>
                  <a:gd name="connsiteY41" fmla="*/ 1228657 h 1472498"/>
                  <a:gd name="connsiteX42" fmla="*/ 238342 w 1041109"/>
                  <a:gd name="connsiteY42" fmla="*/ 1136963 h 1472498"/>
                  <a:gd name="connsiteX43" fmla="*/ 112358 w 1041109"/>
                  <a:gd name="connsiteY43" fmla="*/ 1011361 h 1472498"/>
                  <a:gd name="connsiteX44" fmla="*/ 33745 w 1041109"/>
                  <a:gd name="connsiteY44" fmla="*/ 970720 h 1472498"/>
                  <a:gd name="connsiteX45" fmla="*/ 1868 w 1041109"/>
                  <a:gd name="connsiteY45" fmla="*/ 824925 h 1472498"/>
                  <a:gd name="connsiteX46" fmla="*/ 101563 w 1041109"/>
                  <a:gd name="connsiteY46" fmla="*/ 724849 h 1472498"/>
                  <a:gd name="connsiteX47" fmla="*/ 279617 w 1041109"/>
                  <a:gd name="connsiteY47" fmla="*/ 550477 h 1472498"/>
                  <a:gd name="connsiteX48" fmla="*/ 456782 w 1041109"/>
                  <a:gd name="connsiteY48" fmla="*/ 514409 h 1472498"/>
                  <a:gd name="connsiteX49" fmla="*/ 456782 w 1041109"/>
                  <a:gd name="connsiteY49" fmla="*/ 398458 h 1472498"/>
                  <a:gd name="connsiteX50" fmla="*/ 310478 w 1041109"/>
                  <a:gd name="connsiteY50" fmla="*/ 301684 h 1472498"/>
                  <a:gd name="connsiteX51" fmla="*/ 427699 w 1041109"/>
                  <a:gd name="connsiteY51" fmla="*/ 33334 h 1472498"/>
                  <a:gd name="connsiteX52" fmla="*/ 317209 w 1041109"/>
                  <a:gd name="connsiteY52" fmla="*/ 140649 h 1472498"/>
                  <a:gd name="connsiteX53" fmla="*/ 474689 w 1041109"/>
                  <a:gd name="connsiteY53" fmla="*/ 369883 h 1472498"/>
                  <a:gd name="connsiteX54" fmla="*/ 643091 w 1041109"/>
                  <a:gd name="connsiteY54" fmla="*/ 257362 h 1472498"/>
                  <a:gd name="connsiteX55" fmla="*/ 581623 w 1041109"/>
                  <a:gd name="connsiteY55" fmla="*/ 60765 h 1472498"/>
                  <a:gd name="connsiteX56" fmla="*/ 427699 w 1041109"/>
                  <a:gd name="connsiteY56" fmla="*/ 33334 h 1472498"/>
                  <a:gd name="connsiteX57" fmla="*/ 375121 w 1041109"/>
                  <a:gd name="connsiteY57" fmla="*/ 550224 h 1472498"/>
                  <a:gd name="connsiteX58" fmla="*/ 139282 w 1041109"/>
                  <a:gd name="connsiteY58" fmla="*/ 708084 h 1472498"/>
                  <a:gd name="connsiteX59" fmla="*/ 108802 w 1041109"/>
                  <a:gd name="connsiteY59" fmla="*/ 910269 h 1472498"/>
                  <a:gd name="connsiteX60" fmla="*/ 244057 w 1041109"/>
                  <a:gd name="connsiteY60" fmla="*/ 1108643 h 1472498"/>
                  <a:gd name="connsiteX61" fmla="*/ 473419 w 1041109"/>
                  <a:gd name="connsiteY61" fmla="*/ 1143059 h 1472498"/>
                  <a:gd name="connsiteX62" fmla="*/ 754978 w 1041109"/>
                  <a:gd name="connsiteY62" fmla="*/ 1081464 h 1472498"/>
                  <a:gd name="connsiteX63" fmla="*/ 842100 w 1041109"/>
                  <a:gd name="connsiteY63" fmla="*/ 789745 h 1472498"/>
                  <a:gd name="connsiteX64" fmla="*/ 661125 w 1041109"/>
                  <a:gd name="connsiteY64" fmla="*/ 576766 h 1472498"/>
                  <a:gd name="connsiteX65" fmla="*/ 375121 w 1041109"/>
                  <a:gd name="connsiteY65" fmla="*/ 550224 h 1472498"/>
                  <a:gd name="connsiteX66" fmla="*/ 96229 w 1041109"/>
                  <a:gd name="connsiteY66" fmla="*/ 984309 h 1472498"/>
                  <a:gd name="connsiteX67" fmla="*/ 88609 w 1041109"/>
                  <a:gd name="connsiteY67" fmla="*/ 753677 h 1472498"/>
                  <a:gd name="connsiteX68" fmla="*/ 96229 w 1041109"/>
                  <a:gd name="connsiteY68" fmla="*/ 984309 h 1472498"/>
                  <a:gd name="connsiteX69" fmla="*/ 862293 w 1041109"/>
                  <a:gd name="connsiteY69" fmla="*/ 752662 h 1472498"/>
                  <a:gd name="connsiteX70" fmla="*/ 860769 w 1041109"/>
                  <a:gd name="connsiteY70" fmla="*/ 989008 h 1472498"/>
                  <a:gd name="connsiteX71" fmla="*/ 862293 w 1041109"/>
                  <a:gd name="connsiteY71" fmla="*/ 752662 h 1472498"/>
                  <a:gd name="connsiteX72" fmla="*/ 898361 w 1041109"/>
                  <a:gd name="connsiteY72" fmla="*/ 1163761 h 1472498"/>
                  <a:gd name="connsiteX73" fmla="*/ 900139 w 1041109"/>
                  <a:gd name="connsiteY73" fmla="*/ 1303461 h 1472498"/>
                  <a:gd name="connsiteX74" fmla="*/ 1013423 w 1041109"/>
                  <a:gd name="connsiteY74" fmla="*/ 1234119 h 1472498"/>
                  <a:gd name="connsiteX75" fmla="*/ 898361 w 1041109"/>
                  <a:gd name="connsiteY75" fmla="*/ 1163761 h 1472498"/>
                  <a:gd name="connsiteX76" fmla="*/ 742278 w 1041109"/>
                  <a:gd name="connsiteY76" fmla="*/ 1181540 h 1472498"/>
                  <a:gd name="connsiteX77" fmla="*/ 777330 w 1041109"/>
                  <a:gd name="connsiteY77" fmla="*/ 1338005 h 1472498"/>
                  <a:gd name="connsiteX78" fmla="*/ 829527 w 1041109"/>
                  <a:gd name="connsiteY78" fmla="*/ 1235643 h 1472498"/>
                  <a:gd name="connsiteX79" fmla="*/ 742278 w 1041109"/>
                  <a:gd name="connsiteY79" fmla="*/ 1181540 h 1472498"/>
                  <a:gd name="connsiteX0" fmla="*/ 295634 w 1041109"/>
                  <a:gd name="connsiteY0" fmla="*/ 304810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670015 w 1041109"/>
                  <a:gd name="connsiteY7" fmla="*/ 261426 h 1472498"/>
                  <a:gd name="connsiteX8" fmla="*/ 532728 w 1041109"/>
                  <a:gd name="connsiteY8" fmla="*/ 390712 h 1472498"/>
                  <a:gd name="connsiteX9" fmla="*/ 483325 w 1041109"/>
                  <a:gd name="connsiteY9" fmla="*/ 397570 h 1472498"/>
                  <a:gd name="connsiteX10" fmla="*/ 483071 w 1041109"/>
                  <a:gd name="connsiteY10" fmla="*/ 515171 h 1472498"/>
                  <a:gd name="connsiteX11" fmla="*/ 732372 w 1041109"/>
                  <a:gd name="connsiteY11" fmla="*/ 586800 h 1472498"/>
                  <a:gd name="connsiteX12" fmla="*/ 838925 w 1041109"/>
                  <a:gd name="connsiteY12" fmla="*/ 704528 h 1472498"/>
                  <a:gd name="connsiteX13" fmla="*/ 928714 w 1041109"/>
                  <a:gd name="connsiteY13" fmla="*/ 779713 h 1472498"/>
                  <a:gd name="connsiteX14" fmla="*/ 843751 w 1041109"/>
                  <a:gd name="connsiteY14" fmla="*/ 1014155 h 1472498"/>
                  <a:gd name="connsiteX15" fmla="*/ 825082 w 1041109"/>
                  <a:gd name="connsiteY15" fmla="*/ 1043111 h 1472498"/>
                  <a:gd name="connsiteX16" fmla="*/ 710655 w 1041109"/>
                  <a:gd name="connsiteY16" fmla="*/ 1135439 h 1472498"/>
                  <a:gd name="connsiteX17" fmla="*/ 834353 w 1041109"/>
                  <a:gd name="connsiteY17" fmla="*/ 1210624 h 1472498"/>
                  <a:gd name="connsiteX18" fmla="*/ 898361 w 1041109"/>
                  <a:gd name="connsiteY18" fmla="*/ 1137345 h 1472498"/>
                  <a:gd name="connsiteX19" fmla="*/ 998564 w 1041109"/>
                  <a:gd name="connsiteY19" fmla="*/ 1154108 h 1472498"/>
                  <a:gd name="connsiteX20" fmla="*/ 1041109 w 1041109"/>
                  <a:gd name="connsiteY20" fmla="*/ 1224720 h 1472498"/>
                  <a:gd name="connsiteX21" fmla="*/ 971386 w 1041109"/>
                  <a:gd name="connsiteY21" fmla="*/ 1462338 h 1472498"/>
                  <a:gd name="connsiteX22" fmla="*/ 948145 w 1041109"/>
                  <a:gd name="connsiteY22" fmla="*/ 1465005 h 1472498"/>
                  <a:gd name="connsiteX23" fmla="*/ 1001358 w 1041109"/>
                  <a:gd name="connsiteY23" fmla="*/ 1314509 h 1472498"/>
                  <a:gd name="connsiteX24" fmla="*/ 919189 w 1041109"/>
                  <a:gd name="connsiteY24" fmla="*/ 1334068 h 1472498"/>
                  <a:gd name="connsiteX25" fmla="*/ 835115 w 1041109"/>
                  <a:gd name="connsiteY25" fmla="*/ 1274251 h 1472498"/>
                  <a:gd name="connsiteX26" fmla="*/ 781775 w 1041109"/>
                  <a:gd name="connsiteY26" fmla="*/ 1459036 h 1472498"/>
                  <a:gd name="connsiteX27" fmla="*/ 779743 w 1041109"/>
                  <a:gd name="connsiteY27" fmla="*/ 1472498 h 1472498"/>
                  <a:gd name="connsiteX28" fmla="*/ 764630 w 1041109"/>
                  <a:gd name="connsiteY28" fmla="*/ 1457257 h 1472498"/>
                  <a:gd name="connsiteX29" fmla="*/ 753327 w 1041109"/>
                  <a:gd name="connsiteY29" fmla="*/ 1370136 h 1472498"/>
                  <a:gd name="connsiteX30" fmla="*/ 716497 w 1041109"/>
                  <a:gd name="connsiteY30" fmla="*/ 1185986 h 1472498"/>
                  <a:gd name="connsiteX31" fmla="*/ 709512 w 1041109"/>
                  <a:gd name="connsiteY31" fmla="*/ 1162618 h 1472498"/>
                  <a:gd name="connsiteX32" fmla="*/ 537935 w 1041109"/>
                  <a:gd name="connsiteY32" fmla="*/ 1166427 h 1472498"/>
                  <a:gd name="connsiteX33" fmla="*/ 273648 w 1041109"/>
                  <a:gd name="connsiteY33" fmla="*/ 1159062 h 1472498"/>
                  <a:gd name="connsiteX34" fmla="*/ 233516 w 1041109"/>
                  <a:gd name="connsiteY34" fmla="*/ 1182302 h 1472498"/>
                  <a:gd name="connsiteX35" fmla="*/ 187415 w 1041109"/>
                  <a:gd name="connsiteY35" fmla="*/ 1461830 h 1472498"/>
                  <a:gd name="connsiteX36" fmla="*/ 162650 w 1041109"/>
                  <a:gd name="connsiteY36" fmla="*/ 1466020 h 1472498"/>
                  <a:gd name="connsiteX37" fmla="*/ 202020 w 1041109"/>
                  <a:gd name="connsiteY37" fmla="*/ 1184207 h 1472498"/>
                  <a:gd name="connsiteX38" fmla="*/ 69432 w 1041109"/>
                  <a:gd name="connsiteY38" fmla="*/ 1325051 h 1472498"/>
                  <a:gd name="connsiteX39" fmla="*/ 26887 w 1041109"/>
                  <a:gd name="connsiteY39" fmla="*/ 1458527 h 1472498"/>
                  <a:gd name="connsiteX40" fmla="*/ 979 w 1041109"/>
                  <a:gd name="connsiteY40" fmla="*/ 1468814 h 1472498"/>
                  <a:gd name="connsiteX41" fmla="*/ 108040 w 1041109"/>
                  <a:gd name="connsiteY41" fmla="*/ 1228657 h 1472498"/>
                  <a:gd name="connsiteX42" fmla="*/ 238342 w 1041109"/>
                  <a:gd name="connsiteY42" fmla="*/ 1136963 h 1472498"/>
                  <a:gd name="connsiteX43" fmla="*/ 112358 w 1041109"/>
                  <a:gd name="connsiteY43" fmla="*/ 1011361 h 1472498"/>
                  <a:gd name="connsiteX44" fmla="*/ 33745 w 1041109"/>
                  <a:gd name="connsiteY44" fmla="*/ 970720 h 1472498"/>
                  <a:gd name="connsiteX45" fmla="*/ 1868 w 1041109"/>
                  <a:gd name="connsiteY45" fmla="*/ 824925 h 1472498"/>
                  <a:gd name="connsiteX46" fmla="*/ 101563 w 1041109"/>
                  <a:gd name="connsiteY46" fmla="*/ 724849 h 1472498"/>
                  <a:gd name="connsiteX47" fmla="*/ 279617 w 1041109"/>
                  <a:gd name="connsiteY47" fmla="*/ 550477 h 1472498"/>
                  <a:gd name="connsiteX48" fmla="*/ 456782 w 1041109"/>
                  <a:gd name="connsiteY48" fmla="*/ 514409 h 1472498"/>
                  <a:gd name="connsiteX49" fmla="*/ 456782 w 1041109"/>
                  <a:gd name="connsiteY49" fmla="*/ 398458 h 1472498"/>
                  <a:gd name="connsiteX50" fmla="*/ 310478 w 1041109"/>
                  <a:gd name="connsiteY50" fmla="*/ 301684 h 1472498"/>
                  <a:gd name="connsiteX51" fmla="*/ 427699 w 1041109"/>
                  <a:gd name="connsiteY51" fmla="*/ 33334 h 1472498"/>
                  <a:gd name="connsiteX52" fmla="*/ 317209 w 1041109"/>
                  <a:gd name="connsiteY52" fmla="*/ 140649 h 1472498"/>
                  <a:gd name="connsiteX53" fmla="*/ 474689 w 1041109"/>
                  <a:gd name="connsiteY53" fmla="*/ 369883 h 1472498"/>
                  <a:gd name="connsiteX54" fmla="*/ 581623 w 1041109"/>
                  <a:gd name="connsiteY54" fmla="*/ 60765 h 1472498"/>
                  <a:gd name="connsiteX55" fmla="*/ 427699 w 1041109"/>
                  <a:gd name="connsiteY55" fmla="*/ 33334 h 1472498"/>
                  <a:gd name="connsiteX56" fmla="*/ 375121 w 1041109"/>
                  <a:gd name="connsiteY56" fmla="*/ 550224 h 1472498"/>
                  <a:gd name="connsiteX57" fmla="*/ 139282 w 1041109"/>
                  <a:gd name="connsiteY57" fmla="*/ 708084 h 1472498"/>
                  <a:gd name="connsiteX58" fmla="*/ 108802 w 1041109"/>
                  <a:gd name="connsiteY58" fmla="*/ 910269 h 1472498"/>
                  <a:gd name="connsiteX59" fmla="*/ 244057 w 1041109"/>
                  <a:gd name="connsiteY59" fmla="*/ 1108643 h 1472498"/>
                  <a:gd name="connsiteX60" fmla="*/ 473419 w 1041109"/>
                  <a:gd name="connsiteY60" fmla="*/ 1143059 h 1472498"/>
                  <a:gd name="connsiteX61" fmla="*/ 754978 w 1041109"/>
                  <a:gd name="connsiteY61" fmla="*/ 1081464 h 1472498"/>
                  <a:gd name="connsiteX62" fmla="*/ 842100 w 1041109"/>
                  <a:gd name="connsiteY62" fmla="*/ 789745 h 1472498"/>
                  <a:gd name="connsiteX63" fmla="*/ 661125 w 1041109"/>
                  <a:gd name="connsiteY63" fmla="*/ 576766 h 1472498"/>
                  <a:gd name="connsiteX64" fmla="*/ 375121 w 1041109"/>
                  <a:gd name="connsiteY64" fmla="*/ 550224 h 1472498"/>
                  <a:gd name="connsiteX65" fmla="*/ 96229 w 1041109"/>
                  <a:gd name="connsiteY65" fmla="*/ 984309 h 1472498"/>
                  <a:gd name="connsiteX66" fmla="*/ 88609 w 1041109"/>
                  <a:gd name="connsiteY66" fmla="*/ 753677 h 1472498"/>
                  <a:gd name="connsiteX67" fmla="*/ 96229 w 1041109"/>
                  <a:gd name="connsiteY67" fmla="*/ 984309 h 1472498"/>
                  <a:gd name="connsiteX68" fmla="*/ 862293 w 1041109"/>
                  <a:gd name="connsiteY68" fmla="*/ 752662 h 1472498"/>
                  <a:gd name="connsiteX69" fmla="*/ 860769 w 1041109"/>
                  <a:gd name="connsiteY69" fmla="*/ 989008 h 1472498"/>
                  <a:gd name="connsiteX70" fmla="*/ 862293 w 1041109"/>
                  <a:gd name="connsiteY70" fmla="*/ 752662 h 1472498"/>
                  <a:gd name="connsiteX71" fmla="*/ 898361 w 1041109"/>
                  <a:gd name="connsiteY71" fmla="*/ 1163761 h 1472498"/>
                  <a:gd name="connsiteX72" fmla="*/ 900139 w 1041109"/>
                  <a:gd name="connsiteY72" fmla="*/ 1303461 h 1472498"/>
                  <a:gd name="connsiteX73" fmla="*/ 1013423 w 1041109"/>
                  <a:gd name="connsiteY73" fmla="*/ 1234119 h 1472498"/>
                  <a:gd name="connsiteX74" fmla="*/ 898361 w 1041109"/>
                  <a:gd name="connsiteY74" fmla="*/ 1163761 h 1472498"/>
                  <a:gd name="connsiteX75" fmla="*/ 742278 w 1041109"/>
                  <a:gd name="connsiteY75" fmla="*/ 1181540 h 1472498"/>
                  <a:gd name="connsiteX76" fmla="*/ 777330 w 1041109"/>
                  <a:gd name="connsiteY76" fmla="*/ 1338005 h 1472498"/>
                  <a:gd name="connsiteX77" fmla="*/ 829527 w 1041109"/>
                  <a:gd name="connsiteY77" fmla="*/ 1235643 h 1472498"/>
                  <a:gd name="connsiteX78" fmla="*/ 742278 w 1041109"/>
                  <a:gd name="connsiteY78" fmla="*/ 1181540 h 1472498"/>
                  <a:gd name="connsiteX0" fmla="*/ 295634 w 1041109"/>
                  <a:gd name="connsiteY0" fmla="*/ 304810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532728 w 1041109"/>
                  <a:gd name="connsiteY7" fmla="*/ 390712 h 1472498"/>
                  <a:gd name="connsiteX8" fmla="*/ 483325 w 1041109"/>
                  <a:gd name="connsiteY8" fmla="*/ 397570 h 1472498"/>
                  <a:gd name="connsiteX9" fmla="*/ 483071 w 1041109"/>
                  <a:gd name="connsiteY9" fmla="*/ 515171 h 1472498"/>
                  <a:gd name="connsiteX10" fmla="*/ 732372 w 1041109"/>
                  <a:gd name="connsiteY10" fmla="*/ 586800 h 1472498"/>
                  <a:gd name="connsiteX11" fmla="*/ 838925 w 1041109"/>
                  <a:gd name="connsiteY11" fmla="*/ 704528 h 1472498"/>
                  <a:gd name="connsiteX12" fmla="*/ 928714 w 1041109"/>
                  <a:gd name="connsiteY12" fmla="*/ 779713 h 1472498"/>
                  <a:gd name="connsiteX13" fmla="*/ 843751 w 1041109"/>
                  <a:gd name="connsiteY13" fmla="*/ 1014155 h 1472498"/>
                  <a:gd name="connsiteX14" fmla="*/ 825082 w 1041109"/>
                  <a:gd name="connsiteY14" fmla="*/ 1043111 h 1472498"/>
                  <a:gd name="connsiteX15" fmla="*/ 710655 w 1041109"/>
                  <a:gd name="connsiteY15" fmla="*/ 1135439 h 1472498"/>
                  <a:gd name="connsiteX16" fmla="*/ 834353 w 1041109"/>
                  <a:gd name="connsiteY16" fmla="*/ 1210624 h 1472498"/>
                  <a:gd name="connsiteX17" fmla="*/ 898361 w 1041109"/>
                  <a:gd name="connsiteY17" fmla="*/ 1137345 h 1472498"/>
                  <a:gd name="connsiteX18" fmla="*/ 998564 w 1041109"/>
                  <a:gd name="connsiteY18" fmla="*/ 1154108 h 1472498"/>
                  <a:gd name="connsiteX19" fmla="*/ 1041109 w 1041109"/>
                  <a:gd name="connsiteY19" fmla="*/ 1224720 h 1472498"/>
                  <a:gd name="connsiteX20" fmla="*/ 971386 w 1041109"/>
                  <a:gd name="connsiteY20" fmla="*/ 1462338 h 1472498"/>
                  <a:gd name="connsiteX21" fmla="*/ 948145 w 1041109"/>
                  <a:gd name="connsiteY21" fmla="*/ 1465005 h 1472498"/>
                  <a:gd name="connsiteX22" fmla="*/ 1001358 w 1041109"/>
                  <a:gd name="connsiteY22" fmla="*/ 1314509 h 1472498"/>
                  <a:gd name="connsiteX23" fmla="*/ 919189 w 1041109"/>
                  <a:gd name="connsiteY23" fmla="*/ 1334068 h 1472498"/>
                  <a:gd name="connsiteX24" fmla="*/ 835115 w 1041109"/>
                  <a:gd name="connsiteY24" fmla="*/ 1274251 h 1472498"/>
                  <a:gd name="connsiteX25" fmla="*/ 781775 w 1041109"/>
                  <a:gd name="connsiteY25" fmla="*/ 1459036 h 1472498"/>
                  <a:gd name="connsiteX26" fmla="*/ 779743 w 1041109"/>
                  <a:gd name="connsiteY26" fmla="*/ 1472498 h 1472498"/>
                  <a:gd name="connsiteX27" fmla="*/ 764630 w 1041109"/>
                  <a:gd name="connsiteY27" fmla="*/ 1457257 h 1472498"/>
                  <a:gd name="connsiteX28" fmla="*/ 753327 w 1041109"/>
                  <a:gd name="connsiteY28" fmla="*/ 1370136 h 1472498"/>
                  <a:gd name="connsiteX29" fmla="*/ 716497 w 1041109"/>
                  <a:gd name="connsiteY29" fmla="*/ 1185986 h 1472498"/>
                  <a:gd name="connsiteX30" fmla="*/ 709512 w 1041109"/>
                  <a:gd name="connsiteY30" fmla="*/ 1162618 h 1472498"/>
                  <a:gd name="connsiteX31" fmla="*/ 537935 w 1041109"/>
                  <a:gd name="connsiteY31" fmla="*/ 1166427 h 1472498"/>
                  <a:gd name="connsiteX32" fmla="*/ 273648 w 1041109"/>
                  <a:gd name="connsiteY32" fmla="*/ 1159062 h 1472498"/>
                  <a:gd name="connsiteX33" fmla="*/ 233516 w 1041109"/>
                  <a:gd name="connsiteY33" fmla="*/ 1182302 h 1472498"/>
                  <a:gd name="connsiteX34" fmla="*/ 187415 w 1041109"/>
                  <a:gd name="connsiteY34" fmla="*/ 1461830 h 1472498"/>
                  <a:gd name="connsiteX35" fmla="*/ 162650 w 1041109"/>
                  <a:gd name="connsiteY35" fmla="*/ 1466020 h 1472498"/>
                  <a:gd name="connsiteX36" fmla="*/ 202020 w 1041109"/>
                  <a:gd name="connsiteY36" fmla="*/ 1184207 h 1472498"/>
                  <a:gd name="connsiteX37" fmla="*/ 69432 w 1041109"/>
                  <a:gd name="connsiteY37" fmla="*/ 1325051 h 1472498"/>
                  <a:gd name="connsiteX38" fmla="*/ 26887 w 1041109"/>
                  <a:gd name="connsiteY38" fmla="*/ 1458527 h 1472498"/>
                  <a:gd name="connsiteX39" fmla="*/ 979 w 1041109"/>
                  <a:gd name="connsiteY39" fmla="*/ 1468814 h 1472498"/>
                  <a:gd name="connsiteX40" fmla="*/ 108040 w 1041109"/>
                  <a:gd name="connsiteY40" fmla="*/ 1228657 h 1472498"/>
                  <a:gd name="connsiteX41" fmla="*/ 238342 w 1041109"/>
                  <a:gd name="connsiteY41" fmla="*/ 1136963 h 1472498"/>
                  <a:gd name="connsiteX42" fmla="*/ 112358 w 1041109"/>
                  <a:gd name="connsiteY42" fmla="*/ 1011361 h 1472498"/>
                  <a:gd name="connsiteX43" fmla="*/ 33745 w 1041109"/>
                  <a:gd name="connsiteY43" fmla="*/ 970720 h 1472498"/>
                  <a:gd name="connsiteX44" fmla="*/ 1868 w 1041109"/>
                  <a:gd name="connsiteY44" fmla="*/ 824925 h 1472498"/>
                  <a:gd name="connsiteX45" fmla="*/ 101563 w 1041109"/>
                  <a:gd name="connsiteY45" fmla="*/ 724849 h 1472498"/>
                  <a:gd name="connsiteX46" fmla="*/ 279617 w 1041109"/>
                  <a:gd name="connsiteY46" fmla="*/ 550477 h 1472498"/>
                  <a:gd name="connsiteX47" fmla="*/ 456782 w 1041109"/>
                  <a:gd name="connsiteY47" fmla="*/ 514409 h 1472498"/>
                  <a:gd name="connsiteX48" fmla="*/ 456782 w 1041109"/>
                  <a:gd name="connsiteY48" fmla="*/ 398458 h 1472498"/>
                  <a:gd name="connsiteX49" fmla="*/ 310478 w 1041109"/>
                  <a:gd name="connsiteY49" fmla="*/ 301684 h 1472498"/>
                  <a:gd name="connsiteX50" fmla="*/ 427699 w 1041109"/>
                  <a:gd name="connsiteY50" fmla="*/ 33334 h 1472498"/>
                  <a:gd name="connsiteX51" fmla="*/ 317209 w 1041109"/>
                  <a:gd name="connsiteY51" fmla="*/ 140649 h 1472498"/>
                  <a:gd name="connsiteX52" fmla="*/ 474689 w 1041109"/>
                  <a:gd name="connsiteY52" fmla="*/ 369883 h 1472498"/>
                  <a:gd name="connsiteX53" fmla="*/ 581623 w 1041109"/>
                  <a:gd name="connsiteY53" fmla="*/ 60765 h 1472498"/>
                  <a:gd name="connsiteX54" fmla="*/ 427699 w 1041109"/>
                  <a:gd name="connsiteY54" fmla="*/ 33334 h 1472498"/>
                  <a:gd name="connsiteX55" fmla="*/ 375121 w 1041109"/>
                  <a:gd name="connsiteY55" fmla="*/ 550224 h 1472498"/>
                  <a:gd name="connsiteX56" fmla="*/ 139282 w 1041109"/>
                  <a:gd name="connsiteY56" fmla="*/ 708084 h 1472498"/>
                  <a:gd name="connsiteX57" fmla="*/ 108802 w 1041109"/>
                  <a:gd name="connsiteY57" fmla="*/ 910269 h 1472498"/>
                  <a:gd name="connsiteX58" fmla="*/ 244057 w 1041109"/>
                  <a:gd name="connsiteY58" fmla="*/ 1108643 h 1472498"/>
                  <a:gd name="connsiteX59" fmla="*/ 473419 w 1041109"/>
                  <a:gd name="connsiteY59" fmla="*/ 1143059 h 1472498"/>
                  <a:gd name="connsiteX60" fmla="*/ 754978 w 1041109"/>
                  <a:gd name="connsiteY60" fmla="*/ 1081464 h 1472498"/>
                  <a:gd name="connsiteX61" fmla="*/ 842100 w 1041109"/>
                  <a:gd name="connsiteY61" fmla="*/ 789745 h 1472498"/>
                  <a:gd name="connsiteX62" fmla="*/ 661125 w 1041109"/>
                  <a:gd name="connsiteY62" fmla="*/ 576766 h 1472498"/>
                  <a:gd name="connsiteX63" fmla="*/ 375121 w 1041109"/>
                  <a:gd name="connsiteY63" fmla="*/ 550224 h 1472498"/>
                  <a:gd name="connsiteX64" fmla="*/ 96229 w 1041109"/>
                  <a:gd name="connsiteY64" fmla="*/ 984309 h 1472498"/>
                  <a:gd name="connsiteX65" fmla="*/ 88609 w 1041109"/>
                  <a:gd name="connsiteY65" fmla="*/ 753677 h 1472498"/>
                  <a:gd name="connsiteX66" fmla="*/ 96229 w 1041109"/>
                  <a:gd name="connsiteY66" fmla="*/ 984309 h 1472498"/>
                  <a:gd name="connsiteX67" fmla="*/ 862293 w 1041109"/>
                  <a:gd name="connsiteY67" fmla="*/ 752662 h 1472498"/>
                  <a:gd name="connsiteX68" fmla="*/ 860769 w 1041109"/>
                  <a:gd name="connsiteY68" fmla="*/ 989008 h 1472498"/>
                  <a:gd name="connsiteX69" fmla="*/ 862293 w 1041109"/>
                  <a:gd name="connsiteY69" fmla="*/ 752662 h 1472498"/>
                  <a:gd name="connsiteX70" fmla="*/ 898361 w 1041109"/>
                  <a:gd name="connsiteY70" fmla="*/ 1163761 h 1472498"/>
                  <a:gd name="connsiteX71" fmla="*/ 900139 w 1041109"/>
                  <a:gd name="connsiteY71" fmla="*/ 1303461 h 1472498"/>
                  <a:gd name="connsiteX72" fmla="*/ 1013423 w 1041109"/>
                  <a:gd name="connsiteY72" fmla="*/ 1234119 h 1472498"/>
                  <a:gd name="connsiteX73" fmla="*/ 898361 w 1041109"/>
                  <a:gd name="connsiteY73" fmla="*/ 1163761 h 1472498"/>
                  <a:gd name="connsiteX74" fmla="*/ 742278 w 1041109"/>
                  <a:gd name="connsiteY74" fmla="*/ 1181540 h 1472498"/>
                  <a:gd name="connsiteX75" fmla="*/ 777330 w 1041109"/>
                  <a:gd name="connsiteY75" fmla="*/ 1338005 h 1472498"/>
                  <a:gd name="connsiteX76" fmla="*/ 829527 w 1041109"/>
                  <a:gd name="connsiteY76" fmla="*/ 1235643 h 1472498"/>
                  <a:gd name="connsiteX77" fmla="*/ 742278 w 1041109"/>
                  <a:gd name="connsiteY77" fmla="*/ 1181540 h 1472498"/>
                  <a:gd name="connsiteX0" fmla="*/ 295634 w 1041109"/>
                  <a:gd name="connsiteY0" fmla="*/ 304810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532728 w 1041109"/>
                  <a:gd name="connsiteY6" fmla="*/ 390712 h 1472498"/>
                  <a:gd name="connsiteX7" fmla="*/ 483325 w 1041109"/>
                  <a:gd name="connsiteY7" fmla="*/ 397570 h 1472498"/>
                  <a:gd name="connsiteX8" fmla="*/ 483071 w 1041109"/>
                  <a:gd name="connsiteY8" fmla="*/ 515171 h 1472498"/>
                  <a:gd name="connsiteX9" fmla="*/ 732372 w 1041109"/>
                  <a:gd name="connsiteY9" fmla="*/ 586800 h 1472498"/>
                  <a:gd name="connsiteX10" fmla="*/ 838925 w 1041109"/>
                  <a:gd name="connsiteY10" fmla="*/ 704528 h 1472498"/>
                  <a:gd name="connsiteX11" fmla="*/ 928714 w 1041109"/>
                  <a:gd name="connsiteY11" fmla="*/ 779713 h 1472498"/>
                  <a:gd name="connsiteX12" fmla="*/ 843751 w 1041109"/>
                  <a:gd name="connsiteY12" fmla="*/ 1014155 h 1472498"/>
                  <a:gd name="connsiteX13" fmla="*/ 825082 w 1041109"/>
                  <a:gd name="connsiteY13" fmla="*/ 1043111 h 1472498"/>
                  <a:gd name="connsiteX14" fmla="*/ 710655 w 1041109"/>
                  <a:gd name="connsiteY14" fmla="*/ 1135439 h 1472498"/>
                  <a:gd name="connsiteX15" fmla="*/ 834353 w 1041109"/>
                  <a:gd name="connsiteY15" fmla="*/ 1210624 h 1472498"/>
                  <a:gd name="connsiteX16" fmla="*/ 898361 w 1041109"/>
                  <a:gd name="connsiteY16" fmla="*/ 1137345 h 1472498"/>
                  <a:gd name="connsiteX17" fmla="*/ 998564 w 1041109"/>
                  <a:gd name="connsiteY17" fmla="*/ 1154108 h 1472498"/>
                  <a:gd name="connsiteX18" fmla="*/ 1041109 w 1041109"/>
                  <a:gd name="connsiteY18" fmla="*/ 1224720 h 1472498"/>
                  <a:gd name="connsiteX19" fmla="*/ 971386 w 1041109"/>
                  <a:gd name="connsiteY19" fmla="*/ 1462338 h 1472498"/>
                  <a:gd name="connsiteX20" fmla="*/ 948145 w 1041109"/>
                  <a:gd name="connsiteY20" fmla="*/ 1465005 h 1472498"/>
                  <a:gd name="connsiteX21" fmla="*/ 1001358 w 1041109"/>
                  <a:gd name="connsiteY21" fmla="*/ 1314509 h 1472498"/>
                  <a:gd name="connsiteX22" fmla="*/ 919189 w 1041109"/>
                  <a:gd name="connsiteY22" fmla="*/ 1334068 h 1472498"/>
                  <a:gd name="connsiteX23" fmla="*/ 835115 w 1041109"/>
                  <a:gd name="connsiteY23" fmla="*/ 1274251 h 1472498"/>
                  <a:gd name="connsiteX24" fmla="*/ 781775 w 1041109"/>
                  <a:gd name="connsiteY24" fmla="*/ 1459036 h 1472498"/>
                  <a:gd name="connsiteX25" fmla="*/ 779743 w 1041109"/>
                  <a:gd name="connsiteY25" fmla="*/ 1472498 h 1472498"/>
                  <a:gd name="connsiteX26" fmla="*/ 764630 w 1041109"/>
                  <a:gd name="connsiteY26" fmla="*/ 1457257 h 1472498"/>
                  <a:gd name="connsiteX27" fmla="*/ 753327 w 1041109"/>
                  <a:gd name="connsiteY27" fmla="*/ 1370136 h 1472498"/>
                  <a:gd name="connsiteX28" fmla="*/ 716497 w 1041109"/>
                  <a:gd name="connsiteY28" fmla="*/ 1185986 h 1472498"/>
                  <a:gd name="connsiteX29" fmla="*/ 709512 w 1041109"/>
                  <a:gd name="connsiteY29" fmla="*/ 1162618 h 1472498"/>
                  <a:gd name="connsiteX30" fmla="*/ 537935 w 1041109"/>
                  <a:gd name="connsiteY30" fmla="*/ 1166427 h 1472498"/>
                  <a:gd name="connsiteX31" fmla="*/ 273648 w 1041109"/>
                  <a:gd name="connsiteY31" fmla="*/ 1159062 h 1472498"/>
                  <a:gd name="connsiteX32" fmla="*/ 233516 w 1041109"/>
                  <a:gd name="connsiteY32" fmla="*/ 1182302 h 1472498"/>
                  <a:gd name="connsiteX33" fmla="*/ 187415 w 1041109"/>
                  <a:gd name="connsiteY33" fmla="*/ 1461830 h 1472498"/>
                  <a:gd name="connsiteX34" fmla="*/ 162650 w 1041109"/>
                  <a:gd name="connsiteY34" fmla="*/ 1466020 h 1472498"/>
                  <a:gd name="connsiteX35" fmla="*/ 202020 w 1041109"/>
                  <a:gd name="connsiteY35" fmla="*/ 1184207 h 1472498"/>
                  <a:gd name="connsiteX36" fmla="*/ 69432 w 1041109"/>
                  <a:gd name="connsiteY36" fmla="*/ 1325051 h 1472498"/>
                  <a:gd name="connsiteX37" fmla="*/ 26887 w 1041109"/>
                  <a:gd name="connsiteY37" fmla="*/ 1458527 h 1472498"/>
                  <a:gd name="connsiteX38" fmla="*/ 979 w 1041109"/>
                  <a:gd name="connsiteY38" fmla="*/ 1468814 h 1472498"/>
                  <a:gd name="connsiteX39" fmla="*/ 108040 w 1041109"/>
                  <a:gd name="connsiteY39" fmla="*/ 1228657 h 1472498"/>
                  <a:gd name="connsiteX40" fmla="*/ 238342 w 1041109"/>
                  <a:gd name="connsiteY40" fmla="*/ 1136963 h 1472498"/>
                  <a:gd name="connsiteX41" fmla="*/ 112358 w 1041109"/>
                  <a:gd name="connsiteY41" fmla="*/ 1011361 h 1472498"/>
                  <a:gd name="connsiteX42" fmla="*/ 33745 w 1041109"/>
                  <a:gd name="connsiteY42" fmla="*/ 970720 h 1472498"/>
                  <a:gd name="connsiteX43" fmla="*/ 1868 w 1041109"/>
                  <a:gd name="connsiteY43" fmla="*/ 824925 h 1472498"/>
                  <a:gd name="connsiteX44" fmla="*/ 101563 w 1041109"/>
                  <a:gd name="connsiteY44" fmla="*/ 724849 h 1472498"/>
                  <a:gd name="connsiteX45" fmla="*/ 279617 w 1041109"/>
                  <a:gd name="connsiteY45" fmla="*/ 550477 h 1472498"/>
                  <a:gd name="connsiteX46" fmla="*/ 456782 w 1041109"/>
                  <a:gd name="connsiteY46" fmla="*/ 514409 h 1472498"/>
                  <a:gd name="connsiteX47" fmla="*/ 456782 w 1041109"/>
                  <a:gd name="connsiteY47" fmla="*/ 398458 h 1472498"/>
                  <a:gd name="connsiteX48" fmla="*/ 310478 w 1041109"/>
                  <a:gd name="connsiteY48" fmla="*/ 301684 h 1472498"/>
                  <a:gd name="connsiteX49" fmla="*/ 427699 w 1041109"/>
                  <a:gd name="connsiteY49" fmla="*/ 33334 h 1472498"/>
                  <a:gd name="connsiteX50" fmla="*/ 317209 w 1041109"/>
                  <a:gd name="connsiteY50" fmla="*/ 140649 h 1472498"/>
                  <a:gd name="connsiteX51" fmla="*/ 474689 w 1041109"/>
                  <a:gd name="connsiteY51" fmla="*/ 369883 h 1472498"/>
                  <a:gd name="connsiteX52" fmla="*/ 581623 w 1041109"/>
                  <a:gd name="connsiteY52" fmla="*/ 60765 h 1472498"/>
                  <a:gd name="connsiteX53" fmla="*/ 427699 w 1041109"/>
                  <a:gd name="connsiteY53" fmla="*/ 33334 h 1472498"/>
                  <a:gd name="connsiteX54" fmla="*/ 375121 w 1041109"/>
                  <a:gd name="connsiteY54" fmla="*/ 550224 h 1472498"/>
                  <a:gd name="connsiteX55" fmla="*/ 139282 w 1041109"/>
                  <a:gd name="connsiteY55" fmla="*/ 708084 h 1472498"/>
                  <a:gd name="connsiteX56" fmla="*/ 108802 w 1041109"/>
                  <a:gd name="connsiteY56" fmla="*/ 910269 h 1472498"/>
                  <a:gd name="connsiteX57" fmla="*/ 244057 w 1041109"/>
                  <a:gd name="connsiteY57" fmla="*/ 1108643 h 1472498"/>
                  <a:gd name="connsiteX58" fmla="*/ 473419 w 1041109"/>
                  <a:gd name="connsiteY58" fmla="*/ 1143059 h 1472498"/>
                  <a:gd name="connsiteX59" fmla="*/ 754978 w 1041109"/>
                  <a:gd name="connsiteY59" fmla="*/ 1081464 h 1472498"/>
                  <a:gd name="connsiteX60" fmla="*/ 842100 w 1041109"/>
                  <a:gd name="connsiteY60" fmla="*/ 789745 h 1472498"/>
                  <a:gd name="connsiteX61" fmla="*/ 661125 w 1041109"/>
                  <a:gd name="connsiteY61" fmla="*/ 576766 h 1472498"/>
                  <a:gd name="connsiteX62" fmla="*/ 375121 w 1041109"/>
                  <a:gd name="connsiteY62" fmla="*/ 550224 h 1472498"/>
                  <a:gd name="connsiteX63" fmla="*/ 96229 w 1041109"/>
                  <a:gd name="connsiteY63" fmla="*/ 984309 h 1472498"/>
                  <a:gd name="connsiteX64" fmla="*/ 88609 w 1041109"/>
                  <a:gd name="connsiteY64" fmla="*/ 753677 h 1472498"/>
                  <a:gd name="connsiteX65" fmla="*/ 96229 w 1041109"/>
                  <a:gd name="connsiteY65" fmla="*/ 984309 h 1472498"/>
                  <a:gd name="connsiteX66" fmla="*/ 862293 w 1041109"/>
                  <a:gd name="connsiteY66" fmla="*/ 752662 h 1472498"/>
                  <a:gd name="connsiteX67" fmla="*/ 860769 w 1041109"/>
                  <a:gd name="connsiteY67" fmla="*/ 989008 h 1472498"/>
                  <a:gd name="connsiteX68" fmla="*/ 862293 w 1041109"/>
                  <a:gd name="connsiteY68" fmla="*/ 752662 h 1472498"/>
                  <a:gd name="connsiteX69" fmla="*/ 898361 w 1041109"/>
                  <a:gd name="connsiteY69" fmla="*/ 1163761 h 1472498"/>
                  <a:gd name="connsiteX70" fmla="*/ 900139 w 1041109"/>
                  <a:gd name="connsiteY70" fmla="*/ 1303461 h 1472498"/>
                  <a:gd name="connsiteX71" fmla="*/ 1013423 w 1041109"/>
                  <a:gd name="connsiteY71" fmla="*/ 1234119 h 1472498"/>
                  <a:gd name="connsiteX72" fmla="*/ 898361 w 1041109"/>
                  <a:gd name="connsiteY72" fmla="*/ 1163761 h 1472498"/>
                  <a:gd name="connsiteX73" fmla="*/ 742278 w 1041109"/>
                  <a:gd name="connsiteY73" fmla="*/ 1181540 h 1472498"/>
                  <a:gd name="connsiteX74" fmla="*/ 777330 w 1041109"/>
                  <a:gd name="connsiteY74" fmla="*/ 1338005 h 1472498"/>
                  <a:gd name="connsiteX75" fmla="*/ 829527 w 1041109"/>
                  <a:gd name="connsiteY75" fmla="*/ 1235643 h 1472498"/>
                  <a:gd name="connsiteX76" fmla="*/ 742278 w 1041109"/>
                  <a:gd name="connsiteY76" fmla="*/ 1181540 h 1472498"/>
                  <a:gd name="connsiteX0" fmla="*/ 295634 w 1041109"/>
                  <a:gd name="connsiteY0" fmla="*/ 314187 h 1481875"/>
                  <a:gd name="connsiteX1" fmla="*/ 296508 w 1041109"/>
                  <a:gd name="connsiteY1" fmla="*/ 289853 h 1481875"/>
                  <a:gd name="connsiteX2" fmla="*/ 282538 w 1041109"/>
                  <a:gd name="connsiteY2" fmla="*/ 192062 h 1481875"/>
                  <a:gd name="connsiteX3" fmla="*/ 331941 w 1041109"/>
                  <a:gd name="connsiteY3" fmla="*/ 72301 h 1481875"/>
                  <a:gd name="connsiteX4" fmla="*/ 560287 w 1041109"/>
                  <a:gd name="connsiteY4" fmla="*/ 26454 h 1481875"/>
                  <a:gd name="connsiteX5" fmla="*/ 532728 w 1041109"/>
                  <a:gd name="connsiteY5" fmla="*/ 400089 h 1481875"/>
                  <a:gd name="connsiteX6" fmla="*/ 483325 w 1041109"/>
                  <a:gd name="connsiteY6" fmla="*/ 406947 h 1481875"/>
                  <a:gd name="connsiteX7" fmla="*/ 483071 w 1041109"/>
                  <a:gd name="connsiteY7" fmla="*/ 524548 h 1481875"/>
                  <a:gd name="connsiteX8" fmla="*/ 732372 w 1041109"/>
                  <a:gd name="connsiteY8" fmla="*/ 596177 h 1481875"/>
                  <a:gd name="connsiteX9" fmla="*/ 838925 w 1041109"/>
                  <a:gd name="connsiteY9" fmla="*/ 713905 h 1481875"/>
                  <a:gd name="connsiteX10" fmla="*/ 928714 w 1041109"/>
                  <a:gd name="connsiteY10" fmla="*/ 789090 h 1481875"/>
                  <a:gd name="connsiteX11" fmla="*/ 843751 w 1041109"/>
                  <a:gd name="connsiteY11" fmla="*/ 1023532 h 1481875"/>
                  <a:gd name="connsiteX12" fmla="*/ 825082 w 1041109"/>
                  <a:gd name="connsiteY12" fmla="*/ 1052488 h 1481875"/>
                  <a:gd name="connsiteX13" fmla="*/ 710655 w 1041109"/>
                  <a:gd name="connsiteY13" fmla="*/ 1144816 h 1481875"/>
                  <a:gd name="connsiteX14" fmla="*/ 834353 w 1041109"/>
                  <a:gd name="connsiteY14" fmla="*/ 1220001 h 1481875"/>
                  <a:gd name="connsiteX15" fmla="*/ 898361 w 1041109"/>
                  <a:gd name="connsiteY15" fmla="*/ 1146722 h 1481875"/>
                  <a:gd name="connsiteX16" fmla="*/ 998564 w 1041109"/>
                  <a:gd name="connsiteY16" fmla="*/ 1163485 h 1481875"/>
                  <a:gd name="connsiteX17" fmla="*/ 1041109 w 1041109"/>
                  <a:gd name="connsiteY17" fmla="*/ 1234097 h 1481875"/>
                  <a:gd name="connsiteX18" fmla="*/ 971386 w 1041109"/>
                  <a:gd name="connsiteY18" fmla="*/ 1471715 h 1481875"/>
                  <a:gd name="connsiteX19" fmla="*/ 948145 w 1041109"/>
                  <a:gd name="connsiteY19" fmla="*/ 1474382 h 1481875"/>
                  <a:gd name="connsiteX20" fmla="*/ 1001358 w 1041109"/>
                  <a:gd name="connsiteY20" fmla="*/ 1323886 h 1481875"/>
                  <a:gd name="connsiteX21" fmla="*/ 919189 w 1041109"/>
                  <a:gd name="connsiteY21" fmla="*/ 1343445 h 1481875"/>
                  <a:gd name="connsiteX22" fmla="*/ 835115 w 1041109"/>
                  <a:gd name="connsiteY22" fmla="*/ 1283628 h 1481875"/>
                  <a:gd name="connsiteX23" fmla="*/ 781775 w 1041109"/>
                  <a:gd name="connsiteY23" fmla="*/ 1468413 h 1481875"/>
                  <a:gd name="connsiteX24" fmla="*/ 779743 w 1041109"/>
                  <a:gd name="connsiteY24" fmla="*/ 1481875 h 1481875"/>
                  <a:gd name="connsiteX25" fmla="*/ 764630 w 1041109"/>
                  <a:gd name="connsiteY25" fmla="*/ 1466634 h 1481875"/>
                  <a:gd name="connsiteX26" fmla="*/ 753327 w 1041109"/>
                  <a:gd name="connsiteY26" fmla="*/ 1379513 h 1481875"/>
                  <a:gd name="connsiteX27" fmla="*/ 716497 w 1041109"/>
                  <a:gd name="connsiteY27" fmla="*/ 1195363 h 1481875"/>
                  <a:gd name="connsiteX28" fmla="*/ 709512 w 1041109"/>
                  <a:gd name="connsiteY28" fmla="*/ 1171995 h 1481875"/>
                  <a:gd name="connsiteX29" fmla="*/ 537935 w 1041109"/>
                  <a:gd name="connsiteY29" fmla="*/ 1175804 h 1481875"/>
                  <a:gd name="connsiteX30" fmla="*/ 273648 w 1041109"/>
                  <a:gd name="connsiteY30" fmla="*/ 1168439 h 1481875"/>
                  <a:gd name="connsiteX31" fmla="*/ 233516 w 1041109"/>
                  <a:gd name="connsiteY31" fmla="*/ 1191679 h 1481875"/>
                  <a:gd name="connsiteX32" fmla="*/ 187415 w 1041109"/>
                  <a:gd name="connsiteY32" fmla="*/ 1471207 h 1481875"/>
                  <a:gd name="connsiteX33" fmla="*/ 162650 w 1041109"/>
                  <a:gd name="connsiteY33" fmla="*/ 1475397 h 1481875"/>
                  <a:gd name="connsiteX34" fmla="*/ 202020 w 1041109"/>
                  <a:gd name="connsiteY34" fmla="*/ 1193584 h 1481875"/>
                  <a:gd name="connsiteX35" fmla="*/ 69432 w 1041109"/>
                  <a:gd name="connsiteY35" fmla="*/ 1334428 h 1481875"/>
                  <a:gd name="connsiteX36" fmla="*/ 26887 w 1041109"/>
                  <a:gd name="connsiteY36" fmla="*/ 1467904 h 1481875"/>
                  <a:gd name="connsiteX37" fmla="*/ 979 w 1041109"/>
                  <a:gd name="connsiteY37" fmla="*/ 1478191 h 1481875"/>
                  <a:gd name="connsiteX38" fmla="*/ 108040 w 1041109"/>
                  <a:gd name="connsiteY38" fmla="*/ 1238034 h 1481875"/>
                  <a:gd name="connsiteX39" fmla="*/ 238342 w 1041109"/>
                  <a:gd name="connsiteY39" fmla="*/ 1146340 h 1481875"/>
                  <a:gd name="connsiteX40" fmla="*/ 112358 w 1041109"/>
                  <a:gd name="connsiteY40" fmla="*/ 1020738 h 1481875"/>
                  <a:gd name="connsiteX41" fmla="*/ 33745 w 1041109"/>
                  <a:gd name="connsiteY41" fmla="*/ 980097 h 1481875"/>
                  <a:gd name="connsiteX42" fmla="*/ 1868 w 1041109"/>
                  <a:gd name="connsiteY42" fmla="*/ 834302 h 1481875"/>
                  <a:gd name="connsiteX43" fmla="*/ 101563 w 1041109"/>
                  <a:gd name="connsiteY43" fmla="*/ 734226 h 1481875"/>
                  <a:gd name="connsiteX44" fmla="*/ 279617 w 1041109"/>
                  <a:gd name="connsiteY44" fmla="*/ 559854 h 1481875"/>
                  <a:gd name="connsiteX45" fmla="*/ 456782 w 1041109"/>
                  <a:gd name="connsiteY45" fmla="*/ 523786 h 1481875"/>
                  <a:gd name="connsiteX46" fmla="*/ 456782 w 1041109"/>
                  <a:gd name="connsiteY46" fmla="*/ 407835 h 1481875"/>
                  <a:gd name="connsiteX47" fmla="*/ 310478 w 1041109"/>
                  <a:gd name="connsiteY47" fmla="*/ 311061 h 1481875"/>
                  <a:gd name="connsiteX48" fmla="*/ 427699 w 1041109"/>
                  <a:gd name="connsiteY48" fmla="*/ 42711 h 1481875"/>
                  <a:gd name="connsiteX49" fmla="*/ 317209 w 1041109"/>
                  <a:gd name="connsiteY49" fmla="*/ 150026 h 1481875"/>
                  <a:gd name="connsiteX50" fmla="*/ 474689 w 1041109"/>
                  <a:gd name="connsiteY50" fmla="*/ 379260 h 1481875"/>
                  <a:gd name="connsiteX51" fmla="*/ 581623 w 1041109"/>
                  <a:gd name="connsiteY51" fmla="*/ 70142 h 1481875"/>
                  <a:gd name="connsiteX52" fmla="*/ 427699 w 1041109"/>
                  <a:gd name="connsiteY52" fmla="*/ 42711 h 1481875"/>
                  <a:gd name="connsiteX53" fmla="*/ 375121 w 1041109"/>
                  <a:gd name="connsiteY53" fmla="*/ 559601 h 1481875"/>
                  <a:gd name="connsiteX54" fmla="*/ 139282 w 1041109"/>
                  <a:gd name="connsiteY54" fmla="*/ 717461 h 1481875"/>
                  <a:gd name="connsiteX55" fmla="*/ 108802 w 1041109"/>
                  <a:gd name="connsiteY55" fmla="*/ 919646 h 1481875"/>
                  <a:gd name="connsiteX56" fmla="*/ 244057 w 1041109"/>
                  <a:gd name="connsiteY56" fmla="*/ 1118020 h 1481875"/>
                  <a:gd name="connsiteX57" fmla="*/ 473419 w 1041109"/>
                  <a:gd name="connsiteY57" fmla="*/ 1152436 h 1481875"/>
                  <a:gd name="connsiteX58" fmla="*/ 754978 w 1041109"/>
                  <a:gd name="connsiteY58" fmla="*/ 1090841 h 1481875"/>
                  <a:gd name="connsiteX59" fmla="*/ 842100 w 1041109"/>
                  <a:gd name="connsiteY59" fmla="*/ 799122 h 1481875"/>
                  <a:gd name="connsiteX60" fmla="*/ 661125 w 1041109"/>
                  <a:gd name="connsiteY60" fmla="*/ 586143 h 1481875"/>
                  <a:gd name="connsiteX61" fmla="*/ 375121 w 1041109"/>
                  <a:gd name="connsiteY61" fmla="*/ 559601 h 1481875"/>
                  <a:gd name="connsiteX62" fmla="*/ 96229 w 1041109"/>
                  <a:gd name="connsiteY62" fmla="*/ 993686 h 1481875"/>
                  <a:gd name="connsiteX63" fmla="*/ 88609 w 1041109"/>
                  <a:gd name="connsiteY63" fmla="*/ 763054 h 1481875"/>
                  <a:gd name="connsiteX64" fmla="*/ 96229 w 1041109"/>
                  <a:gd name="connsiteY64" fmla="*/ 993686 h 1481875"/>
                  <a:gd name="connsiteX65" fmla="*/ 862293 w 1041109"/>
                  <a:gd name="connsiteY65" fmla="*/ 762039 h 1481875"/>
                  <a:gd name="connsiteX66" fmla="*/ 860769 w 1041109"/>
                  <a:gd name="connsiteY66" fmla="*/ 998385 h 1481875"/>
                  <a:gd name="connsiteX67" fmla="*/ 862293 w 1041109"/>
                  <a:gd name="connsiteY67" fmla="*/ 762039 h 1481875"/>
                  <a:gd name="connsiteX68" fmla="*/ 898361 w 1041109"/>
                  <a:gd name="connsiteY68" fmla="*/ 1173138 h 1481875"/>
                  <a:gd name="connsiteX69" fmla="*/ 900139 w 1041109"/>
                  <a:gd name="connsiteY69" fmla="*/ 1312838 h 1481875"/>
                  <a:gd name="connsiteX70" fmla="*/ 1013423 w 1041109"/>
                  <a:gd name="connsiteY70" fmla="*/ 1243496 h 1481875"/>
                  <a:gd name="connsiteX71" fmla="*/ 898361 w 1041109"/>
                  <a:gd name="connsiteY71" fmla="*/ 1173138 h 1481875"/>
                  <a:gd name="connsiteX72" fmla="*/ 742278 w 1041109"/>
                  <a:gd name="connsiteY72" fmla="*/ 1190917 h 1481875"/>
                  <a:gd name="connsiteX73" fmla="*/ 777330 w 1041109"/>
                  <a:gd name="connsiteY73" fmla="*/ 1347382 h 1481875"/>
                  <a:gd name="connsiteX74" fmla="*/ 829527 w 1041109"/>
                  <a:gd name="connsiteY74" fmla="*/ 1245020 h 1481875"/>
                  <a:gd name="connsiteX75" fmla="*/ 742278 w 1041109"/>
                  <a:gd name="connsiteY75" fmla="*/ 1190917 h 1481875"/>
                  <a:gd name="connsiteX0" fmla="*/ 295634 w 1041109"/>
                  <a:gd name="connsiteY0" fmla="*/ 314187 h 1481875"/>
                  <a:gd name="connsiteX1" fmla="*/ 296508 w 1041109"/>
                  <a:gd name="connsiteY1" fmla="*/ 289853 h 1481875"/>
                  <a:gd name="connsiteX2" fmla="*/ 282538 w 1041109"/>
                  <a:gd name="connsiteY2" fmla="*/ 192062 h 1481875"/>
                  <a:gd name="connsiteX3" fmla="*/ 331941 w 1041109"/>
                  <a:gd name="connsiteY3" fmla="*/ 72301 h 1481875"/>
                  <a:gd name="connsiteX4" fmla="*/ 560287 w 1041109"/>
                  <a:gd name="connsiteY4" fmla="*/ 26454 h 1481875"/>
                  <a:gd name="connsiteX5" fmla="*/ 532728 w 1041109"/>
                  <a:gd name="connsiteY5" fmla="*/ 400089 h 1481875"/>
                  <a:gd name="connsiteX6" fmla="*/ 483325 w 1041109"/>
                  <a:gd name="connsiteY6" fmla="*/ 406947 h 1481875"/>
                  <a:gd name="connsiteX7" fmla="*/ 483071 w 1041109"/>
                  <a:gd name="connsiteY7" fmla="*/ 524548 h 1481875"/>
                  <a:gd name="connsiteX8" fmla="*/ 732372 w 1041109"/>
                  <a:gd name="connsiteY8" fmla="*/ 596177 h 1481875"/>
                  <a:gd name="connsiteX9" fmla="*/ 838925 w 1041109"/>
                  <a:gd name="connsiteY9" fmla="*/ 713905 h 1481875"/>
                  <a:gd name="connsiteX10" fmla="*/ 928714 w 1041109"/>
                  <a:gd name="connsiteY10" fmla="*/ 789090 h 1481875"/>
                  <a:gd name="connsiteX11" fmla="*/ 843751 w 1041109"/>
                  <a:gd name="connsiteY11" fmla="*/ 1023532 h 1481875"/>
                  <a:gd name="connsiteX12" fmla="*/ 825082 w 1041109"/>
                  <a:gd name="connsiteY12" fmla="*/ 1052488 h 1481875"/>
                  <a:gd name="connsiteX13" fmla="*/ 710655 w 1041109"/>
                  <a:gd name="connsiteY13" fmla="*/ 1144816 h 1481875"/>
                  <a:gd name="connsiteX14" fmla="*/ 834353 w 1041109"/>
                  <a:gd name="connsiteY14" fmla="*/ 1220001 h 1481875"/>
                  <a:gd name="connsiteX15" fmla="*/ 898361 w 1041109"/>
                  <a:gd name="connsiteY15" fmla="*/ 1146722 h 1481875"/>
                  <a:gd name="connsiteX16" fmla="*/ 998564 w 1041109"/>
                  <a:gd name="connsiteY16" fmla="*/ 1163485 h 1481875"/>
                  <a:gd name="connsiteX17" fmla="*/ 1041109 w 1041109"/>
                  <a:gd name="connsiteY17" fmla="*/ 1234097 h 1481875"/>
                  <a:gd name="connsiteX18" fmla="*/ 971386 w 1041109"/>
                  <a:gd name="connsiteY18" fmla="*/ 1471715 h 1481875"/>
                  <a:gd name="connsiteX19" fmla="*/ 948145 w 1041109"/>
                  <a:gd name="connsiteY19" fmla="*/ 1474382 h 1481875"/>
                  <a:gd name="connsiteX20" fmla="*/ 1001358 w 1041109"/>
                  <a:gd name="connsiteY20" fmla="*/ 1323886 h 1481875"/>
                  <a:gd name="connsiteX21" fmla="*/ 919189 w 1041109"/>
                  <a:gd name="connsiteY21" fmla="*/ 1343445 h 1481875"/>
                  <a:gd name="connsiteX22" fmla="*/ 835115 w 1041109"/>
                  <a:gd name="connsiteY22" fmla="*/ 1283628 h 1481875"/>
                  <a:gd name="connsiteX23" fmla="*/ 781775 w 1041109"/>
                  <a:gd name="connsiteY23" fmla="*/ 1468413 h 1481875"/>
                  <a:gd name="connsiteX24" fmla="*/ 779743 w 1041109"/>
                  <a:gd name="connsiteY24" fmla="*/ 1481875 h 1481875"/>
                  <a:gd name="connsiteX25" fmla="*/ 764630 w 1041109"/>
                  <a:gd name="connsiteY25" fmla="*/ 1466634 h 1481875"/>
                  <a:gd name="connsiteX26" fmla="*/ 753327 w 1041109"/>
                  <a:gd name="connsiteY26" fmla="*/ 1379513 h 1481875"/>
                  <a:gd name="connsiteX27" fmla="*/ 716497 w 1041109"/>
                  <a:gd name="connsiteY27" fmla="*/ 1195363 h 1481875"/>
                  <a:gd name="connsiteX28" fmla="*/ 709512 w 1041109"/>
                  <a:gd name="connsiteY28" fmla="*/ 1171995 h 1481875"/>
                  <a:gd name="connsiteX29" fmla="*/ 537935 w 1041109"/>
                  <a:gd name="connsiteY29" fmla="*/ 1175804 h 1481875"/>
                  <a:gd name="connsiteX30" fmla="*/ 273648 w 1041109"/>
                  <a:gd name="connsiteY30" fmla="*/ 1168439 h 1481875"/>
                  <a:gd name="connsiteX31" fmla="*/ 233516 w 1041109"/>
                  <a:gd name="connsiteY31" fmla="*/ 1191679 h 1481875"/>
                  <a:gd name="connsiteX32" fmla="*/ 187415 w 1041109"/>
                  <a:gd name="connsiteY32" fmla="*/ 1471207 h 1481875"/>
                  <a:gd name="connsiteX33" fmla="*/ 162650 w 1041109"/>
                  <a:gd name="connsiteY33" fmla="*/ 1475397 h 1481875"/>
                  <a:gd name="connsiteX34" fmla="*/ 202020 w 1041109"/>
                  <a:gd name="connsiteY34" fmla="*/ 1193584 h 1481875"/>
                  <a:gd name="connsiteX35" fmla="*/ 69432 w 1041109"/>
                  <a:gd name="connsiteY35" fmla="*/ 1334428 h 1481875"/>
                  <a:gd name="connsiteX36" fmla="*/ 26887 w 1041109"/>
                  <a:gd name="connsiteY36" fmla="*/ 1467904 h 1481875"/>
                  <a:gd name="connsiteX37" fmla="*/ 979 w 1041109"/>
                  <a:gd name="connsiteY37" fmla="*/ 1478191 h 1481875"/>
                  <a:gd name="connsiteX38" fmla="*/ 108040 w 1041109"/>
                  <a:gd name="connsiteY38" fmla="*/ 1238034 h 1481875"/>
                  <a:gd name="connsiteX39" fmla="*/ 238342 w 1041109"/>
                  <a:gd name="connsiteY39" fmla="*/ 1146340 h 1481875"/>
                  <a:gd name="connsiteX40" fmla="*/ 112358 w 1041109"/>
                  <a:gd name="connsiteY40" fmla="*/ 1020738 h 1481875"/>
                  <a:gd name="connsiteX41" fmla="*/ 33745 w 1041109"/>
                  <a:gd name="connsiteY41" fmla="*/ 980097 h 1481875"/>
                  <a:gd name="connsiteX42" fmla="*/ 1868 w 1041109"/>
                  <a:gd name="connsiteY42" fmla="*/ 834302 h 1481875"/>
                  <a:gd name="connsiteX43" fmla="*/ 101563 w 1041109"/>
                  <a:gd name="connsiteY43" fmla="*/ 734226 h 1481875"/>
                  <a:gd name="connsiteX44" fmla="*/ 279617 w 1041109"/>
                  <a:gd name="connsiteY44" fmla="*/ 559854 h 1481875"/>
                  <a:gd name="connsiteX45" fmla="*/ 456782 w 1041109"/>
                  <a:gd name="connsiteY45" fmla="*/ 523786 h 1481875"/>
                  <a:gd name="connsiteX46" fmla="*/ 456782 w 1041109"/>
                  <a:gd name="connsiteY46" fmla="*/ 407835 h 1481875"/>
                  <a:gd name="connsiteX47" fmla="*/ 310478 w 1041109"/>
                  <a:gd name="connsiteY47" fmla="*/ 311061 h 1481875"/>
                  <a:gd name="connsiteX48" fmla="*/ 427699 w 1041109"/>
                  <a:gd name="connsiteY48" fmla="*/ 42711 h 1481875"/>
                  <a:gd name="connsiteX49" fmla="*/ 317209 w 1041109"/>
                  <a:gd name="connsiteY49" fmla="*/ 150026 h 1481875"/>
                  <a:gd name="connsiteX50" fmla="*/ 474689 w 1041109"/>
                  <a:gd name="connsiteY50" fmla="*/ 379260 h 1481875"/>
                  <a:gd name="connsiteX51" fmla="*/ 427699 w 1041109"/>
                  <a:gd name="connsiteY51" fmla="*/ 42711 h 1481875"/>
                  <a:gd name="connsiteX52" fmla="*/ 375121 w 1041109"/>
                  <a:gd name="connsiteY52" fmla="*/ 559601 h 1481875"/>
                  <a:gd name="connsiteX53" fmla="*/ 139282 w 1041109"/>
                  <a:gd name="connsiteY53" fmla="*/ 717461 h 1481875"/>
                  <a:gd name="connsiteX54" fmla="*/ 108802 w 1041109"/>
                  <a:gd name="connsiteY54" fmla="*/ 919646 h 1481875"/>
                  <a:gd name="connsiteX55" fmla="*/ 244057 w 1041109"/>
                  <a:gd name="connsiteY55" fmla="*/ 1118020 h 1481875"/>
                  <a:gd name="connsiteX56" fmla="*/ 473419 w 1041109"/>
                  <a:gd name="connsiteY56" fmla="*/ 1152436 h 1481875"/>
                  <a:gd name="connsiteX57" fmla="*/ 754978 w 1041109"/>
                  <a:gd name="connsiteY57" fmla="*/ 1090841 h 1481875"/>
                  <a:gd name="connsiteX58" fmla="*/ 842100 w 1041109"/>
                  <a:gd name="connsiteY58" fmla="*/ 799122 h 1481875"/>
                  <a:gd name="connsiteX59" fmla="*/ 661125 w 1041109"/>
                  <a:gd name="connsiteY59" fmla="*/ 586143 h 1481875"/>
                  <a:gd name="connsiteX60" fmla="*/ 375121 w 1041109"/>
                  <a:gd name="connsiteY60" fmla="*/ 559601 h 1481875"/>
                  <a:gd name="connsiteX61" fmla="*/ 96229 w 1041109"/>
                  <a:gd name="connsiteY61" fmla="*/ 993686 h 1481875"/>
                  <a:gd name="connsiteX62" fmla="*/ 88609 w 1041109"/>
                  <a:gd name="connsiteY62" fmla="*/ 763054 h 1481875"/>
                  <a:gd name="connsiteX63" fmla="*/ 96229 w 1041109"/>
                  <a:gd name="connsiteY63" fmla="*/ 993686 h 1481875"/>
                  <a:gd name="connsiteX64" fmla="*/ 862293 w 1041109"/>
                  <a:gd name="connsiteY64" fmla="*/ 762039 h 1481875"/>
                  <a:gd name="connsiteX65" fmla="*/ 860769 w 1041109"/>
                  <a:gd name="connsiteY65" fmla="*/ 998385 h 1481875"/>
                  <a:gd name="connsiteX66" fmla="*/ 862293 w 1041109"/>
                  <a:gd name="connsiteY66" fmla="*/ 762039 h 1481875"/>
                  <a:gd name="connsiteX67" fmla="*/ 898361 w 1041109"/>
                  <a:gd name="connsiteY67" fmla="*/ 1173138 h 1481875"/>
                  <a:gd name="connsiteX68" fmla="*/ 900139 w 1041109"/>
                  <a:gd name="connsiteY68" fmla="*/ 1312838 h 1481875"/>
                  <a:gd name="connsiteX69" fmla="*/ 1013423 w 1041109"/>
                  <a:gd name="connsiteY69" fmla="*/ 1243496 h 1481875"/>
                  <a:gd name="connsiteX70" fmla="*/ 898361 w 1041109"/>
                  <a:gd name="connsiteY70" fmla="*/ 1173138 h 1481875"/>
                  <a:gd name="connsiteX71" fmla="*/ 742278 w 1041109"/>
                  <a:gd name="connsiteY71" fmla="*/ 1190917 h 1481875"/>
                  <a:gd name="connsiteX72" fmla="*/ 777330 w 1041109"/>
                  <a:gd name="connsiteY72" fmla="*/ 1347382 h 1481875"/>
                  <a:gd name="connsiteX73" fmla="*/ 829527 w 1041109"/>
                  <a:gd name="connsiteY73" fmla="*/ 1245020 h 1481875"/>
                  <a:gd name="connsiteX74" fmla="*/ 742278 w 1041109"/>
                  <a:gd name="connsiteY74" fmla="*/ 1190917 h 1481875"/>
                  <a:gd name="connsiteX0" fmla="*/ 295634 w 1041109"/>
                  <a:gd name="connsiteY0" fmla="*/ 271476 h 1439164"/>
                  <a:gd name="connsiteX1" fmla="*/ 296508 w 1041109"/>
                  <a:gd name="connsiteY1" fmla="*/ 247142 h 1439164"/>
                  <a:gd name="connsiteX2" fmla="*/ 282538 w 1041109"/>
                  <a:gd name="connsiteY2" fmla="*/ 149351 h 1439164"/>
                  <a:gd name="connsiteX3" fmla="*/ 331941 w 1041109"/>
                  <a:gd name="connsiteY3" fmla="*/ 29590 h 1439164"/>
                  <a:gd name="connsiteX4" fmla="*/ 532728 w 1041109"/>
                  <a:gd name="connsiteY4" fmla="*/ 357378 h 1439164"/>
                  <a:gd name="connsiteX5" fmla="*/ 483325 w 1041109"/>
                  <a:gd name="connsiteY5" fmla="*/ 364236 h 1439164"/>
                  <a:gd name="connsiteX6" fmla="*/ 483071 w 1041109"/>
                  <a:gd name="connsiteY6" fmla="*/ 481837 h 1439164"/>
                  <a:gd name="connsiteX7" fmla="*/ 732372 w 1041109"/>
                  <a:gd name="connsiteY7" fmla="*/ 553466 h 1439164"/>
                  <a:gd name="connsiteX8" fmla="*/ 838925 w 1041109"/>
                  <a:gd name="connsiteY8" fmla="*/ 671194 h 1439164"/>
                  <a:gd name="connsiteX9" fmla="*/ 928714 w 1041109"/>
                  <a:gd name="connsiteY9" fmla="*/ 746379 h 1439164"/>
                  <a:gd name="connsiteX10" fmla="*/ 843751 w 1041109"/>
                  <a:gd name="connsiteY10" fmla="*/ 980821 h 1439164"/>
                  <a:gd name="connsiteX11" fmla="*/ 825082 w 1041109"/>
                  <a:gd name="connsiteY11" fmla="*/ 1009777 h 1439164"/>
                  <a:gd name="connsiteX12" fmla="*/ 710655 w 1041109"/>
                  <a:gd name="connsiteY12" fmla="*/ 1102105 h 1439164"/>
                  <a:gd name="connsiteX13" fmla="*/ 834353 w 1041109"/>
                  <a:gd name="connsiteY13" fmla="*/ 1177290 h 1439164"/>
                  <a:gd name="connsiteX14" fmla="*/ 898361 w 1041109"/>
                  <a:gd name="connsiteY14" fmla="*/ 1104011 h 1439164"/>
                  <a:gd name="connsiteX15" fmla="*/ 998564 w 1041109"/>
                  <a:gd name="connsiteY15" fmla="*/ 1120774 h 1439164"/>
                  <a:gd name="connsiteX16" fmla="*/ 1041109 w 1041109"/>
                  <a:gd name="connsiteY16" fmla="*/ 1191386 h 1439164"/>
                  <a:gd name="connsiteX17" fmla="*/ 971386 w 1041109"/>
                  <a:gd name="connsiteY17" fmla="*/ 1429004 h 1439164"/>
                  <a:gd name="connsiteX18" fmla="*/ 948145 w 1041109"/>
                  <a:gd name="connsiteY18" fmla="*/ 1431671 h 1439164"/>
                  <a:gd name="connsiteX19" fmla="*/ 1001358 w 1041109"/>
                  <a:gd name="connsiteY19" fmla="*/ 1281175 h 1439164"/>
                  <a:gd name="connsiteX20" fmla="*/ 919189 w 1041109"/>
                  <a:gd name="connsiteY20" fmla="*/ 1300734 h 1439164"/>
                  <a:gd name="connsiteX21" fmla="*/ 835115 w 1041109"/>
                  <a:gd name="connsiteY21" fmla="*/ 1240917 h 1439164"/>
                  <a:gd name="connsiteX22" fmla="*/ 781775 w 1041109"/>
                  <a:gd name="connsiteY22" fmla="*/ 1425702 h 1439164"/>
                  <a:gd name="connsiteX23" fmla="*/ 779743 w 1041109"/>
                  <a:gd name="connsiteY23" fmla="*/ 1439164 h 1439164"/>
                  <a:gd name="connsiteX24" fmla="*/ 764630 w 1041109"/>
                  <a:gd name="connsiteY24" fmla="*/ 1423923 h 1439164"/>
                  <a:gd name="connsiteX25" fmla="*/ 753327 w 1041109"/>
                  <a:gd name="connsiteY25" fmla="*/ 1336802 h 1439164"/>
                  <a:gd name="connsiteX26" fmla="*/ 716497 w 1041109"/>
                  <a:gd name="connsiteY26" fmla="*/ 1152652 h 1439164"/>
                  <a:gd name="connsiteX27" fmla="*/ 709512 w 1041109"/>
                  <a:gd name="connsiteY27" fmla="*/ 1129284 h 1439164"/>
                  <a:gd name="connsiteX28" fmla="*/ 537935 w 1041109"/>
                  <a:gd name="connsiteY28" fmla="*/ 1133093 h 1439164"/>
                  <a:gd name="connsiteX29" fmla="*/ 273648 w 1041109"/>
                  <a:gd name="connsiteY29" fmla="*/ 1125728 h 1439164"/>
                  <a:gd name="connsiteX30" fmla="*/ 233516 w 1041109"/>
                  <a:gd name="connsiteY30" fmla="*/ 1148968 h 1439164"/>
                  <a:gd name="connsiteX31" fmla="*/ 187415 w 1041109"/>
                  <a:gd name="connsiteY31" fmla="*/ 1428496 h 1439164"/>
                  <a:gd name="connsiteX32" fmla="*/ 162650 w 1041109"/>
                  <a:gd name="connsiteY32" fmla="*/ 1432686 h 1439164"/>
                  <a:gd name="connsiteX33" fmla="*/ 202020 w 1041109"/>
                  <a:gd name="connsiteY33" fmla="*/ 1150873 h 1439164"/>
                  <a:gd name="connsiteX34" fmla="*/ 69432 w 1041109"/>
                  <a:gd name="connsiteY34" fmla="*/ 1291717 h 1439164"/>
                  <a:gd name="connsiteX35" fmla="*/ 26887 w 1041109"/>
                  <a:gd name="connsiteY35" fmla="*/ 1425193 h 1439164"/>
                  <a:gd name="connsiteX36" fmla="*/ 979 w 1041109"/>
                  <a:gd name="connsiteY36" fmla="*/ 1435480 h 1439164"/>
                  <a:gd name="connsiteX37" fmla="*/ 108040 w 1041109"/>
                  <a:gd name="connsiteY37" fmla="*/ 1195323 h 1439164"/>
                  <a:gd name="connsiteX38" fmla="*/ 238342 w 1041109"/>
                  <a:gd name="connsiteY38" fmla="*/ 1103629 h 1439164"/>
                  <a:gd name="connsiteX39" fmla="*/ 112358 w 1041109"/>
                  <a:gd name="connsiteY39" fmla="*/ 978027 h 1439164"/>
                  <a:gd name="connsiteX40" fmla="*/ 33745 w 1041109"/>
                  <a:gd name="connsiteY40" fmla="*/ 937386 h 1439164"/>
                  <a:gd name="connsiteX41" fmla="*/ 1868 w 1041109"/>
                  <a:gd name="connsiteY41" fmla="*/ 791591 h 1439164"/>
                  <a:gd name="connsiteX42" fmla="*/ 101563 w 1041109"/>
                  <a:gd name="connsiteY42" fmla="*/ 691515 h 1439164"/>
                  <a:gd name="connsiteX43" fmla="*/ 279617 w 1041109"/>
                  <a:gd name="connsiteY43" fmla="*/ 517143 h 1439164"/>
                  <a:gd name="connsiteX44" fmla="*/ 456782 w 1041109"/>
                  <a:gd name="connsiteY44" fmla="*/ 481075 h 1439164"/>
                  <a:gd name="connsiteX45" fmla="*/ 456782 w 1041109"/>
                  <a:gd name="connsiteY45" fmla="*/ 365124 h 1439164"/>
                  <a:gd name="connsiteX46" fmla="*/ 310478 w 1041109"/>
                  <a:gd name="connsiteY46" fmla="*/ 268350 h 1439164"/>
                  <a:gd name="connsiteX47" fmla="*/ 427699 w 1041109"/>
                  <a:gd name="connsiteY47" fmla="*/ 0 h 1439164"/>
                  <a:gd name="connsiteX48" fmla="*/ 317209 w 1041109"/>
                  <a:gd name="connsiteY48" fmla="*/ 107315 h 1439164"/>
                  <a:gd name="connsiteX49" fmla="*/ 474689 w 1041109"/>
                  <a:gd name="connsiteY49" fmla="*/ 336549 h 1439164"/>
                  <a:gd name="connsiteX50" fmla="*/ 427699 w 1041109"/>
                  <a:gd name="connsiteY50" fmla="*/ 0 h 1439164"/>
                  <a:gd name="connsiteX51" fmla="*/ 375121 w 1041109"/>
                  <a:gd name="connsiteY51" fmla="*/ 516890 h 1439164"/>
                  <a:gd name="connsiteX52" fmla="*/ 139282 w 1041109"/>
                  <a:gd name="connsiteY52" fmla="*/ 674750 h 1439164"/>
                  <a:gd name="connsiteX53" fmla="*/ 108802 w 1041109"/>
                  <a:gd name="connsiteY53" fmla="*/ 876935 h 1439164"/>
                  <a:gd name="connsiteX54" fmla="*/ 244057 w 1041109"/>
                  <a:gd name="connsiteY54" fmla="*/ 1075309 h 1439164"/>
                  <a:gd name="connsiteX55" fmla="*/ 473419 w 1041109"/>
                  <a:gd name="connsiteY55" fmla="*/ 1109725 h 1439164"/>
                  <a:gd name="connsiteX56" fmla="*/ 754978 w 1041109"/>
                  <a:gd name="connsiteY56" fmla="*/ 1048130 h 1439164"/>
                  <a:gd name="connsiteX57" fmla="*/ 842100 w 1041109"/>
                  <a:gd name="connsiteY57" fmla="*/ 756411 h 1439164"/>
                  <a:gd name="connsiteX58" fmla="*/ 661125 w 1041109"/>
                  <a:gd name="connsiteY58" fmla="*/ 543432 h 1439164"/>
                  <a:gd name="connsiteX59" fmla="*/ 375121 w 1041109"/>
                  <a:gd name="connsiteY59" fmla="*/ 516890 h 1439164"/>
                  <a:gd name="connsiteX60" fmla="*/ 96229 w 1041109"/>
                  <a:gd name="connsiteY60" fmla="*/ 950975 h 1439164"/>
                  <a:gd name="connsiteX61" fmla="*/ 88609 w 1041109"/>
                  <a:gd name="connsiteY61" fmla="*/ 720343 h 1439164"/>
                  <a:gd name="connsiteX62" fmla="*/ 96229 w 1041109"/>
                  <a:gd name="connsiteY62" fmla="*/ 950975 h 1439164"/>
                  <a:gd name="connsiteX63" fmla="*/ 862293 w 1041109"/>
                  <a:gd name="connsiteY63" fmla="*/ 719328 h 1439164"/>
                  <a:gd name="connsiteX64" fmla="*/ 860769 w 1041109"/>
                  <a:gd name="connsiteY64" fmla="*/ 955674 h 1439164"/>
                  <a:gd name="connsiteX65" fmla="*/ 862293 w 1041109"/>
                  <a:gd name="connsiteY65" fmla="*/ 719328 h 1439164"/>
                  <a:gd name="connsiteX66" fmla="*/ 898361 w 1041109"/>
                  <a:gd name="connsiteY66" fmla="*/ 1130427 h 1439164"/>
                  <a:gd name="connsiteX67" fmla="*/ 900139 w 1041109"/>
                  <a:gd name="connsiteY67" fmla="*/ 1270127 h 1439164"/>
                  <a:gd name="connsiteX68" fmla="*/ 1013423 w 1041109"/>
                  <a:gd name="connsiteY68" fmla="*/ 1200785 h 1439164"/>
                  <a:gd name="connsiteX69" fmla="*/ 898361 w 1041109"/>
                  <a:gd name="connsiteY69" fmla="*/ 1130427 h 1439164"/>
                  <a:gd name="connsiteX70" fmla="*/ 742278 w 1041109"/>
                  <a:gd name="connsiteY70" fmla="*/ 1148206 h 1439164"/>
                  <a:gd name="connsiteX71" fmla="*/ 777330 w 1041109"/>
                  <a:gd name="connsiteY71" fmla="*/ 1304671 h 1439164"/>
                  <a:gd name="connsiteX72" fmla="*/ 829527 w 1041109"/>
                  <a:gd name="connsiteY72" fmla="*/ 1202309 h 1439164"/>
                  <a:gd name="connsiteX73" fmla="*/ 742278 w 1041109"/>
                  <a:gd name="connsiteY73" fmla="*/ 1148206 h 1439164"/>
                  <a:gd name="connsiteX0" fmla="*/ 295634 w 1041109"/>
                  <a:gd name="connsiteY0" fmla="*/ 271476 h 1439164"/>
                  <a:gd name="connsiteX1" fmla="*/ 296508 w 1041109"/>
                  <a:gd name="connsiteY1" fmla="*/ 247142 h 1439164"/>
                  <a:gd name="connsiteX2" fmla="*/ 282538 w 1041109"/>
                  <a:gd name="connsiteY2" fmla="*/ 149351 h 1439164"/>
                  <a:gd name="connsiteX3" fmla="*/ 331941 w 1041109"/>
                  <a:gd name="connsiteY3" fmla="*/ 29590 h 1439164"/>
                  <a:gd name="connsiteX4" fmla="*/ 532728 w 1041109"/>
                  <a:gd name="connsiteY4" fmla="*/ 357378 h 1439164"/>
                  <a:gd name="connsiteX5" fmla="*/ 483325 w 1041109"/>
                  <a:gd name="connsiteY5" fmla="*/ 364236 h 1439164"/>
                  <a:gd name="connsiteX6" fmla="*/ 483071 w 1041109"/>
                  <a:gd name="connsiteY6" fmla="*/ 481837 h 1439164"/>
                  <a:gd name="connsiteX7" fmla="*/ 732372 w 1041109"/>
                  <a:gd name="connsiteY7" fmla="*/ 553466 h 1439164"/>
                  <a:gd name="connsiteX8" fmla="*/ 838925 w 1041109"/>
                  <a:gd name="connsiteY8" fmla="*/ 671194 h 1439164"/>
                  <a:gd name="connsiteX9" fmla="*/ 928714 w 1041109"/>
                  <a:gd name="connsiteY9" fmla="*/ 746379 h 1439164"/>
                  <a:gd name="connsiteX10" fmla="*/ 843751 w 1041109"/>
                  <a:gd name="connsiteY10" fmla="*/ 980821 h 1439164"/>
                  <a:gd name="connsiteX11" fmla="*/ 825082 w 1041109"/>
                  <a:gd name="connsiteY11" fmla="*/ 1009777 h 1439164"/>
                  <a:gd name="connsiteX12" fmla="*/ 710655 w 1041109"/>
                  <a:gd name="connsiteY12" fmla="*/ 1102105 h 1439164"/>
                  <a:gd name="connsiteX13" fmla="*/ 834353 w 1041109"/>
                  <a:gd name="connsiteY13" fmla="*/ 1177290 h 1439164"/>
                  <a:gd name="connsiteX14" fmla="*/ 898361 w 1041109"/>
                  <a:gd name="connsiteY14" fmla="*/ 1104011 h 1439164"/>
                  <a:gd name="connsiteX15" fmla="*/ 998564 w 1041109"/>
                  <a:gd name="connsiteY15" fmla="*/ 1120774 h 1439164"/>
                  <a:gd name="connsiteX16" fmla="*/ 1041109 w 1041109"/>
                  <a:gd name="connsiteY16" fmla="*/ 1191386 h 1439164"/>
                  <a:gd name="connsiteX17" fmla="*/ 971386 w 1041109"/>
                  <a:gd name="connsiteY17" fmla="*/ 1429004 h 1439164"/>
                  <a:gd name="connsiteX18" fmla="*/ 948145 w 1041109"/>
                  <a:gd name="connsiteY18" fmla="*/ 1431671 h 1439164"/>
                  <a:gd name="connsiteX19" fmla="*/ 1001358 w 1041109"/>
                  <a:gd name="connsiteY19" fmla="*/ 1281175 h 1439164"/>
                  <a:gd name="connsiteX20" fmla="*/ 919189 w 1041109"/>
                  <a:gd name="connsiteY20" fmla="*/ 1300734 h 1439164"/>
                  <a:gd name="connsiteX21" fmla="*/ 835115 w 1041109"/>
                  <a:gd name="connsiteY21" fmla="*/ 1240917 h 1439164"/>
                  <a:gd name="connsiteX22" fmla="*/ 781775 w 1041109"/>
                  <a:gd name="connsiteY22" fmla="*/ 1425702 h 1439164"/>
                  <a:gd name="connsiteX23" fmla="*/ 779743 w 1041109"/>
                  <a:gd name="connsiteY23" fmla="*/ 1439164 h 1439164"/>
                  <a:gd name="connsiteX24" fmla="*/ 764630 w 1041109"/>
                  <a:gd name="connsiteY24" fmla="*/ 1423923 h 1439164"/>
                  <a:gd name="connsiteX25" fmla="*/ 753327 w 1041109"/>
                  <a:gd name="connsiteY25" fmla="*/ 1336802 h 1439164"/>
                  <a:gd name="connsiteX26" fmla="*/ 716497 w 1041109"/>
                  <a:gd name="connsiteY26" fmla="*/ 1152652 h 1439164"/>
                  <a:gd name="connsiteX27" fmla="*/ 709512 w 1041109"/>
                  <a:gd name="connsiteY27" fmla="*/ 1129284 h 1439164"/>
                  <a:gd name="connsiteX28" fmla="*/ 537935 w 1041109"/>
                  <a:gd name="connsiteY28" fmla="*/ 1133093 h 1439164"/>
                  <a:gd name="connsiteX29" fmla="*/ 273648 w 1041109"/>
                  <a:gd name="connsiteY29" fmla="*/ 1125728 h 1439164"/>
                  <a:gd name="connsiteX30" fmla="*/ 233516 w 1041109"/>
                  <a:gd name="connsiteY30" fmla="*/ 1148968 h 1439164"/>
                  <a:gd name="connsiteX31" fmla="*/ 187415 w 1041109"/>
                  <a:gd name="connsiteY31" fmla="*/ 1428496 h 1439164"/>
                  <a:gd name="connsiteX32" fmla="*/ 162650 w 1041109"/>
                  <a:gd name="connsiteY32" fmla="*/ 1432686 h 1439164"/>
                  <a:gd name="connsiteX33" fmla="*/ 202020 w 1041109"/>
                  <a:gd name="connsiteY33" fmla="*/ 1150873 h 1439164"/>
                  <a:gd name="connsiteX34" fmla="*/ 69432 w 1041109"/>
                  <a:gd name="connsiteY34" fmla="*/ 1291717 h 1439164"/>
                  <a:gd name="connsiteX35" fmla="*/ 26887 w 1041109"/>
                  <a:gd name="connsiteY35" fmla="*/ 1425193 h 1439164"/>
                  <a:gd name="connsiteX36" fmla="*/ 979 w 1041109"/>
                  <a:gd name="connsiteY36" fmla="*/ 1435480 h 1439164"/>
                  <a:gd name="connsiteX37" fmla="*/ 108040 w 1041109"/>
                  <a:gd name="connsiteY37" fmla="*/ 1195323 h 1439164"/>
                  <a:gd name="connsiteX38" fmla="*/ 238342 w 1041109"/>
                  <a:gd name="connsiteY38" fmla="*/ 1103629 h 1439164"/>
                  <a:gd name="connsiteX39" fmla="*/ 112358 w 1041109"/>
                  <a:gd name="connsiteY39" fmla="*/ 978027 h 1439164"/>
                  <a:gd name="connsiteX40" fmla="*/ 33745 w 1041109"/>
                  <a:gd name="connsiteY40" fmla="*/ 937386 h 1439164"/>
                  <a:gd name="connsiteX41" fmla="*/ 1868 w 1041109"/>
                  <a:gd name="connsiteY41" fmla="*/ 791591 h 1439164"/>
                  <a:gd name="connsiteX42" fmla="*/ 101563 w 1041109"/>
                  <a:gd name="connsiteY42" fmla="*/ 691515 h 1439164"/>
                  <a:gd name="connsiteX43" fmla="*/ 279617 w 1041109"/>
                  <a:gd name="connsiteY43" fmla="*/ 517143 h 1439164"/>
                  <a:gd name="connsiteX44" fmla="*/ 456782 w 1041109"/>
                  <a:gd name="connsiteY44" fmla="*/ 481075 h 1439164"/>
                  <a:gd name="connsiteX45" fmla="*/ 456782 w 1041109"/>
                  <a:gd name="connsiteY45" fmla="*/ 365124 h 1439164"/>
                  <a:gd name="connsiteX46" fmla="*/ 310478 w 1041109"/>
                  <a:gd name="connsiteY46" fmla="*/ 268350 h 1439164"/>
                  <a:gd name="connsiteX47" fmla="*/ 427699 w 1041109"/>
                  <a:gd name="connsiteY47" fmla="*/ 0 h 1439164"/>
                  <a:gd name="connsiteX48" fmla="*/ 317209 w 1041109"/>
                  <a:gd name="connsiteY48" fmla="*/ 107315 h 1439164"/>
                  <a:gd name="connsiteX49" fmla="*/ 474689 w 1041109"/>
                  <a:gd name="connsiteY49" fmla="*/ 336549 h 1439164"/>
                  <a:gd name="connsiteX50" fmla="*/ 375121 w 1041109"/>
                  <a:gd name="connsiteY50" fmla="*/ 516890 h 1439164"/>
                  <a:gd name="connsiteX51" fmla="*/ 139282 w 1041109"/>
                  <a:gd name="connsiteY51" fmla="*/ 674750 h 1439164"/>
                  <a:gd name="connsiteX52" fmla="*/ 108802 w 1041109"/>
                  <a:gd name="connsiteY52" fmla="*/ 876935 h 1439164"/>
                  <a:gd name="connsiteX53" fmla="*/ 244057 w 1041109"/>
                  <a:gd name="connsiteY53" fmla="*/ 1075309 h 1439164"/>
                  <a:gd name="connsiteX54" fmla="*/ 473419 w 1041109"/>
                  <a:gd name="connsiteY54" fmla="*/ 1109725 h 1439164"/>
                  <a:gd name="connsiteX55" fmla="*/ 754978 w 1041109"/>
                  <a:gd name="connsiteY55" fmla="*/ 1048130 h 1439164"/>
                  <a:gd name="connsiteX56" fmla="*/ 842100 w 1041109"/>
                  <a:gd name="connsiteY56" fmla="*/ 756411 h 1439164"/>
                  <a:gd name="connsiteX57" fmla="*/ 661125 w 1041109"/>
                  <a:gd name="connsiteY57" fmla="*/ 543432 h 1439164"/>
                  <a:gd name="connsiteX58" fmla="*/ 375121 w 1041109"/>
                  <a:gd name="connsiteY58" fmla="*/ 516890 h 1439164"/>
                  <a:gd name="connsiteX59" fmla="*/ 96229 w 1041109"/>
                  <a:gd name="connsiteY59" fmla="*/ 950975 h 1439164"/>
                  <a:gd name="connsiteX60" fmla="*/ 88609 w 1041109"/>
                  <a:gd name="connsiteY60" fmla="*/ 720343 h 1439164"/>
                  <a:gd name="connsiteX61" fmla="*/ 96229 w 1041109"/>
                  <a:gd name="connsiteY61" fmla="*/ 950975 h 1439164"/>
                  <a:gd name="connsiteX62" fmla="*/ 862293 w 1041109"/>
                  <a:gd name="connsiteY62" fmla="*/ 719328 h 1439164"/>
                  <a:gd name="connsiteX63" fmla="*/ 860769 w 1041109"/>
                  <a:gd name="connsiteY63" fmla="*/ 955674 h 1439164"/>
                  <a:gd name="connsiteX64" fmla="*/ 862293 w 1041109"/>
                  <a:gd name="connsiteY64" fmla="*/ 719328 h 1439164"/>
                  <a:gd name="connsiteX65" fmla="*/ 898361 w 1041109"/>
                  <a:gd name="connsiteY65" fmla="*/ 1130427 h 1439164"/>
                  <a:gd name="connsiteX66" fmla="*/ 900139 w 1041109"/>
                  <a:gd name="connsiteY66" fmla="*/ 1270127 h 1439164"/>
                  <a:gd name="connsiteX67" fmla="*/ 1013423 w 1041109"/>
                  <a:gd name="connsiteY67" fmla="*/ 1200785 h 1439164"/>
                  <a:gd name="connsiteX68" fmla="*/ 898361 w 1041109"/>
                  <a:gd name="connsiteY68" fmla="*/ 1130427 h 1439164"/>
                  <a:gd name="connsiteX69" fmla="*/ 742278 w 1041109"/>
                  <a:gd name="connsiteY69" fmla="*/ 1148206 h 1439164"/>
                  <a:gd name="connsiteX70" fmla="*/ 777330 w 1041109"/>
                  <a:gd name="connsiteY70" fmla="*/ 1304671 h 1439164"/>
                  <a:gd name="connsiteX71" fmla="*/ 829527 w 1041109"/>
                  <a:gd name="connsiteY71" fmla="*/ 1202309 h 1439164"/>
                  <a:gd name="connsiteX72" fmla="*/ 742278 w 1041109"/>
                  <a:gd name="connsiteY72" fmla="*/ 1148206 h 1439164"/>
                  <a:gd name="connsiteX0" fmla="*/ 295634 w 1041109"/>
                  <a:gd name="connsiteY0" fmla="*/ 241886 h 1409574"/>
                  <a:gd name="connsiteX1" fmla="*/ 296508 w 1041109"/>
                  <a:gd name="connsiteY1" fmla="*/ 217552 h 1409574"/>
                  <a:gd name="connsiteX2" fmla="*/ 282538 w 1041109"/>
                  <a:gd name="connsiteY2" fmla="*/ 119761 h 1409574"/>
                  <a:gd name="connsiteX3" fmla="*/ 331941 w 1041109"/>
                  <a:gd name="connsiteY3" fmla="*/ 0 h 1409574"/>
                  <a:gd name="connsiteX4" fmla="*/ 532728 w 1041109"/>
                  <a:gd name="connsiteY4" fmla="*/ 327788 h 1409574"/>
                  <a:gd name="connsiteX5" fmla="*/ 483325 w 1041109"/>
                  <a:gd name="connsiteY5" fmla="*/ 334646 h 1409574"/>
                  <a:gd name="connsiteX6" fmla="*/ 483071 w 1041109"/>
                  <a:gd name="connsiteY6" fmla="*/ 452247 h 1409574"/>
                  <a:gd name="connsiteX7" fmla="*/ 732372 w 1041109"/>
                  <a:gd name="connsiteY7" fmla="*/ 523876 h 1409574"/>
                  <a:gd name="connsiteX8" fmla="*/ 838925 w 1041109"/>
                  <a:gd name="connsiteY8" fmla="*/ 641604 h 1409574"/>
                  <a:gd name="connsiteX9" fmla="*/ 928714 w 1041109"/>
                  <a:gd name="connsiteY9" fmla="*/ 716789 h 1409574"/>
                  <a:gd name="connsiteX10" fmla="*/ 843751 w 1041109"/>
                  <a:gd name="connsiteY10" fmla="*/ 951231 h 1409574"/>
                  <a:gd name="connsiteX11" fmla="*/ 825082 w 1041109"/>
                  <a:gd name="connsiteY11" fmla="*/ 980187 h 1409574"/>
                  <a:gd name="connsiteX12" fmla="*/ 710655 w 1041109"/>
                  <a:gd name="connsiteY12" fmla="*/ 1072515 h 1409574"/>
                  <a:gd name="connsiteX13" fmla="*/ 834353 w 1041109"/>
                  <a:gd name="connsiteY13" fmla="*/ 1147700 h 1409574"/>
                  <a:gd name="connsiteX14" fmla="*/ 898361 w 1041109"/>
                  <a:gd name="connsiteY14" fmla="*/ 1074421 h 1409574"/>
                  <a:gd name="connsiteX15" fmla="*/ 998564 w 1041109"/>
                  <a:gd name="connsiteY15" fmla="*/ 1091184 h 1409574"/>
                  <a:gd name="connsiteX16" fmla="*/ 1041109 w 1041109"/>
                  <a:gd name="connsiteY16" fmla="*/ 1161796 h 1409574"/>
                  <a:gd name="connsiteX17" fmla="*/ 971386 w 1041109"/>
                  <a:gd name="connsiteY17" fmla="*/ 1399414 h 1409574"/>
                  <a:gd name="connsiteX18" fmla="*/ 948145 w 1041109"/>
                  <a:gd name="connsiteY18" fmla="*/ 1402081 h 1409574"/>
                  <a:gd name="connsiteX19" fmla="*/ 1001358 w 1041109"/>
                  <a:gd name="connsiteY19" fmla="*/ 1251585 h 1409574"/>
                  <a:gd name="connsiteX20" fmla="*/ 919189 w 1041109"/>
                  <a:gd name="connsiteY20" fmla="*/ 1271144 h 1409574"/>
                  <a:gd name="connsiteX21" fmla="*/ 835115 w 1041109"/>
                  <a:gd name="connsiteY21" fmla="*/ 1211327 h 1409574"/>
                  <a:gd name="connsiteX22" fmla="*/ 781775 w 1041109"/>
                  <a:gd name="connsiteY22" fmla="*/ 1396112 h 1409574"/>
                  <a:gd name="connsiteX23" fmla="*/ 779743 w 1041109"/>
                  <a:gd name="connsiteY23" fmla="*/ 1409574 h 1409574"/>
                  <a:gd name="connsiteX24" fmla="*/ 764630 w 1041109"/>
                  <a:gd name="connsiteY24" fmla="*/ 1394333 h 1409574"/>
                  <a:gd name="connsiteX25" fmla="*/ 753327 w 1041109"/>
                  <a:gd name="connsiteY25" fmla="*/ 1307212 h 1409574"/>
                  <a:gd name="connsiteX26" fmla="*/ 716497 w 1041109"/>
                  <a:gd name="connsiteY26" fmla="*/ 1123062 h 1409574"/>
                  <a:gd name="connsiteX27" fmla="*/ 709512 w 1041109"/>
                  <a:gd name="connsiteY27" fmla="*/ 1099694 h 1409574"/>
                  <a:gd name="connsiteX28" fmla="*/ 537935 w 1041109"/>
                  <a:gd name="connsiteY28" fmla="*/ 1103503 h 1409574"/>
                  <a:gd name="connsiteX29" fmla="*/ 273648 w 1041109"/>
                  <a:gd name="connsiteY29" fmla="*/ 1096138 h 1409574"/>
                  <a:gd name="connsiteX30" fmla="*/ 233516 w 1041109"/>
                  <a:gd name="connsiteY30" fmla="*/ 1119378 h 1409574"/>
                  <a:gd name="connsiteX31" fmla="*/ 187415 w 1041109"/>
                  <a:gd name="connsiteY31" fmla="*/ 1398906 h 1409574"/>
                  <a:gd name="connsiteX32" fmla="*/ 162650 w 1041109"/>
                  <a:gd name="connsiteY32" fmla="*/ 1403096 h 1409574"/>
                  <a:gd name="connsiteX33" fmla="*/ 202020 w 1041109"/>
                  <a:gd name="connsiteY33" fmla="*/ 1121283 h 1409574"/>
                  <a:gd name="connsiteX34" fmla="*/ 69432 w 1041109"/>
                  <a:gd name="connsiteY34" fmla="*/ 1262127 h 1409574"/>
                  <a:gd name="connsiteX35" fmla="*/ 26887 w 1041109"/>
                  <a:gd name="connsiteY35" fmla="*/ 1395603 h 1409574"/>
                  <a:gd name="connsiteX36" fmla="*/ 979 w 1041109"/>
                  <a:gd name="connsiteY36" fmla="*/ 1405890 h 1409574"/>
                  <a:gd name="connsiteX37" fmla="*/ 108040 w 1041109"/>
                  <a:gd name="connsiteY37" fmla="*/ 1165733 h 1409574"/>
                  <a:gd name="connsiteX38" fmla="*/ 238342 w 1041109"/>
                  <a:gd name="connsiteY38" fmla="*/ 1074039 h 1409574"/>
                  <a:gd name="connsiteX39" fmla="*/ 112358 w 1041109"/>
                  <a:gd name="connsiteY39" fmla="*/ 948437 h 1409574"/>
                  <a:gd name="connsiteX40" fmla="*/ 33745 w 1041109"/>
                  <a:gd name="connsiteY40" fmla="*/ 907796 h 1409574"/>
                  <a:gd name="connsiteX41" fmla="*/ 1868 w 1041109"/>
                  <a:gd name="connsiteY41" fmla="*/ 762001 h 1409574"/>
                  <a:gd name="connsiteX42" fmla="*/ 101563 w 1041109"/>
                  <a:gd name="connsiteY42" fmla="*/ 661925 h 1409574"/>
                  <a:gd name="connsiteX43" fmla="*/ 279617 w 1041109"/>
                  <a:gd name="connsiteY43" fmla="*/ 487553 h 1409574"/>
                  <a:gd name="connsiteX44" fmla="*/ 456782 w 1041109"/>
                  <a:gd name="connsiteY44" fmla="*/ 451485 h 1409574"/>
                  <a:gd name="connsiteX45" fmla="*/ 456782 w 1041109"/>
                  <a:gd name="connsiteY45" fmla="*/ 335534 h 1409574"/>
                  <a:gd name="connsiteX46" fmla="*/ 310478 w 1041109"/>
                  <a:gd name="connsiteY46" fmla="*/ 238760 h 1409574"/>
                  <a:gd name="connsiteX47" fmla="*/ 317209 w 1041109"/>
                  <a:gd name="connsiteY47" fmla="*/ 77725 h 1409574"/>
                  <a:gd name="connsiteX48" fmla="*/ 474689 w 1041109"/>
                  <a:gd name="connsiteY48" fmla="*/ 306959 h 1409574"/>
                  <a:gd name="connsiteX49" fmla="*/ 375121 w 1041109"/>
                  <a:gd name="connsiteY49" fmla="*/ 487300 h 1409574"/>
                  <a:gd name="connsiteX50" fmla="*/ 139282 w 1041109"/>
                  <a:gd name="connsiteY50" fmla="*/ 645160 h 1409574"/>
                  <a:gd name="connsiteX51" fmla="*/ 108802 w 1041109"/>
                  <a:gd name="connsiteY51" fmla="*/ 847345 h 1409574"/>
                  <a:gd name="connsiteX52" fmla="*/ 244057 w 1041109"/>
                  <a:gd name="connsiteY52" fmla="*/ 1045719 h 1409574"/>
                  <a:gd name="connsiteX53" fmla="*/ 473419 w 1041109"/>
                  <a:gd name="connsiteY53" fmla="*/ 1080135 h 1409574"/>
                  <a:gd name="connsiteX54" fmla="*/ 754978 w 1041109"/>
                  <a:gd name="connsiteY54" fmla="*/ 1018540 h 1409574"/>
                  <a:gd name="connsiteX55" fmla="*/ 842100 w 1041109"/>
                  <a:gd name="connsiteY55" fmla="*/ 726821 h 1409574"/>
                  <a:gd name="connsiteX56" fmla="*/ 661125 w 1041109"/>
                  <a:gd name="connsiteY56" fmla="*/ 513842 h 1409574"/>
                  <a:gd name="connsiteX57" fmla="*/ 375121 w 1041109"/>
                  <a:gd name="connsiteY57" fmla="*/ 487300 h 1409574"/>
                  <a:gd name="connsiteX58" fmla="*/ 96229 w 1041109"/>
                  <a:gd name="connsiteY58" fmla="*/ 921385 h 1409574"/>
                  <a:gd name="connsiteX59" fmla="*/ 88609 w 1041109"/>
                  <a:gd name="connsiteY59" fmla="*/ 690753 h 1409574"/>
                  <a:gd name="connsiteX60" fmla="*/ 96229 w 1041109"/>
                  <a:gd name="connsiteY60" fmla="*/ 921385 h 1409574"/>
                  <a:gd name="connsiteX61" fmla="*/ 862293 w 1041109"/>
                  <a:gd name="connsiteY61" fmla="*/ 689738 h 1409574"/>
                  <a:gd name="connsiteX62" fmla="*/ 860769 w 1041109"/>
                  <a:gd name="connsiteY62" fmla="*/ 926084 h 1409574"/>
                  <a:gd name="connsiteX63" fmla="*/ 862293 w 1041109"/>
                  <a:gd name="connsiteY63" fmla="*/ 689738 h 1409574"/>
                  <a:gd name="connsiteX64" fmla="*/ 898361 w 1041109"/>
                  <a:gd name="connsiteY64" fmla="*/ 1100837 h 1409574"/>
                  <a:gd name="connsiteX65" fmla="*/ 900139 w 1041109"/>
                  <a:gd name="connsiteY65" fmla="*/ 1240537 h 1409574"/>
                  <a:gd name="connsiteX66" fmla="*/ 1013423 w 1041109"/>
                  <a:gd name="connsiteY66" fmla="*/ 1171195 h 1409574"/>
                  <a:gd name="connsiteX67" fmla="*/ 898361 w 1041109"/>
                  <a:gd name="connsiteY67" fmla="*/ 1100837 h 1409574"/>
                  <a:gd name="connsiteX68" fmla="*/ 742278 w 1041109"/>
                  <a:gd name="connsiteY68" fmla="*/ 1118616 h 1409574"/>
                  <a:gd name="connsiteX69" fmla="*/ 777330 w 1041109"/>
                  <a:gd name="connsiteY69" fmla="*/ 1275081 h 1409574"/>
                  <a:gd name="connsiteX70" fmla="*/ 829527 w 1041109"/>
                  <a:gd name="connsiteY70" fmla="*/ 1172719 h 1409574"/>
                  <a:gd name="connsiteX71" fmla="*/ 742278 w 1041109"/>
                  <a:gd name="connsiteY71" fmla="*/ 1118616 h 1409574"/>
                  <a:gd name="connsiteX0" fmla="*/ 295634 w 1041109"/>
                  <a:gd name="connsiteY0" fmla="*/ 164161 h 1331849"/>
                  <a:gd name="connsiteX1" fmla="*/ 296508 w 1041109"/>
                  <a:gd name="connsiteY1" fmla="*/ 139827 h 1331849"/>
                  <a:gd name="connsiteX2" fmla="*/ 282538 w 1041109"/>
                  <a:gd name="connsiteY2" fmla="*/ 42036 h 1331849"/>
                  <a:gd name="connsiteX3" fmla="*/ 532728 w 1041109"/>
                  <a:gd name="connsiteY3" fmla="*/ 250063 h 1331849"/>
                  <a:gd name="connsiteX4" fmla="*/ 483325 w 1041109"/>
                  <a:gd name="connsiteY4" fmla="*/ 256921 h 1331849"/>
                  <a:gd name="connsiteX5" fmla="*/ 483071 w 1041109"/>
                  <a:gd name="connsiteY5" fmla="*/ 374522 h 1331849"/>
                  <a:gd name="connsiteX6" fmla="*/ 732372 w 1041109"/>
                  <a:gd name="connsiteY6" fmla="*/ 446151 h 1331849"/>
                  <a:gd name="connsiteX7" fmla="*/ 838925 w 1041109"/>
                  <a:gd name="connsiteY7" fmla="*/ 563879 h 1331849"/>
                  <a:gd name="connsiteX8" fmla="*/ 928714 w 1041109"/>
                  <a:gd name="connsiteY8" fmla="*/ 639064 h 1331849"/>
                  <a:gd name="connsiteX9" fmla="*/ 843751 w 1041109"/>
                  <a:gd name="connsiteY9" fmla="*/ 873506 h 1331849"/>
                  <a:gd name="connsiteX10" fmla="*/ 825082 w 1041109"/>
                  <a:gd name="connsiteY10" fmla="*/ 902462 h 1331849"/>
                  <a:gd name="connsiteX11" fmla="*/ 710655 w 1041109"/>
                  <a:gd name="connsiteY11" fmla="*/ 994790 h 1331849"/>
                  <a:gd name="connsiteX12" fmla="*/ 834353 w 1041109"/>
                  <a:gd name="connsiteY12" fmla="*/ 1069975 h 1331849"/>
                  <a:gd name="connsiteX13" fmla="*/ 898361 w 1041109"/>
                  <a:gd name="connsiteY13" fmla="*/ 996696 h 1331849"/>
                  <a:gd name="connsiteX14" fmla="*/ 998564 w 1041109"/>
                  <a:gd name="connsiteY14" fmla="*/ 1013459 h 1331849"/>
                  <a:gd name="connsiteX15" fmla="*/ 1041109 w 1041109"/>
                  <a:gd name="connsiteY15" fmla="*/ 1084071 h 1331849"/>
                  <a:gd name="connsiteX16" fmla="*/ 971386 w 1041109"/>
                  <a:gd name="connsiteY16" fmla="*/ 1321689 h 1331849"/>
                  <a:gd name="connsiteX17" fmla="*/ 948145 w 1041109"/>
                  <a:gd name="connsiteY17" fmla="*/ 1324356 h 1331849"/>
                  <a:gd name="connsiteX18" fmla="*/ 1001358 w 1041109"/>
                  <a:gd name="connsiteY18" fmla="*/ 1173860 h 1331849"/>
                  <a:gd name="connsiteX19" fmla="*/ 919189 w 1041109"/>
                  <a:gd name="connsiteY19" fmla="*/ 1193419 h 1331849"/>
                  <a:gd name="connsiteX20" fmla="*/ 835115 w 1041109"/>
                  <a:gd name="connsiteY20" fmla="*/ 1133602 h 1331849"/>
                  <a:gd name="connsiteX21" fmla="*/ 781775 w 1041109"/>
                  <a:gd name="connsiteY21" fmla="*/ 1318387 h 1331849"/>
                  <a:gd name="connsiteX22" fmla="*/ 779743 w 1041109"/>
                  <a:gd name="connsiteY22" fmla="*/ 1331849 h 1331849"/>
                  <a:gd name="connsiteX23" fmla="*/ 764630 w 1041109"/>
                  <a:gd name="connsiteY23" fmla="*/ 1316608 h 1331849"/>
                  <a:gd name="connsiteX24" fmla="*/ 753327 w 1041109"/>
                  <a:gd name="connsiteY24" fmla="*/ 1229487 h 1331849"/>
                  <a:gd name="connsiteX25" fmla="*/ 716497 w 1041109"/>
                  <a:gd name="connsiteY25" fmla="*/ 1045337 h 1331849"/>
                  <a:gd name="connsiteX26" fmla="*/ 709512 w 1041109"/>
                  <a:gd name="connsiteY26" fmla="*/ 1021969 h 1331849"/>
                  <a:gd name="connsiteX27" fmla="*/ 537935 w 1041109"/>
                  <a:gd name="connsiteY27" fmla="*/ 1025778 h 1331849"/>
                  <a:gd name="connsiteX28" fmla="*/ 273648 w 1041109"/>
                  <a:gd name="connsiteY28" fmla="*/ 1018413 h 1331849"/>
                  <a:gd name="connsiteX29" fmla="*/ 233516 w 1041109"/>
                  <a:gd name="connsiteY29" fmla="*/ 1041653 h 1331849"/>
                  <a:gd name="connsiteX30" fmla="*/ 187415 w 1041109"/>
                  <a:gd name="connsiteY30" fmla="*/ 1321181 h 1331849"/>
                  <a:gd name="connsiteX31" fmla="*/ 162650 w 1041109"/>
                  <a:gd name="connsiteY31" fmla="*/ 1325371 h 1331849"/>
                  <a:gd name="connsiteX32" fmla="*/ 202020 w 1041109"/>
                  <a:gd name="connsiteY32" fmla="*/ 1043558 h 1331849"/>
                  <a:gd name="connsiteX33" fmla="*/ 69432 w 1041109"/>
                  <a:gd name="connsiteY33" fmla="*/ 1184402 h 1331849"/>
                  <a:gd name="connsiteX34" fmla="*/ 26887 w 1041109"/>
                  <a:gd name="connsiteY34" fmla="*/ 1317878 h 1331849"/>
                  <a:gd name="connsiteX35" fmla="*/ 979 w 1041109"/>
                  <a:gd name="connsiteY35" fmla="*/ 1328165 h 1331849"/>
                  <a:gd name="connsiteX36" fmla="*/ 108040 w 1041109"/>
                  <a:gd name="connsiteY36" fmla="*/ 1088008 h 1331849"/>
                  <a:gd name="connsiteX37" fmla="*/ 238342 w 1041109"/>
                  <a:gd name="connsiteY37" fmla="*/ 996314 h 1331849"/>
                  <a:gd name="connsiteX38" fmla="*/ 112358 w 1041109"/>
                  <a:gd name="connsiteY38" fmla="*/ 870712 h 1331849"/>
                  <a:gd name="connsiteX39" fmla="*/ 33745 w 1041109"/>
                  <a:gd name="connsiteY39" fmla="*/ 830071 h 1331849"/>
                  <a:gd name="connsiteX40" fmla="*/ 1868 w 1041109"/>
                  <a:gd name="connsiteY40" fmla="*/ 684276 h 1331849"/>
                  <a:gd name="connsiteX41" fmla="*/ 101563 w 1041109"/>
                  <a:gd name="connsiteY41" fmla="*/ 584200 h 1331849"/>
                  <a:gd name="connsiteX42" fmla="*/ 279617 w 1041109"/>
                  <a:gd name="connsiteY42" fmla="*/ 409828 h 1331849"/>
                  <a:gd name="connsiteX43" fmla="*/ 456782 w 1041109"/>
                  <a:gd name="connsiteY43" fmla="*/ 373760 h 1331849"/>
                  <a:gd name="connsiteX44" fmla="*/ 456782 w 1041109"/>
                  <a:gd name="connsiteY44" fmla="*/ 257809 h 1331849"/>
                  <a:gd name="connsiteX45" fmla="*/ 310478 w 1041109"/>
                  <a:gd name="connsiteY45" fmla="*/ 161035 h 1331849"/>
                  <a:gd name="connsiteX46" fmla="*/ 317209 w 1041109"/>
                  <a:gd name="connsiteY46" fmla="*/ 0 h 1331849"/>
                  <a:gd name="connsiteX47" fmla="*/ 474689 w 1041109"/>
                  <a:gd name="connsiteY47" fmla="*/ 229234 h 1331849"/>
                  <a:gd name="connsiteX48" fmla="*/ 375121 w 1041109"/>
                  <a:gd name="connsiteY48" fmla="*/ 409575 h 1331849"/>
                  <a:gd name="connsiteX49" fmla="*/ 139282 w 1041109"/>
                  <a:gd name="connsiteY49" fmla="*/ 567435 h 1331849"/>
                  <a:gd name="connsiteX50" fmla="*/ 108802 w 1041109"/>
                  <a:gd name="connsiteY50" fmla="*/ 769620 h 1331849"/>
                  <a:gd name="connsiteX51" fmla="*/ 244057 w 1041109"/>
                  <a:gd name="connsiteY51" fmla="*/ 967994 h 1331849"/>
                  <a:gd name="connsiteX52" fmla="*/ 473419 w 1041109"/>
                  <a:gd name="connsiteY52" fmla="*/ 1002410 h 1331849"/>
                  <a:gd name="connsiteX53" fmla="*/ 754978 w 1041109"/>
                  <a:gd name="connsiteY53" fmla="*/ 940815 h 1331849"/>
                  <a:gd name="connsiteX54" fmla="*/ 842100 w 1041109"/>
                  <a:gd name="connsiteY54" fmla="*/ 649096 h 1331849"/>
                  <a:gd name="connsiteX55" fmla="*/ 661125 w 1041109"/>
                  <a:gd name="connsiteY55" fmla="*/ 436117 h 1331849"/>
                  <a:gd name="connsiteX56" fmla="*/ 375121 w 1041109"/>
                  <a:gd name="connsiteY56" fmla="*/ 409575 h 1331849"/>
                  <a:gd name="connsiteX57" fmla="*/ 96229 w 1041109"/>
                  <a:gd name="connsiteY57" fmla="*/ 843660 h 1331849"/>
                  <a:gd name="connsiteX58" fmla="*/ 88609 w 1041109"/>
                  <a:gd name="connsiteY58" fmla="*/ 613028 h 1331849"/>
                  <a:gd name="connsiteX59" fmla="*/ 96229 w 1041109"/>
                  <a:gd name="connsiteY59" fmla="*/ 843660 h 1331849"/>
                  <a:gd name="connsiteX60" fmla="*/ 862293 w 1041109"/>
                  <a:gd name="connsiteY60" fmla="*/ 612013 h 1331849"/>
                  <a:gd name="connsiteX61" fmla="*/ 860769 w 1041109"/>
                  <a:gd name="connsiteY61" fmla="*/ 848359 h 1331849"/>
                  <a:gd name="connsiteX62" fmla="*/ 862293 w 1041109"/>
                  <a:gd name="connsiteY62" fmla="*/ 612013 h 1331849"/>
                  <a:gd name="connsiteX63" fmla="*/ 898361 w 1041109"/>
                  <a:gd name="connsiteY63" fmla="*/ 1023112 h 1331849"/>
                  <a:gd name="connsiteX64" fmla="*/ 900139 w 1041109"/>
                  <a:gd name="connsiteY64" fmla="*/ 1162812 h 1331849"/>
                  <a:gd name="connsiteX65" fmla="*/ 1013423 w 1041109"/>
                  <a:gd name="connsiteY65" fmla="*/ 1093470 h 1331849"/>
                  <a:gd name="connsiteX66" fmla="*/ 898361 w 1041109"/>
                  <a:gd name="connsiteY66" fmla="*/ 1023112 h 1331849"/>
                  <a:gd name="connsiteX67" fmla="*/ 742278 w 1041109"/>
                  <a:gd name="connsiteY67" fmla="*/ 1040891 h 1331849"/>
                  <a:gd name="connsiteX68" fmla="*/ 777330 w 1041109"/>
                  <a:gd name="connsiteY68" fmla="*/ 1197356 h 1331849"/>
                  <a:gd name="connsiteX69" fmla="*/ 829527 w 1041109"/>
                  <a:gd name="connsiteY69" fmla="*/ 1094994 h 1331849"/>
                  <a:gd name="connsiteX70" fmla="*/ 742278 w 1041109"/>
                  <a:gd name="connsiteY70" fmla="*/ 1040891 h 1331849"/>
                  <a:gd name="connsiteX0" fmla="*/ 295634 w 1041109"/>
                  <a:gd name="connsiteY0" fmla="*/ 122125 h 1289813"/>
                  <a:gd name="connsiteX1" fmla="*/ 296508 w 1041109"/>
                  <a:gd name="connsiteY1" fmla="*/ 97791 h 1289813"/>
                  <a:gd name="connsiteX2" fmla="*/ 282538 w 1041109"/>
                  <a:gd name="connsiteY2" fmla="*/ 0 h 1289813"/>
                  <a:gd name="connsiteX3" fmla="*/ 532728 w 1041109"/>
                  <a:gd name="connsiteY3" fmla="*/ 208027 h 1289813"/>
                  <a:gd name="connsiteX4" fmla="*/ 483325 w 1041109"/>
                  <a:gd name="connsiteY4" fmla="*/ 214885 h 1289813"/>
                  <a:gd name="connsiteX5" fmla="*/ 483071 w 1041109"/>
                  <a:gd name="connsiteY5" fmla="*/ 332486 h 1289813"/>
                  <a:gd name="connsiteX6" fmla="*/ 732372 w 1041109"/>
                  <a:gd name="connsiteY6" fmla="*/ 404115 h 1289813"/>
                  <a:gd name="connsiteX7" fmla="*/ 838925 w 1041109"/>
                  <a:gd name="connsiteY7" fmla="*/ 521843 h 1289813"/>
                  <a:gd name="connsiteX8" fmla="*/ 928714 w 1041109"/>
                  <a:gd name="connsiteY8" fmla="*/ 597028 h 1289813"/>
                  <a:gd name="connsiteX9" fmla="*/ 843751 w 1041109"/>
                  <a:gd name="connsiteY9" fmla="*/ 831470 h 1289813"/>
                  <a:gd name="connsiteX10" fmla="*/ 825082 w 1041109"/>
                  <a:gd name="connsiteY10" fmla="*/ 860426 h 1289813"/>
                  <a:gd name="connsiteX11" fmla="*/ 710655 w 1041109"/>
                  <a:gd name="connsiteY11" fmla="*/ 952754 h 1289813"/>
                  <a:gd name="connsiteX12" fmla="*/ 834353 w 1041109"/>
                  <a:gd name="connsiteY12" fmla="*/ 1027939 h 1289813"/>
                  <a:gd name="connsiteX13" fmla="*/ 898361 w 1041109"/>
                  <a:gd name="connsiteY13" fmla="*/ 954660 h 1289813"/>
                  <a:gd name="connsiteX14" fmla="*/ 998564 w 1041109"/>
                  <a:gd name="connsiteY14" fmla="*/ 971423 h 1289813"/>
                  <a:gd name="connsiteX15" fmla="*/ 1041109 w 1041109"/>
                  <a:gd name="connsiteY15" fmla="*/ 1042035 h 1289813"/>
                  <a:gd name="connsiteX16" fmla="*/ 971386 w 1041109"/>
                  <a:gd name="connsiteY16" fmla="*/ 1279653 h 1289813"/>
                  <a:gd name="connsiteX17" fmla="*/ 948145 w 1041109"/>
                  <a:gd name="connsiteY17" fmla="*/ 1282320 h 1289813"/>
                  <a:gd name="connsiteX18" fmla="*/ 1001358 w 1041109"/>
                  <a:gd name="connsiteY18" fmla="*/ 1131824 h 1289813"/>
                  <a:gd name="connsiteX19" fmla="*/ 919189 w 1041109"/>
                  <a:gd name="connsiteY19" fmla="*/ 1151383 h 1289813"/>
                  <a:gd name="connsiteX20" fmla="*/ 835115 w 1041109"/>
                  <a:gd name="connsiteY20" fmla="*/ 1091566 h 1289813"/>
                  <a:gd name="connsiteX21" fmla="*/ 781775 w 1041109"/>
                  <a:gd name="connsiteY21" fmla="*/ 1276351 h 1289813"/>
                  <a:gd name="connsiteX22" fmla="*/ 779743 w 1041109"/>
                  <a:gd name="connsiteY22" fmla="*/ 1289813 h 1289813"/>
                  <a:gd name="connsiteX23" fmla="*/ 764630 w 1041109"/>
                  <a:gd name="connsiteY23" fmla="*/ 1274572 h 1289813"/>
                  <a:gd name="connsiteX24" fmla="*/ 753327 w 1041109"/>
                  <a:gd name="connsiteY24" fmla="*/ 1187451 h 1289813"/>
                  <a:gd name="connsiteX25" fmla="*/ 716497 w 1041109"/>
                  <a:gd name="connsiteY25" fmla="*/ 1003301 h 1289813"/>
                  <a:gd name="connsiteX26" fmla="*/ 709512 w 1041109"/>
                  <a:gd name="connsiteY26" fmla="*/ 979933 h 1289813"/>
                  <a:gd name="connsiteX27" fmla="*/ 537935 w 1041109"/>
                  <a:gd name="connsiteY27" fmla="*/ 983742 h 1289813"/>
                  <a:gd name="connsiteX28" fmla="*/ 273648 w 1041109"/>
                  <a:gd name="connsiteY28" fmla="*/ 976377 h 1289813"/>
                  <a:gd name="connsiteX29" fmla="*/ 233516 w 1041109"/>
                  <a:gd name="connsiteY29" fmla="*/ 999617 h 1289813"/>
                  <a:gd name="connsiteX30" fmla="*/ 187415 w 1041109"/>
                  <a:gd name="connsiteY30" fmla="*/ 1279145 h 1289813"/>
                  <a:gd name="connsiteX31" fmla="*/ 162650 w 1041109"/>
                  <a:gd name="connsiteY31" fmla="*/ 1283335 h 1289813"/>
                  <a:gd name="connsiteX32" fmla="*/ 202020 w 1041109"/>
                  <a:gd name="connsiteY32" fmla="*/ 1001522 h 1289813"/>
                  <a:gd name="connsiteX33" fmla="*/ 69432 w 1041109"/>
                  <a:gd name="connsiteY33" fmla="*/ 1142366 h 1289813"/>
                  <a:gd name="connsiteX34" fmla="*/ 26887 w 1041109"/>
                  <a:gd name="connsiteY34" fmla="*/ 1275842 h 1289813"/>
                  <a:gd name="connsiteX35" fmla="*/ 979 w 1041109"/>
                  <a:gd name="connsiteY35" fmla="*/ 1286129 h 1289813"/>
                  <a:gd name="connsiteX36" fmla="*/ 108040 w 1041109"/>
                  <a:gd name="connsiteY36" fmla="*/ 1045972 h 1289813"/>
                  <a:gd name="connsiteX37" fmla="*/ 238342 w 1041109"/>
                  <a:gd name="connsiteY37" fmla="*/ 954278 h 1289813"/>
                  <a:gd name="connsiteX38" fmla="*/ 112358 w 1041109"/>
                  <a:gd name="connsiteY38" fmla="*/ 828676 h 1289813"/>
                  <a:gd name="connsiteX39" fmla="*/ 33745 w 1041109"/>
                  <a:gd name="connsiteY39" fmla="*/ 788035 h 1289813"/>
                  <a:gd name="connsiteX40" fmla="*/ 1868 w 1041109"/>
                  <a:gd name="connsiteY40" fmla="*/ 642240 h 1289813"/>
                  <a:gd name="connsiteX41" fmla="*/ 101563 w 1041109"/>
                  <a:gd name="connsiteY41" fmla="*/ 542164 h 1289813"/>
                  <a:gd name="connsiteX42" fmla="*/ 279617 w 1041109"/>
                  <a:gd name="connsiteY42" fmla="*/ 367792 h 1289813"/>
                  <a:gd name="connsiteX43" fmla="*/ 456782 w 1041109"/>
                  <a:gd name="connsiteY43" fmla="*/ 331724 h 1289813"/>
                  <a:gd name="connsiteX44" fmla="*/ 456782 w 1041109"/>
                  <a:gd name="connsiteY44" fmla="*/ 215773 h 1289813"/>
                  <a:gd name="connsiteX45" fmla="*/ 310478 w 1041109"/>
                  <a:gd name="connsiteY45" fmla="*/ 118999 h 1289813"/>
                  <a:gd name="connsiteX46" fmla="*/ 375121 w 1041109"/>
                  <a:gd name="connsiteY46" fmla="*/ 367539 h 1289813"/>
                  <a:gd name="connsiteX47" fmla="*/ 139282 w 1041109"/>
                  <a:gd name="connsiteY47" fmla="*/ 525399 h 1289813"/>
                  <a:gd name="connsiteX48" fmla="*/ 108802 w 1041109"/>
                  <a:gd name="connsiteY48" fmla="*/ 727584 h 1289813"/>
                  <a:gd name="connsiteX49" fmla="*/ 244057 w 1041109"/>
                  <a:gd name="connsiteY49" fmla="*/ 925958 h 1289813"/>
                  <a:gd name="connsiteX50" fmla="*/ 473419 w 1041109"/>
                  <a:gd name="connsiteY50" fmla="*/ 960374 h 1289813"/>
                  <a:gd name="connsiteX51" fmla="*/ 754978 w 1041109"/>
                  <a:gd name="connsiteY51" fmla="*/ 898779 h 1289813"/>
                  <a:gd name="connsiteX52" fmla="*/ 842100 w 1041109"/>
                  <a:gd name="connsiteY52" fmla="*/ 607060 h 1289813"/>
                  <a:gd name="connsiteX53" fmla="*/ 661125 w 1041109"/>
                  <a:gd name="connsiteY53" fmla="*/ 394081 h 1289813"/>
                  <a:gd name="connsiteX54" fmla="*/ 375121 w 1041109"/>
                  <a:gd name="connsiteY54" fmla="*/ 367539 h 1289813"/>
                  <a:gd name="connsiteX55" fmla="*/ 96229 w 1041109"/>
                  <a:gd name="connsiteY55" fmla="*/ 801624 h 1289813"/>
                  <a:gd name="connsiteX56" fmla="*/ 88609 w 1041109"/>
                  <a:gd name="connsiteY56" fmla="*/ 570992 h 1289813"/>
                  <a:gd name="connsiteX57" fmla="*/ 96229 w 1041109"/>
                  <a:gd name="connsiteY57" fmla="*/ 801624 h 1289813"/>
                  <a:gd name="connsiteX58" fmla="*/ 862293 w 1041109"/>
                  <a:gd name="connsiteY58" fmla="*/ 569977 h 1289813"/>
                  <a:gd name="connsiteX59" fmla="*/ 860769 w 1041109"/>
                  <a:gd name="connsiteY59" fmla="*/ 806323 h 1289813"/>
                  <a:gd name="connsiteX60" fmla="*/ 862293 w 1041109"/>
                  <a:gd name="connsiteY60" fmla="*/ 569977 h 1289813"/>
                  <a:gd name="connsiteX61" fmla="*/ 898361 w 1041109"/>
                  <a:gd name="connsiteY61" fmla="*/ 981076 h 1289813"/>
                  <a:gd name="connsiteX62" fmla="*/ 900139 w 1041109"/>
                  <a:gd name="connsiteY62" fmla="*/ 1120776 h 1289813"/>
                  <a:gd name="connsiteX63" fmla="*/ 1013423 w 1041109"/>
                  <a:gd name="connsiteY63" fmla="*/ 1051434 h 1289813"/>
                  <a:gd name="connsiteX64" fmla="*/ 898361 w 1041109"/>
                  <a:gd name="connsiteY64" fmla="*/ 981076 h 1289813"/>
                  <a:gd name="connsiteX65" fmla="*/ 742278 w 1041109"/>
                  <a:gd name="connsiteY65" fmla="*/ 998855 h 1289813"/>
                  <a:gd name="connsiteX66" fmla="*/ 777330 w 1041109"/>
                  <a:gd name="connsiteY66" fmla="*/ 1155320 h 1289813"/>
                  <a:gd name="connsiteX67" fmla="*/ 829527 w 1041109"/>
                  <a:gd name="connsiteY67" fmla="*/ 1052958 h 1289813"/>
                  <a:gd name="connsiteX68" fmla="*/ 742278 w 1041109"/>
                  <a:gd name="connsiteY68" fmla="*/ 998855 h 1289813"/>
                  <a:gd name="connsiteX0" fmla="*/ 295634 w 1041109"/>
                  <a:gd name="connsiteY0" fmla="*/ 24334 h 1192022"/>
                  <a:gd name="connsiteX1" fmla="*/ 296508 w 1041109"/>
                  <a:gd name="connsiteY1" fmla="*/ 0 h 1192022"/>
                  <a:gd name="connsiteX2" fmla="*/ 532728 w 1041109"/>
                  <a:gd name="connsiteY2" fmla="*/ 110236 h 1192022"/>
                  <a:gd name="connsiteX3" fmla="*/ 483325 w 1041109"/>
                  <a:gd name="connsiteY3" fmla="*/ 117094 h 1192022"/>
                  <a:gd name="connsiteX4" fmla="*/ 483071 w 1041109"/>
                  <a:gd name="connsiteY4" fmla="*/ 234695 h 1192022"/>
                  <a:gd name="connsiteX5" fmla="*/ 732372 w 1041109"/>
                  <a:gd name="connsiteY5" fmla="*/ 306324 h 1192022"/>
                  <a:gd name="connsiteX6" fmla="*/ 838925 w 1041109"/>
                  <a:gd name="connsiteY6" fmla="*/ 424052 h 1192022"/>
                  <a:gd name="connsiteX7" fmla="*/ 928714 w 1041109"/>
                  <a:gd name="connsiteY7" fmla="*/ 499237 h 1192022"/>
                  <a:gd name="connsiteX8" fmla="*/ 843751 w 1041109"/>
                  <a:gd name="connsiteY8" fmla="*/ 733679 h 1192022"/>
                  <a:gd name="connsiteX9" fmla="*/ 825082 w 1041109"/>
                  <a:gd name="connsiteY9" fmla="*/ 762635 h 1192022"/>
                  <a:gd name="connsiteX10" fmla="*/ 710655 w 1041109"/>
                  <a:gd name="connsiteY10" fmla="*/ 854963 h 1192022"/>
                  <a:gd name="connsiteX11" fmla="*/ 834353 w 1041109"/>
                  <a:gd name="connsiteY11" fmla="*/ 930148 h 1192022"/>
                  <a:gd name="connsiteX12" fmla="*/ 898361 w 1041109"/>
                  <a:gd name="connsiteY12" fmla="*/ 856869 h 1192022"/>
                  <a:gd name="connsiteX13" fmla="*/ 998564 w 1041109"/>
                  <a:gd name="connsiteY13" fmla="*/ 873632 h 1192022"/>
                  <a:gd name="connsiteX14" fmla="*/ 1041109 w 1041109"/>
                  <a:gd name="connsiteY14" fmla="*/ 944244 h 1192022"/>
                  <a:gd name="connsiteX15" fmla="*/ 971386 w 1041109"/>
                  <a:gd name="connsiteY15" fmla="*/ 1181862 h 1192022"/>
                  <a:gd name="connsiteX16" fmla="*/ 948145 w 1041109"/>
                  <a:gd name="connsiteY16" fmla="*/ 1184529 h 1192022"/>
                  <a:gd name="connsiteX17" fmla="*/ 1001358 w 1041109"/>
                  <a:gd name="connsiteY17" fmla="*/ 1034033 h 1192022"/>
                  <a:gd name="connsiteX18" fmla="*/ 919189 w 1041109"/>
                  <a:gd name="connsiteY18" fmla="*/ 1053592 h 1192022"/>
                  <a:gd name="connsiteX19" fmla="*/ 835115 w 1041109"/>
                  <a:gd name="connsiteY19" fmla="*/ 993775 h 1192022"/>
                  <a:gd name="connsiteX20" fmla="*/ 781775 w 1041109"/>
                  <a:gd name="connsiteY20" fmla="*/ 1178560 h 1192022"/>
                  <a:gd name="connsiteX21" fmla="*/ 779743 w 1041109"/>
                  <a:gd name="connsiteY21" fmla="*/ 1192022 h 1192022"/>
                  <a:gd name="connsiteX22" fmla="*/ 764630 w 1041109"/>
                  <a:gd name="connsiteY22" fmla="*/ 1176781 h 1192022"/>
                  <a:gd name="connsiteX23" fmla="*/ 753327 w 1041109"/>
                  <a:gd name="connsiteY23" fmla="*/ 1089660 h 1192022"/>
                  <a:gd name="connsiteX24" fmla="*/ 716497 w 1041109"/>
                  <a:gd name="connsiteY24" fmla="*/ 905510 h 1192022"/>
                  <a:gd name="connsiteX25" fmla="*/ 709512 w 1041109"/>
                  <a:gd name="connsiteY25" fmla="*/ 882142 h 1192022"/>
                  <a:gd name="connsiteX26" fmla="*/ 537935 w 1041109"/>
                  <a:gd name="connsiteY26" fmla="*/ 885951 h 1192022"/>
                  <a:gd name="connsiteX27" fmla="*/ 273648 w 1041109"/>
                  <a:gd name="connsiteY27" fmla="*/ 878586 h 1192022"/>
                  <a:gd name="connsiteX28" fmla="*/ 233516 w 1041109"/>
                  <a:gd name="connsiteY28" fmla="*/ 901826 h 1192022"/>
                  <a:gd name="connsiteX29" fmla="*/ 187415 w 1041109"/>
                  <a:gd name="connsiteY29" fmla="*/ 1181354 h 1192022"/>
                  <a:gd name="connsiteX30" fmla="*/ 162650 w 1041109"/>
                  <a:gd name="connsiteY30" fmla="*/ 1185544 h 1192022"/>
                  <a:gd name="connsiteX31" fmla="*/ 202020 w 1041109"/>
                  <a:gd name="connsiteY31" fmla="*/ 903731 h 1192022"/>
                  <a:gd name="connsiteX32" fmla="*/ 69432 w 1041109"/>
                  <a:gd name="connsiteY32" fmla="*/ 1044575 h 1192022"/>
                  <a:gd name="connsiteX33" fmla="*/ 26887 w 1041109"/>
                  <a:gd name="connsiteY33" fmla="*/ 1178051 h 1192022"/>
                  <a:gd name="connsiteX34" fmla="*/ 979 w 1041109"/>
                  <a:gd name="connsiteY34" fmla="*/ 1188338 h 1192022"/>
                  <a:gd name="connsiteX35" fmla="*/ 108040 w 1041109"/>
                  <a:gd name="connsiteY35" fmla="*/ 948181 h 1192022"/>
                  <a:gd name="connsiteX36" fmla="*/ 238342 w 1041109"/>
                  <a:gd name="connsiteY36" fmla="*/ 856487 h 1192022"/>
                  <a:gd name="connsiteX37" fmla="*/ 112358 w 1041109"/>
                  <a:gd name="connsiteY37" fmla="*/ 730885 h 1192022"/>
                  <a:gd name="connsiteX38" fmla="*/ 33745 w 1041109"/>
                  <a:gd name="connsiteY38" fmla="*/ 690244 h 1192022"/>
                  <a:gd name="connsiteX39" fmla="*/ 1868 w 1041109"/>
                  <a:gd name="connsiteY39" fmla="*/ 544449 h 1192022"/>
                  <a:gd name="connsiteX40" fmla="*/ 101563 w 1041109"/>
                  <a:gd name="connsiteY40" fmla="*/ 444373 h 1192022"/>
                  <a:gd name="connsiteX41" fmla="*/ 279617 w 1041109"/>
                  <a:gd name="connsiteY41" fmla="*/ 270001 h 1192022"/>
                  <a:gd name="connsiteX42" fmla="*/ 456782 w 1041109"/>
                  <a:gd name="connsiteY42" fmla="*/ 233933 h 1192022"/>
                  <a:gd name="connsiteX43" fmla="*/ 456782 w 1041109"/>
                  <a:gd name="connsiteY43" fmla="*/ 117982 h 1192022"/>
                  <a:gd name="connsiteX44" fmla="*/ 310478 w 1041109"/>
                  <a:gd name="connsiteY44" fmla="*/ 21208 h 1192022"/>
                  <a:gd name="connsiteX45" fmla="*/ 375121 w 1041109"/>
                  <a:gd name="connsiteY45" fmla="*/ 269748 h 1192022"/>
                  <a:gd name="connsiteX46" fmla="*/ 139282 w 1041109"/>
                  <a:gd name="connsiteY46" fmla="*/ 427608 h 1192022"/>
                  <a:gd name="connsiteX47" fmla="*/ 108802 w 1041109"/>
                  <a:gd name="connsiteY47" fmla="*/ 629793 h 1192022"/>
                  <a:gd name="connsiteX48" fmla="*/ 244057 w 1041109"/>
                  <a:gd name="connsiteY48" fmla="*/ 828167 h 1192022"/>
                  <a:gd name="connsiteX49" fmla="*/ 473419 w 1041109"/>
                  <a:gd name="connsiteY49" fmla="*/ 862583 h 1192022"/>
                  <a:gd name="connsiteX50" fmla="*/ 754978 w 1041109"/>
                  <a:gd name="connsiteY50" fmla="*/ 800988 h 1192022"/>
                  <a:gd name="connsiteX51" fmla="*/ 842100 w 1041109"/>
                  <a:gd name="connsiteY51" fmla="*/ 509269 h 1192022"/>
                  <a:gd name="connsiteX52" fmla="*/ 661125 w 1041109"/>
                  <a:gd name="connsiteY52" fmla="*/ 296290 h 1192022"/>
                  <a:gd name="connsiteX53" fmla="*/ 375121 w 1041109"/>
                  <a:gd name="connsiteY53" fmla="*/ 269748 h 1192022"/>
                  <a:gd name="connsiteX54" fmla="*/ 96229 w 1041109"/>
                  <a:gd name="connsiteY54" fmla="*/ 703833 h 1192022"/>
                  <a:gd name="connsiteX55" fmla="*/ 88609 w 1041109"/>
                  <a:gd name="connsiteY55" fmla="*/ 473201 h 1192022"/>
                  <a:gd name="connsiteX56" fmla="*/ 96229 w 1041109"/>
                  <a:gd name="connsiteY56" fmla="*/ 703833 h 1192022"/>
                  <a:gd name="connsiteX57" fmla="*/ 862293 w 1041109"/>
                  <a:gd name="connsiteY57" fmla="*/ 472186 h 1192022"/>
                  <a:gd name="connsiteX58" fmla="*/ 860769 w 1041109"/>
                  <a:gd name="connsiteY58" fmla="*/ 708532 h 1192022"/>
                  <a:gd name="connsiteX59" fmla="*/ 862293 w 1041109"/>
                  <a:gd name="connsiteY59" fmla="*/ 472186 h 1192022"/>
                  <a:gd name="connsiteX60" fmla="*/ 898361 w 1041109"/>
                  <a:gd name="connsiteY60" fmla="*/ 883285 h 1192022"/>
                  <a:gd name="connsiteX61" fmla="*/ 900139 w 1041109"/>
                  <a:gd name="connsiteY61" fmla="*/ 1022985 h 1192022"/>
                  <a:gd name="connsiteX62" fmla="*/ 1013423 w 1041109"/>
                  <a:gd name="connsiteY62" fmla="*/ 953643 h 1192022"/>
                  <a:gd name="connsiteX63" fmla="*/ 898361 w 1041109"/>
                  <a:gd name="connsiteY63" fmla="*/ 883285 h 1192022"/>
                  <a:gd name="connsiteX64" fmla="*/ 742278 w 1041109"/>
                  <a:gd name="connsiteY64" fmla="*/ 901064 h 1192022"/>
                  <a:gd name="connsiteX65" fmla="*/ 777330 w 1041109"/>
                  <a:gd name="connsiteY65" fmla="*/ 1057529 h 1192022"/>
                  <a:gd name="connsiteX66" fmla="*/ 829527 w 1041109"/>
                  <a:gd name="connsiteY66" fmla="*/ 955167 h 1192022"/>
                  <a:gd name="connsiteX67" fmla="*/ 742278 w 1041109"/>
                  <a:gd name="connsiteY67" fmla="*/ 901064 h 1192022"/>
                  <a:gd name="connsiteX0" fmla="*/ 295634 w 1041109"/>
                  <a:gd name="connsiteY0" fmla="*/ 24334 h 1192022"/>
                  <a:gd name="connsiteX1" fmla="*/ 296508 w 1041109"/>
                  <a:gd name="connsiteY1" fmla="*/ 0 h 1192022"/>
                  <a:gd name="connsiteX2" fmla="*/ 532728 w 1041109"/>
                  <a:gd name="connsiteY2" fmla="*/ 110236 h 1192022"/>
                  <a:gd name="connsiteX3" fmla="*/ 483325 w 1041109"/>
                  <a:gd name="connsiteY3" fmla="*/ 117094 h 1192022"/>
                  <a:gd name="connsiteX4" fmla="*/ 483071 w 1041109"/>
                  <a:gd name="connsiteY4" fmla="*/ 234695 h 1192022"/>
                  <a:gd name="connsiteX5" fmla="*/ 732372 w 1041109"/>
                  <a:gd name="connsiteY5" fmla="*/ 306324 h 1192022"/>
                  <a:gd name="connsiteX6" fmla="*/ 838925 w 1041109"/>
                  <a:gd name="connsiteY6" fmla="*/ 424052 h 1192022"/>
                  <a:gd name="connsiteX7" fmla="*/ 928714 w 1041109"/>
                  <a:gd name="connsiteY7" fmla="*/ 499237 h 1192022"/>
                  <a:gd name="connsiteX8" fmla="*/ 843751 w 1041109"/>
                  <a:gd name="connsiteY8" fmla="*/ 733679 h 1192022"/>
                  <a:gd name="connsiteX9" fmla="*/ 825082 w 1041109"/>
                  <a:gd name="connsiteY9" fmla="*/ 762635 h 1192022"/>
                  <a:gd name="connsiteX10" fmla="*/ 710655 w 1041109"/>
                  <a:gd name="connsiteY10" fmla="*/ 854963 h 1192022"/>
                  <a:gd name="connsiteX11" fmla="*/ 834353 w 1041109"/>
                  <a:gd name="connsiteY11" fmla="*/ 930148 h 1192022"/>
                  <a:gd name="connsiteX12" fmla="*/ 898361 w 1041109"/>
                  <a:gd name="connsiteY12" fmla="*/ 856869 h 1192022"/>
                  <a:gd name="connsiteX13" fmla="*/ 998564 w 1041109"/>
                  <a:gd name="connsiteY13" fmla="*/ 873632 h 1192022"/>
                  <a:gd name="connsiteX14" fmla="*/ 1041109 w 1041109"/>
                  <a:gd name="connsiteY14" fmla="*/ 944244 h 1192022"/>
                  <a:gd name="connsiteX15" fmla="*/ 971386 w 1041109"/>
                  <a:gd name="connsiteY15" fmla="*/ 1181862 h 1192022"/>
                  <a:gd name="connsiteX16" fmla="*/ 948145 w 1041109"/>
                  <a:gd name="connsiteY16" fmla="*/ 1184529 h 1192022"/>
                  <a:gd name="connsiteX17" fmla="*/ 1001358 w 1041109"/>
                  <a:gd name="connsiteY17" fmla="*/ 1034033 h 1192022"/>
                  <a:gd name="connsiteX18" fmla="*/ 919189 w 1041109"/>
                  <a:gd name="connsiteY18" fmla="*/ 1053592 h 1192022"/>
                  <a:gd name="connsiteX19" fmla="*/ 835115 w 1041109"/>
                  <a:gd name="connsiteY19" fmla="*/ 993775 h 1192022"/>
                  <a:gd name="connsiteX20" fmla="*/ 781775 w 1041109"/>
                  <a:gd name="connsiteY20" fmla="*/ 1178560 h 1192022"/>
                  <a:gd name="connsiteX21" fmla="*/ 779743 w 1041109"/>
                  <a:gd name="connsiteY21" fmla="*/ 1192022 h 1192022"/>
                  <a:gd name="connsiteX22" fmla="*/ 764630 w 1041109"/>
                  <a:gd name="connsiteY22" fmla="*/ 1176781 h 1192022"/>
                  <a:gd name="connsiteX23" fmla="*/ 753327 w 1041109"/>
                  <a:gd name="connsiteY23" fmla="*/ 1089660 h 1192022"/>
                  <a:gd name="connsiteX24" fmla="*/ 716497 w 1041109"/>
                  <a:gd name="connsiteY24" fmla="*/ 905510 h 1192022"/>
                  <a:gd name="connsiteX25" fmla="*/ 709512 w 1041109"/>
                  <a:gd name="connsiteY25" fmla="*/ 882142 h 1192022"/>
                  <a:gd name="connsiteX26" fmla="*/ 537935 w 1041109"/>
                  <a:gd name="connsiteY26" fmla="*/ 885951 h 1192022"/>
                  <a:gd name="connsiteX27" fmla="*/ 273648 w 1041109"/>
                  <a:gd name="connsiteY27" fmla="*/ 878586 h 1192022"/>
                  <a:gd name="connsiteX28" fmla="*/ 233516 w 1041109"/>
                  <a:gd name="connsiteY28" fmla="*/ 901826 h 1192022"/>
                  <a:gd name="connsiteX29" fmla="*/ 187415 w 1041109"/>
                  <a:gd name="connsiteY29" fmla="*/ 1181354 h 1192022"/>
                  <a:gd name="connsiteX30" fmla="*/ 162650 w 1041109"/>
                  <a:gd name="connsiteY30" fmla="*/ 1185544 h 1192022"/>
                  <a:gd name="connsiteX31" fmla="*/ 202020 w 1041109"/>
                  <a:gd name="connsiteY31" fmla="*/ 903731 h 1192022"/>
                  <a:gd name="connsiteX32" fmla="*/ 69432 w 1041109"/>
                  <a:gd name="connsiteY32" fmla="*/ 1044575 h 1192022"/>
                  <a:gd name="connsiteX33" fmla="*/ 26887 w 1041109"/>
                  <a:gd name="connsiteY33" fmla="*/ 1178051 h 1192022"/>
                  <a:gd name="connsiteX34" fmla="*/ 979 w 1041109"/>
                  <a:gd name="connsiteY34" fmla="*/ 1188338 h 1192022"/>
                  <a:gd name="connsiteX35" fmla="*/ 108040 w 1041109"/>
                  <a:gd name="connsiteY35" fmla="*/ 948181 h 1192022"/>
                  <a:gd name="connsiteX36" fmla="*/ 238342 w 1041109"/>
                  <a:gd name="connsiteY36" fmla="*/ 856487 h 1192022"/>
                  <a:gd name="connsiteX37" fmla="*/ 112358 w 1041109"/>
                  <a:gd name="connsiteY37" fmla="*/ 730885 h 1192022"/>
                  <a:gd name="connsiteX38" fmla="*/ 33745 w 1041109"/>
                  <a:gd name="connsiteY38" fmla="*/ 690244 h 1192022"/>
                  <a:gd name="connsiteX39" fmla="*/ 1868 w 1041109"/>
                  <a:gd name="connsiteY39" fmla="*/ 544449 h 1192022"/>
                  <a:gd name="connsiteX40" fmla="*/ 101563 w 1041109"/>
                  <a:gd name="connsiteY40" fmla="*/ 444373 h 1192022"/>
                  <a:gd name="connsiteX41" fmla="*/ 279617 w 1041109"/>
                  <a:gd name="connsiteY41" fmla="*/ 270001 h 1192022"/>
                  <a:gd name="connsiteX42" fmla="*/ 456782 w 1041109"/>
                  <a:gd name="connsiteY42" fmla="*/ 233933 h 1192022"/>
                  <a:gd name="connsiteX43" fmla="*/ 456782 w 1041109"/>
                  <a:gd name="connsiteY43" fmla="*/ 117982 h 1192022"/>
                  <a:gd name="connsiteX44" fmla="*/ 375121 w 1041109"/>
                  <a:gd name="connsiteY44" fmla="*/ 269748 h 1192022"/>
                  <a:gd name="connsiteX45" fmla="*/ 139282 w 1041109"/>
                  <a:gd name="connsiteY45" fmla="*/ 427608 h 1192022"/>
                  <a:gd name="connsiteX46" fmla="*/ 108802 w 1041109"/>
                  <a:gd name="connsiteY46" fmla="*/ 629793 h 1192022"/>
                  <a:gd name="connsiteX47" fmla="*/ 244057 w 1041109"/>
                  <a:gd name="connsiteY47" fmla="*/ 828167 h 1192022"/>
                  <a:gd name="connsiteX48" fmla="*/ 473419 w 1041109"/>
                  <a:gd name="connsiteY48" fmla="*/ 862583 h 1192022"/>
                  <a:gd name="connsiteX49" fmla="*/ 754978 w 1041109"/>
                  <a:gd name="connsiteY49" fmla="*/ 800988 h 1192022"/>
                  <a:gd name="connsiteX50" fmla="*/ 842100 w 1041109"/>
                  <a:gd name="connsiteY50" fmla="*/ 509269 h 1192022"/>
                  <a:gd name="connsiteX51" fmla="*/ 661125 w 1041109"/>
                  <a:gd name="connsiteY51" fmla="*/ 296290 h 1192022"/>
                  <a:gd name="connsiteX52" fmla="*/ 375121 w 1041109"/>
                  <a:gd name="connsiteY52" fmla="*/ 269748 h 1192022"/>
                  <a:gd name="connsiteX53" fmla="*/ 96229 w 1041109"/>
                  <a:gd name="connsiteY53" fmla="*/ 703833 h 1192022"/>
                  <a:gd name="connsiteX54" fmla="*/ 88609 w 1041109"/>
                  <a:gd name="connsiteY54" fmla="*/ 473201 h 1192022"/>
                  <a:gd name="connsiteX55" fmla="*/ 96229 w 1041109"/>
                  <a:gd name="connsiteY55" fmla="*/ 703833 h 1192022"/>
                  <a:gd name="connsiteX56" fmla="*/ 862293 w 1041109"/>
                  <a:gd name="connsiteY56" fmla="*/ 472186 h 1192022"/>
                  <a:gd name="connsiteX57" fmla="*/ 860769 w 1041109"/>
                  <a:gd name="connsiteY57" fmla="*/ 708532 h 1192022"/>
                  <a:gd name="connsiteX58" fmla="*/ 862293 w 1041109"/>
                  <a:gd name="connsiteY58" fmla="*/ 472186 h 1192022"/>
                  <a:gd name="connsiteX59" fmla="*/ 898361 w 1041109"/>
                  <a:gd name="connsiteY59" fmla="*/ 883285 h 1192022"/>
                  <a:gd name="connsiteX60" fmla="*/ 900139 w 1041109"/>
                  <a:gd name="connsiteY60" fmla="*/ 1022985 h 1192022"/>
                  <a:gd name="connsiteX61" fmla="*/ 1013423 w 1041109"/>
                  <a:gd name="connsiteY61" fmla="*/ 953643 h 1192022"/>
                  <a:gd name="connsiteX62" fmla="*/ 898361 w 1041109"/>
                  <a:gd name="connsiteY62" fmla="*/ 883285 h 1192022"/>
                  <a:gd name="connsiteX63" fmla="*/ 742278 w 1041109"/>
                  <a:gd name="connsiteY63" fmla="*/ 901064 h 1192022"/>
                  <a:gd name="connsiteX64" fmla="*/ 777330 w 1041109"/>
                  <a:gd name="connsiteY64" fmla="*/ 1057529 h 1192022"/>
                  <a:gd name="connsiteX65" fmla="*/ 829527 w 1041109"/>
                  <a:gd name="connsiteY65" fmla="*/ 955167 h 1192022"/>
                  <a:gd name="connsiteX66" fmla="*/ 742278 w 1041109"/>
                  <a:gd name="connsiteY66" fmla="*/ 901064 h 1192022"/>
                  <a:gd name="connsiteX0" fmla="*/ 295634 w 1041109"/>
                  <a:gd name="connsiteY0" fmla="*/ 0 h 1167688"/>
                  <a:gd name="connsiteX1" fmla="*/ 532728 w 1041109"/>
                  <a:gd name="connsiteY1" fmla="*/ 85902 h 1167688"/>
                  <a:gd name="connsiteX2" fmla="*/ 483325 w 1041109"/>
                  <a:gd name="connsiteY2" fmla="*/ 92760 h 1167688"/>
                  <a:gd name="connsiteX3" fmla="*/ 483071 w 1041109"/>
                  <a:gd name="connsiteY3" fmla="*/ 210361 h 1167688"/>
                  <a:gd name="connsiteX4" fmla="*/ 732372 w 1041109"/>
                  <a:gd name="connsiteY4" fmla="*/ 281990 h 1167688"/>
                  <a:gd name="connsiteX5" fmla="*/ 838925 w 1041109"/>
                  <a:gd name="connsiteY5" fmla="*/ 399718 h 1167688"/>
                  <a:gd name="connsiteX6" fmla="*/ 928714 w 1041109"/>
                  <a:gd name="connsiteY6" fmla="*/ 474903 h 1167688"/>
                  <a:gd name="connsiteX7" fmla="*/ 843751 w 1041109"/>
                  <a:gd name="connsiteY7" fmla="*/ 709345 h 1167688"/>
                  <a:gd name="connsiteX8" fmla="*/ 825082 w 1041109"/>
                  <a:gd name="connsiteY8" fmla="*/ 738301 h 1167688"/>
                  <a:gd name="connsiteX9" fmla="*/ 710655 w 1041109"/>
                  <a:gd name="connsiteY9" fmla="*/ 830629 h 1167688"/>
                  <a:gd name="connsiteX10" fmla="*/ 834353 w 1041109"/>
                  <a:gd name="connsiteY10" fmla="*/ 905814 h 1167688"/>
                  <a:gd name="connsiteX11" fmla="*/ 898361 w 1041109"/>
                  <a:gd name="connsiteY11" fmla="*/ 832535 h 1167688"/>
                  <a:gd name="connsiteX12" fmla="*/ 998564 w 1041109"/>
                  <a:gd name="connsiteY12" fmla="*/ 849298 h 1167688"/>
                  <a:gd name="connsiteX13" fmla="*/ 1041109 w 1041109"/>
                  <a:gd name="connsiteY13" fmla="*/ 919910 h 1167688"/>
                  <a:gd name="connsiteX14" fmla="*/ 971386 w 1041109"/>
                  <a:gd name="connsiteY14" fmla="*/ 1157528 h 1167688"/>
                  <a:gd name="connsiteX15" fmla="*/ 948145 w 1041109"/>
                  <a:gd name="connsiteY15" fmla="*/ 1160195 h 1167688"/>
                  <a:gd name="connsiteX16" fmla="*/ 1001358 w 1041109"/>
                  <a:gd name="connsiteY16" fmla="*/ 1009699 h 1167688"/>
                  <a:gd name="connsiteX17" fmla="*/ 919189 w 1041109"/>
                  <a:gd name="connsiteY17" fmla="*/ 1029258 h 1167688"/>
                  <a:gd name="connsiteX18" fmla="*/ 835115 w 1041109"/>
                  <a:gd name="connsiteY18" fmla="*/ 969441 h 1167688"/>
                  <a:gd name="connsiteX19" fmla="*/ 781775 w 1041109"/>
                  <a:gd name="connsiteY19" fmla="*/ 1154226 h 1167688"/>
                  <a:gd name="connsiteX20" fmla="*/ 779743 w 1041109"/>
                  <a:gd name="connsiteY20" fmla="*/ 1167688 h 1167688"/>
                  <a:gd name="connsiteX21" fmla="*/ 764630 w 1041109"/>
                  <a:gd name="connsiteY21" fmla="*/ 1152447 h 1167688"/>
                  <a:gd name="connsiteX22" fmla="*/ 753327 w 1041109"/>
                  <a:gd name="connsiteY22" fmla="*/ 1065326 h 1167688"/>
                  <a:gd name="connsiteX23" fmla="*/ 716497 w 1041109"/>
                  <a:gd name="connsiteY23" fmla="*/ 881176 h 1167688"/>
                  <a:gd name="connsiteX24" fmla="*/ 709512 w 1041109"/>
                  <a:gd name="connsiteY24" fmla="*/ 857808 h 1167688"/>
                  <a:gd name="connsiteX25" fmla="*/ 537935 w 1041109"/>
                  <a:gd name="connsiteY25" fmla="*/ 861617 h 1167688"/>
                  <a:gd name="connsiteX26" fmla="*/ 273648 w 1041109"/>
                  <a:gd name="connsiteY26" fmla="*/ 854252 h 1167688"/>
                  <a:gd name="connsiteX27" fmla="*/ 233516 w 1041109"/>
                  <a:gd name="connsiteY27" fmla="*/ 877492 h 1167688"/>
                  <a:gd name="connsiteX28" fmla="*/ 187415 w 1041109"/>
                  <a:gd name="connsiteY28" fmla="*/ 1157020 h 1167688"/>
                  <a:gd name="connsiteX29" fmla="*/ 162650 w 1041109"/>
                  <a:gd name="connsiteY29" fmla="*/ 1161210 h 1167688"/>
                  <a:gd name="connsiteX30" fmla="*/ 202020 w 1041109"/>
                  <a:gd name="connsiteY30" fmla="*/ 879397 h 1167688"/>
                  <a:gd name="connsiteX31" fmla="*/ 69432 w 1041109"/>
                  <a:gd name="connsiteY31" fmla="*/ 1020241 h 1167688"/>
                  <a:gd name="connsiteX32" fmla="*/ 26887 w 1041109"/>
                  <a:gd name="connsiteY32" fmla="*/ 1153717 h 1167688"/>
                  <a:gd name="connsiteX33" fmla="*/ 979 w 1041109"/>
                  <a:gd name="connsiteY33" fmla="*/ 1164004 h 1167688"/>
                  <a:gd name="connsiteX34" fmla="*/ 108040 w 1041109"/>
                  <a:gd name="connsiteY34" fmla="*/ 923847 h 1167688"/>
                  <a:gd name="connsiteX35" fmla="*/ 238342 w 1041109"/>
                  <a:gd name="connsiteY35" fmla="*/ 832153 h 1167688"/>
                  <a:gd name="connsiteX36" fmla="*/ 112358 w 1041109"/>
                  <a:gd name="connsiteY36" fmla="*/ 706551 h 1167688"/>
                  <a:gd name="connsiteX37" fmla="*/ 33745 w 1041109"/>
                  <a:gd name="connsiteY37" fmla="*/ 665910 h 1167688"/>
                  <a:gd name="connsiteX38" fmla="*/ 1868 w 1041109"/>
                  <a:gd name="connsiteY38" fmla="*/ 520115 h 1167688"/>
                  <a:gd name="connsiteX39" fmla="*/ 101563 w 1041109"/>
                  <a:gd name="connsiteY39" fmla="*/ 420039 h 1167688"/>
                  <a:gd name="connsiteX40" fmla="*/ 279617 w 1041109"/>
                  <a:gd name="connsiteY40" fmla="*/ 245667 h 1167688"/>
                  <a:gd name="connsiteX41" fmla="*/ 456782 w 1041109"/>
                  <a:gd name="connsiteY41" fmla="*/ 209599 h 1167688"/>
                  <a:gd name="connsiteX42" fmla="*/ 456782 w 1041109"/>
                  <a:gd name="connsiteY42" fmla="*/ 93648 h 1167688"/>
                  <a:gd name="connsiteX43" fmla="*/ 375121 w 1041109"/>
                  <a:gd name="connsiteY43" fmla="*/ 245414 h 1167688"/>
                  <a:gd name="connsiteX44" fmla="*/ 139282 w 1041109"/>
                  <a:gd name="connsiteY44" fmla="*/ 403274 h 1167688"/>
                  <a:gd name="connsiteX45" fmla="*/ 108802 w 1041109"/>
                  <a:gd name="connsiteY45" fmla="*/ 605459 h 1167688"/>
                  <a:gd name="connsiteX46" fmla="*/ 244057 w 1041109"/>
                  <a:gd name="connsiteY46" fmla="*/ 803833 h 1167688"/>
                  <a:gd name="connsiteX47" fmla="*/ 473419 w 1041109"/>
                  <a:gd name="connsiteY47" fmla="*/ 838249 h 1167688"/>
                  <a:gd name="connsiteX48" fmla="*/ 754978 w 1041109"/>
                  <a:gd name="connsiteY48" fmla="*/ 776654 h 1167688"/>
                  <a:gd name="connsiteX49" fmla="*/ 842100 w 1041109"/>
                  <a:gd name="connsiteY49" fmla="*/ 484935 h 1167688"/>
                  <a:gd name="connsiteX50" fmla="*/ 661125 w 1041109"/>
                  <a:gd name="connsiteY50" fmla="*/ 271956 h 1167688"/>
                  <a:gd name="connsiteX51" fmla="*/ 375121 w 1041109"/>
                  <a:gd name="connsiteY51" fmla="*/ 245414 h 1167688"/>
                  <a:gd name="connsiteX52" fmla="*/ 96229 w 1041109"/>
                  <a:gd name="connsiteY52" fmla="*/ 679499 h 1167688"/>
                  <a:gd name="connsiteX53" fmla="*/ 88609 w 1041109"/>
                  <a:gd name="connsiteY53" fmla="*/ 448867 h 1167688"/>
                  <a:gd name="connsiteX54" fmla="*/ 96229 w 1041109"/>
                  <a:gd name="connsiteY54" fmla="*/ 679499 h 1167688"/>
                  <a:gd name="connsiteX55" fmla="*/ 862293 w 1041109"/>
                  <a:gd name="connsiteY55" fmla="*/ 447852 h 1167688"/>
                  <a:gd name="connsiteX56" fmla="*/ 860769 w 1041109"/>
                  <a:gd name="connsiteY56" fmla="*/ 684198 h 1167688"/>
                  <a:gd name="connsiteX57" fmla="*/ 862293 w 1041109"/>
                  <a:gd name="connsiteY57" fmla="*/ 447852 h 1167688"/>
                  <a:gd name="connsiteX58" fmla="*/ 898361 w 1041109"/>
                  <a:gd name="connsiteY58" fmla="*/ 858951 h 1167688"/>
                  <a:gd name="connsiteX59" fmla="*/ 900139 w 1041109"/>
                  <a:gd name="connsiteY59" fmla="*/ 998651 h 1167688"/>
                  <a:gd name="connsiteX60" fmla="*/ 1013423 w 1041109"/>
                  <a:gd name="connsiteY60" fmla="*/ 929309 h 1167688"/>
                  <a:gd name="connsiteX61" fmla="*/ 898361 w 1041109"/>
                  <a:gd name="connsiteY61" fmla="*/ 858951 h 1167688"/>
                  <a:gd name="connsiteX62" fmla="*/ 742278 w 1041109"/>
                  <a:gd name="connsiteY62" fmla="*/ 876730 h 1167688"/>
                  <a:gd name="connsiteX63" fmla="*/ 777330 w 1041109"/>
                  <a:gd name="connsiteY63" fmla="*/ 1033195 h 1167688"/>
                  <a:gd name="connsiteX64" fmla="*/ 829527 w 1041109"/>
                  <a:gd name="connsiteY64" fmla="*/ 930833 h 1167688"/>
                  <a:gd name="connsiteX65" fmla="*/ 742278 w 1041109"/>
                  <a:gd name="connsiteY65" fmla="*/ 876730 h 1167688"/>
                  <a:gd name="connsiteX0" fmla="*/ 532728 w 1041109"/>
                  <a:gd name="connsiteY0" fmla="*/ 0 h 1081786"/>
                  <a:gd name="connsiteX1" fmla="*/ 483325 w 1041109"/>
                  <a:gd name="connsiteY1" fmla="*/ 6858 h 1081786"/>
                  <a:gd name="connsiteX2" fmla="*/ 483071 w 1041109"/>
                  <a:gd name="connsiteY2" fmla="*/ 124459 h 1081786"/>
                  <a:gd name="connsiteX3" fmla="*/ 732372 w 1041109"/>
                  <a:gd name="connsiteY3" fmla="*/ 196088 h 1081786"/>
                  <a:gd name="connsiteX4" fmla="*/ 838925 w 1041109"/>
                  <a:gd name="connsiteY4" fmla="*/ 313816 h 1081786"/>
                  <a:gd name="connsiteX5" fmla="*/ 928714 w 1041109"/>
                  <a:gd name="connsiteY5" fmla="*/ 389001 h 1081786"/>
                  <a:gd name="connsiteX6" fmla="*/ 843751 w 1041109"/>
                  <a:gd name="connsiteY6" fmla="*/ 623443 h 1081786"/>
                  <a:gd name="connsiteX7" fmla="*/ 825082 w 1041109"/>
                  <a:gd name="connsiteY7" fmla="*/ 652399 h 1081786"/>
                  <a:gd name="connsiteX8" fmla="*/ 710655 w 1041109"/>
                  <a:gd name="connsiteY8" fmla="*/ 744727 h 1081786"/>
                  <a:gd name="connsiteX9" fmla="*/ 834353 w 1041109"/>
                  <a:gd name="connsiteY9" fmla="*/ 819912 h 1081786"/>
                  <a:gd name="connsiteX10" fmla="*/ 898361 w 1041109"/>
                  <a:gd name="connsiteY10" fmla="*/ 746633 h 1081786"/>
                  <a:gd name="connsiteX11" fmla="*/ 998564 w 1041109"/>
                  <a:gd name="connsiteY11" fmla="*/ 763396 h 1081786"/>
                  <a:gd name="connsiteX12" fmla="*/ 1041109 w 1041109"/>
                  <a:gd name="connsiteY12" fmla="*/ 834008 h 1081786"/>
                  <a:gd name="connsiteX13" fmla="*/ 971386 w 1041109"/>
                  <a:gd name="connsiteY13" fmla="*/ 1071626 h 1081786"/>
                  <a:gd name="connsiteX14" fmla="*/ 948145 w 1041109"/>
                  <a:gd name="connsiteY14" fmla="*/ 1074293 h 1081786"/>
                  <a:gd name="connsiteX15" fmla="*/ 1001358 w 1041109"/>
                  <a:gd name="connsiteY15" fmla="*/ 923797 h 1081786"/>
                  <a:gd name="connsiteX16" fmla="*/ 919189 w 1041109"/>
                  <a:gd name="connsiteY16" fmla="*/ 943356 h 1081786"/>
                  <a:gd name="connsiteX17" fmla="*/ 835115 w 1041109"/>
                  <a:gd name="connsiteY17" fmla="*/ 883539 h 1081786"/>
                  <a:gd name="connsiteX18" fmla="*/ 781775 w 1041109"/>
                  <a:gd name="connsiteY18" fmla="*/ 1068324 h 1081786"/>
                  <a:gd name="connsiteX19" fmla="*/ 779743 w 1041109"/>
                  <a:gd name="connsiteY19" fmla="*/ 1081786 h 1081786"/>
                  <a:gd name="connsiteX20" fmla="*/ 764630 w 1041109"/>
                  <a:gd name="connsiteY20" fmla="*/ 1066545 h 1081786"/>
                  <a:gd name="connsiteX21" fmla="*/ 753327 w 1041109"/>
                  <a:gd name="connsiteY21" fmla="*/ 979424 h 1081786"/>
                  <a:gd name="connsiteX22" fmla="*/ 716497 w 1041109"/>
                  <a:gd name="connsiteY22" fmla="*/ 795274 h 1081786"/>
                  <a:gd name="connsiteX23" fmla="*/ 709512 w 1041109"/>
                  <a:gd name="connsiteY23" fmla="*/ 771906 h 1081786"/>
                  <a:gd name="connsiteX24" fmla="*/ 537935 w 1041109"/>
                  <a:gd name="connsiteY24" fmla="*/ 775715 h 1081786"/>
                  <a:gd name="connsiteX25" fmla="*/ 273648 w 1041109"/>
                  <a:gd name="connsiteY25" fmla="*/ 768350 h 1081786"/>
                  <a:gd name="connsiteX26" fmla="*/ 233516 w 1041109"/>
                  <a:gd name="connsiteY26" fmla="*/ 791590 h 1081786"/>
                  <a:gd name="connsiteX27" fmla="*/ 187415 w 1041109"/>
                  <a:gd name="connsiteY27" fmla="*/ 1071118 h 1081786"/>
                  <a:gd name="connsiteX28" fmla="*/ 162650 w 1041109"/>
                  <a:gd name="connsiteY28" fmla="*/ 1075308 h 1081786"/>
                  <a:gd name="connsiteX29" fmla="*/ 202020 w 1041109"/>
                  <a:gd name="connsiteY29" fmla="*/ 793495 h 1081786"/>
                  <a:gd name="connsiteX30" fmla="*/ 69432 w 1041109"/>
                  <a:gd name="connsiteY30" fmla="*/ 934339 h 1081786"/>
                  <a:gd name="connsiteX31" fmla="*/ 26887 w 1041109"/>
                  <a:gd name="connsiteY31" fmla="*/ 1067815 h 1081786"/>
                  <a:gd name="connsiteX32" fmla="*/ 979 w 1041109"/>
                  <a:gd name="connsiteY32" fmla="*/ 1078102 h 1081786"/>
                  <a:gd name="connsiteX33" fmla="*/ 108040 w 1041109"/>
                  <a:gd name="connsiteY33" fmla="*/ 837945 h 1081786"/>
                  <a:gd name="connsiteX34" fmla="*/ 238342 w 1041109"/>
                  <a:gd name="connsiteY34" fmla="*/ 746251 h 1081786"/>
                  <a:gd name="connsiteX35" fmla="*/ 112358 w 1041109"/>
                  <a:gd name="connsiteY35" fmla="*/ 620649 h 1081786"/>
                  <a:gd name="connsiteX36" fmla="*/ 33745 w 1041109"/>
                  <a:gd name="connsiteY36" fmla="*/ 580008 h 1081786"/>
                  <a:gd name="connsiteX37" fmla="*/ 1868 w 1041109"/>
                  <a:gd name="connsiteY37" fmla="*/ 434213 h 1081786"/>
                  <a:gd name="connsiteX38" fmla="*/ 101563 w 1041109"/>
                  <a:gd name="connsiteY38" fmla="*/ 334137 h 1081786"/>
                  <a:gd name="connsiteX39" fmla="*/ 279617 w 1041109"/>
                  <a:gd name="connsiteY39" fmla="*/ 159765 h 1081786"/>
                  <a:gd name="connsiteX40" fmla="*/ 456782 w 1041109"/>
                  <a:gd name="connsiteY40" fmla="*/ 123697 h 1081786"/>
                  <a:gd name="connsiteX41" fmla="*/ 456782 w 1041109"/>
                  <a:gd name="connsiteY41" fmla="*/ 7746 h 1081786"/>
                  <a:gd name="connsiteX42" fmla="*/ 375121 w 1041109"/>
                  <a:gd name="connsiteY42" fmla="*/ 159512 h 1081786"/>
                  <a:gd name="connsiteX43" fmla="*/ 139282 w 1041109"/>
                  <a:gd name="connsiteY43" fmla="*/ 317372 h 1081786"/>
                  <a:gd name="connsiteX44" fmla="*/ 108802 w 1041109"/>
                  <a:gd name="connsiteY44" fmla="*/ 519557 h 1081786"/>
                  <a:gd name="connsiteX45" fmla="*/ 244057 w 1041109"/>
                  <a:gd name="connsiteY45" fmla="*/ 717931 h 1081786"/>
                  <a:gd name="connsiteX46" fmla="*/ 473419 w 1041109"/>
                  <a:gd name="connsiteY46" fmla="*/ 752347 h 1081786"/>
                  <a:gd name="connsiteX47" fmla="*/ 754978 w 1041109"/>
                  <a:gd name="connsiteY47" fmla="*/ 690752 h 1081786"/>
                  <a:gd name="connsiteX48" fmla="*/ 842100 w 1041109"/>
                  <a:gd name="connsiteY48" fmla="*/ 399033 h 1081786"/>
                  <a:gd name="connsiteX49" fmla="*/ 661125 w 1041109"/>
                  <a:gd name="connsiteY49" fmla="*/ 186054 h 1081786"/>
                  <a:gd name="connsiteX50" fmla="*/ 375121 w 1041109"/>
                  <a:gd name="connsiteY50" fmla="*/ 159512 h 1081786"/>
                  <a:gd name="connsiteX51" fmla="*/ 96229 w 1041109"/>
                  <a:gd name="connsiteY51" fmla="*/ 593597 h 1081786"/>
                  <a:gd name="connsiteX52" fmla="*/ 88609 w 1041109"/>
                  <a:gd name="connsiteY52" fmla="*/ 362965 h 1081786"/>
                  <a:gd name="connsiteX53" fmla="*/ 96229 w 1041109"/>
                  <a:gd name="connsiteY53" fmla="*/ 593597 h 1081786"/>
                  <a:gd name="connsiteX54" fmla="*/ 862293 w 1041109"/>
                  <a:gd name="connsiteY54" fmla="*/ 361950 h 1081786"/>
                  <a:gd name="connsiteX55" fmla="*/ 860769 w 1041109"/>
                  <a:gd name="connsiteY55" fmla="*/ 598296 h 1081786"/>
                  <a:gd name="connsiteX56" fmla="*/ 862293 w 1041109"/>
                  <a:gd name="connsiteY56" fmla="*/ 361950 h 1081786"/>
                  <a:gd name="connsiteX57" fmla="*/ 898361 w 1041109"/>
                  <a:gd name="connsiteY57" fmla="*/ 773049 h 1081786"/>
                  <a:gd name="connsiteX58" fmla="*/ 900139 w 1041109"/>
                  <a:gd name="connsiteY58" fmla="*/ 912749 h 1081786"/>
                  <a:gd name="connsiteX59" fmla="*/ 1013423 w 1041109"/>
                  <a:gd name="connsiteY59" fmla="*/ 843407 h 1081786"/>
                  <a:gd name="connsiteX60" fmla="*/ 898361 w 1041109"/>
                  <a:gd name="connsiteY60" fmla="*/ 773049 h 1081786"/>
                  <a:gd name="connsiteX61" fmla="*/ 742278 w 1041109"/>
                  <a:gd name="connsiteY61" fmla="*/ 790828 h 1081786"/>
                  <a:gd name="connsiteX62" fmla="*/ 777330 w 1041109"/>
                  <a:gd name="connsiteY62" fmla="*/ 947293 h 1081786"/>
                  <a:gd name="connsiteX63" fmla="*/ 829527 w 1041109"/>
                  <a:gd name="connsiteY63" fmla="*/ 844931 h 1081786"/>
                  <a:gd name="connsiteX64" fmla="*/ 742278 w 1041109"/>
                  <a:gd name="connsiteY64" fmla="*/ 790828 h 1081786"/>
                  <a:gd name="connsiteX0" fmla="*/ 483325 w 1041109"/>
                  <a:gd name="connsiteY0" fmla="*/ 0 h 1074928"/>
                  <a:gd name="connsiteX1" fmla="*/ 483071 w 1041109"/>
                  <a:gd name="connsiteY1" fmla="*/ 117601 h 1074928"/>
                  <a:gd name="connsiteX2" fmla="*/ 732372 w 1041109"/>
                  <a:gd name="connsiteY2" fmla="*/ 189230 h 1074928"/>
                  <a:gd name="connsiteX3" fmla="*/ 838925 w 1041109"/>
                  <a:gd name="connsiteY3" fmla="*/ 306958 h 1074928"/>
                  <a:gd name="connsiteX4" fmla="*/ 928714 w 1041109"/>
                  <a:gd name="connsiteY4" fmla="*/ 382143 h 1074928"/>
                  <a:gd name="connsiteX5" fmla="*/ 843751 w 1041109"/>
                  <a:gd name="connsiteY5" fmla="*/ 616585 h 1074928"/>
                  <a:gd name="connsiteX6" fmla="*/ 825082 w 1041109"/>
                  <a:gd name="connsiteY6" fmla="*/ 645541 h 1074928"/>
                  <a:gd name="connsiteX7" fmla="*/ 710655 w 1041109"/>
                  <a:gd name="connsiteY7" fmla="*/ 737869 h 1074928"/>
                  <a:gd name="connsiteX8" fmla="*/ 834353 w 1041109"/>
                  <a:gd name="connsiteY8" fmla="*/ 813054 h 1074928"/>
                  <a:gd name="connsiteX9" fmla="*/ 898361 w 1041109"/>
                  <a:gd name="connsiteY9" fmla="*/ 739775 h 1074928"/>
                  <a:gd name="connsiteX10" fmla="*/ 998564 w 1041109"/>
                  <a:gd name="connsiteY10" fmla="*/ 756538 h 1074928"/>
                  <a:gd name="connsiteX11" fmla="*/ 1041109 w 1041109"/>
                  <a:gd name="connsiteY11" fmla="*/ 827150 h 1074928"/>
                  <a:gd name="connsiteX12" fmla="*/ 971386 w 1041109"/>
                  <a:gd name="connsiteY12" fmla="*/ 1064768 h 1074928"/>
                  <a:gd name="connsiteX13" fmla="*/ 948145 w 1041109"/>
                  <a:gd name="connsiteY13" fmla="*/ 1067435 h 1074928"/>
                  <a:gd name="connsiteX14" fmla="*/ 1001358 w 1041109"/>
                  <a:gd name="connsiteY14" fmla="*/ 916939 h 1074928"/>
                  <a:gd name="connsiteX15" fmla="*/ 919189 w 1041109"/>
                  <a:gd name="connsiteY15" fmla="*/ 936498 h 1074928"/>
                  <a:gd name="connsiteX16" fmla="*/ 835115 w 1041109"/>
                  <a:gd name="connsiteY16" fmla="*/ 876681 h 1074928"/>
                  <a:gd name="connsiteX17" fmla="*/ 781775 w 1041109"/>
                  <a:gd name="connsiteY17" fmla="*/ 1061466 h 1074928"/>
                  <a:gd name="connsiteX18" fmla="*/ 779743 w 1041109"/>
                  <a:gd name="connsiteY18" fmla="*/ 1074928 h 1074928"/>
                  <a:gd name="connsiteX19" fmla="*/ 764630 w 1041109"/>
                  <a:gd name="connsiteY19" fmla="*/ 1059687 h 1074928"/>
                  <a:gd name="connsiteX20" fmla="*/ 753327 w 1041109"/>
                  <a:gd name="connsiteY20" fmla="*/ 972566 h 1074928"/>
                  <a:gd name="connsiteX21" fmla="*/ 716497 w 1041109"/>
                  <a:gd name="connsiteY21" fmla="*/ 788416 h 1074928"/>
                  <a:gd name="connsiteX22" fmla="*/ 709512 w 1041109"/>
                  <a:gd name="connsiteY22" fmla="*/ 765048 h 1074928"/>
                  <a:gd name="connsiteX23" fmla="*/ 537935 w 1041109"/>
                  <a:gd name="connsiteY23" fmla="*/ 768857 h 1074928"/>
                  <a:gd name="connsiteX24" fmla="*/ 273648 w 1041109"/>
                  <a:gd name="connsiteY24" fmla="*/ 761492 h 1074928"/>
                  <a:gd name="connsiteX25" fmla="*/ 233516 w 1041109"/>
                  <a:gd name="connsiteY25" fmla="*/ 784732 h 1074928"/>
                  <a:gd name="connsiteX26" fmla="*/ 187415 w 1041109"/>
                  <a:gd name="connsiteY26" fmla="*/ 1064260 h 1074928"/>
                  <a:gd name="connsiteX27" fmla="*/ 162650 w 1041109"/>
                  <a:gd name="connsiteY27" fmla="*/ 1068450 h 1074928"/>
                  <a:gd name="connsiteX28" fmla="*/ 202020 w 1041109"/>
                  <a:gd name="connsiteY28" fmla="*/ 786637 h 1074928"/>
                  <a:gd name="connsiteX29" fmla="*/ 69432 w 1041109"/>
                  <a:gd name="connsiteY29" fmla="*/ 927481 h 1074928"/>
                  <a:gd name="connsiteX30" fmla="*/ 26887 w 1041109"/>
                  <a:gd name="connsiteY30" fmla="*/ 1060957 h 1074928"/>
                  <a:gd name="connsiteX31" fmla="*/ 979 w 1041109"/>
                  <a:gd name="connsiteY31" fmla="*/ 1071244 h 1074928"/>
                  <a:gd name="connsiteX32" fmla="*/ 108040 w 1041109"/>
                  <a:gd name="connsiteY32" fmla="*/ 831087 h 1074928"/>
                  <a:gd name="connsiteX33" fmla="*/ 238342 w 1041109"/>
                  <a:gd name="connsiteY33" fmla="*/ 739393 h 1074928"/>
                  <a:gd name="connsiteX34" fmla="*/ 112358 w 1041109"/>
                  <a:gd name="connsiteY34" fmla="*/ 613791 h 1074928"/>
                  <a:gd name="connsiteX35" fmla="*/ 33745 w 1041109"/>
                  <a:gd name="connsiteY35" fmla="*/ 573150 h 1074928"/>
                  <a:gd name="connsiteX36" fmla="*/ 1868 w 1041109"/>
                  <a:gd name="connsiteY36" fmla="*/ 427355 h 1074928"/>
                  <a:gd name="connsiteX37" fmla="*/ 101563 w 1041109"/>
                  <a:gd name="connsiteY37" fmla="*/ 327279 h 1074928"/>
                  <a:gd name="connsiteX38" fmla="*/ 279617 w 1041109"/>
                  <a:gd name="connsiteY38" fmla="*/ 152907 h 1074928"/>
                  <a:gd name="connsiteX39" fmla="*/ 456782 w 1041109"/>
                  <a:gd name="connsiteY39" fmla="*/ 116839 h 1074928"/>
                  <a:gd name="connsiteX40" fmla="*/ 456782 w 1041109"/>
                  <a:gd name="connsiteY40" fmla="*/ 888 h 1074928"/>
                  <a:gd name="connsiteX41" fmla="*/ 375121 w 1041109"/>
                  <a:gd name="connsiteY41" fmla="*/ 152654 h 1074928"/>
                  <a:gd name="connsiteX42" fmla="*/ 139282 w 1041109"/>
                  <a:gd name="connsiteY42" fmla="*/ 310514 h 1074928"/>
                  <a:gd name="connsiteX43" fmla="*/ 108802 w 1041109"/>
                  <a:gd name="connsiteY43" fmla="*/ 512699 h 1074928"/>
                  <a:gd name="connsiteX44" fmla="*/ 244057 w 1041109"/>
                  <a:gd name="connsiteY44" fmla="*/ 711073 h 1074928"/>
                  <a:gd name="connsiteX45" fmla="*/ 473419 w 1041109"/>
                  <a:gd name="connsiteY45" fmla="*/ 745489 h 1074928"/>
                  <a:gd name="connsiteX46" fmla="*/ 754978 w 1041109"/>
                  <a:gd name="connsiteY46" fmla="*/ 683894 h 1074928"/>
                  <a:gd name="connsiteX47" fmla="*/ 842100 w 1041109"/>
                  <a:gd name="connsiteY47" fmla="*/ 392175 h 1074928"/>
                  <a:gd name="connsiteX48" fmla="*/ 661125 w 1041109"/>
                  <a:gd name="connsiteY48" fmla="*/ 179196 h 1074928"/>
                  <a:gd name="connsiteX49" fmla="*/ 375121 w 1041109"/>
                  <a:gd name="connsiteY49" fmla="*/ 152654 h 1074928"/>
                  <a:gd name="connsiteX50" fmla="*/ 96229 w 1041109"/>
                  <a:gd name="connsiteY50" fmla="*/ 586739 h 1074928"/>
                  <a:gd name="connsiteX51" fmla="*/ 88609 w 1041109"/>
                  <a:gd name="connsiteY51" fmla="*/ 356107 h 1074928"/>
                  <a:gd name="connsiteX52" fmla="*/ 96229 w 1041109"/>
                  <a:gd name="connsiteY52" fmla="*/ 586739 h 1074928"/>
                  <a:gd name="connsiteX53" fmla="*/ 862293 w 1041109"/>
                  <a:gd name="connsiteY53" fmla="*/ 355092 h 1074928"/>
                  <a:gd name="connsiteX54" fmla="*/ 860769 w 1041109"/>
                  <a:gd name="connsiteY54" fmla="*/ 591438 h 1074928"/>
                  <a:gd name="connsiteX55" fmla="*/ 862293 w 1041109"/>
                  <a:gd name="connsiteY55" fmla="*/ 355092 h 1074928"/>
                  <a:gd name="connsiteX56" fmla="*/ 898361 w 1041109"/>
                  <a:gd name="connsiteY56" fmla="*/ 766191 h 1074928"/>
                  <a:gd name="connsiteX57" fmla="*/ 900139 w 1041109"/>
                  <a:gd name="connsiteY57" fmla="*/ 905891 h 1074928"/>
                  <a:gd name="connsiteX58" fmla="*/ 1013423 w 1041109"/>
                  <a:gd name="connsiteY58" fmla="*/ 836549 h 1074928"/>
                  <a:gd name="connsiteX59" fmla="*/ 898361 w 1041109"/>
                  <a:gd name="connsiteY59" fmla="*/ 766191 h 1074928"/>
                  <a:gd name="connsiteX60" fmla="*/ 742278 w 1041109"/>
                  <a:gd name="connsiteY60" fmla="*/ 783970 h 1074928"/>
                  <a:gd name="connsiteX61" fmla="*/ 777330 w 1041109"/>
                  <a:gd name="connsiteY61" fmla="*/ 940435 h 1074928"/>
                  <a:gd name="connsiteX62" fmla="*/ 829527 w 1041109"/>
                  <a:gd name="connsiteY62" fmla="*/ 838073 h 1074928"/>
                  <a:gd name="connsiteX63" fmla="*/ 742278 w 1041109"/>
                  <a:gd name="connsiteY63" fmla="*/ 783970 h 1074928"/>
                  <a:gd name="connsiteX0" fmla="*/ 483325 w 1041109"/>
                  <a:gd name="connsiteY0" fmla="*/ 0 h 1074928"/>
                  <a:gd name="connsiteX1" fmla="*/ 483071 w 1041109"/>
                  <a:gd name="connsiteY1" fmla="*/ 117601 h 1074928"/>
                  <a:gd name="connsiteX2" fmla="*/ 732372 w 1041109"/>
                  <a:gd name="connsiteY2" fmla="*/ 189230 h 1074928"/>
                  <a:gd name="connsiteX3" fmla="*/ 838925 w 1041109"/>
                  <a:gd name="connsiteY3" fmla="*/ 306958 h 1074928"/>
                  <a:gd name="connsiteX4" fmla="*/ 928714 w 1041109"/>
                  <a:gd name="connsiteY4" fmla="*/ 382143 h 1074928"/>
                  <a:gd name="connsiteX5" fmla="*/ 843751 w 1041109"/>
                  <a:gd name="connsiteY5" fmla="*/ 616585 h 1074928"/>
                  <a:gd name="connsiteX6" fmla="*/ 825082 w 1041109"/>
                  <a:gd name="connsiteY6" fmla="*/ 645541 h 1074928"/>
                  <a:gd name="connsiteX7" fmla="*/ 710655 w 1041109"/>
                  <a:gd name="connsiteY7" fmla="*/ 737869 h 1074928"/>
                  <a:gd name="connsiteX8" fmla="*/ 834353 w 1041109"/>
                  <a:gd name="connsiteY8" fmla="*/ 813054 h 1074928"/>
                  <a:gd name="connsiteX9" fmla="*/ 898361 w 1041109"/>
                  <a:gd name="connsiteY9" fmla="*/ 739775 h 1074928"/>
                  <a:gd name="connsiteX10" fmla="*/ 998564 w 1041109"/>
                  <a:gd name="connsiteY10" fmla="*/ 756538 h 1074928"/>
                  <a:gd name="connsiteX11" fmla="*/ 1041109 w 1041109"/>
                  <a:gd name="connsiteY11" fmla="*/ 827150 h 1074928"/>
                  <a:gd name="connsiteX12" fmla="*/ 971386 w 1041109"/>
                  <a:gd name="connsiteY12" fmla="*/ 1064768 h 1074928"/>
                  <a:gd name="connsiteX13" fmla="*/ 948145 w 1041109"/>
                  <a:gd name="connsiteY13" fmla="*/ 1067435 h 1074928"/>
                  <a:gd name="connsiteX14" fmla="*/ 1001358 w 1041109"/>
                  <a:gd name="connsiteY14" fmla="*/ 916939 h 1074928"/>
                  <a:gd name="connsiteX15" fmla="*/ 919189 w 1041109"/>
                  <a:gd name="connsiteY15" fmla="*/ 936498 h 1074928"/>
                  <a:gd name="connsiteX16" fmla="*/ 835115 w 1041109"/>
                  <a:gd name="connsiteY16" fmla="*/ 876681 h 1074928"/>
                  <a:gd name="connsiteX17" fmla="*/ 781775 w 1041109"/>
                  <a:gd name="connsiteY17" fmla="*/ 1061466 h 1074928"/>
                  <a:gd name="connsiteX18" fmla="*/ 779743 w 1041109"/>
                  <a:gd name="connsiteY18" fmla="*/ 1074928 h 1074928"/>
                  <a:gd name="connsiteX19" fmla="*/ 764630 w 1041109"/>
                  <a:gd name="connsiteY19" fmla="*/ 1059687 h 1074928"/>
                  <a:gd name="connsiteX20" fmla="*/ 753327 w 1041109"/>
                  <a:gd name="connsiteY20" fmla="*/ 972566 h 1074928"/>
                  <a:gd name="connsiteX21" fmla="*/ 716497 w 1041109"/>
                  <a:gd name="connsiteY21" fmla="*/ 788416 h 1074928"/>
                  <a:gd name="connsiteX22" fmla="*/ 709512 w 1041109"/>
                  <a:gd name="connsiteY22" fmla="*/ 765048 h 1074928"/>
                  <a:gd name="connsiteX23" fmla="*/ 537935 w 1041109"/>
                  <a:gd name="connsiteY23" fmla="*/ 768857 h 1074928"/>
                  <a:gd name="connsiteX24" fmla="*/ 273648 w 1041109"/>
                  <a:gd name="connsiteY24" fmla="*/ 761492 h 1074928"/>
                  <a:gd name="connsiteX25" fmla="*/ 233516 w 1041109"/>
                  <a:gd name="connsiteY25" fmla="*/ 784732 h 1074928"/>
                  <a:gd name="connsiteX26" fmla="*/ 187415 w 1041109"/>
                  <a:gd name="connsiteY26" fmla="*/ 1064260 h 1074928"/>
                  <a:gd name="connsiteX27" fmla="*/ 162650 w 1041109"/>
                  <a:gd name="connsiteY27" fmla="*/ 1068450 h 1074928"/>
                  <a:gd name="connsiteX28" fmla="*/ 202020 w 1041109"/>
                  <a:gd name="connsiteY28" fmla="*/ 786637 h 1074928"/>
                  <a:gd name="connsiteX29" fmla="*/ 69432 w 1041109"/>
                  <a:gd name="connsiteY29" fmla="*/ 927481 h 1074928"/>
                  <a:gd name="connsiteX30" fmla="*/ 26887 w 1041109"/>
                  <a:gd name="connsiteY30" fmla="*/ 1060957 h 1074928"/>
                  <a:gd name="connsiteX31" fmla="*/ 979 w 1041109"/>
                  <a:gd name="connsiteY31" fmla="*/ 1071244 h 1074928"/>
                  <a:gd name="connsiteX32" fmla="*/ 108040 w 1041109"/>
                  <a:gd name="connsiteY32" fmla="*/ 831087 h 1074928"/>
                  <a:gd name="connsiteX33" fmla="*/ 238342 w 1041109"/>
                  <a:gd name="connsiteY33" fmla="*/ 739393 h 1074928"/>
                  <a:gd name="connsiteX34" fmla="*/ 112358 w 1041109"/>
                  <a:gd name="connsiteY34" fmla="*/ 613791 h 1074928"/>
                  <a:gd name="connsiteX35" fmla="*/ 33745 w 1041109"/>
                  <a:gd name="connsiteY35" fmla="*/ 573150 h 1074928"/>
                  <a:gd name="connsiteX36" fmla="*/ 1868 w 1041109"/>
                  <a:gd name="connsiteY36" fmla="*/ 427355 h 1074928"/>
                  <a:gd name="connsiteX37" fmla="*/ 101563 w 1041109"/>
                  <a:gd name="connsiteY37" fmla="*/ 327279 h 1074928"/>
                  <a:gd name="connsiteX38" fmla="*/ 279617 w 1041109"/>
                  <a:gd name="connsiteY38" fmla="*/ 152907 h 1074928"/>
                  <a:gd name="connsiteX39" fmla="*/ 456782 w 1041109"/>
                  <a:gd name="connsiteY39" fmla="*/ 116839 h 1074928"/>
                  <a:gd name="connsiteX40" fmla="*/ 375121 w 1041109"/>
                  <a:gd name="connsiteY40" fmla="*/ 152654 h 1074928"/>
                  <a:gd name="connsiteX41" fmla="*/ 139282 w 1041109"/>
                  <a:gd name="connsiteY41" fmla="*/ 310514 h 1074928"/>
                  <a:gd name="connsiteX42" fmla="*/ 108802 w 1041109"/>
                  <a:gd name="connsiteY42" fmla="*/ 512699 h 1074928"/>
                  <a:gd name="connsiteX43" fmla="*/ 244057 w 1041109"/>
                  <a:gd name="connsiteY43" fmla="*/ 711073 h 1074928"/>
                  <a:gd name="connsiteX44" fmla="*/ 473419 w 1041109"/>
                  <a:gd name="connsiteY44" fmla="*/ 745489 h 1074928"/>
                  <a:gd name="connsiteX45" fmla="*/ 754978 w 1041109"/>
                  <a:gd name="connsiteY45" fmla="*/ 683894 h 1074928"/>
                  <a:gd name="connsiteX46" fmla="*/ 842100 w 1041109"/>
                  <a:gd name="connsiteY46" fmla="*/ 392175 h 1074928"/>
                  <a:gd name="connsiteX47" fmla="*/ 661125 w 1041109"/>
                  <a:gd name="connsiteY47" fmla="*/ 179196 h 1074928"/>
                  <a:gd name="connsiteX48" fmla="*/ 375121 w 1041109"/>
                  <a:gd name="connsiteY48" fmla="*/ 152654 h 1074928"/>
                  <a:gd name="connsiteX49" fmla="*/ 96229 w 1041109"/>
                  <a:gd name="connsiteY49" fmla="*/ 586739 h 1074928"/>
                  <a:gd name="connsiteX50" fmla="*/ 88609 w 1041109"/>
                  <a:gd name="connsiteY50" fmla="*/ 356107 h 1074928"/>
                  <a:gd name="connsiteX51" fmla="*/ 96229 w 1041109"/>
                  <a:gd name="connsiteY51" fmla="*/ 586739 h 1074928"/>
                  <a:gd name="connsiteX52" fmla="*/ 862293 w 1041109"/>
                  <a:gd name="connsiteY52" fmla="*/ 355092 h 1074928"/>
                  <a:gd name="connsiteX53" fmla="*/ 860769 w 1041109"/>
                  <a:gd name="connsiteY53" fmla="*/ 591438 h 1074928"/>
                  <a:gd name="connsiteX54" fmla="*/ 862293 w 1041109"/>
                  <a:gd name="connsiteY54" fmla="*/ 355092 h 1074928"/>
                  <a:gd name="connsiteX55" fmla="*/ 898361 w 1041109"/>
                  <a:gd name="connsiteY55" fmla="*/ 766191 h 1074928"/>
                  <a:gd name="connsiteX56" fmla="*/ 900139 w 1041109"/>
                  <a:gd name="connsiteY56" fmla="*/ 905891 h 1074928"/>
                  <a:gd name="connsiteX57" fmla="*/ 1013423 w 1041109"/>
                  <a:gd name="connsiteY57" fmla="*/ 836549 h 1074928"/>
                  <a:gd name="connsiteX58" fmla="*/ 898361 w 1041109"/>
                  <a:gd name="connsiteY58" fmla="*/ 766191 h 1074928"/>
                  <a:gd name="connsiteX59" fmla="*/ 742278 w 1041109"/>
                  <a:gd name="connsiteY59" fmla="*/ 783970 h 1074928"/>
                  <a:gd name="connsiteX60" fmla="*/ 777330 w 1041109"/>
                  <a:gd name="connsiteY60" fmla="*/ 940435 h 1074928"/>
                  <a:gd name="connsiteX61" fmla="*/ 829527 w 1041109"/>
                  <a:gd name="connsiteY61" fmla="*/ 838073 h 1074928"/>
                  <a:gd name="connsiteX62" fmla="*/ 742278 w 1041109"/>
                  <a:gd name="connsiteY62" fmla="*/ 783970 h 1074928"/>
                  <a:gd name="connsiteX0" fmla="*/ 483071 w 1041109"/>
                  <a:gd name="connsiteY0" fmla="*/ 762 h 958089"/>
                  <a:gd name="connsiteX1" fmla="*/ 732372 w 1041109"/>
                  <a:gd name="connsiteY1" fmla="*/ 72391 h 958089"/>
                  <a:gd name="connsiteX2" fmla="*/ 838925 w 1041109"/>
                  <a:gd name="connsiteY2" fmla="*/ 190119 h 958089"/>
                  <a:gd name="connsiteX3" fmla="*/ 928714 w 1041109"/>
                  <a:gd name="connsiteY3" fmla="*/ 265304 h 958089"/>
                  <a:gd name="connsiteX4" fmla="*/ 843751 w 1041109"/>
                  <a:gd name="connsiteY4" fmla="*/ 499746 h 958089"/>
                  <a:gd name="connsiteX5" fmla="*/ 825082 w 1041109"/>
                  <a:gd name="connsiteY5" fmla="*/ 528702 h 958089"/>
                  <a:gd name="connsiteX6" fmla="*/ 710655 w 1041109"/>
                  <a:gd name="connsiteY6" fmla="*/ 621030 h 958089"/>
                  <a:gd name="connsiteX7" fmla="*/ 834353 w 1041109"/>
                  <a:gd name="connsiteY7" fmla="*/ 696215 h 958089"/>
                  <a:gd name="connsiteX8" fmla="*/ 898361 w 1041109"/>
                  <a:gd name="connsiteY8" fmla="*/ 622936 h 958089"/>
                  <a:gd name="connsiteX9" fmla="*/ 998564 w 1041109"/>
                  <a:gd name="connsiteY9" fmla="*/ 639699 h 958089"/>
                  <a:gd name="connsiteX10" fmla="*/ 1041109 w 1041109"/>
                  <a:gd name="connsiteY10" fmla="*/ 710311 h 958089"/>
                  <a:gd name="connsiteX11" fmla="*/ 971386 w 1041109"/>
                  <a:gd name="connsiteY11" fmla="*/ 947929 h 958089"/>
                  <a:gd name="connsiteX12" fmla="*/ 948145 w 1041109"/>
                  <a:gd name="connsiteY12" fmla="*/ 950596 h 958089"/>
                  <a:gd name="connsiteX13" fmla="*/ 1001358 w 1041109"/>
                  <a:gd name="connsiteY13" fmla="*/ 800100 h 958089"/>
                  <a:gd name="connsiteX14" fmla="*/ 919189 w 1041109"/>
                  <a:gd name="connsiteY14" fmla="*/ 819659 h 958089"/>
                  <a:gd name="connsiteX15" fmla="*/ 835115 w 1041109"/>
                  <a:gd name="connsiteY15" fmla="*/ 759842 h 958089"/>
                  <a:gd name="connsiteX16" fmla="*/ 781775 w 1041109"/>
                  <a:gd name="connsiteY16" fmla="*/ 944627 h 958089"/>
                  <a:gd name="connsiteX17" fmla="*/ 779743 w 1041109"/>
                  <a:gd name="connsiteY17" fmla="*/ 958089 h 958089"/>
                  <a:gd name="connsiteX18" fmla="*/ 764630 w 1041109"/>
                  <a:gd name="connsiteY18" fmla="*/ 942848 h 958089"/>
                  <a:gd name="connsiteX19" fmla="*/ 753327 w 1041109"/>
                  <a:gd name="connsiteY19" fmla="*/ 855727 h 958089"/>
                  <a:gd name="connsiteX20" fmla="*/ 716497 w 1041109"/>
                  <a:gd name="connsiteY20" fmla="*/ 671577 h 958089"/>
                  <a:gd name="connsiteX21" fmla="*/ 709512 w 1041109"/>
                  <a:gd name="connsiteY21" fmla="*/ 648209 h 958089"/>
                  <a:gd name="connsiteX22" fmla="*/ 537935 w 1041109"/>
                  <a:gd name="connsiteY22" fmla="*/ 652018 h 958089"/>
                  <a:gd name="connsiteX23" fmla="*/ 273648 w 1041109"/>
                  <a:gd name="connsiteY23" fmla="*/ 644653 h 958089"/>
                  <a:gd name="connsiteX24" fmla="*/ 233516 w 1041109"/>
                  <a:gd name="connsiteY24" fmla="*/ 667893 h 958089"/>
                  <a:gd name="connsiteX25" fmla="*/ 187415 w 1041109"/>
                  <a:gd name="connsiteY25" fmla="*/ 947421 h 958089"/>
                  <a:gd name="connsiteX26" fmla="*/ 162650 w 1041109"/>
                  <a:gd name="connsiteY26" fmla="*/ 951611 h 958089"/>
                  <a:gd name="connsiteX27" fmla="*/ 202020 w 1041109"/>
                  <a:gd name="connsiteY27" fmla="*/ 669798 h 958089"/>
                  <a:gd name="connsiteX28" fmla="*/ 69432 w 1041109"/>
                  <a:gd name="connsiteY28" fmla="*/ 810642 h 958089"/>
                  <a:gd name="connsiteX29" fmla="*/ 26887 w 1041109"/>
                  <a:gd name="connsiteY29" fmla="*/ 944118 h 958089"/>
                  <a:gd name="connsiteX30" fmla="*/ 979 w 1041109"/>
                  <a:gd name="connsiteY30" fmla="*/ 954405 h 958089"/>
                  <a:gd name="connsiteX31" fmla="*/ 108040 w 1041109"/>
                  <a:gd name="connsiteY31" fmla="*/ 714248 h 958089"/>
                  <a:gd name="connsiteX32" fmla="*/ 238342 w 1041109"/>
                  <a:gd name="connsiteY32" fmla="*/ 622554 h 958089"/>
                  <a:gd name="connsiteX33" fmla="*/ 112358 w 1041109"/>
                  <a:gd name="connsiteY33" fmla="*/ 496952 h 958089"/>
                  <a:gd name="connsiteX34" fmla="*/ 33745 w 1041109"/>
                  <a:gd name="connsiteY34" fmla="*/ 456311 h 958089"/>
                  <a:gd name="connsiteX35" fmla="*/ 1868 w 1041109"/>
                  <a:gd name="connsiteY35" fmla="*/ 310516 h 958089"/>
                  <a:gd name="connsiteX36" fmla="*/ 101563 w 1041109"/>
                  <a:gd name="connsiteY36" fmla="*/ 210440 h 958089"/>
                  <a:gd name="connsiteX37" fmla="*/ 279617 w 1041109"/>
                  <a:gd name="connsiteY37" fmla="*/ 36068 h 958089"/>
                  <a:gd name="connsiteX38" fmla="*/ 456782 w 1041109"/>
                  <a:gd name="connsiteY38" fmla="*/ 0 h 958089"/>
                  <a:gd name="connsiteX39" fmla="*/ 375121 w 1041109"/>
                  <a:gd name="connsiteY39" fmla="*/ 35815 h 958089"/>
                  <a:gd name="connsiteX40" fmla="*/ 139282 w 1041109"/>
                  <a:gd name="connsiteY40" fmla="*/ 193675 h 958089"/>
                  <a:gd name="connsiteX41" fmla="*/ 108802 w 1041109"/>
                  <a:gd name="connsiteY41" fmla="*/ 395860 h 958089"/>
                  <a:gd name="connsiteX42" fmla="*/ 244057 w 1041109"/>
                  <a:gd name="connsiteY42" fmla="*/ 594234 h 958089"/>
                  <a:gd name="connsiteX43" fmla="*/ 473419 w 1041109"/>
                  <a:gd name="connsiteY43" fmla="*/ 628650 h 958089"/>
                  <a:gd name="connsiteX44" fmla="*/ 754978 w 1041109"/>
                  <a:gd name="connsiteY44" fmla="*/ 567055 h 958089"/>
                  <a:gd name="connsiteX45" fmla="*/ 842100 w 1041109"/>
                  <a:gd name="connsiteY45" fmla="*/ 275336 h 958089"/>
                  <a:gd name="connsiteX46" fmla="*/ 661125 w 1041109"/>
                  <a:gd name="connsiteY46" fmla="*/ 62357 h 958089"/>
                  <a:gd name="connsiteX47" fmla="*/ 375121 w 1041109"/>
                  <a:gd name="connsiteY47" fmla="*/ 35815 h 958089"/>
                  <a:gd name="connsiteX48" fmla="*/ 96229 w 1041109"/>
                  <a:gd name="connsiteY48" fmla="*/ 469900 h 958089"/>
                  <a:gd name="connsiteX49" fmla="*/ 88609 w 1041109"/>
                  <a:gd name="connsiteY49" fmla="*/ 239268 h 958089"/>
                  <a:gd name="connsiteX50" fmla="*/ 96229 w 1041109"/>
                  <a:gd name="connsiteY50" fmla="*/ 469900 h 958089"/>
                  <a:gd name="connsiteX51" fmla="*/ 862293 w 1041109"/>
                  <a:gd name="connsiteY51" fmla="*/ 238253 h 958089"/>
                  <a:gd name="connsiteX52" fmla="*/ 860769 w 1041109"/>
                  <a:gd name="connsiteY52" fmla="*/ 474599 h 958089"/>
                  <a:gd name="connsiteX53" fmla="*/ 862293 w 1041109"/>
                  <a:gd name="connsiteY53" fmla="*/ 238253 h 958089"/>
                  <a:gd name="connsiteX54" fmla="*/ 898361 w 1041109"/>
                  <a:gd name="connsiteY54" fmla="*/ 649352 h 958089"/>
                  <a:gd name="connsiteX55" fmla="*/ 900139 w 1041109"/>
                  <a:gd name="connsiteY55" fmla="*/ 789052 h 958089"/>
                  <a:gd name="connsiteX56" fmla="*/ 1013423 w 1041109"/>
                  <a:gd name="connsiteY56" fmla="*/ 719710 h 958089"/>
                  <a:gd name="connsiteX57" fmla="*/ 898361 w 1041109"/>
                  <a:gd name="connsiteY57" fmla="*/ 649352 h 958089"/>
                  <a:gd name="connsiteX58" fmla="*/ 742278 w 1041109"/>
                  <a:gd name="connsiteY58" fmla="*/ 667131 h 958089"/>
                  <a:gd name="connsiteX59" fmla="*/ 777330 w 1041109"/>
                  <a:gd name="connsiteY59" fmla="*/ 823596 h 958089"/>
                  <a:gd name="connsiteX60" fmla="*/ 829527 w 1041109"/>
                  <a:gd name="connsiteY60" fmla="*/ 721234 h 958089"/>
                  <a:gd name="connsiteX61" fmla="*/ 742278 w 1041109"/>
                  <a:gd name="connsiteY61" fmla="*/ 667131 h 958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041109" h="958089">
                    <a:moveTo>
                      <a:pt x="483071" y="762"/>
                    </a:moveTo>
                    <a:cubicBezTo>
                      <a:pt x="570193" y="4573"/>
                      <a:pt x="659347" y="21972"/>
                      <a:pt x="732372" y="72391"/>
                    </a:cubicBezTo>
                    <a:cubicBezTo>
                      <a:pt x="777838" y="101347"/>
                      <a:pt x="813017" y="143129"/>
                      <a:pt x="838925" y="190119"/>
                    </a:cubicBezTo>
                    <a:cubicBezTo>
                      <a:pt x="857213" y="227838"/>
                      <a:pt x="912204" y="224917"/>
                      <a:pt x="928714" y="265304"/>
                    </a:cubicBezTo>
                    <a:cubicBezTo>
                      <a:pt x="983705" y="346075"/>
                      <a:pt x="949288" y="483617"/>
                      <a:pt x="843751" y="499746"/>
                    </a:cubicBezTo>
                    <a:lnTo>
                      <a:pt x="825082" y="528702"/>
                    </a:lnTo>
                    <a:cubicBezTo>
                      <a:pt x="798920" y="572136"/>
                      <a:pt x="755867" y="600329"/>
                      <a:pt x="710655" y="621030"/>
                    </a:cubicBezTo>
                    <a:cubicBezTo>
                      <a:pt x="752946" y="644144"/>
                      <a:pt x="793332" y="670687"/>
                      <a:pt x="834353" y="696215"/>
                    </a:cubicBezTo>
                    <a:cubicBezTo>
                      <a:pt x="851752" y="669291"/>
                      <a:pt x="865341" y="634239"/>
                      <a:pt x="898361" y="622936"/>
                    </a:cubicBezTo>
                    <a:cubicBezTo>
                      <a:pt x="932397" y="613284"/>
                      <a:pt x="968719" y="621919"/>
                      <a:pt x="998564" y="639699"/>
                    </a:cubicBezTo>
                    <a:cubicBezTo>
                      <a:pt x="1018503" y="659258"/>
                      <a:pt x="1034378" y="683006"/>
                      <a:pt x="1041109" y="710311"/>
                    </a:cubicBezTo>
                    <a:cubicBezTo>
                      <a:pt x="1034505" y="792608"/>
                      <a:pt x="1007327" y="873761"/>
                      <a:pt x="971386" y="947929"/>
                    </a:cubicBezTo>
                    <a:lnTo>
                      <a:pt x="948145" y="950596"/>
                    </a:lnTo>
                    <a:cubicBezTo>
                      <a:pt x="968592" y="901447"/>
                      <a:pt x="985356" y="850773"/>
                      <a:pt x="1001358" y="800100"/>
                    </a:cubicBezTo>
                    <a:cubicBezTo>
                      <a:pt x="975450" y="811149"/>
                      <a:pt x="948399" y="825119"/>
                      <a:pt x="919189" y="819659"/>
                    </a:cubicBezTo>
                    <a:cubicBezTo>
                      <a:pt x="882740" y="815214"/>
                      <a:pt x="857213" y="786385"/>
                      <a:pt x="835115" y="759842"/>
                    </a:cubicBezTo>
                    <a:cubicBezTo>
                      <a:pt x="805016" y="817246"/>
                      <a:pt x="786347" y="879856"/>
                      <a:pt x="781775" y="944627"/>
                    </a:cubicBezTo>
                    <a:lnTo>
                      <a:pt x="779743" y="958089"/>
                    </a:lnTo>
                    <a:cubicBezTo>
                      <a:pt x="776060" y="954279"/>
                      <a:pt x="768440" y="946659"/>
                      <a:pt x="764630" y="942848"/>
                    </a:cubicBezTo>
                    <a:cubicBezTo>
                      <a:pt x="759169" y="914019"/>
                      <a:pt x="756629" y="884810"/>
                      <a:pt x="753327" y="855727"/>
                    </a:cubicBezTo>
                    <a:cubicBezTo>
                      <a:pt x="747739" y="793242"/>
                      <a:pt x="735928" y="731267"/>
                      <a:pt x="716497" y="671577"/>
                    </a:cubicBezTo>
                    <a:cubicBezTo>
                      <a:pt x="714846" y="665735"/>
                      <a:pt x="711290" y="654050"/>
                      <a:pt x="709512" y="648209"/>
                    </a:cubicBezTo>
                    <a:cubicBezTo>
                      <a:pt x="652616" y="633858"/>
                      <a:pt x="595085" y="651129"/>
                      <a:pt x="537935" y="652018"/>
                    </a:cubicBezTo>
                    <a:cubicBezTo>
                      <a:pt x="449670" y="657479"/>
                      <a:pt x="361786" y="643002"/>
                      <a:pt x="273648" y="644653"/>
                    </a:cubicBezTo>
                    <a:cubicBezTo>
                      <a:pt x="259932" y="650748"/>
                      <a:pt x="238977" y="651129"/>
                      <a:pt x="233516" y="667893"/>
                    </a:cubicBezTo>
                    <a:cubicBezTo>
                      <a:pt x="195670" y="755650"/>
                      <a:pt x="193003" y="853314"/>
                      <a:pt x="187415" y="947421"/>
                    </a:cubicBezTo>
                    <a:lnTo>
                      <a:pt x="162650" y="951611"/>
                    </a:lnTo>
                    <a:cubicBezTo>
                      <a:pt x="164809" y="856742"/>
                      <a:pt x="173318" y="760858"/>
                      <a:pt x="202020" y="669798"/>
                    </a:cubicBezTo>
                    <a:cubicBezTo>
                      <a:pt x="150585" y="708915"/>
                      <a:pt x="100674" y="753111"/>
                      <a:pt x="69432" y="810642"/>
                    </a:cubicBezTo>
                    <a:cubicBezTo>
                      <a:pt x="46826" y="852043"/>
                      <a:pt x="36920" y="898525"/>
                      <a:pt x="26887" y="944118"/>
                    </a:cubicBezTo>
                    <a:cubicBezTo>
                      <a:pt x="20410" y="946786"/>
                      <a:pt x="7456" y="951866"/>
                      <a:pt x="979" y="954405"/>
                    </a:cubicBezTo>
                    <a:cubicBezTo>
                      <a:pt x="14441" y="866903"/>
                      <a:pt x="43524" y="777875"/>
                      <a:pt x="108040" y="714248"/>
                    </a:cubicBezTo>
                    <a:cubicBezTo>
                      <a:pt x="145251" y="675767"/>
                      <a:pt x="191479" y="647828"/>
                      <a:pt x="238342" y="622554"/>
                    </a:cubicBezTo>
                    <a:cubicBezTo>
                      <a:pt x="183859" y="595249"/>
                      <a:pt x="139536" y="551561"/>
                      <a:pt x="112358" y="496952"/>
                    </a:cubicBezTo>
                    <a:cubicBezTo>
                      <a:pt x="84926" y="485903"/>
                      <a:pt x="57748" y="473584"/>
                      <a:pt x="33745" y="456311"/>
                    </a:cubicBezTo>
                    <a:cubicBezTo>
                      <a:pt x="3646" y="413767"/>
                      <a:pt x="-4101" y="361442"/>
                      <a:pt x="1868" y="310516"/>
                    </a:cubicBezTo>
                    <a:cubicBezTo>
                      <a:pt x="20537" y="264542"/>
                      <a:pt x="51525" y="224029"/>
                      <a:pt x="101563" y="210440"/>
                    </a:cubicBezTo>
                    <a:cubicBezTo>
                      <a:pt x="134329" y="130556"/>
                      <a:pt x="203163" y="72517"/>
                      <a:pt x="279617" y="36068"/>
                    </a:cubicBezTo>
                    <a:cubicBezTo>
                      <a:pt x="335878" y="13209"/>
                      <a:pt x="396457" y="3811"/>
                      <a:pt x="456782" y="0"/>
                    </a:cubicBezTo>
                    <a:moveTo>
                      <a:pt x="375121" y="35815"/>
                    </a:moveTo>
                    <a:cubicBezTo>
                      <a:pt x="279744" y="53467"/>
                      <a:pt x="186145" y="106046"/>
                      <a:pt x="139282" y="193675"/>
                    </a:cubicBezTo>
                    <a:cubicBezTo>
                      <a:pt x="104357" y="254509"/>
                      <a:pt x="101055" y="327661"/>
                      <a:pt x="108802" y="395860"/>
                    </a:cubicBezTo>
                    <a:cubicBezTo>
                      <a:pt x="120740" y="477140"/>
                      <a:pt x="164047" y="562103"/>
                      <a:pt x="244057" y="594234"/>
                    </a:cubicBezTo>
                    <a:cubicBezTo>
                      <a:pt x="314669" y="631064"/>
                      <a:pt x="396711" y="622173"/>
                      <a:pt x="473419" y="628650"/>
                    </a:cubicBezTo>
                    <a:cubicBezTo>
                      <a:pt x="569304" y="629031"/>
                      <a:pt x="675222" y="628269"/>
                      <a:pt x="754978" y="567055"/>
                    </a:cubicBezTo>
                    <a:cubicBezTo>
                      <a:pt x="844894" y="502667"/>
                      <a:pt x="864706" y="377317"/>
                      <a:pt x="842100" y="275336"/>
                    </a:cubicBezTo>
                    <a:cubicBezTo>
                      <a:pt x="827495" y="177038"/>
                      <a:pt x="749136" y="100711"/>
                      <a:pt x="661125" y="62357"/>
                    </a:cubicBezTo>
                    <a:cubicBezTo>
                      <a:pt x="570828" y="26924"/>
                      <a:pt x="470244" y="16129"/>
                      <a:pt x="375121" y="35815"/>
                    </a:cubicBezTo>
                    <a:moveTo>
                      <a:pt x="96229" y="469900"/>
                    </a:moveTo>
                    <a:cubicBezTo>
                      <a:pt x="78830" y="393954"/>
                      <a:pt x="78703" y="316104"/>
                      <a:pt x="88609" y="239268"/>
                    </a:cubicBezTo>
                    <a:cubicBezTo>
                      <a:pt x="1360" y="287148"/>
                      <a:pt x="5551" y="428117"/>
                      <a:pt x="96229" y="469900"/>
                    </a:cubicBezTo>
                    <a:moveTo>
                      <a:pt x="862293" y="238253"/>
                    </a:moveTo>
                    <a:cubicBezTo>
                      <a:pt x="879565" y="316611"/>
                      <a:pt x="875501" y="396241"/>
                      <a:pt x="860769" y="474599"/>
                    </a:cubicBezTo>
                    <a:cubicBezTo>
                      <a:pt x="949161" y="428244"/>
                      <a:pt x="952082" y="284480"/>
                      <a:pt x="862293" y="238253"/>
                    </a:cubicBezTo>
                    <a:moveTo>
                      <a:pt x="898361" y="649352"/>
                    </a:moveTo>
                    <a:cubicBezTo>
                      <a:pt x="849212" y="677165"/>
                      <a:pt x="849847" y="762254"/>
                      <a:pt x="900139" y="789052"/>
                    </a:cubicBezTo>
                    <a:cubicBezTo>
                      <a:pt x="946621" y="816865"/>
                      <a:pt x="1022948" y="777241"/>
                      <a:pt x="1013423" y="719710"/>
                    </a:cubicBezTo>
                    <a:cubicBezTo>
                      <a:pt x="1015201" y="662560"/>
                      <a:pt x="947510" y="629540"/>
                      <a:pt x="898361" y="649352"/>
                    </a:cubicBezTo>
                    <a:moveTo>
                      <a:pt x="742278" y="667131"/>
                    </a:moveTo>
                    <a:cubicBezTo>
                      <a:pt x="756883" y="718567"/>
                      <a:pt x="771488" y="770129"/>
                      <a:pt x="777330" y="823596"/>
                    </a:cubicBezTo>
                    <a:cubicBezTo>
                      <a:pt x="796380" y="790322"/>
                      <a:pt x="810350" y="754380"/>
                      <a:pt x="829527" y="721234"/>
                    </a:cubicBezTo>
                    <a:cubicBezTo>
                      <a:pt x="800190" y="703580"/>
                      <a:pt x="771361" y="685039"/>
                      <a:pt x="742278" y="6671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 dirty="0"/>
              </a:p>
            </p:txBody>
          </p:sp>
          <p:sp>
            <p:nvSpPr>
              <p:cNvPr id="1139" name="任意形状 1138">
                <a:extLst>
                  <a:ext uri="{FF2B5EF4-FFF2-40B4-BE49-F238E27FC236}">
                    <a16:creationId xmlns:a16="http://schemas.microsoft.com/office/drawing/2014/main" id="{01C12616-8AFA-0571-6308-CD75BCF75629}"/>
                  </a:ext>
                </a:extLst>
              </p:cNvPr>
              <p:cNvSpPr/>
              <p:nvPr/>
            </p:nvSpPr>
            <p:spPr>
              <a:xfrm>
                <a:off x="7263558" y="4427947"/>
                <a:ext cx="167632" cy="169064"/>
              </a:xfrm>
              <a:custGeom>
                <a:avLst/>
                <a:gdLst>
                  <a:gd name="connsiteX0" fmla="*/ 43768 w 167632"/>
                  <a:gd name="connsiteY0" fmla="*/ 8544 h 169064"/>
                  <a:gd name="connsiteX1" fmla="*/ 165307 w 167632"/>
                  <a:gd name="connsiteY1" fmla="*/ 67345 h 169064"/>
                  <a:gd name="connsiteX2" fmla="*/ 41482 w 167632"/>
                  <a:gd name="connsiteY2" fmla="*/ 154975 h 169064"/>
                  <a:gd name="connsiteX3" fmla="*/ 43768 w 167632"/>
                  <a:gd name="connsiteY3" fmla="*/ 8544 h 169064"/>
                  <a:gd name="connsiteX4" fmla="*/ 55452 w 167632"/>
                  <a:gd name="connsiteY4" fmla="*/ 33436 h 169064"/>
                  <a:gd name="connsiteX5" fmla="*/ 39831 w 167632"/>
                  <a:gd name="connsiteY5" fmla="*/ 119034 h 169064"/>
                  <a:gd name="connsiteX6" fmla="*/ 138637 w 167632"/>
                  <a:gd name="connsiteY6" fmla="*/ 93507 h 169064"/>
                  <a:gd name="connsiteX7" fmla="*/ 55452 w 167632"/>
                  <a:gd name="connsiteY7" fmla="*/ 33436 h 16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7632" h="169064">
                    <a:moveTo>
                      <a:pt x="43768" y="8544"/>
                    </a:moveTo>
                    <a:cubicBezTo>
                      <a:pt x="91393" y="-15840"/>
                      <a:pt x="155020" y="14513"/>
                      <a:pt x="165307" y="67345"/>
                    </a:cubicBezTo>
                    <a:cubicBezTo>
                      <a:pt x="182832" y="132242"/>
                      <a:pt x="97362" y="198790"/>
                      <a:pt x="41482" y="154975"/>
                    </a:cubicBezTo>
                    <a:cubicBezTo>
                      <a:pt x="-12747" y="124495"/>
                      <a:pt x="-15668" y="35087"/>
                      <a:pt x="43768" y="8544"/>
                    </a:cubicBezTo>
                    <a:moveTo>
                      <a:pt x="55452" y="33436"/>
                    </a:moveTo>
                    <a:cubicBezTo>
                      <a:pt x="23321" y="48930"/>
                      <a:pt x="13923" y="93507"/>
                      <a:pt x="39831" y="119034"/>
                    </a:cubicBezTo>
                    <a:cubicBezTo>
                      <a:pt x="64215" y="160055"/>
                      <a:pt x="139145" y="142656"/>
                      <a:pt x="138637" y="93507"/>
                    </a:cubicBezTo>
                    <a:cubicBezTo>
                      <a:pt x="149559" y="48295"/>
                      <a:pt x="94568" y="9306"/>
                      <a:pt x="55452" y="33436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0" name="任意形状 1139">
                <a:extLst>
                  <a:ext uri="{FF2B5EF4-FFF2-40B4-BE49-F238E27FC236}">
                    <a16:creationId xmlns:a16="http://schemas.microsoft.com/office/drawing/2014/main" id="{70FFF2E1-D40A-66C0-B7E7-D4822370408D}"/>
                  </a:ext>
                </a:extLst>
              </p:cNvPr>
              <p:cNvSpPr/>
              <p:nvPr/>
            </p:nvSpPr>
            <p:spPr>
              <a:xfrm>
                <a:off x="7053707" y="4331970"/>
                <a:ext cx="565911" cy="305321"/>
              </a:xfrm>
              <a:custGeom>
                <a:avLst/>
                <a:gdLst>
                  <a:gd name="connsiteX0" fmla="*/ 46101 w 565911"/>
                  <a:gd name="connsiteY0" fmla="*/ 23241 h 305321"/>
                  <a:gd name="connsiteX1" fmla="*/ 86233 w 565911"/>
                  <a:gd name="connsiteY1" fmla="*/ 0 h 305321"/>
                  <a:gd name="connsiteX2" fmla="*/ 135128 w 565911"/>
                  <a:gd name="connsiteY2" fmla="*/ 32385 h 305321"/>
                  <a:gd name="connsiteX3" fmla="*/ 337185 w 565911"/>
                  <a:gd name="connsiteY3" fmla="*/ 50292 h 305321"/>
                  <a:gd name="connsiteX4" fmla="*/ 529082 w 565911"/>
                  <a:gd name="connsiteY4" fmla="*/ 26924 h 305321"/>
                  <a:gd name="connsiteX5" fmla="*/ 565912 w 565911"/>
                  <a:gd name="connsiteY5" fmla="*/ 211074 h 305321"/>
                  <a:gd name="connsiteX6" fmla="*/ 448310 w 565911"/>
                  <a:gd name="connsiteY6" fmla="*/ 303022 h 305321"/>
                  <a:gd name="connsiteX7" fmla="*/ 0 w 565911"/>
                  <a:gd name="connsiteY7" fmla="*/ 302768 h 305321"/>
                  <a:gd name="connsiteX8" fmla="*/ 46101 w 565911"/>
                  <a:gd name="connsiteY8" fmla="*/ 23241 h 305321"/>
                  <a:gd name="connsiteX9" fmla="*/ 253619 w 565911"/>
                  <a:gd name="connsiteY9" fmla="*/ 104521 h 305321"/>
                  <a:gd name="connsiteX10" fmla="*/ 251333 w 565911"/>
                  <a:gd name="connsiteY10" fmla="*/ 250952 h 305321"/>
                  <a:gd name="connsiteX11" fmla="*/ 375158 w 565911"/>
                  <a:gd name="connsiteY11" fmla="*/ 163322 h 305321"/>
                  <a:gd name="connsiteX12" fmla="*/ 253619 w 565911"/>
                  <a:gd name="connsiteY12" fmla="*/ 104521 h 305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5911" h="305321">
                    <a:moveTo>
                      <a:pt x="46101" y="23241"/>
                    </a:moveTo>
                    <a:cubicBezTo>
                      <a:pt x="51562" y="6477"/>
                      <a:pt x="72517" y="6096"/>
                      <a:pt x="86233" y="0"/>
                    </a:cubicBezTo>
                    <a:cubicBezTo>
                      <a:pt x="101473" y="11684"/>
                      <a:pt x="115062" y="28448"/>
                      <a:pt x="135128" y="32385"/>
                    </a:cubicBezTo>
                    <a:cubicBezTo>
                      <a:pt x="201422" y="46228"/>
                      <a:pt x="269621" y="50038"/>
                      <a:pt x="337185" y="50292"/>
                    </a:cubicBezTo>
                    <a:cubicBezTo>
                      <a:pt x="402082" y="50800"/>
                      <a:pt x="464439" y="28702"/>
                      <a:pt x="529082" y="26924"/>
                    </a:cubicBezTo>
                    <a:cubicBezTo>
                      <a:pt x="548513" y="86614"/>
                      <a:pt x="560324" y="148590"/>
                      <a:pt x="565912" y="211074"/>
                    </a:cubicBezTo>
                    <a:cubicBezTo>
                      <a:pt x="528701" y="244094"/>
                      <a:pt x="491998" y="278638"/>
                      <a:pt x="448310" y="303022"/>
                    </a:cubicBezTo>
                    <a:cubicBezTo>
                      <a:pt x="299085" y="306832"/>
                      <a:pt x="149352" y="305308"/>
                      <a:pt x="0" y="302768"/>
                    </a:cubicBezTo>
                    <a:cubicBezTo>
                      <a:pt x="5588" y="208661"/>
                      <a:pt x="8255" y="110998"/>
                      <a:pt x="46101" y="23241"/>
                    </a:cubicBezTo>
                    <a:moveTo>
                      <a:pt x="253619" y="104521"/>
                    </a:moveTo>
                    <a:cubicBezTo>
                      <a:pt x="194183" y="131064"/>
                      <a:pt x="197104" y="220472"/>
                      <a:pt x="251333" y="250952"/>
                    </a:cubicBezTo>
                    <a:cubicBezTo>
                      <a:pt x="307213" y="294767"/>
                      <a:pt x="392684" y="228219"/>
                      <a:pt x="375158" y="163322"/>
                    </a:cubicBezTo>
                    <a:cubicBezTo>
                      <a:pt x="364871" y="110490"/>
                      <a:pt x="301244" y="80137"/>
                      <a:pt x="253619" y="104521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 dirty="0"/>
              </a:p>
            </p:txBody>
          </p:sp>
          <p:sp>
            <p:nvSpPr>
              <p:cNvPr id="1141" name="任意形状 1140">
                <a:extLst>
                  <a:ext uri="{FF2B5EF4-FFF2-40B4-BE49-F238E27FC236}">
                    <a16:creationId xmlns:a16="http://schemas.microsoft.com/office/drawing/2014/main" id="{C580FF62-C570-7F81-4E71-FA9F4F1E3009}"/>
                  </a:ext>
                </a:extLst>
              </p:cNvPr>
              <p:cNvSpPr/>
              <p:nvPr/>
            </p:nvSpPr>
            <p:spPr>
              <a:xfrm>
                <a:off x="6893179" y="4357115"/>
                <a:ext cx="175132" cy="281813"/>
              </a:xfrm>
              <a:custGeom>
                <a:avLst/>
                <a:gdLst>
                  <a:gd name="connsiteX0" fmla="*/ 42545 w 175132"/>
                  <a:gd name="connsiteY0" fmla="*/ 140843 h 281813"/>
                  <a:gd name="connsiteX1" fmla="*/ 175133 w 175132"/>
                  <a:gd name="connsiteY1" fmla="*/ 0 h 281813"/>
                  <a:gd name="connsiteX2" fmla="*/ 135763 w 175132"/>
                  <a:gd name="connsiteY2" fmla="*/ 281813 h 281813"/>
                  <a:gd name="connsiteX3" fmla="*/ 0 w 175132"/>
                  <a:gd name="connsiteY3" fmla="*/ 274320 h 281813"/>
                  <a:gd name="connsiteX4" fmla="*/ 42545 w 175132"/>
                  <a:gd name="connsiteY4" fmla="*/ 140843 h 281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132" h="281813">
                    <a:moveTo>
                      <a:pt x="42545" y="140843"/>
                    </a:moveTo>
                    <a:cubicBezTo>
                      <a:pt x="73787" y="83312"/>
                      <a:pt x="123698" y="39116"/>
                      <a:pt x="175133" y="0"/>
                    </a:cubicBezTo>
                    <a:cubicBezTo>
                      <a:pt x="146431" y="91059"/>
                      <a:pt x="137922" y="186944"/>
                      <a:pt x="135763" y="281813"/>
                    </a:cubicBezTo>
                    <a:cubicBezTo>
                      <a:pt x="90424" y="280797"/>
                      <a:pt x="44958" y="280543"/>
                      <a:pt x="0" y="274320"/>
                    </a:cubicBezTo>
                    <a:cubicBezTo>
                      <a:pt x="10033" y="228727"/>
                      <a:pt x="19939" y="182245"/>
                      <a:pt x="42545" y="140843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2" name="任意形状 1141">
                <a:extLst>
                  <a:ext uri="{FF2B5EF4-FFF2-40B4-BE49-F238E27FC236}">
                    <a16:creationId xmlns:a16="http://schemas.microsoft.com/office/drawing/2014/main" id="{27B30EEE-9CAB-0721-4F68-910842A40307}"/>
                  </a:ext>
                </a:extLst>
              </p:cNvPr>
              <p:cNvSpPr/>
              <p:nvPr/>
            </p:nvSpPr>
            <p:spPr>
              <a:xfrm>
                <a:off x="6971636" y="3713391"/>
                <a:ext cx="745325" cy="602619"/>
              </a:xfrm>
              <a:custGeom>
                <a:avLst/>
                <a:gdLst>
                  <a:gd name="connsiteX0" fmla="*/ 269776 w 745325"/>
                  <a:gd name="connsiteY0" fmla="*/ 9742 h 602620"/>
                  <a:gd name="connsiteX1" fmla="*/ 555780 w 745325"/>
                  <a:gd name="connsiteY1" fmla="*/ 36284 h 602620"/>
                  <a:gd name="connsiteX2" fmla="*/ 736755 w 745325"/>
                  <a:gd name="connsiteY2" fmla="*/ 249263 h 602620"/>
                  <a:gd name="connsiteX3" fmla="*/ 649633 w 745325"/>
                  <a:gd name="connsiteY3" fmla="*/ 540982 h 602620"/>
                  <a:gd name="connsiteX4" fmla="*/ 368074 w 745325"/>
                  <a:gd name="connsiteY4" fmla="*/ 602577 h 602620"/>
                  <a:gd name="connsiteX5" fmla="*/ 138712 w 745325"/>
                  <a:gd name="connsiteY5" fmla="*/ 568161 h 602620"/>
                  <a:gd name="connsiteX6" fmla="*/ 3457 w 745325"/>
                  <a:gd name="connsiteY6" fmla="*/ 369787 h 602620"/>
                  <a:gd name="connsiteX7" fmla="*/ 33937 w 745325"/>
                  <a:gd name="connsiteY7" fmla="*/ 167602 h 602620"/>
                  <a:gd name="connsiteX8" fmla="*/ 269776 w 745325"/>
                  <a:gd name="connsiteY8" fmla="*/ 9742 h 602620"/>
                  <a:gd name="connsiteX9" fmla="*/ 196370 w 745325"/>
                  <a:gd name="connsiteY9" fmla="*/ 167983 h 602620"/>
                  <a:gd name="connsiteX10" fmla="*/ 112169 w 745325"/>
                  <a:gd name="connsiteY10" fmla="*/ 455765 h 602620"/>
                  <a:gd name="connsiteX11" fmla="*/ 318290 w 745325"/>
                  <a:gd name="connsiteY11" fmla="*/ 515582 h 602620"/>
                  <a:gd name="connsiteX12" fmla="*/ 584482 w 745325"/>
                  <a:gd name="connsiteY12" fmla="*/ 488531 h 602620"/>
                  <a:gd name="connsiteX13" fmla="*/ 603659 w 745325"/>
                  <a:gd name="connsiteY13" fmla="*/ 190844 h 602620"/>
                  <a:gd name="connsiteX14" fmla="*/ 393855 w 745325"/>
                  <a:gd name="connsiteY14" fmla="*/ 153506 h 602620"/>
                  <a:gd name="connsiteX15" fmla="*/ 196370 w 745325"/>
                  <a:gd name="connsiteY15" fmla="*/ 167983 h 602620"/>
                  <a:gd name="connsiteX0" fmla="*/ 269776 w 745325"/>
                  <a:gd name="connsiteY0" fmla="*/ 9742 h 602620"/>
                  <a:gd name="connsiteX1" fmla="*/ 555780 w 745325"/>
                  <a:gd name="connsiteY1" fmla="*/ 36284 h 602620"/>
                  <a:gd name="connsiteX2" fmla="*/ 736755 w 745325"/>
                  <a:gd name="connsiteY2" fmla="*/ 249263 h 602620"/>
                  <a:gd name="connsiteX3" fmla="*/ 649633 w 745325"/>
                  <a:gd name="connsiteY3" fmla="*/ 540982 h 602620"/>
                  <a:gd name="connsiteX4" fmla="*/ 368074 w 745325"/>
                  <a:gd name="connsiteY4" fmla="*/ 602577 h 602620"/>
                  <a:gd name="connsiteX5" fmla="*/ 138712 w 745325"/>
                  <a:gd name="connsiteY5" fmla="*/ 568161 h 602620"/>
                  <a:gd name="connsiteX6" fmla="*/ 3457 w 745325"/>
                  <a:gd name="connsiteY6" fmla="*/ 369787 h 602620"/>
                  <a:gd name="connsiteX7" fmla="*/ 33937 w 745325"/>
                  <a:gd name="connsiteY7" fmla="*/ 167602 h 602620"/>
                  <a:gd name="connsiteX8" fmla="*/ 269776 w 745325"/>
                  <a:gd name="connsiteY8" fmla="*/ 9742 h 602620"/>
                  <a:gd name="connsiteX9" fmla="*/ 196370 w 745325"/>
                  <a:gd name="connsiteY9" fmla="*/ 167983 h 602620"/>
                  <a:gd name="connsiteX10" fmla="*/ 287339 w 745325"/>
                  <a:gd name="connsiteY10" fmla="*/ 432093 h 602620"/>
                  <a:gd name="connsiteX11" fmla="*/ 318290 w 745325"/>
                  <a:gd name="connsiteY11" fmla="*/ 515582 h 602620"/>
                  <a:gd name="connsiteX12" fmla="*/ 584482 w 745325"/>
                  <a:gd name="connsiteY12" fmla="*/ 488531 h 602620"/>
                  <a:gd name="connsiteX13" fmla="*/ 603659 w 745325"/>
                  <a:gd name="connsiteY13" fmla="*/ 190844 h 602620"/>
                  <a:gd name="connsiteX14" fmla="*/ 393855 w 745325"/>
                  <a:gd name="connsiteY14" fmla="*/ 153506 h 602620"/>
                  <a:gd name="connsiteX15" fmla="*/ 196370 w 745325"/>
                  <a:gd name="connsiteY15" fmla="*/ 167983 h 602620"/>
                  <a:gd name="connsiteX0" fmla="*/ 269776 w 745325"/>
                  <a:gd name="connsiteY0" fmla="*/ 9742 h 602620"/>
                  <a:gd name="connsiteX1" fmla="*/ 555780 w 745325"/>
                  <a:gd name="connsiteY1" fmla="*/ 36284 h 602620"/>
                  <a:gd name="connsiteX2" fmla="*/ 736755 w 745325"/>
                  <a:gd name="connsiteY2" fmla="*/ 249263 h 602620"/>
                  <a:gd name="connsiteX3" fmla="*/ 649633 w 745325"/>
                  <a:gd name="connsiteY3" fmla="*/ 540982 h 602620"/>
                  <a:gd name="connsiteX4" fmla="*/ 368074 w 745325"/>
                  <a:gd name="connsiteY4" fmla="*/ 602577 h 602620"/>
                  <a:gd name="connsiteX5" fmla="*/ 138712 w 745325"/>
                  <a:gd name="connsiteY5" fmla="*/ 568161 h 602620"/>
                  <a:gd name="connsiteX6" fmla="*/ 3457 w 745325"/>
                  <a:gd name="connsiteY6" fmla="*/ 369787 h 602620"/>
                  <a:gd name="connsiteX7" fmla="*/ 33937 w 745325"/>
                  <a:gd name="connsiteY7" fmla="*/ 167602 h 602620"/>
                  <a:gd name="connsiteX8" fmla="*/ 269776 w 745325"/>
                  <a:gd name="connsiteY8" fmla="*/ 9742 h 602620"/>
                  <a:gd name="connsiteX9" fmla="*/ 229510 w 745325"/>
                  <a:gd name="connsiteY9" fmla="*/ 196389 h 602620"/>
                  <a:gd name="connsiteX10" fmla="*/ 287339 w 745325"/>
                  <a:gd name="connsiteY10" fmla="*/ 432093 h 602620"/>
                  <a:gd name="connsiteX11" fmla="*/ 318290 w 745325"/>
                  <a:gd name="connsiteY11" fmla="*/ 515582 h 602620"/>
                  <a:gd name="connsiteX12" fmla="*/ 584482 w 745325"/>
                  <a:gd name="connsiteY12" fmla="*/ 488531 h 602620"/>
                  <a:gd name="connsiteX13" fmla="*/ 603659 w 745325"/>
                  <a:gd name="connsiteY13" fmla="*/ 190844 h 602620"/>
                  <a:gd name="connsiteX14" fmla="*/ 393855 w 745325"/>
                  <a:gd name="connsiteY14" fmla="*/ 153506 h 602620"/>
                  <a:gd name="connsiteX15" fmla="*/ 229510 w 745325"/>
                  <a:gd name="connsiteY15" fmla="*/ 196389 h 602620"/>
                  <a:gd name="connsiteX0" fmla="*/ 269776 w 745325"/>
                  <a:gd name="connsiteY0" fmla="*/ 9742 h 602620"/>
                  <a:gd name="connsiteX1" fmla="*/ 555780 w 745325"/>
                  <a:gd name="connsiteY1" fmla="*/ 36284 h 602620"/>
                  <a:gd name="connsiteX2" fmla="*/ 736755 w 745325"/>
                  <a:gd name="connsiteY2" fmla="*/ 249263 h 602620"/>
                  <a:gd name="connsiteX3" fmla="*/ 649633 w 745325"/>
                  <a:gd name="connsiteY3" fmla="*/ 540982 h 602620"/>
                  <a:gd name="connsiteX4" fmla="*/ 368074 w 745325"/>
                  <a:gd name="connsiteY4" fmla="*/ 602577 h 602620"/>
                  <a:gd name="connsiteX5" fmla="*/ 138712 w 745325"/>
                  <a:gd name="connsiteY5" fmla="*/ 568161 h 602620"/>
                  <a:gd name="connsiteX6" fmla="*/ 3457 w 745325"/>
                  <a:gd name="connsiteY6" fmla="*/ 369787 h 602620"/>
                  <a:gd name="connsiteX7" fmla="*/ 33937 w 745325"/>
                  <a:gd name="connsiteY7" fmla="*/ 167602 h 602620"/>
                  <a:gd name="connsiteX8" fmla="*/ 269776 w 745325"/>
                  <a:gd name="connsiteY8" fmla="*/ 9742 h 602620"/>
                  <a:gd name="connsiteX9" fmla="*/ 229510 w 745325"/>
                  <a:gd name="connsiteY9" fmla="*/ 196389 h 602620"/>
                  <a:gd name="connsiteX10" fmla="*/ 287339 w 745325"/>
                  <a:gd name="connsiteY10" fmla="*/ 432093 h 602620"/>
                  <a:gd name="connsiteX11" fmla="*/ 318290 w 745325"/>
                  <a:gd name="connsiteY11" fmla="*/ 515582 h 602620"/>
                  <a:gd name="connsiteX12" fmla="*/ 513467 w 745325"/>
                  <a:gd name="connsiteY12" fmla="*/ 417516 h 602620"/>
                  <a:gd name="connsiteX13" fmla="*/ 603659 w 745325"/>
                  <a:gd name="connsiteY13" fmla="*/ 190844 h 602620"/>
                  <a:gd name="connsiteX14" fmla="*/ 393855 w 745325"/>
                  <a:gd name="connsiteY14" fmla="*/ 153506 h 602620"/>
                  <a:gd name="connsiteX15" fmla="*/ 229510 w 745325"/>
                  <a:gd name="connsiteY15" fmla="*/ 196389 h 602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45325" h="602620">
                    <a:moveTo>
                      <a:pt x="269776" y="9742"/>
                    </a:moveTo>
                    <a:cubicBezTo>
                      <a:pt x="364899" y="-9944"/>
                      <a:pt x="465483" y="851"/>
                      <a:pt x="555780" y="36284"/>
                    </a:cubicBezTo>
                    <a:cubicBezTo>
                      <a:pt x="643791" y="74638"/>
                      <a:pt x="722150" y="150965"/>
                      <a:pt x="736755" y="249263"/>
                    </a:cubicBezTo>
                    <a:cubicBezTo>
                      <a:pt x="759361" y="351244"/>
                      <a:pt x="739549" y="476594"/>
                      <a:pt x="649633" y="540982"/>
                    </a:cubicBezTo>
                    <a:cubicBezTo>
                      <a:pt x="569877" y="602196"/>
                      <a:pt x="463959" y="602958"/>
                      <a:pt x="368074" y="602577"/>
                    </a:cubicBezTo>
                    <a:cubicBezTo>
                      <a:pt x="291366" y="596100"/>
                      <a:pt x="209324" y="604990"/>
                      <a:pt x="138712" y="568161"/>
                    </a:cubicBezTo>
                    <a:cubicBezTo>
                      <a:pt x="58702" y="536030"/>
                      <a:pt x="15395" y="451067"/>
                      <a:pt x="3457" y="369787"/>
                    </a:cubicBezTo>
                    <a:cubicBezTo>
                      <a:pt x="-4290" y="301588"/>
                      <a:pt x="-988" y="228436"/>
                      <a:pt x="33937" y="167602"/>
                    </a:cubicBezTo>
                    <a:cubicBezTo>
                      <a:pt x="80800" y="79973"/>
                      <a:pt x="174399" y="27394"/>
                      <a:pt x="269776" y="9742"/>
                    </a:cubicBezTo>
                    <a:moveTo>
                      <a:pt x="229510" y="196389"/>
                    </a:moveTo>
                    <a:cubicBezTo>
                      <a:pt x="98827" y="214424"/>
                      <a:pt x="199455" y="344845"/>
                      <a:pt x="287339" y="432093"/>
                    </a:cubicBezTo>
                    <a:cubicBezTo>
                      <a:pt x="342076" y="484036"/>
                      <a:pt x="280602" y="518012"/>
                      <a:pt x="318290" y="515582"/>
                    </a:cubicBezTo>
                    <a:cubicBezTo>
                      <a:pt x="355978" y="513152"/>
                      <a:pt x="429139" y="450663"/>
                      <a:pt x="513467" y="417516"/>
                    </a:cubicBezTo>
                    <a:cubicBezTo>
                      <a:pt x="631577" y="371035"/>
                      <a:pt x="703608" y="257011"/>
                      <a:pt x="603659" y="190844"/>
                    </a:cubicBezTo>
                    <a:cubicBezTo>
                      <a:pt x="542191" y="149442"/>
                      <a:pt x="464594" y="154268"/>
                      <a:pt x="393855" y="153506"/>
                    </a:cubicBezTo>
                    <a:cubicBezTo>
                      <a:pt x="327942" y="155792"/>
                      <a:pt x="294026" y="180387"/>
                      <a:pt x="229510" y="196389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3" name="任意形状 1142">
                <a:extLst>
                  <a:ext uri="{FF2B5EF4-FFF2-40B4-BE49-F238E27FC236}">
                    <a16:creationId xmlns:a16="http://schemas.microsoft.com/office/drawing/2014/main" id="{0874936A-1F36-98B7-70F8-E6A23DD91FBC}"/>
                  </a:ext>
                </a:extLst>
              </p:cNvPr>
              <p:cNvSpPr/>
              <p:nvPr/>
            </p:nvSpPr>
            <p:spPr>
              <a:xfrm>
                <a:off x="6891914" y="3926585"/>
                <a:ext cx="70606" cy="230632"/>
              </a:xfrm>
              <a:custGeom>
                <a:avLst/>
                <a:gdLst>
                  <a:gd name="connsiteX0" fmla="*/ 70606 w 70606"/>
                  <a:gd name="connsiteY0" fmla="*/ 230632 h 230632"/>
                  <a:gd name="connsiteX1" fmla="*/ 62986 w 70606"/>
                  <a:gd name="connsiteY1" fmla="*/ 0 h 230632"/>
                  <a:gd name="connsiteX2" fmla="*/ 70606 w 70606"/>
                  <a:gd name="connsiteY2" fmla="*/ 230632 h 23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606" h="230632">
                    <a:moveTo>
                      <a:pt x="70606" y="230632"/>
                    </a:moveTo>
                    <a:cubicBezTo>
                      <a:pt x="-20072" y="188849"/>
                      <a:pt x="-24263" y="47879"/>
                      <a:pt x="62986" y="0"/>
                    </a:cubicBezTo>
                    <a:cubicBezTo>
                      <a:pt x="53080" y="76835"/>
                      <a:pt x="53207" y="154686"/>
                      <a:pt x="70606" y="230632"/>
                    </a:cubicBezTo>
                    <a:close/>
                  </a:path>
                </a:pathLst>
              </a:custGeom>
              <a:solidFill>
                <a:srgbClr val="92B2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4" name="任意形状 1143">
                <a:extLst>
                  <a:ext uri="{FF2B5EF4-FFF2-40B4-BE49-F238E27FC236}">
                    <a16:creationId xmlns:a16="http://schemas.microsoft.com/office/drawing/2014/main" id="{A8541C88-3785-55AF-24AF-63B891AF1D4E}"/>
                  </a:ext>
                </a:extLst>
              </p:cNvPr>
              <p:cNvSpPr/>
              <p:nvPr/>
            </p:nvSpPr>
            <p:spPr>
              <a:xfrm>
                <a:off x="7727060" y="3925570"/>
                <a:ext cx="67590" cy="236346"/>
              </a:xfrm>
              <a:custGeom>
                <a:avLst/>
                <a:gdLst>
                  <a:gd name="connsiteX0" fmla="*/ 1524 w 67590"/>
                  <a:gd name="connsiteY0" fmla="*/ 0 h 236346"/>
                  <a:gd name="connsiteX1" fmla="*/ 0 w 67590"/>
                  <a:gd name="connsiteY1" fmla="*/ 236347 h 236346"/>
                  <a:gd name="connsiteX2" fmla="*/ 1524 w 67590"/>
                  <a:gd name="connsiteY2" fmla="*/ 0 h 23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7590" h="236346">
                    <a:moveTo>
                      <a:pt x="1524" y="0"/>
                    </a:moveTo>
                    <a:cubicBezTo>
                      <a:pt x="91313" y="46228"/>
                      <a:pt x="88392" y="189992"/>
                      <a:pt x="0" y="236347"/>
                    </a:cubicBezTo>
                    <a:cubicBezTo>
                      <a:pt x="14732" y="157988"/>
                      <a:pt x="18796" y="78359"/>
                      <a:pt x="1524" y="0"/>
                    </a:cubicBezTo>
                    <a:close/>
                  </a:path>
                </a:pathLst>
              </a:custGeom>
              <a:solidFill>
                <a:srgbClr val="92B2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5" name="任意形状 1144">
                <a:extLst>
                  <a:ext uri="{FF2B5EF4-FFF2-40B4-BE49-F238E27FC236}">
                    <a16:creationId xmlns:a16="http://schemas.microsoft.com/office/drawing/2014/main" id="{E64E53A3-0287-7C06-FA5F-D294ADC7B1CC}"/>
                  </a:ext>
                </a:extLst>
              </p:cNvPr>
              <p:cNvSpPr/>
              <p:nvPr/>
            </p:nvSpPr>
            <p:spPr>
              <a:xfrm>
                <a:off x="7139940" y="4329848"/>
                <a:ext cx="442848" cy="52422"/>
              </a:xfrm>
              <a:custGeom>
                <a:avLst/>
                <a:gdLst>
                  <a:gd name="connsiteX0" fmla="*/ 0 w 442848"/>
                  <a:gd name="connsiteY0" fmla="*/ 2122 h 52422"/>
                  <a:gd name="connsiteX1" fmla="*/ 264287 w 442848"/>
                  <a:gd name="connsiteY1" fmla="*/ 9488 h 52422"/>
                  <a:gd name="connsiteX2" fmla="*/ 435864 w 442848"/>
                  <a:gd name="connsiteY2" fmla="*/ 5678 h 52422"/>
                  <a:gd name="connsiteX3" fmla="*/ 442849 w 442848"/>
                  <a:gd name="connsiteY3" fmla="*/ 29046 h 52422"/>
                  <a:gd name="connsiteX4" fmla="*/ 250952 w 442848"/>
                  <a:gd name="connsiteY4" fmla="*/ 52414 h 52422"/>
                  <a:gd name="connsiteX5" fmla="*/ 48895 w 442848"/>
                  <a:gd name="connsiteY5" fmla="*/ 34507 h 52422"/>
                  <a:gd name="connsiteX6" fmla="*/ 0 w 442848"/>
                  <a:gd name="connsiteY6" fmla="*/ 2122 h 5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2848" h="52422">
                    <a:moveTo>
                      <a:pt x="0" y="2122"/>
                    </a:moveTo>
                    <a:cubicBezTo>
                      <a:pt x="88138" y="471"/>
                      <a:pt x="176022" y="14949"/>
                      <a:pt x="264287" y="9488"/>
                    </a:cubicBezTo>
                    <a:cubicBezTo>
                      <a:pt x="321437" y="8599"/>
                      <a:pt x="378968" y="-8673"/>
                      <a:pt x="435864" y="5678"/>
                    </a:cubicBezTo>
                    <a:cubicBezTo>
                      <a:pt x="437642" y="11520"/>
                      <a:pt x="441198" y="23204"/>
                      <a:pt x="442849" y="29046"/>
                    </a:cubicBezTo>
                    <a:cubicBezTo>
                      <a:pt x="378206" y="30824"/>
                      <a:pt x="315849" y="52922"/>
                      <a:pt x="250952" y="52414"/>
                    </a:cubicBezTo>
                    <a:cubicBezTo>
                      <a:pt x="183388" y="52160"/>
                      <a:pt x="115189" y="48350"/>
                      <a:pt x="48895" y="34507"/>
                    </a:cubicBezTo>
                    <a:cubicBezTo>
                      <a:pt x="28829" y="30570"/>
                      <a:pt x="15240" y="13806"/>
                      <a:pt x="0" y="2122"/>
                    </a:cubicBezTo>
                    <a:close/>
                  </a:path>
                </a:pathLst>
              </a:custGeom>
              <a:solidFill>
                <a:srgbClr val="92B2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6" name="任意形状 1145">
                <a:extLst>
                  <a:ext uri="{FF2B5EF4-FFF2-40B4-BE49-F238E27FC236}">
                    <a16:creationId xmlns:a16="http://schemas.microsoft.com/office/drawing/2014/main" id="{0473000B-2D78-902C-DC0F-5C6681051425}"/>
                  </a:ext>
                </a:extLst>
              </p:cNvPr>
              <p:cNvSpPr/>
              <p:nvPr/>
            </p:nvSpPr>
            <p:spPr>
              <a:xfrm>
                <a:off x="7728246" y="4330891"/>
                <a:ext cx="152282" cy="154573"/>
              </a:xfrm>
              <a:custGeom>
                <a:avLst/>
                <a:gdLst>
                  <a:gd name="connsiteX0" fmla="*/ 36407 w 152282"/>
                  <a:gd name="connsiteY0" fmla="*/ 5777 h 154573"/>
                  <a:gd name="connsiteX1" fmla="*/ 151469 w 152282"/>
                  <a:gd name="connsiteY1" fmla="*/ 76136 h 154573"/>
                  <a:gd name="connsiteX2" fmla="*/ 38185 w 152282"/>
                  <a:gd name="connsiteY2" fmla="*/ 145477 h 154573"/>
                  <a:gd name="connsiteX3" fmla="*/ 36407 w 152282"/>
                  <a:gd name="connsiteY3" fmla="*/ 5777 h 154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282" h="154573">
                    <a:moveTo>
                      <a:pt x="36407" y="5777"/>
                    </a:moveTo>
                    <a:cubicBezTo>
                      <a:pt x="85556" y="-14035"/>
                      <a:pt x="153247" y="18986"/>
                      <a:pt x="151469" y="76136"/>
                    </a:cubicBezTo>
                    <a:cubicBezTo>
                      <a:pt x="160994" y="133667"/>
                      <a:pt x="84667" y="173290"/>
                      <a:pt x="38185" y="145477"/>
                    </a:cubicBezTo>
                    <a:cubicBezTo>
                      <a:pt x="-12107" y="118680"/>
                      <a:pt x="-12742" y="33590"/>
                      <a:pt x="36407" y="5777"/>
                    </a:cubicBezTo>
                    <a:close/>
                  </a:path>
                </a:pathLst>
              </a:custGeom>
              <a:solidFill>
                <a:srgbClr val="374E7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7" name="任意形状 1146">
                <a:extLst>
                  <a:ext uri="{FF2B5EF4-FFF2-40B4-BE49-F238E27FC236}">
                    <a16:creationId xmlns:a16="http://schemas.microsoft.com/office/drawing/2014/main" id="{08C58E68-502B-9EC8-2488-535EB455B94C}"/>
                  </a:ext>
                </a:extLst>
              </p:cNvPr>
              <p:cNvSpPr/>
              <p:nvPr/>
            </p:nvSpPr>
            <p:spPr>
              <a:xfrm>
                <a:off x="7608570" y="4354448"/>
                <a:ext cx="87248" cy="156464"/>
              </a:xfrm>
              <a:custGeom>
                <a:avLst/>
                <a:gdLst>
                  <a:gd name="connsiteX0" fmla="*/ 0 w 87248"/>
                  <a:gd name="connsiteY0" fmla="*/ 0 h 156464"/>
                  <a:gd name="connsiteX1" fmla="*/ 87249 w 87248"/>
                  <a:gd name="connsiteY1" fmla="*/ 54102 h 156464"/>
                  <a:gd name="connsiteX2" fmla="*/ 35052 w 87248"/>
                  <a:gd name="connsiteY2" fmla="*/ 156464 h 156464"/>
                  <a:gd name="connsiteX3" fmla="*/ 0 w 87248"/>
                  <a:gd name="connsiteY3" fmla="*/ 0 h 156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248" h="156464">
                    <a:moveTo>
                      <a:pt x="0" y="0"/>
                    </a:moveTo>
                    <a:cubicBezTo>
                      <a:pt x="29083" y="17907"/>
                      <a:pt x="57912" y="36449"/>
                      <a:pt x="87249" y="54102"/>
                    </a:cubicBezTo>
                    <a:cubicBezTo>
                      <a:pt x="68072" y="87249"/>
                      <a:pt x="54102" y="123190"/>
                      <a:pt x="35052" y="156464"/>
                    </a:cubicBezTo>
                    <a:cubicBezTo>
                      <a:pt x="29210" y="102997"/>
                      <a:pt x="14605" y="51435"/>
                      <a:pt x="0" y="0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8" name="任意形状 1147">
                <a:extLst>
                  <a:ext uri="{FF2B5EF4-FFF2-40B4-BE49-F238E27FC236}">
                    <a16:creationId xmlns:a16="http://schemas.microsoft.com/office/drawing/2014/main" id="{728130AA-0BDE-5145-745C-230F5268DA7E}"/>
                  </a:ext>
                </a:extLst>
              </p:cNvPr>
              <p:cNvSpPr/>
              <p:nvPr/>
            </p:nvSpPr>
            <p:spPr>
              <a:xfrm>
                <a:off x="7288438" y="4454004"/>
                <a:ext cx="115163" cy="115899"/>
              </a:xfrm>
              <a:custGeom>
                <a:avLst/>
                <a:gdLst>
                  <a:gd name="connsiteX0" fmla="*/ 30571 w 115163"/>
                  <a:gd name="connsiteY0" fmla="*/ 7378 h 115899"/>
                  <a:gd name="connsiteX1" fmla="*/ 113756 w 115163"/>
                  <a:gd name="connsiteY1" fmla="*/ 67449 h 115899"/>
                  <a:gd name="connsiteX2" fmla="*/ 14950 w 115163"/>
                  <a:gd name="connsiteY2" fmla="*/ 92976 h 115899"/>
                  <a:gd name="connsiteX3" fmla="*/ 30571 w 115163"/>
                  <a:gd name="connsiteY3" fmla="*/ 7378 h 115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63" h="115899">
                    <a:moveTo>
                      <a:pt x="30571" y="7378"/>
                    </a:moveTo>
                    <a:cubicBezTo>
                      <a:pt x="69687" y="-16752"/>
                      <a:pt x="124678" y="22237"/>
                      <a:pt x="113756" y="67449"/>
                    </a:cubicBezTo>
                    <a:cubicBezTo>
                      <a:pt x="114264" y="116598"/>
                      <a:pt x="39334" y="133997"/>
                      <a:pt x="14950" y="92976"/>
                    </a:cubicBezTo>
                    <a:cubicBezTo>
                      <a:pt x="-10958" y="67449"/>
                      <a:pt x="-1560" y="22872"/>
                      <a:pt x="30571" y="7378"/>
                    </a:cubicBezTo>
                    <a:close/>
                  </a:path>
                </a:pathLst>
              </a:custGeom>
              <a:solidFill>
                <a:srgbClr val="57C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9" name="任意形状 1148">
                <a:extLst>
                  <a:ext uri="{FF2B5EF4-FFF2-40B4-BE49-F238E27FC236}">
                    <a16:creationId xmlns:a16="http://schemas.microsoft.com/office/drawing/2014/main" id="{3C93F20A-0B72-3DB5-76AF-1BCEE786A126}"/>
                  </a:ext>
                </a:extLst>
              </p:cNvPr>
              <p:cNvSpPr/>
              <p:nvPr/>
            </p:nvSpPr>
            <p:spPr>
              <a:xfrm>
                <a:off x="7648066" y="4447159"/>
                <a:ext cx="219583" cy="190753"/>
              </a:xfrm>
              <a:custGeom>
                <a:avLst/>
                <a:gdLst>
                  <a:gd name="connsiteX0" fmla="*/ 0 w 219583"/>
                  <a:gd name="connsiteY0" fmla="*/ 184785 h 190753"/>
                  <a:gd name="connsiteX1" fmla="*/ 53340 w 219583"/>
                  <a:gd name="connsiteY1" fmla="*/ 0 h 190753"/>
                  <a:gd name="connsiteX2" fmla="*/ 137414 w 219583"/>
                  <a:gd name="connsiteY2" fmla="*/ 59817 h 190753"/>
                  <a:gd name="connsiteX3" fmla="*/ 219583 w 219583"/>
                  <a:gd name="connsiteY3" fmla="*/ 40259 h 190753"/>
                  <a:gd name="connsiteX4" fmla="*/ 166370 w 219583"/>
                  <a:gd name="connsiteY4" fmla="*/ 190754 h 190753"/>
                  <a:gd name="connsiteX5" fmla="*/ 0 w 219583"/>
                  <a:gd name="connsiteY5" fmla="*/ 184785 h 190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9583" h="190753">
                    <a:moveTo>
                      <a:pt x="0" y="184785"/>
                    </a:moveTo>
                    <a:cubicBezTo>
                      <a:pt x="4572" y="120015"/>
                      <a:pt x="23241" y="57404"/>
                      <a:pt x="53340" y="0"/>
                    </a:cubicBezTo>
                    <a:cubicBezTo>
                      <a:pt x="75438" y="26543"/>
                      <a:pt x="100965" y="55372"/>
                      <a:pt x="137414" y="59817"/>
                    </a:cubicBezTo>
                    <a:cubicBezTo>
                      <a:pt x="166624" y="65278"/>
                      <a:pt x="193675" y="51308"/>
                      <a:pt x="219583" y="40259"/>
                    </a:cubicBezTo>
                    <a:cubicBezTo>
                      <a:pt x="203581" y="90932"/>
                      <a:pt x="186817" y="141605"/>
                      <a:pt x="166370" y="190754"/>
                    </a:cubicBezTo>
                    <a:cubicBezTo>
                      <a:pt x="110871" y="188341"/>
                      <a:pt x="55245" y="190881"/>
                      <a:pt x="0" y="184785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50" name="任意形状 1149">
                <a:extLst>
                  <a:ext uri="{FF2B5EF4-FFF2-40B4-BE49-F238E27FC236}">
                    <a16:creationId xmlns:a16="http://schemas.microsoft.com/office/drawing/2014/main" id="{53B4B386-B1F0-A52A-A6C1-4E19CBCCA6B4}"/>
                  </a:ext>
                </a:extLst>
              </p:cNvPr>
              <p:cNvSpPr/>
              <p:nvPr/>
            </p:nvSpPr>
            <p:spPr>
              <a:xfrm>
                <a:off x="7502016" y="4543044"/>
                <a:ext cx="128904" cy="94456"/>
              </a:xfrm>
              <a:custGeom>
                <a:avLst/>
                <a:gdLst>
                  <a:gd name="connsiteX0" fmla="*/ 0 w 128904"/>
                  <a:gd name="connsiteY0" fmla="*/ 91948 h 94456"/>
                  <a:gd name="connsiteX1" fmla="*/ 117602 w 128904"/>
                  <a:gd name="connsiteY1" fmla="*/ 0 h 94456"/>
                  <a:gd name="connsiteX2" fmla="*/ 128905 w 128904"/>
                  <a:gd name="connsiteY2" fmla="*/ 87122 h 94456"/>
                  <a:gd name="connsiteX3" fmla="*/ 0 w 128904"/>
                  <a:gd name="connsiteY3" fmla="*/ 91948 h 94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904" h="94456">
                    <a:moveTo>
                      <a:pt x="0" y="91948"/>
                    </a:moveTo>
                    <a:cubicBezTo>
                      <a:pt x="43688" y="67564"/>
                      <a:pt x="80391" y="33020"/>
                      <a:pt x="117602" y="0"/>
                    </a:cubicBezTo>
                    <a:cubicBezTo>
                      <a:pt x="120904" y="29083"/>
                      <a:pt x="123444" y="58293"/>
                      <a:pt x="128905" y="87122"/>
                    </a:cubicBezTo>
                    <a:cubicBezTo>
                      <a:pt x="86487" y="96012"/>
                      <a:pt x="42926" y="95758"/>
                      <a:pt x="0" y="91948"/>
                    </a:cubicBezTo>
                    <a:close/>
                  </a:path>
                </a:pathLst>
              </a:custGeom>
              <a:solidFill>
                <a:srgbClr val="92B2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</p:grpSp>
        <p:sp>
          <p:nvSpPr>
            <p:cNvPr id="1136" name="任意形状 1135">
              <a:extLst>
                <a:ext uri="{FF2B5EF4-FFF2-40B4-BE49-F238E27FC236}">
                  <a16:creationId xmlns:a16="http://schemas.microsoft.com/office/drawing/2014/main" id="{DDC30A55-68F8-DD15-2431-9902A9F20043}"/>
                </a:ext>
              </a:extLst>
            </p:cNvPr>
            <p:cNvSpPr/>
            <p:nvPr/>
          </p:nvSpPr>
          <p:spPr>
            <a:xfrm>
              <a:off x="754481" y="2755745"/>
              <a:ext cx="372168" cy="283172"/>
            </a:xfrm>
            <a:custGeom>
              <a:avLst/>
              <a:gdLst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151131 w 602732"/>
                <a:gd name="connsiteY7" fmla="*/ 206154 h 458602"/>
                <a:gd name="connsiteX8" fmla="*/ 241047 w 602732"/>
                <a:gd name="connsiteY8" fmla="*/ 358808 h 458602"/>
                <a:gd name="connsiteX9" fmla="*/ 353823 w 602732"/>
                <a:gd name="connsiteY9" fmla="*/ 383319 h 458602"/>
                <a:gd name="connsiteX10" fmla="*/ 493777 w 602732"/>
                <a:gd name="connsiteY10" fmla="*/ 181389 h 458602"/>
                <a:gd name="connsiteX11" fmla="*/ 432309 w 602732"/>
                <a:gd name="connsiteY11" fmla="*/ 129827 h 458602"/>
                <a:gd name="connsiteX12" fmla="*/ 385319 w 602732"/>
                <a:gd name="connsiteY12" fmla="*/ 208058 h 458602"/>
                <a:gd name="connsiteX13" fmla="*/ 325121 w 602732"/>
                <a:gd name="connsiteY13" fmla="*/ 338742 h 458602"/>
                <a:gd name="connsiteX14" fmla="*/ 255271 w 602732"/>
                <a:gd name="connsiteY14" fmla="*/ 168308 h 458602"/>
                <a:gd name="connsiteX15" fmla="*/ 213107 w 602732"/>
                <a:gd name="connsiteY15" fmla="*/ 122588 h 458602"/>
                <a:gd name="connsiteX16" fmla="*/ 151131 w 602732"/>
                <a:gd name="connsiteY16" fmla="*/ 206154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151131 w 602732"/>
                <a:gd name="connsiteY7" fmla="*/ 206154 h 458602"/>
                <a:gd name="connsiteX8" fmla="*/ 241047 w 602732"/>
                <a:gd name="connsiteY8" fmla="*/ 358808 h 458602"/>
                <a:gd name="connsiteX9" fmla="*/ 353823 w 602732"/>
                <a:gd name="connsiteY9" fmla="*/ 383319 h 458602"/>
                <a:gd name="connsiteX10" fmla="*/ 493777 w 602732"/>
                <a:gd name="connsiteY10" fmla="*/ 181389 h 458602"/>
                <a:gd name="connsiteX11" fmla="*/ 432309 w 602732"/>
                <a:gd name="connsiteY11" fmla="*/ 129827 h 458602"/>
                <a:gd name="connsiteX12" fmla="*/ 385319 w 602732"/>
                <a:gd name="connsiteY12" fmla="*/ 208058 h 458602"/>
                <a:gd name="connsiteX13" fmla="*/ 255271 w 602732"/>
                <a:gd name="connsiteY13" fmla="*/ 168308 h 458602"/>
                <a:gd name="connsiteX14" fmla="*/ 213107 w 602732"/>
                <a:gd name="connsiteY14" fmla="*/ 122588 h 458602"/>
                <a:gd name="connsiteX15" fmla="*/ 151131 w 602732"/>
                <a:gd name="connsiteY15" fmla="*/ 206154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151131 w 602732"/>
                <a:gd name="connsiteY7" fmla="*/ 206154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11" fmla="*/ 385319 w 602732"/>
                <a:gd name="connsiteY11" fmla="*/ 208058 h 458602"/>
                <a:gd name="connsiteX12" fmla="*/ 255271 w 602732"/>
                <a:gd name="connsiteY12" fmla="*/ 168308 h 458602"/>
                <a:gd name="connsiteX13" fmla="*/ 213107 w 602732"/>
                <a:gd name="connsiteY13" fmla="*/ 122588 h 458602"/>
                <a:gd name="connsiteX14" fmla="*/ 151131 w 602732"/>
                <a:gd name="connsiteY14" fmla="*/ 206154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213107 w 602732"/>
                <a:gd name="connsiteY7" fmla="*/ 122588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11" fmla="*/ 385319 w 602732"/>
                <a:gd name="connsiteY11" fmla="*/ 208058 h 458602"/>
                <a:gd name="connsiteX12" fmla="*/ 255271 w 602732"/>
                <a:gd name="connsiteY12" fmla="*/ 168308 h 458602"/>
                <a:gd name="connsiteX13" fmla="*/ 213107 w 602732"/>
                <a:gd name="connsiteY13" fmla="*/ 122588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255271 w 602732"/>
                <a:gd name="connsiteY7" fmla="*/ 168308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11" fmla="*/ 385319 w 602732"/>
                <a:gd name="connsiteY11" fmla="*/ 208058 h 458602"/>
                <a:gd name="connsiteX12" fmla="*/ 255271 w 602732"/>
                <a:gd name="connsiteY12" fmla="*/ 168308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385319 w 602732"/>
                <a:gd name="connsiteY7" fmla="*/ 208058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11" fmla="*/ 385319 w 602732"/>
                <a:gd name="connsiteY11" fmla="*/ 208058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432309 w 602732"/>
                <a:gd name="connsiteY7" fmla="*/ 129827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493777 w 602732"/>
                <a:gd name="connsiteY7" fmla="*/ 181389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732" h="458602">
                  <a:moveTo>
                    <a:pt x="168784" y="9177"/>
                  </a:moveTo>
                  <a:cubicBezTo>
                    <a:pt x="297689" y="-4793"/>
                    <a:pt x="446279" y="-14573"/>
                    <a:pt x="553848" y="72041"/>
                  </a:cubicBezTo>
                  <a:cubicBezTo>
                    <a:pt x="603886" y="108491"/>
                    <a:pt x="605791" y="176055"/>
                    <a:pt x="600965" y="232189"/>
                  </a:cubicBezTo>
                  <a:cubicBezTo>
                    <a:pt x="594361" y="346997"/>
                    <a:pt x="490221" y="437039"/>
                    <a:pt x="380874" y="453930"/>
                  </a:cubicBezTo>
                  <a:cubicBezTo>
                    <a:pt x="293117" y="464726"/>
                    <a:pt x="199772" y="458629"/>
                    <a:pt x="120524" y="416339"/>
                  </a:cubicBezTo>
                  <a:cubicBezTo>
                    <a:pt x="74169" y="393352"/>
                    <a:pt x="33402" y="355633"/>
                    <a:pt x="16765" y="305722"/>
                  </a:cubicBezTo>
                  <a:cubicBezTo>
                    <a:pt x="-35178" y="189263"/>
                    <a:pt x="38609" y="29369"/>
                    <a:pt x="168784" y="9177"/>
                  </a:cubicBezTo>
                </a:path>
              </a:pathLst>
            </a:custGeom>
            <a:solidFill>
              <a:srgbClr val="0E1D3A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37" name="任意形状 1136">
              <a:extLst>
                <a:ext uri="{FF2B5EF4-FFF2-40B4-BE49-F238E27FC236}">
                  <a16:creationId xmlns:a16="http://schemas.microsoft.com/office/drawing/2014/main" id="{9B0109FB-9F38-FEBF-9271-657E019E8ABF}"/>
                </a:ext>
              </a:extLst>
            </p:cNvPr>
            <p:cNvSpPr/>
            <p:nvPr/>
          </p:nvSpPr>
          <p:spPr>
            <a:xfrm>
              <a:off x="849550" y="2821256"/>
              <a:ext cx="212421" cy="167128"/>
            </a:xfrm>
            <a:custGeom>
              <a:avLst/>
              <a:gdLst>
                <a:gd name="connsiteX0" fmla="*/ 1373 w 344019"/>
                <a:gd name="connsiteY0" fmla="*/ 83653 h 270666"/>
                <a:gd name="connsiteX1" fmla="*/ 63349 w 344019"/>
                <a:gd name="connsiteY1" fmla="*/ 87 h 270666"/>
                <a:gd name="connsiteX2" fmla="*/ 105513 w 344019"/>
                <a:gd name="connsiteY2" fmla="*/ 45807 h 270666"/>
                <a:gd name="connsiteX3" fmla="*/ 175363 w 344019"/>
                <a:gd name="connsiteY3" fmla="*/ 216241 h 270666"/>
                <a:gd name="connsiteX4" fmla="*/ 235561 w 344019"/>
                <a:gd name="connsiteY4" fmla="*/ 85558 h 270666"/>
                <a:gd name="connsiteX5" fmla="*/ 282551 w 344019"/>
                <a:gd name="connsiteY5" fmla="*/ 7326 h 270666"/>
                <a:gd name="connsiteX6" fmla="*/ 344019 w 344019"/>
                <a:gd name="connsiteY6" fmla="*/ 58888 h 270666"/>
                <a:gd name="connsiteX7" fmla="*/ 204065 w 344019"/>
                <a:gd name="connsiteY7" fmla="*/ 260818 h 270666"/>
                <a:gd name="connsiteX8" fmla="*/ 91289 w 344019"/>
                <a:gd name="connsiteY8" fmla="*/ 236307 h 270666"/>
                <a:gd name="connsiteX9" fmla="*/ 1373 w 344019"/>
                <a:gd name="connsiteY9" fmla="*/ 83653 h 270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019" h="270666">
                  <a:moveTo>
                    <a:pt x="1373" y="83653"/>
                  </a:moveTo>
                  <a:cubicBezTo>
                    <a:pt x="5691" y="49363"/>
                    <a:pt x="22582" y="2246"/>
                    <a:pt x="63349" y="87"/>
                  </a:cubicBezTo>
                  <a:cubicBezTo>
                    <a:pt x="88368" y="-1818"/>
                    <a:pt x="96115" y="28154"/>
                    <a:pt x="105513" y="45807"/>
                  </a:cubicBezTo>
                  <a:cubicBezTo>
                    <a:pt x="122023" y="104608"/>
                    <a:pt x="127103" y="172553"/>
                    <a:pt x="175363" y="216241"/>
                  </a:cubicBezTo>
                  <a:cubicBezTo>
                    <a:pt x="200255" y="175093"/>
                    <a:pt x="221972" y="131786"/>
                    <a:pt x="235561" y="85558"/>
                  </a:cubicBezTo>
                  <a:cubicBezTo>
                    <a:pt x="245213" y="56729"/>
                    <a:pt x="257532" y="26249"/>
                    <a:pt x="282551" y="7326"/>
                  </a:cubicBezTo>
                  <a:cubicBezTo>
                    <a:pt x="313031" y="-6771"/>
                    <a:pt x="343130" y="30948"/>
                    <a:pt x="344019" y="58888"/>
                  </a:cubicBezTo>
                  <a:cubicBezTo>
                    <a:pt x="330938" y="142454"/>
                    <a:pt x="275693" y="217257"/>
                    <a:pt x="204065" y="260818"/>
                  </a:cubicBezTo>
                  <a:cubicBezTo>
                    <a:pt x="165965" y="284948"/>
                    <a:pt x="122404" y="260056"/>
                    <a:pt x="91289" y="236307"/>
                  </a:cubicBezTo>
                  <a:cubicBezTo>
                    <a:pt x="42902" y="200874"/>
                    <a:pt x="-9168" y="149566"/>
                    <a:pt x="1373" y="83653"/>
                  </a:cubicBezTo>
                  <a:close/>
                </a:path>
              </a:pathLst>
            </a:custGeom>
            <a:solidFill>
              <a:srgbClr val="55CC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</p:grpSp>
      <p:sp>
        <p:nvSpPr>
          <p:cNvPr id="1151" name="圆角矩形 1150">
            <a:extLst>
              <a:ext uri="{FF2B5EF4-FFF2-40B4-BE49-F238E27FC236}">
                <a16:creationId xmlns:a16="http://schemas.microsoft.com/office/drawing/2014/main" id="{DFAEBCFC-F6EC-5351-A201-6C6DBA58C412}"/>
              </a:ext>
            </a:extLst>
          </p:cNvPr>
          <p:cNvSpPr/>
          <p:nvPr/>
        </p:nvSpPr>
        <p:spPr>
          <a:xfrm>
            <a:off x="8216708" y="2400037"/>
            <a:ext cx="1786077" cy="336480"/>
          </a:xfrm>
          <a:prstGeom prst="roundRect">
            <a:avLst>
              <a:gd name="adj" fmla="val 0"/>
            </a:avLst>
          </a:prstGeom>
          <a:solidFill>
            <a:schemeClr val="bg1">
              <a:alpha val="606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637FF879-D822-A6FF-ABA7-AC903EC4524F}"/>
                  </a:ext>
                </a:extLst>
              </p:cNvPr>
              <p:cNvSpPr txBox="1"/>
              <p:nvPr/>
            </p:nvSpPr>
            <p:spPr>
              <a:xfrm>
                <a:off x="8240668" y="2414447"/>
                <a:ext cx="14526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b="1" dirty="0">
                    <a:solidFill>
                      <a:schemeClr val="accent6"/>
                    </a:solidFill>
                    <a:latin typeface="STIX Two Text" pitchFamily="2" charset="0"/>
                  </a:rPr>
                  <a:t>Time: </a:t>
                </a:r>
                <a:r>
                  <a:rPr kumimoji="1" lang="en-US" altLang="zh-CN" sz="1400" dirty="0">
                    <a:solidFill>
                      <a:schemeClr val="accent6"/>
                    </a:solidFill>
                    <a:latin typeface="STIX Two Text" pitchFamily="2" charset="0"/>
                  </a:rPr>
                  <a:t>7k</a:t>
                </a:r>
                <a:r>
                  <a:rPr kumimoji="1" lang="en-US" altLang="zh-CN" sz="1400" baseline="30000" dirty="0">
                    <a:solidFill>
                      <a:schemeClr val="accent6"/>
                    </a:solidFill>
                    <a:latin typeface="STIX Two Text" pitchFamily="2" charset="0"/>
                  </a:rPr>
                  <a:t>+</a:t>
                </a:r>
                <a:r>
                  <a:rPr kumimoji="1" lang="en-US" altLang="zh-CN" sz="1400" dirty="0">
                    <a:solidFill>
                      <a:schemeClr val="accent6"/>
                    </a:solidFill>
                    <a:latin typeface="STIX Two Text" pitchFamily="2" charset="0"/>
                  </a:rPr>
                  <a:t>s </a:t>
                </a:r>
                <a14:m>
                  <m:oMath xmlns:m="http://schemas.openxmlformats.org/officeDocument/2006/math">
                    <m:r>
                      <a:rPr kumimoji="1" lang="en-US" altLang="zh-CN" sz="1400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sz="1400" dirty="0">
                    <a:solidFill>
                      <a:schemeClr val="accent6"/>
                    </a:solidFill>
                    <a:latin typeface="STIX Two Text" pitchFamily="2" charset="0"/>
                  </a:rPr>
                  <a:t> 1s</a:t>
                </a:r>
              </a:p>
            </p:txBody>
          </p:sp>
        </mc:Choice>
        <mc:Fallback xmlns=""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637FF879-D822-A6FF-ABA7-AC903EC45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668" y="2414447"/>
                <a:ext cx="1452642" cy="307777"/>
              </a:xfrm>
              <a:prstGeom prst="rect">
                <a:avLst/>
              </a:prstGeom>
              <a:blipFill>
                <a:blip r:embed="rId7"/>
                <a:stretch>
                  <a:fillRect l="-862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3" name="圆角矩形 1152">
            <a:extLst>
              <a:ext uri="{FF2B5EF4-FFF2-40B4-BE49-F238E27FC236}">
                <a16:creationId xmlns:a16="http://schemas.microsoft.com/office/drawing/2014/main" id="{759AA1CA-2D20-0184-C562-6662DA2C3891}"/>
              </a:ext>
            </a:extLst>
          </p:cNvPr>
          <p:cNvSpPr/>
          <p:nvPr/>
        </p:nvSpPr>
        <p:spPr>
          <a:xfrm>
            <a:off x="4536223" y="4216405"/>
            <a:ext cx="1318542" cy="1364648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sp>
        <p:nvSpPr>
          <p:cNvPr id="1174" name="圆角矩形 1173">
            <a:extLst>
              <a:ext uri="{FF2B5EF4-FFF2-40B4-BE49-F238E27FC236}">
                <a16:creationId xmlns:a16="http://schemas.microsoft.com/office/drawing/2014/main" id="{8C3CA795-CA0E-2B2B-CE02-C2D1E0292107}"/>
              </a:ext>
            </a:extLst>
          </p:cNvPr>
          <p:cNvSpPr/>
          <p:nvPr/>
        </p:nvSpPr>
        <p:spPr>
          <a:xfrm>
            <a:off x="6025952" y="4217879"/>
            <a:ext cx="1909445" cy="1364648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grpSp>
        <p:nvGrpSpPr>
          <p:cNvPr id="1175" name="组合 1174">
            <a:extLst>
              <a:ext uri="{FF2B5EF4-FFF2-40B4-BE49-F238E27FC236}">
                <a16:creationId xmlns:a16="http://schemas.microsoft.com/office/drawing/2014/main" id="{782007EE-8915-3518-A6C8-23044F0E2DAC}"/>
              </a:ext>
            </a:extLst>
          </p:cNvPr>
          <p:cNvGrpSpPr/>
          <p:nvPr/>
        </p:nvGrpSpPr>
        <p:grpSpPr>
          <a:xfrm>
            <a:off x="6085834" y="4758230"/>
            <a:ext cx="853272" cy="775192"/>
            <a:chOff x="276405" y="756457"/>
            <a:chExt cx="828973" cy="753117"/>
          </a:xfrm>
        </p:grpSpPr>
        <p:sp>
          <p:nvSpPr>
            <p:cNvPr id="1176" name="任意形状 1175">
              <a:extLst>
                <a:ext uri="{FF2B5EF4-FFF2-40B4-BE49-F238E27FC236}">
                  <a16:creationId xmlns:a16="http://schemas.microsoft.com/office/drawing/2014/main" id="{EE42831F-EF5D-8824-DC17-67634187D238}"/>
                </a:ext>
              </a:extLst>
            </p:cNvPr>
            <p:cNvSpPr/>
            <p:nvPr/>
          </p:nvSpPr>
          <p:spPr>
            <a:xfrm>
              <a:off x="341148" y="939295"/>
              <a:ext cx="42736" cy="104329"/>
            </a:xfrm>
            <a:custGeom>
              <a:avLst/>
              <a:gdLst>
                <a:gd name="connsiteX0" fmla="*/ 28639 w 78470"/>
                <a:gd name="connsiteY0" fmla="*/ 1397 h 191564"/>
                <a:gd name="connsiteX1" fmla="*/ 51880 w 78470"/>
                <a:gd name="connsiteY1" fmla="*/ 0 h 191564"/>
                <a:gd name="connsiteX2" fmla="*/ 51880 w 78470"/>
                <a:gd name="connsiteY2" fmla="*/ 189992 h 191564"/>
                <a:gd name="connsiteX3" fmla="*/ 4128 w 78470"/>
                <a:gd name="connsiteY3" fmla="*/ 140843 h 191564"/>
                <a:gd name="connsiteX4" fmla="*/ 28639 w 78470"/>
                <a:gd name="connsiteY4" fmla="*/ 1397 h 19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70" h="191564">
                  <a:moveTo>
                    <a:pt x="28639" y="1397"/>
                  </a:moveTo>
                  <a:cubicBezTo>
                    <a:pt x="34481" y="1016"/>
                    <a:pt x="46038" y="381"/>
                    <a:pt x="51880" y="0"/>
                  </a:cubicBezTo>
                  <a:cubicBezTo>
                    <a:pt x="82614" y="57531"/>
                    <a:pt x="91758" y="134620"/>
                    <a:pt x="51880" y="189992"/>
                  </a:cubicBezTo>
                  <a:cubicBezTo>
                    <a:pt x="20638" y="199390"/>
                    <a:pt x="8827" y="164592"/>
                    <a:pt x="4128" y="140843"/>
                  </a:cubicBezTo>
                  <a:cubicBezTo>
                    <a:pt x="-3873" y="93980"/>
                    <a:pt x="-2476" y="40005"/>
                    <a:pt x="28639" y="1397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77" name="任意形状 1176">
              <a:extLst>
                <a:ext uri="{FF2B5EF4-FFF2-40B4-BE49-F238E27FC236}">
                  <a16:creationId xmlns:a16="http://schemas.microsoft.com/office/drawing/2014/main" id="{713EA0D8-B86E-A7CE-AD0E-B8F089EA26B7}"/>
                </a:ext>
              </a:extLst>
            </p:cNvPr>
            <p:cNvSpPr/>
            <p:nvPr/>
          </p:nvSpPr>
          <p:spPr>
            <a:xfrm>
              <a:off x="276405" y="756457"/>
              <a:ext cx="828973" cy="753117"/>
            </a:xfrm>
            <a:custGeom>
              <a:avLst/>
              <a:gdLst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447867 w 1644613"/>
                <a:gd name="connsiteY4" fmla="*/ 744100 h 1635893"/>
                <a:gd name="connsiteX5" fmla="*/ 1200852 w 1644613"/>
                <a:gd name="connsiteY5" fmla="*/ 768865 h 1635893"/>
                <a:gd name="connsiteX6" fmla="*/ 1100903 w 1644613"/>
                <a:gd name="connsiteY6" fmla="*/ 724415 h 1635893"/>
                <a:gd name="connsiteX7" fmla="*/ 1075122 w 1644613"/>
                <a:gd name="connsiteY7" fmla="*/ 806838 h 1635893"/>
                <a:gd name="connsiteX8" fmla="*/ 994858 w 1644613"/>
                <a:gd name="connsiteY8" fmla="*/ 891166 h 1635893"/>
                <a:gd name="connsiteX9" fmla="*/ 900370 w 1644613"/>
                <a:gd name="connsiteY9" fmla="*/ 986162 h 1635893"/>
                <a:gd name="connsiteX10" fmla="*/ 765623 w 1644613"/>
                <a:gd name="connsiteY10" fmla="*/ 1048392 h 1635893"/>
                <a:gd name="connsiteX11" fmla="*/ 993715 w 1644613"/>
                <a:gd name="connsiteY11" fmla="*/ 1351541 h 1635893"/>
                <a:gd name="connsiteX12" fmla="*/ 1109666 w 1644613"/>
                <a:gd name="connsiteY12" fmla="*/ 1221620 h 1635893"/>
                <a:gd name="connsiteX13" fmla="*/ 1283275 w 1644613"/>
                <a:gd name="connsiteY13" fmla="*/ 1111003 h 1635893"/>
                <a:gd name="connsiteX14" fmla="*/ 1372810 w 1644613"/>
                <a:gd name="connsiteY14" fmla="*/ 1159136 h 1635893"/>
                <a:gd name="connsiteX15" fmla="*/ 1290260 w 1644613"/>
                <a:gd name="connsiteY15" fmla="*/ 1244353 h 1635893"/>
                <a:gd name="connsiteX16" fmla="*/ 1514796 w 1644613"/>
                <a:gd name="connsiteY16" fmla="*/ 1325633 h 1635893"/>
                <a:gd name="connsiteX17" fmla="*/ 1460440 w 1644613"/>
                <a:gd name="connsiteY17" fmla="*/ 1390657 h 1635893"/>
                <a:gd name="connsiteX18" fmla="*/ 1460821 w 1644613"/>
                <a:gd name="connsiteY18" fmla="*/ 1438790 h 1635893"/>
                <a:gd name="connsiteX19" fmla="*/ 1403163 w 1644613"/>
                <a:gd name="connsiteY19" fmla="*/ 1459999 h 1635893"/>
                <a:gd name="connsiteX20" fmla="*/ 1396686 w 1644613"/>
                <a:gd name="connsiteY20" fmla="*/ 1490352 h 1635893"/>
                <a:gd name="connsiteX21" fmla="*/ 1222569 w 1644613"/>
                <a:gd name="connsiteY21" fmla="*/ 1482224 h 1635893"/>
                <a:gd name="connsiteX22" fmla="*/ 1041340 w 1644613"/>
                <a:gd name="connsiteY22" fmla="*/ 1583443 h 1635893"/>
                <a:gd name="connsiteX23" fmla="*/ 907228 w 1644613"/>
                <a:gd name="connsiteY23" fmla="*/ 1570362 h 1635893"/>
                <a:gd name="connsiteX24" fmla="*/ 909260 w 1644613"/>
                <a:gd name="connsiteY24" fmla="*/ 1626242 h 1635893"/>
                <a:gd name="connsiteX25" fmla="*/ 884622 w 1644613"/>
                <a:gd name="connsiteY25" fmla="*/ 1624718 h 1635893"/>
                <a:gd name="connsiteX26" fmla="*/ 878780 w 1644613"/>
                <a:gd name="connsiteY26" fmla="*/ 1550296 h 1635893"/>
                <a:gd name="connsiteX27" fmla="*/ 820106 w 1644613"/>
                <a:gd name="connsiteY27" fmla="*/ 1144658 h 1635893"/>
                <a:gd name="connsiteX28" fmla="*/ 747208 w 1644613"/>
                <a:gd name="connsiteY28" fmla="*/ 1071887 h 1635893"/>
                <a:gd name="connsiteX29" fmla="*/ 424882 w 1644613"/>
                <a:gd name="connsiteY29" fmla="*/ 1070236 h 1635893"/>
                <a:gd name="connsiteX30" fmla="*/ 337125 w 1644613"/>
                <a:gd name="connsiteY30" fmla="*/ 1072395 h 1635893"/>
                <a:gd name="connsiteX31" fmla="*/ 407610 w 1644613"/>
                <a:gd name="connsiteY31" fmla="*/ 1284231 h 1635893"/>
                <a:gd name="connsiteX32" fmla="*/ 322774 w 1644613"/>
                <a:gd name="connsiteY32" fmla="*/ 1363352 h 1635893"/>
                <a:gd name="connsiteX33" fmla="*/ 288357 w 1644613"/>
                <a:gd name="connsiteY33" fmla="*/ 1588650 h 1635893"/>
                <a:gd name="connsiteX34" fmla="*/ 283023 w 1644613"/>
                <a:gd name="connsiteY34" fmla="*/ 1624718 h 1635893"/>
                <a:gd name="connsiteX35" fmla="*/ 259020 w 1644613"/>
                <a:gd name="connsiteY35" fmla="*/ 1629417 h 1635893"/>
                <a:gd name="connsiteX36" fmla="*/ 323409 w 1644613"/>
                <a:gd name="connsiteY36" fmla="*/ 1250068 h 1635893"/>
                <a:gd name="connsiteX37" fmla="*/ 305629 w 1644613"/>
                <a:gd name="connsiteY37" fmla="*/ 1166248 h 1635893"/>
                <a:gd name="connsiteX38" fmla="*/ 229556 w 1644613"/>
                <a:gd name="connsiteY38" fmla="*/ 1192410 h 1635893"/>
                <a:gd name="connsiteX39" fmla="*/ 18228 w 1644613"/>
                <a:gd name="connsiteY39" fmla="*/ 1623575 h 1635893"/>
                <a:gd name="connsiteX40" fmla="*/ 2099 w 1644613"/>
                <a:gd name="connsiteY40" fmla="*/ 1635894 h 1635893"/>
                <a:gd name="connsiteX41" fmla="*/ 17212 w 1644613"/>
                <a:gd name="connsiteY41" fmla="*/ 1539628 h 1635893"/>
                <a:gd name="connsiteX42" fmla="*/ 107001 w 1644613"/>
                <a:gd name="connsiteY42" fmla="*/ 1318648 h 1635893"/>
                <a:gd name="connsiteX43" fmla="*/ 216983 w 1644613"/>
                <a:gd name="connsiteY43" fmla="*/ 1168153 h 1635893"/>
                <a:gd name="connsiteX44" fmla="*/ 304867 w 1644613"/>
                <a:gd name="connsiteY44" fmla="*/ 1066553 h 1635893"/>
                <a:gd name="connsiteX45" fmla="*/ 391481 w 1644613"/>
                <a:gd name="connsiteY45" fmla="*/ 1032390 h 1635893"/>
                <a:gd name="connsiteX46" fmla="*/ 252924 w 1644613"/>
                <a:gd name="connsiteY46" fmla="*/ 952253 h 1635893"/>
                <a:gd name="connsiteX47" fmla="*/ 138243 w 1644613"/>
                <a:gd name="connsiteY47" fmla="*/ 837064 h 1635893"/>
                <a:gd name="connsiteX48" fmla="*/ 83633 w 1644613"/>
                <a:gd name="connsiteY48" fmla="*/ 754514 h 1635893"/>
                <a:gd name="connsiteX49" fmla="*/ 139767 w 1644613"/>
                <a:gd name="connsiteY49" fmla="*/ 520707 h 1635893"/>
                <a:gd name="connsiteX50" fmla="*/ 413198 w 1644613"/>
                <a:gd name="connsiteY50" fmla="*/ 274200 h 1635893"/>
                <a:gd name="connsiteX51" fmla="*/ 730698 w 1644613"/>
                <a:gd name="connsiteY51" fmla="*/ 270898 h 1635893"/>
                <a:gd name="connsiteX52" fmla="*/ 944058 w 1644613"/>
                <a:gd name="connsiteY52" fmla="*/ 397009 h 1635893"/>
                <a:gd name="connsiteX53" fmla="*/ 1014924 w 1644613"/>
                <a:gd name="connsiteY53" fmla="*/ 137040 h 1635893"/>
                <a:gd name="connsiteX54" fmla="*/ 1076900 w 1644613"/>
                <a:gd name="connsiteY54" fmla="*/ 110878 h 1635893"/>
                <a:gd name="connsiteX55" fmla="*/ 971617 w 1644613"/>
                <a:gd name="connsiteY55" fmla="*/ 432950 h 1635893"/>
                <a:gd name="connsiteX56" fmla="*/ 1070423 w 1644613"/>
                <a:gd name="connsiteY56" fmla="*/ 588017 h 1635893"/>
                <a:gd name="connsiteX57" fmla="*/ 1107507 w 1644613"/>
                <a:gd name="connsiteY57" fmla="*/ 692030 h 1635893"/>
                <a:gd name="connsiteX58" fmla="*/ 1459424 w 1644613"/>
                <a:gd name="connsiteY58" fmla="*/ 707524 h 1635893"/>
                <a:gd name="connsiteX59" fmla="*/ 1614364 w 1644613"/>
                <a:gd name="connsiteY59" fmla="*/ 462160 h 1635893"/>
                <a:gd name="connsiteX60" fmla="*/ 1543879 w 1644613"/>
                <a:gd name="connsiteY60" fmla="*/ 155963 h 1635893"/>
                <a:gd name="connsiteX61" fmla="*/ 1261939 w 1644613"/>
                <a:gd name="connsiteY61" fmla="*/ 27312 h 1635893"/>
                <a:gd name="connsiteX62" fmla="*/ 1076900 w 1644613"/>
                <a:gd name="connsiteY62" fmla="*/ 110878 h 1635893"/>
                <a:gd name="connsiteX63" fmla="*/ 175327 w 1644613"/>
                <a:gd name="connsiteY63" fmla="*/ 504578 h 1635893"/>
                <a:gd name="connsiteX64" fmla="*/ 227270 w 1644613"/>
                <a:gd name="connsiteY64" fmla="*/ 521723 h 1635893"/>
                <a:gd name="connsiteX65" fmla="*/ 284801 w 1644613"/>
                <a:gd name="connsiteY65" fmla="*/ 676663 h 1635893"/>
                <a:gd name="connsiteX66" fmla="*/ 256607 w 1644613"/>
                <a:gd name="connsiteY66" fmla="*/ 816998 h 1635893"/>
                <a:gd name="connsiteX67" fmla="*/ 204283 w 1644613"/>
                <a:gd name="connsiteY67" fmla="*/ 863734 h 1635893"/>
                <a:gd name="connsiteX68" fmla="*/ 615128 w 1644613"/>
                <a:gd name="connsiteY68" fmla="*/ 1040010 h 1635893"/>
                <a:gd name="connsiteX69" fmla="*/ 979491 w 1644613"/>
                <a:gd name="connsiteY69" fmla="*/ 867671 h 1635893"/>
                <a:gd name="connsiteX70" fmla="*/ 1018353 w 1644613"/>
                <a:gd name="connsiteY70" fmla="*/ 573666 h 1635893"/>
                <a:gd name="connsiteX71" fmla="*/ 672151 w 1644613"/>
                <a:gd name="connsiteY71" fmla="*/ 284741 h 1635893"/>
                <a:gd name="connsiteX72" fmla="*/ 175327 w 1644613"/>
                <a:gd name="connsiteY72" fmla="*/ 504578 h 1635893"/>
                <a:gd name="connsiteX73" fmla="*/ 159833 w 1644613"/>
                <a:gd name="connsiteY73" fmla="*/ 539884 h 1635893"/>
                <a:gd name="connsiteX74" fmla="*/ 104588 w 1644613"/>
                <a:gd name="connsiteY74" fmla="*/ 728098 h 1635893"/>
                <a:gd name="connsiteX75" fmla="*/ 197679 w 1644613"/>
                <a:gd name="connsiteY75" fmla="*/ 834143 h 1635893"/>
                <a:gd name="connsiteX76" fmla="*/ 250892 w 1644613"/>
                <a:gd name="connsiteY76" fmla="*/ 752355 h 1635893"/>
                <a:gd name="connsiteX77" fmla="*/ 234636 w 1644613"/>
                <a:gd name="connsiteY77" fmla="*/ 576587 h 1635893"/>
                <a:gd name="connsiteX78" fmla="*/ 159833 w 1644613"/>
                <a:gd name="connsiteY78" fmla="*/ 539884 h 1635893"/>
                <a:gd name="connsiteX79" fmla="*/ 1052135 w 1644613"/>
                <a:gd name="connsiteY79" fmla="*/ 598050 h 1635893"/>
                <a:gd name="connsiteX80" fmla="*/ 1041086 w 1644613"/>
                <a:gd name="connsiteY80" fmla="*/ 807092 h 1635893"/>
                <a:gd name="connsiteX81" fmla="*/ 1052135 w 1644613"/>
                <a:gd name="connsiteY81" fmla="*/ 598050 h 1635893"/>
                <a:gd name="connsiteX82" fmla="*/ 441011 w 1644613"/>
                <a:gd name="connsiteY82" fmla="*/ 1044963 h 1635893"/>
                <a:gd name="connsiteX83" fmla="*/ 658816 w 1644613"/>
                <a:gd name="connsiteY83" fmla="*/ 1078618 h 1635893"/>
                <a:gd name="connsiteX84" fmla="*/ 569154 w 1644613"/>
                <a:gd name="connsiteY84" fmla="*/ 1062616 h 1635893"/>
                <a:gd name="connsiteX85" fmla="*/ 441011 w 1644613"/>
                <a:gd name="connsiteY85" fmla="*/ 1044963 h 1635893"/>
                <a:gd name="connsiteX86" fmla="*/ 303597 w 1644613"/>
                <a:gd name="connsiteY86" fmla="*/ 1095509 h 1635893"/>
                <a:gd name="connsiteX87" fmla="*/ 288992 w 1644613"/>
                <a:gd name="connsiteY87" fmla="*/ 1125100 h 1635893"/>
                <a:gd name="connsiteX88" fmla="*/ 345380 w 1644613"/>
                <a:gd name="connsiteY88" fmla="*/ 1175519 h 1635893"/>
                <a:gd name="connsiteX89" fmla="*/ 332934 w 1644613"/>
                <a:gd name="connsiteY89" fmla="*/ 1333380 h 1635893"/>
                <a:gd name="connsiteX90" fmla="*/ 384369 w 1644613"/>
                <a:gd name="connsiteY90" fmla="*/ 1261879 h 1635893"/>
                <a:gd name="connsiteX91" fmla="*/ 303597 w 1644613"/>
                <a:gd name="connsiteY91" fmla="*/ 1095509 h 1635893"/>
                <a:gd name="connsiteX92" fmla="*/ 1154370 w 1644613"/>
                <a:gd name="connsiteY92" fmla="*/ 1214635 h 1635893"/>
                <a:gd name="connsiteX93" fmla="*/ 1130875 w 1644613"/>
                <a:gd name="connsiteY93" fmla="*/ 1407675 h 1635893"/>
                <a:gd name="connsiteX94" fmla="*/ 1261431 w 1644613"/>
                <a:gd name="connsiteY94" fmla="*/ 1463301 h 1635893"/>
                <a:gd name="connsiteX95" fmla="*/ 1374969 w 1644613"/>
                <a:gd name="connsiteY95" fmla="*/ 1474731 h 1635893"/>
                <a:gd name="connsiteX96" fmla="*/ 1357316 w 1644613"/>
                <a:gd name="connsiteY96" fmla="*/ 1446029 h 1635893"/>
                <a:gd name="connsiteX97" fmla="*/ 1258637 w 1644613"/>
                <a:gd name="connsiteY97" fmla="*/ 1386466 h 1635893"/>
                <a:gd name="connsiteX98" fmla="*/ 1445581 w 1644613"/>
                <a:gd name="connsiteY98" fmla="*/ 1429773 h 1635893"/>
                <a:gd name="connsiteX99" fmla="*/ 1403163 w 1644613"/>
                <a:gd name="connsiteY99" fmla="*/ 1377195 h 1635893"/>
                <a:gd name="connsiteX100" fmla="*/ 1296229 w 1644613"/>
                <a:gd name="connsiteY100" fmla="*/ 1332237 h 1635893"/>
                <a:gd name="connsiteX101" fmla="*/ 1489269 w 1644613"/>
                <a:gd name="connsiteY101" fmla="*/ 1359923 h 1635893"/>
                <a:gd name="connsiteX102" fmla="*/ 1491174 w 1644613"/>
                <a:gd name="connsiteY102" fmla="*/ 1340111 h 1635893"/>
                <a:gd name="connsiteX103" fmla="*/ 1235269 w 1644613"/>
                <a:gd name="connsiteY103" fmla="*/ 1248163 h 1635893"/>
                <a:gd name="connsiteX104" fmla="*/ 1341060 w 1644613"/>
                <a:gd name="connsiteY104" fmla="*/ 1171709 h 1635893"/>
                <a:gd name="connsiteX105" fmla="*/ 1301944 w 1644613"/>
                <a:gd name="connsiteY105" fmla="*/ 1132720 h 1635893"/>
                <a:gd name="connsiteX106" fmla="*/ 1154370 w 1644613"/>
                <a:gd name="connsiteY106" fmla="*/ 1214635 h 1635893"/>
                <a:gd name="connsiteX107" fmla="*/ 857063 w 1644613"/>
                <a:gd name="connsiteY107" fmla="*/ 1181488 h 1635893"/>
                <a:gd name="connsiteX108" fmla="*/ 878272 w 1644613"/>
                <a:gd name="connsiteY108" fmla="*/ 1300868 h 1635893"/>
                <a:gd name="connsiteX109" fmla="*/ 905704 w 1644613"/>
                <a:gd name="connsiteY109" fmla="*/ 1540771 h 1635893"/>
                <a:gd name="connsiteX110" fmla="*/ 1188660 w 1644613"/>
                <a:gd name="connsiteY110" fmla="*/ 1474350 h 1635893"/>
                <a:gd name="connsiteX111" fmla="*/ 1073344 w 1644613"/>
                <a:gd name="connsiteY111" fmla="*/ 1300233 h 1635893"/>
                <a:gd name="connsiteX112" fmla="*/ 973522 w 1644613"/>
                <a:gd name="connsiteY112" fmla="*/ 1438155 h 1635893"/>
                <a:gd name="connsiteX113" fmla="*/ 945201 w 1644613"/>
                <a:gd name="connsiteY113" fmla="*/ 1487558 h 1635893"/>
                <a:gd name="connsiteX114" fmla="*/ 974665 w 1644613"/>
                <a:gd name="connsiteY114" fmla="*/ 1366781 h 1635893"/>
                <a:gd name="connsiteX115" fmla="*/ 857063 w 1644613"/>
                <a:gd name="connsiteY115" fmla="*/ 1181488 h 1635893"/>
                <a:gd name="connsiteX0" fmla="*/ 1014924 w 1644615"/>
                <a:gd name="connsiteY0" fmla="*/ 137040 h 1635895"/>
                <a:gd name="connsiteX1" fmla="*/ 1288609 w 1644615"/>
                <a:gd name="connsiteY1" fmla="*/ 134 h 1635895"/>
                <a:gd name="connsiteX2" fmla="*/ 1606363 w 1644615"/>
                <a:gd name="connsiteY2" fmla="*/ 207525 h 1635895"/>
                <a:gd name="connsiteX3" fmla="*/ 1635827 w 1644615"/>
                <a:gd name="connsiteY3" fmla="*/ 498990 h 1635895"/>
                <a:gd name="connsiteX4" fmla="*/ 1447867 w 1644615"/>
                <a:gd name="connsiteY4" fmla="*/ 744100 h 1635895"/>
                <a:gd name="connsiteX5" fmla="*/ 1200852 w 1644615"/>
                <a:gd name="connsiteY5" fmla="*/ 768865 h 1635895"/>
                <a:gd name="connsiteX6" fmla="*/ 1100903 w 1644615"/>
                <a:gd name="connsiteY6" fmla="*/ 724415 h 1635895"/>
                <a:gd name="connsiteX7" fmla="*/ 1075122 w 1644615"/>
                <a:gd name="connsiteY7" fmla="*/ 806838 h 1635895"/>
                <a:gd name="connsiteX8" fmla="*/ 994858 w 1644615"/>
                <a:gd name="connsiteY8" fmla="*/ 891166 h 1635895"/>
                <a:gd name="connsiteX9" fmla="*/ 900370 w 1644615"/>
                <a:gd name="connsiteY9" fmla="*/ 986162 h 1635895"/>
                <a:gd name="connsiteX10" fmla="*/ 765623 w 1644615"/>
                <a:gd name="connsiteY10" fmla="*/ 1048392 h 1635895"/>
                <a:gd name="connsiteX11" fmla="*/ 993715 w 1644615"/>
                <a:gd name="connsiteY11" fmla="*/ 1351541 h 1635895"/>
                <a:gd name="connsiteX12" fmla="*/ 1109666 w 1644615"/>
                <a:gd name="connsiteY12" fmla="*/ 1221620 h 1635895"/>
                <a:gd name="connsiteX13" fmla="*/ 1283275 w 1644615"/>
                <a:gd name="connsiteY13" fmla="*/ 1111003 h 1635895"/>
                <a:gd name="connsiteX14" fmla="*/ 1372810 w 1644615"/>
                <a:gd name="connsiteY14" fmla="*/ 1159136 h 1635895"/>
                <a:gd name="connsiteX15" fmla="*/ 1290260 w 1644615"/>
                <a:gd name="connsiteY15" fmla="*/ 1244353 h 1635895"/>
                <a:gd name="connsiteX16" fmla="*/ 1514796 w 1644615"/>
                <a:gd name="connsiteY16" fmla="*/ 1325633 h 1635895"/>
                <a:gd name="connsiteX17" fmla="*/ 1460440 w 1644615"/>
                <a:gd name="connsiteY17" fmla="*/ 1390657 h 1635895"/>
                <a:gd name="connsiteX18" fmla="*/ 1460821 w 1644615"/>
                <a:gd name="connsiteY18" fmla="*/ 1438790 h 1635895"/>
                <a:gd name="connsiteX19" fmla="*/ 1403163 w 1644615"/>
                <a:gd name="connsiteY19" fmla="*/ 1459999 h 1635895"/>
                <a:gd name="connsiteX20" fmla="*/ 1396686 w 1644615"/>
                <a:gd name="connsiteY20" fmla="*/ 1490352 h 1635895"/>
                <a:gd name="connsiteX21" fmla="*/ 1222569 w 1644615"/>
                <a:gd name="connsiteY21" fmla="*/ 1482224 h 1635895"/>
                <a:gd name="connsiteX22" fmla="*/ 1041340 w 1644615"/>
                <a:gd name="connsiteY22" fmla="*/ 1583443 h 1635895"/>
                <a:gd name="connsiteX23" fmla="*/ 907228 w 1644615"/>
                <a:gd name="connsiteY23" fmla="*/ 1570362 h 1635895"/>
                <a:gd name="connsiteX24" fmla="*/ 909260 w 1644615"/>
                <a:gd name="connsiteY24" fmla="*/ 1626242 h 1635895"/>
                <a:gd name="connsiteX25" fmla="*/ 884622 w 1644615"/>
                <a:gd name="connsiteY25" fmla="*/ 1624718 h 1635895"/>
                <a:gd name="connsiteX26" fmla="*/ 878780 w 1644615"/>
                <a:gd name="connsiteY26" fmla="*/ 1550296 h 1635895"/>
                <a:gd name="connsiteX27" fmla="*/ 820106 w 1644615"/>
                <a:gd name="connsiteY27" fmla="*/ 1144658 h 1635895"/>
                <a:gd name="connsiteX28" fmla="*/ 747208 w 1644615"/>
                <a:gd name="connsiteY28" fmla="*/ 1071887 h 1635895"/>
                <a:gd name="connsiteX29" fmla="*/ 424882 w 1644615"/>
                <a:gd name="connsiteY29" fmla="*/ 1070236 h 1635895"/>
                <a:gd name="connsiteX30" fmla="*/ 337125 w 1644615"/>
                <a:gd name="connsiteY30" fmla="*/ 1072395 h 1635895"/>
                <a:gd name="connsiteX31" fmla="*/ 407610 w 1644615"/>
                <a:gd name="connsiteY31" fmla="*/ 1284231 h 1635895"/>
                <a:gd name="connsiteX32" fmla="*/ 322774 w 1644615"/>
                <a:gd name="connsiteY32" fmla="*/ 1363352 h 1635895"/>
                <a:gd name="connsiteX33" fmla="*/ 288357 w 1644615"/>
                <a:gd name="connsiteY33" fmla="*/ 1588650 h 1635895"/>
                <a:gd name="connsiteX34" fmla="*/ 283023 w 1644615"/>
                <a:gd name="connsiteY34" fmla="*/ 1624718 h 1635895"/>
                <a:gd name="connsiteX35" fmla="*/ 259020 w 1644615"/>
                <a:gd name="connsiteY35" fmla="*/ 1629417 h 1635895"/>
                <a:gd name="connsiteX36" fmla="*/ 323409 w 1644615"/>
                <a:gd name="connsiteY36" fmla="*/ 1250068 h 1635895"/>
                <a:gd name="connsiteX37" fmla="*/ 305629 w 1644615"/>
                <a:gd name="connsiteY37" fmla="*/ 1166248 h 1635895"/>
                <a:gd name="connsiteX38" fmla="*/ 229556 w 1644615"/>
                <a:gd name="connsiteY38" fmla="*/ 1192410 h 1635895"/>
                <a:gd name="connsiteX39" fmla="*/ 18228 w 1644615"/>
                <a:gd name="connsiteY39" fmla="*/ 1623575 h 1635895"/>
                <a:gd name="connsiteX40" fmla="*/ 2099 w 1644615"/>
                <a:gd name="connsiteY40" fmla="*/ 1635894 h 1635895"/>
                <a:gd name="connsiteX41" fmla="*/ 17212 w 1644615"/>
                <a:gd name="connsiteY41" fmla="*/ 1539628 h 1635895"/>
                <a:gd name="connsiteX42" fmla="*/ 107001 w 1644615"/>
                <a:gd name="connsiteY42" fmla="*/ 1318648 h 1635895"/>
                <a:gd name="connsiteX43" fmla="*/ 216983 w 1644615"/>
                <a:gd name="connsiteY43" fmla="*/ 1168153 h 1635895"/>
                <a:gd name="connsiteX44" fmla="*/ 304867 w 1644615"/>
                <a:gd name="connsiteY44" fmla="*/ 1066553 h 1635895"/>
                <a:gd name="connsiteX45" fmla="*/ 391481 w 1644615"/>
                <a:gd name="connsiteY45" fmla="*/ 1032390 h 1635895"/>
                <a:gd name="connsiteX46" fmla="*/ 252924 w 1644615"/>
                <a:gd name="connsiteY46" fmla="*/ 952253 h 1635895"/>
                <a:gd name="connsiteX47" fmla="*/ 138243 w 1644615"/>
                <a:gd name="connsiteY47" fmla="*/ 837064 h 1635895"/>
                <a:gd name="connsiteX48" fmla="*/ 83633 w 1644615"/>
                <a:gd name="connsiteY48" fmla="*/ 754514 h 1635895"/>
                <a:gd name="connsiteX49" fmla="*/ 139767 w 1644615"/>
                <a:gd name="connsiteY49" fmla="*/ 520707 h 1635895"/>
                <a:gd name="connsiteX50" fmla="*/ 413198 w 1644615"/>
                <a:gd name="connsiteY50" fmla="*/ 274200 h 1635895"/>
                <a:gd name="connsiteX51" fmla="*/ 730698 w 1644615"/>
                <a:gd name="connsiteY51" fmla="*/ 270898 h 1635895"/>
                <a:gd name="connsiteX52" fmla="*/ 944058 w 1644615"/>
                <a:gd name="connsiteY52" fmla="*/ 397009 h 1635895"/>
                <a:gd name="connsiteX53" fmla="*/ 1076900 w 1644615"/>
                <a:gd name="connsiteY53" fmla="*/ 110878 h 1635895"/>
                <a:gd name="connsiteX54" fmla="*/ 971617 w 1644615"/>
                <a:gd name="connsiteY54" fmla="*/ 432950 h 1635895"/>
                <a:gd name="connsiteX55" fmla="*/ 1070423 w 1644615"/>
                <a:gd name="connsiteY55" fmla="*/ 588017 h 1635895"/>
                <a:gd name="connsiteX56" fmla="*/ 1107507 w 1644615"/>
                <a:gd name="connsiteY56" fmla="*/ 692030 h 1635895"/>
                <a:gd name="connsiteX57" fmla="*/ 1459424 w 1644615"/>
                <a:gd name="connsiteY57" fmla="*/ 707524 h 1635895"/>
                <a:gd name="connsiteX58" fmla="*/ 1614364 w 1644615"/>
                <a:gd name="connsiteY58" fmla="*/ 462160 h 1635895"/>
                <a:gd name="connsiteX59" fmla="*/ 1543879 w 1644615"/>
                <a:gd name="connsiteY59" fmla="*/ 155963 h 1635895"/>
                <a:gd name="connsiteX60" fmla="*/ 1261939 w 1644615"/>
                <a:gd name="connsiteY60" fmla="*/ 27312 h 1635895"/>
                <a:gd name="connsiteX61" fmla="*/ 1076900 w 1644615"/>
                <a:gd name="connsiteY61" fmla="*/ 110878 h 1635895"/>
                <a:gd name="connsiteX62" fmla="*/ 175327 w 1644615"/>
                <a:gd name="connsiteY62" fmla="*/ 504578 h 1635895"/>
                <a:gd name="connsiteX63" fmla="*/ 227270 w 1644615"/>
                <a:gd name="connsiteY63" fmla="*/ 521723 h 1635895"/>
                <a:gd name="connsiteX64" fmla="*/ 284801 w 1644615"/>
                <a:gd name="connsiteY64" fmla="*/ 676663 h 1635895"/>
                <a:gd name="connsiteX65" fmla="*/ 256607 w 1644615"/>
                <a:gd name="connsiteY65" fmla="*/ 816998 h 1635895"/>
                <a:gd name="connsiteX66" fmla="*/ 204283 w 1644615"/>
                <a:gd name="connsiteY66" fmla="*/ 863734 h 1635895"/>
                <a:gd name="connsiteX67" fmla="*/ 615128 w 1644615"/>
                <a:gd name="connsiteY67" fmla="*/ 1040010 h 1635895"/>
                <a:gd name="connsiteX68" fmla="*/ 979491 w 1644615"/>
                <a:gd name="connsiteY68" fmla="*/ 867671 h 1635895"/>
                <a:gd name="connsiteX69" fmla="*/ 1018353 w 1644615"/>
                <a:gd name="connsiteY69" fmla="*/ 573666 h 1635895"/>
                <a:gd name="connsiteX70" fmla="*/ 672151 w 1644615"/>
                <a:gd name="connsiteY70" fmla="*/ 284741 h 1635895"/>
                <a:gd name="connsiteX71" fmla="*/ 175327 w 1644615"/>
                <a:gd name="connsiteY71" fmla="*/ 504578 h 1635895"/>
                <a:gd name="connsiteX72" fmla="*/ 159833 w 1644615"/>
                <a:gd name="connsiteY72" fmla="*/ 539884 h 1635895"/>
                <a:gd name="connsiteX73" fmla="*/ 104588 w 1644615"/>
                <a:gd name="connsiteY73" fmla="*/ 728098 h 1635895"/>
                <a:gd name="connsiteX74" fmla="*/ 197679 w 1644615"/>
                <a:gd name="connsiteY74" fmla="*/ 834143 h 1635895"/>
                <a:gd name="connsiteX75" fmla="*/ 250892 w 1644615"/>
                <a:gd name="connsiteY75" fmla="*/ 752355 h 1635895"/>
                <a:gd name="connsiteX76" fmla="*/ 234636 w 1644615"/>
                <a:gd name="connsiteY76" fmla="*/ 576587 h 1635895"/>
                <a:gd name="connsiteX77" fmla="*/ 159833 w 1644615"/>
                <a:gd name="connsiteY77" fmla="*/ 539884 h 1635895"/>
                <a:gd name="connsiteX78" fmla="*/ 1052135 w 1644615"/>
                <a:gd name="connsiteY78" fmla="*/ 598050 h 1635895"/>
                <a:gd name="connsiteX79" fmla="*/ 1041086 w 1644615"/>
                <a:gd name="connsiteY79" fmla="*/ 807092 h 1635895"/>
                <a:gd name="connsiteX80" fmla="*/ 1052135 w 1644615"/>
                <a:gd name="connsiteY80" fmla="*/ 598050 h 1635895"/>
                <a:gd name="connsiteX81" fmla="*/ 441011 w 1644615"/>
                <a:gd name="connsiteY81" fmla="*/ 1044963 h 1635895"/>
                <a:gd name="connsiteX82" fmla="*/ 658816 w 1644615"/>
                <a:gd name="connsiteY82" fmla="*/ 1078618 h 1635895"/>
                <a:gd name="connsiteX83" fmla="*/ 569154 w 1644615"/>
                <a:gd name="connsiteY83" fmla="*/ 1062616 h 1635895"/>
                <a:gd name="connsiteX84" fmla="*/ 441011 w 1644615"/>
                <a:gd name="connsiteY84" fmla="*/ 1044963 h 1635895"/>
                <a:gd name="connsiteX85" fmla="*/ 303597 w 1644615"/>
                <a:gd name="connsiteY85" fmla="*/ 1095509 h 1635895"/>
                <a:gd name="connsiteX86" fmla="*/ 288992 w 1644615"/>
                <a:gd name="connsiteY86" fmla="*/ 1125100 h 1635895"/>
                <a:gd name="connsiteX87" fmla="*/ 345380 w 1644615"/>
                <a:gd name="connsiteY87" fmla="*/ 1175519 h 1635895"/>
                <a:gd name="connsiteX88" fmla="*/ 332934 w 1644615"/>
                <a:gd name="connsiteY88" fmla="*/ 1333380 h 1635895"/>
                <a:gd name="connsiteX89" fmla="*/ 384369 w 1644615"/>
                <a:gd name="connsiteY89" fmla="*/ 1261879 h 1635895"/>
                <a:gd name="connsiteX90" fmla="*/ 303597 w 1644615"/>
                <a:gd name="connsiteY90" fmla="*/ 1095509 h 1635895"/>
                <a:gd name="connsiteX91" fmla="*/ 1154370 w 1644615"/>
                <a:gd name="connsiteY91" fmla="*/ 1214635 h 1635895"/>
                <a:gd name="connsiteX92" fmla="*/ 1130875 w 1644615"/>
                <a:gd name="connsiteY92" fmla="*/ 1407675 h 1635895"/>
                <a:gd name="connsiteX93" fmla="*/ 1261431 w 1644615"/>
                <a:gd name="connsiteY93" fmla="*/ 1463301 h 1635895"/>
                <a:gd name="connsiteX94" fmla="*/ 1374969 w 1644615"/>
                <a:gd name="connsiteY94" fmla="*/ 1474731 h 1635895"/>
                <a:gd name="connsiteX95" fmla="*/ 1357316 w 1644615"/>
                <a:gd name="connsiteY95" fmla="*/ 1446029 h 1635895"/>
                <a:gd name="connsiteX96" fmla="*/ 1258637 w 1644615"/>
                <a:gd name="connsiteY96" fmla="*/ 1386466 h 1635895"/>
                <a:gd name="connsiteX97" fmla="*/ 1445581 w 1644615"/>
                <a:gd name="connsiteY97" fmla="*/ 1429773 h 1635895"/>
                <a:gd name="connsiteX98" fmla="*/ 1403163 w 1644615"/>
                <a:gd name="connsiteY98" fmla="*/ 1377195 h 1635895"/>
                <a:gd name="connsiteX99" fmla="*/ 1296229 w 1644615"/>
                <a:gd name="connsiteY99" fmla="*/ 1332237 h 1635895"/>
                <a:gd name="connsiteX100" fmla="*/ 1489269 w 1644615"/>
                <a:gd name="connsiteY100" fmla="*/ 1359923 h 1635895"/>
                <a:gd name="connsiteX101" fmla="*/ 1491174 w 1644615"/>
                <a:gd name="connsiteY101" fmla="*/ 1340111 h 1635895"/>
                <a:gd name="connsiteX102" fmla="*/ 1235269 w 1644615"/>
                <a:gd name="connsiteY102" fmla="*/ 1248163 h 1635895"/>
                <a:gd name="connsiteX103" fmla="*/ 1341060 w 1644615"/>
                <a:gd name="connsiteY103" fmla="*/ 1171709 h 1635895"/>
                <a:gd name="connsiteX104" fmla="*/ 1301944 w 1644615"/>
                <a:gd name="connsiteY104" fmla="*/ 1132720 h 1635895"/>
                <a:gd name="connsiteX105" fmla="*/ 1154370 w 1644615"/>
                <a:gd name="connsiteY105" fmla="*/ 1214635 h 1635895"/>
                <a:gd name="connsiteX106" fmla="*/ 857063 w 1644615"/>
                <a:gd name="connsiteY106" fmla="*/ 1181488 h 1635895"/>
                <a:gd name="connsiteX107" fmla="*/ 878272 w 1644615"/>
                <a:gd name="connsiteY107" fmla="*/ 1300868 h 1635895"/>
                <a:gd name="connsiteX108" fmla="*/ 905704 w 1644615"/>
                <a:gd name="connsiteY108" fmla="*/ 1540771 h 1635895"/>
                <a:gd name="connsiteX109" fmla="*/ 1188660 w 1644615"/>
                <a:gd name="connsiteY109" fmla="*/ 1474350 h 1635895"/>
                <a:gd name="connsiteX110" fmla="*/ 1073344 w 1644615"/>
                <a:gd name="connsiteY110" fmla="*/ 1300233 h 1635895"/>
                <a:gd name="connsiteX111" fmla="*/ 973522 w 1644615"/>
                <a:gd name="connsiteY111" fmla="*/ 1438155 h 1635895"/>
                <a:gd name="connsiteX112" fmla="*/ 945201 w 1644615"/>
                <a:gd name="connsiteY112" fmla="*/ 1487558 h 1635895"/>
                <a:gd name="connsiteX113" fmla="*/ 974665 w 1644615"/>
                <a:gd name="connsiteY113" fmla="*/ 1366781 h 1635895"/>
                <a:gd name="connsiteX114" fmla="*/ 857063 w 1644615"/>
                <a:gd name="connsiteY114" fmla="*/ 1181488 h 1635895"/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200852 w 1644613"/>
                <a:gd name="connsiteY4" fmla="*/ 768865 h 1635893"/>
                <a:gd name="connsiteX5" fmla="*/ 1100903 w 1644613"/>
                <a:gd name="connsiteY5" fmla="*/ 724415 h 1635893"/>
                <a:gd name="connsiteX6" fmla="*/ 1075122 w 1644613"/>
                <a:gd name="connsiteY6" fmla="*/ 806838 h 1635893"/>
                <a:gd name="connsiteX7" fmla="*/ 994858 w 1644613"/>
                <a:gd name="connsiteY7" fmla="*/ 891166 h 1635893"/>
                <a:gd name="connsiteX8" fmla="*/ 900370 w 1644613"/>
                <a:gd name="connsiteY8" fmla="*/ 986162 h 1635893"/>
                <a:gd name="connsiteX9" fmla="*/ 765623 w 1644613"/>
                <a:gd name="connsiteY9" fmla="*/ 1048392 h 1635893"/>
                <a:gd name="connsiteX10" fmla="*/ 993715 w 1644613"/>
                <a:gd name="connsiteY10" fmla="*/ 1351541 h 1635893"/>
                <a:gd name="connsiteX11" fmla="*/ 1109666 w 1644613"/>
                <a:gd name="connsiteY11" fmla="*/ 1221620 h 1635893"/>
                <a:gd name="connsiteX12" fmla="*/ 1283275 w 1644613"/>
                <a:gd name="connsiteY12" fmla="*/ 1111003 h 1635893"/>
                <a:gd name="connsiteX13" fmla="*/ 1372810 w 1644613"/>
                <a:gd name="connsiteY13" fmla="*/ 1159136 h 1635893"/>
                <a:gd name="connsiteX14" fmla="*/ 1290260 w 1644613"/>
                <a:gd name="connsiteY14" fmla="*/ 1244353 h 1635893"/>
                <a:gd name="connsiteX15" fmla="*/ 1514796 w 1644613"/>
                <a:gd name="connsiteY15" fmla="*/ 1325633 h 1635893"/>
                <a:gd name="connsiteX16" fmla="*/ 1460440 w 1644613"/>
                <a:gd name="connsiteY16" fmla="*/ 1390657 h 1635893"/>
                <a:gd name="connsiteX17" fmla="*/ 1460821 w 1644613"/>
                <a:gd name="connsiteY17" fmla="*/ 1438790 h 1635893"/>
                <a:gd name="connsiteX18" fmla="*/ 1403163 w 1644613"/>
                <a:gd name="connsiteY18" fmla="*/ 1459999 h 1635893"/>
                <a:gd name="connsiteX19" fmla="*/ 1396686 w 1644613"/>
                <a:gd name="connsiteY19" fmla="*/ 1490352 h 1635893"/>
                <a:gd name="connsiteX20" fmla="*/ 1222569 w 1644613"/>
                <a:gd name="connsiteY20" fmla="*/ 1482224 h 1635893"/>
                <a:gd name="connsiteX21" fmla="*/ 1041340 w 1644613"/>
                <a:gd name="connsiteY21" fmla="*/ 1583443 h 1635893"/>
                <a:gd name="connsiteX22" fmla="*/ 907228 w 1644613"/>
                <a:gd name="connsiteY22" fmla="*/ 1570362 h 1635893"/>
                <a:gd name="connsiteX23" fmla="*/ 909260 w 1644613"/>
                <a:gd name="connsiteY23" fmla="*/ 1626242 h 1635893"/>
                <a:gd name="connsiteX24" fmla="*/ 884622 w 1644613"/>
                <a:gd name="connsiteY24" fmla="*/ 1624718 h 1635893"/>
                <a:gd name="connsiteX25" fmla="*/ 878780 w 1644613"/>
                <a:gd name="connsiteY25" fmla="*/ 1550296 h 1635893"/>
                <a:gd name="connsiteX26" fmla="*/ 820106 w 1644613"/>
                <a:gd name="connsiteY26" fmla="*/ 1144658 h 1635893"/>
                <a:gd name="connsiteX27" fmla="*/ 747208 w 1644613"/>
                <a:gd name="connsiteY27" fmla="*/ 1071887 h 1635893"/>
                <a:gd name="connsiteX28" fmla="*/ 424882 w 1644613"/>
                <a:gd name="connsiteY28" fmla="*/ 1070236 h 1635893"/>
                <a:gd name="connsiteX29" fmla="*/ 337125 w 1644613"/>
                <a:gd name="connsiteY29" fmla="*/ 1072395 h 1635893"/>
                <a:gd name="connsiteX30" fmla="*/ 407610 w 1644613"/>
                <a:gd name="connsiteY30" fmla="*/ 1284231 h 1635893"/>
                <a:gd name="connsiteX31" fmla="*/ 322774 w 1644613"/>
                <a:gd name="connsiteY31" fmla="*/ 1363352 h 1635893"/>
                <a:gd name="connsiteX32" fmla="*/ 288357 w 1644613"/>
                <a:gd name="connsiteY32" fmla="*/ 1588650 h 1635893"/>
                <a:gd name="connsiteX33" fmla="*/ 283023 w 1644613"/>
                <a:gd name="connsiteY33" fmla="*/ 1624718 h 1635893"/>
                <a:gd name="connsiteX34" fmla="*/ 259020 w 1644613"/>
                <a:gd name="connsiteY34" fmla="*/ 1629417 h 1635893"/>
                <a:gd name="connsiteX35" fmla="*/ 323409 w 1644613"/>
                <a:gd name="connsiteY35" fmla="*/ 1250068 h 1635893"/>
                <a:gd name="connsiteX36" fmla="*/ 305629 w 1644613"/>
                <a:gd name="connsiteY36" fmla="*/ 1166248 h 1635893"/>
                <a:gd name="connsiteX37" fmla="*/ 229556 w 1644613"/>
                <a:gd name="connsiteY37" fmla="*/ 1192410 h 1635893"/>
                <a:gd name="connsiteX38" fmla="*/ 18228 w 1644613"/>
                <a:gd name="connsiteY38" fmla="*/ 1623575 h 1635893"/>
                <a:gd name="connsiteX39" fmla="*/ 2099 w 1644613"/>
                <a:gd name="connsiteY39" fmla="*/ 1635894 h 1635893"/>
                <a:gd name="connsiteX40" fmla="*/ 17212 w 1644613"/>
                <a:gd name="connsiteY40" fmla="*/ 1539628 h 1635893"/>
                <a:gd name="connsiteX41" fmla="*/ 107001 w 1644613"/>
                <a:gd name="connsiteY41" fmla="*/ 1318648 h 1635893"/>
                <a:gd name="connsiteX42" fmla="*/ 216983 w 1644613"/>
                <a:gd name="connsiteY42" fmla="*/ 1168153 h 1635893"/>
                <a:gd name="connsiteX43" fmla="*/ 304867 w 1644613"/>
                <a:gd name="connsiteY43" fmla="*/ 1066553 h 1635893"/>
                <a:gd name="connsiteX44" fmla="*/ 391481 w 1644613"/>
                <a:gd name="connsiteY44" fmla="*/ 1032390 h 1635893"/>
                <a:gd name="connsiteX45" fmla="*/ 252924 w 1644613"/>
                <a:gd name="connsiteY45" fmla="*/ 952253 h 1635893"/>
                <a:gd name="connsiteX46" fmla="*/ 138243 w 1644613"/>
                <a:gd name="connsiteY46" fmla="*/ 837064 h 1635893"/>
                <a:gd name="connsiteX47" fmla="*/ 83633 w 1644613"/>
                <a:gd name="connsiteY47" fmla="*/ 754514 h 1635893"/>
                <a:gd name="connsiteX48" fmla="*/ 139767 w 1644613"/>
                <a:gd name="connsiteY48" fmla="*/ 520707 h 1635893"/>
                <a:gd name="connsiteX49" fmla="*/ 413198 w 1644613"/>
                <a:gd name="connsiteY49" fmla="*/ 274200 h 1635893"/>
                <a:gd name="connsiteX50" fmla="*/ 730698 w 1644613"/>
                <a:gd name="connsiteY50" fmla="*/ 270898 h 1635893"/>
                <a:gd name="connsiteX51" fmla="*/ 944058 w 1644613"/>
                <a:gd name="connsiteY51" fmla="*/ 397009 h 1635893"/>
                <a:gd name="connsiteX52" fmla="*/ 1076900 w 1644613"/>
                <a:gd name="connsiteY52" fmla="*/ 110878 h 1635893"/>
                <a:gd name="connsiteX53" fmla="*/ 971617 w 1644613"/>
                <a:gd name="connsiteY53" fmla="*/ 432950 h 1635893"/>
                <a:gd name="connsiteX54" fmla="*/ 1070423 w 1644613"/>
                <a:gd name="connsiteY54" fmla="*/ 588017 h 1635893"/>
                <a:gd name="connsiteX55" fmla="*/ 1107507 w 1644613"/>
                <a:gd name="connsiteY55" fmla="*/ 692030 h 1635893"/>
                <a:gd name="connsiteX56" fmla="*/ 1459424 w 1644613"/>
                <a:gd name="connsiteY56" fmla="*/ 707524 h 1635893"/>
                <a:gd name="connsiteX57" fmla="*/ 1614364 w 1644613"/>
                <a:gd name="connsiteY57" fmla="*/ 462160 h 1635893"/>
                <a:gd name="connsiteX58" fmla="*/ 1543879 w 1644613"/>
                <a:gd name="connsiteY58" fmla="*/ 155963 h 1635893"/>
                <a:gd name="connsiteX59" fmla="*/ 1261939 w 1644613"/>
                <a:gd name="connsiteY59" fmla="*/ 27312 h 1635893"/>
                <a:gd name="connsiteX60" fmla="*/ 1076900 w 1644613"/>
                <a:gd name="connsiteY60" fmla="*/ 110878 h 1635893"/>
                <a:gd name="connsiteX61" fmla="*/ 175327 w 1644613"/>
                <a:gd name="connsiteY61" fmla="*/ 504578 h 1635893"/>
                <a:gd name="connsiteX62" fmla="*/ 227270 w 1644613"/>
                <a:gd name="connsiteY62" fmla="*/ 521723 h 1635893"/>
                <a:gd name="connsiteX63" fmla="*/ 284801 w 1644613"/>
                <a:gd name="connsiteY63" fmla="*/ 676663 h 1635893"/>
                <a:gd name="connsiteX64" fmla="*/ 256607 w 1644613"/>
                <a:gd name="connsiteY64" fmla="*/ 816998 h 1635893"/>
                <a:gd name="connsiteX65" fmla="*/ 204283 w 1644613"/>
                <a:gd name="connsiteY65" fmla="*/ 863734 h 1635893"/>
                <a:gd name="connsiteX66" fmla="*/ 615128 w 1644613"/>
                <a:gd name="connsiteY66" fmla="*/ 1040010 h 1635893"/>
                <a:gd name="connsiteX67" fmla="*/ 979491 w 1644613"/>
                <a:gd name="connsiteY67" fmla="*/ 867671 h 1635893"/>
                <a:gd name="connsiteX68" fmla="*/ 1018353 w 1644613"/>
                <a:gd name="connsiteY68" fmla="*/ 573666 h 1635893"/>
                <a:gd name="connsiteX69" fmla="*/ 672151 w 1644613"/>
                <a:gd name="connsiteY69" fmla="*/ 284741 h 1635893"/>
                <a:gd name="connsiteX70" fmla="*/ 175327 w 1644613"/>
                <a:gd name="connsiteY70" fmla="*/ 504578 h 1635893"/>
                <a:gd name="connsiteX71" fmla="*/ 159833 w 1644613"/>
                <a:gd name="connsiteY71" fmla="*/ 539884 h 1635893"/>
                <a:gd name="connsiteX72" fmla="*/ 104588 w 1644613"/>
                <a:gd name="connsiteY72" fmla="*/ 728098 h 1635893"/>
                <a:gd name="connsiteX73" fmla="*/ 197679 w 1644613"/>
                <a:gd name="connsiteY73" fmla="*/ 834143 h 1635893"/>
                <a:gd name="connsiteX74" fmla="*/ 250892 w 1644613"/>
                <a:gd name="connsiteY74" fmla="*/ 752355 h 1635893"/>
                <a:gd name="connsiteX75" fmla="*/ 234636 w 1644613"/>
                <a:gd name="connsiteY75" fmla="*/ 576587 h 1635893"/>
                <a:gd name="connsiteX76" fmla="*/ 159833 w 1644613"/>
                <a:gd name="connsiteY76" fmla="*/ 539884 h 1635893"/>
                <a:gd name="connsiteX77" fmla="*/ 1052135 w 1644613"/>
                <a:gd name="connsiteY77" fmla="*/ 598050 h 1635893"/>
                <a:gd name="connsiteX78" fmla="*/ 1041086 w 1644613"/>
                <a:gd name="connsiteY78" fmla="*/ 807092 h 1635893"/>
                <a:gd name="connsiteX79" fmla="*/ 1052135 w 1644613"/>
                <a:gd name="connsiteY79" fmla="*/ 598050 h 1635893"/>
                <a:gd name="connsiteX80" fmla="*/ 441011 w 1644613"/>
                <a:gd name="connsiteY80" fmla="*/ 1044963 h 1635893"/>
                <a:gd name="connsiteX81" fmla="*/ 658816 w 1644613"/>
                <a:gd name="connsiteY81" fmla="*/ 1078618 h 1635893"/>
                <a:gd name="connsiteX82" fmla="*/ 569154 w 1644613"/>
                <a:gd name="connsiteY82" fmla="*/ 1062616 h 1635893"/>
                <a:gd name="connsiteX83" fmla="*/ 441011 w 1644613"/>
                <a:gd name="connsiteY83" fmla="*/ 1044963 h 1635893"/>
                <a:gd name="connsiteX84" fmla="*/ 303597 w 1644613"/>
                <a:gd name="connsiteY84" fmla="*/ 1095509 h 1635893"/>
                <a:gd name="connsiteX85" fmla="*/ 288992 w 1644613"/>
                <a:gd name="connsiteY85" fmla="*/ 1125100 h 1635893"/>
                <a:gd name="connsiteX86" fmla="*/ 345380 w 1644613"/>
                <a:gd name="connsiteY86" fmla="*/ 1175519 h 1635893"/>
                <a:gd name="connsiteX87" fmla="*/ 332934 w 1644613"/>
                <a:gd name="connsiteY87" fmla="*/ 1333380 h 1635893"/>
                <a:gd name="connsiteX88" fmla="*/ 384369 w 1644613"/>
                <a:gd name="connsiteY88" fmla="*/ 1261879 h 1635893"/>
                <a:gd name="connsiteX89" fmla="*/ 303597 w 1644613"/>
                <a:gd name="connsiteY89" fmla="*/ 1095509 h 1635893"/>
                <a:gd name="connsiteX90" fmla="*/ 1154370 w 1644613"/>
                <a:gd name="connsiteY90" fmla="*/ 1214635 h 1635893"/>
                <a:gd name="connsiteX91" fmla="*/ 1130875 w 1644613"/>
                <a:gd name="connsiteY91" fmla="*/ 1407675 h 1635893"/>
                <a:gd name="connsiteX92" fmla="*/ 1261431 w 1644613"/>
                <a:gd name="connsiteY92" fmla="*/ 1463301 h 1635893"/>
                <a:gd name="connsiteX93" fmla="*/ 1374969 w 1644613"/>
                <a:gd name="connsiteY93" fmla="*/ 1474731 h 1635893"/>
                <a:gd name="connsiteX94" fmla="*/ 1357316 w 1644613"/>
                <a:gd name="connsiteY94" fmla="*/ 1446029 h 1635893"/>
                <a:gd name="connsiteX95" fmla="*/ 1258637 w 1644613"/>
                <a:gd name="connsiteY95" fmla="*/ 1386466 h 1635893"/>
                <a:gd name="connsiteX96" fmla="*/ 1445581 w 1644613"/>
                <a:gd name="connsiteY96" fmla="*/ 1429773 h 1635893"/>
                <a:gd name="connsiteX97" fmla="*/ 1403163 w 1644613"/>
                <a:gd name="connsiteY97" fmla="*/ 1377195 h 1635893"/>
                <a:gd name="connsiteX98" fmla="*/ 1296229 w 1644613"/>
                <a:gd name="connsiteY98" fmla="*/ 1332237 h 1635893"/>
                <a:gd name="connsiteX99" fmla="*/ 1489269 w 1644613"/>
                <a:gd name="connsiteY99" fmla="*/ 1359923 h 1635893"/>
                <a:gd name="connsiteX100" fmla="*/ 1491174 w 1644613"/>
                <a:gd name="connsiteY100" fmla="*/ 1340111 h 1635893"/>
                <a:gd name="connsiteX101" fmla="*/ 1235269 w 1644613"/>
                <a:gd name="connsiteY101" fmla="*/ 1248163 h 1635893"/>
                <a:gd name="connsiteX102" fmla="*/ 1341060 w 1644613"/>
                <a:gd name="connsiteY102" fmla="*/ 1171709 h 1635893"/>
                <a:gd name="connsiteX103" fmla="*/ 1301944 w 1644613"/>
                <a:gd name="connsiteY103" fmla="*/ 1132720 h 1635893"/>
                <a:gd name="connsiteX104" fmla="*/ 1154370 w 1644613"/>
                <a:gd name="connsiteY104" fmla="*/ 1214635 h 1635893"/>
                <a:gd name="connsiteX105" fmla="*/ 857063 w 1644613"/>
                <a:gd name="connsiteY105" fmla="*/ 1181488 h 1635893"/>
                <a:gd name="connsiteX106" fmla="*/ 878272 w 1644613"/>
                <a:gd name="connsiteY106" fmla="*/ 1300868 h 1635893"/>
                <a:gd name="connsiteX107" fmla="*/ 905704 w 1644613"/>
                <a:gd name="connsiteY107" fmla="*/ 1540771 h 1635893"/>
                <a:gd name="connsiteX108" fmla="*/ 1188660 w 1644613"/>
                <a:gd name="connsiteY108" fmla="*/ 1474350 h 1635893"/>
                <a:gd name="connsiteX109" fmla="*/ 1073344 w 1644613"/>
                <a:gd name="connsiteY109" fmla="*/ 1300233 h 1635893"/>
                <a:gd name="connsiteX110" fmla="*/ 973522 w 1644613"/>
                <a:gd name="connsiteY110" fmla="*/ 1438155 h 1635893"/>
                <a:gd name="connsiteX111" fmla="*/ 945201 w 1644613"/>
                <a:gd name="connsiteY111" fmla="*/ 1487558 h 1635893"/>
                <a:gd name="connsiteX112" fmla="*/ 974665 w 1644613"/>
                <a:gd name="connsiteY112" fmla="*/ 1366781 h 1635893"/>
                <a:gd name="connsiteX113" fmla="*/ 857063 w 1644613"/>
                <a:gd name="connsiteY113" fmla="*/ 1181488 h 1635893"/>
                <a:gd name="connsiteX0" fmla="*/ 1014924 w 1644615"/>
                <a:gd name="connsiteY0" fmla="*/ 137040 h 1635895"/>
                <a:gd name="connsiteX1" fmla="*/ 1288609 w 1644615"/>
                <a:gd name="connsiteY1" fmla="*/ 134 h 1635895"/>
                <a:gd name="connsiteX2" fmla="*/ 1606363 w 1644615"/>
                <a:gd name="connsiteY2" fmla="*/ 207525 h 1635895"/>
                <a:gd name="connsiteX3" fmla="*/ 1635827 w 1644615"/>
                <a:gd name="connsiteY3" fmla="*/ 498990 h 1635895"/>
                <a:gd name="connsiteX4" fmla="*/ 1200852 w 1644615"/>
                <a:gd name="connsiteY4" fmla="*/ 768865 h 1635895"/>
                <a:gd name="connsiteX5" fmla="*/ 1100903 w 1644615"/>
                <a:gd name="connsiteY5" fmla="*/ 724415 h 1635895"/>
                <a:gd name="connsiteX6" fmla="*/ 1075122 w 1644615"/>
                <a:gd name="connsiteY6" fmla="*/ 806838 h 1635895"/>
                <a:gd name="connsiteX7" fmla="*/ 994858 w 1644615"/>
                <a:gd name="connsiteY7" fmla="*/ 891166 h 1635895"/>
                <a:gd name="connsiteX8" fmla="*/ 900370 w 1644615"/>
                <a:gd name="connsiteY8" fmla="*/ 986162 h 1635895"/>
                <a:gd name="connsiteX9" fmla="*/ 765623 w 1644615"/>
                <a:gd name="connsiteY9" fmla="*/ 1048392 h 1635895"/>
                <a:gd name="connsiteX10" fmla="*/ 993715 w 1644615"/>
                <a:gd name="connsiteY10" fmla="*/ 1351541 h 1635895"/>
                <a:gd name="connsiteX11" fmla="*/ 1109666 w 1644615"/>
                <a:gd name="connsiteY11" fmla="*/ 1221620 h 1635895"/>
                <a:gd name="connsiteX12" fmla="*/ 1283275 w 1644615"/>
                <a:gd name="connsiteY12" fmla="*/ 1111003 h 1635895"/>
                <a:gd name="connsiteX13" fmla="*/ 1372810 w 1644615"/>
                <a:gd name="connsiteY13" fmla="*/ 1159136 h 1635895"/>
                <a:gd name="connsiteX14" fmla="*/ 1290260 w 1644615"/>
                <a:gd name="connsiteY14" fmla="*/ 1244353 h 1635895"/>
                <a:gd name="connsiteX15" fmla="*/ 1514796 w 1644615"/>
                <a:gd name="connsiteY15" fmla="*/ 1325633 h 1635895"/>
                <a:gd name="connsiteX16" fmla="*/ 1460440 w 1644615"/>
                <a:gd name="connsiteY16" fmla="*/ 1390657 h 1635895"/>
                <a:gd name="connsiteX17" fmla="*/ 1460821 w 1644615"/>
                <a:gd name="connsiteY17" fmla="*/ 1438790 h 1635895"/>
                <a:gd name="connsiteX18" fmla="*/ 1403163 w 1644615"/>
                <a:gd name="connsiteY18" fmla="*/ 1459999 h 1635895"/>
                <a:gd name="connsiteX19" fmla="*/ 1396686 w 1644615"/>
                <a:gd name="connsiteY19" fmla="*/ 1490352 h 1635895"/>
                <a:gd name="connsiteX20" fmla="*/ 1222569 w 1644615"/>
                <a:gd name="connsiteY20" fmla="*/ 1482224 h 1635895"/>
                <a:gd name="connsiteX21" fmla="*/ 1041340 w 1644615"/>
                <a:gd name="connsiteY21" fmla="*/ 1583443 h 1635895"/>
                <a:gd name="connsiteX22" fmla="*/ 907228 w 1644615"/>
                <a:gd name="connsiteY22" fmla="*/ 1570362 h 1635895"/>
                <a:gd name="connsiteX23" fmla="*/ 909260 w 1644615"/>
                <a:gd name="connsiteY23" fmla="*/ 1626242 h 1635895"/>
                <a:gd name="connsiteX24" fmla="*/ 884622 w 1644615"/>
                <a:gd name="connsiteY24" fmla="*/ 1624718 h 1635895"/>
                <a:gd name="connsiteX25" fmla="*/ 878780 w 1644615"/>
                <a:gd name="connsiteY25" fmla="*/ 1550296 h 1635895"/>
                <a:gd name="connsiteX26" fmla="*/ 820106 w 1644615"/>
                <a:gd name="connsiteY26" fmla="*/ 1144658 h 1635895"/>
                <a:gd name="connsiteX27" fmla="*/ 747208 w 1644615"/>
                <a:gd name="connsiteY27" fmla="*/ 1071887 h 1635895"/>
                <a:gd name="connsiteX28" fmla="*/ 424882 w 1644615"/>
                <a:gd name="connsiteY28" fmla="*/ 1070236 h 1635895"/>
                <a:gd name="connsiteX29" fmla="*/ 337125 w 1644615"/>
                <a:gd name="connsiteY29" fmla="*/ 1072395 h 1635895"/>
                <a:gd name="connsiteX30" fmla="*/ 407610 w 1644615"/>
                <a:gd name="connsiteY30" fmla="*/ 1284231 h 1635895"/>
                <a:gd name="connsiteX31" fmla="*/ 322774 w 1644615"/>
                <a:gd name="connsiteY31" fmla="*/ 1363352 h 1635895"/>
                <a:gd name="connsiteX32" fmla="*/ 288357 w 1644615"/>
                <a:gd name="connsiteY32" fmla="*/ 1588650 h 1635895"/>
                <a:gd name="connsiteX33" fmla="*/ 283023 w 1644615"/>
                <a:gd name="connsiteY33" fmla="*/ 1624718 h 1635895"/>
                <a:gd name="connsiteX34" fmla="*/ 259020 w 1644615"/>
                <a:gd name="connsiteY34" fmla="*/ 1629417 h 1635895"/>
                <a:gd name="connsiteX35" fmla="*/ 323409 w 1644615"/>
                <a:gd name="connsiteY35" fmla="*/ 1250068 h 1635895"/>
                <a:gd name="connsiteX36" fmla="*/ 305629 w 1644615"/>
                <a:gd name="connsiteY36" fmla="*/ 1166248 h 1635895"/>
                <a:gd name="connsiteX37" fmla="*/ 229556 w 1644615"/>
                <a:gd name="connsiteY37" fmla="*/ 1192410 h 1635895"/>
                <a:gd name="connsiteX38" fmla="*/ 18228 w 1644615"/>
                <a:gd name="connsiteY38" fmla="*/ 1623575 h 1635895"/>
                <a:gd name="connsiteX39" fmla="*/ 2099 w 1644615"/>
                <a:gd name="connsiteY39" fmla="*/ 1635894 h 1635895"/>
                <a:gd name="connsiteX40" fmla="*/ 17212 w 1644615"/>
                <a:gd name="connsiteY40" fmla="*/ 1539628 h 1635895"/>
                <a:gd name="connsiteX41" fmla="*/ 107001 w 1644615"/>
                <a:gd name="connsiteY41" fmla="*/ 1318648 h 1635895"/>
                <a:gd name="connsiteX42" fmla="*/ 216983 w 1644615"/>
                <a:gd name="connsiteY42" fmla="*/ 1168153 h 1635895"/>
                <a:gd name="connsiteX43" fmla="*/ 304867 w 1644615"/>
                <a:gd name="connsiteY43" fmla="*/ 1066553 h 1635895"/>
                <a:gd name="connsiteX44" fmla="*/ 391481 w 1644615"/>
                <a:gd name="connsiteY44" fmla="*/ 1032390 h 1635895"/>
                <a:gd name="connsiteX45" fmla="*/ 252924 w 1644615"/>
                <a:gd name="connsiteY45" fmla="*/ 952253 h 1635895"/>
                <a:gd name="connsiteX46" fmla="*/ 138243 w 1644615"/>
                <a:gd name="connsiteY46" fmla="*/ 837064 h 1635895"/>
                <a:gd name="connsiteX47" fmla="*/ 83633 w 1644615"/>
                <a:gd name="connsiteY47" fmla="*/ 754514 h 1635895"/>
                <a:gd name="connsiteX48" fmla="*/ 139767 w 1644615"/>
                <a:gd name="connsiteY48" fmla="*/ 520707 h 1635895"/>
                <a:gd name="connsiteX49" fmla="*/ 413198 w 1644615"/>
                <a:gd name="connsiteY49" fmla="*/ 274200 h 1635895"/>
                <a:gd name="connsiteX50" fmla="*/ 730698 w 1644615"/>
                <a:gd name="connsiteY50" fmla="*/ 270898 h 1635895"/>
                <a:gd name="connsiteX51" fmla="*/ 944058 w 1644615"/>
                <a:gd name="connsiteY51" fmla="*/ 397009 h 1635895"/>
                <a:gd name="connsiteX52" fmla="*/ 1076900 w 1644615"/>
                <a:gd name="connsiteY52" fmla="*/ 110878 h 1635895"/>
                <a:gd name="connsiteX53" fmla="*/ 971617 w 1644615"/>
                <a:gd name="connsiteY53" fmla="*/ 432950 h 1635895"/>
                <a:gd name="connsiteX54" fmla="*/ 1070423 w 1644615"/>
                <a:gd name="connsiteY54" fmla="*/ 588017 h 1635895"/>
                <a:gd name="connsiteX55" fmla="*/ 1107507 w 1644615"/>
                <a:gd name="connsiteY55" fmla="*/ 692030 h 1635895"/>
                <a:gd name="connsiteX56" fmla="*/ 1459424 w 1644615"/>
                <a:gd name="connsiteY56" fmla="*/ 707524 h 1635895"/>
                <a:gd name="connsiteX57" fmla="*/ 1433787 w 1644615"/>
                <a:gd name="connsiteY57" fmla="*/ 706301 h 1635895"/>
                <a:gd name="connsiteX58" fmla="*/ 1614364 w 1644615"/>
                <a:gd name="connsiteY58" fmla="*/ 462160 h 1635895"/>
                <a:gd name="connsiteX59" fmla="*/ 1543879 w 1644615"/>
                <a:gd name="connsiteY59" fmla="*/ 155963 h 1635895"/>
                <a:gd name="connsiteX60" fmla="*/ 1261939 w 1644615"/>
                <a:gd name="connsiteY60" fmla="*/ 27312 h 1635895"/>
                <a:gd name="connsiteX61" fmla="*/ 1076900 w 1644615"/>
                <a:gd name="connsiteY61" fmla="*/ 110878 h 1635895"/>
                <a:gd name="connsiteX62" fmla="*/ 175327 w 1644615"/>
                <a:gd name="connsiteY62" fmla="*/ 504578 h 1635895"/>
                <a:gd name="connsiteX63" fmla="*/ 227270 w 1644615"/>
                <a:gd name="connsiteY63" fmla="*/ 521723 h 1635895"/>
                <a:gd name="connsiteX64" fmla="*/ 284801 w 1644615"/>
                <a:gd name="connsiteY64" fmla="*/ 676663 h 1635895"/>
                <a:gd name="connsiteX65" fmla="*/ 256607 w 1644615"/>
                <a:gd name="connsiteY65" fmla="*/ 816998 h 1635895"/>
                <a:gd name="connsiteX66" fmla="*/ 204283 w 1644615"/>
                <a:gd name="connsiteY66" fmla="*/ 863734 h 1635895"/>
                <a:gd name="connsiteX67" fmla="*/ 615128 w 1644615"/>
                <a:gd name="connsiteY67" fmla="*/ 1040010 h 1635895"/>
                <a:gd name="connsiteX68" fmla="*/ 979491 w 1644615"/>
                <a:gd name="connsiteY68" fmla="*/ 867671 h 1635895"/>
                <a:gd name="connsiteX69" fmla="*/ 1018353 w 1644615"/>
                <a:gd name="connsiteY69" fmla="*/ 573666 h 1635895"/>
                <a:gd name="connsiteX70" fmla="*/ 672151 w 1644615"/>
                <a:gd name="connsiteY70" fmla="*/ 284741 h 1635895"/>
                <a:gd name="connsiteX71" fmla="*/ 175327 w 1644615"/>
                <a:gd name="connsiteY71" fmla="*/ 504578 h 1635895"/>
                <a:gd name="connsiteX72" fmla="*/ 159833 w 1644615"/>
                <a:gd name="connsiteY72" fmla="*/ 539884 h 1635895"/>
                <a:gd name="connsiteX73" fmla="*/ 104588 w 1644615"/>
                <a:gd name="connsiteY73" fmla="*/ 728098 h 1635895"/>
                <a:gd name="connsiteX74" fmla="*/ 197679 w 1644615"/>
                <a:gd name="connsiteY74" fmla="*/ 834143 h 1635895"/>
                <a:gd name="connsiteX75" fmla="*/ 250892 w 1644615"/>
                <a:gd name="connsiteY75" fmla="*/ 752355 h 1635895"/>
                <a:gd name="connsiteX76" fmla="*/ 234636 w 1644615"/>
                <a:gd name="connsiteY76" fmla="*/ 576587 h 1635895"/>
                <a:gd name="connsiteX77" fmla="*/ 159833 w 1644615"/>
                <a:gd name="connsiteY77" fmla="*/ 539884 h 1635895"/>
                <a:gd name="connsiteX78" fmla="*/ 1052135 w 1644615"/>
                <a:gd name="connsiteY78" fmla="*/ 598050 h 1635895"/>
                <a:gd name="connsiteX79" fmla="*/ 1041086 w 1644615"/>
                <a:gd name="connsiteY79" fmla="*/ 807092 h 1635895"/>
                <a:gd name="connsiteX80" fmla="*/ 1052135 w 1644615"/>
                <a:gd name="connsiteY80" fmla="*/ 598050 h 1635895"/>
                <a:gd name="connsiteX81" fmla="*/ 441011 w 1644615"/>
                <a:gd name="connsiteY81" fmla="*/ 1044963 h 1635895"/>
                <a:gd name="connsiteX82" fmla="*/ 658816 w 1644615"/>
                <a:gd name="connsiteY82" fmla="*/ 1078618 h 1635895"/>
                <a:gd name="connsiteX83" fmla="*/ 569154 w 1644615"/>
                <a:gd name="connsiteY83" fmla="*/ 1062616 h 1635895"/>
                <a:gd name="connsiteX84" fmla="*/ 441011 w 1644615"/>
                <a:gd name="connsiteY84" fmla="*/ 1044963 h 1635895"/>
                <a:gd name="connsiteX85" fmla="*/ 303597 w 1644615"/>
                <a:gd name="connsiteY85" fmla="*/ 1095509 h 1635895"/>
                <a:gd name="connsiteX86" fmla="*/ 288992 w 1644615"/>
                <a:gd name="connsiteY86" fmla="*/ 1125100 h 1635895"/>
                <a:gd name="connsiteX87" fmla="*/ 345380 w 1644615"/>
                <a:gd name="connsiteY87" fmla="*/ 1175519 h 1635895"/>
                <a:gd name="connsiteX88" fmla="*/ 332934 w 1644615"/>
                <a:gd name="connsiteY88" fmla="*/ 1333380 h 1635895"/>
                <a:gd name="connsiteX89" fmla="*/ 384369 w 1644615"/>
                <a:gd name="connsiteY89" fmla="*/ 1261879 h 1635895"/>
                <a:gd name="connsiteX90" fmla="*/ 303597 w 1644615"/>
                <a:gd name="connsiteY90" fmla="*/ 1095509 h 1635895"/>
                <a:gd name="connsiteX91" fmla="*/ 1154370 w 1644615"/>
                <a:gd name="connsiteY91" fmla="*/ 1214635 h 1635895"/>
                <a:gd name="connsiteX92" fmla="*/ 1130875 w 1644615"/>
                <a:gd name="connsiteY92" fmla="*/ 1407675 h 1635895"/>
                <a:gd name="connsiteX93" fmla="*/ 1261431 w 1644615"/>
                <a:gd name="connsiteY93" fmla="*/ 1463301 h 1635895"/>
                <a:gd name="connsiteX94" fmla="*/ 1374969 w 1644615"/>
                <a:gd name="connsiteY94" fmla="*/ 1474731 h 1635895"/>
                <a:gd name="connsiteX95" fmla="*/ 1357316 w 1644615"/>
                <a:gd name="connsiteY95" fmla="*/ 1446029 h 1635895"/>
                <a:gd name="connsiteX96" fmla="*/ 1258637 w 1644615"/>
                <a:gd name="connsiteY96" fmla="*/ 1386466 h 1635895"/>
                <a:gd name="connsiteX97" fmla="*/ 1445581 w 1644615"/>
                <a:gd name="connsiteY97" fmla="*/ 1429773 h 1635895"/>
                <a:gd name="connsiteX98" fmla="*/ 1403163 w 1644615"/>
                <a:gd name="connsiteY98" fmla="*/ 1377195 h 1635895"/>
                <a:gd name="connsiteX99" fmla="*/ 1296229 w 1644615"/>
                <a:gd name="connsiteY99" fmla="*/ 1332237 h 1635895"/>
                <a:gd name="connsiteX100" fmla="*/ 1489269 w 1644615"/>
                <a:gd name="connsiteY100" fmla="*/ 1359923 h 1635895"/>
                <a:gd name="connsiteX101" fmla="*/ 1491174 w 1644615"/>
                <a:gd name="connsiteY101" fmla="*/ 1340111 h 1635895"/>
                <a:gd name="connsiteX102" fmla="*/ 1235269 w 1644615"/>
                <a:gd name="connsiteY102" fmla="*/ 1248163 h 1635895"/>
                <a:gd name="connsiteX103" fmla="*/ 1341060 w 1644615"/>
                <a:gd name="connsiteY103" fmla="*/ 1171709 h 1635895"/>
                <a:gd name="connsiteX104" fmla="*/ 1301944 w 1644615"/>
                <a:gd name="connsiteY104" fmla="*/ 1132720 h 1635895"/>
                <a:gd name="connsiteX105" fmla="*/ 1154370 w 1644615"/>
                <a:gd name="connsiteY105" fmla="*/ 1214635 h 1635895"/>
                <a:gd name="connsiteX106" fmla="*/ 857063 w 1644615"/>
                <a:gd name="connsiteY106" fmla="*/ 1181488 h 1635895"/>
                <a:gd name="connsiteX107" fmla="*/ 878272 w 1644615"/>
                <a:gd name="connsiteY107" fmla="*/ 1300868 h 1635895"/>
                <a:gd name="connsiteX108" fmla="*/ 905704 w 1644615"/>
                <a:gd name="connsiteY108" fmla="*/ 1540771 h 1635895"/>
                <a:gd name="connsiteX109" fmla="*/ 1188660 w 1644615"/>
                <a:gd name="connsiteY109" fmla="*/ 1474350 h 1635895"/>
                <a:gd name="connsiteX110" fmla="*/ 1073344 w 1644615"/>
                <a:gd name="connsiteY110" fmla="*/ 1300233 h 1635895"/>
                <a:gd name="connsiteX111" fmla="*/ 973522 w 1644615"/>
                <a:gd name="connsiteY111" fmla="*/ 1438155 h 1635895"/>
                <a:gd name="connsiteX112" fmla="*/ 945201 w 1644615"/>
                <a:gd name="connsiteY112" fmla="*/ 1487558 h 1635895"/>
                <a:gd name="connsiteX113" fmla="*/ 974665 w 1644615"/>
                <a:gd name="connsiteY113" fmla="*/ 1366781 h 1635895"/>
                <a:gd name="connsiteX114" fmla="*/ 857063 w 1644615"/>
                <a:gd name="connsiteY114" fmla="*/ 1181488 h 1635895"/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200852 w 1644613"/>
                <a:gd name="connsiteY4" fmla="*/ 768865 h 1635893"/>
                <a:gd name="connsiteX5" fmla="*/ 1100903 w 1644613"/>
                <a:gd name="connsiteY5" fmla="*/ 724415 h 1635893"/>
                <a:gd name="connsiteX6" fmla="*/ 1075122 w 1644613"/>
                <a:gd name="connsiteY6" fmla="*/ 806838 h 1635893"/>
                <a:gd name="connsiteX7" fmla="*/ 994858 w 1644613"/>
                <a:gd name="connsiteY7" fmla="*/ 891166 h 1635893"/>
                <a:gd name="connsiteX8" fmla="*/ 900370 w 1644613"/>
                <a:gd name="connsiteY8" fmla="*/ 986162 h 1635893"/>
                <a:gd name="connsiteX9" fmla="*/ 765623 w 1644613"/>
                <a:gd name="connsiteY9" fmla="*/ 1048392 h 1635893"/>
                <a:gd name="connsiteX10" fmla="*/ 993715 w 1644613"/>
                <a:gd name="connsiteY10" fmla="*/ 1351541 h 1635893"/>
                <a:gd name="connsiteX11" fmla="*/ 1109666 w 1644613"/>
                <a:gd name="connsiteY11" fmla="*/ 1221620 h 1635893"/>
                <a:gd name="connsiteX12" fmla="*/ 1283275 w 1644613"/>
                <a:gd name="connsiteY12" fmla="*/ 1111003 h 1635893"/>
                <a:gd name="connsiteX13" fmla="*/ 1372810 w 1644613"/>
                <a:gd name="connsiteY13" fmla="*/ 1159136 h 1635893"/>
                <a:gd name="connsiteX14" fmla="*/ 1290260 w 1644613"/>
                <a:gd name="connsiteY14" fmla="*/ 1244353 h 1635893"/>
                <a:gd name="connsiteX15" fmla="*/ 1514796 w 1644613"/>
                <a:gd name="connsiteY15" fmla="*/ 1325633 h 1635893"/>
                <a:gd name="connsiteX16" fmla="*/ 1460440 w 1644613"/>
                <a:gd name="connsiteY16" fmla="*/ 1390657 h 1635893"/>
                <a:gd name="connsiteX17" fmla="*/ 1460821 w 1644613"/>
                <a:gd name="connsiteY17" fmla="*/ 1438790 h 1635893"/>
                <a:gd name="connsiteX18" fmla="*/ 1403163 w 1644613"/>
                <a:gd name="connsiteY18" fmla="*/ 1459999 h 1635893"/>
                <a:gd name="connsiteX19" fmla="*/ 1396686 w 1644613"/>
                <a:gd name="connsiteY19" fmla="*/ 1490352 h 1635893"/>
                <a:gd name="connsiteX20" fmla="*/ 1222569 w 1644613"/>
                <a:gd name="connsiteY20" fmla="*/ 1482224 h 1635893"/>
                <a:gd name="connsiteX21" fmla="*/ 1041340 w 1644613"/>
                <a:gd name="connsiteY21" fmla="*/ 1583443 h 1635893"/>
                <a:gd name="connsiteX22" fmla="*/ 907228 w 1644613"/>
                <a:gd name="connsiteY22" fmla="*/ 1570362 h 1635893"/>
                <a:gd name="connsiteX23" fmla="*/ 909260 w 1644613"/>
                <a:gd name="connsiteY23" fmla="*/ 1626242 h 1635893"/>
                <a:gd name="connsiteX24" fmla="*/ 884622 w 1644613"/>
                <a:gd name="connsiteY24" fmla="*/ 1624718 h 1635893"/>
                <a:gd name="connsiteX25" fmla="*/ 878780 w 1644613"/>
                <a:gd name="connsiteY25" fmla="*/ 1550296 h 1635893"/>
                <a:gd name="connsiteX26" fmla="*/ 820106 w 1644613"/>
                <a:gd name="connsiteY26" fmla="*/ 1144658 h 1635893"/>
                <a:gd name="connsiteX27" fmla="*/ 747208 w 1644613"/>
                <a:gd name="connsiteY27" fmla="*/ 1071887 h 1635893"/>
                <a:gd name="connsiteX28" fmla="*/ 424882 w 1644613"/>
                <a:gd name="connsiteY28" fmla="*/ 1070236 h 1635893"/>
                <a:gd name="connsiteX29" fmla="*/ 337125 w 1644613"/>
                <a:gd name="connsiteY29" fmla="*/ 1072395 h 1635893"/>
                <a:gd name="connsiteX30" fmla="*/ 407610 w 1644613"/>
                <a:gd name="connsiteY30" fmla="*/ 1284231 h 1635893"/>
                <a:gd name="connsiteX31" fmla="*/ 322774 w 1644613"/>
                <a:gd name="connsiteY31" fmla="*/ 1363352 h 1635893"/>
                <a:gd name="connsiteX32" fmla="*/ 288357 w 1644613"/>
                <a:gd name="connsiteY32" fmla="*/ 1588650 h 1635893"/>
                <a:gd name="connsiteX33" fmla="*/ 283023 w 1644613"/>
                <a:gd name="connsiteY33" fmla="*/ 1624718 h 1635893"/>
                <a:gd name="connsiteX34" fmla="*/ 259020 w 1644613"/>
                <a:gd name="connsiteY34" fmla="*/ 1629417 h 1635893"/>
                <a:gd name="connsiteX35" fmla="*/ 323409 w 1644613"/>
                <a:gd name="connsiteY35" fmla="*/ 1250068 h 1635893"/>
                <a:gd name="connsiteX36" fmla="*/ 305629 w 1644613"/>
                <a:gd name="connsiteY36" fmla="*/ 1166248 h 1635893"/>
                <a:gd name="connsiteX37" fmla="*/ 229556 w 1644613"/>
                <a:gd name="connsiteY37" fmla="*/ 1192410 h 1635893"/>
                <a:gd name="connsiteX38" fmla="*/ 18228 w 1644613"/>
                <a:gd name="connsiteY38" fmla="*/ 1623575 h 1635893"/>
                <a:gd name="connsiteX39" fmla="*/ 2099 w 1644613"/>
                <a:gd name="connsiteY39" fmla="*/ 1635894 h 1635893"/>
                <a:gd name="connsiteX40" fmla="*/ 17212 w 1644613"/>
                <a:gd name="connsiteY40" fmla="*/ 1539628 h 1635893"/>
                <a:gd name="connsiteX41" fmla="*/ 107001 w 1644613"/>
                <a:gd name="connsiteY41" fmla="*/ 1318648 h 1635893"/>
                <a:gd name="connsiteX42" fmla="*/ 216983 w 1644613"/>
                <a:gd name="connsiteY42" fmla="*/ 1168153 h 1635893"/>
                <a:gd name="connsiteX43" fmla="*/ 304867 w 1644613"/>
                <a:gd name="connsiteY43" fmla="*/ 1066553 h 1635893"/>
                <a:gd name="connsiteX44" fmla="*/ 391481 w 1644613"/>
                <a:gd name="connsiteY44" fmla="*/ 1032390 h 1635893"/>
                <a:gd name="connsiteX45" fmla="*/ 252924 w 1644613"/>
                <a:gd name="connsiteY45" fmla="*/ 952253 h 1635893"/>
                <a:gd name="connsiteX46" fmla="*/ 138243 w 1644613"/>
                <a:gd name="connsiteY46" fmla="*/ 837064 h 1635893"/>
                <a:gd name="connsiteX47" fmla="*/ 83633 w 1644613"/>
                <a:gd name="connsiteY47" fmla="*/ 754514 h 1635893"/>
                <a:gd name="connsiteX48" fmla="*/ 139767 w 1644613"/>
                <a:gd name="connsiteY48" fmla="*/ 520707 h 1635893"/>
                <a:gd name="connsiteX49" fmla="*/ 413198 w 1644613"/>
                <a:gd name="connsiteY49" fmla="*/ 274200 h 1635893"/>
                <a:gd name="connsiteX50" fmla="*/ 730698 w 1644613"/>
                <a:gd name="connsiteY50" fmla="*/ 270898 h 1635893"/>
                <a:gd name="connsiteX51" fmla="*/ 944058 w 1644613"/>
                <a:gd name="connsiteY51" fmla="*/ 397009 h 1635893"/>
                <a:gd name="connsiteX52" fmla="*/ 1076900 w 1644613"/>
                <a:gd name="connsiteY52" fmla="*/ 110878 h 1635893"/>
                <a:gd name="connsiteX53" fmla="*/ 971617 w 1644613"/>
                <a:gd name="connsiteY53" fmla="*/ 432950 h 1635893"/>
                <a:gd name="connsiteX54" fmla="*/ 1070423 w 1644613"/>
                <a:gd name="connsiteY54" fmla="*/ 588017 h 1635893"/>
                <a:gd name="connsiteX55" fmla="*/ 1107507 w 1644613"/>
                <a:gd name="connsiteY55" fmla="*/ 692030 h 1635893"/>
                <a:gd name="connsiteX56" fmla="*/ 1459424 w 1644613"/>
                <a:gd name="connsiteY56" fmla="*/ 707524 h 1635893"/>
                <a:gd name="connsiteX57" fmla="*/ 1614364 w 1644613"/>
                <a:gd name="connsiteY57" fmla="*/ 462160 h 1635893"/>
                <a:gd name="connsiteX58" fmla="*/ 1543879 w 1644613"/>
                <a:gd name="connsiteY58" fmla="*/ 155963 h 1635893"/>
                <a:gd name="connsiteX59" fmla="*/ 1261939 w 1644613"/>
                <a:gd name="connsiteY59" fmla="*/ 27312 h 1635893"/>
                <a:gd name="connsiteX60" fmla="*/ 1076900 w 1644613"/>
                <a:gd name="connsiteY60" fmla="*/ 110878 h 1635893"/>
                <a:gd name="connsiteX61" fmla="*/ 175327 w 1644613"/>
                <a:gd name="connsiteY61" fmla="*/ 504578 h 1635893"/>
                <a:gd name="connsiteX62" fmla="*/ 227270 w 1644613"/>
                <a:gd name="connsiteY62" fmla="*/ 521723 h 1635893"/>
                <a:gd name="connsiteX63" fmla="*/ 284801 w 1644613"/>
                <a:gd name="connsiteY63" fmla="*/ 676663 h 1635893"/>
                <a:gd name="connsiteX64" fmla="*/ 256607 w 1644613"/>
                <a:gd name="connsiteY64" fmla="*/ 816998 h 1635893"/>
                <a:gd name="connsiteX65" fmla="*/ 204283 w 1644613"/>
                <a:gd name="connsiteY65" fmla="*/ 863734 h 1635893"/>
                <a:gd name="connsiteX66" fmla="*/ 615128 w 1644613"/>
                <a:gd name="connsiteY66" fmla="*/ 1040010 h 1635893"/>
                <a:gd name="connsiteX67" fmla="*/ 979491 w 1644613"/>
                <a:gd name="connsiteY67" fmla="*/ 867671 h 1635893"/>
                <a:gd name="connsiteX68" fmla="*/ 1018353 w 1644613"/>
                <a:gd name="connsiteY68" fmla="*/ 573666 h 1635893"/>
                <a:gd name="connsiteX69" fmla="*/ 672151 w 1644613"/>
                <a:gd name="connsiteY69" fmla="*/ 284741 h 1635893"/>
                <a:gd name="connsiteX70" fmla="*/ 175327 w 1644613"/>
                <a:gd name="connsiteY70" fmla="*/ 504578 h 1635893"/>
                <a:gd name="connsiteX71" fmla="*/ 159833 w 1644613"/>
                <a:gd name="connsiteY71" fmla="*/ 539884 h 1635893"/>
                <a:gd name="connsiteX72" fmla="*/ 104588 w 1644613"/>
                <a:gd name="connsiteY72" fmla="*/ 728098 h 1635893"/>
                <a:gd name="connsiteX73" fmla="*/ 197679 w 1644613"/>
                <a:gd name="connsiteY73" fmla="*/ 834143 h 1635893"/>
                <a:gd name="connsiteX74" fmla="*/ 250892 w 1644613"/>
                <a:gd name="connsiteY74" fmla="*/ 752355 h 1635893"/>
                <a:gd name="connsiteX75" fmla="*/ 234636 w 1644613"/>
                <a:gd name="connsiteY75" fmla="*/ 576587 h 1635893"/>
                <a:gd name="connsiteX76" fmla="*/ 159833 w 1644613"/>
                <a:gd name="connsiteY76" fmla="*/ 539884 h 1635893"/>
                <a:gd name="connsiteX77" fmla="*/ 1052135 w 1644613"/>
                <a:gd name="connsiteY77" fmla="*/ 598050 h 1635893"/>
                <a:gd name="connsiteX78" fmla="*/ 1041086 w 1644613"/>
                <a:gd name="connsiteY78" fmla="*/ 807092 h 1635893"/>
                <a:gd name="connsiteX79" fmla="*/ 1052135 w 1644613"/>
                <a:gd name="connsiteY79" fmla="*/ 598050 h 1635893"/>
                <a:gd name="connsiteX80" fmla="*/ 441011 w 1644613"/>
                <a:gd name="connsiteY80" fmla="*/ 1044963 h 1635893"/>
                <a:gd name="connsiteX81" fmla="*/ 658816 w 1644613"/>
                <a:gd name="connsiteY81" fmla="*/ 1078618 h 1635893"/>
                <a:gd name="connsiteX82" fmla="*/ 569154 w 1644613"/>
                <a:gd name="connsiteY82" fmla="*/ 1062616 h 1635893"/>
                <a:gd name="connsiteX83" fmla="*/ 441011 w 1644613"/>
                <a:gd name="connsiteY83" fmla="*/ 1044963 h 1635893"/>
                <a:gd name="connsiteX84" fmla="*/ 303597 w 1644613"/>
                <a:gd name="connsiteY84" fmla="*/ 1095509 h 1635893"/>
                <a:gd name="connsiteX85" fmla="*/ 288992 w 1644613"/>
                <a:gd name="connsiteY85" fmla="*/ 1125100 h 1635893"/>
                <a:gd name="connsiteX86" fmla="*/ 345380 w 1644613"/>
                <a:gd name="connsiteY86" fmla="*/ 1175519 h 1635893"/>
                <a:gd name="connsiteX87" fmla="*/ 332934 w 1644613"/>
                <a:gd name="connsiteY87" fmla="*/ 1333380 h 1635893"/>
                <a:gd name="connsiteX88" fmla="*/ 384369 w 1644613"/>
                <a:gd name="connsiteY88" fmla="*/ 1261879 h 1635893"/>
                <a:gd name="connsiteX89" fmla="*/ 303597 w 1644613"/>
                <a:gd name="connsiteY89" fmla="*/ 1095509 h 1635893"/>
                <a:gd name="connsiteX90" fmla="*/ 1154370 w 1644613"/>
                <a:gd name="connsiteY90" fmla="*/ 1214635 h 1635893"/>
                <a:gd name="connsiteX91" fmla="*/ 1130875 w 1644613"/>
                <a:gd name="connsiteY91" fmla="*/ 1407675 h 1635893"/>
                <a:gd name="connsiteX92" fmla="*/ 1261431 w 1644613"/>
                <a:gd name="connsiteY92" fmla="*/ 1463301 h 1635893"/>
                <a:gd name="connsiteX93" fmla="*/ 1374969 w 1644613"/>
                <a:gd name="connsiteY93" fmla="*/ 1474731 h 1635893"/>
                <a:gd name="connsiteX94" fmla="*/ 1357316 w 1644613"/>
                <a:gd name="connsiteY94" fmla="*/ 1446029 h 1635893"/>
                <a:gd name="connsiteX95" fmla="*/ 1258637 w 1644613"/>
                <a:gd name="connsiteY95" fmla="*/ 1386466 h 1635893"/>
                <a:gd name="connsiteX96" fmla="*/ 1445581 w 1644613"/>
                <a:gd name="connsiteY96" fmla="*/ 1429773 h 1635893"/>
                <a:gd name="connsiteX97" fmla="*/ 1403163 w 1644613"/>
                <a:gd name="connsiteY97" fmla="*/ 1377195 h 1635893"/>
                <a:gd name="connsiteX98" fmla="*/ 1296229 w 1644613"/>
                <a:gd name="connsiteY98" fmla="*/ 1332237 h 1635893"/>
                <a:gd name="connsiteX99" fmla="*/ 1489269 w 1644613"/>
                <a:gd name="connsiteY99" fmla="*/ 1359923 h 1635893"/>
                <a:gd name="connsiteX100" fmla="*/ 1491174 w 1644613"/>
                <a:gd name="connsiteY100" fmla="*/ 1340111 h 1635893"/>
                <a:gd name="connsiteX101" fmla="*/ 1235269 w 1644613"/>
                <a:gd name="connsiteY101" fmla="*/ 1248163 h 1635893"/>
                <a:gd name="connsiteX102" fmla="*/ 1341060 w 1644613"/>
                <a:gd name="connsiteY102" fmla="*/ 1171709 h 1635893"/>
                <a:gd name="connsiteX103" fmla="*/ 1301944 w 1644613"/>
                <a:gd name="connsiteY103" fmla="*/ 1132720 h 1635893"/>
                <a:gd name="connsiteX104" fmla="*/ 1154370 w 1644613"/>
                <a:gd name="connsiteY104" fmla="*/ 1214635 h 1635893"/>
                <a:gd name="connsiteX105" fmla="*/ 857063 w 1644613"/>
                <a:gd name="connsiteY105" fmla="*/ 1181488 h 1635893"/>
                <a:gd name="connsiteX106" fmla="*/ 878272 w 1644613"/>
                <a:gd name="connsiteY106" fmla="*/ 1300868 h 1635893"/>
                <a:gd name="connsiteX107" fmla="*/ 905704 w 1644613"/>
                <a:gd name="connsiteY107" fmla="*/ 1540771 h 1635893"/>
                <a:gd name="connsiteX108" fmla="*/ 1188660 w 1644613"/>
                <a:gd name="connsiteY108" fmla="*/ 1474350 h 1635893"/>
                <a:gd name="connsiteX109" fmla="*/ 1073344 w 1644613"/>
                <a:gd name="connsiteY109" fmla="*/ 1300233 h 1635893"/>
                <a:gd name="connsiteX110" fmla="*/ 973522 w 1644613"/>
                <a:gd name="connsiteY110" fmla="*/ 1438155 h 1635893"/>
                <a:gd name="connsiteX111" fmla="*/ 945201 w 1644613"/>
                <a:gd name="connsiteY111" fmla="*/ 1487558 h 1635893"/>
                <a:gd name="connsiteX112" fmla="*/ 974665 w 1644613"/>
                <a:gd name="connsiteY112" fmla="*/ 1366781 h 1635893"/>
                <a:gd name="connsiteX113" fmla="*/ 857063 w 1644613"/>
                <a:gd name="connsiteY113" fmla="*/ 1181488 h 1635893"/>
                <a:gd name="connsiteX0" fmla="*/ 1014924 w 1644615"/>
                <a:gd name="connsiteY0" fmla="*/ 137040 h 1635895"/>
                <a:gd name="connsiteX1" fmla="*/ 1288609 w 1644615"/>
                <a:gd name="connsiteY1" fmla="*/ 134 h 1635895"/>
                <a:gd name="connsiteX2" fmla="*/ 1606363 w 1644615"/>
                <a:gd name="connsiteY2" fmla="*/ 207525 h 1635895"/>
                <a:gd name="connsiteX3" fmla="*/ 1635827 w 1644615"/>
                <a:gd name="connsiteY3" fmla="*/ 498990 h 1635895"/>
                <a:gd name="connsiteX4" fmla="*/ 1200852 w 1644615"/>
                <a:gd name="connsiteY4" fmla="*/ 768865 h 1635895"/>
                <a:gd name="connsiteX5" fmla="*/ 1100903 w 1644615"/>
                <a:gd name="connsiteY5" fmla="*/ 724415 h 1635895"/>
                <a:gd name="connsiteX6" fmla="*/ 1075122 w 1644615"/>
                <a:gd name="connsiteY6" fmla="*/ 806838 h 1635895"/>
                <a:gd name="connsiteX7" fmla="*/ 994858 w 1644615"/>
                <a:gd name="connsiteY7" fmla="*/ 891166 h 1635895"/>
                <a:gd name="connsiteX8" fmla="*/ 900370 w 1644615"/>
                <a:gd name="connsiteY8" fmla="*/ 986162 h 1635895"/>
                <a:gd name="connsiteX9" fmla="*/ 765623 w 1644615"/>
                <a:gd name="connsiteY9" fmla="*/ 1048392 h 1635895"/>
                <a:gd name="connsiteX10" fmla="*/ 993715 w 1644615"/>
                <a:gd name="connsiteY10" fmla="*/ 1351541 h 1635895"/>
                <a:gd name="connsiteX11" fmla="*/ 1109666 w 1644615"/>
                <a:gd name="connsiteY11" fmla="*/ 1221620 h 1635895"/>
                <a:gd name="connsiteX12" fmla="*/ 1283275 w 1644615"/>
                <a:gd name="connsiteY12" fmla="*/ 1111003 h 1635895"/>
                <a:gd name="connsiteX13" fmla="*/ 1372810 w 1644615"/>
                <a:gd name="connsiteY13" fmla="*/ 1159136 h 1635895"/>
                <a:gd name="connsiteX14" fmla="*/ 1290260 w 1644615"/>
                <a:gd name="connsiteY14" fmla="*/ 1244353 h 1635895"/>
                <a:gd name="connsiteX15" fmla="*/ 1514796 w 1644615"/>
                <a:gd name="connsiteY15" fmla="*/ 1325633 h 1635895"/>
                <a:gd name="connsiteX16" fmla="*/ 1460440 w 1644615"/>
                <a:gd name="connsiteY16" fmla="*/ 1390657 h 1635895"/>
                <a:gd name="connsiteX17" fmla="*/ 1460821 w 1644615"/>
                <a:gd name="connsiteY17" fmla="*/ 1438790 h 1635895"/>
                <a:gd name="connsiteX18" fmla="*/ 1403163 w 1644615"/>
                <a:gd name="connsiteY18" fmla="*/ 1459999 h 1635895"/>
                <a:gd name="connsiteX19" fmla="*/ 1396686 w 1644615"/>
                <a:gd name="connsiteY19" fmla="*/ 1490352 h 1635895"/>
                <a:gd name="connsiteX20" fmla="*/ 1222569 w 1644615"/>
                <a:gd name="connsiteY20" fmla="*/ 1482224 h 1635895"/>
                <a:gd name="connsiteX21" fmla="*/ 1041340 w 1644615"/>
                <a:gd name="connsiteY21" fmla="*/ 1583443 h 1635895"/>
                <a:gd name="connsiteX22" fmla="*/ 907228 w 1644615"/>
                <a:gd name="connsiteY22" fmla="*/ 1570362 h 1635895"/>
                <a:gd name="connsiteX23" fmla="*/ 909260 w 1644615"/>
                <a:gd name="connsiteY23" fmla="*/ 1626242 h 1635895"/>
                <a:gd name="connsiteX24" fmla="*/ 884622 w 1644615"/>
                <a:gd name="connsiteY24" fmla="*/ 1624718 h 1635895"/>
                <a:gd name="connsiteX25" fmla="*/ 878780 w 1644615"/>
                <a:gd name="connsiteY25" fmla="*/ 1550296 h 1635895"/>
                <a:gd name="connsiteX26" fmla="*/ 820106 w 1644615"/>
                <a:gd name="connsiteY26" fmla="*/ 1144658 h 1635895"/>
                <a:gd name="connsiteX27" fmla="*/ 747208 w 1644615"/>
                <a:gd name="connsiteY27" fmla="*/ 1071887 h 1635895"/>
                <a:gd name="connsiteX28" fmla="*/ 424882 w 1644615"/>
                <a:gd name="connsiteY28" fmla="*/ 1070236 h 1635895"/>
                <a:gd name="connsiteX29" fmla="*/ 337125 w 1644615"/>
                <a:gd name="connsiteY29" fmla="*/ 1072395 h 1635895"/>
                <a:gd name="connsiteX30" fmla="*/ 407610 w 1644615"/>
                <a:gd name="connsiteY30" fmla="*/ 1284231 h 1635895"/>
                <a:gd name="connsiteX31" fmla="*/ 322774 w 1644615"/>
                <a:gd name="connsiteY31" fmla="*/ 1363352 h 1635895"/>
                <a:gd name="connsiteX32" fmla="*/ 288357 w 1644615"/>
                <a:gd name="connsiteY32" fmla="*/ 1588650 h 1635895"/>
                <a:gd name="connsiteX33" fmla="*/ 283023 w 1644615"/>
                <a:gd name="connsiteY33" fmla="*/ 1624718 h 1635895"/>
                <a:gd name="connsiteX34" fmla="*/ 259020 w 1644615"/>
                <a:gd name="connsiteY34" fmla="*/ 1629417 h 1635895"/>
                <a:gd name="connsiteX35" fmla="*/ 323409 w 1644615"/>
                <a:gd name="connsiteY35" fmla="*/ 1250068 h 1635895"/>
                <a:gd name="connsiteX36" fmla="*/ 305629 w 1644615"/>
                <a:gd name="connsiteY36" fmla="*/ 1166248 h 1635895"/>
                <a:gd name="connsiteX37" fmla="*/ 229556 w 1644615"/>
                <a:gd name="connsiteY37" fmla="*/ 1192410 h 1635895"/>
                <a:gd name="connsiteX38" fmla="*/ 18228 w 1644615"/>
                <a:gd name="connsiteY38" fmla="*/ 1623575 h 1635895"/>
                <a:gd name="connsiteX39" fmla="*/ 2099 w 1644615"/>
                <a:gd name="connsiteY39" fmla="*/ 1635894 h 1635895"/>
                <a:gd name="connsiteX40" fmla="*/ 17212 w 1644615"/>
                <a:gd name="connsiteY40" fmla="*/ 1539628 h 1635895"/>
                <a:gd name="connsiteX41" fmla="*/ 107001 w 1644615"/>
                <a:gd name="connsiteY41" fmla="*/ 1318648 h 1635895"/>
                <a:gd name="connsiteX42" fmla="*/ 216983 w 1644615"/>
                <a:gd name="connsiteY42" fmla="*/ 1168153 h 1635895"/>
                <a:gd name="connsiteX43" fmla="*/ 304867 w 1644615"/>
                <a:gd name="connsiteY43" fmla="*/ 1066553 h 1635895"/>
                <a:gd name="connsiteX44" fmla="*/ 391481 w 1644615"/>
                <a:gd name="connsiteY44" fmla="*/ 1032390 h 1635895"/>
                <a:gd name="connsiteX45" fmla="*/ 252924 w 1644615"/>
                <a:gd name="connsiteY45" fmla="*/ 952253 h 1635895"/>
                <a:gd name="connsiteX46" fmla="*/ 138243 w 1644615"/>
                <a:gd name="connsiteY46" fmla="*/ 837064 h 1635895"/>
                <a:gd name="connsiteX47" fmla="*/ 83633 w 1644615"/>
                <a:gd name="connsiteY47" fmla="*/ 754514 h 1635895"/>
                <a:gd name="connsiteX48" fmla="*/ 139767 w 1644615"/>
                <a:gd name="connsiteY48" fmla="*/ 520707 h 1635895"/>
                <a:gd name="connsiteX49" fmla="*/ 413198 w 1644615"/>
                <a:gd name="connsiteY49" fmla="*/ 274200 h 1635895"/>
                <a:gd name="connsiteX50" fmla="*/ 730698 w 1644615"/>
                <a:gd name="connsiteY50" fmla="*/ 270898 h 1635895"/>
                <a:gd name="connsiteX51" fmla="*/ 944058 w 1644615"/>
                <a:gd name="connsiteY51" fmla="*/ 397009 h 1635895"/>
                <a:gd name="connsiteX52" fmla="*/ 1076900 w 1644615"/>
                <a:gd name="connsiteY52" fmla="*/ 110878 h 1635895"/>
                <a:gd name="connsiteX53" fmla="*/ 971617 w 1644615"/>
                <a:gd name="connsiteY53" fmla="*/ 432950 h 1635895"/>
                <a:gd name="connsiteX54" fmla="*/ 1070423 w 1644615"/>
                <a:gd name="connsiteY54" fmla="*/ 588017 h 1635895"/>
                <a:gd name="connsiteX55" fmla="*/ 1107507 w 1644615"/>
                <a:gd name="connsiteY55" fmla="*/ 692030 h 1635895"/>
                <a:gd name="connsiteX56" fmla="*/ 1614364 w 1644615"/>
                <a:gd name="connsiteY56" fmla="*/ 462160 h 1635895"/>
                <a:gd name="connsiteX57" fmla="*/ 1543879 w 1644615"/>
                <a:gd name="connsiteY57" fmla="*/ 155963 h 1635895"/>
                <a:gd name="connsiteX58" fmla="*/ 1261939 w 1644615"/>
                <a:gd name="connsiteY58" fmla="*/ 27312 h 1635895"/>
                <a:gd name="connsiteX59" fmla="*/ 1076900 w 1644615"/>
                <a:gd name="connsiteY59" fmla="*/ 110878 h 1635895"/>
                <a:gd name="connsiteX60" fmla="*/ 175327 w 1644615"/>
                <a:gd name="connsiteY60" fmla="*/ 504578 h 1635895"/>
                <a:gd name="connsiteX61" fmla="*/ 227270 w 1644615"/>
                <a:gd name="connsiteY61" fmla="*/ 521723 h 1635895"/>
                <a:gd name="connsiteX62" fmla="*/ 284801 w 1644615"/>
                <a:gd name="connsiteY62" fmla="*/ 676663 h 1635895"/>
                <a:gd name="connsiteX63" fmla="*/ 256607 w 1644615"/>
                <a:gd name="connsiteY63" fmla="*/ 816998 h 1635895"/>
                <a:gd name="connsiteX64" fmla="*/ 204283 w 1644615"/>
                <a:gd name="connsiteY64" fmla="*/ 863734 h 1635895"/>
                <a:gd name="connsiteX65" fmla="*/ 615128 w 1644615"/>
                <a:gd name="connsiteY65" fmla="*/ 1040010 h 1635895"/>
                <a:gd name="connsiteX66" fmla="*/ 979491 w 1644615"/>
                <a:gd name="connsiteY66" fmla="*/ 867671 h 1635895"/>
                <a:gd name="connsiteX67" fmla="*/ 1018353 w 1644615"/>
                <a:gd name="connsiteY67" fmla="*/ 573666 h 1635895"/>
                <a:gd name="connsiteX68" fmla="*/ 672151 w 1644615"/>
                <a:gd name="connsiteY68" fmla="*/ 284741 h 1635895"/>
                <a:gd name="connsiteX69" fmla="*/ 175327 w 1644615"/>
                <a:gd name="connsiteY69" fmla="*/ 504578 h 1635895"/>
                <a:gd name="connsiteX70" fmla="*/ 159833 w 1644615"/>
                <a:gd name="connsiteY70" fmla="*/ 539884 h 1635895"/>
                <a:gd name="connsiteX71" fmla="*/ 104588 w 1644615"/>
                <a:gd name="connsiteY71" fmla="*/ 728098 h 1635895"/>
                <a:gd name="connsiteX72" fmla="*/ 197679 w 1644615"/>
                <a:gd name="connsiteY72" fmla="*/ 834143 h 1635895"/>
                <a:gd name="connsiteX73" fmla="*/ 250892 w 1644615"/>
                <a:gd name="connsiteY73" fmla="*/ 752355 h 1635895"/>
                <a:gd name="connsiteX74" fmla="*/ 234636 w 1644615"/>
                <a:gd name="connsiteY74" fmla="*/ 576587 h 1635895"/>
                <a:gd name="connsiteX75" fmla="*/ 159833 w 1644615"/>
                <a:gd name="connsiteY75" fmla="*/ 539884 h 1635895"/>
                <a:gd name="connsiteX76" fmla="*/ 1052135 w 1644615"/>
                <a:gd name="connsiteY76" fmla="*/ 598050 h 1635895"/>
                <a:gd name="connsiteX77" fmla="*/ 1041086 w 1644615"/>
                <a:gd name="connsiteY77" fmla="*/ 807092 h 1635895"/>
                <a:gd name="connsiteX78" fmla="*/ 1052135 w 1644615"/>
                <a:gd name="connsiteY78" fmla="*/ 598050 h 1635895"/>
                <a:gd name="connsiteX79" fmla="*/ 441011 w 1644615"/>
                <a:gd name="connsiteY79" fmla="*/ 1044963 h 1635895"/>
                <a:gd name="connsiteX80" fmla="*/ 658816 w 1644615"/>
                <a:gd name="connsiteY80" fmla="*/ 1078618 h 1635895"/>
                <a:gd name="connsiteX81" fmla="*/ 569154 w 1644615"/>
                <a:gd name="connsiteY81" fmla="*/ 1062616 h 1635895"/>
                <a:gd name="connsiteX82" fmla="*/ 441011 w 1644615"/>
                <a:gd name="connsiteY82" fmla="*/ 1044963 h 1635895"/>
                <a:gd name="connsiteX83" fmla="*/ 303597 w 1644615"/>
                <a:gd name="connsiteY83" fmla="*/ 1095509 h 1635895"/>
                <a:gd name="connsiteX84" fmla="*/ 288992 w 1644615"/>
                <a:gd name="connsiteY84" fmla="*/ 1125100 h 1635895"/>
                <a:gd name="connsiteX85" fmla="*/ 345380 w 1644615"/>
                <a:gd name="connsiteY85" fmla="*/ 1175519 h 1635895"/>
                <a:gd name="connsiteX86" fmla="*/ 332934 w 1644615"/>
                <a:gd name="connsiteY86" fmla="*/ 1333380 h 1635895"/>
                <a:gd name="connsiteX87" fmla="*/ 384369 w 1644615"/>
                <a:gd name="connsiteY87" fmla="*/ 1261879 h 1635895"/>
                <a:gd name="connsiteX88" fmla="*/ 303597 w 1644615"/>
                <a:gd name="connsiteY88" fmla="*/ 1095509 h 1635895"/>
                <a:gd name="connsiteX89" fmla="*/ 1154370 w 1644615"/>
                <a:gd name="connsiteY89" fmla="*/ 1214635 h 1635895"/>
                <a:gd name="connsiteX90" fmla="*/ 1130875 w 1644615"/>
                <a:gd name="connsiteY90" fmla="*/ 1407675 h 1635895"/>
                <a:gd name="connsiteX91" fmla="*/ 1261431 w 1644615"/>
                <a:gd name="connsiteY91" fmla="*/ 1463301 h 1635895"/>
                <a:gd name="connsiteX92" fmla="*/ 1374969 w 1644615"/>
                <a:gd name="connsiteY92" fmla="*/ 1474731 h 1635895"/>
                <a:gd name="connsiteX93" fmla="*/ 1357316 w 1644615"/>
                <a:gd name="connsiteY93" fmla="*/ 1446029 h 1635895"/>
                <a:gd name="connsiteX94" fmla="*/ 1258637 w 1644615"/>
                <a:gd name="connsiteY94" fmla="*/ 1386466 h 1635895"/>
                <a:gd name="connsiteX95" fmla="*/ 1445581 w 1644615"/>
                <a:gd name="connsiteY95" fmla="*/ 1429773 h 1635895"/>
                <a:gd name="connsiteX96" fmla="*/ 1403163 w 1644615"/>
                <a:gd name="connsiteY96" fmla="*/ 1377195 h 1635895"/>
                <a:gd name="connsiteX97" fmla="*/ 1296229 w 1644615"/>
                <a:gd name="connsiteY97" fmla="*/ 1332237 h 1635895"/>
                <a:gd name="connsiteX98" fmla="*/ 1489269 w 1644615"/>
                <a:gd name="connsiteY98" fmla="*/ 1359923 h 1635895"/>
                <a:gd name="connsiteX99" fmla="*/ 1491174 w 1644615"/>
                <a:gd name="connsiteY99" fmla="*/ 1340111 h 1635895"/>
                <a:gd name="connsiteX100" fmla="*/ 1235269 w 1644615"/>
                <a:gd name="connsiteY100" fmla="*/ 1248163 h 1635895"/>
                <a:gd name="connsiteX101" fmla="*/ 1341060 w 1644615"/>
                <a:gd name="connsiteY101" fmla="*/ 1171709 h 1635895"/>
                <a:gd name="connsiteX102" fmla="*/ 1301944 w 1644615"/>
                <a:gd name="connsiteY102" fmla="*/ 1132720 h 1635895"/>
                <a:gd name="connsiteX103" fmla="*/ 1154370 w 1644615"/>
                <a:gd name="connsiteY103" fmla="*/ 1214635 h 1635895"/>
                <a:gd name="connsiteX104" fmla="*/ 857063 w 1644615"/>
                <a:gd name="connsiteY104" fmla="*/ 1181488 h 1635895"/>
                <a:gd name="connsiteX105" fmla="*/ 878272 w 1644615"/>
                <a:gd name="connsiteY105" fmla="*/ 1300868 h 1635895"/>
                <a:gd name="connsiteX106" fmla="*/ 905704 w 1644615"/>
                <a:gd name="connsiteY106" fmla="*/ 1540771 h 1635895"/>
                <a:gd name="connsiteX107" fmla="*/ 1188660 w 1644615"/>
                <a:gd name="connsiteY107" fmla="*/ 1474350 h 1635895"/>
                <a:gd name="connsiteX108" fmla="*/ 1073344 w 1644615"/>
                <a:gd name="connsiteY108" fmla="*/ 1300233 h 1635895"/>
                <a:gd name="connsiteX109" fmla="*/ 973522 w 1644615"/>
                <a:gd name="connsiteY109" fmla="*/ 1438155 h 1635895"/>
                <a:gd name="connsiteX110" fmla="*/ 945201 w 1644615"/>
                <a:gd name="connsiteY110" fmla="*/ 1487558 h 1635895"/>
                <a:gd name="connsiteX111" fmla="*/ 974665 w 1644615"/>
                <a:gd name="connsiteY111" fmla="*/ 1366781 h 1635895"/>
                <a:gd name="connsiteX112" fmla="*/ 857063 w 1644615"/>
                <a:gd name="connsiteY112" fmla="*/ 1181488 h 1635895"/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100903 w 1644613"/>
                <a:gd name="connsiteY4" fmla="*/ 724415 h 1635893"/>
                <a:gd name="connsiteX5" fmla="*/ 1075122 w 1644613"/>
                <a:gd name="connsiteY5" fmla="*/ 806838 h 1635893"/>
                <a:gd name="connsiteX6" fmla="*/ 994858 w 1644613"/>
                <a:gd name="connsiteY6" fmla="*/ 891166 h 1635893"/>
                <a:gd name="connsiteX7" fmla="*/ 900370 w 1644613"/>
                <a:gd name="connsiteY7" fmla="*/ 986162 h 1635893"/>
                <a:gd name="connsiteX8" fmla="*/ 765623 w 1644613"/>
                <a:gd name="connsiteY8" fmla="*/ 1048392 h 1635893"/>
                <a:gd name="connsiteX9" fmla="*/ 993715 w 1644613"/>
                <a:gd name="connsiteY9" fmla="*/ 1351541 h 1635893"/>
                <a:gd name="connsiteX10" fmla="*/ 1109666 w 1644613"/>
                <a:gd name="connsiteY10" fmla="*/ 1221620 h 1635893"/>
                <a:gd name="connsiteX11" fmla="*/ 1283275 w 1644613"/>
                <a:gd name="connsiteY11" fmla="*/ 1111003 h 1635893"/>
                <a:gd name="connsiteX12" fmla="*/ 1372810 w 1644613"/>
                <a:gd name="connsiteY12" fmla="*/ 1159136 h 1635893"/>
                <a:gd name="connsiteX13" fmla="*/ 1290260 w 1644613"/>
                <a:gd name="connsiteY13" fmla="*/ 1244353 h 1635893"/>
                <a:gd name="connsiteX14" fmla="*/ 1514796 w 1644613"/>
                <a:gd name="connsiteY14" fmla="*/ 1325633 h 1635893"/>
                <a:gd name="connsiteX15" fmla="*/ 1460440 w 1644613"/>
                <a:gd name="connsiteY15" fmla="*/ 1390657 h 1635893"/>
                <a:gd name="connsiteX16" fmla="*/ 1460821 w 1644613"/>
                <a:gd name="connsiteY16" fmla="*/ 1438790 h 1635893"/>
                <a:gd name="connsiteX17" fmla="*/ 1403163 w 1644613"/>
                <a:gd name="connsiteY17" fmla="*/ 1459999 h 1635893"/>
                <a:gd name="connsiteX18" fmla="*/ 1396686 w 1644613"/>
                <a:gd name="connsiteY18" fmla="*/ 1490352 h 1635893"/>
                <a:gd name="connsiteX19" fmla="*/ 1222569 w 1644613"/>
                <a:gd name="connsiteY19" fmla="*/ 1482224 h 1635893"/>
                <a:gd name="connsiteX20" fmla="*/ 1041340 w 1644613"/>
                <a:gd name="connsiteY20" fmla="*/ 1583443 h 1635893"/>
                <a:gd name="connsiteX21" fmla="*/ 907228 w 1644613"/>
                <a:gd name="connsiteY21" fmla="*/ 1570362 h 1635893"/>
                <a:gd name="connsiteX22" fmla="*/ 909260 w 1644613"/>
                <a:gd name="connsiteY22" fmla="*/ 1626242 h 1635893"/>
                <a:gd name="connsiteX23" fmla="*/ 884622 w 1644613"/>
                <a:gd name="connsiteY23" fmla="*/ 1624718 h 1635893"/>
                <a:gd name="connsiteX24" fmla="*/ 878780 w 1644613"/>
                <a:gd name="connsiteY24" fmla="*/ 1550296 h 1635893"/>
                <a:gd name="connsiteX25" fmla="*/ 820106 w 1644613"/>
                <a:gd name="connsiteY25" fmla="*/ 1144658 h 1635893"/>
                <a:gd name="connsiteX26" fmla="*/ 747208 w 1644613"/>
                <a:gd name="connsiteY26" fmla="*/ 1071887 h 1635893"/>
                <a:gd name="connsiteX27" fmla="*/ 424882 w 1644613"/>
                <a:gd name="connsiteY27" fmla="*/ 1070236 h 1635893"/>
                <a:gd name="connsiteX28" fmla="*/ 337125 w 1644613"/>
                <a:gd name="connsiteY28" fmla="*/ 1072395 h 1635893"/>
                <a:gd name="connsiteX29" fmla="*/ 407610 w 1644613"/>
                <a:gd name="connsiteY29" fmla="*/ 1284231 h 1635893"/>
                <a:gd name="connsiteX30" fmla="*/ 322774 w 1644613"/>
                <a:gd name="connsiteY30" fmla="*/ 1363352 h 1635893"/>
                <a:gd name="connsiteX31" fmla="*/ 288357 w 1644613"/>
                <a:gd name="connsiteY31" fmla="*/ 1588650 h 1635893"/>
                <a:gd name="connsiteX32" fmla="*/ 283023 w 1644613"/>
                <a:gd name="connsiteY32" fmla="*/ 1624718 h 1635893"/>
                <a:gd name="connsiteX33" fmla="*/ 259020 w 1644613"/>
                <a:gd name="connsiteY33" fmla="*/ 1629417 h 1635893"/>
                <a:gd name="connsiteX34" fmla="*/ 323409 w 1644613"/>
                <a:gd name="connsiteY34" fmla="*/ 1250068 h 1635893"/>
                <a:gd name="connsiteX35" fmla="*/ 305629 w 1644613"/>
                <a:gd name="connsiteY35" fmla="*/ 1166248 h 1635893"/>
                <a:gd name="connsiteX36" fmla="*/ 229556 w 1644613"/>
                <a:gd name="connsiteY36" fmla="*/ 1192410 h 1635893"/>
                <a:gd name="connsiteX37" fmla="*/ 18228 w 1644613"/>
                <a:gd name="connsiteY37" fmla="*/ 1623575 h 1635893"/>
                <a:gd name="connsiteX38" fmla="*/ 2099 w 1644613"/>
                <a:gd name="connsiteY38" fmla="*/ 1635894 h 1635893"/>
                <a:gd name="connsiteX39" fmla="*/ 17212 w 1644613"/>
                <a:gd name="connsiteY39" fmla="*/ 1539628 h 1635893"/>
                <a:gd name="connsiteX40" fmla="*/ 107001 w 1644613"/>
                <a:gd name="connsiteY40" fmla="*/ 1318648 h 1635893"/>
                <a:gd name="connsiteX41" fmla="*/ 216983 w 1644613"/>
                <a:gd name="connsiteY41" fmla="*/ 1168153 h 1635893"/>
                <a:gd name="connsiteX42" fmla="*/ 304867 w 1644613"/>
                <a:gd name="connsiteY42" fmla="*/ 1066553 h 1635893"/>
                <a:gd name="connsiteX43" fmla="*/ 391481 w 1644613"/>
                <a:gd name="connsiteY43" fmla="*/ 1032390 h 1635893"/>
                <a:gd name="connsiteX44" fmla="*/ 252924 w 1644613"/>
                <a:gd name="connsiteY44" fmla="*/ 952253 h 1635893"/>
                <a:gd name="connsiteX45" fmla="*/ 138243 w 1644613"/>
                <a:gd name="connsiteY45" fmla="*/ 837064 h 1635893"/>
                <a:gd name="connsiteX46" fmla="*/ 83633 w 1644613"/>
                <a:gd name="connsiteY46" fmla="*/ 754514 h 1635893"/>
                <a:gd name="connsiteX47" fmla="*/ 139767 w 1644613"/>
                <a:gd name="connsiteY47" fmla="*/ 520707 h 1635893"/>
                <a:gd name="connsiteX48" fmla="*/ 413198 w 1644613"/>
                <a:gd name="connsiteY48" fmla="*/ 274200 h 1635893"/>
                <a:gd name="connsiteX49" fmla="*/ 730698 w 1644613"/>
                <a:gd name="connsiteY49" fmla="*/ 270898 h 1635893"/>
                <a:gd name="connsiteX50" fmla="*/ 944058 w 1644613"/>
                <a:gd name="connsiteY50" fmla="*/ 397009 h 1635893"/>
                <a:gd name="connsiteX51" fmla="*/ 1076900 w 1644613"/>
                <a:gd name="connsiteY51" fmla="*/ 110878 h 1635893"/>
                <a:gd name="connsiteX52" fmla="*/ 971617 w 1644613"/>
                <a:gd name="connsiteY52" fmla="*/ 432950 h 1635893"/>
                <a:gd name="connsiteX53" fmla="*/ 1070423 w 1644613"/>
                <a:gd name="connsiteY53" fmla="*/ 588017 h 1635893"/>
                <a:gd name="connsiteX54" fmla="*/ 1107507 w 1644613"/>
                <a:gd name="connsiteY54" fmla="*/ 692030 h 1635893"/>
                <a:gd name="connsiteX55" fmla="*/ 1614364 w 1644613"/>
                <a:gd name="connsiteY55" fmla="*/ 462160 h 1635893"/>
                <a:gd name="connsiteX56" fmla="*/ 1543879 w 1644613"/>
                <a:gd name="connsiteY56" fmla="*/ 155963 h 1635893"/>
                <a:gd name="connsiteX57" fmla="*/ 1261939 w 1644613"/>
                <a:gd name="connsiteY57" fmla="*/ 27312 h 1635893"/>
                <a:gd name="connsiteX58" fmla="*/ 1076900 w 1644613"/>
                <a:gd name="connsiteY58" fmla="*/ 110878 h 1635893"/>
                <a:gd name="connsiteX59" fmla="*/ 175327 w 1644613"/>
                <a:gd name="connsiteY59" fmla="*/ 504578 h 1635893"/>
                <a:gd name="connsiteX60" fmla="*/ 227270 w 1644613"/>
                <a:gd name="connsiteY60" fmla="*/ 521723 h 1635893"/>
                <a:gd name="connsiteX61" fmla="*/ 284801 w 1644613"/>
                <a:gd name="connsiteY61" fmla="*/ 676663 h 1635893"/>
                <a:gd name="connsiteX62" fmla="*/ 256607 w 1644613"/>
                <a:gd name="connsiteY62" fmla="*/ 816998 h 1635893"/>
                <a:gd name="connsiteX63" fmla="*/ 204283 w 1644613"/>
                <a:gd name="connsiteY63" fmla="*/ 863734 h 1635893"/>
                <a:gd name="connsiteX64" fmla="*/ 615128 w 1644613"/>
                <a:gd name="connsiteY64" fmla="*/ 1040010 h 1635893"/>
                <a:gd name="connsiteX65" fmla="*/ 979491 w 1644613"/>
                <a:gd name="connsiteY65" fmla="*/ 867671 h 1635893"/>
                <a:gd name="connsiteX66" fmla="*/ 1018353 w 1644613"/>
                <a:gd name="connsiteY66" fmla="*/ 573666 h 1635893"/>
                <a:gd name="connsiteX67" fmla="*/ 672151 w 1644613"/>
                <a:gd name="connsiteY67" fmla="*/ 284741 h 1635893"/>
                <a:gd name="connsiteX68" fmla="*/ 175327 w 1644613"/>
                <a:gd name="connsiteY68" fmla="*/ 504578 h 1635893"/>
                <a:gd name="connsiteX69" fmla="*/ 159833 w 1644613"/>
                <a:gd name="connsiteY69" fmla="*/ 539884 h 1635893"/>
                <a:gd name="connsiteX70" fmla="*/ 104588 w 1644613"/>
                <a:gd name="connsiteY70" fmla="*/ 728098 h 1635893"/>
                <a:gd name="connsiteX71" fmla="*/ 197679 w 1644613"/>
                <a:gd name="connsiteY71" fmla="*/ 834143 h 1635893"/>
                <a:gd name="connsiteX72" fmla="*/ 250892 w 1644613"/>
                <a:gd name="connsiteY72" fmla="*/ 752355 h 1635893"/>
                <a:gd name="connsiteX73" fmla="*/ 234636 w 1644613"/>
                <a:gd name="connsiteY73" fmla="*/ 576587 h 1635893"/>
                <a:gd name="connsiteX74" fmla="*/ 159833 w 1644613"/>
                <a:gd name="connsiteY74" fmla="*/ 539884 h 1635893"/>
                <a:gd name="connsiteX75" fmla="*/ 1052135 w 1644613"/>
                <a:gd name="connsiteY75" fmla="*/ 598050 h 1635893"/>
                <a:gd name="connsiteX76" fmla="*/ 1041086 w 1644613"/>
                <a:gd name="connsiteY76" fmla="*/ 807092 h 1635893"/>
                <a:gd name="connsiteX77" fmla="*/ 1052135 w 1644613"/>
                <a:gd name="connsiteY77" fmla="*/ 598050 h 1635893"/>
                <a:gd name="connsiteX78" fmla="*/ 441011 w 1644613"/>
                <a:gd name="connsiteY78" fmla="*/ 1044963 h 1635893"/>
                <a:gd name="connsiteX79" fmla="*/ 658816 w 1644613"/>
                <a:gd name="connsiteY79" fmla="*/ 1078618 h 1635893"/>
                <a:gd name="connsiteX80" fmla="*/ 569154 w 1644613"/>
                <a:gd name="connsiteY80" fmla="*/ 1062616 h 1635893"/>
                <a:gd name="connsiteX81" fmla="*/ 441011 w 1644613"/>
                <a:gd name="connsiteY81" fmla="*/ 1044963 h 1635893"/>
                <a:gd name="connsiteX82" fmla="*/ 303597 w 1644613"/>
                <a:gd name="connsiteY82" fmla="*/ 1095509 h 1635893"/>
                <a:gd name="connsiteX83" fmla="*/ 288992 w 1644613"/>
                <a:gd name="connsiteY83" fmla="*/ 1125100 h 1635893"/>
                <a:gd name="connsiteX84" fmla="*/ 345380 w 1644613"/>
                <a:gd name="connsiteY84" fmla="*/ 1175519 h 1635893"/>
                <a:gd name="connsiteX85" fmla="*/ 332934 w 1644613"/>
                <a:gd name="connsiteY85" fmla="*/ 1333380 h 1635893"/>
                <a:gd name="connsiteX86" fmla="*/ 384369 w 1644613"/>
                <a:gd name="connsiteY86" fmla="*/ 1261879 h 1635893"/>
                <a:gd name="connsiteX87" fmla="*/ 303597 w 1644613"/>
                <a:gd name="connsiteY87" fmla="*/ 1095509 h 1635893"/>
                <a:gd name="connsiteX88" fmla="*/ 1154370 w 1644613"/>
                <a:gd name="connsiteY88" fmla="*/ 1214635 h 1635893"/>
                <a:gd name="connsiteX89" fmla="*/ 1130875 w 1644613"/>
                <a:gd name="connsiteY89" fmla="*/ 1407675 h 1635893"/>
                <a:gd name="connsiteX90" fmla="*/ 1261431 w 1644613"/>
                <a:gd name="connsiteY90" fmla="*/ 1463301 h 1635893"/>
                <a:gd name="connsiteX91" fmla="*/ 1374969 w 1644613"/>
                <a:gd name="connsiteY91" fmla="*/ 1474731 h 1635893"/>
                <a:gd name="connsiteX92" fmla="*/ 1357316 w 1644613"/>
                <a:gd name="connsiteY92" fmla="*/ 1446029 h 1635893"/>
                <a:gd name="connsiteX93" fmla="*/ 1258637 w 1644613"/>
                <a:gd name="connsiteY93" fmla="*/ 1386466 h 1635893"/>
                <a:gd name="connsiteX94" fmla="*/ 1445581 w 1644613"/>
                <a:gd name="connsiteY94" fmla="*/ 1429773 h 1635893"/>
                <a:gd name="connsiteX95" fmla="*/ 1403163 w 1644613"/>
                <a:gd name="connsiteY95" fmla="*/ 1377195 h 1635893"/>
                <a:gd name="connsiteX96" fmla="*/ 1296229 w 1644613"/>
                <a:gd name="connsiteY96" fmla="*/ 1332237 h 1635893"/>
                <a:gd name="connsiteX97" fmla="*/ 1489269 w 1644613"/>
                <a:gd name="connsiteY97" fmla="*/ 1359923 h 1635893"/>
                <a:gd name="connsiteX98" fmla="*/ 1491174 w 1644613"/>
                <a:gd name="connsiteY98" fmla="*/ 1340111 h 1635893"/>
                <a:gd name="connsiteX99" fmla="*/ 1235269 w 1644613"/>
                <a:gd name="connsiteY99" fmla="*/ 1248163 h 1635893"/>
                <a:gd name="connsiteX100" fmla="*/ 1341060 w 1644613"/>
                <a:gd name="connsiteY100" fmla="*/ 1171709 h 1635893"/>
                <a:gd name="connsiteX101" fmla="*/ 1301944 w 1644613"/>
                <a:gd name="connsiteY101" fmla="*/ 1132720 h 1635893"/>
                <a:gd name="connsiteX102" fmla="*/ 1154370 w 1644613"/>
                <a:gd name="connsiteY102" fmla="*/ 1214635 h 1635893"/>
                <a:gd name="connsiteX103" fmla="*/ 857063 w 1644613"/>
                <a:gd name="connsiteY103" fmla="*/ 1181488 h 1635893"/>
                <a:gd name="connsiteX104" fmla="*/ 878272 w 1644613"/>
                <a:gd name="connsiteY104" fmla="*/ 1300868 h 1635893"/>
                <a:gd name="connsiteX105" fmla="*/ 905704 w 1644613"/>
                <a:gd name="connsiteY105" fmla="*/ 1540771 h 1635893"/>
                <a:gd name="connsiteX106" fmla="*/ 1188660 w 1644613"/>
                <a:gd name="connsiteY106" fmla="*/ 1474350 h 1635893"/>
                <a:gd name="connsiteX107" fmla="*/ 1073344 w 1644613"/>
                <a:gd name="connsiteY107" fmla="*/ 1300233 h 1635893"/>
                <a:gd name="connsiteX108" fmla="*/ 973522 w 1644613"/>
                <a:gd name="connsiteY108" fmla="*/ 1438155 h 1635893"/>
                <a:gd name="connsiteX109" fmla="*/ 945201 w 1644613"/>
                <a:gd name="connsiteY109" fmla="*/ 1487558 h 1635893"/>
                <a:gd name="connsiteX110" fmla="*/ 974665 w 1644613"/>
                <a:gd name="connsiteY110" fmla="*/ 1366781 h 1635893"/>
                <a:gd name="connsiteX111" fmla="*/ 857063 w 1644613"/>
                <a:gd name="connsiteY111" fmla="*/ 1181488 h 1635893"/>
                <a:gd name="connsiteX0" fmla="*/ 1014924 w 1618802"/>
                <a:gd name="connsiteY0" fmla="*/ 137040 h 1635895"/>
                <a:gd name="connsiteX1" fmla="*/ 1288609 w 1618802"/>
                <a:gd name="connsiteY1" fmla="*/ 134 h 1635895"/>
                <a:gd name="connsiteX2" fmla="*/ 1606363 w 1618802"/>
                <a:gd name="connsiteY2" fmla="*/ 207525 h 1635895"/>
                <a:gd name="connsiteX3" fmla="*/ 1100903 w 1618802"/>
                <a:gd name="connsiteY3" fmla="*/ 724415 h 1635895"/>
                <a:gd name="connsiteX4" fmla="*/ 1075122 w 1618802"/>
                <a:gd name="connsiteY4" fmla="*/ 806838 h 1635895"/>
                <a:gd name="connsiteX5" fmla="*/ 994858 w 1618802"/>
                <a:gd name="connsiteY5" fmla="*/ 891166 h 1635895"/>
                <a:gd name="connsiteX6" fmla="*/ 900370 w 1618802"/>
                <a:gd name="connsiteY6" fmla="*/ 986162 h 1635895"/>
                <a:gd name="connsiteX7" fmla="*/ 765623 w 1618802"/>
                <a:gd name="connsiteY7" fmla="*/ 1048392 h 1635895"/>
                <a:gd name="connsiteX8" fmla="*/ 993715 w 1618802"/>
                <a:gd name="connsiteY8" fmla="*/ 1351541 h 1635895"/>
                <a:gd name="connsiteX9" fmla="*/ 1109666 w 1618802"/>
                <a:gd name="connsiteY9" fmla="*/ 1221620 h 1635895"/>
                <a:gd name="connsiteX10" fmla="*/ 1283275 w 1618802"/>
                <a:gd name="connsiteY10" fmla="*/ 1111003 h 1635895"/>
                <a:gd name="connsiteX11" fmla="*/ 1372810 w 1618802"/>
                <a:gd name="connsiteY11" fmla="*/ 1159136 h 1635895"/>
                <a:gd name="connsiteX12" fmla="*/ 1290260 w 1618802"/>
                <a:gd name="connsiteY12" fmla="*/ 1244353 h 1635895"/>
                <a:gd name="connsiteX13" fmla="*/ 1514796 w 1618802"/>
                <a:gd name="connsiteY13" fmla="*/ 1325633 h 1635895"/>
                <a:gd name="connsiteX14" fmla="*/ 1460440 w 1618802"/>
                <a:gd name="connsiteY14" fmla="*/ 1390657 h 1635895"/>
                <a:gd name="connsiteX15" fmla="*/ 1460821 w 1618802"/>
                <a:gd name="connsiteY15" fmla="*/ 1438790 h 1635895"/>
                <a:gd name="connsiteX16" fmla="*/ 1403163 w 1618802"/>
                <a:gd name="connsiteY16" fmla="*/ 1459999 h 1635895"/>
                <a:gd name="connsiteX17" fmla="*/ 1396686 w 1618802"/>
                <a:gd name="connsiteY17" fmla="*/ 1490352 h 1635895"/>
                <a:gd name="connsiteX18" fmla="*/ 1222569 w 1618802"/>
                <a:gd name="connsiteY18" fmla="*/ 1482224 h 1635895"/>
                <a:gd name="connsiteX19" fmla="*/ 1041340 w 1618802"/>
                <a:gd name="connsiteY19" fmla="*/ 1583443 h 1635895"/>
                <a:gd name="connsiteX20" fmla="*/ 907228 w 1618802"/>
                <a:gd name="connsiteY20" fmla="*/ 1570362 h 1635895"/>
                <a:gd name="connsiteX21" fmla="*/ 909260 w 1618802"/>
                <a:gd name="connsiteY21" fmla="*/ 1626242 h 1635895"/>
                <a:gd name="connsiteX22" fmla="*/ 884622 w 1618802"/>
                <a:gd name="connsiteY22" fmla="*/ 1624718 h 1635895"/>
                <a:gd name="connsiteX23" fmla="*/ 878780 w 1618802"/>
                <a:gd name="connsiteY23" fmla="*/ 1550296 h 1635895"/>
                <a:gd name="connsiteX24" fmla="*/ 820106 w 1618802"/>
                <a:gd name="connsiteY24" fmla="*/ 1144658 h 1635895"/>
                <a:gd name="connsiteX25" fmla="*/ 747208 w 1618802"/>
                <a:gd name="connsiteY25" fmla="*/ 1071887 h 1635895"/>
                <a:gd name="connsiteX26" fmla="*/ 424882 w 1618802"/>
                <a:gd name="connsiteY26" fmla="*/ 1070236 h 1635895"/>
                <a:gd name="connsiteX27" fmla="*/ 337125 w 1618802"/>
                <a:gd name="connsiteY27" fmla="*/ 1072395 h 1635895"/>
                <a:gd name="connsiteX28" fmla="*/ 407610 w 1618802"/>
                <a:gd name="connsiteY28" fmla="*/ 1284231 h 1635895"/>
                <a:gd name="connsiteX29" fmla="*/ 322774 w 1618802"/>
                <a:gd name="connsiteY29" fmla="*/ 1363352 h 1635895"/>
                <a:gd name="connsiteX30" fmla="*/ 288357 w 1618802"/>
                <a:gd name="connsiteY30" fmla="*/ 1588650 h 1635895"/>
                <a:gd name="connsiteX31" fmla="*/ 283023 w 1618802"/>
                <a:gd name="connsiteY31" fmla="*/ 1624718 h 1635895"/>
                <a:gd name="connsiteX32" fmla="*/ 259020 w 1618802"/>
                <a:gd name="connsiteY32" fmla="*/ 1629417 h 1635895"/>
                <a:gd name="connsiteX33" fmla="*/ 323409 w 1618802"/>
                <a:gd name="connsiteY33" fmla="*/ 1250068 h 1635895"/>
                <a:gd name="connsiteX34" fmla="*/ 305629 w 1618802"/>
                <a:gd name="connsiteY34" fmla="*/ 1166248 h 1635895"/>
                <a:gd name="connsiteX35" fmla="*/ 229556 w 1618802"/>
                <a:gd name="connsiteY35" fmla="*/ 1192410 h 1635895"/>
                <a:gd name="connsiteX36" fmla="*/ 18228 w 1618802"/>
                <a:gd name="connsiteY36" fmla="*/ 1623575 h 1635895"/>
                <a:gd name="connsiteX37" fmla="*/ 2099 w 1618802"/>
                <a:gd name="connsiteY37" fmla="*/ 1635894 h 1635895"/>
                <a:gd name="connsiteX38" fmla="*/ 17212 w 1618802"/>
                <a:gd name="connsiteY38" fmla="*/ 1539628 h 1635895"/>
                <a:gd name="connsiteX39" fmla="*/ 107001 w 1618802"/>
                <a:gd name="connsiteY39" fmla="*/ 1318648 h 1635895"/>
                <a:gd name="connsiteX40" fmla="*/ 216983 w 1618802"/>
                <a:gd name="connsiteY40" fmla="*/ 1168153 h 1635895"/>
                <a:gd name="connsiteX41" fmla="*/ 304867 w 1618802"/>
                <a:gd name="connsiteY41" fmla="*/ 1066553 h 1635895"/>
                <a:gd name="connsiteX42" fmla="*/ 391481 w 1618802"/>
                <a:gd name="connsiteY42" fmla="*/ 1032390 h 1635895"/>
                <a:gd name="connsiteX43" fmla="*/ 252924 w 1618802"/>
                <a:gd name="connsiteY43" fmla="*/ 952253 h 1635895"/>
                <a:gd name="connsiteX44" fmla="*/ 138243 w 1618802"/>
                <a:gd name="connsiteY44" fmla="*/ 837064 h 1635895"/>
                <a:gd name="connsiteX45" fmla="*/ 83633 w 1618802"/>
                <a:gd name="connsiteY45" fmla="*/ 754514 h 1635895"/>
                <a:gd name="connsiteX46" fmla="*/ 139767 w 1618802"/>
                <a:gd name="connsiteY46" fmla="*/ 520707 h 1635895"/>
                <a:gd name="connsiteX47" fmla="*/ 413198 w 1618802"/>
                <a:gd name="connsiteY47" fmla="*/ 274200 h 1635895"/>
                <a:gd name="connsiteX48" fmla="*/ 730698 w 1618802"/>
                <a:gd name="connsiteY48" fmla="*/ 270898 h 1635895"/>
                <a:gd name="connsiteX49" fmla="*/ 944058 w 1618802"/>
                <a:gd name="connsiteY49" fmla="*/ 397009 h 1635895"/>
                <a:gd name="connsiteX50" fmla="*/ 1076900 w 1618802"/>
                <a:gd name="connsiteY50" fmla="*/ 110878 h 1635895"/>
                <a:gd name="connsiteX51" fmla="*/ 971617 w 1618802"/>
                <a:gd name="connsiteY51" fmla="*/ 432950 h 1635895"/>
                <a:gd name="connsiteX52" fmla="*/ 1070423 w 1618802"/>
                <a:gd name="connsiteY52" fmla="*/ 588017 h 1635895"/>
                <a:gd name="connsiteX53" fmla="*/ 1107507 w 1618802"/>
                <a:gd name="connsiteY53" fmla="*/ 692030 h 1635895"/>
                <a:gd name="connsiteX54" fmla="*/ 1614364 w 1618802"/>
                <a:gd name="connsiteY54" fmla="*/ 462160 h 1635895"/>
                <a:gd name="connsiteX55" fmla="*/ 1543879 w 1618802"/>
                <a:gd name="connsiteY55" fmla="*/ 155963 h 1635895"/>
                <a:gd name="connsiteX56" fmla="*/ 1261939 w 1618802"/>
                <a:gd name="connsiteY56" fmla="*/ 27312 h 1635895"/>
                <a:gd name="connsiteX57" fmla="*/ 1076900 w 1618802"/>
                <a:gd name="connsiteY57" fmla="*/ 110878 h 1635895"/>
                <a:gd name="connsiteX58" fmla="*/ 175327 w 1618802"/>
                <a:gd name="connsiteY58" fmla="*/ 504578 h 1635895"/>
                <a:gd name="connsiteX59" fmla="*/ 227270 w 1618802"/>
                <a:gd name="connsiteY59" fmla="*/ 521723 h 1635895"/>
                <a:gd name="connsiteX60" fmla="*/ 284801 w 1618802"/>
                <a:gd name="connsiteY60" fmla="*/ 676663 h 1635895"/>
                <a:gd name="connsiteX61" fmla="*/ 256607 w 1618802"/>
                <a:gd name="connsiteY61" fmla="*/ 816998 h 1635895"/>
                <a:gd name="connsiteX62" fmla="*/ 204283 w 1618802"/>
                <a:gd name="connsiteY62" fmla="*/ 863734 h 1635895"/>
                <a:gd name="connsiteX63" fmla="*/ 615128 w 1618802"/>
                <a:gd name="connsiteY63" fmla="*/ 1040010 h 1635895"/>
                <a:gd name="connsiteX64" fmla="*/ 979491 w 1618802"/>
                <a:gd name="connsiteY64" fmla="*/ 867671 h 1635895"/>
                <a:gd name="connsiteX65" fmla="*/ 1018353 w 1618802"/>
                <a:gd name="connsiteY65" fmla="*/ 573666 h 1635895"/>
                <a:gd name="connsiteX66" fmla="*/ 672151 w 1618802"/>
                <a:gd name="connsiteY66" fmla="*/ 284741 h 1635895"/>
                <a:gd name="connsiteX67" fmla="*/ 175327 w 1618802"/>
                <a:gd name="connsiteY67" fmla="*/ 504578 h 1635895"/>
                <a:gd name="connsiteX68" fmla="*/ 159833 w 1618802"/>
                <a:gd name="connsiteY68" fmla="*/ 539884 h 1635895"/>
                <a:gd name="connsiteX69" fmla="*/ 104588 w 1618802"/>
                <a:gd name="connsiteY69" fmla="*/ 728098 h 1635895"/>
                <a:gd name="connsiteX70" fmla="*/ 197679 w 1618802"/>
                <a:gd name="connsiteY70" fmla="*/ 834143 h 1635895"/>
                <a:gd name="connsiteX71" fmla="*/ 250892 w 1618802"/>
                <a:gd name="connsiteY71" fmla="*/ 752355 h 1635895"/>
                <a:gd name="connsiteX72" fmla="*/ 234636 w 1618802"/>
                <a:gd name="connsiteY72" fmla="*/ 576587 h 1635895"/>
                <a:gd name="connsiteX73" fmla="*/ 159833 w 1618802"/>
                <a:gd name="connsiteY73" fmla="*/ 539884 h 1635895"/>
                <a:gd name="connsiteX74" fmla="*/ 1052135 w 1618802"/>
                <a:gd name="connsiteY74" fmla="*/ 598050 h 1635895"/>
                <a:gd name="connsiteX75" fmla="*/ 1041086 w 1618802"/>
                <a:gd name="connsiteY75" fmla="*/ 807092 h 1635895"/>
                <a:gd name="connsiteX76" fmla="*/ 1052135 w 1618802"/>
                <a:gd name="connsiteY76" fmla="*/ 598050 h 1635895"/>
                <a:gd name="connsiteX77" fmla="*/ 441011 w 1618802"/>
                <a:gd name="connsiteY77" fmla="*/ 1044963 h 1635895"/>
                <a:gd name="connsiteX78" fmla="*/ 658816 w 1618802"/>
                <a:gd name="connsiteY78" fmla="*/ 1078618 h 1635895"/>
                <a:gd name="connsiteX79" fmla="*/ 569154 w 1618802"/>
                <a:gd name="connsiteY79" fmla="*/ 1062616 h 1635895"/>
                <a:gd name="connsiteX80" fmla="*/ 441011 w 1618802"/>
                <a:gd name="connsiteY80" fmla="*/ 1044963 h 1635895"/>
                <a:gd name="connsiteX81" fmla="*/ 303597 w 1618802"/>
                <a:gd name="connsiteY81" fmla="*/ 1095509 h 1635895"/>
                <a:gd name="connsiteX82" fmla="*/ 288992 w 1618802"/>
                <a:gd name="connsiteY82" fmla="*/ 1125100 h 1635895"/>
                <a:gd name="connsiteX83" fmla="*/ 345380 w 1618802"/>
                <a:gd name="connsiteY83" fmla="*/ 1175519 h 1635895"/>
                <a:gd name="connsiteX84" fmla="*/ 332934 w 1618802"/>
                <a:gd name="connsiteY84" fmla="*/ 1333380 h 1635895"/>
                <a:gd name="connsiteX85" fmla="*/ 384369 w 1618802"/>
                <a:gd name="connsiteY85" fmla="*/ 1261879 h 1635895"/>
                <a:gd name="connsiteX86" fmla="*/ 303597 w 1618802"/>
                <a:gd name="connsiteY86" fmla="*/ 1095509 h 1635895"/>
                <a:gd name="connsiteX87" fmla="*/ 1154370 w 1618802"/>
                <a:gd name="connsiteY87" fmla="*/ 1214635 h 1635895"/>
                <a:gd name="connsiteX88" fmla="*/ 1130875 w 1618802"/>
                <a:gd name="connsiteY88" fmla="*/ 1407675 h 1635895"/>
                <a:gd name="connsiteX89" fmla="*/ 1261431 w 1618802"/>
                <a:gd name="connsiteY89" fmla="*/ 1463301 h 1635895"/>
                <a:gd name="connsiteX90" fmla="*/ 1374969 w 1618802"/>
                <a:gd name="connsiteY90" fmla="*/ 1474731 h 1635895"/>
                <a:gd name="connsiteX91" fmla="*/ 1357316 w 1618802"/>
                <a:gd name="connsiteY91" fmla="*/ 1446029 h 1635895"/>
                <a:gd name="connsiteX92" fmla="*/ 1258637 w 1618802"/>
                <a:gd name="connsiteY92" fmla="*/ 1386466 h 1635895"/>
                <a:gd name="connsiteX93" fmla="*/ 1445581 w 1618802"/>
                <a:gd name="connsiteY93" fmla="*/ 1429773 h 1635895"/>
                <a:gd name="connsiteX94" fmla="*/ 1403163 w 1618802"/>
                <a:gd name="connsiteY94" fmla="*/ 1377195 h 1635895"/>
                <a:gd name="connsiteX95" fmla="*/ 1296229 w 1618802"/>
                <a:gd name="connsiteY95" fmla="*/ 1332237 h 1635895"/>
                <a:gd name="connsiteX96" fmla="*/ 1489269 w 1618802"/>
                <a:gd name="connsiteY96" fmla="*/ 1359923 h 1635895"/>
                <a:gd name="connsiteX97" fmla="*/ 1491174 w 1618802"/>
                <a:gd name="connsiteY97" fmla="*/ 1340111 h 1635895"/>
                <a:gd name="connsiteX98" fmla="*/ 1235269 w 1618802"/>
                <a:gd name="connsiteY98" fmla="*/ 1248163 h 1635895"/>
                <a:gd name="connsiteX99" fmla="*/ 1341060 w 1618802"/>
                <a:gd name="connsiteY99" fmla="*/ 1171709 h 1635895"/>
                <a:gd name="connsiteX100" fmla="*/ 1301944 w 1618802"/>
                <a:gd name="connsiteY100" fmla="*/ 1132720 h 1635895"/>
                <a:gd name="connsiteX101" fmla="*/ 1154370 w 1618802"/>
                <a:gd name="connsiteY101" fmla="*/ 1214635 h 1635895"/>
                <a:gd name="connsiteX102" fmla="*/ 857063 w 1618802"/>
                <a:gd name="connsiteY102" fmla="*/ 1181488 h 1635895"/>
                <a:gd name="connsiteX103" fmla="*/ 878272 w 1618802"/>
                <a:gd name="connsiteY103" fmla="*/ 1300868 h 1635895"/>
                <a:gd name="connsiteX104" fmla="*/ 905704 w 1618802"/>
                <a:gd name="connsiteY104" fmla="*/ 1540771 h 1635895"/>
                <a:gd name="connsiteX105" fmla="*/ 1188660 w 1618802"/>
                <a:gd name="connsiteY105" fmla="*/ 1474350 h 1635895"/>
                <a:gd name="connsiteX106" fmla="*/ 1073344 w 1618802"/>
                <a:gd name="connsiteY106" fmla="*/ 1300233 h 1635895"/>
                <a:gd name="connsiteX107" fmla="*/ 973522 w 1618802"/>
                <a:gd name="connsiteY107" fmla="*/ 1438155 h 1635895"/>
                <a:gd name="connsiteX108" fmla="*/ 945201 w 1618802"/>
                <a:gd name="connsiteY108" fmla="*/ 1487558 h 1635895"/>
                <a:gd name="connsiteX109" fmla="*/ 974665 w 1618802"/>
                <a:gd name="connsiteY109" fmla="*/ 1366781 h 1635895"/>
                <a:gd name="connsiteX110" fmla="*/ 857063 w 1618802"/>
                <a:gd name="connsiteY110" fmla="*/ 1181488 h 1635895"/>
                <a:gd name="connsiteX0" fmla="*/ 1014924 w 1606362"/>
                <a:gd name="connsiteY0" fmla="*/ 137040 h 1635893"/>
                <a:gd name="connsiteX1" fmla="*/ 1288609 w 1606362"/>
                <a:gd name="connsiteY1" fmla="*/ 134 h 1635893"/>
                <a:gd name="connsiteX2" fmla="*/ 1606363 w 1606362"/>
                <a:gd name="connsiteY2" fmla="*/ 207525 h 1635893"/>
                <a:gd name="connsiteX3" fmla="*/ 1100903 w 1606362"/>
                <a:gd name="connsiteY3" fmla="*/ 724415 h 1635893"/>
                <a:gd name="connsiteX4" fmla="*/ 1075122 w 1606362"/>
                <a:gd name="connsiteY4" fmla="*/ 806838 h 1635893"/>
                <a:gd name="connsiteX5" fmla="*/ 994858 w 1606362"/>
                <a:gd name="connsiteY5" fmla="*/ 891166 h 1635893"/>
                <a:gd name="connsiteX6" fmla="*/ 900370 w 1606362"/>
                <a:gd name="connsiteY6" fmla="*/ 986162 h 1635893"/>
                <a:gd name="connsiteX7" fmla="*/ 765623 w 1606362"/>
                <a:gd name="connsiteY7" fmla="*/ 1048392 h 1635893"/>
                <a:gd name="connsiteX8" fmla="*/ 993715 w 1606362"/>
                <a:gd name="connsiteY8" fmla="*/ 1351541 h 1635893"/>
                <a:gd name="connsiteX9" fmla="*/ 1109666 w 1606362"/>
                <a:gd name="connsiteY9" fmla="*/ 1221620 h 1635893"/>
                <a:gd name="connsiteX10" fmla="*/ 1283275 w 1606362"/>
                <a:gd name="connsiteY10" fmla="*/ 1111003 h 1635893"/>
                <a:gd name="connsiteX11" fmla="*/ 1372810 w 1606362"/>
                <a:gd name="connsiteY11" fmla="*/ 1159136 h 1635893"/>
                <a:gd name="connsiteX12" fmla="*/ 1290260 w 1606362"/>
                <a:gd name="connsiteY12" fmla="*/ 1244353 h 1635893"/>
                <a:gd name="connsiteX13" fmla="*/ 1514796 w 1606362"/>
                <a:gd name="connsiteY13" fmla="*/ 1325633 h 1635893"/>
                <a:gd name="connsiteX14" fmla="*/ 1460440 w 1606362"/>
                <a:gd name="connsiteY14" fmla="*/ 1390657 h 1635893"/>
                <a:gd name="connsiteX15" fmla="*/ 1460821 w 1606362"/>
                <a:gd name="connsiteY15" fmla="*/ 1438790 h 1635893"/>
                <a:gd name="connsiteX16" fmla="*/ 1403163 w 1606362"/>
                <a:gd name="connsiteY16" fmla="*/ 1459999 h 1635893"/>
                <a:gd name="connsiteX17" fmla="*/ 1396686 w 1606362"/>
                <a:gd name="connsiteY17" fmla="*/ 1490352 h 1635893"/>
                <a:gd name="connsiteX18" fmla="*/ 1222569 w 1606362"/>
                <a:gd name="connsiteY18" fmla="*/ 1482224 h 1635893"/>
                <a:gd name="connsiteX19" fmla="*/ 1041340 w 1606362"/>
                <a:gd name="connsiteY19" fmla="*/ 1583443 h 1635893"/>
                <a:gd name="connsiteX20" fmla="*/ 907228 w 1606362"/>
                <a:gd name="connsiteY20" fmla="*/ 1570362 h 1635893"/>
                <a:gd name="connsiteX21" fmla="*/ 909260 w 1606362"/>
                <a:gd name="connsiteY21" fmla="*/ 1626242 h 1635893"/>
                <a:gd name="connsiteX22" fmla="*/ 884622 w 1606362"/>
                <a:gd name="connsiteY22" fmla="*/ 1624718 h 1635893"/>
                <a:gd name="connsiteX23" fmla="*/ 878780 w 1606362"/>
                <a:gd name="connsiteY23" fmla="*/ 1550296 h 1635893"/>
                <a:gd name="connsiteX24" fmla="*/ 820106 w 1606362"/>
                <a:gd name="connsiteY24" fmla="*/ 1144658 h 1635893"/>
                <a:gd name="connsiteX25" fmla="*/ 747208 w 1606362"/>
                <a:gd name="connsiteY25" fmla="*/ 1071887 h 1635893"/>
                <a:gd name="connsiteX26" fmla="*/ 424882 w 1606362"/>
                <a:gd name="connsiteY26" fmla="*/ 1070236 h 1635893"/>
                <a:gd name="connsiteX27" fmla="*/ 337125 w 1606362"/>
                <a:gd name="connsiteY27" fmla="*/ 1072395 h 1635893"/>
                <a:gd name="connsiteX28" fmla="*/ 407610 w 1606362"/>
                <a:gd name="connsiteY28" fmla="*/ 1284231 h 1635893"/>
                <a:gd name="connsiteX29" fmla="*/ 322774 w 1606362"/>
                <a:gd name="connsiteY29" fmla="*/ 1363352 h 1635893"/>
                <a:gd name="connsiteX30" fmla="*/ 288357 w 1606362"/>
                <a:gd name="connsiteY30" fmla="*/ 1588650 h 1635893"/>
                <a:gd name="connsiteX31" fmla="*/ 283023 w 1606362"/>
                <a:gd name="connsiteY31" fmla="*/ 1624718 h 1635893"/>
                <a:gd name="connsiteX32" fmla="*/ 259020 w 1606362"/>
                <a:gd name="connsiteY32" fmla="*/ 1629417 h 1635893"/>
                <a:gd name="connsiteX33" fmla="*/ 323409 w 1606362"/>
                <a:gd name="connsiteY33" fmla="*/ 1250068 h 1635893"/>
                <a:gd name="connsiteX34" fmla="*/ 305629 w 1606362"/>
                <a:gd name="connsiteY34" fmla="*/ 1166248 h 1635893"/>
                <a:gd name="connsiteX35" fmla="*/ 229556 w 1606362"/>
                <a:gd name="connsiteY35" fmla="*/ 1192410 h 1635893"/>
                <a:gd name="connsiteX36" fmla="*/ 18228 w 1606362"/>
                <a:gd name="connsiteY36" fmla="*/ 1623575 h 1635893"/>
                <a:gd name="connsiteX37" fmla="*/ 2099 w 1606362"/>
                <a:gd name="connsiteY37" fmla="*/ 1635894 h 1635893"/>
                <a:gd name="connsiteX38" fmla="*/ 17212 w 1606362"/>
                <a:gd name="connsiteY38" fmla="*/ 1539628 h 1635893"/>
                <a:gd name="connsiteX39" fmla="*/ 107001 w 1606362"/>
                <a:gd name="connsiteY39" fmla="*/ 1318648 h 1635893"/>
                <a:gd name="connsiteX40" fmla="*/ 216983 w 1606362"/>
                <a:gd name="connsiteY40" fmla="*/ 1168153 h 1635893"/>
                <a:gd name="connsiteX41" fmla="*/ 304867 w 1606362"/>
                <a:gd name="connsiteY41" fmla="*/ 1066553 h 1635893"/>
                <a:gd name="connsiteX42" fmla="*/ 391481 w 1606362"/>
                <a:gd name="connsiteY42" fmla="*/ 1032390 h 1635893"/>
                <a:gd name="connsiteX43" fmla="*/ 252924 w 1606362"/>
                <a:gd name="connsiteY43" fmla="*/ 952253 h 1635893"/>
                <a:gd name="connsiteX44" fmla="*/ 138243 w 1606362"/>
                <a:gd name="connsiteY44" fmla="*/ 837064 h 1635893"/>
                <a:gd name="connsiteX45" fmla="*/ 83633 w 1606362"/>
                <a:gd name="connsiteY45" fmla="*/ 754514 h 1635893"/>
                <a:gd name="connsiteX46" fmla="*/ 139767 w 1606362"/>
                <a:gd name="connsiteY46" fmla="*/ 520707 h 1635893"/>
                <a:gd name="connsiteX47" fmla="*/ 413198 w 1606362"/>
                <a:gd name="connsiteY47" fmla="*/ 274200 h 1635893"/>
                <a:gd name="connsiteX48" fmla="*/ 730698 w 1606362"/>
                <a:gd name="connsiteY48" fmla="*/ 270898 h 1635893"/>
                <a:gd name="connsiteX49" fmla="*/ 944058 w 1606362"/>
                <a:gd name="connsiteY49" fmla="*/ 397009 h 1635893"/>
                <a:gd name="connsiteX50" fmla="*/ 1076900 w 1606362"/>
                <a:gd name="connsiteY50" fmla="*/ 110878 h 1635893"/>
                <a:gd name="connsiteX51" fmla="*/ 971617 w 1606362"/>
                <a:gd name="connsiteY51" fmla="*/ 432950 h 1635893"/>
                <a:gd name="connsiteX52" fmla="*/ 1070423 w 1606362"/>
                <a:gd name="connsiteY52" fmla="*/ 588017 h 1635893"/>
                <a:gd name="connsiteX53" fmla="*/ 1107507 w 1606362"/>
                <a:gd name="connsiteY53" fmla="*/ 692030 h 1635893"/>
                <a:gd name="connsiteX54" fmla="*/ 1543879 w 1606362"/>
                <a:gd name="connsiteY54" fmla="*/ 155963 h 1635893"/>
                <a:gd name="connsiteX55" fmla="*/ 1261939 w 1606362"/>
                <a:gd name="connsiteY55" fmla="*/ 27312 h 1635893"/>
                <a:gd name="connsiteX56" fmla="*/ 1076900 w 1606362"/>
                <a:gd name="connsiteY56" fmla="*/ 110878 h 1635893"/>
                <a:gd name="connsiteX57" fmla="*/ 175327 w 1606362"/>
                <a:gd name="connsiteY57" fmla="*/ 504578 h 1635893"/>
                <a:gd name="connsiteX58" fmla="*/ 227270 w 1606362"/>
                <a:gd name="connsiteY58" fmla="*/ 521723 h 1635893"/>
                <a:gd name="connsiteX59" fmla="*/ 284801 w 1606362"/>
                <a:gd name="connsiteY59" fmla="*/ 676663 h 1635893"/>
                <a:gd name="connsiteX60" fmla="*/ 256607 w 1606362"/>
                <a:gd name="connsiteY60" fmla="*/ 816998 h 1635893"/>
                <a:gd name="connsiteX61" fmla="*/ 204283 w 1606362"/>
                <a:gd name="connsiteY61" fmla="*/ 863734 h 1635893"/>
                <a:gd name="connsiteX62" fmla="*/ 615128 w 1606362"/>
                <a:gd name="connsiteY62" fmla="*/ 1040010 h 1635893"/>
                <a:gd name="connsiteX63" fmla="*/ 979491 w 1606362"/>
                <a:gd name="connsiteY63" fmla="*/ 867671 h 1635893"/>
                <a:gd name="connsiteX64" fmla="*/ 1018353 w 1606362"/>
                <a:gd name="connsiteY64" fmla="*/ 573666 h 1635893"/>
                <a:gd name="connsiteX65" fmla="*/ 672151 w 1606362"/>
                <a:gd name="connsiteY65" fmla="*/ 284741 h 1635893"/>
                <a:gd name="connsiteX66" fmla="*/ 175327 w 1606362"/>
                <a:gd name="connsiteY66" fmla="*/ 504578 h 1635893"/>
                <a:gd name="connsiteX67" fmla="*/ 159833 w 1606362"/>
                <a:gd name="connsiteY67" fmla="*/ 539884 h 1635893"/>
                <a:gd name="connsiteX68" fmla="*/ 104588 w 1606362"/>
                <a:gd name="connsiteY68" fmla="*/ 728098 h 1635893"/>
                <a:gd name="connsiteX69" fmla="*/ 197679 w 1606362"/>
                <a:gd name="connsiteY69" fmla="*/ 834143 h 1635893"/>
                <a:gd name="connsiteX70" fmla="*/ 250892 w 1606362"/>
                <a:gd name="connsiteY70" fmla="*/ 752355 h 1635893"/>
                <a:gd name="connsiteX71" fmla="*/ 234636 w 1606362"/>
                <a:gd name="connsiteY71" fmla="*/ 576587 h 1635893"/>
                <a:gd name="connsiteX72" fmla="*/ 159833 w 1606362"/>
                <a:gd name="connsiteY72" fmla="*/ 539884 h 1635893"/>
                <a:gd name="connsiteX73" fmla="*/ 1052135 w 1606362"/>
                <a:gd name="connsiteY73" fmla="*/ 598050 h 1635893"/>
                <a:gd name="connsiteX74" fmla="*/ 1041086 w 1606362"/>
                <a:gd name="connsiteY74" fmla="*/ 807092 h 1635893"/>
                <a:gd name="connsiteX75" fmla="*/ 1052135 w 1606362"/>
                <a:gd name="connsiteY75" fmla="*/ 598050 h 1635893"/>
                <a:gd name="connsiteX76" fmla="*/ 441011 w 1606362"/>
                <a:gd name="connsiteY76" fmla="*/ 1044963 h 1635893"/>
                <a:gd name="connsiteX77" fmla="*/ 658816 w 1606362"/>
                <a:gd name="connsiteY77" fmla="*/ 1078618 h 1635893"/>
                <a:gd name="connsiteX78" fmla="*/ 569154 w 1606362"/>
                <a:gd name="connsiteY78" fmla="*/ 1062616 h 1635893"/>
                <a:gd name="connsiteX79" fmla="*/ 441011 w 1606362"/>
                <a:gd name="connsiteY79" fmla="*/ 1044963 h 1635893"/>
                <a:gd name="connsiteX80" fmla="*/ 303597 w 1606362"/>
                <a:gd name="connsiteY80" fmla="*/ 1095509 h 1635893"/>
                <a:gd name="connsiteX81" fmla="*/ 288992 w 1606362"/>
                <a:gd name="connsiteY81" fmla="*/ 1125100 h 1635893"/>
                <a:gd name="connsiteX82" fmla="*/ 345380 w 1606362"/>
                <a:gd name="connsiteY82" fmla="*/ 1175519 h 1635893"/>
                <a:gd name="connsiteX83" fmla="*/ 332934 w 1606362"/>
                <a:gd name="connsiteY83" fmla="*/ 1333380 h 1635893"/>
                <a:gd name="connsiteX84" fmla="*/ 384369 w 1606362"/>
                <a:gd name="connsiteY84" fmla="*/ 1261879 h 1635893"/>
                <a:gd name="connsiteX85" fmla="*/ 303597 w 1606362"/>
                <a:gd name="connsiteY85" fmla="*/ 1095509 h 1635893"/>
                <a:gd name="connsiteX86" fmla="*/ 1154370 w 1606362"/>
                <a:gd name="connsiteY86" fmla="*/ 1214635 h 1635893"/>
                <a:gd name="connsiteX87" fmla="*/ 1130875 w 1606362"/>
                <a:gd name="connsiteY87" fmla="*/ 1407675 h 1635893"/>
                <a:gd name="connsiteX88" fmla="*/ 1261431 w 1606362"/>
                <a:gd name="connsiteY88" fmla="*/ 1463301 h 1635893"/>
                <a:gd name="connsiteX89" fmla="*/ 1374969 w 1606362"/>
                <a:gd name="connsiteY89" fmla="*/ 1474731 h 1635893"/>
                <a:gd name="connsiteX90" fmla="*/ 1357316 w 1606362"/>
                <a:gd name="connsiteY90" fmla="*/ 1446029 h 1635893"/>
                <a:gd name="connsiteX91" fmla="*/ 1258637 w 1606362"/>
                <a:gd name="connsiteY91" fmla="*/ 1386466 h 1635893"/>
                <a:gd name="connsiteX92" fmla="*/ 1445581 w 1606362"/>
                <a:gd name="connsiteY92" fmla="*/ 1429773 h 1635893"/>
                <a:gd name="connsiteX93" fmla="*/ 1403163 w 1606362"/>
                <a:gd name="connsiteY93" fmla="*/ 1377195 h 1635893"/>
                <a:gd name="connsiteX94" fmla="*/ 1296229 w 1606362"/>
                <a:gd name="connsiteY94" fmla="*/ 1332237 h 1635893"/>
                <a:gd name="connsiteX95" fmla="*/ 1489269 w 1606362"/>
                <a:gd name="connsiteY95" fmla="*/ 1359923 h 1635893"/>
                <a:gd name="connsiteX96" fmla="*/ 1491174 w 1606362"/>
                <a:gd name="connsiteY96" fmla="*/ 1340111 h 1635893"/>
                <a:gd name="connsiteX97" fmla="*/ 1235269 w 1606362"/>
                <a:gd name="connsiteY97" fmla="*/ 1248163 h 1635893"/>
                <a:gd name="connsiteX98" fmla="*/ 1341060 w 1606362"/>
                <a:gd name="connsiteY98" fmla="*/ 1171709 h 1635893"/>
                <a:gd name="connsiteX99" fmla="*/ 1301944 w 1606362"/>
                <a:gd name="connsiteY99" fmla="*/ 1132720 h 1635893"/>
                <a:gd name="connsiteX100" fmla="*/ 1154370 w 1606362"/>
                <a:gd name="connsiteY100" fmla="*/ 1214635 h 1635893"/>
                <a:gd name="connsiteX101" fmla="*/ 857063 w 1606362"/>
                <a:gd name="connsiteY101" fmla="*/ 1181488 h 1635893"/>
                <a:gd name="connsiteX102" fmla="*/ 878272 w 1606362"/>
                <a:gd name="connsiteY102" fmla="*/ 1300868 h 1635893"/>
                <a:gd name="connsiteX103" fmla="*/ 905704 w 1606362"/>
                <a:gd name="connsiteY103" fmla="*/ 1540771 h 1635893"/>
                <a:gd name="connsiteX104" fmla="*/ 1188660 w 1606362"/>
                <a:gd name="connsiteY104" fmla="*/ 1474350 h 1635893"/>
                <a:gd name="connsiteX105" fmla="*/ 1073344 w 1606362"/>
                <a:gd name="connsiteY105" fmla="*/ 1300233 h 1635893"/>
                <a:gd name="connsiteX106" fmla="*/ 973522 w 1606362"/>
                <a:gd name="connsiteY106" fmla="*/ 1438155 h 1635893"/>
                <a:gd name="connsiteX107" fmla="*/ 945201 w 1606362"/>
                <a:gd name="connsiteY107" fmla="*/ 1487558 h 1635893"/>
                <a:gd name="connsiteX108" fmla="*/ 974665 w 1606362"/>
                <a:gd name="connsiteY108" fmla="*/ 1366781 h 1635893"/>
                <a:gd name="connsiteX109" fmla="*/ 857063 w 1606362"/>
                <a:gd name="connsiteY109" fmla="*/ 1181488 h 1635893"/>
                <a:gd name="connsiteX0" fmla="*/ 1014924 w 1543880"/>
                <a:gd name="connsiteY0" fmla="*/ 136948 h 1635803"/>
                <a:gd name="connsiteX1" fmla="*/ 1288609 w 1543880"/>
                <a:gd name="connsiteY1" fmla="*/ 42 h 1635803"/>
                <a:gd name="connsiteX2" fmla="*/ 1100903 w 1543880"/>
                <a:gd name="connsiteY2" fmla="*/ 724323 h 1635803"/>
                <a:gd name="connsiteX3" fmla="*/ 1075122 w 1543880"/>
                <a:gd name="connsiteY3" fmla="*/ 806746 h 1635803"/>
                <a:gd name="connsiteX4" fmla="*/ 994858 w 1543880"/>
                <a:gd name="connsiteY4" fmla="*/ 891074 h 1635803"/>
                <a:gd name="connsiteX5" fmla="*/ 900370 w 1543880"/>
                <a:gd name="connsiteY5" fmla="*/ 986070 h 1635803"/>
                <a:gd name="connsiteX6" fmla="*/ 765623 w 1543880"/>
                <a:gd name="connsiteY6" fmla="*/ 1048300 h 1635803"/>
                <a:gd name="connsiteX7" fmla="*/ 993715 w 1543880"/>
                <a:gd name="connsiteY7" fmla="*/ 1351449 h 1635803"/>
                <a:gd name="connsiteX8" fmla="*/ 1109666 w 1543880"/>
                <a:gd name="connsiteY8" fmla="*/ 1221528 h 1635803"/>
                <a:gd name="connsiteX9" fmla="*/ 1283275 w 1543880"/>
                <a:gd name="connsiteY9" fmla="*/ 1110911 h 1635803"/>
                <a:gd name="connsiteX10" fmla="*/ 1372810 w 1543880"/>
                <a:gd name="connsiteY10" fmla="*/ 1159044 h 1635803"/>
                <a:gd name="connsiteX11" fmla="*/ 1290260 w 1543880"/>
                <a:gd name="connsiteY11" fmla="*/ 1244261 h 1635803"/>
                <a:gd name="connsiteX12" fmla="*/ 1514796 w 1543880"/>
                <a:gd name="connsiteY12" fmla="*/ 1325541 h 1635803"/>
                <a:gd name="connsiteX13" fmla="*/ 1460440 w 1543880"/>
                <a:gd name="connsiteY13" fmla="*/ 1390565 h 1635803"/>
                <a:gd name="connsiteX14" fmla="*/ 1460821 w 1543880"/>
                <a:gd name="connsiteY14" fmla="*/ 1438698 h 1635803"/>
                <a:gd name="connsiteX15" fmla="*/ 1403163 w 1543880"/>
                <a:gd name="connsiteY15" fmla="*/ 1459907 h 1635803"/>
                <a:gd name="connsiteX16" fmla="*/ 1396686 w 1543880"/>
                <a:gd name="connsiteY16" fmla="*/ 1490260 h 1635803"/>
                <a:gd name="connsiteX17" fmla="*/ 1222569 w 1543880"/>
                <a:gd name="connsiteY17" fmla="*/ 1482132 h 1635803"/>
                <a:gd name="connsiteX18" fmla="*/ 1041340 w 1543880"/>
                <a:gd name="connsiteY18" fmla="*/ 1583351 h 1635803"/>
                <a:gd name="connsiteX19" fmla="*/ 907228 w 1543880"/>
                <a:gd name="connsiteY19" fmla="*/ 1570270 h 1635803"/>
                <a:gd name="connsiteX20" fmla="*/ 909260 w 1543880"/>
                <a:gd name="connsiteY20" fmla="*/ 1626150 h 1635803"/>
                <a:gd name="connsiteX21" fmla="*/ 884622 w 1543880"/>
                <a:gd name="connsiteY21" fmla="*/ 1624626 h 1635803"/>
                <a:gd name="connsiteX22" fmla="*/ 878780 w 1543880"/>
                <a:gd name="connsiteY22" fmla="*/ 1550204 h 1635803"/>
                <a:gd name="connsiteX23" fmla="*/ 820106 w 1543880"/>
                <a:gd name="connsiteY23" fmla="*/ 1144566 h 1635803"/>
                <a:gd name="connsiteX24" fmla="*/ 747208 w 1543880"/>
                <a:gd name="connsiteY24" fmla="*/ 1071795 h 1635803"/>
                <a:gd name="connsiteX25" fmla="*/ 424882 w 1543880"/>
                <a:gd name="connsiteY25" fmla="*/ 1070144 h 1635803"/>
                <a:gd name="connsiteX26" fmla="*/ 337125 w 1543880"/>
                <a:gd name="connsiteY26" fmla="*/ 1072303 h 1635803"/>
                <a:gd name="connsiteX27" fmla="*/ 407610 w 1543880"/>
                <a:gd name="connsiteY27" fmla="*/ 1284139 h 1635803"/>
                <a:gd name="connsiteX28" fmla="*/ 322774 w 1543880"/>
                <a:gd name="connsiteY28" fmla="*/ 1363260 h 1635803"/>
                <a:gd name="connsiteX29" fmla="*/ 288357 w 1543880"/>
                <a:gd name="connsiteY29" fmla="*/ 1588558 h 1635803"/>
                <a:gd name="connsiteX30" fmla="*/ 283023 w 1543880"/>
                <a:gd name="connsiteY30" fmla="*/ 1624626 h 1635803"/>
                <a:gd name="connsiteX31" fmla="*/ 259020 w 1543880"/>
                <a:gd name="connsiteY31" fmla="*/ 1629325 h 1635803"/>
                <a:gd name="connsiteX32" fmla="*/ 323409 w 1543880"/>
                <a:gd name="connsiteY32" fmla="*/ 1249976 h 1635803"/>
                <a:gd name="connsiteX33" fmla="*/ 305629 w 1543880"/>
                <a:gd name="connsiteY33" fmla="*/ 1166156 h 1635803"/>
                <a:gd name="connsiteX34" fmla="*/ 229556 w 1543880"/>
                <a:gd name="connsiteY34" fmla="*/ 1192318 h 1635803"/>
                <a:gd name="connsiteX35" fmla="*/ 18228 w 1543880"/>
                <a:gd name="connsiteY35" fmla="*/ 1623483 h 1635803"/>
                <a:gd name="connsiteX36" fmla="*/ 2099 w 1543880"/>
                <a:gd name="connsiteY36" fmla="*/ 1635802 h 1635803"/>
                <a:gd name="connsiteX37" fmla="*/ 17212 w 1543880"/>
                <a:gd name="connsiteY37" fmla="*/ 1539536 h 1635803"/>
                <a:gd name="connsiteX38" fmla="*/ 107001 w 1543880"/>
                <a:gd name="connsiteY38" fmla="*/ 1318556 h 1635803"/>
                <a:gd name="connsiteX39" fmla="*/ 216983 w 1543880"/>
                <a:gd name="connsiteY39" fmla="*/ 1168061 h 1635803"/>
                <a:gd name="connsiteX40" fmla="*/ 304867 w 1543880"/>
                <a:gd name="connsiteY40" fmla="*/ 1066461 h 1635803"/>
                <a:gd name="connsiteX41" fmla="*/ 391481 w 1543880"/>
                <a:gd name="connsiteY41" fmla="*/ 1032298 h 1635803"/>
                <a:gd name="connsiteX42" fmla="*/ 252924 w 1543880"/>
                <a:gd name="connsiteY42" fmla="*/ 952161 h 1635803"/>
                <a:gd name="connsiteX43" fmla="*/ 138243 w 1543880"/>
                <a:gd name="connsiteY43" fmla="*/ 836972 h 1635803"/>
                <a:gd name="connsiteX44" fmla="*/ 83633 w 1543880"/>
                <a:gd name="connsiteY44" fmla="*/ 754422 h 1635803"/>
                <a:gd name="connsiteX45" fmla="*/ 139767 w 1543880"/>
                <a:gd name="connsiteY45" fmla="*/ 520615 h 1635803"/>
                <a:gd name="connsiteX46" fmla="*/ 413198 w 1543880"/>
                <a:gd name="connsiteY46" fmla="*/ 274108 h 1635803"/>
                <a:gd name="connsiteX47" fmla="*/ 730698 w 1543880"/>
                <a:gd name="connsiteY47" fmla="*/ 270806 h 1635803"/>
                <a:gd name="connsiteX48" fmla="*/ 944058 w 1543880"/>
                <a:gd name="connsiteY48" fmla="*/ 396917 h 1635803"/>
                <a:gd name="connsiteX49" fmla="*/ 1076900 w 1543880"/>
                <a:gd name="connsiteY49" fmla="*/ 110786 h 1635803"/>
                <a:gd name="connsiteX50" fmla="*/ 971617 w 1543880"/>
                <a:gd name="connsiteY50" fmla="*/ 432858 h 1635803"/>
                <a:gd name="connsiteX51" fmla="*/ 1070423 w 1543880"/>
                <a:gd name="connsiteY51" fmla="*/ 587925 h 1635803"/>
                <a:gd name="connsiteX52" fmla="*/ 1107507 w 1543880"/>
                <a:gd name="connsiteY52" fmla="*/ 691938 h 1635803"/>
                <a:gd name="connsiteX53" fmla="*/ 1543879 w 1543880"/>
                <a:gd name="connsiteY53" fmla="*/ 155871 h 1635803"/>
                <a:gd name="connsiteX54" fmla="*/ 1261939 w 1543880"/>
                <a:gd name="connsiteY54" fmla="*/ 27220 h 1635803"/>
                <a:gd name="connsiteX55" fmla="*/ 1076900 w 1543880"/>
                <a:gd name="connsiteY55" fmla="*/ 110786 h 1635803"/>
                <a:gd name="connsiteX56" fmla="*/ 175327 w 1543880"/>
                <a:gd name="connsiteY56" fmla="*/ 504486 h 1635803"/>
                <a:gd name="connsiteX57" fmla="*/ 227270 w 1543880"/>
                <a:gd name="connsiteY57" fmla="*/ 521631 h 1635803"/>
                <a:gd name="connsiteX58" fmla="*/ 284801 w 1543880"/>
                <a:gd name="connsiteY58" fmla="*/ 676571 h 1635803"/>
                <a:gd name="connsiteX59" fmla="*/ 256607 w 1543880"/>
                <a:gd name="connsiteY59" fmla="*/ 816906 h 1635803"/>
                <a:gd name="connsiteX60" fmla="*/ 204283 w 1543880"/>
                <a:gd name="connsiteY60" fmla="*/ 863642 h 1635803"/>
                <a:gd name="connsiteX61" fmla="*/ 615128 w 1543880"/>
                <a:gd name="connsiteY61" fmla="*/ 1039918 h 1635803"/>
                <a:gd name="connsiteX62" fmla="*/ 979491 w 1543880"/>
                <a:gd name="connsiteY62" fmla="*/ 867579 h 1635803"/>
                <a:gd name="connsiteX63" fmla="*/ 1018353 w 1543880"/>
                <a:gd name="connsiteY63" fmla="*/ 573574 h 1635803"/>
                <a:gd name="connsiteX64" fmla="*/ 672151 w 1543880"/>
                <a:gd name="connsiteY64" fmla="*/ 284649 h 1635803"/>
                <a:gd name="connsiteX65" fmla="*/ 175327 w 1543880"/>
                <a:gd name="connsiteY65" fmla="*/ 504486 h 1635803"/>
                <a:gd name="connsiteX66" fmla="*/ 159833 w 1543880"/>
                <a:gd name="connsiteY66" fmla="*/ 539792 h 1635803"/>
                <a:gd name="connsiteX67" fmla="*/ 104588 w 1543880"/>
                <a:gd name="connsiteY67" fmla="*/ 728006 h 1635803"/>
                <a:gd name="connsiteX68" fmla="*/ 197679 w 1543880"/>
                <a:gd name="connsiteY68" fmla="*/ 834051 h 1635803"/>
                <a:gd name="connsiteX69" fmla="*/ 250892 w 1543880"/>
                <a:gd name="connsiteY69" fmla="*/ 752263 h 1635803"/>
                <a:gd name="connsiteX70" fmla="*/ 234636 w 1543880"/>
                <a:gd name="connsiteY70" fmla="*/ 576495 h 1635803"/>
                <a:gd name="connsiteX71" fmla="*/ 159833 w 1543880"/>
                <a:gd name="connsiteY71" fmla="*/ 539792 h 1635803"/>
                <a:gd name="connsiteX72" fmla="*/ 1052135 w 1543880"/>
                <a:gd name="connsiteY72" fmla="*/ 597958 h 1635803"/>
                <a:gd name="connsiteX73" fmla="*/ 1041086 w 1543880"/>
                <a:gd name="connsiteY73" fmla="*/ 807000 h 1635803"/>
                <a:gd name="connsiteX74" fmla="*/ 1052135 w 1543880"/>
                <a:gd name="connsiteY74" fmla="*/ 597958 h 1635803"/>
                <a:gd name="connsiteX75" fmla="*/ 441011 w 1543880"/>
                <a:gd name="connsiteY75" fmla="*/ 1044871 h 1635803"/>
                <a:gd name="connsiteX76" fmla="*/ 658816 w 1543880"/>
                <a:gd name="connsiteY76" fmla="*/ 1078526 h 1635803"/>
                <a:gd name="connsiteX77" fmla="*/ 569154 w 1543880"/>
                <a:gd name="connsiteY77" fmla="*/ 1062524 h 1635803"/>
                <a:gd name="connsiteX78" fmla="*/ 441011 w 1543880"/>
                <a:gd name="connsiteY78" fmla="*/ 1044871 h 1635803"/>
                <a:gd name="connsiteX79" fmla="*/ 303597 w 1543880"/>
                <a:gd name="connsiteY79" fmla="*/ 1095417 h 1635803"/>
                <a:gd name="connsiteX80" fmla="*/ 288992 w 1543880"/>
                <a:gd name="connsiteY80" fmla="*/ 1125008 h 1635803"/>
                <a:gd name="connsiteX81" fmla="*/ 345380 w 1543880"/>
                <a:gd name="connsiteY81" fmla="*/ 1175427 h 1635803"/>
                <a:gd name="connsiteX82" fmla="*/ 332934 w 1543880"/>
                <a:gd name="connsiteY82" fmla="*/ 1333288 h 1635803"/>
                <a:gd name="connsiteX83" fmla="*/ 384369 w 1543880"/>
                <a:gd name="connsiteY83" fmla="*/ 1261787 h 1635803"/>
                <a:gd name="connsiteX84" fmla="*/ 303597 w 1543880"/>
                <a:gd name="connsiteY84" fmla="*/ 1095417 h 1635803"/>
                <a:gd name="connsiteX85" fmla="*/ 1154370 w 1543880"/>
                <a:gd name="connsiteY85" fmla="*/ 1214543 h 1635803"/>
                <a:gd name="connsiteX86" fmla="*/ 1130875 w 1543880"/>
                <a:gd name="connsiteY86" fmla="*/ 1407583 h 1635803"/>
                <a:gd name="connsiteX87" fmla="*/ 1261431 w 1543880"/>
                <a:gd name="connsiteY87" fmla="*/ 1463209 h 1635803"/>
                <a:gd name="connsiteX88" fmla="*/ 1374969 w 1543880"/>
                <a:gd name="connsiteY88" fmla="*/ 1474639 h 1635803"/>
                <a:gd name="connsiteX89" fmla="*/ 1357316 w 1543880"/>
                <a:gd name="connsiteY89" fmla="*/ 1445937 h 1635803"/>
                <a:gd name="connsiteX90" fmla="*/ 1258637 w 1543880"/>
                <a:gd name="connsiteY90" fmla="*/ 1386374 h 1635803"/>
                <a:gd name="connsiteX91" fmla="*/ 1445581 w 1543880"/>
                <a:gd name="connsiteY91" fmla="*/ 1429681 h 1635803"/>
                <a:gd name="connsiteX92" fmla="*/ 1403163 w 1543880"/>
                <a:gd name="connsiteY92" fmla="*/ 1377103 h 1635803"/>
                <a:gd name="connsiteX93" fmla="*/ 1296229 w 1543880"/>
                <a:gd name="connsiteY93" fmla="*/ 1332145 h 1635803"/>
                <a:gd name="connsiteX94" fmla="*/ 1489269 w 1543880"/>
                <a:gd name="connsiteY94" fmla="*/ 1359831 h 1635803"/>
                <a:gd name="connsiteX95" fmla="*/ 1491174 w 1543880"/>
                <a:gd name="connsiteY95" fmla="*/ 1340019 h 1635803"/>
                <a:gd name="connsiteX96" fmla="*/ 1235269 w 1543880"/>
                <a:gd name="connsiteY96" fmla="*/ 1248071 h 1635803"/>
                <a:gd name="connsiteX97" fmla="*/ 1341060 w 1543880"/>
                <a:gd name="connsiteY97" fmla="*/ 1171617 h 1635803"/>
                <a:gd name="connsiteX98" fmla="*/ 1301944 w 1543880"/>
                <a:gd name="connsiteY98" fmla="*/ 1132628 h 1635803"/>
                <a:gd name="connsiteX99" fmla="*/ 1154370 w 1543880"/>
                <a:gd name="connsiteY99" fmla="*/ 1214543 h 1635803"/>
                <a:gd name="connsiteX100" fmla="*/ 857063 w 1543880"/>
                <a:gd name="connsiteY100" fmla="*/ 1181396 h 1635803"/>
                <a:gd name="connsiteX101" fmla="*/ 878272 w 1543880"/>
                <a:gd name="connsiteY101" fmla="*/ 1300776 h 1635803"/>
                <a:gd name="connsiteX102" fmla="*/ 905704 w 1543880"/>
                <a:gd name="connsiteY102" fmla="*/ 1540679 h 1635803"/>
                <a:gd name="connsiteX103" fmla="*/ 1188660 w 1543880"/>
                <a:gd name="connsiteY103" fmla="*/ 1474258 h 1635803"/>
                <a:gd name="connsiteX104" fmla="*/ 1073344 w 1543880"/>
                <a:gd name="connsiteY104" fmla="*/ 1300141 h 1635803"/>
                <a:gd name="connsiteX105" fmla="*/ 973522 w 1543880"/>
                <a:gd name="connsiteY105" fmla="*/ 1438063 h 1635803"/>
                <a:gd name="connsiteX106" fmla="*/ 945201 w 1543880"/>
                <a:gd name="connsiteY106" fmla="*/ 1487466 h 1635803"/>
                <a:gd name="connsiteX107" fmla="*/ 974665 w 1543880"/>
                <a:gd name="connsiteY107" fmla="*/ 1366689 h 1635803"/>
                <a:gd name="connsiteX108" fmla="*/ 857063 w 1543880"/>
                <a:gd name="connsiteY108" fmla="*/ 1181396 h 1635803"/>
                <a:gd name="connsiteX0" fmla="*/ 1014924 w 1522114"/>
                <a:gd name="connsiteY0" fmla="*/ 143988 h 1642841"/>
                <a:gd name="connsiteX1" fmla="*/ 1288609 w 1522114"/>
                <a:gd name="connsiteY1" fmla="*/ 7082 h 1642841"/>
                <a:gd name="connsiteX2" fmla="*/ 1100903 w 1522114"/>
                <a:gd name="connsiteY2" fmla="*/ 731363 h 1642841"/>
                <a:gd name="connsiteX3" fmla="*/ 1075122 w 1522114"/>
                <a:gd name="connsiteY3" fmla="*/ 813786 h 1642841"/>
                <a:gd name="connsiteX4" fmla="*/ 994858 w 1522114"/>
                <a:gd name="connsiteY4" fmla="*/ 898114 h 1642841"/>
                <a:gd name="connsiteX5" fmla="*/ 900370 w 1522114"/>
                <a:gd name="connsiteY5" fmla="*/ 993110 h 1642841"/>
                <a:gd name="connsiteX6" fmla="*/ 765623 w 1522114"/>
                <a:gd name="connsiteY6" fmla="*/ 1055340 h 1642841"/>
                <a:gd name="connsiteX7" fmla="*/ 993715 w 1522114"/>
                <a:gd name="connsiteY7" fmla="*/ 1358489 h 1642841"/>
                <a:gd name="connsiteX8" fmla="*/ 1109666 w 1522114"/>
                <a:gd name="connsiteY8" fmla="*/ 1228568 h 1642841"/>
                <a:gd name="connsiteX9" fmla="*/ 1283275 w 1522114"/>
                <a:gd name="connsiteY9" fmla="*/ 1117951 h 1642841"/>
                <a:gd name="connsiteX10" fmla="*/ 1372810 w 1522114"/>
                <a:gd name="connsiteY10" fmla="*/ 1166084 h 1642841"/>
                <a:gd name="connsiteX11" fmla="*/ 1290260 w 1522114"/>
                <a:gd name="connsiteY11" fmla="*/ 1251301 h 1642841"/>
                <a:gd name="connsiteX12" fmla="*/ 1514796 w 1522114"/>
                <a:gd name="connsiteY12" fmla="*/ 1332581 h 1642841"/>
                <a:gd name="connsiteX13" fmla="*/ 1460440 w 1522114"/>
                <a:gd name="connsiteY13" fmla="*/ 1397605 h 1642841"/>
                <a:gd name="connsiteX14" fmla="*/ 1460821 w 1522114"/>
                <a:gd name="connsiteY14" fmla="*/ 1445738 h 1642841"/>
                <a:gd name="connsiteX15" fmla="*/ 1403163 w 1522114"/>
                <a:gd name="connsiteY15" fmla="*/ 1466947 h 1642841"/>
                <a:gd name="connsiteX16" fmla="*/ 1396686 w 1522114"/>
                <a:gd name="connsiteY16" fmla="*/ 1497300 h 1642841"/>
                <a:gd name="connsiteX17" fmla="*/ 1222569 w 1522114"/>
                <a:gd name="connsiteY17" fmla="*/ 1489172 h 1642841"/>
                <a:gd name="connsiteX18" fmla="*/ 1041340 w 1522114"/>
                <a:gd name="connsiteY18" fmla="*/ 1590391 h 1642841"/>
                <a:gd name="connsiteX19" fmla="*/ 907228 w 1522114"/>
                <a:gd name="connsiteY19" fmla="*/ 1577310 h 1642841"/>
                <a:gd name="connsiteX20" fmla="*/ 909260 w 1522114"/>
                <a:gd name="connsiteY20" fmla="*/ 1633190 h 1642841"/>
                <a:gd name="connsiteX21" fmla="*/ 884622 w 1522114"/>
                <a:gd name="connsiteY21" fmla="*/ 1631666 h 1642841"/>
                <a:gd name="connsiteX22" fmla="*/ 878780 w 1522114"/>
                <a:gd name="connsiteY22" fmla="*/ 1557244 h 1642841"/>
                <a:gd name="connsiteX23" fmla="*/ 820106 w 1522114"/>
                <a:gd name="connsiteY23" fmla="*/ 1151606 h 1642841"/>
                <a:gd name="connsiteX24" fmla="*/ 747208 w 1522114"/>
                <a:gd name="connsiteY24" fmla="*/ 1078835 h 1642841"/>
                <a:gd name="connsiteX25" fmla="*/ 424882 w 1522114"/>
                <a:gd name="connsiteY25" fmla="*/ 1077184 h 1642841"/>
                <a:gd name="connsiteX26" fmla="*/ 337125 w 1522114"/>
                <a:gd name="connsiteY26" fmla="*/ 1079343 h 1642841"/>
                <a:gd name="connsiteX27" fmla="*/ 407610 w 1522114"/>
                <a:gd name="connsiteY27" fmla="*/ 1291179 h 1642841"/>
                <a:gd name="connsiteX28" fmla="*/ 322774 w 1522114"/>
                <a:gd name="connsiteY28" fmla="*/ 1370300 h 1642841"/>
                <a:gd name="connsiteX29" fmla="*/ 288357 w 1522114"/>
                <a:gd name="connsiteY29" fmla="*/ 1595598 h 1642841"/>
                <a:gd name="connsiteX30" fmla="*/ 283023 w 1522114"/>
                <a:gd name="connsiteY30" fmla="*/ 1631666 h 1642841"/>
                <a:gd name="connsiteX31" fmla="*/ 259020 w 1522114"/>
                <a:gd name="connsiteY31" fmla="*/ 1636365 h 1642841"/>
                <a:gd name="connsiteX32" fmla="*/ 323409 w 1522114"/>
                <a:gd name="connsiteY32" fmla="*/ 1257016 h 1642841"/>
                <a:gd name="connsiteX33" fmla="*/ 305629 w 1522114"/>
                <a:gd name="connsiteY33" fmla="*/ 1173196 h 1642841"/>
                <a:gd name="connsiteX34" fmla="*/ 229556 w 1522114"/>
                <a:gd name="connsiteY34" fmla="*/ 1199358 h 1642841"/>
                <a:gd name="connsiteX35" fmla="*/ 18228 w 1522114"/>
                <a:gd name="connsiteY35" fmla="*/ 1630523 h 1642841"/>
                <a:gd name="connsiteX36" fmla="*/ 2099 w 1522114"/>
                <a:gd name="connsiteY36" fmla="*/ 1642842 h 1642841"/>
                <a:gd name="connsiteX37" fmla="*/ 17212 w 1522114"/>
                <a:gd name="connsiteY37" fmla="*/ 1546576 h 1642841"/>
                <a:gd name="connsiteX38" fmla="*/ 107001 w 1522114"/>
                <a:gd name="connsiteY38" fmla="*/ 1325596 h 1642841"/>
                <a:gd name="connsiteX39" fmla="*/ 216983 w 1522114"/>
                <a:gd name="connsiteY39" fmla="*/ 1175101 h 1642841"/>
                <a:gd name="connsiteX40" fmla="*/ 304867 w 1522114"/>
                <a:gd name="connsiteY40" fmla="*/ 1073501 h 1642841"/>
                <a:gd name="connsiteX41" fmla="*/ 391481 w 1522114"/>
                <a:gd name="connsiteY41" fmla="*/ 1039338 h 1642841"/>
                <a:gd name="connsiteX42" fmla="*/ 252924 w 1522114"/>
                <a:gd name="connsiteY42" fmla="*/ 959201 h 1642841"/>
                <a:gd name="connsiteX43" fmla="*/ 138243 w 1522114"/>
                <a:gd name="connsiteY43" fmla="*/ 844012 h 1642841"/>
                <a:gd name="connsiteX44" fmla="*/ 83633 w 1522114"/>
                <a:gd name="connsiteY44" fmla="*/ 761462 h 1642841"/>
                <a:gd name="connsiteX45" fmla="*/ 139767 w 1522114"/>
                <a:gd name="connsiteY45" fmla="*/ 527655 h 1642841"/>
                <a:gd name="connsiteX46" fmla="*/ 413198 w 1522114"/>
                <a:gd name="connsiteY46" fmla="*/ 281148 h 1642841"/>
                <a:gd name="connsiteX47" fmla="*/ 730698 w 1522114"/>
                <a:gd name="connsiteY47" fmla="*/ 277846 h 1642841"/>
                <a:gd name="connsiteX48" fmla="*/ 944058 w 1522114"/>
                <a:gd name="connsiteY48" fmla="*/ 403957 h 1642841"/>
                <a:gd name="connsiteX49" fmla="*/ 1076900 w 1522114"/>
                <a:gd name="connsiteY49" fmla="*/ 117826 h 1642841"/>
                <a:gd name="connsiteX50" fmla="*/ 971617 w 1522114"/>
                <a:gd name="connsiteY50" fmla="*/ 439898 h 1642841"/>
                <a:gd name="connsiteX51" fmla="*/ 1070423 w 1522114"/>
                <a:gd name="connsiteY51" fmla="*/ 594965 h 1642841"/>
                <a:gd name="connsiteX52" fmla="*/ 1107507 w 1522114"/>
                <a:gd name="connsiteY52" fmla="*/ 698978 h 1642841"/>
                <a:gd name="connsiteX53" fmla="*/ 1261939 w 1522114"/>
                <a:gd name="connsiteY53" fmla="*/ 34260 h 1642841"/>
                <a:gd name="connsiteX54" fmla="*/ 1076900 w 1522114"/>
                <a:gd name="connsiteY54" fmla="*/ 117826 h 1642841"/>
                <a:gd name="connsiteX55" fmla="*/ 175327 w 1522114"/>
                <a:gd name="connsiteY55" fmla="*/ 511526 h 1642841"/>
                <a:gd name="connsiteX56" fmla="*/ 227270 w 1522114"/>
                <a:gd name="connsiteY56" fmla="*/ 528671 h 1642841"/>
                <a:gd name="connsiteX57" fmla="*/ 284801 w 1522114"/>
                <a:gd name="connsiteY57" fmla="*/ 683611 h 1642841"/>
                <a:gd name="connsiteX58" fmla="*/ 256607 w 1522114"/>
                <a:gd name="connsiteY58" fmla="*/ 823946 h 1642841"/>
                <a:gd name="connsiteX59" fmla="*/ 204283 w 1522114"/>
                <a:gd name="connsiteY59" fmla="*/ 870682 h 1642841"/>
                <a:gd name="connsiteX60" fmla="*/ 615128 w 1522114"/>
                <a:gd name="connsiteY60" fmla="*/ 1046958 h 1642841"/>
                <a:gd name="connsiteX61" fmla="*/ 979491 w 1522114"/>
                <a:gd name="connsiteY61" fmla="*/ 874619 h 1642841"/>
                <a:gd name="connsiteX62" fmla="*/ 1018353 w 1522114"/>
                <a:gd name="connsiteY62" fmla="*/ 580614 h 1642841"/>
                <a:gd name="connsiteX63" fmla="*/ 672151 w 1522114"/>
                <a:gd name="connsiteY63" fmla="*/ 291689 h 1642841"/>
                <a:gd name="connsiteX64" fmla="*/ 175327 w 1522114"/>
                <a:gd name="connsiteY64" fmla="*/ 511526 h 1642841"/>
                <a:gd name="connsiteX65" fmla="*/ 159833 w 1522114"/>
                <a:gd name="connsiteY65" fmla="*/ 546832 h 1642841"/>
                <a:gd name="connsiteX66" fmla="*/ 104588 w 1522114"/>
                <a:gd name="connsiteY66" fmla="*/ 735046 h 1642841"/>
                <a:gd name="connsiteX67" fmla="*/ 197679 w 1522114"/>
                <a:gd name="connsiteY67" fmla="*/ 841091 h 1642841"/>
                <a:gd name="connsiteX68" fmla="*/ 250892 w 1522114"/>
                <a:gd name="connsiteY68" fmla="*/ 759303 h 1642841"/>
                <a:gd name="connsiteX69" fmla="*/ 234636 w 1522114"/>
                <a:gd name="connsiteY69" fmla="*/ 583535 h 1642841"/>
                <a:gd name="connsiteX70" fmla="*/ 159833 w 1522114"/>
                <a:gd name="connsiteY70" fmla="*/ 546832 h 1642841"/>
                <a:gd name="connsiteX71" fmla="*/ 1052135 w 1522114"/>
                <a:gd name="connsiteY71" fmla="*/ 604998 h 1642841"/>
                <a:gd name="connsiteX72" fmla="*/ 1041086 w 1522114"/>
                <a:gd name="connsiteY72" fmla="*/ 814040 h 1642841"/>
                <a:gd name="connsiteX73" fmla="*/ 1052135 w 1522114"/>
                <a:gd name="connsiteY73" fmla="*/ 604998 h 1642841"/>
                <a:gd name="connsiteX74" fmla="*/ 441011 w 1522114"/>
                <a:gd name="connsiteY74" fmla="*/ 1051911 h 1642841"/>
                <a:gd name="connsiteX75" fmla="*/ 658816 w 1522114"/>
                <a:gd name="connsiteY75" fmla="*/ 1085566 h 1642841"/>
                <a:gd name="connsiteX76" fmla="*/ 569154 w 1522114"/>
                <a:gd name="connsiteY76" fmla="*/ 1069564 h 1642841"/>
                <a:gd name="connsiteX77" fmla="*/ 441011 w 1522114"/>
                <a:gd name="connsiteY77" fmla="*/ 1051911 h 1642841"/>
                <a:gd name="connsiteX78" fmla="*/ 303597 w 1522114"/>
                <a:gd name="connsiteY78" fmla="*/ 1102457 h 1642841"/>
                <a:gd name="connsiteX79" fmla="*/ 288992 w 1522114"/>
                <a:gd name="connsiteY79" fmla="*/ 1132048 h 1642841"/>
                <a:gd name="connsiteX80" fmla="*/ 345380 w 1522114"/>
                <a:gd name="connsiteY80" fmla="*/ 1182467 h 1642841"/>
                <a:gd name="connsiteX81" fmla="*/ 332934 w 1522114"/>
                <a:gd name="connsiteY81" fmla="*/ 1340328 h 1642841"/>
                <a:gd name="connsiteX82" fmla="*/ 384369 w 1522114"/>
                <a:gd name="connsiteY82" fmla="*/ 1268827 h 1642841"/>
                <a:gd name="connsiteX83" fmla="*/ 303597 w 1522114"/>
                <a:gd name="connsiteY83" fmla="*/ 1102457 h 1642841"/>
                <a:gd name="connsiteX84" fmla="*/ 1154370 w 1522114"/>
                <a:gd name="connsiteY84" fmla="*/ 1221583 h 1642841"/>
                <a:gd name="connsiteX85" fmla="*/ 1130875 w 1522114"/>
                <a:gd name="connsiteY85" fmla="*/ 1414623 h 1642841"/>
                <a:gd name="connsiteX86" fmla="*/ 1261431 w 1522114"/>
                <a:gd name="connsiteY86" fmla="*/ 1470249 h 1642841"/>
                <a:gd name="connsiteX87" fmla="*/ 1374969 w 1522114"/>
                <a:gd name="connsiteY87" fmla="*/ 1481679 h 1642841"/>
                <a:gd name="connsiteX88" fmla="*/ 1357316 w 1522114"/>
                <a:gd name="connsiteY88" fmla="*/ 1452977 h 1642841"/>
                <a:gd name="connsiteX89" fmla="*/ 1258637 w 1522114"/>
                <a:gd name="connsiteY89" fmla="*/ 1393414 h 1642841"/>
                <a:gd name="connsiteX90" fmla="*/ 1445581 w 1522114"/>
                <a:gd name="connsiteY90" fmla="*/ 1436721 h 1642841"/>
                <a:gd name="connsiteX91" fmla="*/ 1403163 w 1522114"/>
                <a:gd name="connsiteY91" fmla="*/ 1384143 h 1642841"/>
                <a:gd name="connsiteX92" fmla="*/ 1296229 w 1522114"/>
                <a:gd name="connsiteY92" fmla="*/ 1339185 h 1642841"/>
                <a:gd name="connsiteX93" fmla="*/ 1489269 w 1522114"/>
                <a:gd name="connsiteY93" fmla="*/ 1366871 h 1642841"/>
                <a:gd name="connsiteX94" fmla="*/ 1491174 w 1522114"/>
                <a:gd name="connsiteY94" fmla="*/ 1347059 h 1642841"/>
                <a:gd name="connsiteX95" fmla="*/ 1235269 w 1522114"/>
                <a:gd name="connsiteY95" fmla="*/ 1255111 h 1642841"/>
                <a:gd name="connsiteX96" fmla="*/ 1341060 w 1522114"/>
                <a:gd name="connsiteY96" fmla="*/ 1178657 h 1642841"/>
                <a:gd name="connsiteX97" fmla="*/ 1301944 w 1522114"/>
                <a:gd name="connsiteY97" fmla="*/ 1139668 h 1642841"/>
                <a:gd name="connsiteX98" fmla="*/ 1154370 w 1522114"/>
                <a:gd name="connsiteY98" fmla="*/ 1221583 h 1642841"/>
                <a:gd name="connsiteX99" fmla="*/ 857063 w 1522114"/>
                <a:gd name="connsiteY99" fmla="*/ 1188436 h 1642841"/>
                <a:gd name="connsiteX100" fmla="*/ 878272 w 1522114"/>
                <a:gd name="connsiteY100" fmla="*/ 1307816 h 1642841"/>
                <a:gd name="connsiteX101" fmla="*/ 905704 w 1522114"/>
                <a:gd name="connsiteY101" fmla="*/ 1547719 h 1642841"/>
                <a:gd name="connsiteX102" fmla="*/ 1188660 w 1522114"/>
                <a:gd name="connsiteY102" fmla="*/ 1481298 h 1642841"/>
                <a:gd name="connsiteX103" fmla="*/ 1073344 w 1522114"/>
                <a:gd name="connsiteY103" fmla="*/ 1307181 h 1642841"/>
                <a:gd name="connsiteX104" fmla="*/ 973522 w 1522114"/>
                <a:gd name="connsiteY104" fmla="*/ 1445103 h 1642841"/>
                <a:gd name="connsiteX105" fmla="*/ 945201 w 1522114"/>
                <a:gd name="connsiteY105" fmla="*/ 1494506 h 1642841"/>
                <a:gd name="connsiteX106" fmla="*/ 974665 w 1522114"/>
                <a:gd name="connsiteY106" fmla="*/ 1373729 h 1642841"/>
                <a:gd name="connsiteX107" fmla="*/ 857063 w 1522114"/>
                <a:gd name="connsiteY107" fmla="*/ 1188436 h 1642841"/>
                <a:gd name="connsiteX0" fmla="*/ 1014924 w 1522114"/>
                <a:gd name="connsiteY0" fmla="*/ 136948 h 1635803"/>
                <a:gd name="connsiteX1" fmla="*/ 1288609 w 1522114"/>
                <a:gd name="connsiteY1" fmla="*/ 42 h 1635803"/>
                <a:gd name="connsiteX2" fmla="*/ 1100903 w 1522114"/>
                <a:gd name="connsiteY2" fmla="*/ 724323 h 1635803"/>
                <a:gd name="connsiteX3" fmla="*/ 1075122 w 1522114"/>
                <a:gd name="connsiteY3" fmla="*/ 806746 h 1635803"/>
                <a:gd name="connsiteX4" fmla="*/ 994858 w 1522114"/>
                <a:gd name="connsiteY4" fmla="*/ 891074 h 1635803"/>
                <a:gd name="connsiteX5" fmla="*/ 900370 w 1522114"/>
                <a:gd name="connsiteY5" fmla="*/ 986070 h 1635803"/>
                <a:gd name="connsiteX6" fmla="*/ 765623 w 1522114"/>
                <a:gd name="connsiteY6" fmla="*/ 1048300 h 1635803"/>
                <a:gd name="connsiteX7" fmla="*/ 993715 w 1522114"/>
                <a:gd name="connsiteY7" fmla="*/ 1351449 h 1635803"/>
                <a:gd name="connsiteX8" fmla="*/ 1109666 w 1522114"/>
                <a:gd name="connsiteY8" fmla="*/ 1221528 h 1635803"/>
                <a:gd name="connsiteX9" fmla="*/ 1283275 w 1522114"/>
                <a:gd name="connsiteY9" fmla="*/ 1110911 h 1635803"/>
                <a:gd name="connsiteX10" fmla="*/ 1372810 w 1522114"/>
                <a:gd name="connsiteY10" fmla="*/ 1159044 h 1635803"/>
                <a:gd name="connsiteX11" fmla="*/ 1290260 w 1522114"/>
                <a:gd name="connsiteY11" fmla="*/ 1244261 h 1635803"/>
                <a:gd name="connsiteX12" fmla="*/ 1514796 w 1522114"/>
                <a:gd name="connsiteY12" fmla="*/ 1325541 h 1635803"/>
                <a:gd name="connsiteX13" fmla="*/ 1460440 w 1522114"/>
                <a:gd name="connsiteY13" fmla="*/ 1390565 h 1635803"/>
                <a:gd name="connsiteX14" fmla="*/ 1460821 w 1522114"/>
                <a:gd name="connsiteY14" fmla="*/ 1438698 h 1635803"/>
                <a:gd name="connsiteX15" fmla="*/ 1403163 w 1522114"/>
                <a:gd name="connsiteY15" fmla="*/ 1459907 h 1635803"/>
                <a:gd name="connsiteX16" fmla="*/ 1396686 w 1522114"/>
                <a:gd name="connsiteY16" fmla="*/ 1490260 h 1635803"/>
                <a:gd name="connsiteX17" fmla="*/ 1222569 w 1522114"/>
                <a:gd name="connsiteY17" fmla="*/ 1482132 h 1635803"/>
                <a:gd name="connsiteX18" fmla="*/ 1041340 w 1522114"/>
                <a:gd name="connsiteY18" fmla="*/ 1583351 h 1635803"/>
                <a:gd name="connsiteX19" fmla="*/ 907228 w 1522114"/>
                <a:gd name="connsiteY19" fmla="*/ 1570270 h 1635803"/>
                <a:gd name="connsiteX20" fmla="*/ 909260 w 1522114"/>
                <a:gd name="connsiteY20" fmla="*/ 1626150 h 1635803"/>
                <a:gd name="connsiteX21" fmla="*/ 884622 w 1522114"/>
                <a:gd name="connsiteY21" fmla="*/ 1624626 h 1635803"/>
                <a:gd name="connsiteX22" fmla="*/ 878780 w 1522114"/>
                <a:gd name="connsiteY22" fmla="*/ 1550204 h 1635803"/>
                <a:gd name="connsiteX23" fmla="*/ 820106 w 1522114"/>
                <a:gd name="connsiteY23" fmla="*/ 1144566 h 1635803"/>
                <a:gd name="connsiteX24" fmla="*/ 747208 w 1522114"/>
                <a:gd name="connsiteY24" fmla="*/ 1071795 h 1635803"/>
                <a:gd name="connsiteX25" fmla="*/ 424882 w 1522114"/>
                <a:gd name="connsiteY25" fmla="*/ 1070144 h 1635803"/>
                <a:gd name="connsiteX26" fmla="*/ 337125 w 1522114"/>
                <a:gd name="connsiteY26" fmla="*/ 1072303 h 1635803"/>
                <a:gd name="connsiteX27" fmla="*/ 407610 w 1522114"/>
                <a:gd name="connsiteY27" fmla="*/ 1284139 h 1635803"/>
                <a:gd name="connsiteX28" fmla="*/ 322774 w 1522114"/>
                <a:gd name="connsiteY28" fmla="*/ 1363260 h 1635803"/>
                <a:gd name="connsiteX29" fmla="*/ 288357 w 1522114"/>
                <a:gd name="connsiteY29" fmla="*/ 1588558 h 1635803"/>
                <a:gd name="connsiteX30" fmla="*/ 283023 w 1522114"/>
                <a:gd name="connsiteY30" fmla="*/ 1624626 h 1635803"/>
                <a:gd name="connsiteX31" fmla="*/ 259020 w 1522114"/>
                <a:gd name="connsiteY31" fmla="*/ 1629325 h 1635803"/>
                <a:gd name="connsiteX32" fmla="*/ 323409 w 1522114"/>
                <a:gd name="connsiteY32" fmla="*/ 1249976 h 1635803"/>
                <a:gd name="connsiteX33" fmla="*/ 305629 w 1522114"/>
                <a:gd name="connsiteY33" fmla="*/ 1166156 h 1635803"/>
                <a:gd name="connsiteX34" fmla="*/ 229556 w 1522114"/>
                <a:gd name="connsiteY34" fmla="*/ 1192318 h 1635803"/>
                <a:gd name="connsiteX35" fmla="*/ 18228 w 1522114"/>
                <a:gd name="connsiteY35" fmla="*/ 1623483 h 1635803"/>
                <a:gd name="connsiteX36" fmla="*/ 2099 w 1522114"/>
                <a:gd name="connsiteY36" fmla="*/ 1635802 h 1635803"/>
                <a:gd name="connsiteX37" fmla="*/ 17212 w 1522114"/>
                <a:gd name="connsiteY37" fmla="*/ 1539536 h 1635803"/>
                <a:gd name="connsiteX38" fmla="*/ 107001 w 1522114"/>
                <a:gd name="connsiteY38" fmla="*/ 1318556 h 1635803"/>
                <a:gd name="connsiteX39" fmla="*/ 216983 w 1522114"/>
                <a:gd name="connsiteY39" fmla="*/ 1168061 h 1635803"/>
                <a:gd name="connsiteX40" fmla="*/ 304867 w 1522114"/>
                <a:gd name="connsiteY40" fmla="*/ 1066461 h 1635803"/>
                <a:gd name="connsiteX41" fmla="*/ 391481 w 1522114"/>
                <a:gd name="connsiteY41" fmla="*/ 1032298 h 1635803"/>
                <a:gd name="connsiteX42" fmla="*/ 252924 w 1522114"/>
                <a:gd name="connsiteY42" fmla="*/ 952161 h 1635803"/>
                <a:gd name="connsiteX43" fmla="*/ 138243 w 1522114"/>
                <a:gd name="connsiteY43" fmla="*/ 836972 h 1635803"/>
                <a:gd name="connsiteX44" fmla="*/ 83633 w 1522114"/>
                <a:gd name="connsiteY44" fmla="*/ 754422 h 1635803"/>
                <a:gd name="connsiteX45" fmla="*/ 139767 w 1522114"/>
                <a:gd name="connsiteY45" fmla="*/ 520615 h 1635803"/>
                <a:gd name="connsiteX46" fmla="*/ 413198 w 1522114"/>
                <a:gd name="connsiteY46" fmla="*/ 274108 h 1635803"/>
                <a:gd name="connsiteX47" fmla="*/ 730698 w 1522114"/>
                <a:gd name="connsiteY47" fmla="*/ 270806 h 1635803"/>
                <a:gd name="connsiteX48" fmla="*/ 944058 w 1522114"/>
                <a:gd name="connsiteY48" fmla="*/ 396917 h 1635803"/>
                <a:gd name="connsiteX49" fmla="*/ 1076900 w 1522114"/>
                <a:gd name="connsiteY49" fmla="*/ 110786 h 1635803"/>
                <a:gd name="connsiteX50" fmla="*/ 971617 w 1522114"/>
                <a:gd name="connsiteY50" fmla="*/ 432858 h 1635803"/>
                <a:gd name="connsiteX51" fmla="*/ 1070423 w 1522114"/>
                <a:gd name="connsiteY51" fmla="*/ 587925 h 1635803"/>
                <a:gd name="connsiteX52" fmla="*/ 1107507 w 1522114"/>
                <a:gd name="connsiteY52" fmla="*/ 691938 h 1635803"/>
                <a:gd name="connsiteX53" fmla="*/ 1076900 w 1522114"/>
                <a:gd name="connsiteY53" fmla="*/ 110786 h 1635803"/>
                <a:gd name="connsiteX54" fmla="*/ 175327 w 1522114"/>
                <a:gd name="connsiteY54" fmla="*/ 504486 h 1635803"/>
                <a:gd name="connsiteX55" fmla="*/ 227270 w 1522114"/>
                <a:gd name="connsiteY55" fmla="*/ 521631 h 1635803"/>
                <a:gd name="connsiteX56" fmla="*/ 284801 w 1522114"/>
                <a:gd name="connsiteY56" fmla="*/ 676571 h 1635803"/>
                <a:gd name="connsiteX57" fmla="*/ 256607 w 1522114"/>
                <a:gd name="connsiteY57" fmla="*/ 816906 h 1635803"/>
                <a:gd name="connsiteX58" fmla="*/ 204283 w 1522114"/>
                <a:gd name="connsiteY58" fmla="*/ 863642 h 1635803"/>
                <a:gd name="connsiteX59" fmla="*/ 615128 w 1522114"/>
                <a:gd name="connsiteY59" fmla="*/ 1039918 h 1635803"/>
                <a:gd name="connsiteX60" fmla="*/ 979491 w 1522114"/>
                <a:gd name="connsiteY60" fmla="*/ 867579 h 1635803"/>
                <a:gd name="connsiteX61" fmla="*/ 1018353 w 1522114"/>
                <a:gd name="connsiteY61" fmla="*/ 573574 h 1635803"/>
                <a:gd name="connsiteX62" fmla="*/ 672151 w 1522114"/>
                <a:gd name="connsiteY62" fmla="*/ 284649 h 1635803"/>
                <a:gd name="connsiteX63" fmla="*/ 175327 w 1522114"/>
                <a:gd name="connsiteY63" fmla="*/ 504486 h 1635803"/>
                <a:gd name="connsiteX64" fmla="*/ 159833 w 1522114"/>
                <a:gd name="connsiteY64" fmla="*/ 539792 h 1635803"/>
                <a:gd name="connsiteX65" fmla="*/ 104588 w 1522114"/>
                <a:gd name="connsiteY65" fmla="*/ 728006 h 1635803"/>
                <a:gd name="connsiteX66" fmla="*/ 197679 w 1522114"/>
                <a:gd name="connsiteY66" fmla="*/ 834051 h 1635803"/>
                <a:gd name="connsiteX67" fmla="*/ 250892 w 1522114"/>
                <a:gd name="connsiteY67" fmla="*/ 752263 h 1635803"/>
                <a:gd name="connsiteX68" fmla="*/ 234636 w 1522114"/>
                <a:gd name="connsiteY68" fmla="*/ 576495 h 1635803"/>
                <a:gd name="connsiteX69" fmla="*/ 159833 w 1522114"/>
                <a:gd name="connsiteY69" fmla="*/ 539792 h 1635803"/>
                <a:gd name="connsiteX70" fmla="*/ 1052135 w 1522114"/>
                <a:gd name="connsiteY70" fmla="*/ 597958 h 1635803"/>
                <a:gd name="connsiteX71" fmla="*/ 1041086 w 1522114"/>
                <a:gd name="connsiteY71" fmla="*/ 807000 h 1635803"/>
                <a:gd name="connsiteX72" fmla="*/ 1052135 w 1522114"/>
                <a:gd name="connsiteY72" fmla="*/ 597958 h 1635803"/>
                <a:gd name="connsiteX73" fmla="*/ 441011 w 1522114"/>
                <a:gd name="connsiteY73" fmla="*/ 1044871 h 1635803"/>
                <a:gd name="connsiteX74" fmla="*/ 658816 w 1522114"/>
                <a:gd name="connsiteY74" fmla="*/ 1078526 h 1635803"/>
                <a:gd name="connsiteX75" fmla="*/ 569154 w 1522114"/>
                <a:gd name="connsiteY75" fmla="*/ 1062524 h 1635803"/>
                <a:gd name="connsiteX76" fmla="*/ 441011 w 1522114"/>
                <a:gd name="connsiteY76" fmla="*/ 1044871 h 1635803"/>
                <a:gd name="connsiteX77" fmla="*/ 303597 w 1522114"/>
                <a:gd name="connsiteY77" fmla="*/ 1095417 h 1635803"/>
                <a:gd name="connsiteX78" fmla="*/ 288992 w 1522114"/>
                <a:gd name="connsiteY78" fmla="*/ 1125008 h 1635803"/>
                <a:gd name="connsiteX79" fmla="*/ 345380 w 1522114"/>
                <a:gd name="connsiteY79" fmla="*/ 1175427 h 1635803"/>
                <a:gd name="connsiteX80" fmla="*/ 332934 w 1522114"/>
                <a:gd name="connsiteY80" fmla="*/ 1333288 h 1635803"/>
                <a:gd name="connsiteX81" fmla="*/ 384369 w 1522114"/>
                <a:gd name="connsiteY81" fmla="*/ 1261787 h 1635803"/>
                <a:gd name="connsiteX82" fmla="*/ 303597 w 1522114"/>
                <a:gd name="connsiteY82" fmla="*/ 1095417 h 1635803"/>
                <a:gd name="connsiteX83" fmla="*/ 1154370 w 1522114"/>
                <a:gd name="connsiteY83" fmla="*/ 1214543 h 1635803"/>
                <a:gd name="connsiteX84" fmla="*/ 1130875 w 1522114"/>
                <a:gd name="connsiteY84" fmla="*/ 1407583 h 1635803"/>
                <a:gd name="connsiteX85" fmla="*/ 1261431 w 1522114"/>
                <a:gd name="connsiteY85" fmla="*/ 1463209 h 1635803"/>
                <a:gd name="connsiteX86" fmla="*/ 1374969 w 1522114"/>
                <a:gd name="connsiteY86" fmla="*/ 1474639 h 1635803"/>
                <a:gd name="connsiteX87" fmla="*/ 1357316 w 1522114"/>
                <a:gd name="connsiteY87" fmla="*/ 1445937 h 1635803"/>
                <a:gd name="connsiteX88" fmla="*/ 1258637 w 1522114"/>
                <a:gd name="connsiteY88" fmla="*/ 1386374 h 1635803"/>
                <a:gd name="connsiteX89" fmla="*/ 1445581 w 1522114"/>
                <a:gd name="connsiteY89" fmla="*/ 1429681 h 1635803"/>
                <a:gd name="connsiteX90" fmla="*/ 1403163 w 1522114"/>
                <a:gd name="connsiteY90" fmla="*/ 1377103 h 1635803"/>
                <a:gd name="connsiteX91" fmla="*/ 1296229 w 1522114"/>
                <a:gd name="connsiteY91" fmla="*/ 1332145 h 1635803"/>
                <a:gd name="connsiteX92" fmla="*/ 1489269 w 1522114"/>
                <a:gd name="connsiteY92" fmla="*/ 1359831 h 1635803"/>
                <a:gd name="connsiteX93" fmla="*/ 1491174 w 1522114"/>
                <a:gd name="connsiteY93" fmla="*/ 1340019 h 1635803"/>
                <a:gd name="connsiteX94" fmla="*/ 1235269 w 1522114"/>
                <a:gd name="connsiteY94" fmla="*/ 1248071 h 1635803"/>
                <a:gd name="connsiteX95" fmla="*/ 1341060 w 1522114"/>
                <a:gd name="connsiteY95" fmla="*/ 1171617 h 1635803"/>
                <a:gd name="connsiteX96" fmla="*/ 1301944 w 1522114"/>
                <a:gd name="connsiteY96" fmla="*/ 1132628 h 1635803"/>
                <a:gd name="connsiteX97" fmla="*/ 1154370 w 1522114"/>
                <a:gd name="connsiteY97" fmla="*/ 1214543 h 1635803"/>
                <a:gd name="connsiteX98" fmla="*/ 857063 w 1522114"/>
                <a:gd name="connsiteY98" fmla="*/ 1181396 h 1635803"/>
                <a:gd name="connsiteX99" fmla="*/ 878272 w 1522114"/>
                <a:gd name="connsiteY99" fmla="*/ 1300776 h 1635803"/>
                <a:gd name="connsiteX100" fmla="*/ 905704 w 1522114"/>
                <a:gd name="connsiteY100" fmla="*/ 1540679 h 1635803"/>
                <a:gd name="connsiteX101" fmla="*/ 1188660 w 1522114"/>
                <a:gd name="connsiteY101" fmla="*/ 1474258 h 1635803"/>
                <a:gd name="connsiteX102" fmla="*/ 1073344 w 1522114"/>
                <a:gd name="connsiteY102" fmla="*/ 1300141 h 1635803"/>
                <a:gd name="connsiteX103" fmla="*/ 973522 w 1522114"/>
                <a:gd name="connsiteY103" fmla="*/ 1438063 h 1635803"/>
                <a:gd name="connsiteX104" fmla="*/ 945201 w 1522114"/>
                <a:gd name="connsiteY104" fmla="*/ 1487466 h 1635803"/>
                <a:gd name="connsiteX105" fmla="*/ 974665 w 1522114"/>
                <a:gd name="connsiteY105" fmla="*/ 1366689 h 1635803"/>
                <a:gd name="connsiteX106" fmla="*/ 857063 w 1522114"/>
                <a:gd name="connsiteY106" fmla="*/ 1181396 h 1635803"/>
                <a:gd name="connsiteX0" fmla="*/ 1014924 w 1522114"/>
                <a:gd name="connsiteY0" fmla="*/ 26162 h 1525016"/>
                <a:gd name="connsiteX1" fmla="*/ 1100903 w 1522114"/>
                <a:gd name="connsiteY1" fmla="*/ 613537 h 1525016"/>
                <a:gd name="connsiteX2" fmla="*/ 1075122 w 1522114"/>
                <a:gd name="connsiteY2" fmla="*/ 695960 h 1525016"/>
                <a:gd name="connsiteX3" fmla="*/ 994858 w 1522114"/>
                <a:gd name="connsiteY3" fmla="*/ 780288 h 1525016"/>
                <a:gd name="connsiteX4" fmla="*/ 900370 w 1522114"/>
                <a:gd name="connsiteY4" fmla="*/ 875284 h 1525016"/>
                <a:gd name="connsiteX5" fmla="*/ 765623 w 1522114"/>
                <a:gd name="connsiteY5" fmla="*/ 937514 h 1525016"/>
                <a:gd name="connsiteX6" fmla="*/ 993715 w 1522114"/>
                <a:gd name="connsiteY6" fmla="*/ 1240663 h 1525016"/>
                <a:gd name="connsiteX7" fmla="*/ 1109666 w 1522114"/>
                <a:gd name="connsiteY7" fmla="*/ 1110742 h 1525016"/>
                <a:gd name="connsiteX8" fmla="*/ 1283275 w 1522114"/>
                <a:gd name="connsiteY8" fmla="*/ 1000125 h 1525016"/>
                <a:gd name="connsiteX9" fmla="*/ 1372810 w 1522114"/>
                <a:gd name="connsiteY9" fmla="*/ 1048258 h 1525016"/>
                <a:gd name="connsiteX10" fmla="*/ 1290260 w 1522114"/>
                <a:gd name="connsiteY10" fmla="*/ 1133475 h 1525016"/>
                <a:gd name="connsiteX11" fmla="*/ 1514796 w 1522114"/>
                <a:gd name="connsiteY11" fmla="*/ 1214755 h 1525016"/>
                <a:gd name="connsiteX12" fmla="*/ 1460440 w 1522114"/>
                <a:gd name="connsiteY12" fmla="*/ 1279779 h 1525016"/>
                <a:gd name="connsiteX13" fmla="*/ 1460821 w 1522114"/>
                <a:gd name="connsiteY13" fmla="*/ 1327912 h 1525016"/>
                <a:gd name="connsiteX14" fmla="*/ 1403163 w 1522114"/>
                <a:gd name="connsiteY14" fmla="*/ 1349121 h 1525016"/>
                <a:gd name="connsiteX15" fmla="*/ 1396686 w 1522114"/>
                <a:gd name="connsiteY15" fmla="*/ 1379474 h 1525016"/>
                <a:gd name="connsiteX16" fmla="*/ 1222569 w 1522114"/>
                <a:gd name="connsiteY16" fmla="*/ 1371346 h 1525016"/>
                <a:gd name="connsiteX17" fmla="*/ 1041340 w 1522114"/>
                <a:gd name="connsiteY17" fmla="*/ 1472565 h 1525016"/>
                <a:gd name="connsiteX18" fmla="*/ 907228 w 1522114"/>
                <a:gd name="connsiteY18" fmla="*/ 1459484 h 1525016"/>
                <a:gd name="connsiteX19" fmla="*/ 909260 w 1522114"/>
                <a:gd name="connsiteY19" fmla="*/ 1515364 h 1525016"/>
                <a:gd name="connsiteX20" fmla="*/ 884622 w 1522114"/>
                <a:gd name="connsiteY20" fmla="*/ 1513840 h 1525016"/>
                <a:gd name="connsiteX21" fmla="*/ 878780 w 1522114"/>
                <a:gd name="connsiteY21" fmla="*/ 1439418 h 1525016"/>
                <a:gd name="connsiteX22" fmla="*/ 820106 w 1522114"/>
                <a:gd name="connsiteY22" fmla="*/ 1033780 h 1525016"/>
                <a:gd name="connsiteX23" fmla="*/ 747208 w 1522114"/>
                <a:gd name="connsiteY23" fmla="*/ 961009 h 1525016"/>
                <a:gd name="connsiteX24" fmla="*/ 424882 w 1522114"/>
                <a:gd name="connsiteY24" fmla="*/ 959358 h 1525016"/>
                <a:gd name="connsiteX25" fmla="*/ 337125 w 1522114"/>
                <a:gd name="connsiteY25" fmla="*/ 961517 h 1525016"/>
                <a:gd name="connsiteX26" fmla="*/ 407610 w 1522114"/>
                <a:gd name="connsiteY26" fmla="*/ 1173353 h 1525016"/>
                <a:gd name="connsiteX27" fmla="*/ 322774 w 1522114"/>
                <a:gd name="connsiteY27" fmla="*/ 1252474 h 1525016"/>
                <a:gd name="connsiteX28" fmla="*/ 288357 w 1522114"/>
                <a:gd name="connsiteY28" fmla="*/ 1477772 h 1525016"/>
                <a:gd name="connsiteX29" fmla="*/ 283023 w 1522114"/>
                <a:gd name="connsiteY29" fmla="*/ 1513840 h 1525016"/>
                <a:gd name="connsiteX30" fmla="*/ 259020 w 1522114"/>
                <a:gd name="connsiteY30" fmla="*/ 1518539 h 1525016"/>
                <a:gd name="connsiteX31" fmla="*/ 323409 w 1522114"/>
                <a:gd name="connsiteY31" fmla="*/ 1139190 h 1525016"/>
                <a:gd name="connsiteX32" fmla="*/ 305629 w 1522114"/>
                <a:gd name="connsiteY32" fmla="*/ 1055370 h 1525016"/>
                <a:gd name="connsiteX33" fmla="*/ 229556 w 1522114"/>
                <a:gd name="connsiteY33" fmla="*/ 1081532 h 1525016"/>
                <a:gd name="connsiteX34" fmla="*/ 18228 w 1522114"/>
                <a:gd name="connsiteY34" fmla="*/ 1512697 h 1525016"/>
                <a:gd name="connsiteX35" fmla="*/ 2099 w 1522114"/>
                <a:gd name="connsiteY35" fmla="*/ 1525016 h 1525016"/>
                <a:gd name="connsiteX36" fmla="*/ 17212 w 1522114"/>
                <a:gd name="connsiteY36" fmla="*/ 1428750 h 1525016"/>
                <a:gd name="connsiteX37" fmla="*/ 107001 w 1522114"/>
                <a:gd name="connsiteY37" fmla="*/ 1207770 h 1525016"/>
                <a:gd name="connsiteX38" fmla="*/ 216983 w 1522114"/>
                <a:gd name="connsiteY38" fmla="*/ 1057275 h 1525016"/>
                <a:gd name="connsiteX39" fmla="*/ 304867 w 1522114"/>
                <a:gd name="connsiteY39" fmla="*/ 955675 h 1525016"/>
                <a:gd name="connsiteX40" fmla="*/ 391481 w 1522114"/>
                <a:gd name="connsiteY40" fmla="*/ 921512 h 1525016"/>
                <a:gd name="connsiteX41" fmla="*/ 252924 w 1522114"/>
                <a:gd name="connsiteY41" fmla="*/ 841375 h 1525016"/>
                <a:gd name="connsiteX42" fmla="*/ 138243 w 1522114"/>
                <a:gd name="connsiteY42" fmla="*/ 726186 h 1525016"/>
                <a:gd name="connsiteX43" fmla="*/ 83633 w 1522114"/>
                <a:gd name="connsiteY43" fmla="*/ 643636 h 1525016"/>
                <a:gd name="connsiteX44" fmla="*/ 139767 w 1522114"/>
                <a:gd name="connsiteY44" fmla="*/ 409829 h 1525016"/>
                <a:gd name="connsiteX45" fmla="*/ 413198 w 1522114"/>
                <a:gd name="connsiteY45" fmla="*/ 163322 h 1525016"/>
                <a:gd name="connsiteX46" fmla="*/ 730698 w 1522114"/>
                <a:gd name="connsiteY46" fmla="*/ 160020 h 1525016"/>
                <a:gd name="connsiteX47" fmla="*/ 944058 w 1522114"/>
                <a:gd name="connsiteY47" fmla="*/ 286131 h 1525016"/>
                <a:gd name="connsiteX48" fmla="*/ 1076900 w 1522114"/>
                <a:gd name="connsiteY48" fmla="*/ 0 h 1525016"/>
                <a:gd name="connsiteX49" fmla="*/ 971617 w 1522114"/>
                <a:gd name="connsiteY49" fmla="*/ 322072 h 1525016"/>
                <a:gd name="connsiteX50" fmla="*/ 1070423 w 1522114"/>
                <a:gd name="connsiteY50" fmla="*/ 477139 h 1525016"/>
                <a:gd name="connsiteX51" fmla="*/ 1107507 w 1522114"/>
                <a:gd name="connsiteY51" fmla="*/ 581152 h 1525016"/>
                <a:gd name="connsiteX52" fmla="*/ 1076900 w 1522114"/>
                <a:gd name="connsiteY52" fmla="*/ 0 h 1525016"/>
                <a:gd name="connsiteX53" fmla="*/ 175327 w 1522114"/>
                <a:gd name="connsiteY53" fmla="*/ 393700 h 1525016"/>
                <a:gd name="connsiteX54" fmla="*/ 227270 w 1522114"/>
                <a:gd name="connsiteY54" fmla="*/ 410845 h 1525016"/>
                <a:gd name="connsiteX55" fmla="*/ 284801 w 1522114"/>
                <a:gd name="connsiteY55" fmla="*/ 565785 h 1525016"/>
                <a:gd name="connsiteX56" fmla="*/ 256607 w 1522114"/>
                <a:gd name="connsiteY56" fmla="*/ 706120 h 1525016"/>
                <a:gd name="connsiteX57" fmla="*/ 204283 w 1522114"/>
                <a:gd name="connsiteY57" fmla="*/ 752856 h 1525016"/>
                <a:gd name="connsiteX58" fmla="*/ 615128 w 1522114"/>
                <a:gd name="connsiteY58" fmla="*/ 929132 h 1525016"/>
                <a:gd name="connsiteX59" fmla="*/ 979491 w 1522114"/>
                <a:gd name="connsiteY59" fmla="*/ 756793 h 1525016"/>
                <a:gd name="connsiteX60" fmla="*/ 1018353 w 1522114"/>
                <a:gd name="connsiteY60" fmla="*/ 462788 h 1525016"/>
                <a:gd name="connsiteX61" fmla="*/ 672151 w 1522114"/>
                <a:gd name="connsiteY61" fmla="*/ 173863 h 1525016"/>
                <a:gd name="connsiteX62" fmla="*/ 175327 w 1522114"/>
                <a:gd name="connsiteY62" fmla="*/ 393700 h 1525016"/>
                <a:gd name="connsiteX63" fmla="*/ 159833 w 1522114"/>
                <a:gd name="connsiteY63" fmla="*/ 429006 h 1525016"/>
                <a:gd name="connsiteX64" fmla="*/ 104588 w 1522114"/>
                <a:gd name="connsiteY64" fmla="*/ 617220 h 1525016"/>
                <a:gd name="connsiteX65" fmla="*/ 197679 w 1522114"/>
                <a:gd name="connsiteY65" fmla="*/ 723265 h 1525016"/>
                <a:gd name="connsiteX66" fmla="*/ 250892 w 1522114"/>
                <a:gd name="connsiteY66" fmla="*/ 641477 h 1525016"/>
                <a:gd name="connsiteX67" fmla="*/ 234636 w 1522114"/>
                <a:gd name="connsiteY67" fmla="*/ 465709 h 1525016"/>
                <a:gd name="connsiteX68" fmla="*/ 159833 w 1522114"/>
                <a:gd name="connsiteY68" fmla="*/ 429006 h 1525016"/>
                <a:gd name="connsiteX69" fmla="*/ 1052135 w 1522114"/>
                <a:gd name="connsiteY69" fmla="*/ 487172 h 1525016"/>
                <a:gd name="connsiteX70" fmla="*/ 1041086 w 1522114"/>
                <a:gd name="connsiteY70" fmla="*/ 696214 h 1525016"/>
                <a:gd name="connsiteX71" fmla="*/ 1052135 w 1522114"/>
                <a:gd name="connsiteY71" fmla="*/ 487172 h 1525016"/>
                <a:gd name="connsiteX72" fmla="*/ 441011 w 1522114"/>
                <a:gd name="connsiteY72" fmla="*/ 934085 h 1525016"/>
                <a:gd name="connsiteX73" fmla="*/ 658816 w 1522114"/>
                <a:gd name="connsiteY73" fmla="*/ 967740 h 1525016"/>
                <a:gd name="connsiteX74" fmla="*/ 569154 w 1522114"/>
                <a:gd name="connsiteY74" fmla="*/ 951738 h 1525016"/>
                <a:gd name="connsiteX75" fmla="*/ 441011 w 1522114"/>
                <a:gd name="connsiteY75" fmla="*/ 934085 h 1525016"/>
                <a:gd name="connsiteX76" fmla="*/ 303597 w 1522114"/>
                <a:gd name="connsiteY76" fmla="*/ 984631 h 1525016"/>
                <a:gd name="connsiteX77" fmla="*/ 288992 w 1522114"/>
                <a:gd name="connsiteY77" fmla="*/ 1014222 h 1525016"/>
                <a:gd name="connsiteX78" fmla="*/ 345380 w 1522114"/>
                <a:gd name="connsiteY78" fmla="*/ 1064641 h 1525016"/>
                <a:gd name="connsiteX79" fmla="*/ 332934 w 1522114"/>
                <a:gd name="connsiteY79" fmla="*/ 1222502 h 1525016"/>
                <a:gd name="connsiteX80" fmla="*/ 384369 w 1522114"/>
                <a:gd name="connsiteY80" fmla="*/ 1151001 h 1525016"/>
                <a:gd name="connsiteX81" fmla="*/ 303597 w 1522114"/>
                <a:gd name="connsiteY81" fmla="*/ 984631 h 1525016"/>
                <a:gd name="connsiteX82" fmla="*/ 1154370 w 1522114"/>
                <a:gd name="connsiteY82" fmla="*/ 1103757 h 1525016"/>
                <a:gd name="connsiteX83" fmla="*/ 1130875 w 1522114"/>
                <a:gd name="connsiteY83" fmla="*/ 1296797 h 1525016"/>
                <a:gd name="connsiteX84" fmla="*/ 1261431 w 1522114"/>
                <a:gd name="connsiteY84" fmla="*/ 1352423 h 1525016"/>
                <a:gd name="connsiteX85" fmla="*/ 1374969 w 1522114"/>
                <a:gd name="connsiteY85" fmla="*/ 1363853 h 1525016"/>
                <a:gd name="connsiteX86" fmla="*/ 1357316 w 1522114"/>
                <a:gd name="connsiteY86" fmla="*/ 1335151 h 1525016"/>
                <a:gd name="connsiteX87" fmla="*/ 1258637 w 1522114"/>
                <a:gd name="connsiteY87" fmla="*/ 1275588 h 1525016"/>
                <a:gd name="connsiteX88" fmla="*/ 1445581 w 1522114"/>
                <a:gd name="connsiteY88" fmla="*/ 1318895 h 1525016"/>
                <a:gd name="connsiteX89" fmla="*/ 1403163 w 1522114"/>
                <a:gd name="connsiteY89" fmla="*/ 1266317 h 1525016"/>
                <a:gd name="connsiteX90" fmla="*/ 1296229 w 1522114"/>
                <a:gd name="connsiteY90" fmla="*/ 1221359 h 1525016"/>
                <a:gd name="connsiteX91" fmla="*/ 1489269 w 1522114"/>
                <a:gd name="connsiteY91" fmla="*/ 1249045 h 1525016"/>
                <a:gd name="connsiteX92" fmla="*/ 1491174 w 1522114"/>
                <a:gd name="connsiteY92" fmla="*/ 1229233 h 1525016"/>
                <a:gd name="connsiteX93" fmla="*/ 1235269 w 1522114"/>
                <a:gd name="connsiteY93" fmla="*/ 1137285 h 1525016"/>
                <a:gd name="connsiteX94" fmla="*/ 1341060 w 1522114"/>
                <a:gd name="connsiteY94" fmla="*/ 1060831 h 1525016"/>
                <a:gd name="connsiteX95" fmla="*/ 1301944 w 1522114"/>
                <a:gd name="connsiteY95" fmla="*/ 1021842 h 1525016"/>
                <a:gd name="connsiteX96" fmla="*/ 1154370 w 1522114"/>
                <a:gd name="connsiteY96" fmla="*/ 1103757 h 1525016"/>
                <a:gd name="connsiteX97" fmla="*/ 857063 w 1522114"/>
                <a:gd name="connsiteY97" fmla="*/ 1070610 h 1525016"/>
                <a:gd name="connsiteX98" fmla="*/ 878272 w 1522114"/>
                <a:gd name="connsiteY98" fmla="*/ 1189990 h 1525016"/>
                <a:gd name="connsiteX99" fmla="*/ 905704 w 1522114"/>
                <a:gd name="connsiteY99" fmla="*/ 1429893 h 1525016"/>
                <a:gd name="connsiteX100" fmla="*/ 1188660 w 1522114"/>
                <a:gd name="connsiteY100" fmla="*/ 1363472 h 1525016"/>
                <a:gd name="connsiteX101" fmla="*/ 1073344 w 1522114"/>
                <a:gd name="connsiteY101" fmla="*/ 1189355 h 1525016"/>
                <a:gd name="connsiteX102" fmla="*/ 973522 w 1522114"/>
                <a:gd name="connsiteY102" fmla="*/ 1327277 h 1525016"/>
                <a:gd name="connsiteX103" fmla="*/ 945201 w 1522114"/>
                <a:gd name="connsiteY103" fmla="*/ 1376680 h 1525016"/>
                <a:gd name="connsiteX104" fmla="*/ 974665 w 1522114"/>
                <a:gd name="connsiteY104" fmla="*/ 1255903 h 1525016"/>
                <a:gd name="connsiteX105" fmla="*/ 857063 w 1522114"/>
                <a:gd name="connsiteY105" fmla="*/ 1070610 h 1525016"/>
                <a:gd name="connsiteX0" fmla="*/ 1014924 w 1522114"/>
                <a:gd name="connsiteY0" fmla="*/ 26162 h 1525016"/>
                <a:gd name="connsiteX1" fmla="*/ 1100903 w 1522114"/>
                <a:gd name="connsiteY1" fmla="*/ 613537 h 1525016"/>
                <a:gd name="connsiteX2" fmla="*/ 1075122 w 1522114"/>
                <a:gd name="connsiteY2" fmla="*/ 695960 h 1525016"/>
                <a:gd name="connsiteX3" fmla="*/ 994858 w 1522114"/>
                <a:gd name="connsiteY3" fmla="*/ 780288 h 1525016"/>
                <a:gd name="connsiteX4" fmla="*/ 900370 w 1522114"/>
                <a:gd name="connsiteY4" fmla="*/ 875284 h 1525016"/>
                <a:gd name="connsiteX5" fmla="*/ 765623 w 1522114"/>
                <a:gd name="connsiteY5" fmla="*/ 937514 h 1525016"/>
                <a:gd name="connsiteX6" fmla="*/ 993715 w 1522114"/>
                <a:gd name="connsiteY6" fmla="*/ 1240663 h 1525016"/>
                <a:gd name="connsiteX7" fmla="*/ 1109666 w 1522114"/>
                <a:gd name="connsiteY7" fmla="*/ 1110742 h 1525016"/>
                <a:gd name="connsiteX8" fmla="*/ 1283275 w 1522114"/>
                <a:gd name="connsiteY8" fmla="*/ 1000125 h 1525016"/>
                <a:gd name="connsiteX9" fmla="*/ 1372810 w 1522114"/>
                <a:gd name="connsiteY9" fmla="*/ 1048258 h 1525016"/>
                <a:gd name="connsiteX10" fmla="*/ 1290260 w 1522114"/>
                <a:gd name="connsiteY10" fmla="*/ 1133475 h 1525016"/>
                <a:gd name="connsiteX11" fmla="*/ 1514796 w 1522114"/>
                <a:gd name="connsiteY11" fmla="*/ 1214755 h 1525016"/>
                <a:gd name="connsiteX12" fmla="*/ 1460440 w 1522114"/>
                <a:gd name="connsiteY12" fmla="*/ 1279779 h 1525016"/>
                <a:gd name="connsiteX13" fmla="*/ 1460821 w 1522114"/>
                <a:gd name="connsiteY13" fmla="*/ 1327912 h 1525016"/>
                <a:gd name="connsiteX14" fmla="*/ 1403163 w 1522114"/>
                <a:gd name="connsiteY14" fmla="*/ 1349121 h 1525016"/>
                <a:gd name="connsiteX15" fmla="*/ 1396686 w 1522114"/>
                <a:gd name="connsiteY15" fmla="*/ 1379474 h 1525016"/>
                <a:gd name="connsiteX16" fmla="*/ 1222569 w 1522114"/>
                <a:gd name="connsiteY16" fmla="*/ 1371346 h 1525016"/>
                <a:gd name="connsiteX17" fmla="*/ 1041340 w 1522114"/>
                <a:gd name="connsiteY17" fmla="*/ 1472565 h 1525016"/>
                <a:gd name="connsiteX18" fmla="*/ 907228 w 1522114"/>
                <a:gd name="connsiteY18" fmla="*/ 1459484 h 1525016"/>
                <a:gd name="connsiteX19" fmla="*/ 909260 w 1522114"/>
                <a:gd name="connsiteY19" fmla="*/ 1515364 h 1525016"/>
                <a:gd name="connsiteX20" fmla="*/ 884622 w 1522114"/>
                <a:gd name="connsiteY20" fmla="*/ 1513840 h 1525016"/>
                <a:gd name="connsiteX21" fmla="*/ 878780 w 1522114"/>
                <a:gd name="connsiteY21" fmla="*/ 1439418 h 1525016"/>
                <a:gd name="connsiteX22" fmla="*/ 820106 w 1522114"/>
                <a:gd name="connsiteY22" fmla="*/ 1033780 h 1525016"/>
                <a:gd name="connsiteX23" fmla="*/ 747208 w 1522114"/>
                <a:gd name="connsiteY23" fmla="*/ 961009 h 1525016"/>
                <a:gd name="connsiteX24" fmla="*/ 424882 w 1522114"/>
                <a:gd name="connsiteY24" fmla="*/ 959358 h 1525016"/>
                <a:gd name="connsiteX25" fmla="*/ 337125 w 1522114"/>
                <a:gd name="connsiteY25" fmla="*/ 961517 h 1525016"/>
                <a:gd name="connsiteX26" fmla="*/ 407610 w 1522114"/>
                <a:gd name="connsiteY26" fmla="*/ 1173353 h 1525016"/>
                <a:gd name="connsiteX27" fmla="*/ 322774 w 1522114"/>
                <a:gd name="connsiteY27" fmla="*/ 1252474 h 1525016"/>
                <a:gd name="connsiteX28" fmla="*/ 288357 w 1522114"/>
                <a:gd name="connsiteY28" fmla="*/ 1477772 h 1525016"/>
                <a:gd name="connsiteX29" fmla="*/ 283023 w 1522114"/>
                <a:gd name="connsiteY29" fmla="*/ 1513840 h 1525016"/>
                <a:gd name="connsiteX30" fmla="*/ 259020 w 1522114"/>
                <a:gd name="connsiteY30" fmla="*/ 1518539 h 1525016"/>
                <a:gd name="connsiteX31" fmla="*/ 323409 w 1522114"/>
                <a:gd name="connsiteY31" fmla="*/ 1139190 h 1525016"/>
                <a:gd name="connsiteX32" fmla="*/ 305629 w 1522114"/>
                <a:gd name="connsiteY32" fmla="*/ 1055370 h 1525016"/>
                <a:gd name="connsiteX33" fmla="*/ 229556 w 1522114"/>
                <a:gd name="connsiteY33" fmla="*/ 1081532 h 1525016"/>
                <a:gd name="connsiteX34" fmla="*/ 18228 w 1522114"/>
                <a:gd name="connsiteY34" fmla="*/ 1512697 h 1525016"/>
                <a:gd name="connsiteX35" fmla="*/ 2099 w 1522114"/>
                <a:gd name="connsiteY35" fmla="*/ 1525016 h 1525016"/>
                <a:gd name="connsiteX36" fmla="*/ 17212 w 1522114"/>
                <a:gd name="connsiteY36" fmla="*/ 1428750 h 1525016"/>
                <a:gd name="connsiteX37" fmla="*/ 107001 w 1522114"/>
                <a:gd name="connsiteY37" fmla="*/ 1207770 h 1525016"/>
                <a:gd name="connsiteX38" fmla="*/ 216983 w 1522114"/>
                <a:gd name="connsiteY38" fmla="*/ 1057275 h 1525016"/>
                <a:gd name="connsiteX39" fmla="*/ 304867 w 1522114"/>
                <a:gd name="connsiteY39" fmla="*/ 955675 h 1525016"/>
                <a:gd name="connsiteX40" fmla="*/ 391481 w 1522114"/>
                <a:gd name="connsiteY40" fmla="*/ 921512 h 1525016"/>
                <a:gd name="connsiteX41" fmla="*/ 252924 w 1522114"/>
                <a:gd name="connsiteY41" fmla="*/ 841375 h 1525016"/>
                <a:gd name="connsiteX42" fmla="*/ 138243 w 1522114"/>
                <a:gd name="connsiteY42" fmla="*/ 726186 h 1525016"/>
                <a:gd name="connsiteX43" fmla="*/ 83633 w 1522114"/>
                <a:gd name="connsiteY43" fmla="*/ 643636 h 1525016"/>
                <a:gd name="connsiteX44" fmla="*/ 139767 w 1522114"/>
                <a:gd name="connsiteY44" fmla="*/ 409829 h 1525016"/>
                <a:gd name="connsiteX45" fmla="*/ 413198 w 1522114"/>
                <a:gd name="connsiteY45" fmla="*/ 163322 h 1525016"/>
                <a:gd name="connsiteX46" fmla="*/ 730698 w 1522114"/>
                <a:gd name="connsiteY46" fmla="*/ 160020 h 1525016"/>
                <a:gd name="connsiteX47" fmla="*/ 944058 w 1522114"/>
                <a:gd name="connsiteY47" fmla="*/ 286131 h 1525016"/>
                <a:gd name="connsiteX48" fmla="*/ 1076900 w 1522114"/>
                <a:gd name="connsiteY48" fmla="*/ 0 h 1525016"/>
                <a:gd name="connsiteX49" fmla="*/ 971617 w 1522114"/>
                <a:gd name="connsiteY49" fmla="*/ 322072 h 1525016"/>
                <a:gd name="connsiteX50" fmla="*/ 1070423 w 1522114"/>
                <a:gd name="connsiteY50" fmla="*/ 477139 h 1525016"/>
                <a:gd name="connsiteX51" fmla="*/ 1107507 w 1522114"/>
                <a:gd name="connsiteY51" fmla="*/ 581152 h 1525016"/>
                <a:gd name="connsiteX52" fmla="*/ 175327 w 1522114"/>
                <a:gd name="connsiteY52" fmla="*/ 393700 h 1525016"/>
                <a:gd name="connsiteX53" fmla="*/ 227270 w 1522114"/>
                <a:gd name="connsiteY53" fmla="*/ 410845 h 1525016"/>
                <a:gd name="connsiteX54" fmla="*/ 284801 w 1522114"/>
                <a:gd name="connsiteY54" fmla="*/ 565785 h 1525016"/>
                <a:gd name="connsiteX55" fmla="*/ 256607 w 1522114"/>
                <a:gd name="connsiteY55" fmla="*/ 706120 h 1525016"/>
                <a:gd name="connsiteX56" fmla="*/ 204283 w 1522114"/>
                <a:gd name="connsiteY56" fmla="*/ 752856 h 1525016"/>
                <a:gd name="connsiteX57" fmla="*/ 615128 w 1522114"/>
                <a:gd name="connsiteY57" fmla="*/ 929132 h 1525016"/>
                <a:gd name="connsiteX58" fmla="*/ 979491 w 1522114"/>
                <a:gd name="connsiteY58" fmla="*/ 756793 h 1525016"/>
                <a:gd name="connsiteX59" fmla="*/ 1018353 w 1522114"/>
                <a:gd name="connsiteY59" fmla="*/ 462788 h 1525016"/>
                <a:gd name="connsiteX60" fmla="*/ 672151 w 1522114"/>
                <a:gd name="connsiteY60" fmla="*/ 173863 h 1525016"/>
                <a:gd name="connsiteX61" fmla="*/ 175327 w 1522114"/>
                <a:gd name="connsiteY61" fmla="*/ 393700 h 1525016"/>
                <a:gd name="connsiteX62" fmla="*/ 159833 w 1522114"/>
                <a:gd name="connsiteY62" fmla="*/ 429006 h 1525016"/>
                <a:gd name="connsiteX63" fmla="*/ 104588 w 1522114"/>
                <a:gd name="connsiteY63" fmla="*/ 617220 h 1525016"/>
                <a:gd name="connsiteX64" fmla="*/ 197679 w 1522114"/>
                <a:gd name="connsiteY64" fmla="*/ 723265 h 1525016"/>
                <a:gd name="connsiteX65" fmla="*/ 250892 w 1522114"/>
                <a:gd name="connsiteY65" fmla="*/ 641477 h 1525016"/>
                <a:gd name="connsiteX66" fmla="*/ 234636 w 1522114"/>
                <a:gd name="connsiteY66" fmla="*/ 465709 h 1525016"/>
                <a:gd name="connsiteX67" fmla="*/ 159833 w 1522114"/>
                <a:gd name="connsiteY67" fmla="*/ 429006 h 1525016"/>
                <a:gd name="connsiteX68" fmla="*/ 1052135 w 1522114"/>
                <a:gd name="connsiteY68" fmla="*/ 487172 h 1525016"/>
                <a:gd name="connsiteX69" fmla="*/ 1041086 w 1522114"/>
                <a:gd name="connsiteY69" fmla="*/ 696214 h 1525016"/>
                <a:gd name="connsiteX70" fmla="*/ 1052135 w 1522114"/>
                <a:gd name="connsiteY70" fmla="*/ 487172 h 1525016"/>
                <a:gd name="connsiteX71" fmla="*/ 441011 w 1522114"/>
                <a:gd name="connsiteY71" fmla="*/ 934085 h 1525016"/>
                <a:gd name="connsiteX72" fmla="*/ 658816 w 1522114"/>
                <a:gd name="connsiteY72" fmla="*/ 967740 h 1525016"/>
                <a:gd name="connsiteX73" fmla="*/ 569154 w 1522114"/>
                <a:gd name="connsiteY73" fmla="*/ 951738 h 1525016"/>
                <a:gd name="connsiteX74" fmla="*/ 441011 w 1522114"/>
                <a:gd name="connsiteY74" fmla="*/ 934085 h 1525016"/>
                <a:gd name="connsiteX75" fmla="*/ 303597 w 1522114"/>
                <a:gd name="connsiteY75" fmla="*/ 984631 h 1525016"/>
                <a:gd name="connsiteX76" fmla="*/ 288992 w 1522114"/>
                <a:gd name="connsiteY76" fmla="*/ 1014222 h 1525016"/>
                <a:gd name="connsiteX77" fmla="*/ 345380 w 1522114"/>
                <a:gd name="connsiteY77" fmla="*/ 1064641 h 1525016"/>
                <a:gd name="connsiteX78" fmla="*/ 332934 w 1522114"/>
                <a:gd name="connsiteY78" fmla="*/ 1222502 h 1525016"/>
                <a:gd name="connsiteX79" fmla="*/ 384369 w 1522114"/>
                <a:gd name="connsiteY79" fmla="*/ 1151001 h 1525016"/>
                <a:gd name="connsiteX80" fmla="*/ 303597 w 1522114"/>
                <a:gd name="connsiteY80" fmla="*/ 984631 h 1525016"/>
                <a:gd name="connsiteX81" fmla="*/ 1154370 w 1522114"/>
                <a:gd name="connsiteY81" fmla="*/ 1103757 h 1525016"/>
                <a:gd name="connsiteX82" fmla="*/ 1130875 w 1522114"/>
                <a:gd name="connsiteY82" fmla="*/ 1296797 h 1525016"/>
                <a:gd name="connsiteX83" fmla="*/ 1261431 w 1522114"/>
                <a:gd name="connsiteY83" fmla="*/ 1352423 h 1525016"/>
                <a:gd name="connsiteX84" fmla="*/ 1374969 w 1522114"/>
                <a:gd name="connsiteY84" fmla="*/ 1363853 h 1525016"/>
                <a:gd name="connsiteX85" fmla="*/ 1357316 w 1522114"/>
                <a:gd name="connsiteY85" fmla="*/ 1335151 h 1525016"/>
                <a:gd name="connsiteX86" fmla="*/ 1258637 w 1522114"/>
                <a:gd name="connsiteY86" fmla="*/ 1275588 h 1525016"/>
                <a:gd name="connsiteX87" fmla="*/ 1445581 w 1522114"/>
                <a:gd name="connsiteY87" fmla="*/ 1318895 h 1525016"/>
                <a:gd name="connsiteX88" fmla="*/ 1403163 w 1522114"/>
                <a:gd name="connsiteY88" fmla="*/ 1266317 h 1525016"/>
                <a:gd name="connsiteX89" fmla="*/ 1296229 w 1522114"/>
                <a:gd name="connsiteY89" fmla="*/ 1221359 h 1525016"/>
                <a:gd name="connsiteX90" fmla="*/ 1489269 w 1522114"/>
                <a:gd name="connsiteY90" fmla="*/ 1249045 h 1525016"/>
                <a:gd name="connsiteX91" fmla="*/ 1491174 w 1522114"/>
                <a:gd name="connsiteY91" fmla="*/ 1229233 h 1525016"/>
                <a:gd name="connsiteX92" fmla="*/ 1235269 w 1522114"/>
                <a:gd name="connsiteY92" fmla="*/ 1137285 h 1525016"/>
                <a:gd name="connsiteX93" fmla="*/ 1341060 w 1522114"/>
                <a:gd name="connsiteY93" fmla="*/ 1060831 h 1525016"/>
                <a:gd name="connsiteX94" fmla="*/ 1301944 w 1522114"/>
                <a:gd name="connsiteY94" fmla="*/ 1021842 h 1525016"/>
                <a:gd name="connsiteX95" fmla="*/ 1154370 w 1522114"/>
                <a:gd name="connsiteY95" fmla="*/ 1103757 h 1525016"/>
                <a:gd name="connsiteX96" fmla="*/ 857063 w 1522114"/>
                <a:gd name="connsiteY96" fmla="*/ 1070610 h 1525016"/>
                <a:gd name="connsiteX97" fmla="*/ 878272 w 1522114"/>
                <a:gd name="connsiteY97" fmla="*/ 1189990 h 1525016"/>
                <a:gd name="connsiteX98" fmla="*/ 905704 w 1522114"/>
                <a:gd name="connsiteY98" fmla="*/ 1429893 h 1525016"/>
                <a:gd name="connsiteX99" fmla="*/ 1188660 w 1522114"/>
                <a:gd name="connsiteY99" fmla="*/ 1363472 h 1525016"/>
                <a:gd name="connsiteX100" fmla="*/ 1073344 w 1522114"/>
                <a:gd name="connsiteY100" fmla="*/ 1189355 h 1525016"/>
                <a:gd name="connsiteX101" fmla="*/ 973522 w 1522114"/>
                <a:gd name="connsiteY101" fmla="*/ 1327277 h 1525016"/>
                <a:gd name="connsiteX102" fmla="*/ 945201 w 1522114"/>
                <a:gd name="connsiteY102" fmla="*/ 1376680 h 1525016"/>
                <a:gd name="connsiteX103" fmla="*/ 974665 w 1522114"/>
                <a:gd name="connsiteY103" fmla="*/ 1255903 h 1525016"/>
                <a:gd name="connsiteX104" fmla="*/ 857063 w 1522114"/>
                <a:gd name="connsiteY104" fmla="*/ 1070610 h 1525016"/>
                <a:gd name="connsiteX0" fmla="*/ 1100903 w 1522114"/>
                <a:gd name="connsiteY0" fmla="*/ 613537 h 1525016"/>
                <a:gd name="connsiteX1" fmla="*/ 1075122 w 1522114"/>
                <a:gd name="connsiteY1" fmla="*/ 695960 h 1525016"/>
                <a:gd name="connsiteX2" fmla="*/ 994858 w 1522114"/>
                <a:gd name="connsiteY2" fmla="*/ 780288 h 1525016"/>
                <a:gd name="connsiteX3" fmla="*/ 900370 w 1522114"/>
                <a:gd name="connsiteY3" fmla="*/ 875284 h 1525016"/>
                <a:gd name="connsiteX4" fmla="*/ 765623 w 1522114"/>
                <a:gd name="connsiteY4" fmla="*/ 937514 h 1525016"/>
                <a:gd name="connsiteX5" fmla="*/ 993715 w 1522114"/>
                <a:gd name="connsiteY5" fmla="*/ 1240663 h 1525016"/>
                <a:gd name="connsiteX6" fmla="*/ 1109666 w 1522114"/>
                <a:gd name="connsiteY6" fmla="*/ 1110742 h 1525016"/>
                <a:gd name="connsiteX7" fmla="*/ 1283275 w 1522114"/>
                <a:gd name="connsiteY7" fmla="*/ 1000125 h 1525016"/>
                <a:gd name="connsiteX8" fmla="*/ 1372810 w 1522114"/>
                <a:gd name="connsiteY8" fmla="*/ 1048258 h 1525016"/>
                <a:gd name="connsiteX9" fmla="*/ 1290260 w 1522114"/>
                <a:gd name="connsiteY9" fmla="*/ 1133475 h 1525016"/>
                <a:gd name="connsiteX10" fmla="*/ 1514796 w 1522114"/>
                <a:gd name="connsiteY10" fmla="*/ 1214755 h 1525016"/>
                <a:gd name="connsiteX11" fmla="*/ 1460440 w 1522114"/>
                <a:gd name="connsiteY11" fmla="*/ 1279779 h 1525016"/>
                <a:gd name="connsiteX12" fmla="*/ 1460821 w 1522114"/>
                <a:gd name="connsiteY12" fmla="*/ 1327912 h 1525016"/>
                <a:gd name="connsiteX13" fmla="*/ 1403163 w 1522114"/>
                <a:gd name="connsiteY13" fmla="*/ 1349121 h 1525016"/>
                <a:gd name="connsiteX14" fmla="*/ 1396686 w 1522114"/>
                <a:gd name="connsiteY14" fmla="*/ 1379474 h 1525016"/>
                <a:gd name="connsiteX15" fmla="*/ 1222569 w 1522114"/>
                <a:gd name="connsiteY15" fmla="*/ 1371346 h 1525016"/>
                <a:gd name="connsiteX16" fmla="*/ 1041340 w 1522114"/>
                <a:gd name="connsiteY16" fmla="*/ 1472565 h 1525016"/>
                <a:gd name="connsiteX17" fmla="*/ 907228 w 1522114"/>
                <a:gd name="connsiteY17" fmla="*/ 1459484 h 1525016"/>
                <a:gd name="connsiteX18" fmla="*/ 909260 w 1522114"/>
                <a:gd name="connsiteY18" fmla="*/ 1515364 h 1525016"/>
                <a:gd name="connsiteX19" fmla="*/ 884622 w 1522114"/>
                <a:gd name="connsiteY19" fmla="*/ 1513840 h 1525016"/>
                <a:gd name="connsiteX20" fmla="*/ 878780 w 1522114"/>
                <a:gd name="connsiteY20" fmla="*/ 1439418 h 1525016"/>
                <a:gd name="connsiteX21" fmla="*/ 820106 w 1522114"/>
                <a:gd name="connsiteY21" fmla="*/ 1033780 h 1525016"/>
                <a:gd name="connsiteX22" fmla="*/ 747208 w 1522114"/>
                <a:gd name="connsiteY22" fmla="*/ 961009 h 1525016"/>
                <a:gd name="connsiteX23" fmla="*/ 424882 w 1522114"/>
                <a:gd name="connsiteY23" fmla="*/ 959358 h 1525016"/>
                <a:gd name="connsiteX24" fmla="*/ 337125 w 1522114"/>
                <a:gd name="connsiteY24" fmla="*/ 961517 h 1525016"/>
                <a:gd name="connsiteX25" fmla="*/ 407610 w 1522114"/>
                <a:gd name="connsiteY25" fmla="*/ 1173353 h 1525016"/>
                <a:gd name="connsiteX26" fmla="*/ 322774 w 1522114"/>
                <a:gd name="connsiteY26" fmla="*/ 1252474 h 1525016"/>
                <a:gd name="connsiteX27" fmla="*/ 288357 w 1522114"/>
                <a:gd name="connsiteY27" fmla="*/ 1477772 h 1525016"/>
                <a:gd name="connsiteX28" fmla="*/ 283023 w 1522114"/>
                <a:gd name="connsiteY28" fmla="*/ 1513840 h 1525016"/>
                <a:gd name="connsiteX29" fmla="*/ 259020 w 1522114"/>
                <a:gd name="connsiteY29" fmla="*/ 1518539 h 1525016"/>
                <a:gd name="connsiteX30" fmla="*/ 323409 w 1522114"/>
                <a:gd name="connsiteY30" fmla="*/ 1139190 h 1525016"/>
                <a:gd name="connsiteX31" fmla="*/ 305629 w 1522114"/>
                <a:gd name="connsiteY31" fmla="*/ 1055370 h 1525016"/>
                <a:gd name="connsiteX32" fmla="*/ 229556 w 1522114"/>
                <a:gd name="connsiteY32" fmla="*/ 1081532 h 1525016"/>
                <a:gd name="connsiteX33" fmla="*/ 18228 w 1522114"/>
                <a:gd name="connsiteY33" fmla="*/ 1512697 h 1525016"/>
                <a:gd name="connsiteX34" fmla="*/ 2099 w 1522114"/>
                <a:gd name="connsiteY34" fmla="*/ 1525016 h 1525016"/>
                <a:gd name="connsiteX35" fmla="*/ 17212 w 1522114"/>
                <a:gd name="connsiteY35" fmla="*/ 1428750 h 1525016"/>
                <a:gd name="connsiteX36" fmla="*/ 107001 w 1522114"/>
                <a:gd name="connsiteY36" fmla="*/ 1207770 h 1525016"/>
                <a:gd name="connsiteX37" fmla="*/ 216983 w 1522114"/>
                <a:gd name="connsiteY37" fmla="*/ 1057275 h 1525016"/>
                <a:gd name="connsiteX38" fmla="*/ 304867 w 1522114"/>
                <a:gd name="connsiteY38" fmla="*/ 955675 h 1525016"/>
                <a:gd name="connsiteX39" fmla="*/ 391481 w 1522114"/>
                <a:gd name="connsiteY39" fmla="*/ 921512 h 1525016"/>
                <a:gd name="connsiteX40" fmla="*/ 252924 w 1522114"/>
                <a:gd name="connsiteY40" fmla="*/ 841375 h 1525016"/>
                <a:gd name="connsiteX41" fmla="*/ 138243 w 1522114"/>
                <a:gd name="connsiteY41" fmla="*/ 726186 h 1525016"/>
                <a:gd name="connsiteX42" fmla="*/ 83633 w 1522114"/>
                <a:gd name="connsiteY42" fmla="*/ 643636 h 1525016"/>
                <a:gd name="connsiteX43" fmla="*/ 139767 w 1522114"/>
                <a:gd name="connsiteY43" fmla="*/ 409829 h 1525016"/>
                <a:gd name="connsiteX44" fmla="*/ 413198 w 1522114"/>
                <a:gd name="connsiteY44" fmla="*/ 163322 h 1525016"/>
                <a:gd name="connsiteX45" fmla="*/ 730698 w 1522114"/>
                <a:gd name="connsiteY45" fmla="*/ 160020 h 1525016"/>
                <a:gd name="connsiteX46" fmla="*/ 944058 w 1522114"/>
                <a:gd name="connsiteY46" fmla="*/ 286131 h 1525016"/>
                <a:gd name="connsiteX47" fmla="*/ 1076900 w 1522114"/>
                <a:gd name="connsiteY47" fmla="*/ 0 h 1525016"/>
                <a:gd name="connsiteX48" fmla="*/ 971617 w 1522114"/>
                <a:gd name="connsiteY48" fmla="*/ 322072 h 1525016"/>
                <a:gd name="connsiteX49" fmla="*/ 1070423 w 1522114"/>
                <a:gd name="connsiteY49" fmla="*/ 477139 h 1525016"/>
                <a:gd name="connsiteX50" fmla="*/ 1107507 w 1522114"/>
                <a:gd name="connsiteY50" fmla="*/ 581152 h 1525016"/>
                <a:gd name="connsiteX51" fmla="*/ 175327 w 1522114"/>
                <a:gd name="connsiteY51" fmla="*/ 393700 h 1525016"/>
                <a:gd name="connsiteX52" fmla="*/ 227270 w 1522114"/>
                <a:gd name="connsiteY52" fmla="*/ 410845 h 1525016"/>
                <a:gd name="connsiteX53" fmla="*/ 284801 w 1522114"/>
                <a:gd name="connsiteY53" fmla="*/ 565785 h 1525016"/>
                <a:gd name="connsiteX54" fmla="*/ 256607 w 1522114"/>
                <a:gd name="connsiteY54" fmla="*/ 706120 h 1525016"/>
                <a:gd name="connsiteX55" fmla="*/ 204283 w 1522114"/>
                <a:gd name="connsiteY55" fmla="*/ 752856 h 1525016"/>
                <a:gd name="connsiteX56" fmla="*/ 615128 w 1522114"/>
                <a:gd name="connsiteY56" fmla="*/ 929132 h 1525016"/>
                <a:gd name="connsiteX57" fmla="*/ 979491 w 1522114"/>
                <a:gd name="connsiteY57" fmla="*/ 756793 h 1525016"/>
                <a:gd name="connsiteX58" fmla="*/ 1018353 w 1522114"/>
                <a:gd name="connsiteY58" fmla="*/ 462788 h 1525016"/>
                <a:gd name="connsiteX59" fmla="*/ 672151 w 1522114"/>
                <a:gd name="connsiteY59" fmla="*/ 173863 h 1525016"/>
                <a:gd name="connsiteX60" fmla="*/ 175327 w 1522114"/>
                <a:gd name="connsiteY60" fmla="*/ 393700 h 1525016"/>
                <a:gd name="connsiteX61" fmla="*/ 159833 w 1522114"/>
                <a:gd name="connsiteY61" fmla="*/ 429006 h 1525016"/>
                <a:gd name="connsiteX62" fmla="*/ 104588 w 1522114"/>
                <a:gd name="connsiteY62" fmla="*/ 617220 h 1525016"/>
                <a:gd name="connsiteX63" fmla="*/ 197679 w 1522114"/>
                <a:gd name="connsiteY63" fmla="*/ 723265 h 1525016"/>
                <a:gd name="connsiteX64" fmla="*/ 250892 w 1522114"/>
                <a:gd name="connsiteY64" fmla="*/ 641477 h 1525016"/>
                <a:gd name="connsiteX65" fmla="*/ 234636 w 1522114"/>
                <a:gd name="connsiteY65" fmla="*/ 465709 h 1525016"/>
                <a:gd name="connsiteX66" fmla="*/ 159833 w 1522114"/>
                <a:gd name="connsiteY66" fmla="*/ 429006 h 1525016"/>
                <a:gd name="connsiteX67" fmla="*/ 1052135 w 1522114"/>
                <a:gd name="connsiteY67" fmla="*/ 487172 h 1525016"/>
                <a:gd name="connsiteX68" fmla="*/ 1041086 w 1522114"/>
                <a:gd name="connsiteY68" fmla="*/ 696214 h 1525016"/>
                <a:gd name="connsiteX69" fmla="*/ 1052135 w 1522114"/>
                <a:gd name="connsiteY69" fmla="*/ 487172 h 1525016"/>
                <a:gd name="connsiteX70" fmla="*/ 441011 w 1522114"/>
                <a:gd name="connsiteY70" fmla="*/ 934085 h 1525016"/>
                <a:gd name="connsiteX71" fmla="*/ 658816 w 1522114"/>
                <a:gd name="connsiteY71" fmla="*/ 967740 h 1525016"/>
                <a:gd name="connsiteX72" fmla="*/ 569154 w 1522114"/>
                <a:gd name="connsiteY72" fmla="*/ 951738 h 1525016"/>
                <a:gd name="connsiteX73" fmla="*/ 441011 w 1522114"/>
                <a:gd name="connsiteY73" fmla="*/ 934085 h 1525016"/>
                <a:gd name="connsiteX74" fmla="*/ 303597 w 1522114"/>
                <a:gd name="connsiteY74" fmla="*/ 984631 h 1525016"/>
                <a:gd name="connsiteX75" fmla="*/ 288992 w 1522114"/>
                <a:gd name="connsiteY75" fmla="*/ 1014222 h 1525016"/>
                <a:gd name="connsiteX76" fmla="*/ 345380 w 1522114"/>
                <a:gd name="connsiteY76" fmla="*/ 1064641 h 1525016"/>
                <a:gd name="connsiteX77" fmla="*/ 332934 w 1522114"/>
                <a:gd name="connsiteY77" fmla="*/ 1222502 h 1525016"/>
                <a:gd name="connsiteX78" fmla="*/ 384369 w 1522114"/>
                <a:gd name="connsiteY78" fmla="*/ 1151001 h 1525016"/>
                <a:gd name="connsiteX79" fmla="*/ 303597 w 1522114"/>
                <a:gd name="connsiteY79" fmla="*/ 984631 h 1525016"/>
                <a:gd name="connsiteX80" fmla="*/ 1154370 w 1522114"/>
                <a:gd name="connsiteY80" fmla="*/ 1103757 h 1525016"/>
                <a:gd name="connsiteX81" fmla="*/ 1130875 w 1522114"/>
                <a:gd name="connsiteY81" fmla="*/ 1296797 h 1525016"/>
                <a:gd name="connsiteX82" fmla="*/ 1261431 w 1522114"/>
                <a:gd name="connsiteY82" fmla="*/ 1352423 h 1525016"/>
                <a:gd name="connsiteX83" fmla="*/ 1374969 w 1522114"/>
                <a:gd name="connsiteY83" fmla="*/ 1363853 h 1525016"/>
                <a:gd name="connsiteX84" fmla="*/ 1357316 w 1522114"/>
                <a:gd name="connsiteY84" fmla="*/ 1335151 h 1525016"/>
                <a:gd name="connsiteX85" fmla="*/ 1258637 w 1522114"/>
                <a:gd name="connsiteY85" fmla="*/ 1275588 h 1525016"/>
                <a:gd name="connsiteX86" fmla="*/ 1445581 w 1522114"/>
                <a:gd name="connsiteY86" fmla="*/ 1318895 h 1525016"/>
                <a:gd name="connsiteX87" fmla="*/ 1403163 w 1522114"/>
                <a:gd name="connsiteY87" fmla="*/ 1266317 h 1525016"/>
                <a:gd name="connsiteX88" fmla="*/ 1296229 w 1522114"/>
                <a:gd name="connsiteY88" fmla="*/ 1221359 h 1525016"/>
                <a:gd name="connsiteX89" fmla="*/ 1489269 w 1522114"/>
                <a:gd name="connsiteY89" fmla="*/ 1249045 h 1525016"/>
                <a:gd name="connsiteX90" fmla="*/ 1491174 w 1522114"/>
                <a:gd name="connsiteY90" fmla="*/ 1229233 h 1525016"/>
                <a:gd name="connsiteX91" fmla="*/ 1235269 w 1522114"/>
                <a:gd name="connsiteY91" fmla="*/ 1137285 h 1525016"/>
                <a:gd name="connsiteX92" fmla="*/ 1341060 w 1522114"/>
                <a:gd name="connsiteY92" fmla="*/ 1060831 h 1525016"/>
                <a:gd name="connsiteX93" fmla="*/ 1301944 w 1522114"/>
                <a:gd name="connsiteY93" fmla="*/ 1021842 h 1525016"/>
                <a:gd name="connsiteX94" fmla="*/ 1154370 w 1522114"/>
                <a:gd name="connsiteY94" fmla="*/ 1103757 h 1525016"/>
                <a:gd name="connsiteX95" fmla="*/ 857063 w 1522114"/>
                <a:gd name="connsiteY95" fmla="*/ 1070610 h 1525016"/>
                <a:gd name="connsiteX96" fmla="*/ 878272 w 1522114"/>
                <a:gd name="connsiteY96" fmla="*/ 1189990 h 1525016"/>
                <a:gd name="connsiteX97" fmla="*/ 905704 w 1522114"/>
                <a:gd name="connsiteY97" fmla="*/ 1429893 h 1525016"/>
                <a:gd name="connsiteX98" fmla="*/ 1188660 w 1522114"/>
                <a:gd name="connsiteY98" fmla="*/ 1363472 h 1525016"/>
                <a:gd name="connsiteX99" fmla="*/ 1073344 w 1522114"/>
                <a:gd name="connsiteY99" fmla="*/ 1189355 h 1525016"/>
                <a:gd name="connsiteX100" fmla="*/ 973522 w 1522114"/>
                <a:gd name="connsiteY100" fmla="*/ 1327277 h 1525016"/>
                <a:gd name="connsiteX101" fmla="*/ 945201 w 1522114"/>
                <a:gd name="connsiteY101" fmla="*/ 1376680 h 1525016"/>
                <a:gd name="connsiteX102" fmla="*/ 974665 w 1522114"/>
                <a:gd name="connsiteY102" fmla="*/ 1255903 h 1525016"/>
                <a:gd name="connsiteX103" fmla="*/ 857063 w 1522114"/>
                <a:gd name="connsiteY103" fmla="*/ 1070610 h 1525016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4058 w 1522114"/>
                <a:gd name="connsiteY46" fmla="*/ 143947 h 1382832"/>
                <a:gd name="connsiteX47" fmla="*/ 971617 w 1522114"/>
                <a:gd name="connsiteY47" fmla="*/ 179888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4058 w 1522114"/>
                <a:gd name="connsiteY46" fmla="*/ 143947 h 1382832"/>
                <a:gd name="connsiteX47" fmla="*/ 1053234 w 1522114"/>
                <a:gd name="connsiteY47" fmla="*/ 174057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4058 w 1522114"/>
                <a:gd name="connsiteY46" fmla="*/ 143947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229733 w 1522114"/>
                <a:gd name="connsiteY49" fmla="*/ 384357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063298 w 1522114"/>
                <a:gd name="connsiteY49" fmla="*/ 269933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021689 w 1522114"/>
                <a:gd name="connsiteY49" fmla="*/ 212721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75327 w 1522114"/>
                <a:gd name="connsiteY49" fmla="*/ 251516 h 1382832"/>
                <a:gd name="connsiteX50" fmla="*/ 227270 w 1522114"/>
                <a:gd name="connsiteY50" fmla="*/ 268661 h 1382832"/>
                <a:gd name="connsiteX51" fmla="*/ 284801 w 1522114"/>
                <a:gd name="connsiteY51" fmla="*/ 423601 h 1382832"/>
                <a:gd name="connsiteX52" fmla="*/ 256607 w 1522114"/>
                <a:gd name="connsiteY52" fmla="*/ 563936 h 1382832"/>
                <a:gd name="connsiteX53" fmla="*/ 204283 w 1522114"/>
                <a:gd name="connsiteY53" fmla="*/ 610672 h 1382832"/>
                <a:gd name="connsiteX54" fmla="*/ 615128 w 1522114"/>
                <a:gd name="connsiteY54" fmla="*/ 786948 h 1382832"/>
                <a:gd name="connsiteX55" fmla="*/ 979491 w 1522114"/>
                <a:gd name="connsiteY55" fmla="*/ 614609 h 1382832"/>
                <a:gd name="connsiteX56" fmla="*/ 1018353 w 1522114"/>
                <a:gd name="connsiteY56" fmla="*/ 320604 h 1382832"/>
                <a:gd name="connsiteX57" fmla="*/ 672151 w 1522114"/>
                <a:gd name="connsiteY57" fmla="*/ 31679 h 1382832"/>
                <a:gd name="connsiteX58" fmla="*/ 175327 w 1522114"/>
                <a:gd name="connsiteY58" fmla="*/ 251516 h 1382832"/>
                <a:gd name="connsiteX59" fmla="*/ 159833 w 1522114"/>
                <a:gd name="connsiteY59" fmla="*/ 286822 h 1382832"/>
                <a:gd name="connsiteX60" fmla="*/ 104588 w 1522114"/>
                <a:gd name="connsiteY60" fmla="*/ 475036 h 1382832"/>
                <a:gd name="connsiteX61" fmla="*/ 197679 w 1522114"/>
                <a:gd name="connsiteY61" fmla="*/ 581081 h 1382832"/>
                <a:gd name="connsiteX62" fmla="*/ 250892 w 1522114"/>
                <a:gd name="connsiteY62" fmla="*/ 499293 h 1382832"/>
                <a:gd name="connsiteX63" fmla="*/ 234636 w 1522114"/>
                <a:gd name="connsiteY63" fmla="*/ 323525 h 1382832"/>
                <a:gd name="connsiteX64" fmla="*/ 159833 w 1522114"/>
                <a:gd name="connsiteY64" fmla="*/ 286822 h 1382832"/>
                <a:gd name="connsiteX65" fmla="*/ 1052135 w 1522114"/>
                <a:gd name="connsiteY65" fmla="*/ 344988 h 1382832"/>
                <a:gd name="connsiteX66" fmla="*/ 1041086 w 1522114"/>
                <a:gd name="connsiteY66" fmla="*/ 554030 h 1382832"/>
                <a:gd name="connsiteX67" fmla="*/ 1052135 w 1522114"/>
                <a:gd name="connsiteY67" fmla="*/ 344988 h 1382832"/>
                <a:gd name="connsiteX68" fmla="*/ 441011 w 1522114"/>
                <a:gd name="connsiteY68" fmla="*/ 791901 h 1382832"/>
                <a:gd name="connsiteX69" fmla="*/ 658816 w 1522114"/>
                <a:gd name="connsiteY69" fmla="*/ 825556 h 1382832"/>
                <a:gd name="connsiteX70" fmla="*/ 569154 w 1522114"/>
                <a:gd name="connsiteY70" fmla="*/ 809554 h 1382832"/>
                <a:gd name="connsiteX71" fmla="*/ 441011 w 1522114"/>
                <a:gd name="connsiteY71" fmla="*/ 791901 h 1382832"/>
                <a:gd name="connsiteX72" fmla="*/ 303597 w 1522114"/>
                <a:gd name="connsiteY72" fmla="*/ 842447 h 1382832"/>
                <a:gd name="connsiteX73" fmla="*/ 288992 w 1522114"/>
                <a:gd name="connsiteY73" fmla="*/ 872038 h 1382832"/>
                <a:gd name="connsiteX74" fmla="*/ 345380 w 1522114"/>
                <a:gd name="connsiteY74" fmla="*/ 922457 h 1382832"/>
                <a:gd name="connsiteX75" fmla="*/ 332934 w 1522114"/>
                <a:gd name="connsiteY75" fmla="*/ 1080318 h 1382832"/>
                <a:gd name="connsiteX76" fmla="*/ 384369 w 1522114"/>
                <a:gd name="connsiteY76" fmla="*/ 1008817 h 1382832"/>
                <a:gd name="connsiteX77" fmla="*/ 303597 w 1522114"/>
                <a:gd name="connsiteY77" fmla="*/ 842447 h 1382832"/>
                <a:gd name="connsiteX78" fmla="*/ 1154370 w 1522114"/>
                <a:gd name="connsiteY78" fmla="*/ 961573 h 1382832"/>
                <a:gd name="connsiteX79" fmla="*/ 1130875 w 1522114"/>
                <a:gd name="connsiteY79" fmla="*/ 1154613 h 1382832"/>
                <a:gd name="connsiteX80" fmla="*/ 1261431 w 1522114"/>
                <a:gd name="connsiteY80" fmla="*/ 1210239 h 1382832"/>
                <a:gd name="connsiteX81" fmla="*/ 1374969 w 1522114"/>
                <a:gd name="connsiteY81" fmla="*/ 1221669 h 1382832"/>
                <a:gd name="connsiteX82" fmla="*/ 1357316 w 1522114"/>
                <a:gd name="connsiteY82" fmla="*/ 1192967 h 1382832"/>
                <a:gd name="connsiteX83" fmla="*/ 1258637 w 1522114"/>
                <a:gd name="connsiteY83" fmla="*/ 1133404 h 1382832"/>
                <a:gd name="connsiteX84" fmla="*/ 1445581 w 1522114"/>
                <a:gd name="connsiteY84" fmla="*/ 1176711 h 1382832"/>
                <a:gd name="connsiteX85" fmla="*/ 1403163 w 1522114"/>
                <a:gd name="connsiteY85" fmla="*/ 1124133 h 1382832"/>
                <a:gd name="connsiteX86" fmla="*/ 1296229 w 1522114"/>
                <a:gd name="connsiteY86" fmla="*/ 1079175 h 1382832"/>
                <a:gd name="connsiteX87" fmla="*/ 1489269 w 1522114"/>
                <a:gd name="connsiteY87" fmla="*/ 1106861 h 1382832"/>
                <a:gd name="connsiteX88" fmla="*/ 1491174 w 1522114"/>
                <a:gd name="connsiteY88" fmla="*/ 1087049 h 1382832"/>
                <a:gd name="connsiteX89" fmla="*/ 1235269 w 1522114"/>
                <a:gd name="connsiteY89" fmla="*/ 995101 h 1382832"/>
                <a:gd name="connsiteX90" fmla="*/ 1341060 w 1522114"/>
                <a:gd name="connsiteY90" fmla="*/ 918647 h 1382832"/>
                <a:gd name="connsiteX91" fmla="*/ 1301944 w 1522114"/>
                <a:gd name="connsiteY91" fmla="*/ 879658 h 1382832"/>
                <a:gd name="connsiteX92" fmla="*/ 1154370 w 1522114"/>
                <a:gd name="connsiteY92" fmla="*/ 961573 h 1382832"/>
                <a:gd name="connsiteX93" fmla="*/ 857063 w 1522114"/>
                <a:gd name="connsiteY93" fmla="*/ 928426 h 1382832"/>
                <a:gd name="connsiteX94" fmla="*/ 878272 w 1522114"/>
                <a:gd name="connsiteY94" fmla="*/ 1047806 h 1382832"/>
                <a:gd name="connsiteX95" fmla="*/ 905704 w 1522114"/>
                <a:gd name="connsiteY95" fmla="*/ 1287709 h 1382832"/>
                <a:gd name="connsiteX96" fmla="*/ 1188660 w 1522114"/>
                <a:gd name="connsiteY96" fmla="*/ 1221288 h 1382832"/>
                <a:gd name="connsiteX97" fmla="*/ 1073344 w 1522114"/>
                <a:gd name="connsiteY97" fmla="*/ 1047171 h 1382832"/>
                <a:gd name="connsiteX98" fmla="*/ 973522 w 1522114"/>
                <a:gd name="connsiteY98" fmla="*/ 1185093 h 1382832"/>
                <a:gd name="connsiteX99" fmla="*/ 945201 w 1522114"/>
                <a:gd name="connsiteY99" fmla="*/ 1234496 h 1382832"/>
                <a:gd name="connsiteX100" fmla="*/ 974665 w 1522114"/>
                <a:gd name="connsiteY100" fmla="*/ 1113719 h 1382832"/>
                <a:gd name="connsiteX101" fmla="*/ 857063 w 1522114"/>
                <a:gd name="connsiteY101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52135 w 1522114"/>
                <a:gd name="connsiteY63" fmla="*/ 344988 h 1382832"/>
                <a:gd name="connsiteX64" fmla="*/ 1041086 w 1522114"/>
                <a:gd name="connsiteY64" fmla="*/ 554030 h 1382832"/>
                <a:gd name="connsiteX65" fmla="*/ 1052135 w 1522114"/>
                <a:gd name="connsiteY65" fmla="*/ 34498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52135 w 1522114"/>
                <a:gd name="connsiteY63" fmla="*/ 34498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36532 w 1522114"/>
                <a:gd name="connsiteY63" fmla="*/ 34498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153556 w 1522114"/>
                <a:gd name="connsiteY63" fmla="*/ 339787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171760 w 1522114"/>
                <a:gd name="connsiteY63" fmla="*/ 43860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36532 w 1522114"/>
                <a:gd name="connsiteY63" fmla="*/ 21496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955915 w 1522114"/>
                <a:gd name="connsiteY63" fmla="*/ 16555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955915 w 1522114"/>
                <a:gd name="connsiteY63" fmla="*/ 16555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955915 w 1522114"/>
                <a:gd name="connsiteY63" fmla="*/ 16555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202966 w 1522114"/>
                <a:gd name="connsiteY63" fmla="*/ 29557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41086 w 1522114"/>
                <a:gd name="connsiteY63" fmla="*/ 554030 h 1382832"/>
                <a:gd name="connsiteX64" fmla="*/ 1052135 w 1522114"/>
                <a:gd name="connsiteY64" fmla="*/ 394398 h 1382832"/>
                <a:gd name="connsiteX65" fmla="*/ 441011 w 1522114"/>
                <a:gd name="connsiteY65" fmla="*/ 791901 h 1382832"/>
                <a:gd name="connsiteX66" fmla="*/ 658816 w 1522114"/>
                <a:gd name="connsiteY66" fmla="*/ 825556 h 1382832"/>
                <a:gd name="connsiteX67" fmla="*/ 569154 w 1522114"/>
                <a:gd name="connsiteY67" fmla="*/ 809554 h 1382832"/>
                <a:gd name="connsiteX68" fmla="*/ 441011 w 1522114"/>
                <a:gd name="connsiteY68" fmla="*/ 791901 h 1382832"/>
                <a:gd name="connsiteX69" fmla="*/ 303597 w 1522114"/>
                <a:gd name="connsiteY69" fmla="*/ 842447 h 1382832"/>
                <a:gd name="connsiteX70" fmla="*/ 288992 w 1522114"/>
                <a:gd name="connsiteY70" fmla="*/ 872038 h 1382832"/>
                <a:gd name="connsiteX71" fmla="*/ 345380 w 1522114"/>
                <a:gd name="connsiteY71" fmla="*/ 922457 h 1382832"/>
                <a:gd name="connsiteX72" fmla="*/ 332934 w 1522114"/>
                <a:gd name="connsiteY72" fmla="*/ 1080318 h 1382832"/>
                <a:gd name="connsiteX73" fmla="*/ 384369 w 1522114"/>
                <a:gd name="connsiteY73" fmla="*/ 1008817 h 1382832"/>
                <a:gd name="connsiteX74" fmla="*/ 303597 w 1522114"/>
                <a:gd name="connsiteY74" fmla="*/ 842447 h 1382832"/>
                <a:gd name="connsiteX75" fmla="*/ 1154370 w 1522114"/>
                <a:gd name="connsiteY75" fmla="*/ 961573 h 1382832"/>
                <a:gd name="connsiteX76" fmla="*/ 1130875 w 1522114"/>
                <a:gd name="connsiteY76" fmla="*/ 1154613 h 1382832"/>
                <a:gd name="connsiteX77" fmla="*/ 1261431 w 1522114"/>
                <a:gd name="connsiteY77" fmla="*/ 1210239 h 1382832"/>
                <a:gd name="connsiteX78" fmla="*/ 1374969 w 1522114"/>
                <a:gd name="connsiteY78" fmla="*/ 1221669 h 1382832"/>
                <a:gd name="connsiteX79" fmla="*/ 1357316 w 1522114"/>
                <a:gd name="connsiteY79" fmla="*/ 1192967 h 1382832"/>
                <a:gd name="connsiteX80" fmla="*/ 1258637 w 1522114"/>
                <a:gd name="connsiteY80" fmla="*/ 1133404 h 1382832"/>
                <a:gd name="connsiteX81" fmla="*/ 1445581 w 1522114"/>
                <a:gd name="connsiteY81" fmla="*/ 1176711 h 1382832"/>
                <a:gd name="connsiteX82" fmla="*/ 1403163 w 1522114"/>
                <a:gd name="connsiteY82" fmla="*/ 1124133 h 1382832"/>
                <a:gd name="connsiteX83" fmla="*/ 1296229 w 1522114"/>
                <a:gd name="connsiteY83" fmla="*/ 1079175 h 1382832"/>
                <a:gd name="connsiteX84" fmla="*/ 1489269 w 1522114"/>
                <a:gd name="connsiteY84" fmla="*/ 1106861 h 1382832"/>
                <a:gd name="connsiteX85" fmla="*/ 1491174 w 1522114"/>
                <a:gd name="connsiteY85" fmla="*/ 1087049 h 1382832"/>
                <a:gd name="connsiteX86" fmla="*/ 1235269 w 1522114"/>
                <a:gd name="connsiteY86" fmla="*/ 995101 h 1382832"/>
                <a:gd name="connsiteX87" fmla="*/ 1341060 w 1522114"/>
                <a:gd name="connsiteY87" fmla="*/ 918647 h 1382832"/>
                <a:gd name="connsiteX88" fmla="*/ 1301944 w 1522114"/>
                <a:gd name="connsiteY88" fmla="*/ 879658 h 1382832"/>
                <a:gd name="connsiteX89" fmla="*/ 1154370 w 1522114"/>
                <a:gd name="connsiteY89" fmla="*/ 961573 h 1382832"/>
                <a:gd name="connsiteX90" fmla="*/ 857063 w 1522114"/>
                <a:gd name="connsiteY90" fmla="*/ 928426 h 1382832"/>
                <a:gd name="connsiteX91" fmla="*/ 878272 w 1522114"/>
                <a:gd name="connsiteY91" fmla="*/ 1047806 h 1382832"/>
                <a:gd name="connsiteX92" fmla="*/ 905704 w 1522114"/>
                <a:gd name="connsiteY92" fmla="*/ 1287709 h 1382832"/>
                <a:gd name="connsiteX93" fmla="*/ 1188660 w 1522114"/>
                <a:gd name="connsiteY93" fmla="*/ 1221288 h 1382832"/>
                <a:gd name="connsiteX94" fmla="*/ 1073344 w 1522114"/>
                <a:gd name="connsiteY94" fmla="*/ 1047171 h 1382832"/>
                <a:gd name="connsiteX95" fmla="*/ 973522 w 1522114"/>
                <a:gd name="connsiteY95" fmla="*/ 1185093 h 1382832"/>
                <a:gd name="connsiteX96" fmla="*/ 945201 w 1522114"/>
                <a:gd name="connsiteY96" fmla="*/ 1234496 h 1382832"/>
                <a:gd name="connsiteX97" fmla="*/ 974665 w 1522114"/>
                <a:gd name="connsiteY97" fmla="*/ 1113719 h 1382832"/>
                <a:gd name="connsiteX98" fmla="*/ 857063 w 1522114"/>
                <a:gd name="connsiteY98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949887 w 1522114"/>
                <a:gd name="connsiteY47" fmla="*/ 155606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962889 w 1522114"/>
                <a:gd name="connsiteY47" fmla="*/ 181611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38305 w 1522114"/>
                <a:gd name="connsiteY47" fmla="*/ 31944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38305 w 1522114"/>
                <a:gd name="connsiteY47" fmla="*/ 31944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38305 w 1522114"/>
                <a:gd name="connsiteY47" fmla="*/ 31944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4736 w 1522114"/>
                <a:gd name="connsiteY65" fmla="*/ 415202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1522114" h="1382832">
                  <a:moveTo>
                    <a:pt x="1100903" y="471353"/>
                  </a:moveTo>
                  <a:cubicBezTo>
                    <a:pt x="1094934" y="499547"/>
                    <a:pt x="1090108" y="528757"/>
                    <a:pt x="1075122" y="553776"/>
                  </a:cubicBezTo>
                  <a:cubicBezTo>
                    <a:pt x="1055945" y="588574"/>
                    <a:pt x="1017718" y="606227"/>
                    <a:pt x="994858" y="638104"/>
                  </a:cubicBezTo>
                  <a:cubicBezTo>
                    <a:pt x="967680" y="673791"/>
                    <a:pt x="937454" y="707446"/>
                    <a:pt x="900370" y="733100"/>
                  </a:cubicBezTo>
                  <a:cubicBezTo>
                    <a:pt x="858841" y="760405"/>
                    <a:pt x="812613" y="779709"/>
                    <a:pt x="765623" y="795330"/>
                  </a:cubicBezTo>
                  <a:cubicBezTo>
                    <a:pt x="871160" y="870006"/>
                    <a:pt x="929834" y="989894"/>
                    <a:pt x="993715" y="1098479"/>
                  </a:cubicBezTo>
                  <a:cubicBezTo>
                    <a:pt x="1031561" y="1054537"/>
                    <a:pt x="1069915" y="1010976"/>
                    <a:pt x="1109666" y="968558"/>
                  </a:cubicBezTo>
                  <a:cubicBezTo>
                    <a:pt x="1156783" y="917123"/>
                    <a:pt x="1222442" y="889564"/>
                    <a:pt x="1283275" y="857941"/>
                  </a:cubicBezTo>
                  <a:cubicBezTo>
                    <a:pt x="1319978" y="840669"/>
                    <a:pt x="1372683" y="861624"/>
                    <a:pt x="1372810" y="906074"/>
                  </a:cubicBezTo>
                  <a:cubicBezTo>
                    <a:pt x="1369762" y="950778"/>
                    <a:pt x="1323534" y="970971"/>
                    <a:pt x="1290260" y="991291"/>
                  </a:cubicBezTo>
                  <a:cubicBezTo>
                    <a:pt x="1367222" y="1005896"/>
                    <a:pt x="1461583" y="1006150"/>
                    <a:pt x="1514796" y="1072571"/>
                  </a:cubicBezTo>
                  <a:cubicBezTo>
                    <a:pt x="1541974" y="1111179"/>
                    <a:pt x="1486602" y="1127308"/>
                    <a:pt x="1460440" y="1137595"/>
                  </a:cubicBezTo>
                  <a:cubicBezTo>
                    <a:pt x="1461202" y="1153597"/>
                    <a:pt x="1461329" y="1169599"/>
                    <a:pt x="1460821" y="1185728"/>
                  </a:cubicBezTo>
                  <a:cubicBezTo>
                    <a:pt x="1449010" y="1205413"/>
                    <a:pt x="1422213" y="1201222"/>
                    <a:pt x="1403163" y="1206937"/>
                  </a:cubicBezTo>
                  <a:cubicBezTo>
                    <a:pt x="1401639" y="1214557"/>
                    <a:pt x="1398337" y="1229670"/>
                    <a:pt x="1396686" y="1237290"/>
                  </a:cubicBezTo>
                  <a:cubicBezTo>
                    <a:pt x="1340679" y="1264722"/>
                    <a:pt x="1279719" y="1236909"/>
                    <a:pt x="1222569" y="1229162"/>
                  </a:cubicBezTo>
                  <a:cubicBezTo>
                    <a:pt x="1167578" y="1270945"/>
                    <a:pt x="1111952" y="1318951"/>
                    <a:pt x="1041340" y="1330381"/>
                  </a:cubicBezTo>
                  <a:cubicBezTo>
                    <a:pt x="996382" y="1342192"/>
                    <a:pt x="950662" y="1328857"/>
                    <a:pt x="907228" y="1317300"/>
                  </a:cubicBezTo>
                  <a:cubicBezTo>
                    <a:pt x="907863" y="1335842"/>
                    <a:pt x="908625" y="1354511"/>
                    <a:pt x="909260" y="1373180"/>
                  </a:cubicBezTo>
                  <a:lnTo>
                    <a:pt x="884622" y="1371656"/>
                  </a:lnTo>
                  <a:cubicBezTo>
                    <a:pt x="882336" y="1346764"/>
                    <a:pt x="880939" y="1321999"/>
                    <a:pt x="878780" y="1297234"/>
                  </a:cubicBezTo>
                  <a:cubicBezTo>
                    <a:pt x="867477" y="1160963"/>
                    <a:pt x="854904" y="1024184"/>
                    <a:pt x="820106" y="891596"/>
                  </a:cubicBezTo>
                  <a:cubicBezTo>
                    <a:pt x="811089" y="855020"/>
                    <a:pt x="777942" y="835335"/>
                    <a:pt x="747208" y="818825"/>
                  </a:cubicBezTo>
                  <a:cubicBezTo>
                    <a:pt x="648021" y="873562"/>
                    <a:pt x="526736" y="854893"/>
                    <a:pt x="424882" y="817174"/>
                  </a:cubicBezTo>
                  <a:cubicBezTo>
                    <a:pt x="396561" y="803966"/>
                    <a:pt x="366081" y="815523"/>
                    <a:pt x="337125" y="819333"/>
                  </a:cubicBezTo>
                  <a:cubicBezTo>
                    <a:pt x="379924" y="879785"/>
                    <a:pt x="430470" y="953572"/>
                    <a:pt x="407610" y="1031169"/>
                  </a:cubicBezTo>
                  <a:cubicBezTo>
                    <a:pt x="398085" y="1073079"/>
                    <a:pt x="358461" y="1093780"/>
                    <a:pt x="322774" y="1110290"/>
                  </a:cubicBezTo>
                  <a:cubicBezTo>
                    <a:pt x="311471" y="1185474"/>
                    <a:pt x="293945" y="1259642"/>
                    <a:pt x="288357" y="1335588"/>
                  </a:cubicBezTo>
                  <a:cubicBezTo>
                    <a:pt x="287087" y="1344605"/>
                    <a:pt x="284420" y="1362639"/>
                    <a:pt x="283023" y="1371656"/>
                  </a:cubicBezTo>
                  <a:lnTo>
                    <a:pt x="259020" y="1376355"/>
                  </a:lnTo>
                  <a:cubicBezTo>
                    <a:pt x="267021" y="1247958"/>
                    <a:pt x="295850" y="1122228"/>
                    <a:pt x="323409" y="997006"/>
                  </a:cubicBezTo>
                  <a:cubicBezTo>
                    <a:pt x="329124" y="968558"/>
                    <a:pt x="329632" y="933887"/>
                    <a:pt x="305629" y="913186"/>
                  </a:cubicBezTo>
                  <a:cubicBezTo>
                    <a:pt x="277181" y="895660"/>
                    <a:pt x="247844" y="918012"/>
                    <a:pt x="229556" y="939348"/>
                  </a:cubicBezTo>
                  <a:cubicBezTo>
                    <a:pt x="118812" y="1058728"/>
                    <a:pt x="60900" y="1215954"/>
                    <a:pt x="18228" y="1370513"/>
                  </a:cubicBezTo>
                  <a:lnTo>
                    <a:pt x="2099" y="1382832"/>
                  </a:lnTo>
                  <a:cubicBezTo>
                    <a:pt x="-5394" y="1349558"/>
                    <a:pt x="8957" y="1318062"/>
                    <a:pt x="17212" y="1286566"/>
                  </a:cubicBezTo>
                  <a:cubicBezTo>
                    <a:pt x="36516" y="1209096"/>
                    <a:pt x="70679" y="1136325"/>
                    <a:pt x="107001" y="1065586"/>
                  </a:cubicBezTo>
                  <a:cubicBezTo>
                    <a:pt x="137100" y="1010976"/>
                    <a:pt x="174184" y="960430"/>
                    <a:pt x="216983" y="915091"/>
                  </a:cubicBezTo>
                  <a:cubicBezTo>
                    <a:pt x="248352" y="882960"/>
                    <a:pt x="268545" y="840796"/>
                    <a:pt x="304867" y="813491"/>
                  </a:cubicBezTo>
                  <a:cubicBezTo>
                    <a:pt x="329886" y="793806"/>
                    <a:pt x="361763" y="787964"/>
                    <a:pt x="391481" y="779328"/>
                  </a:cubicBezTo>
                  <a:cubicBezTo>
                    <a:pt x="343475" y="756087"/>
                    <a:pt x="293564" y="734497"/>
                    <a:pt x="252924" y="699191"/>
                  </a:cubicBezTo>
                  <a:cubicBezTo>
                    <a:pt x="209236" y="665790"/>
                    <a:pt x="187392" y="610672"/>
                    <a:pt x="138243" y="584002"/>
                  </a:cubicBezTo>
                  <a:cubicBezTo>
                    <a:pt x="109033" y="565841"/>
                    <a:pt x="90491" y="534599"/>
                    <a:pt x="83633" y="501452"/>
                  </a:cubicBezTo>
                  <a:cubicBezTo>
                    <a:pt x="60900" y="421061"/>
                    <a:pt x="74616" y="324795"/>
                    <a:pt x="139767" y="267645"/>
                  </a:cubicBezTo>
                  <a:cubicBezTo>
                    <a:pt x="191075" y="151567"/>
                    <a:pt x="291278" y="58476"/>
                    <a:pt x="413198" y="21138"/>
                  </a:cubicBezTo>
                  <a:cubicBezTo>
                    <a:pt x="516830" y="-5278"/>
                    <a:pt x="626558" y="-7564"/>
                    <a:pt x="730698" y="17836"/>
                  </a:cubicBezTo>
                  <a:cubicBezTo>
                    <a:pt x="813939" y="34943"/>
                    <a:pt x="876112" y="98221"/>
                    <a:pt x="912643" y="121183"/>
                  </a:cubicBezTo>
                  <a:cubicBezTo>
                    <a:pt x="972579" y="183153"/>
                    <a:pt x="1025963" y="238339"/>
                    <a:pt x="1056509" y="366250"/>
                  </a:cubicBezTo>
                  <a:moveTo>
                    <a:pt x="175327" y="251516"/>
                  </a:moveTo>
                  <a:cubicBezTo>
                    <a:pt x="192726" y="256977"/>
                    <a:pt x="209998" y="262692"/>
                    <a:pt x="227270" y="268661"/>
                  </a:cubicBezTo>
                  <a:cubicBezTo>
                    <a:pt x="268418" y="309682"/>
                    <a:pt x="275276" y="369245"/>
                    <a:pt x="284801" y="423601"/>
                  </a:cubicBezTo>
                  <a:cubicBezTo>
                    <a:pt x="288484" y="471988"/>
                    <a:pt x="270450" y="518470"/>
                    <a:pt x="256607" y="563936"/>
                  </a:cubicBezTo>
                  <a:cubicBezTo>
                    <a:pt x="239970" y="580446"/>
                    <a:pt x="222571" y="596067"/>
                    <a:pt x="204283" y="610672"/>
                  </a:cubicBezTo>
                  <a:cubicBezTo>
                    <a:pt x="296231" y="739450"/>
                    <a:pt x="463490" y="787710"/>
                    <a:pt x="615128" y="786948"/>
                  </a:cubicBezTo>
                  <a:cubicBezTo>
                    <a:pt x="754447" y="793552"/>
                    <a:pt x="900243" y="732338"/>
                    <a:pt x="979491" y="614609"/>
                  </a:cubicBezTo>
                  <a:cubicBezTo>
                    <a:pt x="1036133" y="529773"/>
                    <a:pt x="1058231" y="416743"/>
                    <a:pt x="1018353" y="320604"/>
                  </a:cubicBezTo>
                  <a:cubicBezTo>
                    <a:pt x="969077" y="169474"/>
                    <a:pt x="828742" y="54793"/>
                    <a:pt x="672151" y="31679"/>
                  </a:cubicBezTo>
                  <a:cubicBezTo>
                    <a:pt x="483302" y="-10739"/>
                    <a:pt x="265878" y="75748"/>
                    <a:pt x="175327" y="251516"/>
                  </a:cubicBezTo>
                  <a:moveTo>
                    <a:pt x="159833" y="286822"/>
                  </a:moveTo>
                  <a:cubicBezTo>
                    <a:pt x="97349" y="324033"/>
                    <a:pt x="93285" y="410901"/>
                    <a:pt x="104588" y="475036"/>
                  </a:cubicBezTo>
                  <a:cubicBezTo>
                    <a:pt x="109414" y="523804"/>
                    <a:pt x="139767" y="587050"/>
                    <a:pt x="197679" y="581081"/>
                  </a:cubicBezTo>
                  <a:cubicBezTo>
                    <a:pt x="231715" y="568635"/>
                    <a:pt x="242129" y="530535"/>
                    <a:pt x="250892" y="499293"/>
                  </a:cubicBezTo>
                  <a:cubicBezTo>
                    <a:pt x="268926" y="441127"/>
                    <a:pt x="256353" y="378770"/>
                    <a:pt x="234636" y="323525"/>
                  </a:cubicBezTo>
                  <a:cubicBezTo>
                    <a:pt x="224095" y="294823"/>
                    <a:pt x="190059" y="268915"/>
                    <a:pt x="159833" y="286822"/>
                  </a:cubicBezTo>
                  <a:moveTo>
                    <a:pt x="1041086" y="554030"/>
                  </a:moveTo>
                  <a:cubicBezTo>
                    <a:pt x="1085663" y="495356"/>
                    <a:pt x="1087629" y="479337"/>
                    <a:pt x="1054736" y="415202"/>
                  </a:cubicBezTo>
                  <a:moveTo>
                    <a:pt x="441011" y="791901"/>
                  </a:moveTo>
                  <a:cubicBezTo>
                    <a:pt x="504003" y="832922"/>
                    <a:pt x="586553" y="833176"/>
                    <a:pt x="658816" y="825556"/>
                  </a:cubicBezTo>
                  <a:cubicBezTo>
                    <a:pt x="631384" y="810316"/>
                    <a:pt x="599507" y="811840"/>
                    <a:pt x="569154" y="809554"/>
                  </a:cubicBezTo>
                  <a:cubicBezTo>
                    <a:pt x="526101" y="806633"/>
                    <a:pt x="483937" y="796981"/>
                    <a:pt x="441011" y="791901"/>
                  </a:cubicBezTo>
                  <a:moveTo>
                    <a:pt x="303597" y="842447"/>
                  </a:moveTo>
                  <a:cubicBezTo>
                    <a:pt x="298771" y="852226"/>
                    <a:pt x="293818" y="862132"/>
                    <a:pt x="288992" y="872038"/>
                  </a:cubicBezTo>
                  <a:cubicBezTo>
                    <a:pt x="311725" y="883595"/>
                    <a:pt x="336363" y="896676"/>
                    <a:pt x="345380" y="922457"/>
                  </a:cubicBezTo>
                  <a:cubicBezTo>
                    <a:pt x="365446" y="974273"/>
                    <a:pt x="341062" y="1028629"/>
                    <a:pt x="332934" y="1080318"/>
                  </a:cubicBezTo>
                  <a:cubicBezTo>
                    <a:pt x="360620" y="1066221"/>
                    <a:pt x="386655" y="1042853"/>
                    <a:pt x="384369" y="1008817"/>
                  </a:cubicBezTo>
                  <a:cubicBezTo>
                    <a:pt x="387671" y="947349"/>
                    <a:pt x="365065" y="867593"/>
                    <a:pt x="303597" y="842447"/>
                  </a:cubicBezTo>
                  <a:moveTo>
                    <a:pt x="1154370" y="961573"/>
                  </a:moveTo>
                  <a:cubicBezTo>
                    <a:pt x="1093537" y="1003356"/>
                    <a:pt x="1079059" y="1100130"/>
                    <a:pt x="1130875" y="1154613"/>
                  </a:cubicBezTo>
                  <a:cubicBezTo>
                    <a:pt x="1164276" y="1191189"/>
                    <a:pt x="1215076" y="1200714"/>
                    <a:pt x="1261431" y="1210239"/>
                  </a:cubicBezTo>
                  <a:cubicBezTo>
                    <a:pt x="1298769" y="1216716"/>
                    <a:pt x="1336742" y="1229035"/>
                    <a:pt x="1374969" y="1221669"/>
                  </a:cubicBezTo>
                  <a:cubicBezTo>
                    <a:pt x="1378906" y="1205667"/>
                    <a:pt x="1373064" y="1196015"/>
                    <a:pt x="1357316" y="1192967"/>
                  </a:cubicBezTo>
                  <a:cubicBezTo>
                    <a:pt x="1323280" y="1175568"/>
                    <a:pt x="1272734" y="1175695"/>
                    <a:pt x="1258637" y="1133404"/>
                  </a:cubicBezTo>
                  <a:cubicBezTo>
                    <a:pt x="1322010" y="1145088"/>
                    <a:pt x="1378271" y="1187887"/>
                    <a:pt x="1445581" y="1176711"/>
                  </a:cubicBezTo>
                  <a:cubicBezTo>
                    <a:pt x="1434786" y="1157534"/>
                    <a:pt x="1430341" y="1126038"/>
                    <a:pt x="1403163" y="1124133"/>
                  </a:cubicBezTo>
                  <a:cubicBezTo>
                    <a:pt x="1367603" y="1109655"/>
                    <a:pt x="1310580" y="1123752"/>
                    <a:pt x="1296229" y="1079175"/>
                  </a:cubicBezTo>
                  <a:cubicBezTo>
                    <a:pt x="1361507" y="1082604"/>
                    <a:pt x="1423483" y="1111306"/>
                    <a:pt x="1489269" y="1106861"/>
                  </a:cubicBezTo>
                  <a:cubicBezTo>
                    <a:pt x="1489777" y="1101908"/>
                    <a:pt x="1490666" y="1092002"/>
                    <a:pt x="1491174" y="1087049"/>
                  </a:cubicBezTo>
                  <a:cubicBezTo>
                    <a:pt x="1425134" y="1015167"/>
                    <a:pt x="1315279" y="1039678"/>
                    <a:pt x="1235269" y="995101"/>
                  </a:cubicBezTo>
                  <a:cubicBezTo>
                    <a:pt x="1267400" y="965129"/>
                    <a:pt x="1315025" y="954969"/>
                    <a:pt x="1341060" y="918647"/>
                  </a:cubicBezTo>
                  <a:cubicBezTo>
                    <a:pt x="1357189" y="895533"/>
                    <a:pt x="1325185" y="867720"/>
                    <a:pt x="1301944" y="879658"/>
                  </a:cubicBezTo>
                  <a:cubicBezTo>
                    <a:pt x="1249620" y="900359"/>
                    <a:pt x="1200217" y="928807"/>
                    <a:pt x="1154370" y="961573"/>
                  </a:cubicBezTo>
                  <a:moveTo>
                    <a:pt x="857063" y="928426"/>
                  </a:moveTo>
                  <a:cubicBezTo>
                    <a:pt x="862905" y="968431"/>
                    <a:pt x="869509" y="1008309"/>
                    <a:pt x="878272" y="1047806"/>
                  </a:cubicBezTo>
                  <a:cubicBezTo>
                    <a:pt x="894655" y="1126800"/>
                    <a:pt x="890718" y="1208461"/>
                    <a:pt x="905704" y="1287709"/>
                  </a:cubicBezTo>
                  <a:cubicBezTo>
                    <a:pt x="1003113" y="1335334"/>
                    <a:pt x="1115635" y="1292789"/>
                    <a:pt x="1188660" y="1221288"/>
                  </a:cubicBezTo>
                  <a:cubicBezTo>
                    <a:pt x="1114238" y="1199063"/>
                    <a:pt x="1062930" y="1125403"/>
                    <a:pt x="1073344" y="1047171"/>
                  </a:cubicBezTo>
                  <a:cubicBezTo>
                    <a:pt x="1035625" y="1089335"/>
                    <a:pt x="991429" y="1129975"/>
                    <a:pt x="973522" y="1185093"/>
                  </a:cubicBezTo>
                  <a:cubicBezTo>
                    <a:pt x="968823" y="1204016"/>
                    <a:pt x="958917" y="1220653"/>
                    <a:pt x="945201" y="1234496"/>
                  </a:cubicBezTo>
                  <a:cubicBezTo>
                    <a:pt x="926659" y="1190300"/>
                    <a:pt x="968823" y="1153851"/>
                    <a:pt x="974665" y="1113719"/>
                  </a:cubicBezTo>
                  <a:cubicBezTo>
                    <a:pt x="938978" y="1049838"/>
                    <a:pt x="899481" y="988116"/>
                    <a:pt x="857063" y="928426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78" name="任意形状 1177">
              <a:extLst>
                <a:ext uri="{FF2B5EF4-FFF2-40B4-BE49-F238E27FC236}">
                  <a16:creationId xmlns:a16="http://schemas.microsoft.com/office/drawing/2014/main" id="{E89A984F-0B7A-1498-F463-E93E72007E0A}"/>
                </a:ext>
              </a:extLst>
            </p:cNvPr>
            <p:cNvSpPr/>
            <p:nvPr/>
          </p:nvSpPr>
          <p:spPr>
            <a:xfrm>
              <a:off x="473959" y="874495"/>
              <a:ext cx="356515" cy="277723"/>
            </a:xfrm>
            <a:custGeom>
              <a:avLst/>
              <a:gdLst>
                <a:gd name="connsiteX0" fmla="*/ 18840 w 654613"/>
                <a:gd name="connsiteY0" fmla="*/ 154795 h 509939"/>
                <a:gd name="connsiteX1" fmla="*/ 227374 w 654613"/>
                <a:gd name="connsiteY1" fmla="*/ 3792 h 509939"/>
                <a:gd name="connsiteX2" fmla="*/ 610406 w 654613"/>
                <a:gd name="connsiteY2" fmla="*/ 90660 h 509939"/>
                <a:gd name="connsiteX3" fmla="*/ 643299 w 654613"/>
                <a:gd name="connsiteY3" fmla="*/ 311132 h 509939"/>
                <a:gd name="connsiteX4" fmla="*/ 430828 w 654613"/>
                <a:gd name="connsiteY4" fmla="*/ 499346 h 509939"/>
                <a:gd name="connsiteX5" fmla="*/ 113455 w 654613"/>
                <a:gd name="connsiteY5" fmla="*/ 453626 h 509939"/>
                <a:gd name="connsiteX6" fmla="*/ 18840 w 654613"/>
                <a:gd name="connsiteY6" fmla="*/ 154795 h 509939"/>
                <a:gd name="connsiteX7" fmla="*/ 193592 w 654613"/>
                <a:gd name="connsiteY7" fmla="*/ 34653 h 509939"/>
                <a:gd name="connsiteX8" fmla="*/ 41573 w 654613"/>
                <a:gd name="connsiteY8" fmla="*/ 331198 h 509939"/>
                <a:gd name="connsiteX9" fmla="*/ 145332 w 654613"/>
                <a:gd name="connsiteY9" fmla="*/ 441815 h 509939"/>
                <a:gd name="connsiteX10" fmla="*/ 405682 w 654613"/>
                <a:gd name="connsiteY10" fmla="*/ 479407 h 509939"/>
                <a:gd name="connsiteX11" fmla="*/ 625773 w 654613"/>
                <a:gd name="connsiteY11" fmla="*/ 257665 h 509939"/>
                <a:gd name="connsiteX12" fmla="*/ 578656 w 654613"/>
                <a:gd name="connsiteY12" fmla="*/ 97518 h 509939"/>
                <a:gd name="connsiteX13" fmla="*/ 193592 w 654613"/>
                <a:gd name="connsiteY13" fmla="*/ 34653 h 50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4613" h="509939">
                  <a:moveTo>
                    <a:pt x="18840" y="154795"/>
                  </a:moveTo>
                  <a:cubicBezTo>
                    <a:pt x="46526" y="65006"/>
                    <a:pt x="136950" y="10142"/>
                    <a:pt x="227374" y="3792"/>
                  </a:cubicBezTo>
                  <a:cubicBezTo>
                    <a:pt x="358565" y="-5479"/>
                    <a:pt x="507790" y="-4844"/>
                    <a:pt x="610406" y="90660"/>
                  </a:cubicBezTo>
                  <a:cubicBezTo>
                    <a:pt x="659936" y="151874"/>
                    <a:pt x="662984" y="237853"/>
                    <a:pt x="643299" y="311132"/>
                  </a:cubicBezTo>
                  <a:cubicBezTo>
                    <a:pt x="613073" y="406636"/>
                    <a:pt x="527094" y="477121"/>
                    <a:pt x="430828" y="499346"/>
                  </a:cubicBezTo>
                  <a:cubicBezTo>
                    <a:pt x="324148" y="522460"/>
                    <a:pt x="208832" y="507982"/>
                    <a:pt x="113455" y="453626"/>
                  </a:cubicBezTo>
                  <a:cubicBezTo>
                    <a:pt x="12236" y="396222"/>
                    <a:pt x="-26626" y="259697"/>
                    <a:pt x="18840" y="154795"/>
                  </a:cubicBezTo>
                  <a:moveTo>
                    <a:pt x="193592" y="34653"/>
                  </a:moveTo>
                  <a:cubicBezTo>
                    <a:pt x="63417" y="54846"/>
                    <a:pt x="-10370" y="214739"/>
                    <a:pt x="41573" y="331198"/>
                  </a:cubicBezTo>
                  <a:cubicBezTo>
                    <a:pt x="58210" y="381109"/>
                    <a:pt x="98977" y="418828"/>
                    <a:pt x="145332" y="441815"/>
                  </a:cubicBezTo>
                  <a:cubicBezTo>
                    <a:pt x="224580" y="484106"/>
                    <a:pt x="317925" y="490202"/>
                    <a:pt x="405682" y="479407"/>
                  </a:cubicBezTo>
                  <a:cubicBezTo>
                    <a:pt x="515029" y="462516"/>
                    <a:pt x="619169" y="372473"/>
                    <a:pt x="625773" y="257665"/>
                  </a:cubicBezTo>
                  <a:cubicBezTo>
                    <a:pt x="630599" y="201531"/>
                    <a:pt x="628694" y="133967"/>
                    <a:pt x="578656" y="97518"/>
                  </a:cubicBezTo>
                  <a:cubicBezTo>
                    <a:pt x="471087" y="10904"/>
                    <a:pt x="322497" y="20683"/>
                    <a:pt x="193592" y="34653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79" name="任意形状 1178">
              <a:extLst>
                <a:ext uri="{FF2B5EF4-FFF2-40B4-BE49-F238E27FC236}">
                  <a16:creationId xmlns:a16="http://schemas.microsoft.com/office/drawing/2014/main" id="{0349F398-2AB7-3FC1-11B6-495750ABD933}"/>
                </a:ext>
              </a:extLst>
            </p:cNvPr>
            <p:cNvSpPr/>
            <p:nvPr/>
          </p:nvSpPr>
          <p:spPr>
            <a:xfrm>
              <a:off x="585914" y="1244790"/>
              <a:ext cx="93860" cy="98275"/>
            </a:xfrm>
            <a:custGeom>
              <a:avLst/>
              <a:gdLst>
                <a:gd name="connsiteX0" fmla="*/ 52670 w 172341"/>
                <a:gd name="connsiteY0" fmla="*/ 5741 h 180447"/>
                <a:gd name="connsiteX1" fmla="*/ 171542 w 172341"/>
                <a:gd name="connsiteY1" fmla="*/ 86259 h 180447"/>
                <a:gd name="connsiteX2" fmla="*/ 42891 w 172341"/>
                <a:gd name="connsiteY2" fmla="*/ 166904 h 180447"/>
                <a:gd name="connsiteX3" fmla="*/ 52670 w 172341"/>
                <a:gd name="connsiteY3" fmla="*/ 5741 h 180447"/>
                <a:gd name="connsiteX4" fmla="*/ 64989 w 172341"/>
                <a:gd name="connsiteY4" fmla="*/ 29490 h 180447"/>
                <a:gd name="connsiteX5" fmla="*/ 53178 w 172341"/>
                <a:gd name="connsiteY5" fmla="*/ 142774 h 180447"/>
                <a:gd name="connsiteX6" fmla="*/ 145380 w 172341"/>
                <a:gd name="connsiteY6" fmla="*/ 86513 h 180447"/>
                <a:gd name="connsiteX7" fmla="*/ 64989 w 172341"/>
                <a:gd name="connsiteY7" fmla="*/ 29490 h 18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341" h="180447">
                  <a:moveTo>
                    <a:pt x="52670" y="5741"/>
                  </a:moveTo>
                  <a:cubicBezTo>
                    <a:pt x="107280" y="-15595"/>
                    <a:pt x="175859" y="25045"/>
                    <a:pt x="171542" y="86259"/>
                  </a:cubicBezTo>
                  <a:cubicBezTo>
                    <a:pt x="181448" y="151791"/>
                    <a:pt x="97120" y="206909"/>
                    <a:pt x="42891" y="166904"/>
                  </a:cubicBezTo>
                  <a:cubicBezTo>
                    <a:pt x="-16926" y="132614"/>
                    <a:pt x="-14640" y="29236"/>
                    <a:pt x="52670" y="5741"/>
                  </a:cubicBezTo>
                  <a:moveTo>
                    <a:pt x="64989" y="29490"/>
                  </a:moveTo>
                  <a:cubicBezTo>
                    <a:pt x="18125" y="45111"/>
                    <a:pt x="11649" y="117374"/>
                    <a:pt x="53178" y="142774"/>
                  </a:cubicBezTo>
                  <a:cubicBezTo>
                    <a:pt x="92548" y="175159"/>
                    <a:pt x="153126" y="134646"/>
                    <a:pt x="145380" y="86513"/>
                  </a:cubicBezTo>
                  <a:cubicBezTo>
                    <a:pt x="148300" y="45619"/>
                    <a:pt x="102200" y="15266"/>
                    <a:pt x="64989" y="29490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0" name="任意形状 1179">
              <a:extLst>
                <a:ext uri="{FF2B5EF4-FFF2-40B4-BE49-F238E27FC236}">
                  <a16:creationId xmlns:a16="http://schemas.microsoft.com/office/drawing/2014/main" id="{7EB949F8-8FC5-3E55-2A72-EDC16E370D66}"/>
                </a:ext>
              </a:extLst>
            </p:cNvPr>
            <p:cNvSpPr/>
            <p:nvPr/>
          </p:nvSpPr>
          <p:spPr>
            <a:xfrm>
              <a:off x="371893" y="767908"/>
              <a:ext cx="270579" cy="134866"/>
            </a:xfrm>
            <a:custGeom>
              <a:avLst/>
              <a:gdLst>
                <a:gd name="connsiteX0" fmla="*/ 0 w 496823"/>
                <a:gd name="connsiteY0" fmla="*/ 230489 h 247634"/>
                <a:gd name="connsiteX1" fmla="*/ 496824 w 496823"/>
                <a:gd name="connsiteY1" fmla="*/ 10652 h 247634"/>
                <a:gd name="connsiteX2" fmla="*/ 51943 w 496823"/>
                <a:gd name="connsiteY2" fmla="*/ 247634 h 247634"/>
                <a:gd name="connsiteX3" fmla="*/ 0 w 496823"/>
                <a:gd name="connsiteY3" fmla="*/ 230489 h 24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823" h="247634">
                  <a:moveTo>
                    <a:pt x="0" y="230489"/>
                  </a:moveTo>
                  <a:cubicBezTo>
                    <a:pt x="90551" y="54721"/>
                    <a:pt x="307975" y="-31766"/>
                    <a:pt x="496824" y="10652"/>
                  </a:cubicBezTo>
                  <a:cubicBezTo>
                    <a:pt x="331724" y="45577"/>
                    <a:pt x="157734" y="108823"/>
                    <a:pt x="51943" y="247634"/>
                  </a:cubicBezTo>
                  <a:cubicBezTo>
                    <a:pt x="34671" y="241665"/>
                    <a:pt x="17399" y="235950"/>
                    <a:pt x="0" y="230489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1" name="任意形状 1180">
              <a:extLst>
                <a:ext uri="{FF2B5EF4-FFF2-40B4-BE49-F238E27FC236}">
                  <a16:creationId xmlns:a16="http://schemas.microsoft.com/office/drawing/2014/main" id="{363FEC68-85CB-6AA9-766D-32AEDF28994F}"/>
                </a:ext>
              </a:extLst>
            </p:cNvPr>
            <p:cNvSpPr/>
            <p:nvPr/>
          </p:nvSpPr>
          <p:spPr>
            <a:xfrm>
              <a:off x="400183" y="773709"/>
              <a:ext cx="430839" cy="350625"/>
            </a:xfrm>
            <a:custGeom>
              <a:avLst/>
              <a:gdLst>
                <a:gd name="connsiteX0" fmla="*/ 444881 w 791083"/>
                <a:gd name="connsiteY0" fmla="*/ 0 h 643798"/>
                <a:gd name="connsiteX1" fmla="*/ 791083 w 791083"/>
                <a:gd name="connsiteY1" fmla="*/ 288925 h 643798"/>
                <a:gd name="connsiteX2" fmla="*/ 745871 w 791083"/>
                <a:gd name="connsiteY2" fmla="*/ 275717 h 643798"/>
                <a:gd name="connsiteX3" fmla="*/ 362839 w 791083"/>
                <a:gd name="connsiteY3" fmla="*/ 188849 h 643798"/>
                <a:gd name="connsiteX4" fmla="*/ 154305 w 791083"/>
                <a:gd name="connsiteY4" fmla="*/ 339852 h 643798"/>
                <a:gd name="connsiteX5" fmla="*/ 248920 w 791083"/>
                <a:gd name="connsiteY5" fmla="*/ 638683 h 643798"/>
                <a:gd name="connsiteX6" fmla="*/ 189611 w 791083"/>
                <a:gd name="connsiteY6" fmla="*/ 639445 h 643798"/>
                <a:gd name="connsiteX7" fmla="*/ 29337 w 791083"/>
                <a:gd name="connsiteY7" fmla="*/ 532257 h 643798"/>
                <a:gd name="connsiteX8" fmla="*/ 57531 w 791083"/>
                <a:gd name="connsiteY8" fmla="*/ 391922 h 643798"/>
                <a:gd name="connsiteX9" fmla="*/ 0 w 791083"/>
                <a:gd name="connsiteY9" fmla="*/ 236982 h 643798"/>
                <a:gd name="connsiteX10" fmla="*/ 444881 w 791083"/>
                <a:gd name="connsiteY10" fmla="*/ 0 h 64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083" h="643798">
                  <a:moveTo>
                    <a:pt x="444881" y="0"/>
                  </a:moveTo>
                  <a:cubicBezTo>
                    <a:pt x="601472" y="23114"/>
                    <a:pt x="741807" y="137795"/>
                    <a:pt x="791083" y="288925"/>
                  </a:cubicBezTo>
                  <a:cubicBezTo>
                    <a:pt x="775843" y="284734"/>
                    <a:pt x="760857" y="280289"/>
                    <a:pt x="745871" y="275717"/>
                  </a:cubicBezTo>
                  <a:cubicBezTo>
                    <a:pt x="643255" y="180213"/>
                    <a:pt x="494030" y="179578"/>
                    <a:pt x="362839" y="188849"/>
                  </a:cubicBezTo>
                  <a:cubicBezTo>
                    <a:pt x="272415" y="195199"/>
                    <a:pt x="181991" y="250063"/>
                    <a:pt x="154305" y="339852"/>
                  </a:cubicBezTo>
                  <a:cubicBezTo>
                    <a:pt x="108839" y="444754"/>
                    <a:pt x="147701" y="581279"/>
                    <a:pt x="248920" y="638683"/>
                  </a:cubicBezTo>
                  <a:cubicBezTo>
                    <a:pt x="229489" y="640588"/>
                    <a:pt x="208534" y="648716"/>
                    <a:pt x="189611" y="639445"/>
                  </a:cubicBezTo>
                  <a:cubicBezTo>
                    <a:pt x="130556" y="613156"/>
                    <a:pt x="81026" y="570230"/>
                    <a:pt x="29337" y="532257"/>
                  </a:cubicBezTo>
                  <a:cubicBezTo>
                    <a:pt x="43180" y="486791"/>
                    <a:pt x="61214" y="440309"/>
                    <a:pt x="57531" y="391922"/>
                  </a:cubicBezTo>
                  <a:cubicBezTo>
                    <a:pt x="48006" y="337566"/>
                    <a:pt x="41148" y="278003"/>
                    <a:pt x="0" y="236982"/>
                  </a:cubicBezTo>
                  <a:cubicBezTo>
                    <a:pt x="105791" y="98171"/>
                    <a:pt x="279781" y="34925"/>
                    <a:pt x="444881" y="0"/>
                  </a:cubicBezTo>
                  <a:close/>
                </a:path>
              </a:pathLst>
            </a:custGeom>
            <a:solidFill>
              <a:srgbClr val="EEEEF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2" name="任意形状 1181">
              <a:extLst>
                <a:ext uri="{FF2B5EF4-FFF2-40B4-BE49-F238E27FC236}">
                  <a16:creationId xmlns:a16="http://schemas.microsoft.com/office/drawing/2014/main" id="{CE015CA1-C37F-8125-E615-D682A828F888}"/>
                </a:ext>
              </a:extLst>
            </p:cNvPr>
            <p:cNvSpPr/>
            <p:nvPr/>
          </p:nvSpPr>
          <p:spPr>
            <a:xfrm>
              <a:off x="487470" y="888370"/>
              <a:ext cx="328259" cy="249763"/>
            </a:xfrm>
            <a:custGeom>
              <a:avLst/>
              <a:gdLst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151131 w 602732"/>
                <a:gd name="connsiteY7" fmla="*/ 206154 h 458602"/>
                <a:gd name="connsiteX8" fmla="*/ 241047 w 602732"/>
                <a:gd name="connsiteY8" fmla="*/ 358808 h 458602"/>
                <a:gd name="connsiteX9" fmla="*/ 353823 w 602732"/>
                <a:gd name="connsiteY9" fmla="*/ 383319 h 458602"/>
                <a:gd name="connsiteX10" fmla="*/ 493777 w 602732"/>
                <a:gd name="connsiteY10" fmla="*/ 181389 h 458602"/>
                <a:gd name="connsiteX11" fmla="*/ 432309 w 602732"/>
                <a:gd name="connsiteY11" fmla="*/ 129827 h 458602"/>
                <a:gd name="connsiteX12" fmla="*/ 385319 w 602732"/>
                <a:gd name="connsiteY12" fmla="*/ 208058 h 458602"/>
                <a:gd name="connsiteX13" fmla="*/ 325121 w 602732"/>
                <a:gd name="connsiteY13" fmla="*/ 338742 h 458602"/>
                <a:gd name="connsiteX14" fmla="*/ 255271 w 602732"/>
                <a:gd name="connsiteY14" fmla="*/ 168308 h 458602"/>
                <a:gd name="connsiteX15" fmla="*/ 213107 w 602732"/>
                <a:gd name="connsiteY15" fmla="*/ 122588 h 458602"/>
                <a:gd name="connsiteX16" fmla="*/ 151131 w 602732"/>
                <a:gd name="connsiteY16" fmla="*/ 206154 h 458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02732" h="458602">
                  <a:moveTo>
                    <a:pt x="168784" y="9177"/>
                  </a:moveTo>
                  <a:cubicBezTo>
                    <a:pt x="297689" y="-4793"/>
                    <a:pt x="446279" y="-14573"/>
                    <a:pt x="553848" y="72041"/>
                  </a:cubicBezTo>
                  <a:cubicBezTo>
                    <a:pt x="603886" y="108491"/>
                    <a:pt x="605791" y="176055"/>
                    <a:pt x="600965" y="232189"/>
                  </a:cubicBezTo>
                  <a:cubicBezTo>
                    <a:pt x="594361" y="346997"/>
                    <a:pt x="490221" y="437039"/>
                    <a:pt x="380874" y="453930"/>
                  </a:cubicBezTo>
                  <a:cubicBezTo>
                    <a:pt x="293117" y="464726"/>
                    <a:pt x="199772" y="458629"/>
                    <a:pt x="120524" y="416339"/>
                  </a:cubicBezTo>
                  <a:cubicBezTo>
                    <a:pt x="74169" y="393352"/>
                    <a:pt x="33402" y="355633"/>
                    <a:pt x="16765" y="305722"/>
                  </a:cubicBezTo>
                  <a:cubicBezTo>
                    <a:pt x="-35178" y="189263"/>
                    <a:pt x="38609" y="29369"/>
                    <a:pt x="168784" y="9177"/>
                  </a:cubicBezTo>
                  <a:moveTo>
                    <a:pt x="151131" y="206154"/>
                  </a:moveTo>
                  <a:cubicBezTo>
                    <a:pt x="140590" y="272067"/>
                    <a:pt x="192660" y="323375"/>
                    <a:pt x="241047" y="358808"/>
                  </a:cubicBezTo>
                  <a:cubicBezTo>
                    <a:pt x="272162" y="382557"/>
                    <a:pt x="315723" y="407449"/>
                    <a:pt x="353823" y="383319"/>
                  </a:cubicBezTo>
                  <a:cubicBezTo>
                    <a:pt x="425451" y="339758"/>
                    <a:pt x="480696" y="264955"/>
                    <a:pt x="493777" y="181389"/>
                  </a:cubicBezTo>
                  <a:cubicBezTo>
                    <a:pt x="492888" y="153449"/>
                    <a:pt x="462789" y="115730"/>
                    <a:pt x="432309" y="129827"/>
                  </a:cubicBezTo>
                  <a:cubicBezTo>
                    <a:pt x="407290" y="148750"/>
                    <a:pt x="394971" y="179230"/>
                    <a:pt x="385319" y="208058"/>
                  </a:cubicBezTo>
                  <a:cubicBezTo>
                    <a:pt x="371730" y="254286"/>
                    <a:pt x="350013" y="297594"/>
                    <a:pt x="325121" y="338742"/>
                  </a:cubicBezTo>
                  <a:cubicBezTo>
                    <a:pt x="276861" y="295054"/>
                    <a:pt x="271781" y="227108"/>
                    <a:pt x="255271" y="168308"/>
                  </a:cubicBezTo>
                  <a:cubicBezTo>
                    <a:pt x="245873" y="150655"/>
                    <a:pt x="238126" y="120683"/>
                    <a:pt x="213107" y="122588"/>
                  </a:cubicBezTo>
                  <a:cubicBezTo>
                    <a:pt x="172340" y="124747"/>
                    <a:pt x="155449" y="171864"/>
                    <a:pt x="151131" y="206154"/>
                  </a:cubicBezTo>
                  <a:close/>
                </a:path>
              </a:pathLst>
            </a:custGeom>
            <a:solidFill>
              <a:srgbClr val="0E1D3A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3" name="任意形状 1182">
              <a:extLst>
                <a:ext uri="{FF2B5EF4-FFF2-40B4-BE49-F238E27FC236}">
                  <a16:creationId xmlns:a16="http://schemas.microsoft.com/office/drawing/2014/main" id="{EFFA2F19-4438-17D5-D7B3-E8B1C534C929}"/>
                </a:ext>
              </a:extLst>
            </p:cNvPr>
            <p:cNvSpPr/>
            <p:nvPr/>
          </p:nvSpPr>
          <p:spPr>
            <a:xfrm>
              <a:off x="330673" y="909451"/>
              <a:ext cx="87073" cy="163687"/>
            </a:xfrm>
            <a:custGeom>
              <a:avLst/>
              <a:gdLst>
                <a:gd name="connsiteX0" fmla="*/ 60193 w 159878"/>
                <a:gd name="connsiteY0" fmla="*/ 5902 h 300553"/>
                <a:gd name="connsiteX1" fmla="*/ 134996 w 159878"/>
                <a:gd name="connsiteY1" fmla="*/ 42605 h 300553"/>
                <a:gd name="connsiteX2" fmla="*/ 151252 w 159878"/>
                <a:gd name="connsiteY2" fmla="*/ 218373 h 300553"/>
                <a:gd name="connsiteX3" fmla="*/ 98039 w 159878"/>
                <a:gd name="connsiteY3" fmla="*/ 300161 h 300553"/>
                <a:gd name="connsiteX4" fmla="*/ 4948 w 159878"/>
                <a:gd name="connsiteY4" fmla="*/ 194116 h 300553"/>
                <a:gd name="connsiteX5" fmla="*/ 60193 w 159878"/>
                <a:gd name="connsiteY5" fmla="*/ 5902 h 300553"/>
                <a:gd name="connsiteX6" fmla="*/ 47874 w 159878"/>
                <a:gd name="connsiteY6" fmla="*/ 56194 h 300553"/>
                <a:gd name="connsiteX7" fmla="*/ 23363 w 159878"/>
                <a:gd name="connsiteY7" fmla="*/ 195640 h 300553"/>
                <a:gd name="connsiteX8" fmla="*/ 71115 w 159878"/>
                <a:gd name="connsiteY8" fmla="*/ 244789 h 300553"/>
                <a:gd name="connsiteX9" fmla="*/ 71115 w 159878"/>
                <a:gd name="connsiteY9" fmla="*/ 54797 h 300553"/>
                <a:gd name="connsiteX10" fmla="*/ 47874 w 159878"/>
                <a:gd name="connsiteY10" fmla="*/ 56194 h 300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878" h="300553">
                  <a:moveTo>
                    <a:pt x="60193" y="5902"/>
                  </a:moveTo>
                  <a:cubicBezTo>
                    <a:pt x="90419" y="-12005"/>
                    <a:pt x="124455" y="13903"/>
                    <a:pt x="134996" y="42605"/>
                  </a:cubicBezTo>
                  <a:cubicBezTo>
                    <a:pt x="156713" y="97850"/>
                    <a:pt x="169286" y="160207"/>
                    <a:pt x="151252" y="218373"/>
                  </a:cubicBezTo>
                  <a:cubicBezTo>
                    <a:pt x="142489" y="249615"/>
                    <a:pt x="132075" y="287715"/>
                    <a:pt x="98039" y="300161"/>
                  </a:cubicBezTo>
                  <a:cubicBezTo>
                    <a:pt x="40127" y="306130"/>
                    <a:pt x="9774" y="242884"/>
                    <a:pt x="4948" y="194116"/>
                  </a:cubicBezTo>
                  <a:cubicBezTo>
                    <a:pt x="-6355" y="129981"/>
                    <a:pt x="-2291" y="43113"/>
                    <a:pt x="60193" y="5902"/>
                  </a:cubicBezTo>
                  <a:moveTo>
                    <a:pt x="47874" y="56194"/>
                  </a:moveTo>
                  <a:cubicBezTo>
                    <a:pt x="16759" y="94802"/>
                    <a:pt x="15362" y="148777"/>
                    <a:pt x="23363" y="195640"/>
                  </a:cubicBezTo>
                  <a:cubicBezTo>
                    <a:pt x="28062" y="219389"/>
                    <a:pt x="39873" y="254187"/>
                    <a:pt x="71115" y="244789"/>
                  </a:cubicBezTo>
                  <a:cubicBezTo>
                    <a:pt x="110993" y="189417"/>
                    <a:pt x="101849" y="112328"/>
                    <a:pt x="71115" y="54797"/>
                  </a:cubicBezTo>
                  <a:cubicBezTo>
                    <a:pt x="65273" y="55178"/>
                    <a:pt x="53716" y="55813"/>
                    <a:pt x="47874" y="56194"/>
                  </a:cubicBezTo>
                  <a:close/>
                </a:path>
              </a:pathLst>
            </a:custGeom>
            <a:solidFill>
              <a:srgbClr val="9B9CD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4" name="任意形状 1183">
              <a:extLst>
                <a:ext uri="{FF2B5EF4-FFF2-40B4-BE49-F238E27FC236}">
                  <a16:creationId xmlns:a16="http://schemas.microsoft.com/office/drawing/2014/main" id="{83C64591-6256-FA0C-6237-A13E6610F74A}"/>
                </a:ext>
              </a:extLst>
            </p:cNvPr>
            <p:cNvSpPr/>
            <p:nvPr/>
          </p:nvSpPr>
          <p:spPr>
            <a:xfrm>
              <a:off x="387663" y="923870"/>
              <a:ext cx="454399" cy="261436"/>
            </a:xfrm>
            <a:custGeom>
              <a:avLst/>
              <a:gdLst>
                <a:gd name="connsiteX0" fmla="*/ 768858 w 834342"/>
                <a:gd name="connsiteY0" fmla="*/ 0 h 480035"/>
                <a:gd name="connsiteX1" fmla="*/ 814070 w 834342"/>
                <a:gd name="connsiteY1" fmla="*/ 13208 h 480035"/>
                <a:gd name="connsiteX2" fmla="*/ 775208 w 834342"/>
                <a:gd name="connsiteY2" fmla="*/ 307213 h 480035"/>
                <a:gd name="connsiteX3" fmla="*/ 410845 w 834342"/>
                <a:gd name="connsiteY3" fmla="*/ 479552 h 480035"/>
                <a:gd name="connsiteX4" fmla="*/ 0 w 834342"/>
                <a:gd name="connsiteY4" fmla="*/ 303276 h 480035"/>
                <a:gd name="connsiteX5" fmla="*/ 52324 w 834342"/>
                <a:gd name="connsiteY5" fmla="*/ 256540 h 480035"/>
                <a:gd name="connsiteX6" fmla="*/ 212598 w 834342"/>
                <a:gd name="connsiteY6" fmla="*/ 363728 h 480035"/>
                <a:gd name="connsiteX7" fmla="*/ 271907 w 834342"/>
                <a:gd name="connsiteY7" fmla="*/ 362966 h 480035"/>
                <a:gd name="connsiteX8" fmla="*/ 589280 w 834342"/>
                <a:gd name="connsiteY8" fmla="*/ 408686 h 480035"/>
                <a:gd name="connsiteX9" fmla="*/ 801751 w 834342"/>
                <a:gd name="connsiteY9" fmla="*/ 220472 h 480035"/>
                <a:gd name="connsiteX10" fmla="*/ 768858 w 834342"/>
                <a:gd name="connsiteY10" fmla="*/ 0 h 4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4342" h="480035">
                  <a:moveTo>
                    <a:pt x="768858" y="0"/>
                  </a:moveTo>
                  <a:cubicBezTo>
                    <a:pt x="783844" y="4572"/>
                    <a:pt x="798830" y="9017"/>
                    <a:pt x="814070" y="13208"/>
                  </a:cubicBezTo>
                  <a:cubicBezTo>
                    <a:pt x="853948" y="109347"/>
                    <a:pt x="831850" y="222377"/>
                    <a:pt x="775208" y="307213"/>
                  </a:cubicBezTo>
                  <a:cubicBezTo>
                    <a:pt x="695960" y="424942"/>
                    <a:pt x="550164" y="486156"/>
                    <a:pt x="410845" y="479552"/>
                  </a:cubicBezTo>
                  <a:cubicBezTo>
                    <a:pt x="259207" y="480314"/>
                    <a:pt x="91948" y="432054"/>
                    <a:pt x="0" y="303276"/>
                  </a:cubicBezTo>
                  <a:cubicBezTo>
                    <a:pt x="18288" y="288671"/>
                    <a:pt x="35687" y="273050"/>
                    <a:pt x="52324" y="256540"/>
                  </a:cubicBezTo>
                  <a:cubicBezTo>
                    <a:pt x="104013" y="294513"/>
                    <a:pt x="153543" y="337439"/>
                    <a:pt x="212598" y="363728"/>
                  </a:cubicBezTo>
                  <a:cubicBezTo>
                    <a:pt x="231521" y="372999"/>
                    <a:pt x="252476" y="364871"/>
                    <a:pt x="271907" y="362966"/>
                  </a:cubicBezTo>
                  <a:cubicBezTo>
                    <a:pt x="367284" y="417322"/>
                    <a:pt x="482600" y="431800"/>
                    <a:pt x="589280" y="408686"/>
                  </a:cubicBezTo>
                  <a:cubicBezTo>
                    <a:pt x="685546" y="386461"/>
                    <a:pt x="771525" y="315976"/>
                    <a:pt x="801751" y="220472"/>
                  </a:cubicBezTo>
                  <a:cubicBezTo>
                    <a:pt x="821436" y="147193"/>
                    <a:pt x="818388" y="61214"/>
                    <a:pt x="768858" y="0"/>
                  </a:cubicBezTo>
                  <a:close/>
                </a:path>
              </a:pathLst>
            </a:custGeom>
            <a:solidFill>
              <a:srgbClr val="BEC4F4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5" name="任意形状 1184">
              <a:extLst>
                <a:ext uri="{FF2B5EF4-FFF2-40B4-BE49-F238E27FC236}">
                  <a16:creationId xmlns:a16="http://schemas.microsoft.com/office/drawing/2014/main" id="{611E105F-F5B8-2A08-29FF-038D6424736A}"/>
                </a:ext>
              </a:extLst>
            </p:cNvPr>
            <p:cNvSpPr/>
            <p:nvPr/>
          </p:nvSpPr>
          <p:spPr>
            <a:xfrm>
              <a:off x="569031" y="955087"/>
              <a:ext cx="187359" cy="147410"/>
            </a:xfrm>
            <a:custGeom>
              <a:avLst/>
              <a:gdLst>
                <a:gd name="connsiteX0" fmla="*/ 1373 w 344019"/>
                <a:gd name="connsiteY0" fmla="*/ 83653 h 270666"/>
                <a:gd name="connsiteX1" fmla="*/ 63349 w 344019"/>
                <a:gd name="connsiteY1" fmla="*/ 87 h 270666"/>
                <a:gd name="connsiteX2" fmla="*/ 105513 w 344019"/>
                <a:gd name="connsiteY2" fmla="*/ 45807 h 270666"/>
                <a:gd name="connsiteX3" fmla="*/ 175363 w 344019"/>
                <a:gd name="connsiteY3" fmla="*/ 216241 h 270666"/>
                <a:gd name="connsiteX4" fmla="*/ 235561 w 344019"/>
                <a:gd name="connsiteY4" fmla="*/ 85558 h 270666"/>
                <a:gd name="connsiteX5" fmla="*/ 282551 w 344019"/>
                <a:gd name="connsiteY5" fmla="*/ 7326 h 270666"/>
                <a:gd name="connsiteX6" fmla="*/ 344019 w 344019"/>
                <a:gd name="connsiteY6" fmla="*/ 58888 h 270666"/>
                <a:gd name="connsiteX7" fmla="*/ 204065 w 344019"/>
                <a:gd name="connsiteY7" fmla="*/ 260818 h 270666"/>
                <a:gd name="connsiteX8" fmla="*/ 91289 w 344019"/>
                <a:gd name="connsiteY8" fmla="*/ 236307 h 270666"/>
                <a:gd name="connsiteX9" fmla="*/ 1373 w 344019"/>
                <a:gd name="connsiteY9" fmla="*/ 83653 h 270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019" h="270666">
                  <a:moveTo>
                    <a:pt x="1373" y="83653"/>
                  </a:moveTo>
                  <a:cubicBezTo>
                    <a:pt x="5691" y="49363"/>
                    <a:pt x="22582" y="2246"/>
                    <a:pt x="63349" y="87"/>
                  </a:cubicBezTo>
                  <a:cubicBezTo>
                    <a:pt x="88368" y="-1818"/>
                    <a:pt x="96115" y="28154"/>
                    <a:pt x="105513" y="45807"/>
                  </a:cubicBezTo>
                  <a:cubicBezTo>
                    <a:pt x="122023" y="104608"/>
                    <a:pt x="127103" y="172553"/>
                    <a:pt x="175363" y="216241"/>
                  </a:cubicBezTo>
                  <a:cubicBezTo>
                    <a:pt x="200255" y="175093"/>
                    <a:pt x="221972" y="131786"/>
                    <a:pt x="235561" y="85558"/>
                  </a:cubicBezTo>
                  <a:cubicBezTo>
                    <a:pt x="245213" y="56729"/>
                    <a:pt x="257532" y="26249"/>
                    <a:pt x="282551" y="7326"/>
                  </a:cubicBezTo>
                  <a:cubicBezTo>
                    <a:pt x="313031" y="-6771"/>
                    <a:pt x="343130" y="30948"/>
                    <a:pt x="344019" y="58888"/>
                  </a:cubicBezTo>
                  <a:cubicBezTo>
                    <a:pt x="330938" y="142454"/>
                    <a:pt x="275693" y="217257"/>
                    <a:pt x="204065" y="260818"/>
                  </a:cubicBezTo>
                  <a:cubicBezTo>
                    <a:pt x="165965" y="284948"/>
                    <a:pt x="122404" y="260056"/>
                    <a:pt x="91289" y="236307"/>
                  </a:cubicBezTo>
                  <a:cubicBezTo>
                    <a:pt x="42902" y="200874"/>
                    <a:pt x="-9168" y="149566"/>
                    <a:pt x="1373" y="83653"/>
                  </a:cubicBezTo>
                  <a:close/>
                </a:path>
              </a:pathLst>
            </a:custGeom>
            <a:solidFill>
              <a:srgbClr val="6F7D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6" name="任意形状 1185">
              <a:extLst>
                <a:ext uri="{FF2B5EF4-FFF2-40B4-BE49-F238E27FC236}">
                  <a16:creationId xmlns:a16="http://schemas.microsoft.com/office/drawing/2014/main" id="{D08B7595-813A-8360-3513-9D4CAFDB1808}"/>
                </a:ext>
              </a:extLst>
            </p:cNvPr>
            <p:cNvSpPr/>
            <p:nvPr/>
          </p:nvSpPr>
          <p:spPr>
            <a:xfrm>
              <a:off x="516590" y="1187741"/>
              <a:ext cx="118621" cy="20423"/>
            </a:xfrm>
            <a:custGeom>
              <a:avLst/>
              <a:gdLst>
                <a:gd name="connsiteX0" fmla="*/ 0 w 217805"/>
                <a:gd name="connsiteY0" fmla="*/ 0 h 37499"/>
                <a:gd name="connsiteX1" fmla="*/ 128143 w 217805"/>
                <a:gd name="connsiteY1" fmla="*/ 17653 h 37499"/>
                <a:gd name="connsiteX2" fmla="*/ 217805 w 217805"/>
                <a:gd name="connsiteY2" fmla="*/ 33655 h 37499"/>
                <a:gd name="connsiteX3" fmla="*/ 0 w 217805"/>
                <a:gd name="connsiteY3" fmla="*/ 0 h 3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05" h="37499">
                  <a:moveTo>
                    <a:pt x="0" y="0"/>
                  </a:moveTo>
                  <a:cubicBezTo>
                    <a:pt x="42926" y="5080"/>
                    <a:pt x="85090" y="14732"/>
                    <a:pt x="128143" y="17653"/>
                  </a:cubicBezTo>
                  <a:cubicBezTo>
                    <a:pt x="158496" y="19939"/>
                    <a:pt x="190373" y="18415"/>
                    <a:pt x="217805" y="33655"/>
                  </a:cubicBezTo>
                  <a:cubicBezTo>
                    <a:pt x="145542" y="41275"/>
                    <a:pt x="62992" y="41021"/>
                    <a:pt x="0" y="0"/>
                  </a:cubicBezTo>
                  <a:close/>
                </a:path>
              </a:pathLst>
            </a:custGeom>
            <a:solidFill>
              <a:srgbClr val="15203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7" name="任意形状 1186">
              <a:extLst>
                <a:ext uri="{FF2B5EF4-FFF2-40B4-BE49-F238E27FC236}">
                  <a16:creationId xmlns:a16="http://schemas.microsoft.com/office/drawing/2014/main" id="{ADE449C4-5D7F-95B0-E295-8EC9AD54A345}"/>
                </a:ext>
              </a:extLst>
            </p:cNvPr>
            <p:cNvSpPr/>
            <p:nvPr/>
          </p:nvSpPr>
          <p:spPr>
            <a:xfrm>
              <a:off x="433452" y="1198149"/>
              <a:ext cx="321556" cy="307650"/>
            </a:xfrm>
            <a:custGeom>
              <a:avLst/>
              <a:gdLst>
                <a:gd name="connsiteX0" fmla="*/ 48768 w 590423"/>
                <a:gd name="connsiteY0" fmla="*/ 8321 h 564890"/>
                <a:gd name="connsiteX1" fmla="*/ 136525 w 590423"/>
                <a:gd name="connsiteY1" fmla="*/ 6162 h 564890"/>
                <a:gd name="connsiteX2" fmla="*/ 458851 w 590423"/>
                <a:gd name="connsiteY2" fmla="*/ 7813 h 564890"/>
                <a:gd name="connsiteX3" fmla="*/ 531749 w 590423"/>
                <a:gd name="connsiteY3" fmla="*/ 80584 h 564890"/>
                <a:gd name="connsiteX4" fmla="*/ 590423 w 590423"/>
                <a:gd name="connsiteY4" fmla="*/ 486222 h 564890"/>
                <a:gd name="connsiteX5" fmla="*/ 411988 w 590423"/>
                <a:gd name="connsiteY5" fmla="*/ 559247 h 564890"/>
                <a:gd name="connsiteX6" fmla="*/ 155448 w 590423"/>
                <a:gd name="connsiteY6" fmla="*/ 558993 h 564890"/>
                <a:gd name="connsiteX7" fmla="*/ 21209 w 590423"/>
                <a:gd name="connsiteY7" fmla="*/ 512892 h 564890"/>
                <a:gd name="connsiteX8" fmla="*/ 0 w 590423"/>
                <a:gd name="connsiteY8" fmla="*/ 524576 h 564890"/>
                <a:gd name="connsiteX9" fmla="*/ 34417 w 590423"/>
                <a:gd name="connsiteY9" fmla="*/ 299278 h 564890"/>
                <a:gd name="connsiteX10" fmla="*/ 119253 w 590423"/>
                <a:gd name="connsiteY10" fmla="*/ 220157 h 564890"/>
                <a:gd name="connsiteX11" fmla="*/ 48768 w 590423"/>
                <a:gd name="connsiteY11" fmla="*/ 8321 h 564890"/>
                <a:gd name="connsiteX12" fmla="*/ 332613 w 590423"/>
                <a:gd name="connsiteY12" fmla="*/ 91379 h 564890"/>
                <a:gd name="connsiteX13" fmla="*/ 322834 w 590423"/>
                <a:gd name="connsiteY13" fmla="*/ 252542 h 564890"/>
                <a:gd name="connsiteX14" fmla="*/ 451485 w 590423"/>
                <a:gd name="connsiteY14" fmla="*/ 171897 h 564890"/>
                <a:gd name="connsiteX15" fmla="*/ 332613 w 590423"/>
                <a:gd name="connsiteY15" fmla="*/ 91379 h 56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0423" h="564890">
                  <a:moveTo>
                    <a:pt x="48768" y="8321"/>
                  </a:moveTo>
                  <a:cubicBezTo>
                    <a:pt x="77724" y="4511"/>
                    <a:pt x="108204" y="-7046"/>
                    <a:pt x="136525" y="6162"/>
                  </a:cubicBezTo>
                  <a:cubicBezTo>
                    <a:pt x="238379" y="43881"/>
                    <a:pt x="359664" y="62550"/>
                    <a:pt x="458851" y="7813"/>
                  </a:cubicBezTo>
                  <a:cubicBezTo>
                    <a:pt x="489585" y="24323"/>
                    <a:pt x="522732" y="44008"/>
                    <a:pt x="531749" y="80584"/>
                  </a:cubicBezTo>
                  <a:cubicBezTo>
                    <a:pt x="566547" y="213172"/>
                    <a:pt x="579120" y="349951"/>
                    <a:pt x="590423" y="486222"/>
                  </a:cubicBezTo>
                  <a:cubicBezTo>
                    <a:pt x="535051" y="519496"/>
                    <a:pt x="474599" y="543753"/>
                    <a:pt x="411988" y="559247"/>
                  </a:cubicBezTo>
                  <a:cubicBezTo>
                    <a:pt x="327152" y="566105"/>
                    <a:pt x="240030" y="567502"/>
                    <a:pt x="155448" y="558993"/>
                  </a:cubicBezTo>
                  <a:cubicBezTo>
                    <a:pt x="109982" y="545785"/>
                    <a:pt x="65659" y="528894"/>
                    <a:pt x="21209" y="512892"/>
                  </a:cubicBezTo>
                  <a:cubicBezTo>
                    <a:pt x="15875" y="515813"/>
                    <a:pt x="5334" y="521655"/>
                    <a:pt x="0" y="524576"/>
                  </a:cubicBezTo>
                  <a:cubicBezTo>
                    <a:pt x="5588" y="448630"/>
                    <a:pt x="23114" y="374462"/>
                    <a:pt x="34417" y="299278"/>
                  </a:cubicBezTo>
                  <a:cubicBezTo>
                    <a:pt x="70104" y="282768"/>
                    <a:pt x="109728" y="262067"/>
                    <a:pt x="119253" y="220157"/>
                  </a:cubicBezTo>
                  <a:cubicBezTo>
                    <a:pt x="142113" y="142560"/>
                    <a:pt x="91567" y="68773"/>
                    <a:pt x="48768" y="8321"/>
                  </a:cubicBezTo>
                  <a:moveTo>
                    <a:pt x="332613" y="91379"/>
                  </a:moveTo>
                  <a:cubicBezTo>
                    <a:pt x="265303" y="114874"/>
                    <a:pt x="263017" y="218252"/>
                    <a:pt x="322834" y="252542"/>
                  </a:cubicBezTo>
                  <a:cubicBezTo>
                    <a:pt x="377063" y="292547"/>
                    <a:pt x="461391" y="237429"/>
                    <a:pt x="451485" y="171897"/>
                  </a:cubicBezTo>
                  <a:cubicBezTo>
                    <a:pt x="455803" y="110683"/>
                    <a:pt x="387223" y="70043"/>
                    <a:pt x="332613" y="91379"/>
                  </a:cubicBezTo>
                  <a:close/>
                </a:path>
              </a:pathLst>
            </a:custGeom>
            <a:solidFill>
              <a:srgbClr val="EFEEFB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8" name="任意形状 1187">
              <a:extLst>
                <a:ext uri="{FF2B5EF4-FFF2-40B4-BE49-F238E27FC236}">
                  <a16:creationId xmlns:a16="http://schemas.microsoft.com/office/drawing/2014/main" id="{ED433D09-B8A8-8D57-EE86-65DEE6C9B145}"/>
                </a:ext>
              </a:extLst>
            </p:cNvPr>
            <p:cNvSpPr/>
            <p:nvPr/>
          </p:nvSpPr>
          <p:spPr>
            <a:xfrm>
              <a:off x="433798" y="1215270"/>
              <a:ext cx="52114" cy="129549"/>
            </a:xfrm>
            <a:custGeom>
              <a:avLst/>
              <a:gdLst>
                <a:gd name="connsiteX0" fmla="*/ 14605 w 95689"/>
                <a:gd name="connsiteY0" fmla="*/ 0 h 237870"/>
                <a:gd name="connsiteX1" fmla="*/ 95377 w 95689"/>
                <a:gd name="connsiteY1" fmla="*/ 166370 h 237870"/>
                <a:gd name="connsiteX2" fmla="*/ 43942 w 95689"/>
                <a:gd name="connsiteY2" fmla="*/ 237871 h 237870"/>
                <a:gd name="connsiteX3" fmla="*/ 56388 w 95689"/>
                <a:gd name="connsiteY3" fmla="*/ 80010 h 237870"/>
                <a:gd name="connsiteX4" fmla="*/ 0 w 95689"/>
                <a:gd name="connsiteY4" fmla="*/ 29591 h 237870"/>
                <a:gd name="connsiteX5" fmla="*/ 14605 w 95689"/>
                <a:gd name="connsiteY5" fmla="*/ 0 h 237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689" h="237870">
                  <a:moveTo>
                    <a:pt x="14605" y="0"/>
                  </a:moveTo>
                  <a:cubicBezTo>
                    <a:pt x="76073" y="25146"/>
                    <a:pt x="98679" y="104902"/>
                    <a:pt x="95377" y="166370"/>
                  </a:cubicBezTo>
                  <a:cubicBezTo>
                    <a:pt x="97663" y="200406"/>
                    <a:pt x="71628" y="223774"/>
                    <a:pt x="43942" y="237871"/>
                  </a:cubicBezTo>
                  <a:cubicBezTo>
                    <a:pt x="52070" y="186182"/>
                    <a:pt x="76454" y="131826"/>
                    <a:pt x="56388" y="80010"/>
                  </a:cubicBezTo>
                  <a:cubicBezTo>
                    <a:pt x="47371" y="54229"/>
                    <a:pt x="22733" y="41148"/>
                    <a:pt x="0" y="29591"/>
                  </a:cubicBezTo>
                  <a:cubicBezTo>
                    <a:pt x="4826" y="19685"/>
                    <a:pt x="9779" y="9779"/>
                    <a:pt x="14605" y="0"/>
                  </a:cubicBezTo>
                  <a:close/>
                </a:path>
              </a:pathLst>
            </a:custGeom>
            <a:solidFill>
              <a:srgbClr val="2A406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9" name="任意形状 1188">
              <a:extLst>
                <a:ext uri="{FF2B5EF4-FFF2-40B4-BE49-F238E27FC236}">
                  <a16:creationId xmlns:a16="http://schemas.microsoft.com/office/drawing/2014/main" id="{1496350B-9C38-2C93-8550-1A6737E29F9B}"/>
                </a:ext>
              </a:extLst>
            </p:cNvPr>
            <p:cNvSpPr/>
            <p:nvPr/>
          </p:nvSpPr>
          <p:spPr>
            <a:xfrm>
              <a:off x="875047" y="1233976"/>
              <a:ext cx="213482" cy="189063"/>
            </a:xfrm>
            <a:custGeom>
              <a:avLst/>
              <a:gdLst>
                <a:gd name="connsiteX0" fmla="*/ 55179 w 391983"/>
                <a:gd name="connsiteY0" fmla="*/ 84778 h 347148"/>
                <a:gd name="connsiteX1" fmla="*/ 202753 w 391983"/>
                <a:gd name="connsiteY1" fmla="*/ 2862 h 347148"/>
                <a:gd name="connsiteX2" fmla="*/ 241869 w 391983"/>
                <a:gd name="connsiteY2" fmla="*/ 41851 h 347148"/>
                <a:gd name="connsiteX3" fmla="*/ 136078 w 391983"/>
                <a:gd name="connsiteY3" fmla="*/ 118306 h 347148"/>
                <a:gd name="connsiteX4" fmla="*/ 391983 w 391983"/>
                <a:gd name="connsiteY4" fmla="*/ 210253 h 347148"/>
                <a:gd name="connsiteX5" fmla="*/ 390078 w 391983"/>
                <a:gd name="connsiteY5" fmla="*/ 230065 h 347148"/>
                <a:gd name="connsiteX6" fmla="*/ 197038 w 391983"/>
                <a:gd name="connsiteY6" fmla="*/ 202379 h 347148"/>
                <a:gd name="connsiteX7" fmla="*/ 303972 w 391983"/>
                <a:gd name="connsiteY7" fmla="*/ 247337 h 347148"/>
                <a:gd name="connsiteX8" fmla="*/ 346390 w 391983"/>
                <a:gd name="connsiteY8" fmla="*/ 299915 h 347148"/>
                <a:gd name="connsiteX9" fmla="*/ 159446 w 391983"/>
                <a:gd name="connsiteY9" fmla="*/ 256609 h 347148"/>
                <a:gd name="connsiteX10" fmla="*/ 258125 w 391983"/>
                <a:gd name="connsiteY10" fmla="*/ 316171 h 347148"/>
                <a:gd name="connsiteX11" fmla="*/ 275778 w 391983"/>
                <a:gd name="connsiteY11" fmla="*/ 344873 h 347148"/>
                <a:gd name="connsiteX12" fmla="*/ 162240 w 391983"/>
                <a:gd name="connsiteY12" fmla="*/ 333443 h 347148"/>
                <a:gd name="connsiteX13" fmla="*/ 31684 w 391983"/>
                <a:gd name="connsiteY13" fmla="*/ 277817 h 347148"/>
                <a:gd name="connsiteX14" fmla="*/ 55179 w 391983"/>
                <a:gd name="connsiteY14" fmla="*/ 84778 h 34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1983" h="347148">
                  <a:moveTo>
                    <a:pt x="55179" y="84778"/>
                  </a:moveTo>
                  <a:cubicBezTo>
                    <a:pt x="101026" y="52011"/>
                    <a:pt x="150429" y="23563"/>
                    <a:pt x="202753" y="2862"/>
                  </a:cubicBezTo>
                  <a:cubicBezTo>
                    <a:pt x="225994" y="-9076"/>
                    <a:pt x="257998" y="18737"/>
                    <a:pt x="241869" y="41851"/>
                  </a:cubicBezTo>
                  <a:cubicBezTo>
                    <a:pt x="215834" y="78173"/>
                    <a:pt x="168209" y="88333"/>
                    <a:pt x="136078" y="118306"/>
                  </a:cubicBezTo>
                  <a:cubicBezTo>
                    <a:pt x="216088" y="162882"/>
                    <a:pt x="325943" y="138371"/>
                    <a:pt x="391983" y="210253"/>
                  </a:cubicBezTo>
                  <a:cubicBezTo>
                    <a:pt x="391475" y="215206"/>
                    <a:pt x="390586" y="225112"/>
                    <a:pt x="390078" y="230065"/>
                  </a:cubicBezTo>
                  <a:cubicBezTo>
                    <a:pt x="324292" y="234510"/>
                    <a:pt x="262316" y="205809"/>
                    <a:pt x="197038" y="202379"/>
                  </a:cubicBezTo>
                  <a:cubicBezTo>
                    <a:pt x="211389" y="246956"/>
                    <a:pt x="268412" y="232859"/>
                    <a:pt x="303972" y="247337"/>
                  </a:cubicBezTo>
                  <a:cubicBezTo>
                    <a:pt x="331150" y="249242"/>
                    <a:pt x="335595" y="280738"/>
                    <a:pt x="346390" y="299915"/>
                  </a:cubicBezTo>
                  <a:cubicBezTo>
                    <a:pt x="279080" y="311091"/>
                    <a:pt x="222819" y="268292"/>
                    <a:pt x="159446" y="256609"/>
                  </a:cubicBezTo>
                  <a:cubicBezTo>
                    <a:pt x="173543" y="298899"/>
                    <a:pt x="224089" y="298772"/>
                    <a:pt x="258125" y="316171"/>
                  </a:cubicBezTo>
                  <a:cubicBezTo>
                    <a:pt x="273873" y="319219"/>
                    <a:pt x="279715" y="328871"/>
                    <a:pt x="275778" y="344873"/>
                  </a:cubicBezTo>
                  <a:cubicBezTo>
                    <a:pt x="237551" y="352239"/>
                    <a:pt x="199578" y="339920"/>
                    <a:pt x="162240" y="333443"/>
                  </a:cubicBezTo>
                  <a:cubicBezTo>
                    <a:pt x="115885" y="323918"/>
                    <a:pt x="65085" y="314393"/>
                    <a:pt x="31684" y="277817"/>
                  </a:cubicBezTo>
                  <a:cubicBezTo>
                    <a:pt x="-20132" y="223334"/>
                    <a:pt x="-5654" y="126560"/>
                    <a:pt x="55179" y="84778"/>
                  </a:cubicBezTo>
                  <a:close/>
                </a:path>
              </a:pathLst>
            </a:custGeom>
            <a:solidFill>
              <a:srgbClr val="344B7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0" name="任意形状 1189">
              <a:extLst>
                <a:ext uri="{FF2B5EF4-FFF2-40B4-BE49-F238E27FC236}">
                  <a16:creationId xmlns:a16="http://schemas.microsoft.com/office/drawing/2014/main" id="{F2B27B7F-F90E-37E9-53FF-B376231816B5}"/>
                </a:ext>
              </a:extLst>
            </p:cNvPr>
            <p:cNvSpPr/>
            <p:nvPr/>
          </p:nvSpPr>
          <p:spPr>
            <a:xfrm>
              <a:off x="286334" y="1250361"/>
              <a:ext cx="167986" cy="255685"/>
            </a:xfrm>
            <a:custGeom>
              <a:avLst/>
              <a:gdLst>
                <a:gd name="connsiteX0" fmla="*/ 211328 w 308446"/>
                <a:gd name="connsiteY0" fmla="*/ 32469 h 469475"/>
                <a:gd name="connsiteX1" fmla="*/ 287401 w 308446"/>
                <a:gd name="connsiteY1" fmla="*/ 6307 h 469475"/>
                <a:gd name="connsiteX2" fmla="*/ 305181 w 308446"/>
                <a:gd name="connsiteY2" fmla="*/ 90127 h 469475"/>
                <a:gd name="connsiteX3" fmla="*/ 240792 w 308446"/>
                <a:gd name="connsiteY3" fmla="*/ 469476 h 469475"/>
                <a:gd name="connsiteX4" fmla="*/ 0 w 308446"/>
                <a:gd name="connsiteY4" fmla="*/ 463634 h 469475"/>
                <a:gd name="connsiteX5" fmla="*/ 211328 w 308446"/>
                <a:gd name="connsiteY5" fmla="*/ 32469 h 46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8446" h="469475">
                  <a:moveTo>
                    <a:pt x="211328" y="32469"/>
                  </a:moveTo>
                  <a:cubicBezTo>
                    <a:pt x="229616" y="11133"/>
                    <a:pt x="258953" y="-11219"/>
                    <a:pt x="287401" y="6307"/>
                  </a:cubicBezTo>
                  <a:cubicBezTo>
                    <a:pt x="311404" y="27008"/>
                    <a:pt x="310896" y="61679"/>
                    <a:pt x="305181" y="90127"/>
                  </a:cubicBezTo>
                  <a:cubicBezTo>
                    <a:pt x="277622" y="215349"/>
                    <a:pt x="248793" y="341079"/>
                    <a:pt x="240792" y="469476"/>
                  </a:cubicBezTo>
                  <a:cubicBezTo>
                    <a:pt x="160655" y="462872"/>
                    <a:pt x="80137" y="469730"/>
                    <a:pt x="0" y="463634"/>
                  </a:cubicBezTo>
                  <a:cubicBezTo>
                    <a:pt x="42672" y="309075"/>
                    <a:pt x="100584" y="151849"/>
                    <a:pt x="211328" y="32469"/>
                  </a:cubicBezTo>
                  <a:close/>
                </a:path>
              </a:pathLst>
            </a:custGeom>
            <a:solidFill>
              <a:srgbClr val="EFEEF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1" name="任意形状 1190">
              <a:extLst>
                <a:ext uri="{FF2B5EF4-FFF2-40B4-BE49-F238E27FC236}">
                  <a16:creationId xmlns:a16="http://schemas.microsoft.com/office/drawing/2014/main" id="{6C8FAFA6-EDF6-67F8-F04B-9BE83449B179}"/>
                </a:ext>
              </a:extLst>
            </p:cNvPr>
            <p:cNvSpPr/>
            <p:nvPr/>
          </p:nvSpPr>
          <p:spPr>
            <a:xfrm>
              <a:off x="599847" y="1258913"/>
              <a:ext cx="65612" cy="69973"/>
            </a:xfrm>
            <a:custGeom>
              <a:avLst/>
              <a:gdLst>
                <a:gd name="connsiteX0" fmla="*/ 39406 w 120473"/>
                <a:gd name="connsiteY0" fmla="*/ 3557 h 128481"/>
                <a:gd name="connsiteX1" fmla="*/ 119797 w 120473"/>
                <a:gd name="connsiteY1" fmla="*/ 60580 h 128481"/>
                <a:gd name="connsiteX2" fmla="*/ 27595 w 120473"/>
                <a:gd name="connsiteY2" fmla="*/ 116841 h 128481"/>
                <a:gd name="connsiteX3" fmla="*/ 39406 w 120473"/>
                <a:gd name="connsiteY3" fmla="*/ 3557 h 12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473" h="128481">
                  <a:moveTo>
                    <a:pt x="39406" y="3557"/>
                  </a:moveTo>
                  <a:cubicBezTo>
                    <a:pt x="76617" y="-10667"/>
                    <a:pt x="122718" y="19686"/>
                    <a:pt x="119797" y="60580"/>
                  </a:cubicBezTo>
                  <a:cubicBezTo>
                    <a:pt x="127544" y="108713"/>
                    <a:pt x="66965" y="149226"/>
                    <a:pt x="27595" y="116841"/>
                  </a:cubicBezTo>
                  <a:cubicBezTo>
                    <a:pt x="-13934" y="91441"/>
                    <a:pt x="-7457" y="19178"/>
                    <a:pt x="39406" y="3557"/>
                  </a:cubicBezTo>
                  <a:close/>
                </a:path>
              </a:pathLst>
            </a:custGeom>
            <a:solidFill>
              <a:srgbClr val="6F7D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2" name="任意形状 1191">
              <a:extLst>
                <a:ext uri="{FF2B5EF4-FFF2-40B4-BE49-F238E27FC236}">
                  <a16:creationId xmlns:a16="http://schemas.microsoft.com/office/drawing/2014/main" id="{8832145C-7F63-4E4C-130B-6C09448CA66A}"/>
                </a:ext>
              </a:extLst>
            </p:cNvPr>
            <p:cNvSpPr/>
            <p:nvPr/>
          </p:nvSpPr>
          <p:spPr>
            <a:xfrm>
              <a:off x="743180" y="1262096"/>
              <a:ext cx="180594" cy="206662"/>
            </a:xfrm>
            <a:custGeom>
              <a:avLst/>
              <a:gdLst>
                <a:gd name="connsiteX0" fmla="*/ 0 w 331597"/>
                <a:gd name="connsiteY0" fmla="*/ 0 h 379462"/>
                <a:gd name="connsiteX1" fmla="*/ 117602 w 331597"/>
                <a:gd name="connsiteY1" fmla="*/ 185293 h 379462"/>
                <a:gd name="connsiteX2" fmla="*/ 88138 w 331597"/>
                <a:gd name="connsiteY2" fmla="*/ 306070 h 379462"/>
                <a:gd name="connsiteX3" fmla="*/ 116459 w 331597"/>
                <a:gd name="connsiteY3" fmla="*/ 256667 h 379462"/>
                <a:gd name="connsiteX4" fmla="*/ 216281 w 331597"/>
                <a:gd name="connsiteY4" fmla="*/ 118745 h 379462"/>
                <a:gd name="connsiteX5" fmla="*/ 331597 w 331597"/>
                <a:gd name="connsiteY5" fmla="*/ 292862 h 379462"/>
                <a:gd name="connsiteX6" fmla="*/ 48641 w 331597"/>
                <a:gd name="connsiteY6" fmla="*/ 359283 h 379462"/>
                <a:gd name="connsiteX7" fmla="*/ 21209 w 331597"/>
                <a:gd name="connsiteY7" fmla="*/ 119380 h 379462"/>
                <a:gd name="connsiteX8" fmla="*/ 0 w 331597"/>
                <a:gd name="connsiteY8" fmla="*/ 0 h 37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597" h="379462">
                  <a:moveTo>
                    <a:pt x="0" y="0"/>
                  </a:moveTo>
                  <a:cubicBezTo>
                    <a:pt x="42418" y="59690"/>
                    <a:pt x="81915" y="121412"/>
                    <a:pt x="117602" y="185293"/>
                  </a:cubicBezTo>
                  <a:cubicBezTo>
                    <a:pt x="111760" y="225425"/>
                    <a:pt x="69596" y="261874"/>
                    <a:pt x="88138" y="306070"/>
                  </a:cubicBezTo>
                  <a:cubicBezTo>
                    <a:pt x="101854" y="292227"/>
                    <a:pt x="111760" y="275590"/>
                    <a:pt x="116459" y="256667"/>
                  </a:cubicBezTo>
                  <a:cubicBezTo>
                    <a:pt x="134366" y="201549"/>
                    <a:pt x="178562" y="160909"/>
                    <a:pt x="216281" y="118745"/>
                  </a:cubicBezTo>
                  <a:cubicBezTo>
                    <a:pt x="205867" y="196977"/>
                    <a:pt x="257175" y="270637"/>
                    <a:pt x="331597" y="292862"/>
                  </a:cubicBezTo>
                  <a:cubicBezTo>
                    <a:pt x="258572" y="364363"/>
                    <a:pt x="146050" y="406908"/>
                    <a:pt x="48641" y="359283"/>
                  </a:cubicBezTo>
                  <a:cubicBezTo>
                    <a:pt x="33655" y="280035"/>
                    <a:pt x="37592" y="198374"/>
                    <a:pt x="21209" y="119380"/>
                  </a:cubicBezTo>
                  <a:cubicBezTo>
                    <a:pt x="12446" y="79883"/>
                    <a:pt x="5842" y="40005"/>
                    <a:pt x="0" y="0"/>
                  </a:cubicBezTo>
                  <a:close/>
                </a:path>
              </a:pathLst>
            </a:custGeom>
            <a:solidFill>
              <a:srgbClr val="EEEDFB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3" name="任意形状 1192">
              <a:extLst>
                <a:ext uri="{FF2B5EF4-FFF2-40B4-BE49-F238E27FC236}">
                  <a16:creationId xmlns:a16="http://schemas.microsoft.com/office/drawing/2014/main" id="{9B224436-A7A5-36E2-40E1-70EECBA31E34}"/>
                </a:ext>
              </a:extLst>
            </p:cNvPr>
            <p:cNvSpPr/>
            <p:nvPr/>
          </p:nvSpPr>
          <p:spPr>
            <a:xfrm>
              <a:off x="657828" y="1462955"/>
              <a:ext cx="100361" cy="41191"/>
            </a:xfrm>
            <a:custGeom>
              <a:avLst/>
              <a:gdLst>
                <a:gd name="connsiteX0" fmla="*/ 0 w 184277"/>
                <a:gd name="connsiteY0" fmla="*/ 73025 h 75632"/>
                <a:gd name="connsiteX1" fmla="*/ 178435 w 184277"/>
                <a:gd name="connsiteY1" fmla="*/ 0 h 75632"/>
                <a:gd name="connsiteX2" fmla="*/ 184277 w 184277"/>
                <a:gd name="connsiteY2" fmla="*/ 74422 h 75632"/>
                <a:gd name="connsiteX3" fmla="*/ 0 w 184277"/>
                <a:gd name="connsiteY3" fmla="*/ 73025 h 7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277" h="75632">
                  <a:moveTo>
                    <a:pt x="0" y="73025"/>
                  </a:moveTo>
                  <a:cubicBezTo>
                    <a:pt x="62611" y="57531"/>
                    <a:pt x="123063" y="33274"/>
                    <a:pt x="178435" y="0"/>
                  </a:cubicBezTo>
                  <a:cubicBezTo>
                    <a:pt x="180594" y="24765"/>
                    <a:pt x="181991" y="49530"/>
                    <a:pt x="184277" y="74422"/>
                  </a:cubicBezTo>
                  <a:cubicBezTo>
                    <a:pt x="122809" y="76327"/>
                    <a:pt x="61341" y="76073"/>
                    <a:pt x="0" y="73025"/>
                  </a:cubicBezTo>
                  <a:close/>
                </a:path>
              </a:pathLst>
            </a:custGeom>
            <a:solidFill>
              <a:srgbClr val="C3C9F8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4" name="任意形状 1193">
              <a:extLst>
                <a:ext uri="{FF2B5EF4-FFF2-40B4-BE49-F238E27FC236}">
                  <a16:creationId xmlns:a16="http://schemas.microsoft.com/office/drawing/2014/main" id="{B1D609C6-F5D2-02F7-BA06-9934F9B2CED1}"/>
                </a:ext>
              </a:extLst>
            </p:cNvPr>
            <p:cNvSpPr/>
            <p:nvPr/>
          </p:nvSpPr>
          <p:spPr>
            <a:xfrm>
              <a:off x="430546" y="1477480"/>
              <a:ext cx="87564" cy="26701"/>
            </a:xfrm>
            <a:custGeom>
              <a:avLst/>
              <a:gdLst>
                <a:gd name="connsiteX0" fmla="*/ 5334 w 160781"/>
                <a:gd name="connsiteY0" fmla="*/ 11684 h 49027"/>
                <a:gd name="connsiteX1" fmla="*/ 26543 w 160781"/>
                <a:gd name="connsiteY1" fmla="*/ 0 h 49027"/>
                <a:gd name="connsiteX2" fmla="*/ 160782 w 160781"/>
                <a:gd name="connsiteY2" fmla="*/ 46101 h 49027"/>
                <a:gd name="connsiteX3" fmla="*/ 0 w 160781"/>
                <a:gd name="connsiteY3" fmla="*/ 47752 h 49027"/>
                <a:gd name="connsiteX4" fmla="*/ 5334 w 160781"/>
                <a:gd name="connsiteY4" fmla="*/ 11684 h 4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81" h="49027">
                  <a:moveTo>
                    <a:pt x="5334" y="11684"/>
                  </a:moveTo>
                  <a:cubicBezTo>
                    <a:pt x="10668" y="8763"/>
                    <a:pt x="21209" y="2921"/>
                    <a:pt x="26543" y="0"/>
                  </a:cubicBezTo>
                  <a:cubicBezTo>
                    <a:pt x="70993" y="16002"/>
                    <a:pt x="115316" y="32893"/>
                    <a:pt x="160782" y="46101"/>
                  </a:cubicBezTo>
                  <a:cubicBezTo>
                    <a:pt x="107188" y="48895"/>
                    <a:pt x="53594" y="50165"/>
                    <a:pt x="0" y="47752"/>
                  </a:cubicBezTo>
                  <a:cubicBezTo>
                    <a:pt x="1397" y="38735"/>
                    <a:pt x="4064" y="20701"/>
                    <a:pt x="5334" y="11684"/>
                  </a:cubicBezTo>
                  <a:close/>
                </a:path>
              </a:pathLst>
            </a:custGeom>
            <a:solidFill>
              <a:srgbClr val="C1C8F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</p:grpSp>
      <p:sp>
        <p:nvSpPr>
          <p:cNvPr id="1195" name="圆角矩形 1194">
            <a:extLst>
              <a:ext uri="{FF2B5EF4-FFF2-40B4-BE49-F238E27FC236}">
                <a16:creationId xmlns:a16="http://schemas.microsoft.com/office/drawing/2014/main" id="{DD75139E-04A1-877D-8CAF-C97A2A18E1C9}"/>
              </a:ext>
            </a:extLst>
          </p:cNvPr>
          <p:cNvSpPr/>
          <p:nvPr/>
        </p:nvSpPr>
        <p:spPr>
          <a:xfrm>
            <a:off x="8106216" y="4217879"/>
            <a:ext cx="1852664" cy="1364648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grpSp>
        <p:nvGrpSpPr>
          <p:cNvPr id="1196" name="组合 1195">
            <a:extLst>
              <a:ext uri="{FF2B5EF4-FFF2-40B4-BE49-F238E27FC236}">
                <a16:creationId xmlns:a16="http://schemas.microsoft.com/office/drawing/2014/main" id="{D2AB8F3B-C262-9298-2D97-FFF6F7F97F8B}"/>
              </a:ext>
            </a:extLst>
          </p:cNvPr>
          <p:cNvGrpSpPr/>
          <p:nvPr/>
        </p:nvGrpSpPr>
        <p:grpSpPr>
          <a:xfrm>
            <a:off x="8160587" y="4670232"/>
            <a:ext cx="1726899" cy="888668"/>
            <a:chOff x="5915710" y="4333639"/>
            <a:chExt cx="2362707" cy="1215857"/>
          </a:xfrm>
        </p:grpSpPr>
        <p:grpSp>
          <p:nvGrpSpPr>
            <p:cNvPr id="1197" name="组合 1196">
              <a:extLst>
                <a:ext uri="{FF2B5EF4-FFF2-40B4-BE49-F238E27FC236}">
                  <a16:creationId xmlns:a16="http://schemas.microsoft.com/office/drawing/2014/main" id="{19DD6749-4C7C-D018-E89F-3D68171C0DB8}"/>
                </a:ext>
              </a:extLst>
            </p:cNvPr>
            <p:cNvGrpSpPr/>
            <p:nvPr/>
          </p:nvGrpSpPr>
          <p:grpSpPr>
            <a:xfrm>
              <a:off x="5915710" y="4437237"/>
              <a:ext cx="2353076" cy="1112259"/>
              <a:chOff x="-208785" y="4248016"/>
              <a:chExt cx="2353076" cy="1112259"/>
            </a:xfrm>
          </p:grpSpPr>
          <p:sp>
            <p:nvSpPr>
              <p:cNvPr id="1206" name="任意形状 1205">
                <a:extLst>
                  <a:ext uri="{FF2B5EF4-FFF2-40B4-BE49-F238E27FC236}">
                    <a16:creationId xmlns:a16="http://schemas.microsoft.com/office/drawing/2014/main" id="{67699C64-E496-C356-9F24-193B178A88DF}"/>
                  </a:ext>
                </a:extLst>
              </p:cNvPr>
              <p:cNvSpPr/>
              <p:nvPr/>
            </p:nvSpPr>
            <p:spPr>
              <a:xfrm>
                <a:off x="-208785" y="4248016"/>
                <a:ext cx="2353076" cy="1112259"/>
              </a:xfrm>
              <a:custGeom>
                <a:avLst/>
                <a:gdLst>
                  <a:gd name="connsiteX0" fmla="*/ 146946 w 1353299"/>
                  <a:gd name="connsiteY0" fmla="*/ 627574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12" fmla="*/ 146946 w 1353299"/>
                  <a:gd name="connsiteY12" fmla="*/ 627574 h 1060830"/>
                  <a:gd name="connsiteX0" fmla="*/ 523464 w 1353299"/>
                  <a:gd name="connsiteY0" fmla="*/ 224162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55 h 1060823"/>
                  <a:gd name="connsiteX1" fmla="*/ 159884 w 1356954"/>
                  <a:gd name="connsiteY1" fmla="*/ 589374 h 1060823"/>
                  <a:gd name="connsiteX2" fmla="*/ 16131 w 1356954"/>
                  <a:gd name="connsiteY2" fmla="*/ 726179 h 1060823"/>
                  <a:gd name="connsiteX3" fmla="*/ 60954 w 1356954"/>
                  <a:gd name="connsiteY3" fmla="*/ 878579 h 1060823"/>
                  <a:gd name="connsiteX4" fmla="*/ 527119 w 1356954"/>
                  <a:gd name="connsiteY4" fmla="*/ 977191 h 1060823"/>
                  <a:gd name="connsiteX5" fmla="*/ 1056037 w 1356954"/>
                  <a:gd name="connsiteY5" fmla="*/ 1048908 h 1060823"/>
                  <a:gd name="connsiteX6" fmla="*/ 1324978 w 1356954"/>
                  <a:gd name="connsiteY6" fmla="*/ 717214 h 1060823"/>
                  <a:gd name="connsiteX7" fmla="*/ 1351872 w 1356954"/>
                  <a:gd name="connsiteY7" fmla="*/ 609638 h 1060823"/>
                  <a:gd name="connsiteX8" fmla="*/ 1324978 w 1356954"/>
                  <a:gd name="connsiteY8" fmla="*/ 385520 h 1060823"/>
                  <a:gd name="connsiteX9" fmla="*/ 1113220 w 1356954"/>
                  <a:gd name="connsiteY9" fmla="*/ 238690 h 1060823"/>
                  <a:gd name="connsiteX10" fmla="*/ 822954 w 1356954"/>
                  <a:gd name="connsiteY10" fmla="*/ 38 h 1060823"/>
                  <a:gd name="connsiteX11" fmla="*/ 527119 w 1356954"/>
                  <a:gd name="connsiteY11" fmla="*/ 224155 h 1060823"/>
                  <a:gd name="connsiteX0" fmla="*/ 527119 w 1355127"/>
                  <a:gd name="connsiteY0" fmla="*/ 224155 h 1060823"/>
                  <a:gd name="connsiteX1" fmla="*/ 159884 w 1355127"/>
                  <a:gd name="connsiteY1" fmla="*/ 589374 h 1060823"/>
                  <a:gd name="connsiteX2" fmla="*/ 16131 w 1355127"/>
                  <a:gd name="connsiteY2" fmla="*/ 726179 h 1060823"/>
                  <a:gd name="connsiteX3" fmla="*/ 60954 w 1355127"/>
                  <a:gd name="connsiteY3" fmla="*/ 878579 h 1060823"/>
                  <a:gd name="connsiteX4" fmla="*/ 527119 w 1355127"/>
                  <a:gd name="connsiteY4" fmla="*/ 977191 h 1060823"/>
                  <a:gd name="connsiteX5" fmla="*/ 1056037 w 1355127"/>
                  <a:gd name="connsiteY5" fmla="*/ 1048908 h 1060823"/>
                  <a:gd name="connsiteX6" fmla="*/ 1324978 w 1355127"/>
                  <a:gd name="connsiteY6" fmla="*/ 717214 h 1060823"/>
                  <a:gd name="connsiteX7" fmla="*/ 1324978 w 1355127"/>
                  <a:gd name="connsiteY7" fmla="*/ 385520 h 1060823"/>
                  <a:gd name="connsiteX8" fmla="*/ 1113220 w 1355127"/>
                  <a:gd name="connsiteY8" fmla="*/ 238690 h 1060823"/>
                  <a:gd name="connsiteX9" fmla="*/ 822954 w 1355127"/>
                  <a:gd name="connsiteY9" fmla="*/ 38 h 1060823"/>
                  <a:gd name="connsiteX10" fmla="*/ 527119 w 1355127"/>
                  <a:gd name="connsiteY10" fmla="*/ 224155 h 1060823"/>
                  <a:gd name="connsiteX0" fmla="*/ 527119 w 1366276"/>
                  <a:gd name="connsiteY0" fmla="*/ 224155 h 1060823"/>
                  <a:gd name="connsiteX1" fmla="*/ 159884 w 1366276"/>
                  <a:gd name="connsiteY1" fmla="*/ 589374 h 1060823"/>
                  <a:gd name="connsiteX2" fmla="*/ 16131 w 1366276"/>
                  <a:gd name="connsiteY2" fmla="*/ 726179 h 1060823"/>
                  <a:gd name="connsiteX3" fmla="*/ 60954 w 1366276"/>
                  <a:gd name="connsiteY3" fmla="*/ 878579 h 1060823"/>
                  <a:gd name="connsiteX4" fmla="*/ 527119 w 1366276"/>
                  <a:gd name="connsiteY4" fmla="*/ 977191 h 1060823"/>
                  <a:gd name="connsiteX5" fmla="*/ 1056037 w 1366276"/>
                  <a:gd name="connsiteY5" fmla="*/ 1048908 h 1060823"/>
                  <a:gd name="connsiteX6" fmla="*/ 1324978 w 1366276"/>
                  <a:gd name="connsiteY6" fmla="*/ 717214 h 1060823"/>
                  <a:gd name="connsiteX7" fmla="*/ 1324978 w 1366276"/>
                  <a:gd name="connsiteY7" fmla="*/ 385520 h 1060823"/>
                  <a:gd name="connsiteX8" fmla="*/ 1113220 w 1366276"/>
                  <a:gd name="connsiteY8" fmla="*/ 238690 h 1060823"/>
                  <a:gd name="connsiteX9" fmla="*/ 822954 w 1366276"/>
                  <a:gd name="connsiteY9" fmla="*/ 38 h 1060823"/>
                  <a:gd name="connsiteX10" fmla="*/ 527119 w 1366276"/>
                  <a:gd name="connsiteY10" fmla="*/ 224155 h 1060823"/>
                  <a:gd name="connsiteX0" fmla="*/ 527119 w 1383515"/>
                  <a:gd name="connsiteY0" fmla="*/ 224155 h 1060823"/>
                  <a:gd name="connsiteX1" fmla="*/ 159884 w 1383515"/>
                  <a:gd name="connsiteY1" fmla="*/ 589374 h 1060823"/>
                  <a:gd name="connsiteX2" fmla="*/ 16131 w 1383515"/>
                  <a:gd name="connsiteY2" fmla="*/ 726179 h 1060823"/>
                  <a:gd name="connsiteX3" fmla="*/ 60954 w 1383515"/>
                  <a:gd name="connsiteY3" fmla="*/ 878579 h 1060823"/>
                  <a:gd name="connsiteX4" fmla="*/ 527119 w 1383515"/>
                  <a:gd name="connsiteY4" fmla="*/ 977191 h 1060823"/>
                  <a:gd name="connsiteX5" fmla="*/ 1056037 w 1383515"/>
                  <a:gd name="connsiteY5" fmla="*/ 1048908 h 1060823"/>
                  <a:gd name="connsiteX6" fmla="*/ 1324978 w 1383515"/>
                  <a:gd name="connsiteY6" fmla="*/ 717214 h 1060823"/>
                  <a:gd name="connsiteX7" fmla="*/ 1324978 w 1383515"/>
                  <a:gd name="connsiteY7" fmla="*/ 385520 h 1060823"/>
                  <a:gd name="connsiteX8" fmla="*/ 1113220 w 1383515"/>
                  <a:gd name="connsiteY8" fmla="*/ 238690 h 1060823"/>
                  <a:gd name="connsiteX9" fmla="*/ 822954 w 1383515"/>
                  <a:gd name="connsiteY9" fmla="*/ 38 h 1060823"/>
                  <a:gd name="connsiteX10" fmla="*/ 527119 w 1383515"/>
                  <a:gd name="connsiteY10" fmla="*/ 224155 h 1060823"/>
                  <a:gd name="connsiteX0" fmla="*/ 528943 w 1385339"/>
                  <a:gd name="connsiteY0" fmla="*/ 224155 h 1054145"/>
                  <a:gd name="connsiteX1" fmla="*/ 161708 w 1385339"/>
                  <a:gd name="connsiteY1" fmla="*/ 589374 h 1054145"/>
                  <a:gd name="connsiteX2" fmla="*/ 17955 w 1385339"/>
                  <a:gd name="connsiteY2" fmla="*/ 726179 h 1054145"/>
                  <a:gd name="connsiteX3" fmla="*/ 62778 w 1385339"/>
                  <a:gd name="connsiteY3" fmla="*/ 878579 h 1054145"/>
                  <a:gd name="connsiteX4" fmla="*/ 561407 w 1385339"/>
                  <a:gd name="connsiteY4" fmla="*/ 917674 h 1054145"/>
                  <a:gd name="connsiteX5" fmla="*/ 1057861 w 1385339"/>
                  <a:gd name="connsiteY5" fmla="*/ 1048908 h 1054145"/>
                  <a:gd name="connsiteX6" fmla="*/ 1326802 w 1385339"/>
                  <a:gd name="connsiteY6" fmla="*/ 717214 h 1054145"/>
                  <a:gd name="connsiteX7" fmla="*/ 1326802 w 1385339"/>
                  <a:gd name="connsiteY7" fmla="*/ 385520 h 1054145"/>
                  <a:gd name="connsiteX8" fmla="*/ 1115044 w 1385339"/>
                  <a:gd name="connsiteY8" fmla="*/ 238690 h 1054145"/>
                  <a:gd name="connsiteX9" fmla="*/ 824778 w 1385339"/>
                  <a:gd name="connsiteY9" fmla="*/ 38 h 1054145"/>
                  <a:gd name="connsiteX10" fmla="*/ 528943 w 1385339"/>
                  <a:gd name="connsiteY10" fmla="*/ 224155 h 1054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85339" h="1054145">
                    <a:moveTo>
                      <a:pt x="528943" y="224155"/>
                    </a:moveTo>
                    <a:cubicBezTo>
                      <a:pt x="450895" y="387305"/>
                      <a:pt x="273927" y="532756"/>
                      <a:pt x="161708" y="589374"/>
                    </a:cubicBezTo>
                    <a:cubicBezTo>
                      <a:pt x="49489" y="645992"/>
                      <a:pt x="34443" y="677978"/>
                      <a:pt x="17955" y="726179"/>
                    </a:cubicBezTo>
                    <a:cubicBezTo>
                      <a:pt x="1467" y="774380"/>
                      <a:pt x="-27797" y="846663"/>
                      <a:pt x="62778" y="878579"/>
                    </a:cubicBezTo>
                    <a:cubicBezTo>
                      <a:pt x="153353" y="910495"/>
                      <a:pt x="395560" y="889286"/>
                      <a:pt x="561407" y="917674"/>
                    </a:cubicBezTo>
                    <a:cubicBezTo>
                      <a:pt x="727254" y="946062"/>
                      <a:pt x="930295" y="1082318"/>
                      <a:pt x="1057861" y="1048908"/>
                    </a:cubicBezTo>
                    <a:cubicBezTo>
                      <a:pt x="1185427" y="1015498"/>
                      <a:pt x="1254926" y="844011"/>
                      <a:pt x="1326802" y="717214"/>
                    </a:cubicBezTo>
                    <a:cubicBezTo>
                      <a:pt x="1398678" y="590417"/>
                      <a:pt x="1410791" y="465274"/>
                      <a:pt x="1326802" y="385520"/>
                    </a:cubicBezTo>
                    <a:cubicBezTo>
                      <a:pt x="1242813" y="305766"/>
                      <a:pt x="1198715" y="302937"/>
                      <a:pt x="1115044" y="238690"/>
                    </a:cubicBezTo>
                    <a:cubicBezTo>
                      <a:pt x="1031373" y="174443"/>
                      <a:pt x="927872" y="-2950"/>
                      <a:pt x="824778" y="38"/>
                    </a:cubicBezTo>
                    <a:cubicBezTo>
                      <a:pt x="721684" y="3026"/>
                      <a:pt x="606991" y="61005"/>
                      <a:pt x="528943" y="224155"/>
                    </a:cubicBezTo>
                    <a:close/>
                  </a:path>
                </a:pathLst>
              </a:custGeom>
              <a:solidFill>
                <a:srgbClr val="CFCFF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/>
              </a:p>
            </p:txBody>
          </p:sp>
          <p:sp>
            <p:nvSpPr>
              <p:cNvPr id="1207" name="任意形状 1206">
                <a:extLst>
                  <a:ext uri="{FF2B5EF4-FFF2-40B4-BE49-F238E27FC236}">
                    <a16:creationId xmlns:a16="http://schemas.microsoft.com/office/drawing/2014/main" id="{8234A064-9B6B-C8D1-0018-B7A15BD795EC}"/>
                  </a:ext>
                </a:extLst>
              </p:cNvPr>
              <p:cNvSpPr/>
              <p:nvPr/>
            </p:nvSpPr>
            <p:spPr>
              <a:xfrm>
                <a:off x="352226" y="4404623"/>
                <a:ext cx="1385339" cy="800727"/>
              </a:xfrm>
              <a:custGeom>
                <a:avLst/>
                <a:gdLst>
                  <a:gd name="connsiteX0" fmla="*/ 146946 w 1353299"/>
                  <a:gd name="connsiteY0" fmla="*/ 627574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12" fmla="*/ 146946 w 1353299"/>
                  <a:gd name="connsiteY12" fmla="*/ 627574 h 1060830"/>
                  <a:gd name="connsiteX0" fmla="*/ 523464 w 1353299"/>
                  <a:gd name="connsiteY0" fmla="*/ 224162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55 h 1060823"/>
                  <a:gd name="connsiteX1" fmla="*/ 159884 w 1356954"/>
                  <a:gd name="connsiteY1" fmla="*/ 589374 h 1060823"/>
                  <a:gd name="connsiteX2" fmla="*/ 16131 w 1356954"/>
                  <a:gd name="connsiteY2" fmla="*/ 726179 h 1060823"/>
                  <a:gd name="connsiteX3" fmla="*/ 60954 w 1356954"/>
                  <a:gd name="connsiteY3" fmla="*/ 878579 h 1060823"/>
                  <a:gd name="connsiteX4" fmla="*/ 527119 w 1356954"/>
                  <a:gd name="connsiteY4" fmla="*/ 977191 h 1060823"/>
                  <a:gd name="connsiteX5" fmla="*/ 1056037 w 1356954"/>
                  <a:gd name="connsiteY5" fmla="*/ 1048908 h 1060823"/>
                  <a:gd name="connsiteX6" fmla="*/ 1324978 w 1356954"/>
                  <a:gd name="connsiteY6" fmla="*/ 717214 h 1060823"/>
                  <a:gd name="connsiteX7" fmla="*/ 1351872 w 1356954"/>
                  <a:gd name="connsiteY7" fmla="*/ 609638 h 1060823"/>
                  <a:gd name="connsiteX8" fmla="*/ 1324978 w 1356954"/>
                  <a:gd name="connsiteY8" fmla="*/ 385520 h 1060823"/>
                  <a:gd name="connsiteX9" fmla="*/ 1113220 w 1356954"/>
                  <a:gd name="connsiteY9" fmla="*/ 238690 h 1060823"/>
                  <a:gd name="connsiteX10" fmla="*/ 822954 w 1356954"/>
                  <a:gd name="connsiteY10" fmla="*/ 38 h 1060823"/>
                  <a:gd name="connsiteX11" fmla="*/ 527119 w 1356954"/>
                  <a:gd name="connsiteY11" fmla="*/ 224155 h 1060823"/>
                  <a:gd name="connsiteX0" fmla="*/ 527119 w 1355127"/>
                  <a:gd name="connsiteY0" fmla="*/ 224155 h 1060823"/>
                  <a:gd name="connsiteX1" fmla="*/ 159884 w 1355127"/>
                  <a:gd name="connsiteY1" fmla="*/ 589374 h 1060823"/>
                  <a:gd name="connsiteX2" fmla="*/ 16131 w 1355127"/>
                  <a:gd name="connsiteY2" fmla="*/ 726179 h 1060823"/>
                  <a:gd name="connsiteX3" fmla="*/ 60954 w 1355127"/>
                  <a:gd name="connsiteY3" fmla="*/ 878579 h 1060823"/>
                  <a:gd name="connsiteX4" fmla="*/ 527119 w 1355127"/>
                  <a:gd name="connsiteY4" fmla="*/ 977191 h 1060823"/>
                  <a:gd name="connsiteX5" fmla="*/ 1056037 w 1355127"/>
                  <a:gd name="connsiteY5" fmla="*/ 1048908 h 1060823"/>
                  <a:gd name="connsiteX6" fmla="*/ 1324978 w 1355127"/>
                  <a:gd name="connsiteY6" fmla="*/ 717214 h 1060823"/>
                  <a:gd name="connsiteX7" fmla="*/ 1324978 w 1355127"/>
                  <a:gd name="connsiteY7" fmla="*/ 385520 h 1060823"/>
                  <a:gd name="connsiteX8" fmla="*/ 1113220 w 1355127"/>
                  <a:gd name="connsiteY8" fmla="*/ 238690 h 1060823"/>
                  <a:gd name="connsiteX9" fmla="*/ 822954 w 1355127"/>
                  <a:gd name="connsiteY9" fmla="*/ 38 h 1060823"/>
                  <a:gd name="connsiteX10" fmla="*/ 527119 w 1355127"/>
                  <a:gd name="connsiteY10" fmla="*/ 224155 h 1060823"/>
                  <a:gd name="connsiteX0" fmla="*/ 527119 w 1366276"/>
                  <a:gd name="connsiteY0" fmla="*/ 224155 h 1060823"/>
                  <a:gd name="connsiteX1" fmla="*/ 159884 w 1366276"/>
                  <a:gd name="connsiteY1" fmla="*/ 589374 h 1060823"/>
                  <a:gd name="connsiteX2" fmla="*/ 16131 w 1366276"/>
                  <a:gd name="connsiteY2" fmla="*/ 726179 h 1060823"/>
                  <a:gd name="connsiteX3" fmla="*/ 60954 w 1366276"/>
                  <a:gd name="connsiteY3" fmla="*/ 878579 h 1060823"/>
                  <a:gd name="connsiteX4" fmla="*/ 527119 w 1366276"/>
                  <a:gd name="connsiteY4" fmla="*/ 977191 h 1060823"/>
                  <a:gd name="connsiteX5" fmla="*/ 1056037 w 1366276"/>
                  <a:gd name="connsiteY5" fmla="*/ 1048908 h 1060823"/>
                  <a:gd name="connsiteX6" fmla="*/ 1324978 w 1366276"/>
                  <a:gd name="connsiteY6" fmla="*/ 717214 h 1060823"/>
                  <a:gd name="connsiteX7" fmla="*/ 1324978 w 1366276"/>
                  <a:gd name="connsiteY7" fmla="*/ 385520 h 1060823"/>
                  <a:gd name="connsiteX8" fmla="*/ 1113220 w 1366276"/>
                  <a:gd name="connsiteY8" fmla="*/ 238690 h 1060823"/>
                  <a:gd name="connsiteX9" fmla="*/ 822954 w 1366276"/>
                  <a:gd name="connsiteY9" fmla="*/ 38 h 1060823"/>
                  <a:gd name="connsiteX10" fmla="*/ 527119 w 1366276"/>
                  <a:gd name="connsiteY10" fmla="*/ 224155 h 1060823"/>
                  <a:gd name="connsiteX0" fmla="*/ 527119 w 1383515"/>
                  <a:gd name="connsiteY0" fmla="*/ 224155 h 1060823"/>
                  <a:gd name="connsiteX1" fmla="*/ 159884 w 1383515"/>
                  <a:gd name="connsiteY1" fmla="*/ 589374 h 1060823"/>
                  <a:gd name="connsiteX2" fmla="*/ 16131 w 1383515"/>
                  <a:gd name="connsiteY2" fmla="*/ 726179 h 1060823"/>
                  <a:gd name="connsiteX3" fmla="*/ 60954 w 1383515"/>
                  <a:gd name="connsiteY3" fmla="*/ 878579 h 1060823"/>
                  <a:gd name="connsiteX4" fmla="*/ 527119 w 1383515"/>
                  <a:gd name="connsiteY4" fmla="*/ 977191 h 1060823"/>
                  <a:gd name="connsiteX5" fmla="*/ 1056037 w 1383515"/>
                  <a:gd name="connsiteY5" fmla="*/ 1048908 h 1060823"/>
                  <a:gd name="connsiteX6" fmla="*/ 1324978 w 1383515"/>
                  <a:gd name="connsiteY6" fmla="*/ 717214 h 1060823"/>
                  <a:gd name="connsiteX7" fmla="*/ 1324978 w 1383515"/>
                  <a:gd name="connsiteY7" fmla="*/ 385520 h 1060823"/>
                  <a:gd name="connsiteX8" fmla="*/ 1113220 w 1383515"/>
                  <a:gd name="connsiteY8" fmla="*/ 238690 h 1060823"/>
                  <a:gd name="connsiteX9" fmla="*/ 822954 w 1383515"/>
                  <a:gd name="connsiteY9" fmla="*/ 38 h 1060823"/>
                  <a:gd name="connsiteX10" fmla="*/ 527119 w 1383515"/>
                  <a:gd name="connsiteY10" fmla="*/ 224155 h 1060823"/>
                  <a:gd name="connsiteX0" fmla="*/ 528943 w 1385339"/>
                  <a:gd name="connsiteY0" fmla="*/ 224155 h 1054145"/>
                  <a:gd name="connsiteX1" fmla="*/ 161708 w 1385339"/>
                  <a:gd name="connsiteY1" fmla="*/ 589374 h 1054145"/>
                  <a:gd name="connsiteX2" fmla="*/ 17955 w 1385339"/>
                  <a:gd name="connsiteY2" fmla="*/ 726179 h 1054145"/>
                  <a:gd name="connsiteX3" fmla="*/ 62778 w 1385339"/>
                  <a:gd name="connsiteY3" fmla="*/ 878579 h 1054145"/>
                  <a:gd name="connsiteX4" fmla="*/ 561407 w 1385339"/>
                  <a:gd name="connsiteY4" fmla="*/ 917674 h 1054145"/>
                  <a:gd name="connsiteX5" fmla="*/ 1057861 w 1385339"/>
                  <a:gd name="connsiteY5" fmla="*/ 1048908 h 1054145"/>
                  <a:gd name="connsiteX6" fmla="*/ 1326802 w 1385339"/>
                  <a:gd name="connsiteY6" fmla="*/ 717214 h 1054145"/>
                  <a:gd name="connsiteX7" fmla="*/ 1326802 w 1385339"/>
                  <a:gd name="connsiteY7" fmla="*/ 385520 h 1054145"/>
                  <a:gd name="connsiteX8" fmla="*/ 1115044 w 1385339"/>
                  <a:gd name="connsiteY8" fmla="*/ 238690 h 1054145"/>
                  <a:gd name="connsiteX9" fmla="*/ 824778 w 1385339"/>
                  <a:gd name="connsiteY9" fmla="*/ 38 h 1054145"/>
                  <a:gd name="connsiteX10" fmla="*/ 528943 w 1385339"/>
                  <a:gd name="connsiteY10" fmla="*/ 224155 h 1054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85339" h="1054145">
                    <a:moveTo>
                      <a:pt x="528943" y="224155"/>
                    </a:moveTo>
                    <a:cubicBezTo>
                      <a:pt x="450895" y="387305"/>
                      <a:pt x="273927" y="532756"/>
                      <a:pt x="161708" y="589374"/>
                    </a:cubicBezTo>
                    <a:cubicBezTo>
                      <a:pt x="49489" y="645992"/>
                      <a:pt x="34443" y="677978"/>
                      <a:pt x="17955" y="726179"/>
                    </a:cubicBezTo>
                    <a:cubicBezTo>
                      <a:pt x="1467" y="774380"/>
                      <a:pt x="-27797" y="846663"/>
                      <a:pt x="62778" y="878579"/>
                    </a:cubicBezTo>
                    <a:cubicBezTo>
                      <a:pt x="153353" y="910495"/>
                      <a:pt x="395560" y="889286"/>
                      <a:pt x="561407" y="917674"/>
                    </a:cubicBezTo>
                    <a:cubicBezTo>
                      <a:pt x="727254" y="946062"/>
                      <a:pt x="930295" y="1082318"/>
                      <a:pt x="1057861" y="1048908"/>
                    </a:cubicBezTo>
                    <a:cubicBezTo>
                      <a:pt x="1185427" y="1015498"/>
                      <a:pt x="1254926" y="844011"/>
                      <a:pt x="1326802" y="717214"/>
                    </a:cubicBezTo>
                    <a:cubicBezTo>
                      <a:pt x="1398678" y="590417"/>
                      <a:pt x="1410791" y="465274"/>
                      <a:pt x="1326802" y="385520"/>
                    </a:cubicBezTo>
                    <a:cubicBezTo>
                      <a:pt x="1242813" y="305766"/>
                      <a:pt x="1198715" y="302937"/>
                      <a:pt x="1115044" y="238690"/>
                    </a:cubicBezTo>
                    <a:cubicBezTo>
                      <a:pt x="1031373" y="174443"/>
                      <a:pt x="927872" y="-2950"/>
                      <a:pt x="824778" y="38"/>
                    </a:cubicBezTo>
                    <a:cubicBezTo>
                      <a:pt x="721684" y="3026"/>
                      <a:pt x="606991" y="61005"/>
                      <a:pt x="528943" y="224155"/>
                    </a:cubicBezTo>
                    <a:close/>
                  </a:path>
                </a:pathLst>
              </a:custGeom>
              <a:solidFill>
                <a:srgbClr val="B4B4E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/>
              </a:p>
            </p:txBody>
          </p:sp>
          <p:grpSp>
            <p:nvGrpSpPr>
              <p:cNvPr id="1208" name="组合 1207">
                <a:extLst>
                  <a:ext uri="{FF2B5EF4-FFF2-40B4-BE49-F238E27FC236}">
                    <a16:creationId xmlns:a16="http://schemas.microsoft.com/office/drawing/2014/main" id="{92F86B4C-ECED-2664-7A92-C43CD615F4D1}"/>
                  </a:ext>
                </a:extLst>
              </p:cNvPr>
              <p:cNvGrpSpPr/>
              <p:nvPr/>
            </p:nvGrpSpPr>
            <p:grpSpPr>
              <a:xfrm>
                <a:off x="-157308" y="4248016"/>
                <a:ext cx="1052919" cy="1104901"/>
                <a:chOff x="276400" y="756457"/>
                <a:chExt cx="717686" cy="753117"/>
              </a:xfrm>
            </p:grpSpPr>
            <p:sp>
              <p:nvSpPr>
                <p:cNvPr id="1209" name="任意形状 1208">
                  <a:extLst>
                    <a:ext uri="{FF2B5EF4-FFF2-40B4-BE49-F238E27FC236}">
                      <a16:creationId xmlns:a16="http://schemas.microsoft.com/office/drawing/2014/main" id="{420874AD-D883-CA06-92AE-D3BC1CDC40DC}"/>
                    </a:ext>
                  </a:extLst>
                </p:cNvPr>
                <p:cNvSpPr/>
                <p:nvPr/>
              </p:nvSpPr>
              <p:spPr>
                <a:xfrm>
                  <a:off x="341148" y="939295"/>
                  <a:ext cx="42736" cy="104329"/>
                </a:xfrm>
                <a:custGeom>
                  <a:avLst/>
                  <a:gdLst>
                    <a:gd name="connsiteX0" fmla="*/ 28639 w 78470"/>
                    <a:gd name="connsiteY0" fmla="*/ 1397 h 191564"/>
                    <a:gd name="connsiteX1" fmla="*/ 51880 w 78470"/>
                    <a:gd name="connsiteY1" fmla="*/ 0 h 191564"/>
                    <a:gd name="connsiteX2" fmla="*/ 51880 w 78470"/>
                    <a:gd name="connsiteY2" fmla="*/ 189992 h 191564"/>
                    <a:gd name="connsiteX3" fmla="*/ 4128 w 78470"/>
                    <a:gd name="connsiteY3" fmla="*/ 140843 h 191564"/>
                    <a:gd name="connsiteX4" fmla="*/ 28639 w 78470"/>
                    <a:gd name="connsiteY4" fmla="*/ 1397 h 191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470" h="191564">
                      <a:moveTo>
                        <a:pt x="28639" y="1397"/>
                      </a:moveTo>
                      <a:cubicBezTo>
                        <a:pt x="34481" y="1016"/>
                        <a:pt x="46038" y="381"/>
                        <a:pt x="51880" y="0"/>
                      </a:cubicBezTo>
                      <a:cubicBezTo>
                        <a:pt x="82614" y="57531"/>
                        <a:pt x="91758" y="134620"/>
                        <a:pt x="51880" y="189992"/>
                      </a:cubicBezTo>
                      <a:cubicBezTo>
                        <a:pt x="20638" y="199390"/>
                        <a:pt x="8827" y="164592"/>
                        <a:pt x="4128" y="140843"/>
                      </a:cubicBezTo>
                      <a:cubicBezTo>
                        <a:pt x="-3873" y="93980"/>
                        <a:pt x="-2476" y="40005"/>
                        <a:pt x="28639" y="139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0" name="任意形状 1209">
                  <a:extLst>
                    <a:ext uri="{FF2B5EF4-FFF2-40B4-BE49-F238E27FC236}">
                      <a16:creationId xmlns:a16="http://schemas.microsoft.com/office/drawing/2014/main" id="{38600EA7-5B46-DB15-A621-4D8A9F5D7C4E}"/>
                    </a:ext>
                  </a:extLst>
                </p:cNvPr>
                <p:cNvSpPr/>
                <p:nvPr/>
              </p:nvSpPr>
              <p:spPr>
                <a:xfrm>
                  <a:off x="276400" y="756457"/>
                  <a:ext cx="717686" cy="753117"/>
                </a:xfrm>
                <a:custGeom>
                  <a:avLst/>
                  <a:gdLst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447867 w 1644613"/>
                    <a:gd name="connsiteY4" fmla="*/ 744100 h 1635893"/>
                    <a:gd name="connsiteX5" fmla="*/ 1200852 w 1644613"/>
                    <a:gd name="connsiteY5" fmla="*/ 768865 h 1635893"/>
                    <a:gd name="connsiteX6" fmla="*/ 1100903 w 1644613"/>
                    <a:gd name="connsiteY6" fmla="*/ 724415 h 1635893"/>
                    <a:gd name="connsiteX7" fmla="*/ 1075122 w 1644613"/>
                    <a:gd name="connsiteY7" fmla="*/ 806838 h 1635893"/>
                    <a:gd name="connsiteX8" fmla="*/ 994858 w 1644613"/>
                    <a:gd name="connsiteY8" fmla="*/ 891166 h 1635893"/>
                    <a:gd name="connsiteX9" fmla="*/ 900370 w 1644613"/>
                    <a:gd name="connsiteY9" fmla="*/ 986162 h 1635893"/>
                    <a:gd name="connsiteX10" fmla="*/ 765623 w 1644613"/>
                    <a:gd name="connsiteY10" fmla="*/ 1048392 h 1635893"/>
                    <a:gd name="connsiteX11" fmla="*/ 993715 w 1644613"/>
                    <a:gd name="connsiteY11" fmla="*/ 1351541 h 1635893"/>
                    <a:gd name="connsiteX12" fmla="*/ 1109666 w 1644613"/>
                    <a:gd name="connsiteY12" fmla="*/ 1221620 h 1635893"/>
                    <a:gd name="connsiteX13" fmla="*/ 1283275 w 1644613"/>
                    <a:gd name="connsiteY13" fmla="*/ 1111003 h 1635893"/>
                    <a:gd name="connsiteX14" fmla="*/ 1372810 w 1644613"/>
                    <a:gd name="connsiteY14" fmla="*/ 1159136 h 1635893"/>
                    <a:gd name="connsiteX15" fmla="*/ 1290260 w 1644613"/>
                    <a:gd name="connsiteY15" fmla="*/ 1244353 h 1635893"/>
                    <a:gd name="connsiteX16" fmla="*/ 1514796 w 1644613"/>
                    <a:gd name="connsiteY16" fmla="*/ 1325633 h 1635893"/>
                    <a:gd name="connsiteX17" fmla="*/ 1460440 w 1644613"/>
                    <a:gd name="connsiteY17" fmla="*/ 1390657 h 1635893"/>
                    <a:gd name="connsiteX18" fmla="*/ 1460821 w 1644613"/>
                    <a:gd name="connsiteY18" fmla="*/ 1438790 h 1635893"/>
                    <a:gd name="connsiteX19" fmla="*/ 1403163 w 1644613"/>
                    <a:gd name="connsiteY19" fmla="*/ 1459999 h 1635893"/>
                    <a:gd name="connsiteX20" fmla="*/ 1396686 w 1644613"/>
                    <a:gd name="connsiteY20" fmla="*/ 1490352 h 1635893"/>
                    <a:gd name="connsiteX21" fmla="*/ 1222569 w 1644613"/>
                    <a:gd name="connsiteY21" fmla="*/ 1482224 h 1635893"/>
                    <a:gd name="connsiteX22" fmla="*/ 1041340 w 1644613"/>
                    <a:gd name="connsiteY22" fmla="*/ 1583443 h 1635893"/>
                    <a:gd name="connsiteX23" fmla="*/ 907228 w 1644613"/>
                    <a:gd name="connsiteY23" fmla="*/ 1570362 h 1635893"/>
                    <a:gd name="connsiteX24" fmla="*/ 909260 w 1644613"/>
                    <a:gd name="connsiteY24" fmla="*/ 1626242 h 1635893"/>
                    <a:gd name="connsiteX25" fmla="*/ 884622 w 1644613"/>
                    <a:gd name="connsiteY25" fmla="*/ 1624718 h 1635893"/>
                    <a:gd name="connsiteX26" fmla="*/ 878780 w 1644613"/>
                    <a:gd name="connsiteY26" fmla="*/ 1550296 h 1635893"/>
                    <a:gd name="connsiteX27" fmla="*/ 820106 w 1644613"/>
                    <a:gd name="connsiteY27" fmla="*/ 1144658 h 1635893"/>
                    <a:gd name="connsiteX28" fmla="*/ 747208 w 1644613"/>
                    <a:gd name="connsiteY28" fmla="*/ 1071887 h 1635893"/>
                    <a:gd name="connsiteX29" fmla="*/ 424882 w 1644613"/>
                    <a:gd name="connsiteY29" fmla="*/ 1070236 h 1635893"/>
                    <a:gd name="connsiteX30" fmla="*/ 337125 w 1644613"/>
                    <a:gd name="connsiteY30" fmla="*/ 1072395 h 1635893"/>
                    <a:gd name="connsiteX31" fmla="*/ 407610 w 1644613"/>
                    <a:gd name="connsiteY31" fmla="*/ 1284231 h 1635893"/>
                    <a:gd name="connsiteX32" fmla="*/ 322774 w 1644613"/>
                    <a:gd name="connsiteY32" fmla="*/ 1363352 h 1635893"/>
                    <a:gd name="connsiteX33" fmla="*/ 288357 w 1644613"/>
                    <a:gd name="connsiteY33" fmla="*/ 1588650 h 1635893"/>
                    <a:gd name="connsiteX34" fmla="*/ 283023 w 1644613"/>
                    <a:gd name="connsiteY34" fmla="*/ 1624718 h 1635893"/>
                    <a:gd name="connsiteX35" fmla="*/ 259020 w 1644613"/>
                    <a:gd name="connsiteY35" fmla="*/ 1629417 h 1635893"/>
                    <a:gd name="connsiteX36" fmla="*/ 323409 w 1644613"/>
                    <a:gd name="connsiteY36" fmla="*/ 1250068 h 1635893"/>
                    <a:gd name="connsiteX37" fmla="*/ 305629 w 1644613"/>
                    <a:gd name="connsiteY37" fmla="*/ 1166248 h 1635893"/>
                    <a:gd name="connsiteX38" fmla="*/ 229556 w 1644613"/>
                    <a:gd name="connsiteY38" fmla="*/ 1192410 h 1635893"/>
                    <a:gd name="connsiteX39" fmla="*/ 18228 w 1644613"/>
                    <a:gd name="connsiteY39" fmla="*/ 1623575 h 1635893"/>
                    <a:gd name="connsiteX40" fmla="*/ 2099 w 1644613"/>
                    <a:gd name="connsiteY40" fmla="*/ 1635894 h 1635893"/>
                    <a:gd name="connsiteX41" fmla="*/ 17212 w 1644613"/>
                    <a:gd name="connsiteY41" fmla="*/ 1539628 h 1635893"/>
                    <a:gd name="connsiteX42" fmla="*/ 107001 w 1644613"/>
                    <a:gd name="connsiteY42" fmla="*/ 1318648 h 1635893"/>
                    <a:gd name="connsiteX43" fmla="*/ 216983 w 1644613"/>
                    <a:gd name="connsiteY43" fmla="*/ 1168153 h 1635893"/>
                    <a:gd name="connsiteX44" fmla="*/ 304867 w 1644613"/>
                    <a:gd name="connsiteY44" fmla="*/ 1066553 h 1635893"/>
                    <a:gd name="connsiteX45" fmla="*/ 391481 w 1644613"/>
                    <a:gd name="connsiteY45" fmla="*/ 1032390 h 1635893"/>
                    <a:gd name="connsiteX46" fmla="*/ 252924 w 1644613"/>
                    <a:gd name="connsiteY46" fmla="*/ 952253 h 1635893"/>
                    <a:gd name="connsiteX47" fmla="*/ 138243 w 1644613"/>
                    <a:gd name="connsiteY47" fmla="*/ 837064 h 1635893"/>
                    <a:gd name="connsiteX48" fmla="*/ 83633 w 1644613"/>
                    <a:gd name="connsiteY48" fmla="*/ 754514 h 1635893"/>
                    <a:gd name="connsiteX49" fmla="*/ 139767 w 1644613"/>
                    <a:gd name="connsiteY49" fmla="*/ 520707 h 1635893"/>
                    <a:gd name="connsiteX50" fmla="*/ 413198 w 1644613"/>
                    <a:gd name="connsiteY50" fmla="*/ 274200 h 1635893"/>
                    <a:gd name="connsiteX51" fmla="*/ 730698 w 1644613"/>
                    <a:gd name="connsiteY51" fmla="*/ 270898 h 1635893"/>
                    <a:gd name="connsiteX52" fmla="*/ 944058 w 1644613"/>
                    <a:gd name="connsiteY52" fmla="*/ 397009 h 1635893"/>
                    <a:gd name="connsiteX53" fmla="*/ 1014924 w 1644613"/>
                    <a:gd name="connsiteY53" fmla="*/ 137040 h 1635893"/>
                    <a:gd name="connsiteX54" fmla="*/ 1076900 w 1644613"/>
                    <a:gd name="connsiteY54" fmla="*/ 110878 h 1635893"/>
                    <a:gd name="connsiteX55" fmla="*/ 971617 w 1644613"/>
                    <a:gd name="connsiteY55" fmla="*/ 432950 h 1635893"/>
                    <a:gd name="connsiteX56" fmla="*/ 1070423 w 1644613"/>
                    <a:gd name="connsiteY56" fmla="*/ 588017 h 1635893"/>
                    <a:gd name="connsiteX57" fmla="*/ 1107507 w 1644613"/>
                    <a:gd name="connsiteY57" fmla="*/ 692030 h 1635893"/>
                    <a:gd name="connsiteX58" fmla="*/ 1459424 w 1644613"/>
                    <a:gd name="connsiteY58" fmla="*/ 707524 h 1635893"/>
                    <a:gd name="connsiteX59" fmla="*/ 1614364 w 1644613"/>
                    <a:gd name="connsiteY59" fmla="*/ 462160 h 1635893"/>
                    <a:gd name="connsiteX60" fmla="*/ 1543879 w 1644613"/>
                    <a:gd name="connsiteY60" fmla="*/ 155963 h 1635893"/>
                    <a:gd name="connsiteX61" fmla="*/ 1261939 w 1644613"/>
                    <a:gd name="connsiteY61" fmla="*/ 27312 h 1635893"/>
                    <a:gd name="connsiteX62" fmla="*/ 1076900 w 1644613"/>
                    <a:gd name="connsiteY62" fmla="*/ 110878 h 1635893"/>
                    <a:gd name="connsiteX63" fmla="*/ 175327 w 1644613"/>
                    <a:gd name="connsiteY63" fmla="*/ 504578 h 1635893"/>
                    <a:gd name="connsiteX64" fmla="*/ 227270 w 1644613"/>
                    <a:gd name="connsiteY64" fmla="*/ 521723 h 1635893"/>
                    <a:gd name="connsiteX65" fmla="*/ 284801 w 1644613"/>
                    <a:gd name="connsiteY65" fmla="*/ 676663 h 1635893"/>
                    <a:gd name="connsiteX66" fmla="*/ 256607 w 1644613"/>
                    <a:gd name="connsiteY66" fmla="*/ 816998 h 1635893"/>
                    <a:gd name="connsiteX67" fmla="*/ 204283 w 1644613"/>
                    <a:gd name="connsiteY67" fmla="*/ 863734 h 1635893"/>
                    <a:gd name="connsiteX68" fmla="*/ 615128 w 1644613"/>
                    <a:gd name="connsiteY68" fmla="*/ 1040010 h 1635893"/>
                    <a:gd name="connsiteX69" fmla="*/ 979491 w 1644613"/>
                    <a:gd name="connsiteY69" fmla="*/ 867671 h 1635893"/>
                    <a:gd name="connsiteX70" fmla="*/ 1018353 w 1644613"/>
                    <a:gd name="connsiteY70" fmla="*/ 573666 h 1635893"/>
                    <a:gd name="connsiteX71" fmla="*/ 672151 w 1644613"/>
                    <a:gd name="connsiteY71" fmla="*/ 284741 h 1635893"/>
                    <a:gd name="connsiteX72" fmla="*/ 175327 w 1644613"/>
                    <a:gd name="connsiteY72" fmla="*/ 504578 h 1635893"/>
                    <a:gd name="connsiteX73" fmla="*/ 159833 w 1644613"/>
                    <a:gd name="connsiteY73" fmla="*/ 539884 h 1635893"/>
                    <a:gd name="connsiteX74" fmla="*/ 104588 w 1644613"/>
                    <a:gd name="connsiteY74" fmla="*/ 728098 h 1635893"/>
                    <a:gd name="connsiteX75" fmla="*/ 197679 w 1644613"/>
                    <a:gd name="connsiteY75" fmla="*/ 834143 h 1635893"/>
                    <a:gd name="connsiteX76" fmla="*/ 250892 w 1644613"/>
                    <a:gd name="connsiteY76" fmla="*/ 752355 h 1635893"/>
                    <a:gd name="connsiteX77" fmla="*/ 234636 w 1644613"/>
                    <a:gd name="connsiteY77" fmla="*/ 576587 h 1635893"/>
                    <a:gd name="connsiteX78" fmla="*/ 159833 w 1644613"/>
                    <a:gd name="connsiteY78" fmla="*/ 539884 h 1635893"/>
                    <a:gd name="connsiteX79" fmla="*/ 1052135 w 1644613"/>
                    <a:gd name="connsiteY79" fmla="*/ 598050 h 1635893"/>
                    <a:gd name="connsiteX80" fmla="*/ 1041086 w 1644613"/>
                    <a:gd name="connsiteY80" fmla="*/ 807092 h 1635893"/>
                    <a:gd name="connsiteX81" fmla="*/ 1052135 w 1644613"/>
                    <a:gd name="connsiteY81" fmla="*/ 598050 h 1635893"/>
                    <a:gd name="connsiteX82" fmla="*/ 441011 w 1644613"/>
                    <a:gd name="connsiteY82" fmla="*/ 1044963 h 1635893"/>
                    <a:gd name="connsiteX83" fmla="*/ 658816 w 1644613"/>
                    <a:gd name="connsiteY83" fmla="*/ 1078618 h 1635893"/>
                    <a:gd name="connsiteX84" fmla="*/ 569154 w 1644613"/>
                    <a:gd name="connsiteY84" fmla="*/ 1062616 h 1635893"/>
                    <a:gd name="connsiteX85" fmla="*/ 441011 w 1644613"/>
                    <a:gd name="connsiteY85" fmla="*/ 1044963 h 1635893"/>
                    <a:gd name="connsiteX86" fmla="*/ 303597 w 1644613"/>
                    <a:gd name="connsiteY86" fmla="*/ 1095509 h 1635893"/>
                    <a:gd name="connsiteX87" fmla="*/ 288992 w 1644613"/>
                    <a:gd name="connsiteY87" fmla="*/ 1125100 h 1635893"/>
                    <a:gd name="connsiteX88" fmla="*/ 345380 w 1644613"/>
                    <a:gd name="connsiteY88" fmla="*/ 1175519 h 1635893"/>
                    <a:gd name="connsiteX89" fmla="*/ 332934 w 1644613"/>
                    <a:gd name="connsiteY89" fmla="*/ 1333380 h 1635893"/>
                    <a:gd name="connsiteX90" fmla="*/ 384369 w 1644613"/>
                    <a:gd name="connsiteY90" fmla="*/ 1261879 h 1635893"/>
                    <a:gd name="connsiteX91" fmla="*/ 303597 w 1644613"/>
                    <a:gd name="connsiteY91" fmla="*/ 1095509 h 1635893"/>
                    <a:gd name="connsiteX92" fmla="*/ 1154370 w 1644613"/>
                    <a:gd name="connsiteY92" fmla="*/ 1214635 h 1635893"/>
                    <a:gd name="connsiteX93" fmla="*/ 1130875 w 1644613"/>
                    <a:gd name="connsiteY93" fmla="*/ 1407675 h 1635893"/>
                    <a:gd name="connsiteX94" fmla="*/ 1261431 w 1644613"/>
                    <a:gd name="connsiteY94" fmla="*/ 1463301 h 1635893"/>
                    <a:gd name="connsiteX95" fmla="*/ 1374969 w 1644613"/>
                    <a:gd name="connsiteY95" fmla="*/ 1474731 h 1635893"/>
                    <a:gd name="connsiteX96" fmla="*/ 1357316 w 1644613"/>
                    <a:gd name="connsiteY96" fmla="*/ 1446029 h 1635893"/>
                    <a:gd name="connsiteX97" fmla="*/ 1258637 w 1644613"/>
                    <a:gd name="connsiteY97" fmla="*/ 1386466 h 1635893"/>
                    <a:gd name="connsiteX98" fmla="*/ 1445581 w 1644613"/>
                    <a:gd name="connsiteY98" fmla="*/ 1429773 h 1635893"/>
                    <a:gd name="connsiteX99" fmla="*/ 1403163 w 1644613"/>
                    <a:gd name="connsiteY99" fmla="*/ 1377195 h 1635893"/>
                    <a:gd name="connsiteX100" fmla="*/ 1296229 w 1644613"/>
                    <a:gd name="connsiteY100" fmla="*/ 1332237 h 1635893"/>
                    <a:gd name="connsiteX101" fmla="*/ 1489269 w 1644613"/>
                    <a:gd name="connsiteY101" fmla="*/ 1359923 h 1635893"/>
                    <a:gd name="connsiteX102" fmla="*/ 1491174 w 1644613"/>
                    <a:gd name="connsiteY102" fmla="*/ 1340111 h 1635893"/>
                    <a:gd name="connsiteX103" fmla="*/ 1235269 w 1644613"/>
                    <a:gd name="connsiteY103" fmla="*/ 1248163 h 1635893"/>
                    <a:gd name="connsiteX104" fmla="*/ 1341060 w 1644613"/>
                    <a:gd name="connsiteY104" fmla="*/ 1171709 h 1635893"/>
                    <a:gd name="connsiteX105" fmla="*/ 1301944 w 1644613"/>
                    <a:gd name="connsiteY105" fmla="*/ 1132720 h 1635893"/>
                    <a:gd name="connsiteX106" fmla="*/ 1154370 w 1644613"/>
                    <a:gd name="connsiteY106" fmla="*/ 1214635 h 1635893"/>
                    <a:gd name="connsiteX107" fmla="*/ 857063 w 1644613"/>
                    <a:gd name="connsiteY107" fmla="*/ 1181488 h 1635893"/>
                    <a:gd name="connsiteX108" fmla="*/ 878272 w 1644613"/>
                    <a:gd name="connsiteY108" fmla="*/ 1300868 h 1635893"/>
                    <a:gd name="connsiteX109" fmla="*/ 905704 w 1644613"/>
                    <a:gd name="connsiteY109" fmla="*/ 1540771 h 1635893"/>
                    <a:gd name="connsiteX110" fmla="*/ 1188660 w 1644613"/>
                    <a:gd name="connsiteY110" fmla="*/ 1474350 h 1635893"/>
                    <a:gd name="connsiteX111" fmla="*/ 1073344 w 1644613"/>
                    <a:gd name="connsiteY111" fmla="*/ 1300233 h 1635893"/>
                    <a:gd name="connsiteX112" fmla="*/ 973522 w 1644613"/>
                    <a:gd name="connsiteY112" fmla="*/ 1438155 h 1635893"/>
                    <a:gd name="connsiteX113" fmla="*/ 945201 w 1644613"/>
                    <a:gd name="connsiteY113" fmla="*/ 1487558 h 1635893"/>
                    <a:gd name="connsiteX114" fmla="*/ 974665 w 1644613"/>
                    <a:gd name="connsiteY114" fmla="*/ 1366781 h 1635893"/>
                    <a:gd name="connsiteX115" fmla="*/ 857063 w 1644613"/>
                    <a:gd name="connsiteY115" fmla="*/ 1181488 h 1635893"/>
                    <a:gd name="connsiteX0" fmla="*/ 1014924 w 1644615"/>
                    <a:gd name="connsiteY0" fmla="*/ 137040 h 1635895"/>
                    <a:gd name="connsiteX1" fmla="*/ 1288609 w 1644615"/>
                    <a:gd name="connsiteY1" fmla="*/ 134 h 1635895"/>
                    <a:gd name="connsiteX2" fmla="*/ 1606363 w 1644615"/>
                    <a:gd name="connsiteY2" fmla="*/ 207525 h 1635895"/>
                    <a:gd name="connsiteX3" fmla="*/ 1635827 w 1644615"/>
                    <a:gd name="connsiteY3" fmla="*/ 498990 h 1635895"/>
                    <a:gd name="connsiteX4" fmla="*/ 1447867 w 1644615"/>
                    <a:gd name="connsiteY4" fmla="*/ 744100 h 1635895"/>
                    <a:gd name="connsiteX5" fmla="*/ 1200852 w 1644615"/>
                    <a:gd name="connsiteY5" fmla="*/ 768865 h 1635895"/>
                    <a:gd name="connsiteX6" fmla="*/ 1100903 w 1644615"/>
                    <a:gd name="connsiteY6" fmla="*/ 724415 h 1635895"/>
                    <a:gd name="connsiteX7" fmla="*/ 1075122 w 1644615"/>
                    <a:gd name="connsiteY7" fmla="*/ 806838 h 1635895"/>
                    <a:gd name="connsiteX8" fmla="*/ 994858 w 1644615"/>
                    <a:gd name="connsiteY8" fmla="*/ 891166 h 1635895"/>
                    <a:gd name="connsiteX9" fmla="*/ 900370 w 1644615"/>
                    <a:gd name="connsiteY9" fmla="*/ 986162 h 1635895"/>
                    <a:gd name="connsiteX10" fmla="*/ 765623 w 1644615"/>
                    <a:gd name="connsiteY10" fmla="*/ 1048392 h 1635895"/>
                    <a:gd name="connsiteX11" fmla="*/ 993715 w 1644615"/>
                    <a:gd name="connsiteY11" fmla="*/ 1351541 h 1635895"/>
                    <a:gd name="connsiteX12" fmla="*/ 1109666 w 1644615"/>
                    <a:gd name="connsiteY12" fmla="*/ 1221620 h 1635895"/>
                    <a:gd name="connsiteX13" fmla="*/ 1283275 w 1644615"/>
                    <a:gd name="connsiteY13" fmla="*/ 1111003 h 1635895"/>
                    <a:gd name="connsiteX14" fmla="*/ 1372810 w 1644615"/>
                    <a:gd name="connsiteY14" fmla="*/ 1159136 h 1635895"/>
                    <a:gd name="connsiteX15" fmla="*/ 1290260 w 1644615"/>
                    <a:gd name="connsiteY15" fmla="*/ 1244353 h 1635895"/>
                    <a:gd name="connsiteX16" fmla="*/ 1514796 w 1644615"/>
                    <a:gd name="connsiteY16" fmla="*/ 1325633 h 1635895"/>
                    <a:gd name="connsiteX17" fmla="*/ 1460440 w 1644615"/>
                    <a:gd name="connsiteY17" fmla="*/ 1390657 h 1635895"/>
                    <a:gd name="connsiteX18" fmla="*/ 1460821 w 1644615"/>
                    <a:gd name="connsiteY18" fmla="*/ 1438790 h 1635895"/>
                    <a:gd name="connsiteX19" fmla="*/ 1403163 w 1644615"/>
                    <a:gd name="connsiteY19" fmla="*/ 1459999 h 1635895"/>
                    <a:gd name="connsiteX20" fmla="*/ 1396686 w 1644615"/>
                    <a:gd name="connsiteY20" fmla="*/ 1490352 h 1635895"/>
                    <a:gd name="connsiteX21" fmla="*/ 1222569 w 1644615"/>
                    <a:gd name="connsiteY21" fmla="*/ 1482224 h 1635895"/>
                    <a:gd name="connsiteX22" fmla="*/ 1041340 w 1644615"/>
                    <a:gd name="connsiteY22" fmla="*/ 1583443 h 1635895"/>
                    <a:gd name="connsiteX23" fmla="*/ 907228 w 1644615"/>
                    <a:gd name="connsiteY23" fmla="*/ 1570362 h 1635895"/>
                    <a:gd name="connsiteX24" fmla="*/ 909260 w 1644615"/>
                    <a:gd name="connsiteY24" fmla="*/ 1626242 h 1635895"/>
                    <a:gd name="connsiteX25" fmla="*/ 884622 w 1644615"/>
                    <a:gd name="connsiteY25" fmla="*/ 1624718 h 1635895"/>
                    <a:gd name="connsiteX26" fmla="*/ 878780 w 1644615"/>
                    <a:gd name="connsiteY26" fmla="*/ 1550296 h 1635895"/>
                    <a:gd name="connsiteX27" fmla="*/ 820106 w 1644615"/>
                    <a:gd name="connsiteY27" fmla="*/ 1144658 h 1635895"/>
                    <a:gd name="connsiteX28" fmla="*/ 747208 w 1644615"/>
                    <a:gd name="connsiteY28" fmla="*/ 1071887 h 1635895"/>
                    <a:gd name="connsiteX29" fmla="*/ 424882 w 1644615"/>
                    <a:gd name="connsiteY29" fmla="*/ 1070236 h 1635895"/>
                    <a:gd name="connsiteX30" fmla="*/ 337125 w 1644615"/>
                    <a:gd name="connsiteY30" fmla="*/ 1072395 h 1635895"/>
                    <a:gd name="connsiteX31" fmla="*/ 407610 w 1644615"/>
                    <a:gd name="connsiteY31" fmla="*/ 1284231 h 1635895"/>
                    <a:gd name="connsiteX32" fmla="*/ 322774 w 1644615"/>
                    <a:gd name="connsiteY32" fmla="*/ 1363352 h 1635895"/>
                    <a:gd name="connsiteX33" fmla="*/ 288357 w 1644615"/>
                    <a:gd name="connsiteY33" fmla="*/ 1588650 h 1635895"/>
                    <a:gd name="connsiteX34" fmla="*/ 283023 w 1644615"/>
                    <a:gd name="connsiteY34" fmla="*/ 1624718 h 1635895"/>
                    <a:gd name="connsiteX35" fmla="*/ 259020 w 1644615"/>
                    <a:gd name="connsiteY35" fmla="*/ 1629417 h 1635895"/>
                    <a:gd name="connsiteX36" fmla="*/ 323409 w 1644615"/>
                    <a:gd name="connsiteY36" fmla="*/ 1250068 h 1635895"/>
                    <a:gd name="connsiteX37" fmla="*/ 305629 w 1644615"/>
                    <a:gd name="connsiteY37" fmla="*/ 1166248 h 1635895"/>
                    <a:gd name="connsiteX38" fmla="*/ 229556 w 1644615"/>
                    <a:gd name="connsiteY38" fmla="*/ 1192410 h 1635895"/>
                    <a:gd name="connsiteX39" fmla="*/ 18228 w 1644615"/>
                    <a:gd name="connsiteY39" fmla="*/ 1623575 h 1635895"/>
                    <a:gd name="connsiteX40" fmla="*/ 2099 w 1644615"/>
                    <a:gd name="connsiteY40" fmla="*/ 1635894 h 1635895"/>
                    <a:gd name="connsiteX41" fmla="*/ 17212 w 1644615"/>
                    <a:gd name="connsiteY41" fmla="*/ 1539628 h 1635895"/>
                    <a:gd name="connsiteX42" fmla="*/ 107001 w 1644615"/>
                    <a:gd name="connsiteY42" fmla="*/ 1318648 h 1635895"/>
                    <a:gd name="connsiteX43" fmla="*/ 216983 w 1644615"/>
                    <a:gd name="connsiteY43" fmla="*/ 1168153 h 1635895"/>
                    <a:gd name="connsiteX44" fmla="*/ 304867 w 1644615"/>
                    <a:gd name="connsiteY44" fmla="*/ 1066553 h 1635895"/>
                    <a:gd name="connsiteX45" fmla="*/ 391481 w 1644615"/>
                    <a:gd name="connsiteY45" fmla="*/ 1032390 h 1635895"/>
                    <a:gd name="connsiteX46" fmla="*/ 252924 w 1644615"/>
                    <a:gd name="connsiteY46" fmla="*/ 952253 h 1635895"/>
                    <a:gd name="connsiteX47" fmla="*/ 138243 w 1644615"/>
                    <a:gd name="connsiteY47" fmla="*/ 837064 h 1635895"/>
                    <a:gd name="connsiteX48" fmla="*/ 83633 w 1644615"/>
                    <a:gd name="connsiteY48" fmla="*/ 754514 h 1635895"/>
                    <a:gd name="connsiteX49" fmla="*/ 139767 w 1644615"/>
                    <a:gd name="connsiteY49" fmla="*/ 520707 h 1635895"/>
                    <a:gd name="connsiteX50" fmla="*/ 413198 w 1644615"/>
                    <a:gd name="connsiteY50" fmla="*/ 274200 h 1635895"/>
                    <a:gd name="connsiteX51" fmla="*/ 730698 w 1644615"/>
                    <a:gd name="connsiteY51" fmla="*/ 270898 h 1635895"/>
                    <a:gd name="connsiteX52" fmla="*/ 944058 w 1644615"/>
                    <a:gd name="connsiteY52" fmla="*/ 397009 h 1635895"/>
                    <a:gd name="connsiteX53" fmla="*/ 1076900 w 1644615"/>
                    <a:gd name="connsiteY53" fmla="*/ 110878 h 1635895"/>
                    <a:gd name="connsiteX54" fmla="*/ 971617 w 1644615"/>
                    <a:gd name="connsiteY54" fmla="*/ 432950 h 1635895"/>
                    <a:gd name="connsiteX55" fmla="*/ 1070423 w 1644615"/>
                    <a:gd name="connsiteY55" fmla="*/ 588017 h 1635895"/>
                    <a:gd name="connsiteX56" fmla="*/ 1107507 w 1644615"/>
                    <a:gd name="connsiteY56" fmla="*/ 692030 h 1635895"/>
                    <a:gd name="connsiteX57" fmla="*/ 1459424 w 1644615"/>
                    <a:gd name="connsiteY57" fmla="*/ 707524 h 1635895"/>
                    <a:gd name="connsiteX58" fmla="*/ 1614364 w 1644615"/>
                    <a:gd name="connsiteY58" fmla="*/ 462160 h 1635895"/>
                    <a:gd name="connsiteX59" fmla="*/ 1543879 w 1644615"/>
                    <a:gd name="connsiteY59" fmla="*/ 155963 h 1635895"/>
                    <a:gd name="connsiteX60" fmla="*/ 1261939 w 1644615"/>
                    <a:gd name="connsiteY60" fmla="*/ 27312 h 1635895"/>
                    <a:gd name="connsiteX61" fmla="*/ 1076900 w 1644615"/>
                    <a:gd name="connsiteY61" fmla="*/ 110878 h 1635895"/>
                    <a:gd name="connsiteX62" fmla="*/ 175327 w 1644615"/>
                    <a:gd name="connsiteY62" fmla="*/ 504578 h 1635895"/>
                    <a:gd name="connsiteX63" fmla="*/ 227270 w 1644615"/>
                    <a:gd name="connsiteY63" fmla="*/ 521723 h 1635895"/>
                    <a:gd name="connsiteX64" fmla="*/ 284801 w 1644615"/>
                    <a:gd name="connsiteY64" fmla="*/ 676663 h 1635895"/>
                    <a:gd name="connsiteX65" fmla="*/ 256607 w 1644615"/>
                    <a:gd name="connsiteY65" fmla="*/ 816998 h 1635895"/>
                    <a:gd name="connsiteX66" fmla="*/ 204283 w 1644615"/>
                    <a:gd name="connsiteY66" fmla="*/ 863734 h 1635895"/>
                    <a:gd name="connsiteX67" fmla="*/ 615128 w 1644615"/>
                    <a:gd name="connsiteY67" fmla="*/ 1040010 h 1635895"/>
                    <a:gd name="connsiteX68" fmla="*/ 979491 w 1644615"/>
                    <a:gd name="connsiteY68" fmla="*/ 867671 h 1635895"/>
                    <a:gd name="connsiteX69" fmla="*/ 1018353 w 1644615"/>
                    <a:gd name="connsiteY69" fmla="*/ 573666 h 1635895"/>
                    <a:gd name="connsiteX70" fmla="*/ 672151 w 1644615"/>
                    <a:gd name="connsiteY70" fmla="*/ 284741 h 1635895"/>
                    <a:gd name="connsiteX71" fmla="*/ 175327 w 1644615"/>
                    <a:gd name="connsiteY71" fmla="*/ 504578 h 1635895"/>
                    <a:gd name="connsiteX72" fmla="*/ 159833 w 1644615"/>
                    <a:gd name="connsiteY72" fmla="*/ 539884 h 1635895"/>
                    <a:gd name="connsiteX73" fmla="*/ 104588 w 1644615"/>
                    <a:gd name="connsiteY73" fmla="*/ 728098 h 1635895"/>
                    <a:gd name="connsiteX74" fmla="*/ 197679 w 1644615"/>
                    <a:gd name="connsiteY74" fmla="*/ 834143 h 1635895"/>
                    <a:gd name="connsiteX75" fmla="*/ 250892 w 1644615"/>
                    <a:gd name="connsiteY75" fmla="*/ 752355 h 1635895"/>
                    <a:gd name="connsiteX76" fmla="*/ 234636 w 1644615"/>
                    <a:gd name="connsiteY76" fmla="*/ 576587 h 1635895"/>
                    <a:gd name="connsiteX77" fmla="*/ 159833 w 1644615"/>
                    <a:gd name="connsiteY77" fmla="*/ 539884 h 1635895"/>
                    <a:gd name="connsiteX78" fmla="*/ 1052135 w 1644615"/>
                    <a:gd name="connsiteY78" fmla="*/ 598050 h 1635895"/>
                    <a:gd name="connsiteX79" fmla="*/ 1041086 w 1644615"/>
                    <a:gd name="connsiteY79" fmla="*/ 807092 h 1635895"/>
                    <a:gd name="connsiteX80" fmla="*/ 1052135 w 1644615"/>
                    <a:gd name="connsiteY80" fmla="*/ 598050 h 1635895"/>
                    <a:gd name="connsiteX81" fmla="*/ 441011 w 1644615"/>
                    <a:gd name="connsiteY81" fmla="*/ 1044963 h 1635895"/>
                    <a:gd name="connsiteX82" fmla="*/ 658816 w 1644615"/>
                    <a:gd name="connsiteY82" fmla="*/ 1078618 h 1635895"/>
                    <a:gd name="connsiteX83" fmla="*/ 569154 w 1644615"/>
                    <a:gd name="connsiteY83" fmla="*/ 1062616 h 1635895"/>
                    <a:gd name="connsiteX84" fmla="*/ 441011 w 1644615"/>
                    <a:gd name="connsiteY84" fmla="*/ 1044963 h 1635895"/>
                    <a:gd name="connsiteX85" fmla="*/ 303597 w 1644615"/>
                    <a:gd name="connsiteY85" fmla="*/ 1095509 h 1635895"/>
                    <a:gd name="connsiteX86" fmla="*/ 288992 w 1644615"/>
                    <a:gd name="connsiteY86" fmla="*/ 1125100 h 1635895"/>
                    <a:gd name="connsiteX87" fmla="*/ 345380 w 1644615"/>
                    <a:gd name="connsiteY87" fmla="*/ 1175519 h 1635895"/>
                    <a:gd name="connsiteX88" fmla="*/ 332934 w 1644615"/>
                    <a:gd name="connsiteY88" fmla="*/ 1333380 h 1635895"/>
                    <a:gd name="connsiteX89" fmla="*/ 384369 w 1644615"/>
                    <a:gd name="connsiteY89" fmla="*/ 1261879 h 1635895"/>
                    <a:gd name="connsiteX90" fmla="*/ 303597 w 1644615"/>
                    <a:gd name="connsiteY90" fmla="*/ 1095509 h 1635895"/>
                    <a:gd name="connsiteX91" fmla="*/ 1154370 w 1644615"/>
                    <a:gd name="connsiteY91" fmla="*/ 1214635 h 1635895"/>
                    <a:gd name="connsiteX92" fmla="*/ 1130875 w 1644615"/>
                    <a:gd name="connsiteY92" fmla="*/ 1407675 h 1635895"/>
                    <a:gd name="connsiteX93" fmla="*/ 1261431 w 1644615"/>
                    <a:gd name="connsiteY93" fmla="*/ 1463301 h 1635895"/>
                    <a:gd name="connsiteX94" fmla="*/ 1374969 w 1644615"/>
                    <a:gd name="connsiteY94" fmla="*/ 1474731 h 1635895"/>
                    <a:gd name="connsiteX95" fmla="*/ 1357316 w 1644615"/>
                    <a:gd name="connsiteY95" fmla="*/ 1446029 h 1635895"/>
                    <a:gd name="connsiteX96" fmla="*/ 1258637 w 1644615"/>
                    <a:gd name="connsiteY96" fmla="*/ 1386466 h 1635895"/>
                    <a:gd name="connsiteX97" fmla="*/ 1445581 w 1644615"/>
                    <a:gd name="connsiteY97" fmla="*/ 1429773 h 1635895"/>
                    <a:gd name="connsiteX98" fmla="*/ 1403163 w 1644615"/>
                    <a:gd name="connsiteY98" fmla="*/ 1377195 h 1635895"/>
                    <a:gd name="connsiteX99" fmla="*/ 1296229 w 1644615"/>
                    <a:gd name="connsiteY99" fmla="*/ 1332237 h 1635895"/>
                    <a:gd name="connsiteX100" fmla="*/ 1489269 w 1644615"/>
                    <a:gd name="connsiteY100" fmla="*/ 1359923 h 1635895"/>
                    <a:gd name="connsiteX101" fmla="*/ 1491174 w 1644615"/>
                    <a:gd name="connsiteY101" fmla="*/ 1340111 h 1635895"/>
                    <a:gd name="connsiteX102" fmla="*/ 1235269 w 1644615"/>
                    <a:gd name="connsiteY102" fmla="*/ 1248163 h 1635895"/>
                    <a:gd name="connsiteX103" fmla="*/ 1341060 w 1644615"/>
                    <a:gd name="connsiteY103" fmla="*/ 1171709 h 1635895"/>
                    <a:gd name="connsiteX104" fmla="*/ 1301944 w 1644615"/>
                    <a:gd name="connsiteY104" fmla="*/ 1132720 h 1635895"/>
                    <a:gd name="connsiteX105" fmla="*/ 1154370 w 1644615"/>
                    <a:gd name="connsiteY105" fmla="*/ 1214635 h 1635895"/>
                    <a:gd name="connsiteX106" fmla="*/ 857063 w 1644615"/>
                    <a:gd name="connsiteY106" fmla="*/ 1181488 h 1635895"/>
                    <a:gd name="connsiteX107" fmla="*/ 878272 w 1644615"/>
                    <a:gd name="connsiteY107" fmla="*/ 1300868 h 1635895"/>
                    <a:gd name="connsiteX108" fmla="*/ 905704 w 1644615"/>
                    <a:gd name="connsiteY108" fmla="*/ 1540771 h 1635895"/>
                    <a:gd name="connsiteX109" fmla="*/ 1188660 w 1644615"/>
                    <a:gd name="connsiteY109" fmla="*/ 1474350 h 1635895"/>
                    <a:gd name="connsiteX110" fmla="*/ 1073344 w 1644615"/>
                    <a:gd name="connsiteY110" fmla="*/ 1300233 h 1635895"/>
                    <a:gd name="connsiteX111" fmla="*/ 973522 w 1644615"/>
                    <a:gd name="connsiteY111" fmla="*/ 1438155 h 1635895"/>
                    <a:gd name="connsiteX112" fmla="*/ 945201 w 1644615"/>
                    <a:gd name="connsiteY112" fmla="*/ 1487558 h 1635895"/>
                    <a:gd name="connsiteX113" fmla="*/ 974665 w 1644615"/>
                    <a:gd name="connsiteY113" fmla="*/ 1366781 h 1635895"/>
                    <a:gd name="connsiteX114" fmla="*/ 857063 w 1644615"/>
                    <a:gd name="connsiteY114" fmla="*/ 1181488 h 1635895"/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200852 w 1644613"/>
                    <a:gd name="connsiteY4" fmla="*/ 768865 h 1635893"/>
                    <a:gd name="connsiteX5" fmla="*/ 1100903 w 1644613"/>
                    <a:gd name="connsiteY5" fmla="*/ 724415 h 1635893"/>
                    <a:gd name="connsiteX6" fmla="*/ 1075122 w 1644613"/>
                    <a:gd name="connsiteY6" fmla="*/ 806838 h 1635893"/>
                    <a:gd name="connsiteX7" fmla="*/ 994858 w 1644613"/>
                    <a:gd name="connsiteY7" fmla="*/ 891166 h 1635893"/>
                    <a:gd name="connsiteX8" fmla="*/ 900370 w 1644613"/>
                    <a:gd name="connsiteY8" fmla="*/ 986162 h 1635893"/>
                    <a:gd name="connsiteX9" fmla="*/ 765623 w 1644613"/>
                    <a:gd name="connsiteY9" fmla="*/ 1048392 h 1635893"/>
                    <a:gd name="connsiteX10" fmla="*/ 993715 w 1644613"/>
                    <a:gd name="connsiteY10" fmla="*/ 1351541 h 1635893"/>
                    <a:gd name="connsiteX11" fmla="*/ 1109666 w 1644613"/>
                    <a:gd name="connsiteY11" fmla="*/ 1221620 h 1635893"/>
                    <a:gd name="connsiteX12" fmla="*/ 1283275 w 1644613"/>
                    <a:gd name="connsiteY12" fmla="*/ 1111003 h 1635893"/>
                    <a:gd name="connsiteX13" fmla="*/ 1372810 w 1644613"/>
                    <a:gd name="connsiteY13" fmla="*/ 1159136 h 1635893"/>
                    <a:gd name="connsiteX14" fmla="*/ 1290260 w 1644613"/>
                    <a:gd name="connsiteY14" fmla="*/ 1244353 h 1635893"/>
                    <a:gd name="connsiteX15" fmla="*/ 1514796 w 1644613"/>
                    <a:gd name="connsiteY15" fmla="*/ 1325633 h 1635893"/>
                    <a:gd name="connsiteX16" fmla="*/ 1460440 w 1644613"/>
                    <a:gd name="connsiteY16" fmla="*/ 1390657 h 1635893"/>
                    <a:gd name="connsiteX17" fmla="*/ 1460821 w 1644613"/>
                    <a:gd name="connsiteY17" fmla="*/ 1438790 h 1635893"/>
                    <a:gd name="connsiteX18" fmla="*/ 1403163 w 1644613"/>
                    <a:gd name="connsiteY18" fmla="*/ 1459999 h 1635893"/>
                    <a:gd name="connsiteX19" fmla="*/ 1396686 w 1644613"/>
                    <a:gd name="connsiteY19" fmla="*/ 1490352 h 1635893"/>
                    <a:gd name="connsiteX20" fmla="*/ 1222569 w 1644613"/>
                    <a:gd name="connsiteY20" fmla="*/ 1482224 h 1635893"/>
                    <a:gd name="connsiteX21" fmla="*/ 1041340 w 1644613"/>
                    <a:gd name="connsiteY21" fmla="*/ 1583443 h 1635893"/>
                    <a:gd name="connsiteX22" fmla="*/ 907228 w 1644613"/>
                    <a:gd name="connsiteY22" fmla="*/ 1570362 h 1635893"/>
                    <a:gd name="connsiteX23" fmla="*/ 909260 w 1644613"/>
                    <a:gd name="connsiteY23" fmla="*/ 1626242 h 1635893"/>
                    <a:gd name="connsiteX24" fmla="*/ 884622 w 1644613"/>
                    <a:gd name="connsiteY24" fmla="*/ 1624718 h 1635893"/>
                    <a:gd name="connsiteX25" fmla="*/ 878780 w 1644613"/>
                    <a:gd name="connsiteY25" fmla="*/ 1550296 h 1635893"/>
                    <a:gd name="connsiteX26" fmla="*/ 820106 w 1644613"/>
                    <a:gd name="connsiteY26" fmla="*/ 1144658 h 1635893"/>
                    <a:gd name="connsiteX27" fmla="*/ 747208 w 1644613"/>
                    <a:gd name="connsiteY27" fmla="*/ 1071887 h 1635893"/>
                    <a:gd name="connsiteX28" fmla="*/ 424882 w 1644613"/>
                    <a:gd name="connsiteY28" fmla="*/ 1070236 h 1635893"/>
                    <a:gd name="connsiteX29" fmla="*/ 337125 w 1644613"/>
                    <a:gd name="connsiteY29" fmla="*/ 1072395 h 1635893"/>
                    <a:gd name="connsiteX30" fmla="*/ 407610 w 1644613"/>
                    <a:gd name="connsiteY30" fmla="*/ 1284231 h 1635893"/>
                    <a:gd name="connsiteX31" fmla="*/ 322774 w 1644613"/>
                    <a:gd name="connsiteY31" fmla="*/ 1363352 h 1635893"/>
                    <a:gd name="connsiteX32" fmla="*/ 288357 w 1644613"/>
                    <a:gd name="connsiteY32" fmla="*/ 1588650 h 1635893"/>
                    <a:gd name="connsiteX33" fmla="*/ 283023 w 1644613"/>
                    <a:gd name="connsiteY33" fmla="*/ 1624718 h 1635893"/>
                    <a:gd name="connsiteX34" fmla="*/ 259020 w 1644613"/>
                    <a:gd name="connsiteY34" fmla="*/ 1629417 h 1635893"/>
                    <a:gd name="connsiteX35" fmla="*/ 323409 w 1644613"/>
                    <a:gd name="connsiteY35" fmla="*/ 1250068 h 1635893"/>
                    <a:gd name="connsiteX36" fmla="*/ 305629 w 1644613"/>
                    <a:gd name="connsiteY36" fmla="*/ 1166248 h 1635893"/>
                    <a:gd name="connsiteX37" fmla="*/ 229556 w 1644613"/>
                    <a:gd name="connsiteY37" fmla="*/ 1192410 h 1635893"/>
                    <a:gd name="connsiteX38" fmla="*/ 18228 w 1644613"/>
                    <a:gd name="connsiteY38" fmla="*/ 1623575 h 1635893"/>
                    <a:gd name="connsiteX39" fmla="*/ 2099 w 1644613"/>
                    <a:gd name="connsiteY39" fmla="*/ 1635894 h 1635893"/>
                    <a:gd name="connsiteX40" fmla="*/ 17212 w 1644613"/>
                    <a:gd name="connsiteY40" fmla="*/ 1539628 h 1635893"/>
                    <a:gd name="connsiteX41" fmla="*/ 107001 w 1644613"/>
                    <a:gd name="connsiteY41" fmla="*/ 1318648 h 1635893"/>
                    <a:gd name="connsiteX42" fmla="*/ 216983 w 1644613"/>
                    <a:gd name="connsiteY42" fmla="*/ 1168153 h 1635893"/>
                    <a:gd name="connsiteX43" fmla="*/ 304867 w 1644613"/>
                    <a:gd name="connsiteY43" fmla="*/ 1066553 h 1635893"/>
                    <a:gd name="connsiteX44" fmla="*/ 391481 w 1644613"/>
                    <a:gd name="connsiteY44" fmla="*/ 1032390 h 1635893"/>
                    <a:gd name="connsiteX45" fmla="*/ 252924 w 1644613"/>
                    <a:gd name="connsiteY45" fmla="*/ 952253 h 1635893"/>
                    <a:gd name="connsiteX46" fmla="*/ 138243 w 1644613"/>
                    <a:gd name="connsiteY46" fmla="*/ 837064 h 1635893"/>
                    <a:gd name="connsiteX47" fmla="*/ 83633 w 1644613"/>
                    <a:gd name="connsiteY47" fmla="*/ 754514 h 1635893"/>
                    <a:gd name="connsiteX48" fmla="*/ 139767 w 1644613"/>
                    <a:gd name="connsiteY48" fmla="*/ 520707 h 1635893"/>
                    <a:gd name="connsiteX49" fmla="*/ 413198 w 1644613"/>
                    <a:gd name="connsiteY49" fmla="*/ 274200 h 1635893"/>
                    <a:gd name="connsiteX50" fmla="*/ 730698 w 1644613"/>
                    <a:gd name="connsiteY50" fmla="*/ 270898 h 1635893"/>
                    <a:gd name="connsiteX51" fmla="*/ 944058 w 1644613"/>
                    <a:gd name="connsiteY51" fmla="*/ 397009 h 1635893"/>
                    <a:gd name="connsiteX52" fmla="*/ 1076900 w 1644613"/>
                    <a:gd name="connsiteY52" fmla="*/ 110878 h 1635893"/>
                    <a:gd name="connsiteX53" fmla="*/ 971617 w 1644613"/>
                    <a:gd name="connsiteY53" fmla="*/ 432950 h 1635893"/>
                    <a:gd name="connsiteX54" fmla="*/ 1070423 w 1644613"/>
                    <a:gd name="connsiteY54" fmla="*/ 588017 h 1635893"/>
                    <a:gd name="connsiteX55" fmla="*/ 1107507 w 1644613"/>
                    <a:gd name="connsiteY55" fmla="*/ 692030 h 1635893"/>
                    <a:gd name="connsiteX56" fmla="*/ 1459424 w 1644613"/>
                    <a:gd name="connsiteY56" fmla="*/ 707524 h 1635893"/>
                    <a:gd name="connsiteX57" fmla="*/ 1614364 w 1644613"/>
                    <a:gd name="connsiteY57" fmla="*/ 462160 h 1635893"/>
                    <a:gd name="connsiteX58" fmla="*/ 1543879 w 1644613"/>
                    <a:gd name="connsiteY58" fmla="*/ 155963 h 1635893"/>
                    <a:gd name="connsiteX59" fmla="*/ 1261939 w 1644613"/>
                    <a:gd name="connsiteY59" fmla="*/ 27312 h 1635893"/>
                    <a:gd name="connsiteX60" fmla="*/ 1076900 w 1644613"/>
                    <a:gd name="connsiteY60" fmla="*/ 110878 h 1635893"/>
                    <a:gd name="connsiteX61" fmla="*/ 175327 w 1644613"/>
                    <a:gd name="connsiteY61" fmla="*/ 504578 h 1635893"/>
                    <a:gd name="connsiteX62" fmla="*/ 227270 w 1644613"/>
                    <a:gd name="connsiteY62" fmla="*/ 521723 h 1635893"/>
                    <a:gd name="connsiteX63" fmla="*/ 284801 w 1644613"/>
                    <a:gd name="connsiteY63" fmla="*/ 676663 h 1635893"/>
                    <a:gd name="connsiteX64" fmla="*/ 256607 w 1644613"/>
                    <a:gd name="connsiteY64" fmla="*/ 816998 h 1635893"/>
                    <a:gd name="connsiteX65" fmla="*/ 204283 w 1644613"/>
                    <a:gd name="connsiteY65" fmla="*/ 863734 h 1635893"/>
                    <a:gd name="connsiteX66" fmla="*/ 615128 w 1644613"/>
                    <a:gd name="connsiteY66" fmla="*/ 1040010 h 1635893"/>
                    <a:gd name="connsiteX67" fmla="*/ 979491 w 1644613"/>
                    <a:gd name="connsiteY67" fmla="*/ 867671 h 1635893"/>
                    <a:gd name="connsiteX68" fmla="*/ 1018353 w 1644613"/>
                    <a:gd name="connsiteY68" fmla="*/ 573666 h 1635893"/>
                    <a:gd name="connsiteX69" fmla="*/ 672151 w 1644613"/>
                    <a:gd name="connsiteY69" fmla="*/ 284741 h 1635893"/>
                    <a:gd name="connsiteX70" fmla="*/ 175327 w 1644613"/>
                    <a:gd name="connsiteY70" fmla="*/ 504578 h 1635893"/>
                    <a:gd name="connsiteX71" fmla="*/ 159833 w 1644613"/>
                    <a:gd name="connsiteY71" fmla="*/ 539884 h 1635893"/>
                    <a:gd name="connsiteX72" fmla="*/ 104588 w 1644613"/>
                    <a:gd name="connsiteY72" fmla="*/ 728098 h 1635893"/>
                    <a:gd name="connsiteX73" fmla="*/ 197679 w 1644613"/>
                    <a:gd name="connsiteY73" fmla="*/ 834143 h 1635893"/>
                    <a:gd name="connsiteX74" fmla="*/ 250892 w 1644613"/>
                    <a:gd name="connsiteY74" fmla="*/ 752355 h 1635893"/>
                    <a:gd name="connsiteX75" fmla="*/ 234636 w 1644613"/>
                    <a:gd name="connsiteY75" fmla="*/ 576587 h 1635893"/>
                    <a:gd name="connsiteX76" fmla="*/ 159833 w 1644613"/>
                    <a:gd name="connsiteY76" fmla="*/ 539884 h 1635893"/>
                    <a:gd name="connsiteX77" fmla="*/ 1052135 w 1644613"/>
                    <a:gd name="connsiteY77" fmla="*/ 598050 h 1635893"/>
                    <a:gd name="connsiteX78" fmla="*/ 1041086 w 1644613"/>
                    <a:gd name="connsiteY78" fmla="*/ 807092 h 1635893"/>
                    <a:gd name="connsiteX79" fmla="*/ 1052135 w 1644613"/>
                    <a:gd name="connsiteY79" fmla="*/ 598050 h 1635893"/>
                    <a:gd name="connsiteX80" fmla="*/ 441011 w 1644613"/>
                    <a:gd name="connsiteY80" fmla="*/ 1044963 h 1635893"/>
                    <a:gd name="connsiteX81" fmla="*/ 658816 w 1644613"/>
                    <a:gd name="connsiteY81" fmla="*/ 1078618 h 1635893"/>
                    <a:gd name="connsiteX82" fmla="*/ 569154 w 1644613"/>
                    <a:gd name="connsiteY82" fmla="*/ 1062616 h 1635893"/>
                    <a:gd name="connsiteX83" fmla="*/ 441011 w 1644613"/>
                    <a:gd name="connsiteY83" fmla="*/ 1044963 h 1635893"/>
                    <a:gd name="connsiteX84" fmla="*/ 303597 w 1644613"/>
                    <a:gd name="connsiteY84" fmla="*/ 1095509 h 1635893"/>
                    <a:gd name="connsiteX85" fmla="*/ 288992 w 1644613"/>
                    <a:gd name="connsiteY85" fmla="*/ 1125100 h 1635893"/>
                    <a:gd name="connsiteX86" fmla="*/ 345380 w 1644613"/>
                    <a:gd name="connsiteY86" fmla="*/ 1175519 h 1635893"/>
                    <a:gd name="connsiteX87" fmla="*/ 332934 w 1644613"/>
                    <a:gd name="connsiteY87" fmla="*/ 1333380 h 1635893"/>
                    <a:gd name="connsiteX88" fmla="*/ 384369 w 1644613"/>
                    <a:gd name="connsiteY88" fmla="*/ 1261879 h 1635893"/>
                    <a:gd name="connsiteX89" fmla="*/ 303597 w 1644613"/>
                    <a:gd name="connsiteY89" fmla="*/ 1095509 h 1635893"/>
                    <a:gd name="connsiteX90" fmla="*/ 1154370 w 1644613"/>
                    <a:gd name="connsiteY90" fmla="*/ 1214635 h 1635893"/>
                    <a:gd name="connsiteX91" fmla="*/ 1130875 w 1644613"/>
                    <a:gd name="connsiteY91" fmla="*/ 1407675 h 1635893"/>
                    <a:gd name="connsiteX92" fmla="*/ 1261431 w 1644613"/>
                    <a:gd name="connsiteY92" fmla="*/ 1463301 h 1635893"/>
                    <a:gd name="connsiteX93" fmla="*/ 1374969 w 1644613"/>
                    <a:gd name="connsiteY93" fmla="*/ 1474731 h 1635893"/>
                    <a:gd name="connsiteX94" fmla="*/ 1357316 w 1644613"/>
                    <a:gd name="connsiteY94" fmla="*/ 1446029 h 1635893"/>
                    <a:gd name="connsiteX95" fmla="*/ 1258637 w 1644613"/>
                    <a:gd name="connsiteY95" fmla="*/ 1386466 h 1635893"/>
                    <a:gd name="connsiteX96" fmla="*/ 1445581 w 1644613"/>
                    <a:gd name="connsiteY96" fmla="*/ 1429773 h 1635893"/>
                    <a:gd name="connsiteX97" fmla="*/ 1403163 w 1644613"/>
                    <a:gd name="connsiteY97" fmla="*/ 1377195 h 1635893"/>
                    <a:gd name="connsiteX98" fmla="*/ 1296229 w 1644613"/>
                    <a:gd name="connsiteY98" fmla="*/ 1332237 h 1635893"/>
                    <a:gd name="connsiteX99" fmla="*/ 1489269 w 1644613"/>
                    <a:gd name="connsiteY99" fmla="*/ 1359923 h 1635893"/>
                    <a:gd name="connsiteX100" fmla="*/ 1491174 w 1644613"/>
                    <a:gd name="connsiteY100" fmla="*/ 1340111 h 1635893"/>
                    <a:gd name="connsiteX101" fmla="*/ 1235269 w 1644613"/>
                    <a:gd name="connsiteY101" fmla="*/ 1248163 h 1635893"/>
                    <a:gd name="connsiteX102" fmla="*/ 1341060 w 1644613"/>
                    <a:gd name="connsiteY102" fmla="*/ 1171709 h 1635893"/>
                    <a:gd name="connsiteX103" fmla="*/ 1301944 w 1644613"/>
                    <a:gd name="connsiteY103" fmla="*/ 1132720 h 1635893"/>
                    <a:gd name="connsiteX104" fmla="*/ 1154370 w 1644613"/>
                    <a:gd name="connsiteY104" fmla="*/ 1214635 h 1635893"/>
                    <a:gd name="connsiteX105" fmla="*/ 857063 w 1644613"/>
                    <a:gd name="connsiteY105" fmla="*/ 1181488 h 1635893"/>
                    <a:gd name="connsiteX106" fmla="*/ 878272 w 1644613"/>
                    <a:gd name="connsiteY106" fmla="*/ 1300868 h 1635893"/>
                    <a:gd name="connsiteX107" fmla="*/ 905704 w 1644613"/>
                    <a:gd name="connsiteY107" fmla="*/ 1540771 h 1635893"/>
                    <a:gd name="connsiteX108" fmla="*/ 1188660 w 1644613"/>
                    <a:gd name="connsiteY108" fmla="*/ 1474350 h 1635893"/>
                    <a:gd name="connsiteX109" fmla="*/ 1073344 w 1644613"/>
                    <a:gd name="connsiteY109" fmla="*/ 1300233 h 1635893"/>
                    <a:gd name="connsiteX110" fmla="*/ 973522 w 1644613"/>
                    <a:gd name="connsiteY110" fmla="*/ 1438155 h 1635893"/>
                    <a:gd name="connsiteX111" fmla="*/ 945201 w 1644613"/>
                    <a:gd name="connsiteY111" fmla="*/ 1487558 h 1635893"/>
                    <a:gd name="connsiteX112" fmla="*/ 974665 w 1644613"/>
                    <a:gd name="connsiteY112" fmla="*/ 1366781 h 1635893"/>
                    <a:gd name="connsiteX113" fmla="*/ 857063 w 1644613"/>
                    <a:gd name="connsiteY113" fmla="*/ 1181488 h 1635893"/>
                    <a:gd name="connsiteX0" fmla="*/ 1014924 w 1644615"/>
                    <a:gd name="connsiteY0" fmla="*/ 137040 h 1635895"/>
                    <a:gd name="connsiteX1" fmla="*/ 1288609 w 1644615"/>
                    <a:gd name="connsiteY1" fmla="*/ 134 h 1635895"/>
                    <a:gd name="connsiteX2" fmla="*/ 1606363 w 1644615"/>
                    <a:gd name="connsiteY2" fmla="*/ 207525 h 1635895"/>
                    <a:gd name="connsiteX3" fmla="*/ 1635827 w 1644615"/>
                    <a:gd name="connsiteY3" fmla="*/ 498990 h 1635895"/>
                    <a:gd name="connsiteX4" fmla="*/ 1200852 w 1644615"/>
                    <a:gd name="connsiteY4" fmla="*/ 768865 h 1635895"/>
                    <a:gd name="connsiteX5" fmla="*/ 1100903 w 1644615"/>
                    <a:gd name="connsiteY5" fmla="*/ 724415 h 1635895"/>
                    <a:gd name="connsiteX6" fmla="*/ 1075122 w 1644615"/>
                    <a:gd name="connsiteY6" fmla="*/ 806838 h 1635895"/>
                    <a:gd name="connsiteX7" fmla="*/ 994858 w 1644615"/>
                    <a:gd name="connsiteY7" fmla="*/ 891166 h 1635895"/>
                    <a:gd name="connsiteX8" fmla="*/ 900370 w 1644615"/>
                    <a:gd name="connsiteY8" fmla="*/ 986162 h 1635895"/>
                    <a:gd name="connsiteX9" fmla="*/ 765623 w 1644615"/>
                    <a:gd name="connsiteY9" fmla="*/ 1048392 h 1635895"/>
                    <a:gd name="connsiteX10" fmla="*/ 993715 w 1644615"/>
                    <a:gd name="connsiteY10" fmla="*/ 1351541 h 1635895"/>
                    <a:gd name="connsiteX11" fmla="*/ 1109666 w 1644615"/>
                    <a:gd name="connsiteY11" fmla="*/ 1221620 h 1635895"/>
                    <a:gd name="connsiteX12" fmla="*/ 1283275 w 1644615"/>
                    <a:gd name="connsiteY12" fmla="*/ 1111003 h 1635895"/>
                    <a:gd name="connsiteX13" fmla="*/ 1372810 w 1644615"/>
                    <a:gd name="connsiteY13" fmla="*/ 1159136 h 1635895"/>
                    <a:gd name="connsiteX14" fmla="*/ 1290260 w 1644615"/>
                    <a:gd name="connsiteY14" fmla="*/ 1244353 h 1635895"/>
                    <a:gd name="connsiteX15" fmla="*/ 1514796 w 1644615"/>
                    <a:gd name="connsiteY15" fmla="*/ 1325633 h 1635895"/>
                    <a:gd name="connsiteX16" fmla="*/ 1460440 w 1644615"/>
                    <a:gd name="connsiteY16" fmla="*/ 1390657 h 1635895"/>
                    <a:gd name="connsiteX17" fmla="*/ 1460821 w 1644615"/>
                    <a:gd name="connsiteY17" fmla="*/ 1438790 h 1635895"/>
                    <a:gd name="connsiteX18" fmla="*/ 1403163 w 1644615"/>
                    <a:gd name="connsiteY18" fmla="*/ 1459999 h 1635895"/>
                    <a:gd name="connsiteX19" fmla="*/ 1396686 w 1644615"/>
                    <a:gd name="connsiteY19" fmla="*/ 1490352 h 1635895"/>
                    <a:gd name="connsiteX20" fmla="*/ 1222569 w 1644615"/>
                    <a:gd name="connsiteY20" fmla="*/ 1482224 h 1635895"/>
                    <a:gd name="connsiteX21" fmla="*/ 1041340 w 1644615"/>
                    <a:gd name="connsiteY21" fmla="*/ 1583443 h 1635895"/>
                    <a:gd name="connsiteX22" fmla="*/ 907228 w 1644615"/>
                    <a:gd name="connsiteY22" fmla="*/ 1570362 h 1635895"/>
                    <a:gd name="connsiteX23" fmla="*/ 909260 w 1644615"/>
                    <a:gd name="connsiteY23" fmla="*/ 1626242 h 1635895"/>
                    <a:gd name="connsiteX24" fmla="*/ 884622 w 1644615"/>
                    <a:gd name="connsiteY24" fmla="*/ 1624718 h 1635895"/>
                    <a:gd name="connsiteX25" fmla="*/ 878780 w 1644615"/>
                    <a:gd name="connsiteY25" fmla="*/ 1550296 h 1635895"/>
                    <a:gd name="connsiteX26" fmla="*/ 820106 w 1644615"/>
                    <a:gd name="connsiteY26" fmla="*/ 1144658 h 1635895"/>
                    <a:gd name="connsiteX27" fmla="*/ 747208 w 1644615"/>
                    <a:gd name="connsiteY27" fmla="*/ 1071887 h 1635895"/>
                    <a:gd name="connsiteX28" fmla="*/ 424882 w 1644615"/>
                    <a:gd name="connsiteY28" fmla="*/ 1070236 h 1635895"/>
                    <a:gd name="connsiteX29" fmla="*/ 337125 w 1644615"/>
                    <a:gd name="connsiteY29" fmla="*/ 1072395 h 1635895"/>
                    <a:gd name="connsiteX30" fmla="*/ 407610 w 1644615"/>
                    <a:gd name="connsiteY30" fmla="*/ 1284231 h 1635895"/>
                    <a:gd name="connsiteX31" fmla="*/ 322774 w 1644615"/>
                    <a:gd name="connsiteY31" fmla="*/ 1363352 h 1635895"/>
                    <a:gd name="connsiteX32" fmla="*/ 288357 w 1644615"/>
                    <a:gd name="connsiteY32" fmla="*/ 1588650 h 1635895"/>
                    <a:gd name="connsiteX33" fmla="*/ 283023 w 1644615"/>
                    <a:gd name="connsiteY33" fmla="*/ 1624718 h 1635895"/>
                    <a:gd name="connsiteX34" fmla="*/ 259020 w 1644615"/>
                    <a:gd name="connsiteY34" fmla="*/ 1629417 h 1635895"/>
                    <a:gd name="connsiteX35" fmla="*/ 323409 w 1644615"/>
                    <a:gd name="connsiteY35" fmla="*/ 1250068 h 1635895"/>
                    <a:gd name="connsiteX36" fmla="*/ 305629 w 1644615"/>
                    <a:gd name="connsiteY36" fmla="*/ 1166248 h 1635895"/>
                    <a:gd name="connsiteX37" fmla="*/ 229556 w 1644615"/>
                    <a:gd name="connsiteY37" fmla="*/ 1192410 h 1635895"/>
                    <a:gd name="connsiteX38" fmla="*/ 18228 w 1644615"/>
                    <a:gd name="connsiteY38" fmla="*/ 1623575 h 1635895"/>
                    <a:gd name="connsiteX39" fmla="*/ 2099 w 1644615"/>
                    <a:gd name="connsiteY39" fmla="*/ 1635894 h 1635895"/>
                    <a:gd name="connsiteX40" fmla="*/ 17212 w 1644615"/>
                    <a:gd name="connsiteY40" fmla="*/ 1539628 h 1635895"/>
                    <a:gd name="connsiteX41" fmla="*/ 107001 w 1644615"/>
                    <a:gd name="connsiteY41" fmla="*/ 1318648 h 1635895"/>
                    <a:gd name="connsiteX42" fmla="*/ 216983 w 1644615"/>
                    <a:gd name="connsiteY42" fmla="*/ 1168153 h 1635895"/>
                    <a:gd name="connsiteX43" fmla="*/ 304867 w 1644615"/>
                    <a:gd name="connsiteY43" fmla="*/ 1066553 h 1635895"/>
                    <a:gd name="connsiteX44" fmla="*/ 391481 w 1644615"/>
                    <a:gd name="connsiteY44" fmla="*/ 1032390 h 1635895"/>
                    <a:gd name="connsiteX45" fmla="*/ 252924 w 1644615"/>
                    <a:gd name="connsiteY45" fmla="*/ 952253 h 1635895"/>
                    <a:gd name="connsiteX46" fmla="*/ 138243 w 1644615"/>
                    <a:gd name="connsiteY46" fmla="*/ 837064 h 1635895"/>
                    <a:gd name="connsiteX47" fmla="*/ 83633 w 1644615"/>
                    <a:gd name="connsiteY47" fmla="*/ 754514 h 1635895"/>
                    <a:gd name="connsiteX48" fmla="*/ 139767 w 1644615"/>
                    <a:gd name="connsiteY48" fmla="*/ 520707 h 1635895"/>
                    <a:gd name="connsiteX49" fmla="*/ 413198 w 1644615"/>
                    <a:gd name="connsiteY49" fmla="*/ 274200 h 1635895"/>
                    <a:gd name="connsiteX50" fmla="*/ 730698 w 1644615"/>
                    <a:gd name="connsiteY50" fmla="*/ 270898 h 1635895"/>
                    <a:gd name="connsiteX51" fmla="*/ 944058 w 1644615"/>
                    <a:gd name="connsiteY51" fmla="*/ 397009 h 1635895"/>
                    <a:gd name="connsiteX52" fmla="*/ 1076900 w 1644615"/>
                    <a:gd name="connsiteY52" fmla="*/ 110878 h 1635895"/>
                    <a:gd name="connsiteX53" fmla="*/ 971617 w 1644615"/>
                    <a:gd name="connsiteY53" fmla="*/ 432950 h 1635895"/>
                    <a:gd name="connsiteX54" fmla="*/ 1070423 w 1644615"/>
                    <a:gd name="connsiteY54" fmla="*/ 588017 h 1635895"/>
                    <a:gd name="connsiteX55" fmla="*/ 1107507 w 1644615"/>
                    <a:gd name="connsiteY55" fmla="*/ 692030 h 1635895"/>
                    <a:gd name="connsiteX56" fmla="*/ 1459424 w 1644615"/>
                    <a:gd name="connsiteY56" fmla="*/ 707524 h 1635895"/>
                    <a:gd name="connsiteX57" fmla="*/ 1433787 w 1644615"/>
                    <a:gd name="connsiteY57" fmla="*/ 706301 h 1635895"/>
                    <a:gd name="connsiteX58" fmla="*/ 1614364 w 1644615"/>
                    <a:gd name="connsiteY58" fmla="*/ 462160 h 1635895"/>
                    <a:gd name="connsiteX59" fmla="*/ 1543879 w 1644615"/>
                    <a:gd name="connsiteY59" fmla="*/ 155963 h 1635895"/>
                    <a:gd name="connsiteX60" fmla="*/ 1261939 w 1644615"/>
                    <a:gd name="connsiteY60" fmla="*/ 27312 h 1635895"/>
                    <a:gd name="connsiteX61" fmla="*/ 1076900 w 1644615"/>
                    <a:gd name="connsiteY61" fmla="*/ 110878 h 1635895"/>
                    <a:gd name="connsiteX62" fmla="*/ 175327 w 1644615"/>
                    <a:gd name="connsiteY62" fmla="*/ 504578 h 1635895"/>
                    <a:gd name="connsiteX63" fmla="*/ 227270 w 1644615"/>
                    <a:gd name="connsiteY63" fmla="*/ 521723 h 1635895"/>
                    <a:gd name="connsiteX64" fmla="*/ 284801 w 1644615"/>
                    <a:gd name="connsiteY64" fmla="*/ 676663 h 1635895"/>
                    <a:gd name="connsiteX65" fmla="*/ 256607 w 1644615"/>
                    <a:gd name="connsiteY65" fmla="*/ 816998 h 1635895"/>
                    <a:gd name="connsiteX66" fmla="*/ 204283 w 1644615"/>
                    <a:gd name="connsiteY66" fmla="*/ 863734 h 1635895"/>
                    <a:gd name="connsiteX67" fmla="*/ 615128 w 1644615"/>
                    <a:gd name="connsiteY67" fmla="*/ 1040010 h 1635895"/>
                    <a:gd name="connsiteX68" fmla="*/ 979491 w 1644615"/>
                    <a:gd name="connsiteY68" fmla="*/ 867671 h 1635895"/>
                    <a:gd name="connsiteX69" fmla="*/ 1018353 w 1644615"/>
                    <a:gd name="connsiteY69" fmla="*/ 573666 h 1635895"/>
                    <a:gd name="connsiteX70" fmla="*/ 672151 w 1644615"/>
                    <a:gd name="connsiteY70" fmla="*/ 284741 h 1635895"/>
                    <a:gd name="connsiteX71" fmla="*/ 175327 w 1644615"/>
                    <a:gd name="connsiteY71" fmla="*/ 504578 h 1635895"/>
                    <a:gd name="connsiteX72" fmla="*/ 159833 w 1644615"/>
                    <a:gd name="connsiteY72" fmla="*/ 539884 h 1635895"/>
                    <a:gd name="connsiteX73" fmla="*/ 104588 w 1644615"/>
                    <a:gd name="connsiteY73" fmla="*/ 728098 h 1635895"/>
                    <a:gd name="connsiteX74" fmla="*/ 197679 w 1644615"/>
                    <a:gd name="connsiteY74" fmla="*/ 834143 h 1635895"/>
                    <a:gd name="connsiteX75" fmla="*/ 250892 w 1644615"/>
                    <a:gd name="connsiteY75" fmla="*/ 752355 h 1635895"/>
                    <a:gd name="connsiteX76" fmla="*/ 234636 w 1644615"/>
                    <a:gd name="connsiteY76" fmla="*/ 576587 h 1635895"/>
                    <a:gd name="connsiteX77" fmla="*/ 159833 w 1644615"/>
                    <a:gd name="connsiteY77" fmla="*/ 539884 h 1635895"/>
                    <a:gd name="connsiteX78" fmla="*/ 1052135 w 1644615"/>
                    <a:gd name="connsiteY78" fmla="*/ 598050 h 1635895"/>
                    <a:gd name="connsiteX79" fmla="*/ 1041086 w 1644615"/>
                    <a:gd name="connsiteY79" fmla="*/ 807092 h 1635895"/>
                    <a:gd name="connsiteX80" fmla="*/ 1052135 w 1644615"/>
                    <a:gd name="connsiteY80" fmla="*/ 598050 h 1635895"/>
                    <a:gd name="connsiteX81" fmla="*/ 441011 w 1644615"/>
                    <a:gd name="connsiteY81" fmla="*/ 1044963 h 1635895"/>
                    <a:gd name="connsiteX82" fmla="*/ 658816 w 1644615"/>
                    <a:gd name="connsiteY82" fmla="*/ 1078618 h 1635895"/>
                    <a:gd name="connsiteX83" fmla="*/ 569154 w 1644615"/>
                    <a:gd name="connsiteY83" fmla="*/ 1062616 h 1635895"/>
                    <a:gd name="connsiteX84" fmla="*/ 441011 w 1644615"/>
                    <a:gd name="connsiteY84" fmla="*/ 1044963 h 1635895"/>
                    <a:gd name="connsiteX85" fmla="*/ 303597 w 1644615"/>
                    <a:gd name="connsiteY85" fmla="*/ 1095509 h 1635895"/>
                    <a:gd name="connsiteX86" fmla="*/ 288992 w 1644615"/>
                    <a:gd name="connsiteY86" fmla="*/ 1125100 h 1635895"/>
                    <a:gd name="connsiteX87" fmla="*/ 345380 w 1644615"/>
                    <a:gd name="connsiteY87" fmla="*/ 1175519 h 1635895"/>
                    <a:gd name="connsiteX88" fmla="*/ 332934 w 1644615"/>
                    <a:gd name="connsiteY88" fmla="*/ 1333380 h 1635895"/>
                    <a:gd name="connsiteX89" fmla="*/ 384369 w 1644615"/>
                    <a:gd name="connsiteY89" fmla="*/ 1261879 h 1635895"/>
                    <a:gd name="connsiteX90" fmla="*/ 303597 w 1644615"/>
                    <a:gd name="connsiteY90" fmla="*/ 1095509 h 1635895"/>
                    <a:gd name="connsiteX91" fmla="*/ 1154370 w 1644615"/>
                    <a:gd name="connsiteY91" fmla="*/ 1214635 h 1635895"/>
                    <a:gd name="connsiteX92" fmla="*/ 1130875 w 1644615"/>
                    <a:gd name="connsiteY92" fmla="*/ 1407675 h 1635895"/>
                    <a:gd name="connsiteX93" fmla="*/ 1261431 w 1644615"/>
                    <a:gd name="connsiteY93" fmla="*/ 1463301 h 1635895"/>
                    <a:gd name="connsiteX94" fmla="*/ 1374969 w 1644615"/>
                    <a:gd name="connsiteY94" fmla="*/ 1474731 h 1635895"/>
                    <a:gd name="connsiteX95" fmla="*/ 1357316 w 1644615"/>
                    <a:gd name="connsiteY95" fmla="*/ 1446029 h 1635895"/>
                    <a:gd name="connsiteX96" fmla="*/ 1258637 w 1644615"/>
                    <a:gd name="connsiteY96" fmla="*/ 1386466 h 1635895"/>
                    <a:gd name="connsiteX97" fmla="*/ 1445581 w 1644615"/>
                    <a:gd name="connsiteY97" fmla="*/ 1429773 h 1635895"/>
                    <a:gd name="connsiteX98" fmla="*/ 1403163 w 1644615"/>
                    <a:gd name="connsiteY98" fmla="*/ 1377195 h 1635895"/>
                    <a:gd name="connsiteX99" fmla="*/ 1296229 w 1644615"/>
                    <a:gd name="connsiteY99" fmla="*/ 1332237 h 1635895"/>
                    <a:gd name="connsiteX100" fmla="*/ 1489269 w 1644615"/>
                    <a:gd name="connsiteY100" fmla="*/ 1359923 h 1635895"/>
                    <a:gd name="connsiteX101" fmla="*/ 1491174 w 1644615"/>
                    <a:gd name="connsiteY101" fmla="*/ 1340111 h 1635895"/>
                    <a:gd name="connsiteX102" fmla="*/ 1235269 w 1644615"/>
                    <a:gd name="connsiteY102" fmla="*/ 1248163 h 1635895"/>
                    <a:gd name="connsiteX103" fmla="*/ 1341060 w 1644615"/>
                    <a:gd name="connsiteY103" fmla="*/ 1171709 h 1635895"/>
                    <a:gd name="connsiteX104" fmla="*/ 1301944 w 1644615"/>
                    <a:gd name="connsiteY104" fmla="*/ 1132720 h 1635895"/>
                    <a:gd name="connsiteX105" fmla="*/ 1154370 w 1644615"/>
                    <a:gd name="connsiteY105" fmla="*/ 1214635 h 1635895"/>
                    <a:gd name="connsiteX106" fmla="*/ 857063 w 1644615"/>
                    <a:gd name="connsiteY106" fmla="*/ 1181488 h 1635895"/>
                    <a:gd name="connsiteX107" fmla="*/ 878272 w 1644615"/>
                    <a:gd name="connsiteY107" fmla="*/ 1300868 h 1635895"/>
                    <a:gd name="connsiteX108" fmla="*/ 905704 w 1644615"/>
                    <a:gd name="connsiteY108" fmla="*/ 1540771 h 1635895"/>
                    <a:gd name="connsiteX109" fmla="*/ 1188660 w 1644615"/>
                    <a:gd name="connsiteY109" fmla="*/ 1474350 h 1635895"/>
                    <a:gd name="connsiteX110" fmla="*/ 1073344 w 1644615"/>
                    <a:gd name="connsiteY110" fmla="*/ 1300233 h 1635895"/>
                    <a:gd name="connsiteX111" fmla="*/ 973522 w 1644615"/>
                    <a:gd name="connsiteY111" fmla="*/ 1438155 h 1635895"/>
                    <a:gd name="connsiteX112" fmla="*/ 945201 w 1644615"/>
                    <a:gd name="connsiteY112" fmla="*/ 1487558 h 1635895"/>
                    <a:gd name="connsiteX113" fmla="*/ 974665 w 1644615"/>
                    <a:gd name="connsiteY113" fmla="*/ 1366781 h 1635895"/>
                    <a:gd name="connsiteX114" fmla="*/ 857063 w 1644615"/>
                    <a:gd name="connsiteY114" fmla="*/ 1181488 h 1635895"/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200852 w 1644613"/>
                    <a:gd name="connsiteY4" fmla="*/ 768865 h 1635893"/>
                    <a:gd name="connsiteX5" fmla="*/ 1100903 w 1644613"/>
                    <a:gd name="connsiteY5" fmla="*/ 724415 h 1635893"/>
                    <a:gd name="connsiteX6" fmla="*/ 1075122 w 1644613"/>
                    <a:gd name="connsiteY6" fmla="*/ 806838 h 1635893"/>
                    <a:gd name="connsiteX7" fmla="*/ 994858 w 1644613"/>
                    <a:gd name="connsiteY7" fmla="*/ 891166 h 1635893"/>
                    <a:gd name="connsiteX8" fmla="*/ 900370 w 1644613"/>
                    <a:gd name="connsiteY8" fmla="*/ 986162 h 1635893"/>
                    <a:gd name="connsiteX9" fmla="*/ 765623 w 1644613"/>
                    <a:gd name="connsiteY9" fmla="*/ 1048392 h 1635893"/>
                    <a:gd name="connsiteX10" fmla="*/ 993715 w 1644613"/>
                    <a:gd name="connsiteY10" fmla="*/ 1351541 h 1635893"/>
                    <a:gd name="connsiteX11" fmla="*/ 1109666 w 1644613"/>
                    <a:gd name="connsiteY11" fmla="*/ 1221620 h 1635893"/>
                    <a:gd name="connsiteX12" fmla="*/ 1283275 w 1644613"/>
                    <a:gd name="connsiteY12" fmla="*/ 1111003 h 1635893"/>
                    <a:gd name="connsiteX13" fmla="*/ 1372810 w 1644613"/>
                    <a:gd name="connsiteY13" fmla="*/ 1159136 h 1635893"/>
                    <a:gd name="connsiteX14" fmla="*/ 1290260 w 1644613"/>
                    <a:gd name="connsiteY14" fmla="*/ 1244353 h 1635893"/>
                    <a:gd name="connsiteX15" fmla="*/ 1514796 w 1644613"/>
                    <a:gd name="connsiteY15" fmla="*/ 1325633 h 1635893"/>
                    <a:gd name="connsiteX16" fmla="*/ 1460440 w 1644613"/>
                    <a:gd name="connsiteY16" fmla="*/ 1390657 h 1635893"/>
                    <a:gd name="connsiteX17" fmla="*/ 1460821 w 1644613"/>
                    <a:gd name="connsiteY17" fmla="*/ 1438790 h 1635893"/>
                    <a:gd name="connsiteX18" fmla="*/ 1403163 w 1644613"/>
                    <a:gd name="connsiteY18" fmla="*/ 1459999 h 1635893"/>
                    <a:gd name="connsiteX19" fmla="*/ 1396686 w 1644613"/>
                    <a:gd name="connsiteY19" fmla="*/ 1490352 h 1635893"/>
                    <a:gd name="connsiteX20" fmla="*/ 1222569 w 1644613"/>
                    <a:gd name="connsiteY20" fmla="*/ 1482224 h 1635893"/>
                    <a:gd name="connsiteX21" fmla="*/ 1041340 w 1644613"/>
                    <a:gd name="connsiteY21" fmla="*/ 1583443 h 1635893"/>
                    <a:gd name="connsiteX22" fmla="*/ 907228 w 1644613"/>
                    <a:gd name="connsiteY22" fmla="*/ 1570362 h 1635893"/>
                    <a:gd name="connsiteX23" fmla="*/ 909260 w 1644613"/>
                    <a:gd name="connsiteY23" fmla="*/ 1626242 h 1635893"/>
                    <a:gd name="connsiteX24" fmla="*/ 884622 w 1644613"/>
                    <a:gd name="connsiteY24" fmla="*/ 1624718 h 1635893"/>
                    <a:gd name="connsiteX25" fmla="*/ 878780 w 1644613"/>
                    <a:gd name="connsiteY25" fmla="*/ 1550296 h 1635893"/>
                    <a:gd name="connsiteX26" fmla="*/ 820106 w 1644613"/>
                    <a:gd name="connsiteY26" fmla="*/ 1144658 h 1635893"/>
                    <a:gd name="connsiteX27" fmla="*/ 747208 w 1644613"/>
                    <a:gd name="connsiteY27" fmla="*/ 1071887 h 1635893"/>
                    <a:gd name="connsiteX28" fmla="*/ 424882 w 1644613"/>
                    <a:gd name="connsiteY28" fmla="*/ 1070236 h 1635893"/>
                    <a:gd name="connsiteX29" fmla="*/ 337125 w 1644613"/>
                    <a:gd name="connsiteY29" fmla="*/ 1072395 h 1635893"/>
                    <a:gd name="connsiteX30" fmla="*/ 407610 w 1644613"/>
                    <a:gd name="connsiteY30" fmla="*/ 1284231 h 1635893"/>
                    <a:gd name="connsiteX31" fmla="*/ 322774 w 1644613"/>
                    <a:gd name="connsiteY31" fmla="*/ 1363352 h 1635893"/>
                    <a:gd name="connsiteX32" fmla="*/ 288357 w 1644613"/>
                    <a:gd name="connsiteY32" fmla="*/ 1588650 h 1635893"/>
                    <a:gd name="connsiteX33" fmla="*/ 283023 w 1644613"/>
                    <a:gd name="connsiteY33" fmla="*/ 1624718 h 1635893"/>
                    <a:gd name="connsiteX34" fmla="*/ 259020 w 1644613"/>
                    <a:gd name="connsiteY34" fmla="*/ 1629417 h 1635893"/>
                    <a:gd name="connsiteX35" fmla="*/ 323409 w 1644613"/>
                    <a:gd name="connsiteY35" fmla="*/ 1250068 h 1635893"/>
                    <a:gd name="connsiteX36" fmla="*/ 305629 w 1644613"/>
                    <a:gd name="connsiteY36" fmla="*/ 1166248 h 1635893"/>
                    <a:gd name="connsiteX37" fmla="*/ 229556 w 1644613"/>
                    <a:gd name="connsiteY37" fmla="*/ 1192410 h 1635893"/>
                    <a:gd name="connsiteX38" fmla="*/ 18228 w 1644613"/>
                    <a:gd name="connsiteY38" fmla="*/ 1623575 h 1635893"/>
                    <a:gd name="connsiteX39" fmla="*/ 2099 w 1644613"/>
                    <a:gd name="connsiteY39" fmla="*/ 1635894 h 1635893"/>
                    <a:gd name="connsiteX40" fmla="*/ 17212 w 1644613"/>
                    <a:gd name="connsiteY40" fmla="*/ 1539628 h 1635893"/>
                    <a:gd name="connsiteX41" fmla="*/ 107001 w 1644613"/>
                    <a:gd name="connsiteY41" fmla="*/ 1318648 h 1635893"/>
                    <a:gd name="connsiteX42" fmla="*/ 216983 w 1644613"/>
                    <a:gd name="connsiteY42" fmla="*/ 1168153 h 1635893"/>
                    <a:gd name="connsiteX43" fmla="*/ 304867 w 1644613"/>
                    <a:gd name="connsiteY43" fmla="*/ 1066553 h 1635893"/>
                    <a:gd name="connsiteX44" fmla="*/ 391481 w 1644613"/>
                    <a:gd name="connsiteY44" fmla="*/ 1032390 h 1635893"/>
                    <a:gd name="connsiteX45" fmla="*/ 252924 w 1644613"/>
                    <a:gd name="connsiteY45" fmla="*/ 952253 h 1635893"/>
                    <a:gd name="connsiteX46" fmla="*/ 138243 w 1644613"/>
                    <a:gd name="connsiteY46" fmla="*/ 837064 h 1635893"/>
                    <a:gd name="connsiteX47" fmla="*/ 83633 w 1644613"/>
                    <a:gd name="connsiteY47" fmla="*/ 754514 h 1635893"/>
                    <a:gd name="connsiteX48" fmla="*/ 139767 w 1644613"/>
                    <a:gd name="connsiteY48" fmla="*/ 520707 h 1635893"/>
                    <a:gd name="connsiteX49" fmla="*/ 413198 w 1644613"/>
                    <a:gd name="connsiteY49" fmla="*/ 274200 h 1635893"/>
                    <a:gd name="connsiteX50" fmla="*/ 730698 w 1644613"/>
                    <a:gd name="connsiteY50" fmla="*/ 270898 h 1635893"/>
                    <a:gd name="connsiteX51" fmla="*/ 944058 w 1644613"/>
                    <a:gd name="connsiteY51" fmla="*/ 397009 h 1635893"/>
                    <a:gd name="connsiteX52" fmla="*/ 1076900 w 1644613"/>
                    <a:gd name="connsiteY52" fmla="*/ 110878 h 1635893"/>
                    <a:gd name="connsiteX53" fmla="*/ 971617 w 1644613"/>
                    <a:gd name="connsiteY53" fmla="*/ 432950 h 1635893"/>
                    <a:gd name="connsiteX54" fmla="*/ 1070423 w 1644613"/>
                    <a:gd name="connsiteY54" fmla="*/ 588017 h 1635893"/>
                    <a:gd name="connsiteX55" fmla="*/ 1107507 w 1644613"/>
                    <a:gd name="connsiteY55" fmla="*/ 692030 h 1635893"/>
                    <a:gd name="connsiteX56" fmla="*/ 1459424 w 1644613"/>
                    <a:gd name="connsiteY56" fmla="*/ 707524 h 1635893"/>
                    <a:gd name="connsiteX57" fmla="*/ 1614364 w 1644613"/>
                    <a:gd name="connsiteY57" fmla="*/ 462160 h 1635893"/>
                    <a:gd name="connsiteX58" fmla="*/ 1543879 w 1644613"/>
                    <a:gd name="connsiteY58" fmla="*/ 155963 h 1635893"/>
                    <a:gd name="connsiteX59" fmla="*/ 1261939 w 1644613"/>
                    <a:gd name="connsiteY59" fmla="*/ 27312 h 1635893"/>
                    <a:gd name="connsiteX60" fmla="*/ 1076900 w 1644613"/>
                    <a:gd name="connsiteY60" fmla="*/ 110878 h 1635893"/>
                    <a:gd name="connsiteX61" fmla="*/ 175327 w 1644613"/>
                    <a:gd name="connsiteY61" fmla="*/ 504578 h 1635893"/>
                    <a:gd name="connsiteX62" fmla="*/ 227270 w 1644613"/>
                    <a:gd name="connsiteY62" fmla="*/ 521723 h 1635893"/>
                    <a:gd name="connsiteX63" fmla="*/ 284801 w 1644613"/>
                    <a:gd name="connsiteY63" fmla="*/ 676663 h 1635893"/>
                    <a:gd name="connsiteX64" fmla="*/ 256607 w 1644613"/>
                    <a:gd name="connsiteY64" fmla="*/ 816998 h 1635893"/>
                    <a:gd name="connsiteX65" fmla="*/ 204283 w 1644613"/>
                    <a:gd name="connsiteY65" fmla="*/ 863734 h 1635893"/>
                    <a:gd name="connsiteX66" fmla="*/ 615128 w 1644613"/>
                    <a:gd name="connsiteY66" fmla="*/ 1040010 h 1635893"/>
                    <a:gd name="connsiteX67" fmla="*/ 979491 w 1644613"/>
                    <a:gd name="connsiteY67" fmla="*/ 867671 h 1635893"/>
                    <a:gd name="connsiteX68" fmla="*/ 1018353 w 1644613"/>
                    <a:gd name="connsiteY68" fmla="*/ 573666 h 1635893"/>
                    <a:gd name="connsiteX69" fmla="*/ 672151 w 1644613"/>
                    <a:gd name="connsiteY69" fmla="*/ 284741 h 1635893"/>
                    <a:gd name="connsiteX70" fmla="*/ 175327 w 1644613"/>
                    <a:gd name="connsiteY70" fmla="*/ 504578 h 1635893"/>
                    <a:gd name="connsiteX71" fmla="*/ 159833 w 1644613"/>
                    <a:gd name="connsiteY71" fmla="*/ 539884 h 1635893"/>
                    <a:gd name="connsiteX72" fmla="*/ 104588 w 1644613"/>
                    <a:gd name="connsiteY72" fmla="*/ 728098 h 1635893"/>
                    <a:gd name="connsiteX73" fmla="*/ 197679 w 1644613"/>
                    <a:gd name="connsiteY73" fmla="*/ 834143 h 1635893"/>
                    <a:gd name="connsiteX74" fmla="*/ 250892 w 1644613"/>
                    <a:gd name="connsiteY74" fmla="*/ 752355 h 1635893"/>
                    <a:gd name="connsiteX75" fmla="*/ 234636 w 1644613"/>
                    <a:gd name="connsiteY75" fmla="*/ 576587 h 1635893"/>
                    <a:gd name="connsiteX76" fmla="*/ 159833 w 1644613"/>
                    <a:gd name="connsiteY76" fmla="*/ 539884 h 1635893"/>
                    <a:gd name="connsiteX77" fmla="*/ 1052135 w 1644613"/>
                    <a:gd name="connsiteY77" fmla="*/ 598050 h 1635893"/>
                    <a:gd name="connsiteX78" fmla="*/ 1041086 w 1644613"/>
                    <a:gd name="connsiteY78" fmla="*/ 807092 h 1635893"/>
                    <a:gd name="connsiteX79" fmla="*/ 1052135 w 1644613"/>
                    <a:gd name="connsiteY79" fmla="*/ 598050 h 1635893"/>
                    <a:gd name="connsiteX80" fmla="*/ 441011 w 1644613"/>
                    <a:gd name="connsiteY80" fmla="*/ 1044963 h 1635893"/>
                    <a:gd name="connsiteX81" fmla="*/ 658816 w 1644613"/>
                    <a:gd name="connsiteY81" fmla="*/ 1078618 h 1635893"/>
                    <a:gd name="connsiteX82" fmla="*/ 569154 w 1644613"/>
                    <a:gd name="connsiteY82" fmla="*/ 1062616 h 1635893"/>
                    <a:gd name="connsiteX83" fmla="*/ 441011 w 1644613"/>
                    <a:gd name="connsiteY83" fmla="*/ 1044963 h 1635893"/>
                    <a:gd name="connsiteX84" fmla="*/ 303597 w 1644613"/>
                    <a:gd name="connsiteY84" fmla="*/ 1095509 h 1635893"/>
                    <a:gd name="connsiteX85" fmla="*/ 288992 w 1644613"/>
                    <a:gd name="connsiteY85" fmla="*/ 1125100 h 1635893"/>
                    <a:gd name="connsiteX86" fmla="*/ 345380 w 1644613"/>
                    <a:gd name="connsiteY86" fmla="*/ 1175519 h 1635893"/>
                    <a:gd name="connsiteX87" fmla="*/ 332934 w 1644613"/>
                    <a:gd name="connsiteY87" fmla="*/ 1333380 h 1635893"/>
                    <a:gd name="connsiteX88" fmla="*/ 384369 w 1644613"/>
                    <a:gd name="connsiteY88" fmla="*/ 1261879 h 1635893"/>
                    <a:gd name="connsiteX89" fmla="*/ 303597 w 1644613"/>
                    <a:gd name="connsiteY89" fmla="*/ 1095509 h 1635893"/>
                    <a:gd name="connsiteX90" fmla="*/ 1154370 w 1644613"/>
                    <a:gd name="connsiteY90" fmla="*/ 1214635 h 1635893"/>
                    <a:gd name="connsiteX91" fmla="*/ 1130875 w 1644613"/>
                    <a:gd name="connsiteY91" fmla="*/ 1407675 h 1635893"/>
                    <a:gd name="connsiteX92" fmla="*/ 1261431 w 1644613"/>
                    <a:gd name="connsiteY92" fmla="*/ 1463301 h 1635893"/>
                    <a:gd name="connsiteX93" fmla="*/ 1374969 w 1644613"/>
                    <a:gd name="connsiteY93" fmla="*/ 1474731 h 1635893"/>
                    <a:gd name="connsiteX94" fmla="*/ 1357316 w 1644613"/>
                    <a:gd name="connsiteY94" fmla="*/ 1446029 h 1635893"/>
                    <a:gd name="connsiteX95" fmla="*/ 1258637 w 1644613"/>
                    <a:gd name="connsiteY95" fmla="*/ 1386466 h 1635893"/>
                    <a:gd name="connsiteX96" fmla="*/ 1445581 w 1644613"/>
                    <a:gd name="connsiteY96" fmla="*/ 1429773 h 1635893"/>
                    <a:gd name="connsiteX97" fmla="*/ 1403163 w 1644613"/>
                    <a:gd name="connsiteY97" fmla="*/ 1377195 h 1635893"/>
                    <a:gd name="connsiteX98" fmla="*/ 1296229 w 1644613"/>
                    <a:gd name="connsiteY98" fmla="*/ 1332237 h 1635893"/>
                    <a:gd name="connsiteX99" fmla="*/ 1489269 w 1644613"/>
                    <a:gd name="connsiteY99" fmla="*/ 1359923 h 1635893"/>
                    <a:gd name="connsiteX100" fmla="*/ 1491174 w 1644613"/>
                    <a:gd name="connsiteY100" fmla="*/ 1340111 h 1635893"/>
                    <a:gd name="connsiteX101" fmla="*/ 1235269 w 1644613"/>
                    <a:gd name="connsiteY101" fmla="*/ 1248163 h 1635893"/>
                    <a:gd name="connsiteX102" fmla="*/ 1341060 w 1644613"/>
                    <a:gd name="connsiteY102" fmla="*/ 1171709 h 1635893"/>
                    <a:gd name="connsiteX103" fmla="*/ 1301944 w 1644613"/>
                    <a:gd name="connsiteY103" fmla="*/ 1132720 h 1635893"/>
                    <a:gd name="connsiteX104" fmla="*/ 1154370 w 1644613"/>
                    <a:gd name="connsiteY104" fmla="*/ 1214635 h 1635893"/>
                    <a:gd name="connsiteX105" fmla="*/ 857063 w 1644613"/>
                    <a:gd name="connsiteY105" fmla="*/ 1181488 h 1635893"/>
                    <a:gd name="connsiteX106" fmla="*/ 878272 w 1644613"/>
                    <a:gd name="connsiteY106" fmla="*/ 1300868 h 1635893"/>
                    <a:gd name="connsiteX107" fmla="*/ 905704 w 1644613"/>
                    <a:gd name="connsiteY107" fmla="*/ 1540771 h 1635893"/>
                    <a:gd name="connsiteX108" fmla="*/ 1188660 w 1644613"/>
                    <a:gd name="connsiteY108" fmla="*/ 1474350 h 1635893"/>
                    <a:gd name="connsiteX109" fmla="*/ 1073344 w 1644613"/>
                    <a:gd name="connsiteY109" fmla="*/ 1300233 h 1635893"/>
                    <a:gd name="connsiteX110" fmla="*/ 973522 w 1644613"/>
                    <a:gd name="connsiteY110" fmla="*/ 1438155 h 1635893"/>
                    <a:gd name="connsiteX111" fmla="*/ 945201 w 1644613"/>
                    <a:gd name="connsiteY111" fmla="*/ 1487558 h 1635893"/>
                    <a:gd name="connsiteX112" fmla="*/ 974665 w 1644613"/>
                    <a:gd name="connsiteY112" fmla="*/ 1366781 h 1635893"/>
                    <a:gd name="connsiteX113" fmla="*/ 857063 w 1644613"/>
                    <a:gd name="connsiteY113" fmla="*/ 1181488 h 1635893"/>
                    <a:gd name="connsiteX0" fmla="*/ 1014924 w 1644615"/>
                    <a:gd name="connsiteY0" fmla="*/ 137040 h 1635895"/>
                    <a:gd name="connsiteX1" fmla="*/ 1288609 w 1644615"/>
                    <a:gd name="connsiteY1" fmla="*/ 134 h 1635895"/>
                    <a:gd name="connsiteX2" fmla="*/ 1606363 w 1644615"/>
                    <a:gd name="connsiteY2" fmla="*/ 207525 h 1635895"/>
                    <a:gd name="connsiteX3" fmla="*/ 1635827 w 1644615"/>
                    <a:gd name="connsiteY3" fmla="*/ 498990 h 1635895"/>
                    <a:gd name="connsiteX4" fmla="*/ 1200852 w 1644615"/>
                    <a:gd name="connsiteY4" fmla="*/ 768865 h 1635895"/>
                    <a:gd name="connsiteX5" fmla="*/ 1100903 w 1644615"/>
                    <a:gd name="connsiteY5" fmla="*/ 724415 h 1635895"/>
                    <a:gd name="connsiteX6" fmla="*/ 1075122 w 1644615"/>
                    <a:gd name="connsiteY6" fmla="*/ 806838 h 1635895"/>
                    <a:gd name="connsiteX7" fmla="*/ 994858 w 1644615"/>
                    <a:gd name="connsiteY7" fmla="*/ 891166 h 1635895"/>
                    <a:gd name="connsiteX8" fmla="*/ 900370 w 1644615"/>
                    <a:gd name="connsiteY8" fmla="*/ 986162 h 1635895"/>
                    <a:gd name="connsiteX9" fmla="*/ 765623 w 1644615"/>
                    <a:gd name="connsiteY9" fmla="*/ 1048392 h 1635895"/>
                    <a:gd name="connsiteX10" fmla="*/ 993715 w 1644615"/>
                    <a:gd name="connsiteY10" fmla="*/ 1351541 h 1635895"/>
                    <a:gd name="connsiteX11" fmla="*/ 1109666 w 1644615"/>
                    <a:gd name="connsiteY11" fmla="*/ 1221620 h 1635895"/>
                    <a:gd name="connsiteX12" fmla="*/ 1283275 w 1644615"/>
                    <a:gd name="connsiteY12" fmla="*/ 1111003 h 1635895"/>
                    <a:gd name="connsiteX13" fmla="*/ 1372810 w 1644615"/>
                    <a:gd name="connsiteY13" fmla="*/ 1159136 h 1635895"/>
                    <a:gd name="connsiteX14" fmla="*/ 1290260 w 1644615"/>
                    <a:gd name="connsiteY14" fmla="*/ 1244353 h 1635895"/>
                    <a:gd name="connsiteX15" fmla="*/ 1514796 w 1644615"/>
                    <a:gd name="connsiteY15" fmla="*/ 1325633 h 1635895"/>
                    <a:gd name="connsiteX16" fmla="*/ 1460440 w 1644615"/>
                    <a:gd name="connsiteY16" fmla="*/ 1390657 h 1635895"/>
                    <a:gd name="connsiteX17" fmla="*/ 1460821 w 1644615"/>
                    <a:gd name="connsiteY17" fmla="*/ 1438790 h 1635895"/>
                    <a:gd name="connsiteX18" fmla="*/ 1403163 w 1644615"/>
                    <a:gd name="connsiteY18" fmla="*/ 1459999 h 1635895"/>
                    <a:gd name="connsiteX19" fmla="*/ 1396686 w 1644615"/>
                    <a:gd name="connsiteY19" fmla="*/ 1490352 h 1635895"/>
                    <a:gd name="connsiteX20" fmla="*/ 1222569 w 1644615"/>
                    <a:gd name="connsiteY20" fmla="*/ 1482224 h 1635895"/>
                    <a:gd name="connsiteX21" fmla="*/ 1041340 w 1644615"/>
                    <a:gd name="connsiteY21" fmla="*/ 1583443 h 1635895"/>
                    <a:gd name="connsiteX22" fmla="*/ 907228 w 1644615"/>
                    <a:gd name="connsiteY22" fmla="*/ 1570362 h 1635895"/>
                    <a:gd name="connsiteX23" fmla="*/ 909260 w 1644615"/>
                    <a:gd name="connsiteY23" fmla="*/ 1626242 h 1635895"/>
                    <a:gd name="connsiteX24" fmla="*/ 884622 w 1644615"/>
                    <a:gd name="connsiteY24" fmla="*/ 1624718 h 1635895"/>
                    <a:gd name="connsiteX25" fmla="*/ 878780 w 1644615"/>
                    <a:gd name="connsiteY25" fmla="*/ 1550296 h 1635895"/>
                    <a:gd name="connsiteX26" fmla="*/ 820106 w 1644615"/>
                    <a:gd name="connsiteY26" fmla="*/ 1144658 h 1635895"/>
                    <a:gd name="connsiteX27" fmla="*/ 747208 w 1644615"/>
                    <a:gd name="connsiteY27" fmla="*/ 1071887 h 1635895"/>
                    <a:gd name="connsiteX28" fmla="*/ 424882 w 1644615"/>
                    <a:gd name="connsiteY28" fmla="*/ 1070236 h 1635895"/>
                    <a:gd name="connsiteX29" fmla="*/ 337125 w 1644615"/>
                    <a:gd name="connsiteY29" fmla="*/ 1072395 h 1635895"/>
                    <a:gd name="connsiteX30" fmla="*/ 407610 w 1644615"/>
                    <a:gd name="connsiteY30" fmla="*/ 1284231 h 1635895"/>
                    <a:gd name="connsiteX31" fmla="*/ 322774 w 1644615"/>
                    <a:gd name="connsiteY31" fmla="*/ 1363352 h 1635895"/>
                    <a:gd name="connsiteX32" fmla="*/ 288357 w 1644615"/>
                    <a:gd name="connsiteY32" fmla="*/ 1588650 h 1635895"/>
                    <a:gd name="connsiteX33" fmla="*/ 283023 w 1644615"/>
                    <a:gd name="connsiteY33" fmla="*/ 1624718 h 1635895"/>
                    <a:gd name="connsiteX34" fmla="*/ 259020 w 1644615"/>
                    <a:gd name="connsiteY34" fmla="*/ 1629417 h 1635895"/>
                    <a:gd name="connsiteX35" fmla="*/ 323409 w 1644615"/>
                    <a:gd name="connsiteY35" fmla="*/ 1250068 h 1635895"/>
                    <a:gd name="connsiteX36" fmla="*/ 305629 w 1644615"/>
                    <a:gd name="connsiteY36" fmla="*/ 1166248 h 1635895"/>
                    <a:gd name="connsiteX37" fmla="*/ 229556 w 1644615"/>
                    <a:gd name="connsiteY37" fmla="*/ 1192410 h 1635895"/>
                    <a:gd name="connsiteX38" fmla="*/ 18228 w 1644615"/>
                    <a:gd name="connsiteY38" fmla="*/ 1623575 h 1635895"/>
                    <a:gd name="connsiteX39" fmla="*/ 2099 w 1644615"/>
                    <a:gd name="connsiteY39" fmla="*/ 1635894 h 1635895"/>
                    <a:gd name="connsiteX40" fmla="*/ 17212 w 1644615"/>
                    <a:gd name="connsiteY40" fmla="*/ 1539628 h 1635895"/>
                    <a:gd name="connsiteX41" fmla="*/ 107001 w 1644615"/>
                    <a:gd name="connsiteY41" fmla="*/ 1318648 h 1635895"/>
                    <a:gd name="connsiteX42" fmla="*/ 216983 w 1644615"/>
                    <a:gd name="connsiteY42" fmla="*/ 1168153 h 1635895"/>
                    <a:gd name="connsiteX43" fmla="*/ 304867 w 1644615"/>
                    <a:gd name="connsiteY43" fmla="*/ 1066553 h 1635895"/>
                    <a:gd name="connsiteX44" fmla="*/ 391481 w 1644615"/>
                    <a:gd name="connsiteY44" fmla="*/ 1032390 h 1635895"/>
                    <a:gd name="connsiteX45" fmla="*/ 252924 w 1644615"/>
                    <a:gd name="connsiteY45" fmla="*/ 952253 h 1635895"/>
                    <a:gd name="connsiteX46" fmla="*/ 138243 w 1644615"/>
                    <a:gd name="connsiteY46" fmla="*/ 837064 h 1635895"/>
                    <a:gd name="connsiteX47" fmla="*/ 83633 w 1644615"/>
                    <a:gd name="connsiteY47" fmla="*/ 754514 h 1635895"/>
                    <a:gd name="connsiteX48" fmla="*/ 139767 w 1644615"/>
                    <a:gd name="connsiteY48" fmla="*/ 520707 h 1635895"/>
                    <a:gd name="connsiteX49" fmla="*/ 413198 w 1644615"/>
                    <a:gd name="connsiteY49" fmla="*/ 274200 h 1635895"/>
                    <a:gd name="connsiteX50" fmla="*/ 730698 w 1644615"/>
                    <a:gd name="connsiteY50" fmla="*/ 270898 h 1635895"/>
                    <a:gd name="connsiteX51" fmla="*/ 944058 w 1644615"/>
                    <a:gd name="connsiteY51" fmla="*/ 397009 h 1635895"/>
                    <a:gd name="connsiteX52" fmla="*/ 1076900 w 1644615"/>
                    <a:gd name="connsiteY52" fmla="*/ 110878 h 1635895"/>
                    <a:gd name="connsiteX53" fmla="*/ 971617 w 1644615"/>
                    <a:gd name="connsiteY53" fmla="*/ 432950 h 1635895"/>
                    <a:gd name="connsiteX54" fmla="*/ 1070423 w 1644615"/>
                    <a:gd name="connsiteY54" fmla="*/ 588017 h 1635895"/>
                    <a:gd name="connsiteX55" fmla="*/ 1107507 w 1644615"/>
                    <a:gd name="connsiteY55" fmla="*/ 692030 h 1635895"/>
                    <a:gd name="connsiteX56" fmla="*/ 1614364 w 1644615"/>
                    <a:gd name="connsiteY56" fmla="*/ 462160 h 1635895"/>
                    <a:gd name="connsiteX57" fmla="*/ 1543879 w 1644615"/>
                    <a:gd name="connsiteY57" fmla="*/ 155963 h 1635895"/>
                    <a:gd name="connsiteX58" fmla="*/ 1261939 w 1644615"/>
                    <a:gd name="connsiteY58" fmla="*/ 27312 h 1635895"/>
                    <a:gd name="connsiteX59" fmla="*/ 1076900 w 1644615"/>
                    <a:gd name="connsiteY59" fmla="*/ 110878 h 1635895"/>
                    <a:gd name="connsiteX60" fmla="*/ 175327 w 1644615"/>
                    <a:gd name="connsiteY60" fmla="*/ 504578 h 1635895"/>
                    <a:gd name="connsiteX61" fmla="*/ 227270 w 1644615"/>
                    <a:gd name="connsiteY61" fmla="*/ 521723 h 1635895"/>
                    <a:gd name="connsiteX62" fmla="*/ 284801 w 1644615"/>
                    <a:gd name="connsiteY62" fmla="*/ 676663 h 1635895"/>
                    <a:gd name="connsiteX63" fmla="*/ 256607 w 1644615"/>
                    <a:gd name="connsiteY63" fmla="*/ 816998 h 1635895"/>
                    <a:gd name="connsiteX64" fmla="*/ 204283 w 1644615"/>
                    <a:gd name="connsiteY64" fmla="*/ 863734 h 1635895"/>
                    <a:gd name="connsiteX65" fmla="*/ 615128 w 1644615"/>
                    <a:gd name="connsiteY65" fmla="*/ 1040010 h 1635895"/>
                    <a:gd name="connsiteX66" fmla="*/ 979491 w 1644615"/>
                    <a:gd name="connsiteY66" fmla="*/ 867671 h 1635895"/>
                    <a:gd name="connsiteX67" fmla="*/ 1018353 w 1644615"/>
                    <a:gd name="connsiteY67" fmla="*/ 573666 h 1635895"/>
                    <a:gd name="connsiteX68" fmla="*/ 672151 w 1644615"/>
                    <a:gd name="connsiteY68" fmla="*/ 284741 h 1635895"/>
                    <a:gd name="connsiteX69" fmla="*/ 175327 w 1644615"/>
                    <a:gd name="connsiteY69" fmla="*/ 504578 h 1635895"/>
                    <a:gd name="connsiteX70" fmla="*/ 159833 w 1644615"/>
                    <a:gd name="connsiteY70" fmla="*/ 539884 h 1635895"/>
                    <a:gd name="connsiteX71" fmla="*/ 104588 w 1644615"/>
                    <a:gd name="connsiteY71" fmla="*/ 728098 h 1635895"/>
                    <a:gd name="connsiteX72" fmla="*/ 197679 w 1644615"/>
                    <a:gd name="connsiteY72" fmla="*/ 834143 h 1635895"/>
                    <a:gd name="connsiteX73" fmla="*/ 250892 w 1644615"/>
                    <a:gd name="connsiteY73" fmla="*/ 752355 h 1635895"/>
                    <a:gd name="connsiteX74" fmla="*/ 234636 w 1644615"/>
                    <a:gd name="connsiteY74" fmla="*/ 576587 h 1635895"/>
                    <a:gd name="connsiteX75" fmla="*/ 159833 w 1644615"/>
                    <a:gd name="connsiteY75" fmla="*/ 539884 h 1635895"/>
                    <a:gd name="connsiteX76" fmla="*/ 1052135 w 1644615"/>
                    <a:gd name="connsiteY76" fmla="*/ 598050 h 1635895"/>
                    <a:gd name="connsiteX77" fmla="*/ 1041086 w 1644615"/>
                    <a:gd name="connsiteY77" fmla="*/ 807092 h 1635895"/>
                    <a:gd name="connsiteX78" fmla="*/ 1052135 w 1644615"/>
                    <a:gd name="connsiteY78" fmla="*/ 598050 h 1635895"/>
                    <a:gd name="connsiteX79" fmla="*/ 441011 w 1644615"/>
                    <a:gd name="connsiteY79" fmla="*/ 1044963 h 1635895"/>
                    <a:gd name="connsiteX80" fmla="*/ 658816 w 1644615"/>
                    <a:gd name="connsiteY80" fmla="*/ 1078618 h 1635895"/>
                    <a:gd name="connsiteX81" fmla="*/ 569154 w 1644615"/>
                    <a:gd name="connsiteY81" fmla="*/ 1062616 h 1635895"/>
                    <a:gd name="connsiteX82" fmla="*/ 441011 w 1644615"/>
                    <a:gd name="connsiteY82" fmla="*/ 1044963 h 1635895"/>
                    <a:gd name="connsiteX83" fmla="*/ 303597 w 1644615"/>
                    <a:gd name="connsiteY83" fmla="*/ 1095509 h 1635895"/>
                    <a:gd name="connsiteX84" fmla="*/ 288992 w 1644615"/>
                    <a:gd name="connsiteY84" fmla="*/ 1125100 h 1635895"/>
                    <a:gd name="connsiteX85" fmla="*/ 345380 w 1644615"/>
                    <a:gd name="connsiteY85" fmla="*/ 1175519 h 1635895"/>
                    <a:gd name="connsiteX86" fmla="*/ 332934 w 1644615"/>
                    <a:gd name="connsiteY86" fmla="*/ 1333380 h 1635895"/>
                    <a:gd name="connsiteX87" fmla="*/ 384369 w 1644615"/>
                    <a:gd name="connsiteY87" fmla="*/ 1261879 h 1635895"/>
                    <a:gd name="connsiteX88" fmla="*/ 303597 w 1644615"/>
                    <a:gd name="connsiteY88" fmla="*/ 1095509 h 1635895"/>
                    <a:gd name="connsiteX89" fmla="*/ 1154370 w 1644615"/>
                    <a:gd name="connsiteY89" fmla="*/ 1214635 h 1635895"/>
                    <a:gd name="connsiteX90" fmla="*/ 1130875 w 1644615"/>
                    <a:gd name="connsiteY90" fmla="*/ 1407675 h 1635895"/>
                    <a:gd name="connsiteX91" fmla="*/ 1261431 w 1644615"/>
                    <a:gd name="connsiteY91" fmla="*/ 1463301 h 1635895"/>
                    <a:gd name="connsiteX92" fmla="*/ 1374969 w 1644615"/>
                    <a:gd name="connsiteY92" fmla="*/ 1474731 h 1635895"/>
                    <a:gd name="connsiteX93" fmla="*/ 1357316 w 1644615"/>
                    <a:gd name="connsiteY93" fmla="*/ 1446029 h 1635895"/>
                    <a:gd name="connsiteX94" fmla="*/ 1258637 w 1644615"/>
                    <a:gd name="connsiteY94" fmla="*/ 1386466 h 1635895"/>
                    <a:gd name="connsiteX95" fmla="*/ 1445581 w 1644615"/>
                    <a:gd name="connsiteY95" fmla="*/ 1429773 h 1635895"/>
                    <a:gd name="connsiteX96" fmla="*/ 1403163 w 1644615"/>
                    <a:gd name="connsiteY96" fmla="*/ 1377195 h 1635895"/>
                    <a:gd name="connsiteX97" fmla="*/ 1296229 w 1644615"/>
                    <a:gd name="connsiteY97" fmla="*/ 1332237 h 1635895"/>
                    <a:gd name="connsiteX98" fmla="*/ 1489269 w 1644615"/>
                    <a:gd name="connsiteY98" fmla="*/ 1359923 h 1635895"/>
                    <a:gd name="connsiteX99" fmla="*/ 1491174 w 1644615"/>
                    <a:gd name="connsiteY99" fmla="*/ 1340111 h 1635895"/>
                    <a:gd name="connsiteX100" fmla="*/ 1235269 w 1644615"/>
                    <a:gd name="connsiteY100" fmla="*/ 1248163 h 1635895"/>
                    <a:gd name="connsiteX101" fmla="*/ 1341060 w 1644615"/>
                    <a:gd name="connsiteY101" fmla="*/ 1171709 h 1635895"/>
                    <a:gd name="connsiteX102" fmla="*/ 1301944 w 1644615"/>
                    <a:gd name="connsiteY102" fmla="*/ 1132720 h 1635895"/>
                    <a:gd name="connsiteX103" fmla="*/ 1154370 w 1644615"/>
                    <a:gd name="connsiteY103" fmla="*/ 1214635 h 1635895"/>
                    <a:gd name="connsiteX104" fmla="*/ 857063 w 1644615"/>
                    <a:gd name="connsiteY104" fmla="*/ 1181488 h 1635895"/>
                    <a:gd name="connsiteX105" fmla="*/ 878272 w 1644615"/>
                    <a:gd name="connsiteY105" fmla="*/ 1300868 h 1635895"/>
                    <a:gd name="connsiteX106" fmla="*/ 905704 w 1644615"/>
                    <a:gd name="connsiteY106" fmla="*/ 1540771 h 1635895"/>
                    <a:gd name="connsiteX107" fmla="*/ 1188660 w 1644615"/>
                    <a:gd name="connsiteY107" fmla="*/ 1474350 h 1635895"/>
                    <a:gd name="connsiteX108" fmla="*/ 1073344 w 1644615"/>
                    <a:gd name="connsiteY108" fmla="*/ 1300233 h 1635895"/>
                    <a:gd name="connsiteX109" fmla="*/ 973522 w 1644615"/>
                    <a:gd name="connsiteY109" fmla="*/ 1438155 h 1635895"/>
                    <a:gd name="connsiteX110" fmla="*/ 945201 w 1644615"/>
                    <a:gd name="connsiteY110" fmla="*/ 1487558 h 1635895"/>
                    <a:gd name="connsiteX111" fmla="*/ 974665 w 1644615"/>
                    <a:gd name="connsiteY111" fmla="*/ 1366781 h 1635895"/>
                    <a:gd name="connsiteX112" fmla="*/ 857063 w 1644615"/>
                    <a:gd name="connsiteY112" fmla="*/ 1181488 h 1635895"/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100903 w 1644613"/>
                    <a:gd name="connsiteY4" fmla="*/ 724415 h 1635893"/>
                    <a:gd name="connsiteX5" fmla="*/ 1075122 w 1644613"/>
                    <a:gd name="connsiteY5" fmla="*/ 806838 h 1635893"/>
                    <a:gd name="connsiteX6" fmla="*/ 994858 w 1644613"/>
                    <a:gd name="connsiteY6" fmla="*/ 891166 h 1635893"/>
                    <a:gd name="connsiteX7" fmla="*/ 900370 w 1644613"/>
                    <a:gd name="connsiteY7" fmla="*/ 986162 h 1635893"/>
                    <a:gd name="connsiteX8" fmla="*/ 765623 w 1644613"/>
                    <a:gd name="connsiteY8" fmla="*/ 1048392 h 1635893"/>
                    <a:gd name="connsiteX9" fmla="*/ 993715 w 1644613"/>
                    <a:gd name="connsiteY9" fmla="*/ 1351541 h 1635893"/>
                    <a:gd name="connsiteX10" fmla="*/ 1109666 w 1644613"/>
                    <a:gd name="connsiteY10" fmla="*/ 1221620 h 1635893"/>
                    <a:gd name="connsiteX11" fmla="*/ 1283275 w 1644613"/>
                    <a:gd name="connsiteY11" fmla="*/ 1111003 h 1635893"/>
                    <a:gd name="connsiteX12" fmla="*/ 1372810 w 1644613"/>
                    <a:gd name="connsiteY12" fmla="*/ 1159136 h 1635893"/>
                    <a:gd name="connsiteX13" fmla="*/ 1290260 w 1644613"/>
                    <a:gd name="connsiteY13" fmla="*/ 1244353 h 1635893"/>
                    <a:gd name="connsiteX14" fmla="*/ 1514796 w 1644613"/>
                    <a:gd name="connsiteY14" fmla="*/ 1325633 h 1635893"/>
                    <a:gd name="connsiteX15" fmla="*/ 1460440 w 1644613"/>
                    <a:gd name="connsiteY15" fmla="*/ 1390657 h 1635893"/>
                    <a:gd name="connsiteX16" fmla="*/ 1460821 w 1644613"/>
                    <a:gd name="connsiteY16" fmla="*/ 1438790 h 1635893"/>
                    <a:gd name="connsiteX17" fmla="*/ 1403163 w 1644613"/>
                    <a:gd name="connsiteY17" fmla="*/ 1459999 h 1635893"/>
                    <a:gd name="connsiteX18" fmla="*/ 1396686 w 1644613"/>
                    <a:gd name="connsiteY18" fmla="*/ 1490352 h 1635893"/>
                    <a:gd name="connsiteX19" fmla="*/ 1222569 w 1644613"/>
                    <a:gd name="connsiteY19" fmla="*/ 1482224 h 1635893"/>
                    <a:gd name="connsiteX20" fmla="*/ 1041340 w 1644613"/>
                    <a:gd name="connsiteY20" fmla="*/ 1583443 h 1635893"/>
                    <a:gd name="connsiteX21" fmla="*/ 907228 w 1644613"/>
                    <a:gd name="connsiteY21" fmla="*/ 1570362 h 1635893"/>
                    <a:gd name="connsiteX22" fmla="*/ 909260 w 1644613"/>
                    <a:gd name="connsiteY22" fmla="*/ 1626242 h 1635893"/>
                    <a:gd name="connsiteX23" fmla="*/ 884622 w 1644613"/>
                    <a:gd name="connsiteY23" fmla="*/ 1624718 h 1635893"/>
                    <a:gd name="connsiteX24" fmla="*/ 878780 w 1644613"/>
                    <a:gd name="connsiteY24" fmla="*/ 1550296 h 1635893"/>
                    <a:gd name="connsiteX25" fmla="*/ 820106 w 1644613"/>
                    <a:gd name="connsiteY25" fmla="*/ 1144658 h 1635893"/>
                    <a:gd name="connsiteX26" fmla="*/ 747208 w 1644613"/>
                    <a:gd name="connsiteY26" fmla="*/ 1071887 h 1635893"/>
                    <a:gd name="connsiteX27" fmla="*/ 424882 w 1644613"/>
                    <a:gd name="connsiteY27" fmla="*/ 1070236 h 1635893"/>
                    <a:gd name="connsiteX28" fmla="*/ 337125 w 1644613"/>
                    <a:gd name="connsiteY28" fmla="*/ 1072395 h 1635893"/>
                    <a:gd name="connsiteX29" fmla="*/ 407610 w 1644613"/>
                    <a:gd name="connsiteY29" fmla="*/ 1284231 h 1635893"/>
                    <a:gd name="connsiteX30" fmla="*/ 322774 w 1644613"/>
                    <a:gd name="connsiteY30" fmla="*/ 1363352 h 1635893"/>
                    <a:gd name="connsiteX31" fmla="*/ 288357 w 1644613"/>
                    <a:gd name="connsiteY31" fmla="*/ 1588650 h 1635893"/>
                    <a:gd name="connsiteX32" fmla="*/ 283023 w 1644613"/>
                    <a:gd name="connsiteY32" fmla="*/ 1624718 h 1635893"/>
                    <a:gd name="connsiteX33" fmla="*/ 259020 w 1644613"/>
                    <a:gd name="connsiteY33" fmla="*/ 1629417 h 1635893"/>
                    <a:gd name="connsiteX34" fmla="*/ 323409 w 1644613"/>
                    <a:gd name="connsiteY34" fmla="*/ 1250068 h 1635893"/>
                    <a:gd name="connsiteX35" fmla="*/ 305629 w 1644613"/>
                    <a:gd name="connsiteY35" fmla="*/ 1166248 h 1635893"/>
                    <a:gd name="connsiteX36" fmla="*/ 229556 w 1644613"/>
                    <a:gd name="connsiteY36" fmla="*/ 1192410 h 1635893"/>
                    <a:gd name="connsiteX37" fmla="*/ 18228 w 1644613"/>
                    <a:gd name="connsiteY37" fmla="*/ 1623575 h 1635893"/>
                    <a:gd name="connsiteX38" fmla="*/ 2099 w 1644613"/>
                    <a:gd name="connsiteY38" fmla="*/ 1635894 h 1635893"/>
                    <a:gd name="connsiteX39" fmla="*/ 17212 w 1644613"/>
                    <a:gd name="connsiteY39" fmla="*/ 1539628 h 1635893"/>
                    <a:gd name="connsiteX40" fmla="*/ 107001 w 1644613"/>
                    <a:gd name="connsiteY40" fmla="*/ 1318648 h 1635893"/>
                    <a:gd name="connsiteX41" fmla="*/ 216983 w 1644613"/>
                    <a:gd name="connsiteY41" fmla="*/ 1168153 h 1635893"/>
                    <a:gd name="connsiteX42" fmla="*/ 304867 w 1644613"/>
                    <a:gd name="connsiteY42" fmla="*/ 1066553 h 1635893"/>
                    <a:gd name="connsiteX43" fmla="*/ 391481 w 1644613"/>
                    <a:gd name="connsiteY43" fmla="*/ 1032390 h 1635893"/>
                    <a:gd name="connsiteX44" fmla="*/ 252924 w 1644613"/>
                    <a:gd name="connsiteY44" fmla="*/ 952253 h 1635893"/>
                    <a:gd name="connsiteX45" fmla="*/ 138243 w 1644613"/>
                    <a:gd name="connsiteY45" fmla="*/ 837064 h 1635893"/>
                    <a:gd name="connsiteX46" fmla="*/ 83633 w 1644613"/>
                    <a:gd name="connsiteY46" fmla="*/ 754514 h 1635893"/>
                    <a:gd name="connsiteX47" fmla="*/ 139767 w 1644613"/>
                    <a:gd name="connsiteY47" fmla="*/ 520707 h 1635893"/>
                    <a:gd name="connsiteX48" fmla="*/ 413198 w 1644613"/>
                    <a:gd name="connsiteY48" fmla="*/ 274200 h 1635893"/>
                    <a:gd name="connsiteX49" fmla="*/ 730698 w 1644613"/>
                    <a:gd name="connsiteY49" fmla="*/ 270898 h 1635893"/>
                    <a:gd name="connsiteX50" fmla="*/ 944058 w 1644613"/>
                    <a:gd name="connsiteY50" fmla="*/ 397009 h 1635893"/>
                    <a:gd name="connsiteX51" fmla="*/ 1076900 w 1644613"/>
                    <a:gd name="connsiteY51" fmla="*/ 110878 h 1635893"/>
                    <a:gd name="connsiteX52" fmla="*/ 971617 w 1644613"/>
                    <a:gd name="connsiteY52" fmla="*/ 432950 h 1635893"/>
                    <a:gd name="connsiteX53" fmla="*/ 1070423 w 1644613"/>
                    <a:gd name="connsiteY53" fmla="*/ 588017 h 1635893"/>
                    <a:gd name="connsiteX54" fmla="*/ 1107507 w 1644613"/>
                    <a:gd name="connsiteY54" fmla="*/ 692030 h 1635893"/>
                    <a:gd name="connsiteX55" fmla="*/ 1614364 w 1644613"/>
                    <a:gd name="connsiteY55" fmla="*/ 462160 h 1635893"/>
                    <a:gd name="connsiteX56" fmla="*/ 1543879 w 1644613"/>
                    <a:gd name="connsiteY56" fmla="*/ 155963 h 1635893"/>
                    <a:gd name="connsiteX57" fmla="*/ 1261939 w 1644613"/>
                    <a:gd name="connsiteY57" fmla="*/ 27312 h 1635893"/>
                    <a:gd name="connsiteX58" fmla="*/ 1076900 w 1644613"/>
                    <a:gd name="connsiteY58" fmla="*/ 110878 h 1635893"/>
                    <a:gd name="connsiteX59" fmla="*/ 175327 w 1644613"/>
                    <a:gd name="connsiteY59" fmla="*/ 504578 h 1635893"/>
                    <a:gd name="connsiteX60" fmla="*/ 227270 w 1644613"/>
                    <a:gd name="connsiteY60" fmla="*/ 521723 h 1635893"/>
                    <a:gd name="connsiteX61" fmla="*/ 284801 w 1644613"/>
                    <a:gd name="connsiteY61" fmla="*/ 676663 h 1635893"/>
                    <a:gd name="connsiteX62" fmla="*/ 256607 w 1644613"/>
                    <a:gd name="connsiteY62" fmla="*/ 816998 h 1635893"/>
                    <a:gd name="connsiteX63" fmla="*/ 204283 w 1644613"/>
                    <a:gd name="connsiteY63" fmla="*/ 863734 h 1635893"/>
                    <a:gd name="connsiteX64" fmla="*/ 615128 w 1644613"/>
                    <a:gd name="connsiteY64" fmla="*/ 1040010 h 1635893"/>
                    <a:gd name="connsiteX65" fmla="*/ 979491 w 1644613"/>
                    <a:gd name="connsiteY65" fmla="*/ 867671 h 1635893"/>
                    <a:gd name="connsiteX66" fmla="*/ 1018353 w 1644613"/>
                    <a:gd name="connsiteY66" fmla="*/ 573666 h 1635893"/>
                    <a:gd name="connsiteX67" fmla="*/ 672151 w 1644613"/>
                    <a:gd name="connsiteY67" fmla="*/ 284741 h 1635893"/>
                    <a:gd name="connsiteX68" fmla="*/ 175327 w 1644613"/>
                    <a:gd name="connsiteY68" fmla="*/ 504578 h 1635893"/>
                    <a:gd name="connsiteX69" fmla="*/ 159833 w 1644613"/>
                    <a:gd name="connsiteY69" fmla="*/ 539884 h 1635893"/>
                    <a:gd name="connsiteX70" fmla="*/ 104588 w 1644613"/>
                    <a:gd name="connsiteY70" fmla="*/ 728098 h 1635893"/>
                    <a:gd name="connsiteX71" fmla="*/ 197679 w 1644613"/>
                    <a:gd name="connsiteY71" fmla="*/ 834143 h 1635893"/>
                    <a:gd name="connsiteX72" fmla="*/ 250892 w 1644613"/>
                    <a:gd name="connsiteY72" fmla="*/ 752355 h 1635893"/>
                    <a:gd name="connsiteX73" fmla="*/ 234636 w 1644613"/>
                    <a:gd name="connsiteY73" fmla="*/ 576587 h 1635893"/>
                    <a:gd name="connsiteX74" fmla="*/ 159833 w 1644613"/>
                    <a:gd name="connsiteY74" fmla="*/ 539884 h 1635893"/>
                    <a:gd name="connsiteX75" fmla="*/ 1052135 w 1644613"/>
                    <a:gd name="connsiteY75" fmla="*/ 598050 h 1635893"/>
                    <a:gd name="connsiteX76" fmla="*/ 1041086 w 1644613"/>
                    <a:gd name="connsiteY76" fmla="*/ 807092 h 1635893"/>
                    <a:gd name="connsiteX77" fmla="*/ 1052135 w 1644613"/>
                    <a:gd name="connsiteY77" fmla="*/ 598050 h 1635893"/>
                    <a:gd name="connsiteX78" fmla="*/ 441011 w 1644613"/>
                    <a:gd name="connsiteY78" fmla="*/ 1044963 h 1635893"/>
                    <a:gd name="connsiteX79" fmla="*/ 658816 w 1644613"/>
                    <a:gd name="connsiteY79" fmla="*/ 1078618 h 1635893"/>
                    <a:gd name="connsiteX80" fmla="*/ 569154 w 1644613"/>
                    <a:gd name="connsiteY80" fmla="*/ 1062616 h 1635893"/>
                    <a:gd name="connsiteX81" fmla="*/ 441011 w 1644613"/>
                    <a:gd name="connsiteY81" fmla="*/ 1044963 h 1635893"/>
                    <a:gd name="connsiteX82" fmla="*/ 303597 w 1644613"/>
                    <a:gd name="connsiteY82" fmla="*/ 1095509 h 1635893"/>
                    <a:gd name="connsiteX83" fmla="*/ 288992 w 1644613"/>
                    <a:gd name="connsiteY83" fmla="*/ 1125100 h 1635893"/>
                    <a:gd name="connsiteX84" fmla="*/ 345380 w 1644613"/>
                    <a:gd name="connsiteY84" fmla="*/ 1175519 h 1635893"/>
                    <a:gd name="connsiteX85" fmla="*/ 332934 w 1644613"/>
                    <a:gd name="connsiteY85" fmla="*/ 1333380 h 1635893"/>
                    <a:gd name="connsiteX86" fmla="*/ 384369 w 1644613"/>
                    <a:gd name="connsiteY86" fmla="*/ 1261879 h 1635893"/>
                    <a:gd name="connsiteX87" fmla="*/ 303597 w 1644613"/>
                    <a:gd name="connsiteY87" fmla="*/ 1095509 h 1635893"/>
                    <a:gd name="connsiteX88" fmla="*/ 1154370 w 1644613"/>
                    <a:gd name="connsiteY88" fmla="*/ 1214635 h 1635893"/>
                    <a:gd name="connsiteX89" fmla="*/ 1130875 w 1644613"/>
                    <a:gd name="connsiteY89" fmla="*/ 1407675 h 1635893"/>
                    <a:gd name="connsiteX90" fmla="*/ 1261431 w 1644613"/>
                    <a:gd name="connsiteY90" fmla="*/ 1463301 h 1635893"/>
                    <a:gd name="connsiteX91" fmla="*/ 1374969 w 1644613"/>
                    <a:gd name="connsiteY91" fmla="*/ 1474731 h 1635893"/>
                    <a:gd name="connsiteX92" fmla="*/ 1357316 w 1644613"/>
                    <a:gd name="connsiteY92" fmla="*/ 1446029 h 1635893"/>
                    <a:gd name="connsiteX93" fmla="*/ 1258637 w 1644613"/>
                    <a:gd name="connsiteY93" fmla="*/ 1386466 h 1635893"/>
                    <a:gd name="connsiteX94" fmla="*/ 1445581 w 1644613"/>
                    <a:gd name="connsiteY94" fmla="*/ 1429773 h 1635893"/>
                    <a:gd name="connsiteX95" fmla="*/ 1403163 w 1644613"/>
                    <a:gd name="connsiteY95" fmla="*/ 1377195 h 1635893"/>
                    <a:gd name="connsiteX96" fmla="*/ 1296229 w 1644613"/>
                    <a:gd name="connsiteY96" fmla="*/ 1332237 h 1635893"/>
                    <a:gd name="connsiteX97" fmla="*/ 1489269 w 1644613"/>
                    <a:gd name="connsiteY97" fmla="*/ 1359923 h 1635893"/>
                    <a:gd name="connsiteX98" fmla="*/ 1491174 w 1644613"/>
                    <a:gd name="connsiteY98" fmla="*/ 1340111 h 1635893"/>
                    <a:gd name="connsiteX99" fmla="*/ 1235269 w 1644613"/>
                    <a:gd name="connsiteY99" fmla="*/ 1248163 h 1635893"/>
                    <a:gd name="connsiteX100" fmla="*/ 1341060 w 1644613"/>
                    <a:gd name="connsiteY100" fmla="*/ 1171709 h 1635893"/>
                    <a:gd name="connsiteX101" fmla="*/ 1301944 w 1644613"/>
                    <a:gd name="connsiteY101" fmla="*/ 1132720 h 1635893"/>
                    <a:gd name="connsiteX102" fmla="*/ 1154370 w 1644613"/>
                    <a:gd name="connsiteY102" fmla="*/ 1214635 h 1635893"/>
                    <a:gd name="connsiteX103" fmla="*/ 857063 w 1644613"/>
                    <a:gd name="connsiteY103" fmla="*/ 1181488 h 1635893"/>
                    <a:gd name="connsiteX104" fmla="*/ 878272 w 1644613"/>
                    <a:gd name="connsiteY104" fmla="*/ 1300868 h 1635893"/>
                    <a:gd name="connsiteX105" fmla="*/ 905704 w 1644613"/>
                    <a:gd name="connsiteY105" fmla="*/ 1540771 h 1635893"/>
                    <a:gd name="connsiteX106" fmla="*/ 1188660 w 1644613"/>
                    <a:gd name="connsiteY106" fmla="*/ 1474350 h 1635893"/>
                    <a:gd name="connsiteX107" fmla="*/ 1073344 w 1644613"/>
                    <a:gd name="connsiteY107" fmla="*/ 1300233 h 1635893"/>
                    <a:gd name="connsiteX108" fmla="*/ 973522 w 1644613"/>
                    <a:gd name="connsiteY108" fmla="*/ 1438155 h 1635893"/>
                    <a:gd name="connsiteX109" fmla="*/ 945201 w 1644613"/>
                    <a:gd name="connsiteY109" fmla="*/ 1487558 h 1635893"/>
                    <a:gd name="connsiteX110" fmla="*/ 974665 w 1644613"/>
                    <a:gd name="connsiteY110" fmla="*/ 1366781 h 1635893"/>
                    <a:gd name="connsiteX111" fmla="*/ 857063 w 1644613"/>
                    <a:gd name="connsiteY111" fmla="*/ 1181488 h 1635893"/>
                    <a:gd name="connsiteX0" fmla="*/ 1014924 w 1618802"/>
                    <a:gd name="connsiteY0" fmla="*/ 137040 h 1635895"/>
                    <a:gd name="connsiteX1" fmla="*/ 1288609 w 1618802"/>
                    <a:gd name="connsiteY1" fmla="*/ 134 h 1635895"/>
                    <a:gd name="connsiteX2" fmla="*/ 1606363 w 1618802"/>
                    <a:gd name="connsiteY2" fmla="*/ 207525 h 1635895"/>
                    <a:gd name="connsiteX3" fmla="*/ 1100903 w 1618802"/>
                    <a:gd name="connsiteY3" fmla="*/ 724415 h 1635895"/>
                    <a:gd name="connsiteX4" fmla="*/ 1075122 w 1618802"/>
                    <a:gd name="connsiteY4" fmla="*/ 806838 h 1635895"/>
                    <a:gd name="connsiteX5" fmla="*/ 994858 w 1618802"/>
                    <a:gd name="connsiteY5" fmla="*/ 891166 h 1635895"/>
                    <a:gd name="connsiteX6" fmla="*/ 900370 w 1618802"/>
                    <a:gd name="connsiteY6" fmla="*/ 986162 h 1635895"/>
                    <a:gd name="connsiteX7" fmla="*/ 765623 w 1618802"/>
                    <a:gd name="connsiteY7" fmla="*/ 1048392 h 1635895"/>
                    <a:gd name="connsiteX8" fmla="*/ 993715 w 1618802"/>
                    <a:gd name="connsiteY8" fmla="*/ 1351541 h 1635895"/>
                    <a:gd name="connsiteX9" fmla="*/ 1109666 w 1618802"/>
                    <a:gd name="connsiteY9" fmla="*/ 1221620 h 1635895"/>
                    <a:gd name="connsiteX10" fmla="*/ 1283275 w 1618802"/>
                    <a:gd name="connsiteY10" fmla="*/ 1111003 h 1635895"/>
                    <a:gd name="connsiteX11" fmla="*/ 1372810 w 1618802"/>
                    <a:gd name="connsiteY11" fmla="*/ 1159136 h 1635895"/>
                    <a:gd name="connsiteX12" fmla="*/ 1290260 w 1618802"/>
                    <a:gd name="connsiteY12" fmla="*/ 1244353 h 1635895"/>
                    <a:gd name="connsiteX13" fmla="*/ 1514796 w 1618802"/>
                    <a:gd name="connsiteY13" fmla="*/ 1325633 h 1635895"/>
                    <a:gd name="connsiteX14" fmla="*/ 1460440 w 1618802"/>
                    <a:gd name="connsiteY14" fmla="*/ 1390657 h 1635895"/>
                    <a:gd name="connsiteX15" fmla="*/ 1460821 w 1618802"/>
                    <a:gd name="connsiteY15" fmla="*/ 1438790 h 1635895"/>
                    <a:gd name="connsiteX16" fmla="*/ 1403163 w 1618802"/>
                    <a:gd name="connsiteY16" fmla="*/ 1459999 h 1635895"/>
                    <a:gd name="connsiteX17" fmla="*/ 1396686 w 1618802"/>
                    <a:gd name="connsiteY17" fmla="*/ 1490352 h 1635895"/>
                    <a:gd name="connsiteX18" fmla="*/ 1222569 w 1618802"/>
                    <a:gd name="connsiteY18" fmla="*/ 1482224 h 1635895"/>
                    <a:gd name="connsiteX19" fmla="*/ 1041340 w 1618802"/>
                    <a:gd name="connsiteY19" fmla="*/ 1583443 h 1635895"/>
                    <a:gd name="connsiteX20" fmla="*/ 907228 w 1618802"/>
                    <a:gd name="connsiteY20" fmla="*/ 1570362 h 1635895"/>
                    <a:gd name="connsiteX21" fmla="*/ 909260 w 1618802"/>
                    <a:gd name="connsiteY21" fmla="*/ 1626242 h 1635895"/>
                    <a:gd name="connsiteX22" fmla="*/ 884622 w 1618802"/>
                    <a:gd name="connsiteY22" fmla="*/ 1624718 h 1635895"/>
                    <a:gd name="connsiteX23" fmla="*/ 878780 w 1618802"/>
                    <a:gd name="connsiteY23" fmla="*/ 1550296 h 1635895"/>
                    <a:gd name="connsiteX24" fmla="*/ 820106 w 1618802"/>
                    <a:gd name="connsiteY24" fmla="*/ 1144658 h 1635895"/>
                    <a:gd name="connsiteX25" fmla="*/ 747208 w 1618802"/>
                    <a:gd name="connsiteY25" fmla="*/ 1071887 h 1635895"/>
                    <a:gd name="connsiteX26" fmla="*/ 424882 w 1618802"/>
                    <a:gd name="connsiteY26" fmla="*/ 1070236 h 1635895"/>
                    <a:gd name="connsiteX27" fmla="*/ 337125 w 1618802"/>
                    <a:gd name="connsiteY27" fmla="*/ 1072395 h 1635895"/>
                    <a:gd name="connsiteX28" fmla="*/ 407610 w 1618802"/>
                    <a:gd name="connsiteY28" fmla="*/ 1284231 h 1635895"/>
                    <a:gd name="connsiteX29" fmla="*/ 322774 w 1618802"/>
                    <a:gd name="connsiteY29" fmla="*/ 1363352 h 1635895"/>
                    <a:gd name="connsiteX30" fmla="*/ 288357 w 1618802"/>
                    <a:gd name="connsiteY30" fmla="*/ 1588650 h 1635895"/>
                    <a:gd name="connsiteX31" fmla="*/ 283023 w 1618802"/>
                    <a:gd name="connsiteY31" fmla="*/ 1624718 h 1635895"/>
                    <a:gd name="connsiteX32" fmla="*/ 259020 w 1618802"/>
                    <a:gd name="connsiteY32" fmla="*/ 1629417 h 1635895"/>
                    <a:gd name="connsiteX33" fmla="*/ 323409 w 1618802"/>
                    <a:gd name="connsiteY33" fmla="*/ 1250068 h 1635895"/>
                    <a:gd name="connsiteX34" fmla="*/ 305629 w 1618802"/>
                    <a:gd name="connsiteY34" fmla="*/ 1166248 h 1635895"/>
                    <a:gd name="connsiteX35" fmla="*/ 229556 w 1618802"/>
                    <a:gd name="connsiteY35" fmla="*/ 1192410 h 1635895"/>
                    <a:gd name="connsiteX36" fmla="*/ 18228 w 1618802"/>
                    <a:gd name="connsiteY36" fmla="*/ 1623575 h 1635895"/>
                    <a:gd name="connsiteX37" fmla="*/ 2099 w 1618802"/>
                    <a:gd name="connsiteY37" fmla="*/ 1635894 h 1635895"/>
                    <a:gd name="connsiteX38" fmla="*/ 17212 w 1618802"/>
                    <a:gd name="connsiteY38" fmla="*/ 1539628 h 1635895"/>
                    <a:gd name="connsiteX39" fmla="*/ 107001 w 1618802"/>
                    <a:gd name="connsiteY39" fmla="*/ 1318648 h 1635895"/>
                    <a:gd name="connsiteX40" fmla="*/ 216983 w 1618802"/>
                    <a:gd name="connsiteY40" fmla="*/ 1168153 h 1635895"/>
                    <a:gd name="connsiteX41" fmla="*/ 304867 w 1618802"/>
                    <a:gd name="connsiteY41" fmla="*/ 1066553 h 1635895"/>
                    <a:gd name="connsiteX42" fmla="*/ 391481 w 1618802"/>
                    <a:gd name="connsiteY42" fmla="*/ 1032390 h 1635895"/>
                    <a:gd name="connsiteX43" fmla="*/ 252924 w 1618802"/>
                    <a:gd name="connsiteY43" fmla="*/ 952253 h 1635895"/>
                    <a:gd name="connsiteX44" fmla="*/ 138243 w 1618802"/>
                    <a:gd name="connsiteY44" fmla="*/ 837064 h 1635895"/>
                    <a:gd name="connsiteX45" fmla="*/ 83633 w 1618802"/>
                    <a:gd name="connsiteY45" fmla="*/ 754514 h 1635895"/>
                    <a:gd name="connsiteX46" fmla="*/ 139767 w 1618802"/>
                    <a:gd name="connsiteY46" fmla="*/ 520707 h 1635895"/>
                    <a:gd name="connsiteX47" fmla="*/ 413198 w 1618802"/>
                    <a:gd name="connsiteY47" fmla="*/ 274200 h 1635895"/>
                    <a:gd name="connsiteX48" fmla="*/ 730698 w 1618802"/>
                    <a:gd name="connsiteY48" fmla="*/ 270898 h 1635895"/>
                    <a:gd name="connsiteX49" fmla="*/ 944058 w 1618802"/>
                    <a:gd name="connsiteY49" fmla="*/ 397009 h 1635895"/>
                    <a:gd name="connsiteX50" fmla="*/ 1076900 w 1618802"/>
                    <a:gd name="connsiteY50" fmla="*/ 110878 h 1635895"/>
                    <a:gd name="connsiteX51" fmla="*/ 971617 w 1618802"/>
                    <a:gd name="connsiteY51" fmla="*/ 432950 h 1635895"/>
                    <a:gd name="connsiteX52" fmla="*/ 1070423 w 1618802"/>
                    <a:gd name="connsiteY52" fmla="*/ 588017 h 1635895"/>
                    <a:gd name="connsiteX53" fmla="*/ 1107507 w 1618802"/>
                    <a:gd name="connsiteY53" fmla="*/ 692030 h 1635895"/>
                    <a:gd name="connsiteX54" fmla="*/ 1614364 w 1618802"/>
                    <a:gd name="connsiteY54" fmla="*/ 462160 h 1635895"/>
                    <a:gd name="connsiteX55" fmla="*/ 1543879 w 1618802"/>
                    <a:gd name="connsiteY55" fmla="*/ 155963 h 1635895"/>
                    <a:gd name="connsiteX56" fmla="*/ 1261939 w 1618802"/>
                    <a:gd name="connsiteY56" fmla="*/ 27312 h 1635895"/>
                    <a:gd name="connsiteX57" fmla="*/ 1076900 w 1618802"/>
                    <a:gd name="connsiteY57" fmla="*/ 110878 h 1635895"/>
                    <a:gd name="connsiteX58" fmla="*/ 175327 w 1618802"/>
                    <a:gd name="connsiteY58" fmla="*/ 504578 h 1635895"/>
                    <a:gd name="connsiteX59" fmla="*/ 227270 w 1618802"/>
                    <a:gd name="connsiteY59" fmla="*/ 521723 h 1635895"/>
                    <a:gd name="connsiteX60" fmla="*/ 284801 w 1618802"/>
                    <a:gd name="connsiteY60" fmla="*/ 676663 h 1635895"/>
                    <a:gd name="connsiteX61" fmla="*/ 256607 w 1618802"/>
                    <a:gd name="connsiteY61" fmla="*/ 816998 h 1635895"/>
                    <a:gd name="connsiteX62" fmla="*/ 204283 w 1618802"/>
                    <a:gd name="connsiteY62" fmla="*/ 863734 h 1635895"/>
                    <a:gd name="connsiteX63" fmla="*/ 615128 w 1618802"/>
                    <a:gd name="connsiteY63" fmla="*/ 1040010 h 1635895"/>
                    <a:gd name="connsiteX64" fmla="*/ 979491 w 1618802"/>
                    <a:gd name="connsiteY64" fmla="*/ 867671 h 1635895"/>
                    <a:gd name="connsiteX65" fmla="*/ 1018353 w 1618802"/>
                    <a:gd name="connsiteY65" fmla="*/ 573666 h 1635895"/>
                    <a:gd name="connsiteX66" fmla="*/ 672151 w 1618802"/>
                    <a:gd name="connsiteY66" fmla="*/ 284741 h 1635895"/>
                    <a:gd name="connsiteX67" fmla="*/ 175327 w 1618802"/>
                    <a:gd name="connsiteY67" fmla="*/ 504578 h 1635895"/>
                    <a:gd name="connsiteX68" fmla="*/ 159833 w 1618802"/>
                    <a:gd name="connsiteY68" fmla="*/ 539884 h 1635895"/>
                    <a:gd name="connsiteX69" fmla="*/ 104588 w 1618802"/>
                    <a:gd name="connsiteY69" fmla="*/ 728098 h 1635895"/>
                    <a:gd name="connsiteX70" fmla="*/ 197679 w 1618802"/>
                    <a:gd name="connsiteY70" fmla="*/ 834143 h 1635895"/>
                    <a:gd name="connsiteX71" fmla="*/ 250892 w 1618802"/>
                    <a:gd name="connsiteY71" fmla="*/ 752355 h 1635895"/>
                    <a:gd name="connsiteX72" fmla="*/ 234636 w 1618802"/>
                    <a:gd name="connsiteY72" fmla="*/ 576587 h 1635895"/>
                    <a:gd name="connsiteX73" fmla="*/ 159833 w 1618802"/>
                    <a:gd name="connsiteY73" fmla="*/ 539884 h 1635895"/>
                    <a:gd name="connsiteX74" fmla="*/ 1052135 w 1618802"/>
                    <a:gd name="connsiteY74" fmla="*/ 598050 h 1635895"/>
                    <a:gd name="connsiteX75" fmla="*/ 1041086 w 1618802"/>
                    <a:gd name="connsiteY75" fmla="*/ 807092 h 1635895"/>
                    <a:gd name="connsiteX76" fmla="*/ 1052135 w 1618802"/>
                    <a:gd name="connsiteY76" fmla="*/ 598050 h 1635895"/>
                    <a:gd name="connsiteX77" fmla="*/ 441011 w 1618802"/>
                    <a:gd name="connsiteY77" fmla="*/ 1044963 h 1635895"/>
                    <a:gd name="connsiteX78" fmla="*/ 658816 w 1618802"/>
                    <a:gd name="connsiteY78" fmla="*/ 1078618 h 1635895"/>
                    <a:gd name="connsiteX79" fmla="*/ 569154 w 1618802"/>
                    <a:gd name="connsiteY79" fmla="*/ 1062616 h 1635895"/>
                    <a:gd name="connsiteX80" fmla="*/ 441011 w 1618802"/>
                    <a:gd name="connsiteY80" fmla="*/ 1044963 h 1635895"/>
                    <a:gd name="connsiteX81" fmla="*/ 303597 w 1618802"/>
                    <a:gd name="connsiteY81" fmla="*/ 1095509 h 1635895"/>
                    <a:gd name="connsiteX82" fmla="*/ 288992 w 1618802"/>
                    <a:gd name="connsiteY82" fmla="*/ 1125100 h 1635895"/>
                    <a:gd name="connsiteX83" fmla="*/ 345380 w 1618802"/>
                    <a:gd name="connsiteY83" fmla="*/ 1175519 h 1635895"/>
                    <a:gd name="connsiteX84" fmla="*/ 332934 w 1618802"/>
                    <a:gd name="connsiteY84" fmla="*/ 1333380 h 1635895"/>
                    <a:gd name="connsiteX85" fmla="*/ 384369 w 1618802"/>
                    <a:gd name="connsiteY85" fmla="*/ 1261879 h 1635895"/>
                    <a:gd name="connsiteX86" fmla="*/ 303597 w 1618802"/>
                    <a:gd name="connsiteY86" fmla="*/ 1095509 h 1635895"/>
                    <a:gd name="connsiteX87" fmla="*/ 1154370 w 1618802"/>
                    <a:gd name="connsiteY87" fmla="*/ 1214635 h 1635895"/>
                    <a:gd name="connsiteX88" fmla="*/ 1130875 w 1618802"/>
                    <a:gd name="connsiteY88" fmla="*/ 1407675 h 1635895"/>
                    <a:gd name="connsiteX89" fmla="*/ 1261431 w 1618802"/>
                    <a:gd name="connsiteY89" fmla="*/ 1463301 h 1635895"/>
                    <a:gd name="connsiteX90" fmla="*/ 1374969 w 1618802"/>
                    <a:gd name="connsiteY90" fmla="*/ 1474731 h 1635895"/>
                    <a:gd name="connsiteX91" fmla="*/ 1357316 w 1618802"/>
                    <a:gd name="connsiteY91" fmla="*/ 1446029 h 1635895"/>
                    <a:gd name="connsiteX92" fmla="*/ 1258637 w 1618802"/>
                    <a:gd name="connsiteY92" fmla="*/ 1386466 h 1635895"/>
                    <a:gd name="connsiteX93" fmla="*/ 1445581 w 1618802"/>
                    <a:gd name="connsiteY93" fmla="*/ 1429773 h 1635895"/>
                    <a:gd name="connsiteX94" fmla="*/ 1403163 w 1618802"/>
                    <a:gd name="connsiteY94" fmla="*/ 1377195 h 1635895"/>
                    <a:gd name="connsiteX95" fmla="*/ 1296229 w 1618802"/>
                    <a:gd name="connsiteY95" fmla="*/ 1332237 h 1635895"/>
                    <a:gd name="connsiteX96" fmla="*/ 1489269 w 1618802"/>
                    <a:gd name="connsiteY96" fmla="*/ 1359923 h 1635895"/>
                    <a:gd name="connsiteX97" fmla="*/ 1491174 w 1618802"/>
                    <a:gd name="connsiteY97" fmla="*/ 1340111 h 1635895"/>
                    <a:gd name="connsiteX98" fmla="*/ 1235269 w 1618802"/>
                    <a:gd name="connsiteY98" fmla="*/ 1248163 h 1635895"/>
                    <a:gd name="connsiteX99" fmla="*/ 1341060 w 1618802"/>
                    <a:gd name="connsiteY99" fmla="*/ 1171709 h 1635895"/>
                    <a:gd name="connsiteX100" fmla="*/ 1301944 w 1618802"/>
                    <a:gd name="connsiteY100" fmla="*/ 1132720 h 1635895"/>
                    <a:gd name="connsiteX101" fmla="*/ 1154370 w 1618802"/>
                    <a:gd name="connsiteY101" fmla="*/ 1214635 h 1635895"/>
                    <a:gd name="connsiteX102" fmla="*/ 857063 w 1618802"/>
                    <a:gd name="connsiteY102" fmla="*/ 1181488 h 1635895"/>
                    <a:gd name="connsiteX103" fmla="*/ 878272 w 1618802"/>
                    <a:gd name="connsiteY103" fmla="*/ 1300868 h 1635895"/>
                    <a:gd name="connsiteX104" fmla="*/ 905704 w 1618802"/>
                    <a:gd name="connsiteY104" fmla="*/ 1540771 h 1635895"/>
                    <a:gd name="connsiteX105" fmla="*/ 1188660 w 1618802"/>
                    <a:gd name="connsiteY105" fmla="*/ 1474350 h 1635895"/>
                    <a:gd name="connsiteX106" fmla="*/ 1073344 w 1618802"/>
                    <a:gd name="connsiteY106" fmla="*/ 1300233 h 1635895"/>
                    <a:gd name="connsiteX107" fmla="*/ 973522 w 1618802"/>
                    <a:gd name="connsiteY107" fmla="*/ 1438155 h 1635895"/>
                    <a:gd name="connsiteX108" fmla="*/ 945201 w 1618802"/>
                    <a:gd name="connsiteY108" fmla="*/ 1487558 h 1635895"/>
                    <a:gd name="connsiteX109" fmla="*/ 974665 w 1618802"/>
                    <a:gd name="connsiteY109" fmla="*/ 1366781 h 1635895"/>
                    <a:gd name="connsiteX110" fmla="*/ 857063 w 1618802"/>
                    <a:gd name="connsiteY110" fmla="*/ 1181488 h 1635895"/>
                    <a:gd name="connsiteX0" fmla="*/ 1014924 w 1606362"/>
                    <a:gd name="connsiteY0" fmla="*/ 137040 h 1635893"/>
                    <a:gd name="connsiteX1" fmla="*/ 1288609 w 1606362"/>
                    <a:gd name="connsiteY1" fmla="*/ 134 h 1635893"/>
                    <a:gd name="connsiteX2" fmla="*/ 1606363 w 1606362"/>
                    <a:gd name="connsiteY2" fmla="*/ 207525 h 1635893"/>
                    <a:gd name="connsiteX3" fmla="*/ 1100903 w 1606362"/>
                    <a:gd name="connsiteY3" fmla="*/ 724415 h 1635893"/>
                    <a:gd name="connsiteX4" fmla="*/ 1075122 w 1606362"/>
                    <a:gd name="connsiteY4" fmla="*/ 806838 h 1635893"/>
                    <a:gd name="connsiteX5" fmla="*/ 994858 w 1606362"/>
                    <a:gd name="connsiteY5" fmla="*/ 891166 h 1635893"/>
                    <a:gd name="connsiteX6" fmla="*/ 900370 w 1606362"/>
                    <a:gd name="connsiteY6" fmla="*/ 986162 h 1635893"/>
                    <a:gd name="connsiteX7" fmla="*/ 765623 w 1606362"/>
                    <a:gd name="connsiteY7" fmla="*/ 1048392 h 1635893"/>
                    <a:gd name="connsiteX8" fmla="*/ 993715 w 1606362"/>
                    <a:gd name="connsiteY8" fmla="*/ 1351541 h 1635893"/>
                    <a:gd name="connsiteX9" fmla="*/ 1109666 w 1606362"/>
                    <a:gd name="connsiteY9" fmla="*/ 1221620 h 1635893"/>
                    <a:gd name="connsiteX10" fmla="*/ 1283275 w 1606362"/>
                    <a:gd name="connsiteY10" fmla="*/ 1111003 h 1635893"/>
                    <a:gd name="connsiteX11" fmla="*/ 1372810 w 1606362"/>
                    <a:gd name="connsiteY11" fmla="*/ 1159136 h 1635893"/>
                    <a:gd name="connsiteX12" fmla="*/ 1290260 w 1606362"/>
                    <a:gd name="connsiteY12" fmla="*/ 1244353 h 1635893"/>
                    <a:gd name="connsiteX13" fmla="*/ 1514796 w 1606362"/>
                    <a:gd name="connsiteY13" fmla="*/ 1325633 h 1635893"/>
                    <a:gd name="connsiteX14" fmla="*/ 1460440 w 1606362"/>
                    <a:gd name="connsiteY14" fmla="*/ 1390657 h 1635893"/>
                    <a:gd name="connsiteX15" fmla="*/ 1460821 w 1606362"/>
                    <a:gd name="connsiteY15" fmla="*/ 1438790 h 1635893"/>
                    <a:gd name="connsiteX16" fmla="*/ 1403163 w 1606362"/>
                    <a:gd name="connsiteY16" fmla="*/ 1459999 h 1635893"/>
                    <a:gd name="connsiteX17" fmla="*/ 1396686 w 1606362"/>
                    <a:gd name="connsiteY17" fmla="*/ 1490352 h 1635893"/>
                    <a:gd name="connsiteX18" fmla="*/ 1222569 w 1606362"/>
                    <a:gd name="connsiteY18" fmla="*/ 1482224 h 1635893"/>
                    <a:gd name="connsiteX19" fmla="*/ 1041340 w 1606362"/>
                    <a:gd name="connsiteY19" fmla="*/ 1583443 h 1635893"/>
                    <a:gd name="connsiteX20" fmla="*/ 907228 w 1606362"/>
                    <a:gd name="connsiteY20" fmla="*/ 1570362 h 1635893"/>
                    <a:gd name="connsiteX21" fmla="*/ 909260 w 1606362"/>
                    <a:gd name="connsiteY21" fmla="*/ 1626242 h 1635893"/>
                    <a:gd name="connsiteX22" fmla="*/ 884622 w 1606362"/>
                    <a:gd name="connsiteY22" fmla="*/ 1624718 h 1635893"/>
                    <a:gd name="connsiteX23" fmla="*/ 878780 w 1606362"/>
                    <a:gd name="connsiteY23" fmla="*/ 1550296 h 1635893"/>
                    <a:gd name="connsiteX24" fmla="*/ 820106 w 1606362"/>
                    <a:gd name="connsiteY24" fmla="*/ 1144658 h 1635893"/>
                    <a:gd name="connsiteX25" fmla="*/ 747208 w 1606362"/>
                    <a:gd name="connsiteY25" fmla="*/ 1071887 h 1635893"/>
                    <a:gd name="connsiteX26" fmla="*/ 424882 w 1606362"/>
                    <a:gd name="connsiteY26" fmla="*/ 1070236 h 1635893"/>
                    <a:gd name="connsiteX27" fmla="*/ 337125 w 1606362"/>
                    <a:gd name="connsiteY27" fmla="*/ 1072395 h 1635893"/>
                    <a:gd name="connsiteX28" fmla="*/ 407610 w 1606362"/>
                    <a:gd name="connsiteY28" fmla="*/ 1284231 h 1635893"/>
                    <a:gd name="connsiteX29" fmla="*/ 322774 w 1606362"/>
                    <a:gd name="connsiteY29" fmla="*/ 1363352 h 1635893"/>
                    <a:gd name="connsiteX30" fmla="*/ 288357 w 1606362"/>
                    <a:gd name="connsiteY30" fmla="*/ 1588650 h 1635893"/>
                    <a:gd name="connsiteX31" fmla="*/ 283023 w 1606362"/>
                    <a:gd name="connsiteY31" fmla="*/ 1624718 h 1635893"/>
                    <a:gd name="connsiteX32" fmla="*/ 259020 w 1606362"/>
                    <a:gd name="connsiteY32" fmla="*/ 1629417 h 1635893"/>
                    <a:gd name="connsiteX33" fmla="*/ 323409 w 1606362"/>
                    <a:gd name="connsiteY33" fmla="*/ 1250068 h 1635893"/>
                    <a:gd name="connsiteX34" fmla="*/ 305629 w 1606362"/>
                    <a:gd name="connsiteY34" fmla="*/ 1166248 h 1635893"/>
                    <a:gd name="connsiteX35" fmla="*/ 229556 w 1606362"/>
                    <a:gd name="connsiteY35" fmla="*/ 1192410 h 1635893"/>
                    <a:gd name="connsiteX36" fmla="*/ 18228 w 1606362"/>
                    <a:gd name="connsiteY36" fmla="*/ 1623575 h 1635893"/>
                    <a:gd name="connsiteX37" fmla="*/ 2099 w 1606362"/>
                    <a:gd name="connsiteY37" fmla="*/ 1635894 h 1635893"/>
                    <a:gd name="connsiteX38" fmla="*/ 17212 w 1606362"/>
                    <a:gd name="connsiteY38" fmla="*/ 1539628 h 1635893"/>
                    <a:gd name="connsiteX39" fmla="*/ 107001 w 1606362"/>
                    <a:gd name="connsiteY39" fmla="*/ 1318648 h 1635893"/>
                    <a:gd name="connsiteX40" fmla="*/ 216983 w 1606362"/>
                    <a:gd name="connsiteY40" fmla="*/ 1168153 h 1635893"/>
                    <a:gd name="connsiteX41" fmla="*/ 304867 w 1606362"/>
                    <a:gd name="connsiteY41" fmla="*/ 1066553 h 1635893"/>
                    <a:gd name="connsiteX42" fmla="*/ 391481 w 1606362"/>
                    <a:gd name="connsiteY42" fmla="*/ 1032390 h 1635893"/>
                    <a:gd name="connsiteX43" fmla="*/ 252924 w 1606362"/>
                    <a:gd name="connsiteY43" fmla="*/ 952253 h 1635893"/>
                    <a:gd name="connsiteX44" fmla="*/ 138243 w 1606362"/>
                    <a:gd name="connsiteY44" fmla="*/ 837064 h 1635893"/>
                    <a:gd name="connsiteX45" fmla="*/ 83633 w 1606362"/>
                    <a:gd name="connsiteY45" fmla="*/ 754514 h 1635893"/>
                    <a:gd name="connsiteX46" fmla="*/ 139767 w 1606362"/>
                    <a:gd name="connsiteY46" fmla="*/ 520707 h 1635893"/>
                    <a:gd name="connsiteX47" fmla="*/ 413198 w 1606362"/>
                    <a:gd name="connsiteY47" fmla="*/ 274200 h 1635893"/>
                    <a:gd name="connsiteX48" fmla="*/ 730698 w 1606362"/>
                    <a:gd name="connsiteY48" fmla="*/ 270898 h 1635893"/>
                    <a:gd name="connsiteX49" fmla="*/ 944058 w 1606362"/>
                    <a:gd name="connsiteY49" fmla="*/ 397009 h 1635893"/>
                    <a:gd name="connsiteX50" fmla="*/ 1076900 w 1606362"/>
                    <a:gd name="connsiteY50" fmla="*/ 110878 h 1635893"/>
                    <a:gd name="connsiteX51" fmla="*/ 971617 w 1606362"/>
                    <a:gd name="connsiteY51" fmla="*/ 432950 h 1635893"/>
                    <a:gd name="connsiteX52" fmla="*/ 1070423 w 1606362"/>
                    <a:gd name="connsiteY52" fmla="*/ 588017 h 1635893"/>
                    <a:gd name="connsiteX53" fmla="*/ 1107507 w 1606362"/>
                    <a:gd name="connsiteY53" fmla="*/ 692030 h 1635893"/>
                    <a:gd name="connsiteX54" fmla="*/ 1543879 w 1606362"/>
                    <a:gd name="connsiteY54" fmla="*/ 155963 h 1635893"/>
                    <a:gd name="connsiteX55" fmla="*/ 1261939 w 1606362"/>
                    <a:gd name="connsiteY55" fmla="*/ 27312 h 1635893"/>
                    <a:gd name="connsiteX56" fmla="*/ 1076900 w 1606362"/>
                    <a:gd name="connsiteY56" fmla="*/ 110878 h 1635893"/>
                    <a:gd name="connsiteX57" fmla="*/ 175327 w 1606362"/>
                    <a:gd name="connsiteY57" fmla="*/ 504578 h 1635893"/>
                    <a:gd name="connsiteX58" fmla="*/ 227270 w 1606362"/>
                    <a:gd name="connsiteY58" fmla="*/ 521723 h 1635893"/>
                    <a:gd name="connsiteX59" fmla="*/ 284801 w 1606362"/>
                    <a:gd name="connsiteY59" fmla="*/ 676663 h 1635893"/>
                    <a:gd name="connsiteX60" fmla="*/ 256607 w 1606362"/>
                    <a:gd name="connsiteY60" fmla="*/ 816998 h 1635893"/>
                    <a:gd name="connsiteX61" fmla="*/ 204283 w 1606362"/>
                    <a:gd name="connsiteY61" fmla="*/ 863734 h 1635893"/>
                    <a:gd name="connsiteX62" fmla="*/ 615128 w 1606362"/>
                    <a:gd name="connsiteY62" fmla="*/ 1040010 h 1635893"/>
                    <a:gd name="connsiteX63" fmla="*/ 979491 w 1606362"/>
                    <a:gd name="connsiteY63" fmla="*/ 867671 h 1635893"/>
                    <a:gd name="connsiteX64" fmla="*/ 1018353 w 1606362"/>
                    <a:gd name="connsiteY64" fmla="*/ 573666 h 1635893"/>
                    <a:gd name="connsiteX65" fmla="*/ 672151 w 1606362"/>
                    <a:gd name="connsiteY65" fmla="*/ 284741 h 1635893"/>
                    <a:gd name="connsiteX66" fmla="*/ 175327 w 1606362"/>
                    <a:gd name="connsiteY66" fmla="*/ 504578 h 1635893"/>
                    <a:gd name="connsiteX67" fmla="*/ 159833 w 1606362"/>
                    <a:gd name="connsiteY67" fmla="*/ 539884 h 1635893"/>
                    <a:gd name="connsiteX68" fmla="*/ 104588 w 1606362"/>
                    <a:gd name="connsiteY68" fmla="*/ 728098 h 1635893"/>
                    <a:gd name="connsiteX69" fmla="*/ 197679 w 1606362"/>
                    <a:gd name="connsiteY69" fmla="*/ 834143 h 1635893"/>
                    <a:gd name="connsiteX70" fmla="*/ 250892 w 1606362"/>
                    <a:gd name="connsiteY70" fmla="*/ 752355 h 1635893"/>
                    <a:gd name="connsiteX71" fmla="*/ 234636 w 1606362"/>
                    <a:gd name="connsiteY71" fmla="*/ 576587 h 1635893"/>
                    <a:gd name="connsiteX72" fmla="*/ 159833 w 1606362"/>
                    <a:gd name="connsiteY72" fmla="*/ 539884 h 1635893"/>
                    <a:gd name="connsiteX73" fmla="*/ 1052135 w 1606362"/>
                    <a:gd name="connsiteY73" fmla="*/ 598050 h 1635893"/>
                    <a:gd name="connsiteX74" fmla="*/ 1041086 w 1606362"/>
                    <a:gd name="connsiteY74" fmla="*/ 807092 h 1635893"/>
                    <a:gd name="connsiteX75" fmla="*/ 1052135 w 1606362"/>
                    <a:gd name="connsiteY75" fmla="*/ 598050 h 1635893"/>
                    <a:gd name="connsiteX76" fmla="*/ 441011 w 1606362"/>
                    <a:gd name="connsiteY76" fmla="*/ 1044963 h 1635893"/>
                    <a:gd name="connsiteX77" fmla="*/ 658816 w 1606362"/>
                    <a:gd name="connsiteY77" fmla="*/ 1078618 h 1635893"/>
                    <a:gd name="connsiteX78" fmla="*/ 569154 w 1606362"/>
                    <a:gd name="connsiteY78" fmla="*/ 1062616 h 1635893"/>
                    <a:gd name="connsiteX79" fmla="*/ 441011 w 1606362"/>
                    <a:gd name="connsiteY79" fmla="*/ 1044963 h 1635893"/>
                    <a:gd name="connsiteX80" fmla="*/ 303597 w 1606362"/>
                    <a:gd name="connsiteY80" fmla="*/ 1095509 h 1635893"/>
                    <a:gd name="connsiteX81" fmla="*/ 288992 w 1606362"/>
                    <a:gd name="connsiteY81" fmla="*/ 1125100 h 1635893"/>
                    <a:gd name="connsiteX82" fmla="*/ 345380 w 1606362"/>
                    <a:gd name="connsiteY82" fmla="*/ 1175519 h 1635893"/>
                    <a:gd name="connsiteX83" fmla="*/ 332934 w 1606362"/>
                    <a:gd name="connsiteY83" fmla="*/ 1333380 h 1635893"/>
                    <a:gd name="connsiteX84" fmla="*/ 384369 w 1606362"/>
                    <a:gd name="connsiteY84" fmla="*/ 1261879 h 1635893"/>
                    <a:gd name="connsiteX85" fmla="*/ 303597 w 1606362"/>
                    <a:gd name="connsiteY85" fmla="*/ 1095509 h 1635893"/>
                    <a:gd name="connsiteX86" fmla="*/ 1154370 w 1606362"/>
                    <a:gd name="connsiteY86" fmla="*/ 1214635 h 1635893"/>
                    <a:gd name="connsiteX87" fmla="*/ 1130875 w 1606362"/>
                    <a:gd name="connsiteY87" fmla="*/ 1407675 h 1635893"/>
                    <a:gd name="connsiteX88" fmla="*/ 1261431 w 1606362"/>
                    <a:gd name="connsiteY88" fmla="*/ 1463301 h 1635893"/>
                    <a:gd name="connsiteX89" fmla="*/ 1374969 w 1606362"/>
                    <a:gd name="connsiteY89" fmla="*/ 1474731 h 1635893"/>
                    <a:gd name="connsiteX90" fmla="*/ 1357316 w 1606362"/>
                    <a:gd name="connsiteY90" fmla="*/ 1446029 h 1635893"/>
                    <a:gd name="connsiteX91" fmla="*/ 1258637 w 1606362"/>
                    <a:gd name="connsiteY91" fmla="*/ 1386466 h 1635893"/>
                    <a:gd name="connsiteX92" fmla="*/ 1445581 w 1606362"/>
                    <a:gd name="connsiteY92" fmla="*/ 1429773 h 1635893"/>
                    <a:gd name="connsiteX93" fmla="*/ 1403163 w 1606362"/>
                    <a:gd name="connsiteY93" fmla="*/ 1377195 h 1635893"/>
                    <a:gd name="connsiteX94" fmla="*/ 1296229 w 1606362"/>
                    <a:gd name="connsiteY94" fmla="*/ 1332237 h 1635893"/>
                    <a:gd name="connsiteX95" fmla="*/ 1489269 w 1606362"/>
                    <a:gd name="connsiteY95" fmla="*/ 1359923 h 1635893"/>
                    <a:gd name="connsiteX96" fmla="*/ 1491174 w 1606362"/>
                    <a:gd name="connsiteY96" fmla="*/ 1340111 h 1635893"/>
                    <a:gd name="connsiteX97" fmla="*/ 1235269 w 1606362"/>
                    <a:gd name="connsiteY97" fmla="*/ 1248163 h 1635893"/>
                    <a:gd name="connsiteX98" fmla="*/ 1341060 w 1606362"/>
                    <a:gd name="connsiteY98" fmla="*/ 1171709 h 1635893"/>
                    <a:gd name="connsiteX99" fmla="*/ 1301944 w 1606362"/>
                    <a:gd name="connsiteY99" fmla="*/ 1132720 h 1635893"/>
                    <a:gd name="connsiteX100" fmla="*/ 1154370 w 1606362"/>
                    <a:gd name="connsiteY100" fmla="*/ 1214635 h 1635893"/>
                    <a:gd name="connsiteX101" fmla="*/ 857063 w 1606362"/>
                    <a:gd name="connsiteY101" fmla="*/ 1181488 h 1635893"/>
                    <a:gd name="connsiteX102" fmla="*/ 878272 w 1606362"/>
                    <a:gd name="connsiteY102" fmla="*/ 1300868 h 1635893"/>
                    <a:gd name="connsiteX103" fmla="*/ 905704 w 1606362"/>
                    <a:gd name="connsiteY103" fmla="*/ 1540771 h 1635893"/>
                    <a:gd name="connsiteX104" fmla="*/ 1188660 w 1606362"/>
                    <a:gd name="connsiteY104" fmla="*/ 1474350 h 1635893"/>
                    <a:gd name="connsiteX105" fmla="*/ 1073344 w 1606362"/>
                    <a:gd name="connsiteY105" fmla="*/ 1300233 h 1635893"/>
                    <a:gd name="connsiteX106" fmla="*/ 973522 w 1606362"/>
                    <a:gd name="connsiteY106" fmla="*/ 1438155 h 1635893"/>
                    <a:gd name="connsiteX107" fmla="*/ 945201 w 1606362"/>
                    <a:gd name="connsiteY107" fmla="*/ 1487558 h 1635893"/>
                    <a:gd name="connsiteX108" fmla="*/ 974665 w 1606362"/>
                    <a:gd name="connsiteY108" fmla="*/ 1366781 h 1635893"/>
                    <a:gd name="connsiteX109" fmla="*/ 857063 w 1606362"/>
                    <a:gd name="connsiteY109" fmla="*/ 1181488 h 1635893"/>
                    <a:gd name="connsiteX0" fmla="*/ 1014924 w 1543880"/>
                    <a:gd name="connsiteY0" fmla="*/ 136948 h 1635803"/>
                    <a:gd name="connsiteX1" fmla="*/ 1288609 w 1543880"/>
                    <a:gd name="connsiteY1" fmla="*/ 42 h 1635803"/>
                    <a:gd name="connsiteX2" fmla="*/ 1100903 w 1543880"/>
                    <a:gd name="connsiteY2" fmla="*/ 724323 h 1635803"/>
                    <a:gd name="connsiteX3" fmla="*/ 1075122 w 1543880"/>
                    <a:gd name="connsiteY3" fmla="*/ 806746 h 1635803"/>
                    <a:gd name="connsiteX4" fmla="*/ 994858 w 1543880"/>
                    <a:gd name="connsiteY4" fmla="*/ 891074 h 1635803"/>
                    <a:gd name="connsiteX5" fmla="*/ 900370 w 1543880"/>
                    <a:gd name="connsiteY5" fmla="*/ 986070 h 1635803"/>
                    <a:gd name="connsiteX6" fmla="*/ 765623 w 1543880"/>
                    <a:gd name="connsiteY6" fmla="*/ 1048300 h 1635803"/>
                    <a:gd name="connsiteX7" fmla="*/ 993715 w 1543880"/>
                    <a:gd name="connsiteY7" fmla="*/ 1351449 h 1635803"/>
                    <a:gd name="connsiteX8" fmla="*/ 1109666 w 1543880"/>
                    <a:gd name="connsiteY8" fmla="*/ 1221528 h 1635803"/>
                    <a:gd name="connsiteX9" fmla="*/ 1283275 w 1543880"/>
                    <a:gd name="connsiteY9" fmla="*/ 1110911 h 1635803"/>
                    <a:gd name="connsiteX10" fmla="*/ 1372810 w 1543880"/>
                    <a:gd name="connsiteY10" fmla="*/ 1159044 h 1635803"/>
                    <a:gd name="connsiteX11" fmla="*/ 1290260 w 1543880"/>
                    <a:gd name="connsiteY11" fmla="*/ 1244261 h 1635803"/>
                    <a:gd name="connsiteX12" fmla="*/ 1514796 w 1543880"/>
                    <a:gd name="connsiteY12" fmla="*/ 1325541 h 1635803"/>
                    <a:gd name="connsiteX13" fmla="*/ 1460440 w 1543880"/>
                    <a:gd name="connsiteY13" fmla="*/ 1390565 h 1635803"/>
                    <a:gd name="connsiteX14" fmla="*/ 1460821 w 1543880"/>
                    <a:gd name="connsiteY14" fmla="*/ 1438698 h 1635803"/>
                    <a:gd name="connsiteX15" fmla="*/ 1403163 w 1543880"/>
                    <a:gd name="connsiteY15" fmla="*/ 1459907 h 1635803"/>
                    <a:gd name="connsiteX16" fmla="*/ 1396686 w 1543880"/>
                    <a:gd name="connsiteY16" fmla="*/ 1490260 h 1635803"/>
                    <a:gd name="connsiteX17" fmla="*/ 1222569 w 1543880"/>
                    <a:gd name="connsiteY17" fmla="*/ 1482132 h 1635803"/>
                    <a:gd name="connsiteX18" fmla="*/ 1041340 w 1543880"/>
                    <a:gd name="connsiteY18" fmla="*/ 1583351 h 1635803"/>
                    <a:gd name="connsiteX19" fmla="*/ 907228 w 1543880"/>
                    <a:gd name="connsiteY19" fmla="*/ 1570270 h 1635803"/>
                    <a:gd name="connsiteX20" fmla="*/ 909260 w 1543880"/>
                    <a:gd name="connsiteY20" fmla="*/ 1626150 h 1635803"/>
                    <a:gd name="connsiteX21" fmla="*/ 884622 w 1543880"/>
                    <a:gd name="connsiteY21" fmla="*/ 1624626 h 1635803"/>
                    <a:gd name="connsiteX22" fmla="*/ 878780 w 1543880"/>
                    <a:gd name="connsiteY22" fmla="*/ 1550204 h 1635803"/>
                    <a:gd name="connsiteX23" fmla="*/ 820106 w 1543880"/>
                    <a:gd name="connsiteY23" fmla="*/ 1144566 h 1635803"/>
                    <a:gd name="connsiteX24" fmla="*/ 747208 w 1543880"/>
                    <a:gd name="connsiteY24" fmla="*/ 1071795 h 1635803"/>
                    <a:gd name="connsiteX25" fmla="*/ 424882 w 1543880"/>
                    <a:gd name="connsiteY25" fmla="*/ 1070144 h 1635803"/>
                    <a:gd name="connsiteX26" fmla="*/ 337125 w 1543880"/>
                    <a:gd name="connsiteY26" fmla="*/ 1072303 h 1635803"/>
                    <a:gd name="connsiteX27" fmla="*/ 407610 w 1543880"/>
                    <a:gd name="connsiteY27" fmla="*/ 1284139 h 1635803"/>
                    <a:gd name="connsiteX28" fmla="*/ 322774 w 1543880"/>
                    <a:gd name="connsiteY28" fmla="*/ 1363260 h 1635803"/>
                    <a:gd name="connsiteX29" fmla="*/ 288357 w 1543880"/>
                    <a:gd name="connsiteY29" fmla="*/ 1588558 h 1635803"/>
                    <a:gd name="connsiteX30" fmla="*/ 283023 w 1543880"/>
                    <a:gd name="connsiteY30" fmla="*/ 1624626 h 1635803"/>
                    <a:gd name="connsiteX31" fmla="*/ 259020 w 1543880"/>
                    <a:gd name="connsiteY31" fmla="*/ 1629325 h 1635803"/>
                    <a:gd name="connsiteX32" fmla="*/ 323409 w 1543880"/>
                    <a:gd name="connsiteY32" fmla="*/ 1249976 h 1635803"/>
                    <a:gd name="connsiteX33" fmla="*/ 305629 w 1543880"/>
                    <a:gd name="connsiteY33" fmla="*/ 1166156 h 1635803"/>
                    <a:gd name="connsiteX34" fmla="*/ 229556 w 1543880"/>
                    <a:gd name="connsiteY34" fmla="*/ 1192318 h 1635803"/>
                    <a:gd name="connsiteX35" fmla="*/ 18228 w 1543880"/>
                    <a:gd name="connsiteY35" fmla="*/ 1623483 h 1635803"/>
                    <a:gd name="connsiteX36" fmla="*/ 2099 w 1543880"/>
                    <a:gd name="connsiteY36" fmla="*/ 1635802 h 1635803"/>
                    <a:gd name="connsiteX37" fmla="*/ 17212 w 1543880"/>
                    <a:gd name="connsiteY37" fmla="*/ 1539536 h 1635803"/>
                    <a:gd name="connsiteX38" fmla="*/ 107001 w 1543880"/>
                    <a:gd name="connsiteY38" fmla="*/ 1318556 h 1635803"/>
                    <a:gd name="connsiteX39" fmla="*/ 216983 w 1543880"/>
                    <a:gd name="connsiteY39" fmla="*/ 1168061 h 1635803"/>
                    <a:gd name="connsiteX40" fmla="*/ 304867 w 1543880"/>
                    <a:gd name="connsiteY40" fmla="*/ 1066461 h 1635803"/>
                    <a:gd name="connsiteX41" fmla="*/ 391481 w 1543880"/>
                    <a:gd name="connsiteY41" fmla="*/ 1032298 h 1635803"/>
                    <a:gd name="connsiteX42" fmla="*/ 252924 w 1543880"/>
                    <a:gd name="connsiteY42" fmla="*/ 952161 h 1635803"/>
                    <a:gd name="connsiteX43" fmla="*/ 138243 w 1543880"/>
                    <a:gd name="connsiteY43" fmla="*/ 836972 h 1635803"/>
                    <a:gd name="connsiteX44" fmla="*/ 83633 w 1543880"/>
                    <a:gd name="connsiteY44" fmla="*/ 754422 h 1635803"/>
                    <a:gd name="connsiteX45" fmla="*/ 139767 w 1543880"/>
                    <a:gd name="connsiteY45" fmla="*/ 520615 h 1635803"/>
                    <a:gd name="connsiteX46" fmla="*/ 413198 w 1543880"/>
                    <a:gd name="connsiteY46" fmla="*/ 274108 h 1635803"/>
                    <a:gd name="connsiteX47" fmla="*/ 730698 w 1543880"/>
                    <a:gd name="connsiteY47" fmla="*/ 270806 h 1635803"/>
                    <a:gd name="connsiteX48" fmla="*/ 944058 w 1543880"/>
                    <a:gd name="connsiteY48" fmla="*/ 396917 h 1635803"/>
                    <a:gd name="connsiteX49" fmla="*/ 1076900 w 1543880"/>
                    <a:gd name="connsiteY49" fmla="*/ 110786 h 1635803"/>
                    <a:gd name="connsiteX50" fmla="*/ 971617 w 1543880"/>
                    <a:gd name="connsiteY50" fmla="*/ 432858 h 1635803"/>
                    <a:gd name="connsiteX51" fmla="*/ 1070423 w 1543880"/>
                    <a:gd name="connsiteY51" fmla="*/ 587925 h 1635803"/>
                    <a:gd name="connsiteX52" fmla="*/ 1107507 w 1543880"/>
                    <a:gd name="connsiteY52" fmla="*/ 691938 h 1635803"/>
                    <a:gd name="connsiteX53" fmla="*/ 1543879 w 1543880"/>
                    <a:gd name="connsiteY53" fmla="*/ 155871 h 1635803"/>
                    <a:gd name="connsiteX54" fmla="*/ 1261939 w 1543880"/>
                    <a:gd name="connsiteY54" fmla="*/ 27220 h 1635803"/>
                    <a:gd name="connsiteX55" fmla="*/ 1076900 w 1543880"/>
                    <a:gd name="connsiteY55" fmla="*/ 110786 h 1635803"/>
                    <a:gd name="connsiteX56" fmla="*/ 175327 w 1543880"/>
                    <a:gd name="connsiteY56" fmla="*/ 504486 h 1635803"/>
                    <a:gd name="connsiteX57" fmla="*/ 227270 w 1543880"/>
                    <a:gd name="connsiteY57" fmla="*/ 521631 h 1635803"/>
                    <a:gd name="connsiteX58" fmla="*/ 284801 w 1543880"/>
                    <a:gd name="connsiteY58" fmla="*/ 676571 h 1635803"/>
                    <a:gd name="connsiteX59" fmla="*/ 256607 w 1543880"/>
                    <a:gd name="connsiteY59" fmla="*/ 816906 h 1635803"/>
                    <a:gd name="connsiteX60" fmla="*/ 204283 w 1543880"/>
                    <a:gd name="connsiteY60" fmla="*/ 863642 h 1635803"/>
                    <a:gd name="connsiteX61" fmla="*/ 615128 w 1543880"/>
                    <a:gd name="connsiteY61" fmla="*/ 1039918 h 1635803"/>
                    <a:gd name="connsiteX62" fmla="*/ 979491 w 1543880"/>
                    <a:gd name="connsiteY62" fmla="*/ 867579 h 1635803"/>
                    <a:gd name="connsiteX63" fmla="*/ 1018353 w 1543880"/>
                    <a:gd name="connsiteY63" fmla="*/ 573574 h 1635803"/>
                    <a:gd name="connsiteX64" fmla="*/ 672151 w 1543880"/>
                    <a:gd name="connsiteY64" fmla="*/ 284649 h 1635803"/>
                    <a:gd name="connsiteX65" fmla="*/ 175327 w 1543880"/>
                    <a:gd name="connsiteY65" fmla="*/ 504486 h 1635803"/>
                    <a:gd name="connsiteX66" fmla="*/ 159833 w 1543880"/>
                    <a:gd name="connsiteY66" fmla="*/ 539792 h 1635803"/>
                    <a:gd name="connsiteX67" fmla="*/ 104588 w 1543880"/>
                    <a:gd name="connsiteY67" fmla="*/ 728006 h 1635803"/>
                    <a:gd name="connsiteX68" fmla="*/ 197679 w 1543880"/>
                    <a:gd name="connsiteY68" fmla="*/ 834051 h 1635803"/>
                    <a:gd name="connsiteX69" fmla="*/ 250892 w 1543880"/>
                    <a:gd name="connsiteY69" fmla="*/ 752263 h 1635803"/>
                    <a:gd name="connsiteX70" fmla="*/ 234636 w 1543880"/>
                    <a:gd name="connsiteY70" fmla="*/ 576495 h 1635803"/>
                    <a:gd name="connsiteX71" fmla="*/ 159833 w 1543880"/>
                    <a:gd name="connsiteY71" fmla="*/ 539792 h 1635803"/>
                    <a:gd name="connsiteX72" fmla="*/ 1052135 w 1543880"/>
                    <a:gd name="connsiteY72" fmla="*/ 597958 h 1635803"/>
                    <a:gd name="connsiteX73" fmla="*/ 1041086 w 1543880"/>
                    <a:gd name="connsiteY73" fmla="*/ 807000 h 1635803"/>
                    <a:gd name="connsiteX74" fmla="*/ 1052135 w 1543880"/>
                    <a:gd name="connsiteY74" fmla="*/ 597958 h 1635803"/>
                    <a:gd name="connsiteX75" fmla="*/ 441011 w 1543880"/>
                    <a:gd name="connsiteY75" fmla="*/ 1044871 h 1635803"/>
                    <a:gd name="connsiteX76" fmla="*/ 658816 w 1543880"/>
                    <a:gd name="connsiteY76" fmla="*/ 1078526 h 1635803"/>
                    <a:gd name="connsiteX77" fmla="*/ 569154 w 1543880"/>
                    <a:gd name="connsiteY77" fmla="*/ 1062524 h 1635803"/>
                    <a:gd name="connsiteX78" fmla="*/ 441011 w 1543880"/>
                    <a:gd name="connsiteY78" fmla="*/ 1044871 h 1635803"/>
                    <a:gd name="connsiteX79" fmla="*/ 303597 w 1543880"/>
                    <a:gd name="connsiteY79" fmla="*/ 1095417 h 1635803"/>
                    <a:gd name="connsiteX80" fmla="*/ 288992 w 1543880"/>
                    <a:gd name="connsiteY80" fmla="*/ 1125008 h 1635803"/>
                    <a:gd name="connsiteX81" fmla="*/ 345380 w 1543880"/>
                    <a:gd name="connsiteY81" fmla="*/ 1175427 h 1635803"/>
                    <a:gd name="connsiteX82" fmla="*/ 332934 w 1543880"/>
                    <a:gd name="connsiteY82" fmla="*/ 1333288 h 1635803"/>
                    <a:gd name="connsiteX83" fmla="*/ 384369 w 1543880"/>
                    <a:gd name="connsiteY83" fmla="*/ 1261787 h 1635803"/>
                    <a:gd name="connsiteX84" fmla="*/ 303597 w 1543880"/>
                    <a:gd name="connsiteY84" fmla="*/ 1095417 h 1635803"/>
                    <a:gd name="connsiteX85" fmla="*/ 1154370 w 1543880"/>
                    <a:gd name="connsiteY85" fmla="*/ 1214543 h 1635803"/>
                    <a:gd name="connsiteX86" fmla="*/ 1130875 w 1543880"/>
                    <a:gd name="connsiteY86" fmla="*/ 1407583 h 1635803"/>
                    <a:gd name="connsiteX87" fmla="*/ 1261431 w 1543880"/>
                    <a:gd name="connsiteY87" fmla="*/ 1463209 h 1635803"/>
                    <a:gd name="connsiteX88" fmla="*/ 1374969 w 1543880"/>
                    <a:gd name="connsiteY88" fmla="*/ 1474639 h 1635803"/>
                    <a:gd name="connsiteX89" fmla="*/ 1357316 w 1543880"/>
                    <a:gd name="connsiteY89" fmla="*/ 1445937 h 1635803"/>
                    <a:gd name="connsiteX90" fmla="*/ 1258637 w 1543880"/>
                    <a:gd name="connsiteY90" fmla="*/ 1386374 h 1635803"/>
                    <a:gd name="connsiteX91" fmla="*/ 1445581 w 1543880"/>
                    <a:gd name="connsiteY91" fmla="*/ 1429681 h 1635803"/>
                    <a:gd name="connsiteX92" fmla="*/ 1403163 w 1543880"/>
                    <a:gd name="connsiteY92" fmla="*/ 1377103 h 1635803"/>
                    <a:gd name="connsiteX93" fmla="*/ 1296229 w 1543880"/>
                    <a:gd name="connsiteY93" fmla="*/ 1332145 h 1635803"/>
                    <a:gd name="connsiteX94" fmla="*/ 1489269 w 1543880"/>
                    <a:gd name="connsiteY94" fmla="*/ 1359831 h 1635803"/>
                    <a:gd name="connsiteX95" fmla="*/ 1491174 w 1543880"/>
                    <a:gd name="connsiteY95" fmla="*/ 1340019 h 1635803"/>
                    <a:gd name="connsiteX96" fmla="*/ 1235269 w 1543880"/>
                    <a:gd name="connsiteY96" fmla="*/ 1248071 h 1635803"/>
                    <a:gd name="connsiteX97" fmla="*/ 1341060 w 1543880"/>
                    <a:gd name="connsiteY97" fmla="*/ 1171617 h 1635803"/>
                    <a:gd name="connsiteX98" fmla="*/ 1301944 w 1543880"/>
                    <a:gd name="connsiteY98" fmla="*/ 1132628 h 1635803"/>
                    <a:gd name="connsiteX99" fmla="*/ 1154370 w 1543880"/>
                    <a:gd name="connsiteY99" fmla="*/ 1214543 h 1635803"/>
                    <a:gd name="connsiteX100" fmla="*/ 857063 w 1543880"/>
                    <a:gd name="connsiteY100" fmla="*/ 1181396 h 1635803"/>
                    <a:gd name="connsiteX101" fmla="*/ 878272 w 1543880"/>
                    <a:gd name="connsiteY101" fmla="*/ 1300776 h 1635803"/>
                    <a:gd name="connsiteX102" fmla="*/ 905704 w 1543880"/>
                    <a:gd name="connsiteY102" fmla="*/ 1540679 h 1635803"/>
                    <a:gd name="connsiteX103" fmla="*/ 1188660 w 1543880"/>
                    <a:gd name="connsiteY103" fmla="*/ 1474258 h 1635803"/>
                    <a:gd name="connsiteX104" fmla="*/ 1073344 w 1543880"/>
                    <a:gd name="connsiteY104" fmla="*/ 1300141 h 1635803"/>
                    <a:gd name="connsiteX105" fmla="*/ 973522 w 1543880"/>
                    <a:gd name="connsiteY105" fmla="*/ 1438063 h 1635803"/>
                    <a:gd name="connsiteX106" fmla="*/ 945201 w 1543880"/>
                    <a:gd name="connsiteY106" fmla="*/ 1487466 h 1635803"/>
                    <a:gd name="connsiteX107" fmla="*/ 974665 w 1543880"/>
                    <a:gd name="connsiteY107" fmla="*/ 1366689 h 1635803"/>
                    <a:gd name="connsiteX108" fmla="*/ 857063 w 1543880"/>
                    <a:gd name="connsiteY108" fmla="*/ 1181396 h 1635803"/>
                    <a:gd name="connsiteX0" fmla="*/ 1014924 w 1522114"/>
                    <a:gd name="connsiteY0" fmla="*/ 143988 h 1642841"/>
                    <a:gd name="connsiteX1" fmla="*/ 1288609 w 1522114"/>
                    <a:gd name="connsiteY1" fmla="*/ 7082 h 1642841"/>
                    <a:gd name="connsiteX2" fmla="*/ 1100903 w 1522114"/>
                    <a:gd name="connsiteY2" fmla="*/ 731363 h 1642841"/>
                    <a:gd name="connsiteX3" fmla="*/ 1075122 w 1522114"/>
                    <a:gd name="connsiteY3" fmla="*/ 813786 h 1642841"/>
                    <a:gd name="connsiteX4" fmla="*/ 994858 w 1522114"/>
                    <a:gd name="connsiteY4" fmla="*/ 898114 h 1642841"/>
                    <a:gd name="connsiteX5" fmla="*/ 900370 w 1522114"/>
                    <a:gd name="connsiteY5" fmla="*/ 993110 h 1642841"/>
                    <a:gd name="connsiteX6" fmla="*/ 765623 w 1522114"/>
                    <a:gd name="connsiteY6" fmla="*/ 1055340 h 1642841"/>
                    <a:gd name="connsiteX7" fmla="*/ 993715 w 1522114"/>
                    <a:gd name="connsiteY7" fmla="*/ 1358489 h 1642841"/>
                    <a:gd name="connsiteX8" fmla="*/ 1109666 w 1522114"/>
                    <a:gd name="connsiteY8" fmla="*/ 1228568 h 1642841"/>
                    <a:gd name="connsiteX9" fmla="*/ 1283275 w 1522114"/>
                    <a:gd name="connsiteY9" fmla="*/ 1117951 h 1642841"/>
                    <a:gd name="connsiteX10" fmla="*/ 1372810 w 1522114"/>
                    <a:gd name="connsiteY10" fmla="*/ 1166084 h 1642841"/>
                    <a:gd name="connsiteX11" fmla="*/ 1290260 w 1522114"/>
                    <a:gd name="connsiteY11" fmla="*/ 1251301 h 1642841"/>
                    <a:gd name="connsiteX12" fmla="*/ 1514796 w 1522114"/>
                    <a:gd name="connsiteY12" fmla="*/ 1332581 h 1642841"/>
                    <a:gd name="connsiteX13" fmla="*/ 1460440 w 1522114"/>
                    <a:gd name="connsiteY13" fmla="*/ 1397605 h 1642841"/>
                    <a:gd name="connsiteX14" fmla="*/ 1460821 w 1522114"/>
                    <a:gd name="connsiteY14" fmla="*/ 1445738 h 1642841"/>
                    <a:gd name="connsiteX15" fmla="*/ 1403163 w 1522114"/>
                    <a:gd name="connsiteY15" fmla="*/ 1466947 h 1642841"/>
                    <a:gd name="connsiteX16" fmla="*/ 1396686 w 1522114"/>
                    <a:gd name="connsiteY16" fmla="*/ 1497300 h 1642841"/>
                    <a:gd name="connsiteX17" fmla="*/ 1222569 w 1522114"/>
                    <a:gd name="connsiteY17" fmla="*/ 1489172 h 1642841"/>
                    <a:gd name="connsiteX18" fmla="*/ 1041340 w 1522114"/>
                    <a:gd name="connsiteY18" fmla="*/ 1590391 h 1642841"/>
                    <a:gd name="connsiteX19" fmla="*/ 907228 w 1522114"/>
                    <a:gd name="connsiteY19" fmla="*/ 1577310 h 1642841"/>
                    <a:gd name="connsiteX20" fmla="*/ 909260 w 1522114"/>
                    <a:gd name="connsiteY20" fmla="*/ 1633190 h 1642841"/>
                    <a:gd name="connsiteX21" fmla="*/ 884622 w 1522114"/>
                    <a:gd name="connsiteY21" fmla="*/ 1631666 h 1642841"/>
                    <a:gd name="connsiteX22" fmla="*/ 878780 w 1522114"/>
                    <a:gd name="connsiteY22" fmla="*/ 1557244 h 1642841"/>
                    <a:gd name="connsiteX23" fmla="*/ 820106 w 1522114"/>
                    <a:gd name="connsiteY23" fmla="*/ 1151606 h 1642841"/>
                    <a:gd name="connsiteX24" fmla="*/ 747208 w 1522114"/>
                    <a:gd name="connsiteY24" fmla="*/ 1078835 h 1642841"/>
                    <a:gd name="connsiteX25" fmla="*/ 424882 w 1522114"/>
                    <a:gd name="connsiteY25" fmla="*/ 1077184 h 1642841"/>
                    <a:gd name="connsiteX26" fmla="*/ 337125 w 1522114"/>
                    <a:gd name="connsiteY26" fmla="*/ 1079343 h 1642841"/>
                    <a:gd name="connsiteX27" fmla="*/ 407610 w 1522114"/>
                    <a:gd name="connsiteY27" fmla="*/ 1291179 h 1642841"/>
                    <a:gd name="connsiteX28" fmla="*/ 322774 w 1522114"/>
                    <a:gd name="connsiteY28" fmla="*/ 1370300 h 1642841"/>
                    <a:gd name="connsiteX29" fmla="*/ 288357 w 1522114"/>
                    <a:gd name="connsiteY29" fmla="*/ 1595598 h 1642841"/>
                    <a:gd name="connsiteX30" fmla="*/ 283023 w 1522114"/>
                    <a:gd name="connsiteY30" fmla="*/ 1631666 h 1642841"/>
                    <a:gd name="connsiteX31" fmla="*/ 259020 w 1522114"/>
                    <a:gd name="connsiteY31" fmla="*/ 1636365 h 1642841"/>
                    <a:gd name="connsiteX32" fmla="*/ 323409 w 1522114"/>
                    <a:gd name="connsiteY32" fmla="*/ 1257016 h 1642841"/>
                    <a:gd name="connsiteX33" fmla="*/ 305629 w 1522114"/>
                    <a:gd name="connsiteY33" fmla="*/ 1173196 h 1642841"/>
                    <a:gd name="connsiteX34" fmla="*/ 229556 w 1522114"/>
                    <a:gd name="connsiteY34" fmla="*/ 1199358 h 1642841"/>
                    <a:gd name="connsiteX35" fmla="*/ 18228 w 1522114"/>
                    <a:gd name="connsiteY35" fmla="*/ 1630523 h 1642841"/>
                    <a:gd name="connsiteX36" fmla="*/ 2099 w 1522114"/>
                    <a:gd name="connsiteY36" fmla="*/ 1642842 h 1642841"/>
                    <a:gd name="connsiteX37" fmla="*/ 17212 w 1522114"/>
                    <a:gd name="connsiteY37" fmla="*/ 1546576 h 1642841"/>
                    <a:gd name="connsiteX38" fmla="*/ 107001 w 1522114"/>
                    <a:gd name="connsiteY38" fmla="*/ 1325596 h 1642841"/>
                    <a:gd name="connsiteX39" fmla="*/ 216983 w 1522114"/>
                    <a:gd name="connsiteY39" fmla="*/ 1175101 h 1642841"/>
                    <a:gd name="connsiteX40" fmla="*/ 304867 w 1522114"/>
                    <a:gd name="connsiteY40" fmla="*/ 1073501 h 1642841"/>
                    <a:gd name="connsiteX41" fmla="*/ 391481 w 1522114"/>
                    <a:gd name="connsiteY41" fmla="*/ 1039338 h 1642841"/>
                    <a:gd name="connsiteX42" fmla="*/ 252924 w 1522114"/>
                    <a:gd name="connsiteY42" fmla="*/ 959201 h 1642841"/>
                    <a:gd name="connsiteX43" fmla="*/ 138243 w 1522114"/>
                    <a:gd name="connsiteY43" fmla="*/ 844012 h 1642841"/>
                    <a:gd name="connsiteX44" fmla="*/ 83633 w 1522114"/>
                    <a:gd name="connsiteY44" fmla="*/ 761462 h 1642841"/>
                    <a:gd name="connsiteX45" fmla="*/ 139767 w 1522114"/>
                    <a:gd name="connsiteY45" fmla="*/ 527655 h 1642841"/>
                    <a:gd name="connsiteX46" fmla="*/ 413198 w 1522114"/>
                    <a:gd name="connsiteY46" fmla="*/ 281148 h 1642841"/>
                    <a:gd name="connsiteX47" fmla="*/ 730698 w 1522114"/>
                    <a:gd name="connsiteY47" fmla="*/ 277846 h 1642841"/>
                    <a:gd name="connsiteX48" fmla="*/ 944058 w 1522114"/>
                    <a:gd name="connsiteY48" fmla="*/ 403957 h 1642841"/>
                    <a:gd name="connsiteX49" fmla="*/ 1076900 w 1522114"/>
                    <a:gd name="connsiteY49" fmla="*/ 117826 h 1642841"/>
                    <a:gd name="connsiteX50" fmla="*/ 971617 w 1522114"/>
                    <a:gd name="connsiteY50" fmla="*/ 439898 h 1642841"/>
                    <a:gd name="connsiteX51" fmla="*/ 1070423 w 1522114"/>
                    <a:gd name="connsiteY51" fmla="*/ 594965 h 1642841"/>
                    <a:gd name="connsiteX52" fmla="*/ 1107507 w 1522114"/>
                    <a:gd name="connsiteY52" fmla="*/ 698978 h 1642841"/>
                    <a:gd name="connsiteX53" fmla="*/ 1261939 w 1522114"/>
                    <a:gd name="connsiteY53" fmla="*/ 34260 h 1642841"/>
                    <a:gd name="connsiteX54" fmla="*/ 1076900 w 1522114"/>
                    <a:gd name="connsiteY54" fmla="*/ 117826 h 1642841"/>
                    <a:gd name="connsiteX55" fmla="*/ 175327 w 1522114"/>
                    <a:gd name="connsiteY55" fmla="*/ 511526 h 1642841"/>
                    <a:gd name="connsiteX56" fmla="*/ 227270 w 1522114"/>
                    <a:gd name="connsiteY56" fmla="*/ 528671 h 1642841"/>
                    <a:gd name="connsiteX57" fmla="*/ 284801 w 1522114"/>
                    <a:gd name="connsiteY57" fmla="*/ 683611 h 1642841"/>
                    <a:gd name="connsiteX58" fmla="*/ 256607 w 1522114"/>
                    <a:gd name="connsiteY58" fmla="*/ 823946 h 1642841"/>
                    <a:gd name="connsiteX59" fmla="*/ 204283 w 1522114"/>
                    <a:gd name="connsiteY59" fmla="*/ 870682 h 1642841"/>
                    <a:gd name="connsiteX60" fmla="*/ 615128 w 1522114"/>
                    <a:gd name="connsiteY60" fmla="*/ 1046958 h 1642841"/>
                    <a:gd name="connsiteX61" fmla="*/ 979491 w 1522114"/>
                    <a:gd name="connsiteY61" fmla="*/ 874619 h 1642841"/>
                    <a:gd name="connsiteX62" fmla="*/ 1018353 w 1522114"/>
                    <a:gd name="connsiteY62" fmla="*/ 580614 h 1642841"/>
                    <a:gd name="connsiteX63" fmla="*/ 672151 w 1522114"/>
                    <a:gd name="connsiteY63" fmla="*/ 291689 h 1642841"/>
                    <a:gd name="connsiteX64" fmla="*/ 175327 w 1522114"/>
                    <a:gd name="connsiteY64" fmla="*/ 511526 h 1642841"/>
                    <a:gd name="connsiteX65" fmla="*/ 159833 w 1522114"/>
                    <a:gd name="connsiteY65" fmla="*/ 546832 h 1642841"/>
                    <a:gd name="connsiteX66" fmla="*/ 104588 w 1522114"/>
                    <a:gd name="connsiteY66" fmla="*/ 735046 h 1642841"/>
                    <a:gd name="connsiteX67" fmla="*/ 197679 w 1522114"/>
                    <a:gd name="connsiteY67" fmla="*/ 841091 h 1642841"/>
                    <a:gd name="connsiteX68" fmla="*/ 250892 w 1522114"/>
                    <a:gd name="connsiteY68" fmla="*/ 759303 h 1642841"/>
                    <a:gd name="connsiteX69" fmla="*/ 234636 w 1522114"/>
                    <a:gd name="connsiteY69" fmla="*/ 583535 h 1642841"/>
                    <a:gd name="connsiteX70" fmla="*/ 159833 w 1522114"/>
                    <a:gd name="connsiteY70" fmla="*/ 546832 h 1642841"/>
                    <a:gd name="connsiteX71" fmla="*/ 1052135 w 1522114"/>
                    <a:gd name="connsiteY71" fmla="*/ 604998 h 1642841"/>
                    <a:gd name="connsiteX72" fmla="*/ 1041086 w 1522114"/>
                    <a:gd name="connsiteY72" fmla="*/ 814040 h 1642841"/>
                    <a:gd name="connsiteX73" fmla="*/ 1052135 w 1522114"/>
                    <a:gd name="connsiteY73" fmla="*/ 604998 h 1642841"/>
                    <a:gd name="connsiteX74" fmla="*/ 441011 w 1522114"/>
                    <a:gd name="connsiteY74" fmla="*/ 1051911 h 1642841"/>
                    <a:gd name="connsiteX75" fmla="*/ 658816 w 1522114"/>
                    <a:gd name="connsiteY75" fmla="*/ 1085566 h 1642841"/>
                    <a:gd name="connsiteX76" fmla="*/ 569154 w 1522114"/>
                    <a:gd name="connsiteY76" fmla="*/ 1069564 h 1642841"/>
                    <a:gd name="connsiteX77" fmla="*/ 441011 w 1522114"/>
                    <a:gd name="connsiteY77" fmla="*/ 1051911 h 1642841"/>
                    <a:gd name="connsiteX78" fmla="*/ 303597 w 1522114"/>
                    <a:gd name="connsiteY78" fmla="*/ 1102457 h 1642841"/>
                    <a:gd name="connsiteX79" fmla="*/ 288992 w 1522114"/>
                    <a:gd name="connsiteY79" fmla="*/ 1132048 h 1642841"/>
                    <a:gd name="connsiteX80" fmla="*/ 345380 w 1522114"/>
                    <a:gd name="connsiteY80" fmla="*/ 1182467 h 1642841"/>
                    <a:gd name="connsiteX81" fmla="*/ 332934 w 1522114"/>
                    <a:gd name="connsiteY81" fmla="*/ 1340328 h 1642841"/>
                    <a:gd name="connsiteX82" fmla="*/ 384369 w 1522114"/>
                    <a:gd name="connsiteY82" fmla="*/ 1268827 h 1642841"/>
                    <a:gd name="connsiteX83" fmla="*/ 303597 w 1522114"/>
                    <a:gd name="connsiteY83" fmla="*/ 1102457 h 1642841"/>
                    <a:gd name="connsiteX84" fmla="*/ 1154370 w 1522114"/>
                    <a:gd name="connsiteY84" fmla="*/ 1221583 h 1642841"/>
                    <a:gd name="connsiteX85" fmla="*/ 1130875 w 1522114"/>
                    <a:gd name="connsiteY85" fmla="*/ 1414623 h 1642841"/>
                    <a:gd name="connsiteX86" fmla="*/ 1261431 w 1522114"/>
                    <a:gd name="connsiteY86" fmla="*/ 1470249 h 1642841"/>
                    <a:gd name="connsiteX87" fmla="*/ 1374969 w 1522114"/>
                    <a:gd name="connsiteY87" fmla="*/ 1481679 h 1642841"/>
                    <a:gd name="connsiteX88" fmla="*/ 1357316 w 1522114"/>
                    <a:gd name="connsiteY88" fmla="*/ 1452977 h 1642841"/>
                    <a:gd name="connsiteX89" fmla="*/ 1258637 w 1522114"/>
                    <a:gd name="connsiteY89" fmla="*/ 1393414 h 1642841"/>
                    <a:gd name="connsiteX90" fmla="*/ 1445581 w 1522114"/>
                    <a:gd name="connsiteY90" fmla="*/ 1436721 h 1642841"/>
                    <a:gd name="connsiteX91" fmla="*/ 1403163 w 1522114"/>
                    <a:gd name="connsiteY91" fmla="*/ 1384143 h 1642841"/>
                    <a:gd name="connsiteX92" fmla="*/ 1296229 w 1522114"/>
                    <a:gd name="connsiteY92" fmla="*/ 1339185 h 1642841"/>
                    <a:gd name="connsiteX93" fmla="*/ 1489269 w 1522114"/>
                    <a:gd name="connsiteY93" fmla="*/ 1366871 h 1642841"/>
                    <a:gd name="connsiteX94" fmla="*/ 1491174 w 1522114"/>
                    <a:gd name="connsiteY94" fmla="*/ 1347059 h 1642841"/>
                    <a:gd name="connsiteX95" fmla="*/ 1235269 w 1522114"/>
                    <a:gd name="connsiteY95" fmla="*/ 1255111 h 1642841"/>
                    <a:gd name="connsiteX96" fmla="*/ 1341060 w 1522114"/>
                    <a:gd name="connsiteY96" fmla="*/ 1178657 h 1642841"/>
                    <a:gd name="connsiteX97" fmla="*/ 1301944 w 1522114"/>
                    <a:gd name="connsiteY97" fmla="*/ 1139668 h 1642841"/>
                    <a:gd name="connsiteX98" fmla="*/ 1154370 w 1522114"/>
                    <a:gd name="connsiteY98" fmla="*/ 1221583 h 1642841"/>
                    <a:gd name="connsiteX99" fmla="*/ 857063 w 1522114"/>
                    <a:gd name="connsiteY99" fmla="*/ 1188436 h 1642841"/>
                    <a:gd name="connsiteX100" fmla="*/ 878272 w 1522114"/>
                    <a:gd name="connsiteY100" fmla="*/ 1307816 h 1642841"/>
                    <a:gd name="connsiteX101" fmla="*/ 905704 w 1522114"/>
                    <a:gd name="connsiteY101" fmla="*/ 1547719 h 1642841"/>
                    <a:gd name="connsiteX102" fmla="*/ 1188660 w 1522114"/>
                    <a:gd name="connsiteY102" fmla="*/ 1481298 h 1642841"/>
                    <a:gd name="connsiteX103" fmla="*/ 1073344 w 1522114"/>
                    <a:gd name="connsiteY103" fmla="*/ 1307181 h 1642841"/>
                    <a:gd name="connsiteX104" fmla="*/ 973522 w 1522114"/>
                    <a:gd name="connsiteY104" fmla="*/ 1445103 h 1642841"/>
                    <a:gd name="connsiteX105" fmla="*/ 945201 w 1522114"/>
                    <a:gd name="connsiteY105" fmla="*/ 1494506 h 1642841"/>
                    <a:gd name="connsiteX106" fmla="*/ 974665 w 1522114"/>
                    <a:gd name="connsiteY106" fmla="*/ 1373729 h 1642841"/>
                    <a:gd name="connsiteX107" fmla="*/ 857063 w 1522114"/>
                    <a:gd name="connsiteY107" fmla="*/ 1188436 h 1642841"/>
                    <a:gd name="connsiteX0" fmla="*/ 1014924 w 1522114"/>
                    <a:gd name="connsiteY0" fmla="*/ 136948 h 1635803"/>
                    <a:gd name="connsiteX1" fmla="*/ 1288609 w 1522114"/>
                    <a:gd name="connsiteY1" fmla="*/ 42 h 1635803"/>
                    <a:gd name="connsiteX2" fmla="*/ 1100903 w 1522114"/>
                    <a:gd name="connsiteY2" fmla="*/ 724323 h 1635803"/>
                    <a:gd name="connsiteX3" fmla="*/ 1075122 w 1522114"/>
                    <a:gd name="connsiteY3" fmla="*/ 806746 h 1635803"/>
                    <a:gd name="connsiteX4" fmla="*/ 994858 w 1522114"/>
                    <a:gd name="connsiteY4" fmla="*/ 891074 h 1635803"/>
                    <a:gd name="connsiteX5" fmla="*/ 900370 w 1522114"/>
                    <a:gd name="connsiteY5" fmla="*/ 986070 h 1635803"/>
                    <a:gd name="connsiteX6" fmla="*/ 765623 w 1522114"/>
                    <a:gd name="connsiteY6" fmla="*/ 1048300 h 1635803"/>
                    <a:gd name="connsiteX7" fmla="*/ 993715 w 1522114"/>
                    <a:gd name="connsiteY7" fmla="*/ 1351449 h 1635803"/>
                    <a:gd name="connsiteX8" fmla="*/ 1109666 w 1522114"/>
                    <a:gd name="connsiteY8" fmla="*/ 1221528 h 1635803"/>
                    <a:gd name="connsiteX9" fmla="*/ 1283275 w 1522114"/>
                    <a:gd name="connsiteY9" fmla="*/ 1110911 h 1635803"/>
                    <a:gd name="connsiteX10" fmla="*/ 1372810 w 1522114"/>
                    <a:gd name="connsiteY10" fmla="*/ 1159044 h 1635803"/>
                    <a:gd name="connsiteX11" fmla="*/ 1290260 w 1522114"/>
                    <a:gd name="connsiteY11" fmla="*/ 1244261 h 1635803"/>
                    <a:gd name="connsiteX12" fmla="*/ 1514796 w 1522114"/>
                    <a:gd name="connsiteY12" fmla="*/ 1325541 h 1635803"/>
                    <a:gd name="connsiteX13" fmla="*/ 1460440 w 1522114"/>
                    <a:gd name="connsiteY13" fmla="*/ 1390565 h 1635803"/>
                    <a:gd name="connsiteX14" fmla="*/ 1460821 w 1522114"/>
                    <a:gd name="connsiteY14" fmla="*/ 1438698 h 1635803"/>
                    <a:gd name="connsiteX15" fmla="*/ 1403163 w 1522114"/>
                    <a:gd name="connsiteY15" fmla="*/ 1459907 h 1635803"/>
                    <a:gd name="connsiteX16" fmla="*/ 1396686 w 1522114"/>
                    <a:gd name="connsiteY16" fmla="*/ 1490260 h 1635803"/>
                    <a:gd name="connsiteX17" fmla="*/ 1222569 w 1522114"/>
                    <a:gd name="connsiteY17" fmla="*/ 1482132 h 1635803"/>
                    <a:gd name="connsiteX18" fmla="*/ 1041340 w 1522114"/>
                    <a:gd name="connsiteY18" fmla="*/ 1583351 h 1635803"/>
                    <a:gd name="connsiteX19" fmla="*/ 907228 w 1522114"/>
                    <a:gd name="connsiteY19" fmla="*/ 1570270 h 1635803"/>
                    <a:gd name="connsiteX20" fmla="*/ 909260 w 1522114"/>
                    <a:gd name="connsiteY20" fmla="*/ 1626150 h 1635803"/>
                    <a:gd name="connsiteX21" fmla="*/ 884622 w 1522114"/>
                    <a:gd name="connsiteY21" fmla="*/ 1624626 h 1635803"/>
                    <a:gd name="connsiteX22" fmla="*/ 878780 w 1522114"/>
                    <a:gd name="connsiteY22" fmla="*/ 1550204 h 1635803"/>
                    <a:gd name="connsiteX23" fmla="*/ 820106 w 1522114"/>
                    <a:gd name="connsiteY23" fmla="*/ 1144566 h 1635803"/>
                    <a:gd name="connsiteX24" fmla="*/ 747208 w 1522114"/>
                    <a:gd name="connsiteY24" fmla="*/ 1071795 h 1635803"/>
                    <a:gd name="connsiteX25" fmla="*/ 424882 w 1522114"/>
                    <a:gd name="connsiteY25" fmla="*/ 1070144 h 1635803"/>
                    <a:gd name="connsiteX26" fmla="*/ 337125 w 1522114"/>
                    <a:gd name="connsiteY26" fmla="*/ 1072303 h 1635803"/>
                    <a:gd name="connsiteX27" fmla="*/ 407610 w 1522114"/>
                    <a:gd name="connsiteY27" fmla="*/ 1284139 h 1635803"/>
                    <a:gd name="connsiteX28" fmla="*/ 322774 w 1522114"/>
                    <a:gd name="connsiteY28" fmla="*/ 1363260 h 1635803"/>
                    <a:gd name="connsiteX29" fmla="*/ 288357 w 1522114"/>
                    <a:gd name="connsiteY29" fmla="*/ 1588558 h 1635803"/>
                    <a:gd name="connsiteX30" fmla="*/ 283023 w 1522114"/>
                    <a:gd name="connsiteY30" fmla="*/ 1624626 h 1635803"/>
                    <a:gd name="connsiteX31" fmla="*/ 259020 w 1522114"/>
                    <a:gd name="connsiteY31" fmla="*/ 1629325 h 1635803"/>
                    <a:gd name="connsiteX32" fmla="*/ 323409 w 1522114"/>
                    <a:gd name="connsiteY32" fmla="*/ 1249976 h 1635803"/>
                    <a:gd name="connsiteX33" fmla="*/ 305629 w 1522114"/>
                    <a:gd name="connsiteY33" fmla="*/ 1166156 h 1635803"/>
                    <a:gd name="connsiteX34" fmla="*/ 229556 w 1522114"/>
                    <a:gd name="connsiteY34" fmla="*/ 1192318 h 1635803"/>
                    <a:gd name="connsiteX35" fmla="*/ 18228 w 1522114"/>
                    <a:gd name="connsiteY35" fmla="*/ 1623483 h 1635803"/>
                    <a:gd name="connsiteX36" fmla="*/ 2099 w 1522114"/>
                    <a:gd name="connsiteY36" fmla="*/ 1635802 h 1635803"/>
                    <a:gd name="connsiteX37" fmla="*/ 17212 w 1522114"/>
                    <a:gd name="connsiteY37" fmla="*/ 1539536 h 1635803"/>
                    <a:gd name="connsiteX38" fmla="*/ 107001 w 1522114"/>
                    <a:gd name="connsiteY38" fmla="*/ 1318556 h 1635803"/>
                    <a:gd name="connsiteX39" fmla="*/ 216983 w 1522114"/>
                    <a:gd name="connsiteY39" fmla="*/ 1168061 h 1635803"/>
                    <a:gd name="connsiteX40" fmla="*/ 304867 w 1522114"/>
                    <a:gd name="connsiteY40" fmla="*/ 1066461 h 1635803"/>
                    <a:gd name="connsiteX41" fmla="*/ 391481 w 1522114"/>
                    <a:gd name="connsiteY41" fmla="*/ 1032298 h 1635803"/>
                    <a:gd name="connsiteX42" fmla="*/ 252924 w 1522114"/>
                    <a:gd name="connsiteY42" fmla="*/ 952161 h 1635803"/>
                    <a:gd name="connsiteX43" fmla="*/ 138243 w 1522114"/>
                    <a:gd name="connsiteY43" fmla="*/ 836972 h 1635803"/>
                    <a:gd name="connsiteX44" fmla="*/ 83633 w 1522114"/>
                    <a:gd name="connsiteY44" fmla="*/ 754422 h 1635803"/>
                    <a:gd name="connsiteX45" fmla="*/ 139767 w 1522114"/>
                    <a:gd name="connsiteY45" fmla="*/ 520615 h 1635803"/>
                    <a:gd name="connsiteX46" fmla="*/ 413198 w 1522114"/>
                    <a:gd name="connsiteY46" fmla="*/ 274108 h 1635803"/>
                    <a:gd name="connsiteX47" fmla="*/ 730698 w 1522114"/>
                    <a:gd name="connsiteY47" fmla="*/ 270806 h 1635803"/>
                    <a:gd name="connsiteX48" fmla="*/ 944058 w 1522114"/>
                    <a:gd name="connsiteY48" fmla="*/ 396917 h 1635803"/>
                    <a:gd name="connsiteX49" fmla="*/ 1076900 w 1522114"/>
                    <a:gd name="connsiteY49" fmla="*/ 110786 h 1635803"/>
                    <a:gd name="connsiteX50" fmla="*/ 971617 w 1522114"/>
                    <a:gd name="connsiteY50" fmla="*/ 432858 h 1635803"/>
                    <a:gd name="connsiteX51" fmla="*/ 1070423 w 1522114"/>
                    <a:gd name="connsiteY51" fmla="*/ 587925 h 1635803"/>
                    <a:gd name="connsiteX52" fmla="*/ 1107507 w 1522114"/>
                    <a:gd name="connsiteY52" fmla="*/ 691938 h 1635803"/>
                    <a:gd name="connsiteX53" fmla="*/ 1076900 w 1522114"/>
                    <a:gd name="connsiteY53" fmla="*/ 110786 h 1635803"/>
                    <a:gd name="connsiteX54" fmla="*/ 175327 w 1522114"/>
                    <a:gd name="connsiteY54" fmla="*/ 504486 h 1635803"/>
                    <a:gd name="connsiteX55" fmla="*/ 227270 w 1522114"/>
                    <a:gd name="connsiteY55" fmla="*/ 521631 h 1635803"/>
                    <a:gd name="connsiteX56" fmla="*/ 284801 w 1522114"/>
                    <a:gd name="connsiteY56" fmla="*/ 676571 h 1635803"/>
                    <a:gd name="connsiteX57" fmla="*/ 256607 w 1522114"/>
                    <a:gd name="connsiteY57" fmla="*/ 816906 h 1635803"/>
                    <a:gd name="connsiteX58" fmla="*/ 204283 w 1522114"/>
                    <a:gd name="connsiteY58" fmla="*/ 863642 h 1635803"/>
                    <a:gd name="connsiteX59" fmla="*/ 615128 w 1522114"/>
                    <a:gd name="connsiteY59" fmla="*/ 1039918 h 1635803"/>
                    <a:gd name="connsiteX60" fmla="*/ 979491 w 1522114"/>
                    <a:gd name="connsiteY60" fmla="*/ 867579 h 1635803"/>
                    <a:gd name="connsiteX61" fmla="*/ 1018353 w 1522114"/>
                    <a:gd name="connsiteY61" fmla="*/ 573574 h 1635803"/>
                    <a:gd name="connsiteX62" fmla="*/ 672151 w 1522114"/>
                    <a:gd name="connsiteY62" fmla="*/ 284649 h 1635803"/>
                    <a:gd name="connsiteX63" fmla="*/ 175327 w 1522114"/>
                    <a:gd name="connsiteY63" fmla="*/ 504486 h 1635803"/>
                    <a:gd name="connsiteX64" fmla="*/ 159833 w 1522114"/>
                    <a:gd name="connsiteY64" fmla="*/ 539792 h 1635803"/>
                    <a:gd name="connsiteX65" fmla="*/ 104588 w 1522114"/>
                    <a:gd name="connsiteY65" fmla="*/ 728006 h 1635803"/>
                    <a:gd name="connsiteX66" fmla="*/ 197679 w 1522114"/>
                    <a:gd name="connsiteY66" fmla="*/ 834051 h 1635803"/>
                    <a:gd name="connsiteX67" fmla="*/ 250892 w 1522114"/>
                    <a:gd name="connsiteY67" fmla="*/ 752263 h 1635803"/>
                    <a:gd name="connsiteX68" fmla="*/ 234636 w 1522114"/>
                    <a:gd name="connsiteY68" fmla="*/ 576495 h 1635803"/>
                    <a:gd name="connsiteX69" fmla="*/ 159833 w 1522114"/>
                    <a:gd name="connsiteY69" fmla="*/ 539792 h 1635803"/>
                    <a:gd name="connsiteX70" fmla="*/ 1052135 w 1522114"/>
                    <a:gd name="connsiteY70" fmla="*/ 597958 h 1635803"/>
                    <a:gd name="connsiteX71" fmla="*/ 1041086 w 1522114"/>
                    <a:gd name="connsiteY71" fmla="*/ 807000 h 1635803"/>
                    <a:gd name="connsiteX72" fmla="*/ 1052135 w 1522114"/>
                    <a:gd name="connsiteY72" fmla="*/ 597958 h 1635803"/>
                    <a:gd name="connsiteX73" fmla="*/ 441011 w 1522114"/>
                    <a:gd name="connsiteY73" fmla="*/ 1044871 h 1635803"/>
                    <a:gd name="connsiteX74" fmla="*/ 658816 w 1522114"/>
                    <a:gd name="connsiteY74" fmla="*/ 1078526 h 1635803"/>
                    <a:gd name="connsiteX75" fmla="*/ 569154 w 1522114"/>
                    <a:gd name="connsiteY75" fmla="*/ 1062524 h 1635803"/>
                    <a:gd name="connsiteX76" fmla="*/ 441011 w 1522114"/>
                    <a:gd name="connsiteY76" fmla="*/ 1044871 h 1635803"/>
                    <a:gd name="connsiteX77" fmla="*/ 303597 w 1522114"/>
                    <a:gd name="connsiteY77" fmla="*/ 1095417 h 1635803"/>
                    <a:gd name="connsiteX78" fmla="*/ 288992 w 1522114"/>
                    <a:gd name="connsiteY78" fmla="*/ 1125008 h 1635803"/>
                    <a:gd name="connsiteX79" fmla="*/ 345380 w 1522114"/>
                    <a:gd name="connsiteY79" fmla="*/ 1175427 h 1635803"/>
                    <a:gd name="connsiteX80" fmla="*/ 332934 w 1522114"/>
                    <a:gd name="connsiteY80" fmla="*/ 1333288 h 1635803"/>
                    <a:gd name="connsiteX81" fmla="*/ 384369 w 1522114"/>
                    <a:gd name="connsiteY81" fmla="*/ 1261787 h 1635803"/>
                    <a:gd name="connsiteX82" fmla="*/ 303597 w 1522114"/>
                    <a:gd name="connsiteY82" fmla="*/ 1095417 h 1635803"/>
                    <a:gd name="connsiteX83" fmla="*/ 1154370 w 1522114"/>
                    <a:gd name="connsiteY83" fmla="*/ 1214543 h 1635803"/>
                    <a:gd name="connsiteX84" fmla="*/ 1130875 w 1522114"/>
                    <a:gd name="connsiteY84" fmla="*/ 1407583 h 1635803"/>
                    <a:gd name="connsiteX85" fmla="*/ 1261431 w 1522114"/>
                    <a:gd name="connsiteY85" fmla="*/ 1463209 h 1635803"/>
                    <a:gd name="connsiteX86" fmla="*/ 1374969 w 1522114"/>
                    <a:gd name="connsiteY86" fmla="*/ 1474639 h 1635803"/>
                    <a:gd name="connsiteX87" fmla="*/ 1357316 w 1522114"/>
                    <a:gd name="connsiteY87" fmla="*/ 1445937 h 1635803"/>
                    <a:gd name="connsiteX88" fmla="*/ 1258637 w 1522114"/>
                    <a:gd name="connsiteY88" fmla="*/ 1386374 h 1635803"/>
                    <a:gd name="connsiteX89" fmla="*/ 1445581 w 1522114"/>
                    <a:gd name="connsiteY89" fmla="*/ 1429681 h 1635803"/>
                    <a:gd name="connsiteX90" fmla="*/ 1403163 w 1522114"/>
                    <a:gd name="connsiteY90" fmla="*/ 1377103 h 1635803"/>
                    <a:gd name="connsiteX91" fmla="*/ 1296229 w 1522114"/>
                    <a:gd name="connsiteY91" fmla="*/ 1332145 h 1635803"/>
                    <a:gd name="connsiteX92" fmla="*/ 1489269 w 1522114"/>
                    <a:gd name="connsiteY92" fmla="*/ 1359831 h 1635803"/>
                    <a:gd name="connsiteX93" fmla="*/ 1491174 w 1522114"/>
                    <a:gd name="connsiteY93" fmla="*/ 1340019 h 1635803"/>
                    <a:gd name="connsiteX94" fmla="*/ 1235269 w 1522114"/>
                    <a:gd name="connsiteY94" fmla="*/ 1248071 h 1635803"/>
                    <a:gd name="connsiteX95" fmla="*/ 1341060 w 1522114"/>
                    <a:gd name="connsiteY95" fmla="*/ 1171617 h 1635803"/>
                    <a:gd name="connsiteX96" fmla="*/ 1301944 w 1522114"/>
                    <a:gd name="connsiteY96" fmla="*/ 1132628 h 1635803"/>
                    <a:gd name="connsiteX97" fmla="*/ 1154370 w 1522114"/>
                    <a:gd name="connsiteY97" fmla="*/ 1214543 h 1635803"/>
                    <a:gd name="connsiteX98" fmla="*/ 857063 w 1522114"/>
                    <a:gd name="connsiteY98" fmla="*/ 1181396 h 1635803"/>
                    <a:gd name="connsiteX99" fmla="*/ 878272 w 1522114"/>
                    <a:gd name="connsiteY99" fmla="*/ 1300776 h 1635803"/>
                    <a:gd name="connsiteX100" fmla="*/ 905704 w 1522114"/>
                    <a:gd name="connsiteY100" fmla="*/ 1540679 h 1635803"/>
                    <a:gd name="connsiteX101" fmla="*/ 1188660 w 1522114"/>
                    <a:gd name="connsiteY101" fmla="*/ 1474258 h 1635803"/>
                    <a:gd name="connsiteX102" fmla="*/ 1073344 w 1522114"/>
                    <a:gd name="connsiteY102" fmla="*/ 1300141 h 1635803"/>
                    <a:gd name="connsiteX103" fmla="*/ 973522 w 1522114"/>
                    <a:gd name="connsiteY103" fmla="*/ 1438063 h 1635803"/>
                    <a:gd name="connsiteX104" fmla="*/ 945201 w 1522114"/>
                    <a:gd name="connsiteY104" fmla="*/ 1487466 h 1635803"/>
                    <a:gd name="connsiteX105" fmla="*/ 974665 w 1522114"/>
                    <a:gd name="connsiteY105" fmla="*/ 1366689 h 1635803"/>
                    <a:gd name="connsiteX106" fmla="*/ 857063 w 1522114"/>
                    <a:gd name="connsiteY106" fmla="*/ 1181396 h 1635803"/>
                    <a:gd name="connsiteX0" fmla="*/ 1014924 w 1522114"/>
                    <a:gd name="connsiteY0" fmla="*/ 26162 h 1525016"/>
                    <a:gd name="connsiteX1" fmla="*/ 1100903 w 1522114"/>
                    <a:gd name="connsiteY1" fmla="*/ 613537 h 1525016"/>
                    <a:gd name="connsiteX2" fmla="*/ 1075122 w 1522114"/>
                    <a:gd name="connsiteY2" fmla="*/ 695960 h 1525016"/>
                    <a:gd name="connsiteX3" fmla="*/ 994858 w 1522114"/>
                    <a:gd name="connsiteY3" fmla="*/ 780288 h 1525016"/>
                    <a:gd name="connsiteX4" fmla="*/ 900370 w 1522114"/>
                    <a:gd name="connsiteY4" fmla="*/ 875284 h 1525016"/>
                    <a:gd name="connsiteX5" fmla="*/ 765623 w 1522114"/>
                    <a:gd name="connsiteY5" fmla="*/ 937514 h 1525016"/>
                    <a:gd name="connsiteX6" fmla="*/ 993715 w 1522114"/>
                    <a:gd name="connsiteY6" fmla="*/ 1240663 h 1525016"/>
                    <a:gd name="connsiteX7" fmla="*/ 1109666 w 1522114"/>
                    <a:gd name="connsiteY7" fmla="*/ 1110742 h 1525016"/>
                    <a:gd name="connsiteX8" fmla="*/ 1283275 w 1522114"/>
                    <a:gd name="connsiteY8" fmla="*/ 1000125 h 1525016"/>
                    <a:gd name="connsiteX9" fmla="*/ 1372810 w 1522114"/>
                    <a:gd name="connsiteY9" fmla="*/ 1048258 h 1525016"/>
                    <a:gd name="connsiteX10" fmla="*/ 1290260 w 1522114"/>
                    <a:gd name="connsiteY10" fmla="*/ 1133475 h 1525016"/>
                    <a:gd name="connsiteX11" fmla="*/ 1514796 w 1522114"/>
                    <a:gd name="connsiteY11" fmla="*/ 1214755 h 1525016"/>
                    <a:gd name="connsiteX12" fmla="*/ 1460440 w 1522114"/>
                    <a:gd name="connsiteY12" fmla="*/ 1279779 h 1525016"/>
                    <a:gd name="connsiteX13" fmla="*/ 1460821 w 1522114"/>
                    <a:gd name="connsiteY13" fmla="*/ 1327912 h 1525016"/>
                    <a:gd name="connsiteX14" fmla="*/ 1403163 w 1522114"/>
                    <a:gd name="connsiteY14" fmla="*/ 1349121 h 1525016"/>
                    <a:gd name="connsiteX15" fmla="*/ 1396686 w 1522114"/>
                    <a:gd name="connsiteY15" fmla="*/ 1379474 h 1525016"/>
                    <a:gd name="connsiteX16" fmla="*/ 1222569 w 1522114"/>
                    <a:gd name="connsiteY16" fmla="*/ 1371346 h 1525016"/>
                    <a:gd name="connsiteX17" fmla="*/ 1041340 w 1522114"/>
                    <a:gd name="connsiteY17" fmla="*/ 1472565 h 1525016"/>
                    <a:gd name="connsiteX18" fmla="*/ 907228 w 1522114"/>
                    <a:gd name="connsiteY18" fmla="*/ 1459484 h 1525016"/>
                    <a:gd name="connsiteX19" fmla="*/ 909260 w 1522114"/>
                    <a:gd name="connsiteY19" fmla="*/ 1515364 h 1525016"/>
                    <a:gd name="connsiteX20" fmla="*/ 884622 w 1522114"/>
                    <a:gd name="connsiteY20" fmla="*/ 1513840 h 1525016"/>
                    <a:gd name="connsiteX21" fmla="*/ 878780 w 1522114"/>
                    <a:gd name="connsiteY21" fmla="*/ 1439418 h 1525016"/>
                    <a:gd name="connsiteX22" fmla="*/ 820106 w 1522114"/>
                    <a:gd name="connsiteY22" fmla="*/ 1033780 h 1525016"/>
                    <a:gd name="connsiteX23" fmla="*/ 747208 w 1522114"/>
                    <a:gd name="connsiteY23" fmla="*/ 961009 h 1525016"/>
                    <a:gd name="connsiteX24" fmla="*/ 424882 w 1522114"/>
                    <a:gd name="connsiteY24" fmla="*/ 959358 h 1525016"/>
                    <a:gd name="connsiteX25" fmla="*/ 337125 w 1522114"/>
                    <a:gd name="connsiteY25" fmla="*/ 961517 h 1525016"/>
                    <a:gd name="connsiteX26" fmla="*/ 407610 w 1522114"/>
                    <a:gd name="connsiteY26" fmla="*/ 1173353 h 1525016"/>
                    <a:gd name="connsiteX27" fmla="*/ 322774 w 1522114"/>
                    <a:gd name="connsiteY27" fmla="*/ 1252474 h 1525016"/>
                    <a:gd name="connsiteX28" fmla="*/ 288357 w 1522114"/>
                    <a:gd name="connsiteY28" fmla="*/ 1477772 h 1525016"/>
                    <a:gd name="connsiteX29" fmla="*/ 283023 w 1522114"/>
                    <a:gd name="connsiteY29" fmla="*/ 1513840 h 1525016"/>
                    <a:gd name="connsiteX30" fmla="*/ 259020 w 1522114"/>
                    <a:gd name="connsiteY30" fmla="*/ 1518539 h 1525016"/>
                    <a:gd name="connsiteX31" fmla="*/ 323409 w 1522114"/>
                    <a:gd name="connsiteY31" fmla="*/ 1139190 h 1525016"/>
                    <a:gd name="connsiteX32" fmla="*/ 305629 w 1522114"/>
                    <a:gd name="connsiteY32" fmla="*/ 1055370 h 1525016"/>
                    <a:gd name="connsiteX33" fmla="*/ 229556 w 1522114"/>
                    <a:gd name="connsiteY33" fmla="*/ 1081532 h 1525016"/>
                    <a:gd name="connsiteX34" fmla="*/ 18228 w 1522114"/>
                    <a:gd name="connsiteY34" fmla="*/ 1512697 h 1525016"/>
                    <a:gd name="connsiteX35" fmla="*/ 2099 w 1522114"/>
                    <a:gd name="connsiteY35" fmla="*/ 1525016 h 1525016"/>
                    <a:gd name="connsiteX36" fmla="*/ 17212 w 1522114"/>
                    <a:gd name="connsiteY36" fmla="*/ 1428750 h 1525016"/>
                    <a:gd name="connsiteX37" fmla="*/ 107001 w 1522114"/>
                    <a:gd name="connsiteY37" fmla="*/ 1207770 h 1525016"/>
                    <a:gd name="connsiteX38" fmla="*/ 216983 w 1522114"/>
                    <a:gd name="connsiteY38" fmla="*/ 1057275 h 1525016"/>
                    <a:gd name="connsiteX39" fmla="*/ 304867 w 1522114"/>
                    <a:gd name="connsiteY39" fmla="*/ 955675 h 1525016"/>
                    <a:gd name="connsiteX40" fmla="*/ 391481 w 1522114"/>
                    <a:gd name="connsiteY40" fmla="*/ 921512 h 1525016"/>
                    <a:gd name="connsiteX41" fmla="*/ 252924 w 1522114"/>
                    <a:gd name="connsiteY41" fmla="*/ 841375 h 1525016"/>
                    <a:gd name="connsiteX42" fmla="*/ 138243 w 1522114"/>
                    <a:gd name="connsiteY42" fmla="*/ 726186 h 1525016"/>
                    <a:gd name="connsiteX43" fmla="*/ 83633 w 1522114"/>
                    <a:gd name="connsiteY43" fmla="*/ 643636 h 1525016"/>
                    <a:gd name="connsiteX44" fmla="*/ 139767 w 1522114"/>
                    <a:gd name="connsiteY44" fmla="*/ 409829 h 1525016"/>
                    <a:gd name="connsiteX45" fmla="*/ 413198 w 1522114"/>
                    <a:gd name="connsiteY45" fmla="*/ 163322 h 1525016"/>
                    <a:gd name="connsiteX46" fmla="*/ 730698 w 1522114"/>
                    <a:gd name="connsiteY46" fmla="*/ 160020 h 1525016"/>
                    <a:gd name="connsiteX47" fmla="*/ 944058 w 1522114"/>
                    <a:gd name="connsiteY47" fmla="*/ 286131 h 1525016"/>
                    <a:gd name="connsiteX48" fmla="*/ 1076900 w 1522114"/>
                    <a:gd name="connsiteY48" fmla="*/ 0 h 1525016"/>
                    <a:gd name="connsiteX49" fmla="*/ 971617 w 1522114"/>
                    <a:gd name="connsiteY49" fmla="*/ 322072 h 1525016"/>
                    <a:gd name="connsiteX50" fmla="*/ 1070423 w 1522114"/>
                    <a:gd name="connsiteY50" fmla="*/ 477139 h 1525016"/>
                    <a:gd name="connsiteX51" fmla="*/ 1107507 w 1522114"/>
                    <a:gd name="connsiteY51" fmla="*/ 581152 h 1525016"/>
                    <a:gd name="connsiteX52" fmla="*/ 1076900 w 1522114"/>
                    <a:gd name="connsiteY52" fmla="*/ 0 h 1525016"/>
                    <a:gd name="connsiteX53" fmla="*/ 175327 w 1522114"/>
                    <a:gd name="connsiteY53" fmla="*/ 393700 h 1525016"/>
                    <a:gd name="connsiteX54" fmla="*/ 227270 w 1522114"/>
                    <a:gd name="connsiteY54" fmla="*/ 410845 h 1525016"/>
                    <a:gd name="connsiteX55" fmla="*/ 284801 w 1522114"/>
                    <a:gd name="connsiteY55" fmla="*/ 565785 h 1525016"/>
                    <a:gd name="connsiteX56" fmla="*/ 256607 w 1522114"/>
                    <a:gd name="connsiteY56" fmla="*/ 706120 h 1525016"/>
                    <a:gd name="connsiteX57" fmla="*/ 204283 w 1522114"/>
                    <a:gd name="connsiteY57" fmla="*/ 752856 h 1525016"/>
                    <a:gd name="connsiteX58" fmla="*/ 615128 w 1522114"/>
                    <a:gd name="connsiteY58" fmla="*/ 929132 h 1525016"/>
                    <a:gd name="connsiteX59" fmla="*/ 979491 w 1522114"/>
                    <a:gd name="connsiteY59" fmla="*/ 756793 h 1525016"/>
                    <a:gd name="connsiteX60" fmla="*/ 1018353 w 1522114"/>
                    <a:gd name="connsiteY60" fmla="*/ 462788 h 1525016"/>
                    <a:gd name="connsiteX61" fmla="*/ 672151 w 1522114"/>
                    <a:gd name="connsiteY61" fmla="*/ 173863 h 1525016"/>
                    <a:gd name="connsiteX62" fmla="*/ 175327 w 1522114"/>
                    <a:gd name="connsiteY62" fmla="*/ 393700 h 1525016"/>
                    <a:gd name="connsiteX63" fmla="*/ 159833 w 1522114"/>
                    <a:gd name="connsiteY63" fmla="*/ 429006 h 1525016"/>
                    <a:gd name="connsiteX64" fmla="*/ 104588 w 1522114"/>
                    <a:gd name="connsiteY64" fmla="*/ 617220 h 1525016"/>
                    <a:gd name="connsiteX65" fmla="*/ 197679 w 1522114"/>
                    <a:gd name="connsiteY65" fmla="*/ 723265 h 1525016"/>
                    <a:gd name="connsiteX66" fmla="*/ 250892 w 1522114"/>
                    <a:gd name="connsiteY66" fmla="*/ 641477 h 1525016"/>
                    <a:gd name="connsiteX67" fmla="*/ 234636 w 1522114"/>
                    <a:gd name="connsiteY67" fmla="*/ 465709 h 1525016"/>
                    <a:gd name="connsiteX68" fmla="*/ 159833 w 1522114"/>
                    <a:gd name="connsiteY68" fmla="*/ 429006 h 1525016"/>
                    <a:gd name="connsiteX69" fmla="*/ 1052135 w 1522114"/>
                    <a:gd name="connsiteY69" fmla="*/ 487172 h 1525016"/>
                    <a:gd name="connsiteX70" fmla="*/ 1041086 w 1522114"/>
                    <a:gd name="connsiteY70" fmla="*/ 696214 h 1525016"/>
                    <a:gd name="connsiteX71" fmla="*/ 1052135 w 1522114"/>
                    <a:gd name="connsiteY71" fmla="*/ 487172 h 1525016"/>
                    <a:gd name="connsiteX72" fmla="*/ 441011 w 1522114"/>
                    <a:gd name="connsiteY72" fmla="*/ 934085 h 1525016"/>
                    <a:gd name="connsiteX73" fmla="*/ 658816 w 1522114"/>
                    <a:gd name="connsiteY73" fmla="*/ 967740 h 1525016"/>
                    <a:gd name="connsiteX74" fmla="*/ 569154 w 1522114"/>
                    <a:gd name="connsiteY74" fmla="*/ 951738 h 1525016"/>
                    <a:gd name="connsiteX75" fmla="*/ 441011 w 1522114"/>
                    <a:gd name="connsiteY75" fmla="*/ 934085 h 1525016"/>
                    <a:gd name="connsiteX76" fmla="*/ 303597 w 1522114"/>
                    <a:gd name="connsiteY76" fmla="*/ 984631 h 1525016"/>
                    <a:gd name="connsiteX77" fmla="*/ 288992 w 1522114"/>
                    <a:gd name="connsiteY77" fmla="*/ 1014222 h 1525016"/>
                    <a:gd name="connsiteX78" fmla="*/ 345380 w 1522114"/>
                    <a:gd name="connsiteY78" fmla="*/ 1064641 h 1525016"/>
                    <a:gd name="connsiteX79" fmla="*/ 332934 w 1522114"/>
                    <a:gd name="connsiteY79" fmla="*/ 1222502 h 1525016"/>
                    <a:gd name="connsiteX80" fmla="*/ 384369 w 1522114"/>
                    <a:gd name="connsiteY80" fmla="*/ 1151001 h 1525016"/>
                    <a:gd name="connsiteX81" fmla="*/ 303597 w 1522114"/>
                    <a:gd name="connsiteY81" fmla="*/ 984631 h 1525016"/>
                    <a:gd name="connsiteX82" fmla="*/ 1154370 w 1522114"/>
                    <a:gd name="connsiteY82" fmla="*/ 1103757 h 1525016"/>
                    <a:gd name="connsiteX83" fmla="*/ 1130875 w 1522114"/>
                    <a:gd name="connsiteY83" fmla="*/ 1296797 h 1525016"/>
                    <a:gd name="connsiteX84" fmla="*/ 1261431 w 1522114"/>
                    <a:gd name="connsiteY84" fmla="*/ 1352423 h 1525016"/>
                    <a:gd name="connsiteX85" fmla="*/ 1374969 w 1522114"/>
                    <a:gd name="connsiteY85" fmla="*/ 1363853 h 1525016"/>
                    <a:gd name="connsiteX86" fmla="*/ 1357316 w 1522114"/>
                    <a:gd name="connsiteY86" fmla="*/ 1335151 h 1525016"/>
                    <a:gd name="connsiteX87" fmla="*/ 1258637 w 1522114"/>
                    <a:gd name="connsiteY87" fmla="*/ 1275588 h 1525016"/>
                    <a:gd name="connsiteX88" fmla="*/ 1445581 w 1522114"/>
                    <a:gd name="connsiteY88" fmla="*/ 1318895 h 1525016"/>
                    <a:gd name="connsiteX89" fmla="*/ 1403163 w 1522114"/>
                    <a:gd name="connsiteY89" fmla="*/ 1266317 h 1525016"/>
                    <a:gd name="connsiteX90" fmla="*/ 1296229 w 1522114"/>
                    <a:gd name="connsiteY90" fmla="*/ 1221359 h 1525016"/>
                    <a:gd name="connsiteX91" fmla="*/ 1489269 w 1522114"/>
                    <a:gd name="connsiteY91" fmla="*/ 1249045 h 1525016"/>
                    <a:gd name="connsiteX92" fmla="*/ 1491174 w 1522114"/>
                    <a:gd name="connsiteY92" fmla="*/ 1229233 h 1525016"/>
                    <a:gd name="connsiteX93" fmla="*/ 1235269 w 1522114"/>
                    <a:gd name="connsiteY93" fmla="*/ 1137285 h 1525016"/>
                    <a:gd name="connsiteX94" fmla="*/ 1341060 w 1522114"/>
                    <a:gd name="connsiteY94" fmla="*/ 1060831 h 1525016"/>
                    <a:gd name="connsiteX95" fmla="*/ 1301944 w 1522114"/>
                    <a:gd name="connsiteY95" fmla="*/ 1021842 h 1525016"/>
                    <a:gd name="connsiteX96" fmla="*/ 1154370 w 1522114"/>
                    <a:gd name="connsiteY96" fmla="*/ 1103757 h 1525016"/>
                    <a:gd name="connsiteX97" fmla="*/ 857063 w 1522114"/>
                    <a:gd name="connsiteY97" fmla="*/ 1070610 h 1525016"/>
                    <a:gd name="connsiteX98" fmla="*/ 878272 w 1522114"/>
                    <a:gd name="connsiteY98" fmla="*/ 1189990 h 1525016"/>
                    <a:gd name="connsiteX99" fmla="*/ 905704 w 1522114"/>
                    <a:gd name="connsiteY99" fmla="*/ 1429893 h 1525016"/>
                    <a:gd name="connsiteX100" fmla="*/ 1188660 w 1522114"/>
                    <a:gd name="connsiteY100" fmla="*/ 1363472 h 1525016"/>
                    <a:gd name="connsiteX101" fmla="*/ 1073344 w 1522114"/>
                    <a:gd name="connsiteY101" fmla="*/ 1189355 h 1525016"/>
                    <a:gd name="connsiteX102" fmla="*/ 973522 w 1522114"/>
                    <a:gd name="connsiteY102" fmla="*/ 1327277 h 1525016"/>
                    <a:gd name="connsiteX103" fmla="*/ 945201 w 1522114"/>
                    <a:gd name="connsiteY103" fmla="*/ 1376680 h 1525016"/>
                    <a:gd name="connsiteX104" fmla="*/ 974665 w 1522114"/>
                    <a:gd name="connsiteY104" fmla="*/ 1255903 h 1525016"/>
                    <a:gd name="connsiteX105" fmla="*/ 857063 w 1522114"/>
                    <a:gd name="connsiteY105" fmla="*/ 1070610 h 1525016"/>
                    <a:gd name="connsiteX0" fmla="*/ 1014924 w 1522114"/>
                    <a:gd name="connsiteY0" fmla="*/ 26162 h 1525016"/>
                    <a:gd name="connsiteX1" fmla="*/ 1100903 w 1522114"/>
                    <a:gd name="connsiteY1" fmla="*/ 613537 h 1525016"/>
                    <a:gd name="connsiteX2" fmla="*/ 1075122 w 1522114"/>
                    <a:gd name="connsiteY2" fmla="*/ 695960 h 1525016"/>
                    <a:gd name="connsiteX3" fmla="*/ 994858 w 1522114"/>
                    <a:gd name="connsiteY3" fmla="*/ 780288 h 1525016"/>
                    <a:gd name="connsiteX4" fmla="*/ 900370 w 1522114"/>
                    <a:gd name="connsiteY4" fmla="*/ 875284 h 1525016"/>
                    <a:gd name="connsiteX5" fmla="*/ 765623 w 1522114"/>
                    <a:gd name="connsiteY5" fmla="*/ 937514 h 1525016"/>
                    <a:gd name="connsiteX6" fmla="*/ 993715 w 1522114"/>
                    <a:gd name="connsiteY6" fmla="*/ 1240663 h 1525016"/>
                    <a:gd name="connsiteX7" fmla="*/ 1109666 w 1522114"/>
                    <a:gd name="connsiteY7" fmla="*/ 1110742 h 1525016"/>
                    <a:gd name="connsiteX8" fmla="*/ 1283275 w 1522114"/>
                    <a:gd name="connsiteY8" fmla="*/ 1000125 h 1525016"/>
                    <a:gd name="connsiteX9" fmla="*/ 1372810 w 1522114"/>
                    <a:gd name="connsiteY9" fmla="*/ 1048258 h 1525016"/>
                    <a:gd name="connsiteX10" fmla="*/ 1290260 w 1522114"/>
                    <a:gd name="connsiteY10" fmla="*/ 1133475 h 1525016"/>
                    <a:gd name="connsiteX11" fmla="*/ 1514796 w 1522114"/>
                    <a:gd name="connsiteY11" fmla="*/ 1214755 h 1525016"/>
                    <a:gd name="connsiteX12" fmla="*/ 1460440 w 1522114"/>
                    <a:gd name="connsiteY12" fmla="*/ 1279779 h 1525016"/>
                    <a:gd name="connsiteX13" fmla="*/ 1460821 w 1522114"/>
                    <a:gd name="connsiteY13" fmla="*/ 1327912 h 1525016"/>
                    <a:gd name="connsiteX14" fmla="*/ 1403163 w 1522114"/>
                    <a:gd name="connsiteY14" fmla="*/ 1349121 h 1525016"/>
                    <a:gd name="connsiteX15" fmla="*/ 1396686 w 1522114"/>
                    <a:gd name="connsiteY15" fmla="*/ 1379474 h 1525016"/>
                    <a:gd name="connsiteX16" fmla="*/ 1222569 w 1522114"/>
                    <a:gd name="connsiteY16" fmla="*/ 1371346 h 1525016"/>
                    <a:gd name="connsiteX17" fmla="*/ 1041340 w 1522114"/>
                    <a:gd name="connsiteY17" fmla="*/ 1472565 h 1525016"/>
                    <a:gd name="connsiteX18" fmla="*/ 907228 w 1522114"/>
                    <a:gd name="connsiteY18" fmla="*/ 1459484 h 1525016"/>
                    <a:gd name="connsiteX19" fmla="*/ 909260 w 1522114"/>
                    <a:gd name="connsiteY19" fmla="*/ 1515364 h 1525016"/>
                    <a:gd name="connsiteX20" fmla="*/ 884622 w 1522114"/>
                    <a:gd name="connsiteY20" fmla="*/ 1513840 h 1525016"/>
                    <a:gd name="connsiteX21" fmla="*/ 878780 w 1522114"/>
                    <a:gd name="connsiteY21" fmla="*/ 1439418 h 1525016"/>
                    <a:gd name="connsiteX22" fmla="*/ 820106 w 1522114"/>
                    <a:gd name="connsiteY22" fmla="*/ 1033780 h 1525016"/>
                    <a:gd name="connsiteX23" fmla="*/ 747208 w 1522114"/>
                    <a:gd name="connsiteY23" fmla="*/ 961009 h 1525016"/>
                    <a:gd name="connsiteX24" fmla="*/ 424882 w 1522114"/>
                    <a:gd name="connsiteY24" fmla="*/ 959358 h 1525016"/>
                    <a:gd name="connsiteX25" fmla="*/ 337125 w 1522114"/>
                    <a:gd name="connsiteY25" fmla="*/ 961517 h 1525016"/>
                    <a:gd name="connsiteX26" fmla="*/ 407610 w 1522114"/>
                    <a:gd name="connsiteY26" fmla="*/ 1173353 h 1525016"/>
                    <a:gd name="connsiteX27" fmla="*/ 322774 w 1522114"/>
                    <a:gd name="connsiteY27" fmla="*/ 1252474 h 1525016"/>
                    <a:gd name="connsiteX28" fmla="*/ 288357 w 1522114"/>
                    <a:gd name="connsiteY28" fmla="*/ 1477772 h 1525016"/>
                    <a:gd name="connsiteX29" fmla="*/ 283023 w 1522114"/>
                    <a:gd name="connsiteY29" fmla="*/ 1513840 h 1525016"/>
                    <a:gd name="connsiteX30" fmla="*/ 259020 w 1522114"/>
                    <a:gd name="connsiteY30" fmla="*/ 1518539 h 1525016"/>
                    <a:gd name="connsiteX31" fmla="*/ 323409 w 1522114"/>
                    <a:gd name="connsiteY31" fmla="*/ 1139190 h 1525016"/>
                    <a:gd name="connsiteX32" fmla="*/ 305629 w 1522114"/>
                    <a:gd name="connsiteY32" fmla="*/ 1055370 h 1525016"/>
                    <a:gd name="connsiteX33" fmla="*/ 229556 w 1522114"/>
                    <a:gd name="connsiteY33" fmla="*/ 1081532 h 1525016"/>
                    <a:gd name="connsiteX34" fmla="*/ 18228 w 1522114"/>
                    <a:gd name="connsiteY34" fmla="*/ 1512697 h 1525016"/>
                    <a:gd name="connsiteX35" fmla="*/ 2099 w 1522114"/>
                    <a:gd name="connsiteY35" fmla="*/ 1525016 h 1525016"/>
                    <a:gd name="connsiteX36" fmla="*/ 17212 w 1522114"/>
                    <a:gd name="connsiteY36" fmla="*/ 1428750 h 1525016"/>
                    <a:gd name="connsiteX37" fmla="*/ 107001 w 1522114"/>
                    <a:gd name="connsiteY37" fmla="*/ 1207770 h 1525016"/>
                    <a:gd name="connsiteX38" fmla="*/ 216983 w 1522114"/>
                    <a:gd name="connsiteY38" fmla="*/ 1057275 h 1525016"/>
                    <a:gd name="connsiteX39" fmla="*/ 304867 w 1522114"/>
                    <a:gd name="connsiteY39" fmla="*/ 955675 h 1525016"/>
                    <a:gd name="connsiteX40" fmla="*/ 391481 w 1522114"/>
                    <a:gd name="connsiteY40" fmla="*/ 921512 h 1525016"/>
                    <a:gd name="connsiteX41" fmla="*/ 252924 w 1522114"/>
                    <a:gd name="connsiteY41" fmla="*/ 841375 h 1525016"/>
                    <a:gd name="connsiteX42" fmla="*/ 138243 w 1522114"/>
                    <a:gd name="connsiteY42" fmla="*/ 726186 h 1525016"/>
                    <a:gd name="connsiteX43" fmla="*/ 83633 w 1522114"/>
                    <a:gd name="connsiteY43" fmla="*/ 643636 h 1525016"/>
                    <a:gd name="connsiteX44" fmla="*/ 139767 w 1522114"/>
                    <a:gd name="connsiteY44" fmla="*/ 409829 h 1525016"/>
                    <a:gd name="connsiteX45" fmla="*/ 413198 w 1522114"/>
                    <a:gd name="connsiteY45" fmla="*/ 163322 h 1525016"/>
                    <a:gd name="connsiteX46" fmla="*/ 730698 w 1522114"/>
                    <a:gd name="connsiteY46" fmla="*/ 160020 h 1525016"/>
                    <a:gd name="connsiteX47" fmla="*/ 944058 w 1522114"/>
                    <a:gd name="connsiteY47" fmla="*/ 286131 h 1525016"/>
                    <a:gd name="connsiteX48" fmla="*/ 1076900 w 1522114"/>
                    <a:gd name="connsiteY48" fmla="*/ 0 h 1525016"/>
                    <a:gd name="connsiteX49" fmla="*/ 971617 w 1522114"/>
                    <a:gd name="connsiteY49" fmla="*/ 322072 h 1525016"/>
                    <a:gd name="connsiteX50" fmla="*/ 1070423 w 1522114"/>
                    <a:gd name="connsiteY50" fmla="*/ 477139 h 1525016"/>
                    <a:gd name="connsiteX51" fmla="*/ 1107507 w 1522114"/>
                    <a:gd name="connsiteY51" fmla="*/ 581152 h 1525016"/>
                    <a:gd name="connsiteX52" fmla="*/ 175327 w 1522114"/>
                    <a:gd name="connsiteY52" fmla="*/ 393700 h 1525016"/>
                    <a:gd name="connsiteX53" fmla="*/ 227270 w 1522114"/>
                    <a:gd name="connsiteY53" fmla="*/ 410845 h 1525016"/>
                    <a:gd name="connsiteX54" fmla="*/ 284801 w 1522114"/>
                    <a:gd name="connsiteY54" fmla="*/ 565785 h 1525016"/>
                    <a:gd name="connsiteX55" fmla="*/ 256607 w 1522114"/>
                    <a:gd name="connsiteY55" fmla="*/ 706120 h 1525016"/>
                    <a:gd name="connsiteX56" fmla="*/ 204283 w 1522114"/>
                    <a:gd name="connsiteY56" fmla="*/ 752856 h 1525016"/>
                    <a:gd name="connsiteX57" fmla="*/ 615128 w 1522114"/>
                    <a:gd name="connsiteY57" fmla="*/ 929132 h 1525016"/>
                    <a:gd name="connsiteX58" fmla="*/ 979491 w 1522114"/>
                    <a:gd name="connsiteY58" fmla="*/ 756793 h 1525016"/>
                    <a:gd name="connsiteX59" fmla="*/ 1018353 w 1522114"/>
                    <a:gd name="connsiteY59" fmla="*/ 462788 h 1525016"/>
                    <a:gd name="connsiteX60" fmla="*/ 672151 w 1522114"/>
                    <a:gd name="connsiteY60" fmla="*/ 173863 h 1525016"/>
                    <a:gd name="connsiteX61" fmla="*/ 175327 w 1522114"/>
                    <a:gd name="connsiteY61" fmla="*/ 393700 h 1525016"/>
                    <a:gd name="connsiteX62" fmla="*/ 159833 w 1522114"/>
                    <a:gd name="connsiteY62" fmla="*/ 429006 h 1525016"/>
                    <a:gd name="connsiteX63" fmla="*/ 104588 w 1522114"/>
                    <a:gd name="connsiteY63" fmla="*/ 617220 h 1525016"/>
                    <a:gd name="connsiteX64" fmla="*/ 197679 w 1522114"/>
                    <a:gd name="connsiteY64" fmla="*/ 723265 h 1525016"/>
                    <a:gd name="connsiteX65" fmla="*/ 250892 w 1522114"/>
                    <a:gd name="connsiteY65" fmla="*/ 641477 h 1525016"/>
                    <a:gd name="connsiteX66" fmla="*/ 234636 w 1522114"/>
                    <a:gd name="connsiteY66" fmla="*/ 465709 h 1525016"/>
                    <a:gd name="connsiteX67" fmla="*/ 159833 w 1522114"/>
                    <a:gd name="connsiteY67" fmla="*/ 429006 h 1525016"/>
                    <a:gd name="connsiteX68" fmla="*/ 1052135 w 1522114"/>
                    <a:gd name="connsiteY68" fmla="*/ 487172 h 1525016"/>
                    <a:gd name="connsiteX69" fmla="*/ 1041086 w 1522114"/>
                    <a:gd name="connsiteY69" fmla="*/ 696214 h 1525016"/>
                    <a:gd name="connsiteX70" fmla="*/ 1052135 w 1522114"/>
                    <a:gd name="connsiteY70" fmla="*/ 487172 h 1525016"/>
                    <a:gd name="connsiteX71" fmla="*/ 441011 w 1522114"/>
                    <a:gd name="connsiteY71" fmla="*/ 934085 h 1525016"/>
                    <a:gd name="connsiteX72" fmla="*/ 658816 w 1522114"/>
                    <a:gd name="connsiteY72" fmla="*/ 967740 h 1525016"/>
                    <a:gd name="connsiteX73" fmla="*/ 569154 w 1522114"/>
                    <a:gd name="connsiteY73" fmla="*/ 951738 h 1525016"/>
                    <a:gd name="connsiteX74" fmla="*/ 441011 w 1522114"/>
                    <a:gd name="connsiteY74" fmla="*/ 934085 h 1525016"/>
                    <a:gd name="connsiteX75" fmla="*/ 303597 w 1522114"/>
                    <a:gd name="connsiteY75" fmla="*/ 984631 h 1525016"/>
                    <a:gd name="connsiteX76" fmla="*/ 288992 w 1522114"/>
                    <a:gd name="connsiteY76" fmla="*/ 1014222 h 1525016"/>
                    <a:gd name="connsiteX77" fmla="*/ 345380 w 1522114"/>
                    <a:gd name="connsiteY77" fmla="*/ 1064641 h 1525016"/>
                    <a:gd name="connsiteX78" fmla="*/ 332934 w 1522114"/>
                    <a:gd name="connsiteY78" fmla="*/ 1222502 h 1525016"/>
                    <a:gd name="connsiteX79" fmla="*/ 384369 w 1522114"/>
                    <a:gd name="connsiteY79" fmla="*/ 1151001 h 1525016"/>
                    <a:gd name="connsiteX80" fmla="*/ 303597 w 1522114"/>
                    <a:gd name="connsiteY80" fmla="*/ 984631 h 1525016"/>
                    <a:gd name="connsiteX81" fmla="*/ 1154370 w 1522114"/>
                    <a:gd name="connsiteY81" fmla="*/ 1103757 h 1525016"/>
                    <a:gd name="connsiteX82" fmla="*/ 1130875 w 1522114"/>
                    <a:gd name="connsiteY82" fmla="*/ 1296797 h 1525016"/>
                    <a:gd name="connsiteX83" fmla="*/ 1261431 w 1522114"/>
                    <a:gd name="connsiteY83" fmla="*/ 1352423 h 1525016"/>
                    <a:gd name="connsiteX84" fmla="*/ 1374969 w 1522114"/>
                    <a:gd name="connsiteY84" fmla="*/ 1363853 h 1525016"/>
                    <a:gd name="connsiteX85" fmla="*/ 1357316 w 1522114"/>
                    <a:gd name="connsiteY85" fmla="*/ 1335151 h 1525016"/>
                    <a:gd name="connsiteX86" fmla="*/ 1258637 w 1522114"/>
                    <a:gd name="connsiteY86" fmla="*/ 1275588 h 1525016"/>
                    <a:gd name="connsiteX87" fmla="*/ 1445581 w 1522114"/>
                    <a:gd name="connsiteY87" fmla="*/ 1318895 h 1525016"/>
                    <a:gd name="connsiteX88" fmla="*/ 1403163 w 1522114"/>
                    <a:gd name="connsiteY88" fmla="*/ 1266317 h 1525016"/>
                    <a:gd name="connsiteX89" fmla="*/ 1296229 w 1522114"/>
                    <a:gd name="connsiteY89" fmla="*/ 1221359 h 1525016"/>
                    <a:gd name="connsiteX90" fmla="*/ 1489269 w 1522114"/>
                    <a:gd name="connsiteY90" fmla="*/ 1249045 h 1525016"/>
                    <a:gd name="connsiteX91" fmla="*/ 1491174 w 1522114"/>
                    <a:gd name="connsiteY91" fmla="*/ 1229233 h 1525016"/>
                    <a:gd name="connsiteX92" fmla="*/ 1235269 w 1522114"/>
                    <a:gd name="connsiteY92" fmla="*/ 1137285 h 1525016"/>
                    <a:gd name="connsiteX93" fmla="*/ 1341060 w 1522114"/>
                    <a:gd name="connsiteY93" fmla="*/ 1060831 h 1525016"/>
                    <a:gd name="connsiteX94" fmla="*/ 1301944 w 1522114"/>
                    <a:gd name="connsiteY94" fmla="*/ 1021842 h 1525016"/>
                    <a:gd name="connsiteX95" fmla="*/ 1154370 w 1522114"/>
                    <a:gd name="connsiteY95" fmla="*/ 1103757 h 1525016"/>
                    <a:gd name="connsiteX96" fmla="*/ 857063 w 1522114"/>
                    <a:gd name="connsiteY96" fmla="*/ 1070610 h 1525016"/>
                    <a:gd name="connsiteX97" fmla="*/ 878272 w 1522114"/>
                    <a:gd name="connsiteY97" fmla="*/ 1189990 h 1525016"/>
                    <a:gd name="connsiteX98" fmla="*/ 905704 w 1522114"/>
                    <a:gd name="connsiteY98" fmla="*/ 1429893 h 1525016"/>
                    <a:gd name="connsiteX99" fmla="*/ 1188660 w 1522114"/>
                    <a:gd name="connsiteY99" fmla="*/ 1363472 h 1525016"/>
                    <a:gd name="connsiteX100" fmla="*/ 1073344 w 1522114"/>
                    <a:gd name="connsiteY100" fmla="*/ 1189355 h 1525016"/>
                    <a:gd name="connsiteX101" fmla="*/ 973522 w 1522114"/>
                    <a:gd name="connsiteY101" fmla="*/ 1327277 h 1525016"/>
                    <a:gd name="connsiteX102" fmla="*/ 945201 w 1522114"/>
                    <a:gd name="connsiteY102" fmla="*/ 1376680 h 1525016"/>
                    <a:gd name="connsiteX103" fmla="*/ 974665 w 1522114"/>
                    <a:gd name="connsiteY103" fmla="*/ 1255903 h 1525016"/>
                    <a:gd name="connsiteX104" fmla="*/ 857063 w 1522114"/>
                    <a:gd name="connsiteY104" fmla="*/ 1070610 h 1525016"/>
                    <a:gd name="connsiteX0" fmla="*/ 1100903 w 1522114"/>
                    <a:gd name="connsiteY0" fmla="*/ 613537 h 1525016"/>
                    <a:gd name="connsiteX1" fmla="*/ 1075122 w 1522114"/>
                    <a:gd name="connsiteY1" fmla="*/ 695960 h 1525016"/>
                    <a:gd name="connsiteX2" fmla="*/ 994858 w 1522114"/>
                    <a:gd name="connsiteY2" fmla="*/ 780288 h 1525016"/>
                    <a:gd name="connsiteX3" fmla="*/ 900370 w 1522114"/>
                    <a:gd name="connsiteY3" fmla="*/ 875284 h 1525016"/>
                    <a:gd name="connsiteX4" fmla="*/ 765623 w 1522114"/>
                    <a:gd name="connsiteY4" fmla="*/ 937514 h 1525016"/>
                    <a:gd name="connsiteX5" fmla="*/ 993715 w 1522114"/>
                    <a:gd name="connsiteY5" fmla="*/ 1240663 h 1525016"/>
                    <a:gd name="connsiteX6" fmla="*/ 1109666 w 1522114"/>
                    <a:gd name="connsiteY6" fmla="*/ 1110742 h 1525016"/>
                    <a:gd name="connsiteX7" fmla="*/ 1283275 w 1522114"/>
                    <a:gd name="connsiteY7" fmla="*/ 1000125 h 1525016"/>
                    <a:gd name="connsiteX8" fmla="*/ 1372810 w 1522114"/>
                    <a:gd name="connsiteY8" fmla="*/ 1048258 h 1525016"/>
                    <a:gd name="connsiteX9" fmla="*/ 1290260 w 1522114"/>
                    <a:gd name="connsiteY9" fmla="*/ 1133475 h 1525016"/>
                    <a:gd name="connsiteX10" fmla="*/ 1514796 w 1522114"/>
                    <a:gd name="connsiteY10" fmla="*/ 1214755 h 1525016"/>
                    <a:gd name="connsiteX11" fmla="*/ 1460440 w 1522114"/>
                    <a:gd name="connsiteY11" fmla="*/ 1279779 h 1525016"/>
                    <a:gd name="connsiteX12" fmla="*/ 1460821 w 1522114"/>
                    <a:gd name="connsiteY12" fmla="*/ 1327912 h 1525016"/>
                    <a:gd name="connsiteX13" fmla="*/ 1403163 w 1522114"/>
                    <a:gd name="connsiteY13" fmla="*/ 1349121 h 1525016"/>
                    <a:gd name="connsiteX14" fmla="*/ 1396686 w 1522114"/>
                    <a:gd name="connsiteY14" fmla="*/ 1379474 h 1525016"/>
                    <a:gd name="connsiteX15" fmla="*/ 1222569 w 1522114"/>
                    <a:gd name="connsiteY15" fmla="*/ 1371346 h 1525016"/>
                    <a:gd name="connsiteX16" fmla="*/ 1041340 w 1522114"/>
                    <a:gd name="connsiteY16" fmla="*/ 1472565 h 1525016"/>
                    <a:gd name="connsiteX17" fmla="*/ 907228 w 1522114"/>
                    <a:gd name="connsiteY17" fmla="*/ 1459484 h 1525016"/>
                    <a:gd name="connsiteX18" fmla="*/ 909260 w 1522114"/>
                    <a:gd name="connsiteY18" fmla="*/ 1515364 h 1525016"/>
                    <a:gd name="connsiteX19" fmla="*/ 884622 w 1522114"/>
                    <a:gd name="connsiteY19" fmla="*/ 1513840 h 1525016"/>
                    <a:gd name="connsiteX20" fmla="*/ 878780 w 1522114"/>
                    <a:gd name="connsiteY20" fmla="*/ 1439418 h 1525016"/>
                    <a:gd name="connsiteX21" fmla="*/ 820106 w 1522114"/>
                    <a:gd name="connsiteY21" fmla="*/ 1033780 h 1525016"/>
                    <a:gd name="connsiteX22" fmla="*/ 747208 w 1522114"/>
                    <a:gd name="connsiteY22" fmla="*/ 961009 h 1525016"/>
                    <a:gd name="connsiteX23" fmla="*/ 424882 w 1522114"/>
                    <a:gd name="connsiteY23" fmla="*/ 959358 h 1525016"/>
                    <a:gd name="connsiteX24" fmla="*/ 337125 w 1522114"/>
                    <a:gd name="connsiteY24" fmla="*/ 961517 h 1525016"/>
                    <a:gd name="connsiteX25" fmla="*/ 407610 w 1522114"/>
                    <a:gd name="connsiteY25" fmla="*/ 1173353 h 1525016"/>
                    <a:gd name="connsiteX26" fmla="*/ 322774 w 1522114"/>
                    <a:gd name="connsiteY26" fmla="*/ 1252474 h 1525016"/>
                    <a:gd name="connsiteX27" fmla="*/ 288357 w 1522114"/>
                    <a:gd name="connsiteY27" fmla="*/ 1477772 h 1525016"/>
                    <a:gd name="connsiteX28" fmla="*/ 283023 w 1522114"/>
                    <a:gd name="connsiteY28" fmla="*/ 1513840 h 1525016"/>
                    <a:gd name="connsiteX29" fmla="*/ 259020 w 1522114"/>
                    <a:gd name="connsiteY29" fmla="*/ 1518539 h 1525016"/>
                    <a:gd name="connsiteX30" fmla="*/ 323409 w 1522114"/>
                    <a:gd name="connsiteY30" fmla="*/ 1139190 h 1525016"/>
                    <a:gd name="connsiteX31" fmla="*/ 305629 w 1522114"/>
                    <a:gd name="connsiteY31" fmla="*/ 1055370 h 1525016"/>
                    <a:gd name="connsiteX32" fmla="*/ 229556 w 1522114"/>
                    <a:gd name="connsiteY32" fmla="*/ 1081532 h 1525016"/>
                    <a:gd name="connsiteX33" fmla="*/ 18228 w 1522114"/>
                    <a:gd name="connsiteY33" fmla="*/ 1512697 h 1525016"/>
                    <a:gd name="connsiteX34" fmla="*/ 2099 w 1522114"/>
                    <a:gd name="connsiteY34" fmla="*/ 1525016 h 1525016"/>
                    <a:gd name="connsiteX35" fmla="*/ 17212 w 1522114"/>
                    <a:gd name="connsiteY35" fmla="*/ 1428750 h 1525016"/>
                    <a:gd name="connsiteX36" fmla="*/ 107001 w 1522114"/>
                    <a:gd name="connsiteY36" fmla="*/ 1207770 h 1525016"/>
                    <a:gd name="connsiteX37" fmla="*/ 216983 w 1522114"/>
                    <a:gd name="connsiteY37" fmla="*/ 1057275 h 1525016"/>
                    <a:gd name="connsiteX38" fmla="*/ 304867 w 1522114"/>
                    <a:gd name="connsiteY38" fmla="*/ 955675 h 1525016"/>
                    <a:gd name="connsiteX39" fmla="*/ 391481 w 1522114"/>
                    <a:gd name="connsiteY39" fmla="*/ 921512 h 1525016"/>
                    <a:gd name="connsiteX40" fmla="*/ 252924 w 1522114"/>
                    <a:gd name="connsiteY40" fmla="*/ 841375 h 1525016"/>
                    <a:gd name="connsiteX41" fmla="*/ 138243 w 1522114"/>
                    <a:gd name="connsiteY41" fmla="*/ 726186 h 1525016"/>
                    <a:gd name="connsiteX42" fmla="*/ 83633 w 1522114"/>
                    <a:gd name="connsiteY42" fmla="*/ 643636 h 1525016"/>
                    <a:gd name="connsiteX43" fmla="*/ 139767 w 1522114"/>
                    <a:gd name="connsiteY43" fmla="*/ 409829 h 1525016"/>
                    <a:gd name="connsiteX44" fmla="*/ 413198 w 1522114"/>
                    <a:gd name="connsiteY44" fmla="*/ 163322 h 1525016"/>
                    <a:gd name="connsiteX45" fmla="*/ 730698 w 1522114"/>
                    <a:gd name="connsiteY45" fmla="*/ 160020 h 1525016"/>
                    <a:gd name="connsiteX46" fmla="*/ 944058 w 1522114"/>
                    <a:gd name="connsiteY46" fmla="*/ 286131 h 1525016"/>
                    <a:gd name="connsiteX47" fmla="*/ 1076900 w 1522114"/>
                    <a:gd name="connsiteY47" fmla="*/ 0 h 1525016"/>
                    <a:gd name="connsiteX48" fmla="*/ 971617 w 1522114"/>
                    <a:gd name="connsiteY48" fmla="*/ 322072 h 1525016"/>
                    <a:gd name="connsiteX49" fmla="*/ 1070423 w 1522114"/>
                    <a:gd name="connsiteY49" fmla="*/ 477139 h 1525016"/>
                    <a:gd name="connsiteX50" fmla="*/ 1107507 w 1522114"/>
                    <a:gd name="connsiteY50" fmla="*/ 581152 h 1525016"/>
                    <a:gd name="connsiteX51" fmla="*/ 175327 w 1522114"/>
                    <a:gd name="connsiteY51" fmla="*/ 393700 h 1525016"/>
                    <a:gd name="connsiteX52" fmla="*/ 227270 w 1522114"/>
                    <a:gd name="connsiteY52" fmla="*/ 410845 h 1525016"/>
                    <a:gd name="connsiteX53" fmla="*/ 284801 w 1522114"/>
                    <a:gd name="connsiteY53" fmla="*/ 565785 h 1525016"/>
                    <a:gd name="connsiteX54" fmla="*/ 256607 w 1522114"/>
                    <a:gd name="connsiteY54" fmla="*/ 706120 h 1525016"/>
                    <a:gd name="connsiteX55" fmla="*/ 204283 w 1522114"/>
                    <a:gd name="connsiteY55" fmla="*/ 752856 h 1525016"/>
                    <a:gd name="connsiteX56" fmla="*/ 615128 w 1522114"/>
                    <a:gd name="connsiteY56" fmla="*/ 929132 h 1525016"/>
                    <a:gd name="connsiteX57" fmla="*/ 979491 w 1522114"/>
                    <a:gd name="connsiteY57" fmla="*/ 756793 h 1525016"/>
                    <a:gd name="connsiteX58" fmla="*/ 1018353 w 1522114"/>
                    <a:gd name="connsiteY58" fmla="*/ 462788 h 1525016"/>
                    <a:gd name="connsiteX59" fmla="*/ 672151 w 1522114"/>
                    <a:gd name="connsiteY59" fmla="*/ 173863 h 1525016"/>
                    <a:gd name="connsiteX60" fmla="*/ 175327 w 1522114"/>
                    <a:gd name="connsiteY60" fmla="*/ 393700 h 1525016"/>
                    <a:gd name="connsiteX61" fmla="*/ 159833 w 1522114"/>
                    <a:gd name="connsiteY61" fmla="*/ 429006 h 1525016"/>
                    <a:gd name="connsiteX62" fmla="*/ 104588 w 1522114"/>
                    <a:gd name="connsiteY62" fmla="*/ 617220 h 1525016"/>
                    <a:gd name="connsiteX63" fmla="*/ 197679 w 1522114"/>
                    <a:gd name="connsiteY63" fmla="*/ 723265 h 1525016"/>
                    <a:gd name="connsiteX64" fmla="*/ 250892 w 1522114"/>
                    <a:gd name="connsiteY64" fmla="*/ 641477 h 1525016"/>
                    <a:gd name="connsiteX65" fmla="*/ 234636 w 1522114"/>
                    <a:gd name="connsiteY65" fmla="*/ 465709 h 1525016"/>
                    <a:gd name="connsiteX66" fmla="*/ 159833 w 1522114"/>
                    <a:gd name="connsiteY66" fmla="*/ 429006 h 1525016"/>
                    <a:gd name="connsiteX67" fmla="*/ 1052135 w 1522114"/>
                    <a:gd name="connsiteY67" fmla="*/ 487172 h 1525016"/>
                    <a:gd name="connsiteX68" fmla="*/ 1041086 w 1522114"/>
                    <a:gd name="connsiteY68" fmla="*/ 696214 h 1525016"/>
                    <a:gd name="connsiteX69" fmla="*/ 1052135 w 1522114"/>
                    <a:gd name="connsiteY69" fmla="*/ 487172 h 1525016"/>
                    <a:gd name="connsiteX70" fmla="*/ 441011 w 1522114"/>
                    <a:gd name="connsiteY70" fmla="*/ 934085 h 1525016"/>
                    <a:gd name="connsiteX71" fmla="*/ 658816 w 1522114"/>
                    <a:gd name="connsiteY71" fmla="*/ 967740 h 1525016"/>
                    <a:gd name="connsiteX72" fmla="*/ 569154 w 1522114"/>
                    <a:gd name="connsiteY72" fmla="*/ 951738 h 1525016"/>
                    <a:gd name="connsiteX73" fmla="*/ 441011 w 1522114"/>
                    <a:gd name="connsiteY73" fmla="*/ 934085 h 1525016"/>
                    <a:gd name="connsiteX74" fmla="*/ 303597 w 1522114"/>
                    <a:gd name="connsiteY74" fmla="*/ 984631 h 1525016"/>
                    <a:gd name="connsiteX75" fmla="*/ 288992 w 1522114"/>
                    <a:gd name="connsiteY75" fmla="*/ 1014222 h 1525016"/>
                    <a:gd name="connsiteX76" fmla="*/ 345380 w 1522114"/>
                    <a:gd name="connsiteY76" fmla="*/ 1064641 h 1525016"/>
                    <a:gd name="connsiteX77" fmla="*/ 332934 w 1522114"/>
                    <a:gd name="connsiteY77" fmla="*/ 1222502 h 1525016"/>
                    <a:gd name="connsiteX78" fmla="*/ 384369 w 1522114"/>
                    <a:gd name="connsiteY78" fmla="*/ 1151001 h 1525016"/>
                    <a:gd name="connsiteX79" fmla="*/ 303597 w 1522114"/>
                    <a:gd name="connsiteY79" fmla="*/ 984631 h 1525016"/>
                    <a:gd name="connsiteX80" fmla="*/ 1154370 w 1522114"/>
                    <a:gd name="connsiteY80" fmla="*/ 1103757 h 1525016"/>
                    <a:gd name="connsiteX81" fmla="*/ 1130875 w 1522114"/>
                    <a:gd name="connsiteY81" fmla="*/ 1296797 h 1525016"/>
                    <a:gd name="connsiteX82" fmla="*/ 1261431 w 1522114"/>
                    <a:gd name="connsiteY82" fmla="*/ 1352423 h 1525016"/>
                    <a:gd name="connsiteX83" fmla="*/ 1374969 w 1522114"/>
                    <a:gd name="connsiteY83" fmla="*/ 1363853 h 1525016"/>
                    <a:gd name="connsiteX84" fmla="*/ 1357316 w 1522114"/>
                    <a:gd name="connsiteY84" fmla="*/ 1335151 h 1525016"/>
                    <a:gd name="connsiteX85" fmla="*/ 1258637 w 1522114"/>
                    <a:gd name="connsiteY85" fmla="*/ 1275588 h 1525016"/>
                    <a:gd name="connsiteX86" fmla="*/ 1445581 w 1522114"/>
                    <a:gd name="connsiteY86" fmla="*/ 1318895 h 1525016"/>
                    <a:gd name="connsiteX87" fmla="*/ 1403163 w 1522114"/>
                    <a:gd name="connsiteY87" fmla="*/ 1266317 h 1525016"/>
                    <a:gd name="connsiteX88" fmla="*/ 1296229 w 1522114"/>
                    <a:gd name="connsiteY88" fmla="*/ 1221359 h 1525016"/>
                    <a:gd name="connsiteX89" fmla="*/ 1489269 w 1522114"/>
                    <a:gd name="connsiteY89" fmla="*/ 1249045 h 1525016"/>
                    <a:gd name="connsiteX90" fmla="*/ 1491174 w 1522114"/>
                    <a:gd name="connsiteY90" fmla="*/ 1229233 h 1525016"/>
                    <a:gd name="connsiteX91" fmla="*/ 1235269 w 1522114"/>
                    <a:gd name="connsiteY91" fmla="*/ 1137285 h 1525016"/>
                    <a:gd name="connsiteX92" fmla="*/ 1341060 w 1522114"/>
                    <a:gd name="connsiteY92" fmla="*/ 1060831 h 1525016"/>
                    <a:gd name="connsiteX93" fmla="*/ 1301944 w 1522114"/>
                    <a:gd name="connsiteY93" fmla="*/ 1021842 h 1525016"/>
                    <a:gd name="connsiteX94" fmla="*/ 1154370 w 1522114"/>
                    <a:gd name="connsiteY94" fmla="*/ 1103757 h 1525016"/>
                    <a:gd name="connsiteX95" fmla="*/ 857063 w 1522114"/>
                    <a:gd name="connsiteY95" fmla="*/ 1070610 h 1525016"/>
                    <a:gd name="connsiteX96" fmla="*/ 878272 w 1522114"/>
                    <a:gd name="connsiteY96" fmla="*/ 1189990 h 1525016"/>
                    <a:gd name="connsiteX97" fmla="*/ 905704 w 1522114"/>
                    <a:gd name="connsiteY97" fmla="*/ 1429893 h 1525016"/>
                    <a:gd name="connsiteX98" fmla="*/ 1188660 w 1522114"/>
                    <a:gd name="connsiteY98" fmla="*/ 1363472 h 1525016"/>
                    <a:gd name="connsiteX99" fmla="*/ 1073344 w 1522114"/>
                    <a:gd name="connsiteY99" fmla="*/ 1189355 h 1525016"/>
                    <a:gd name="connsiteX100" fmla="*/ 973522 w 1522114"/>
                    <a:gd name="connsiteY100" fmla="*/ 1327277 h 1525016"/>
                    <a:gd name="connsiteX101" fmla="*/ 945201 w 1522114"/>
                    <a:gd name="connsiteY101" fmla="*/ 1376680 h 1525016"/>
                    <a:gd name="connsiteX102" fmla="*/ 974665 w 1522114"/>
                    <a:gd name="connsiteY102" fmla="*/ 1255903 h 1525016"/>
                    <a:gd name="connsiteX103" fmla="*/ 857063 w 1522114"/>
                    <a:gd name="connsiteY103" fmla="*/ 1070610 h 1525016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4058 w 1522114"/>
                    <a:gd name="connsiteY46" fmla="*/ 143947 h 1382832"/>
                    <a:gd name="connsiteX47" fmla="*/ 971617 w 1522114"/>
                    <a:gd name="connsiteY47" fmla="*/ 179888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4058 w 1522114"/>
                    <a:gd name="connsiteY46" fmla="*/ 143947 h 1382832"/>
                    <a:gd name="connsiteX47" fmla="*/ 1053234 w 1522114"/>
                    <a:gd name="connsiteY47" fmla="*/ 174057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4058 w 1522114"/>
                    <a:gd name="connsiteY46" fmla="*/ 143947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229733 w 1522114"/>
                    <a:gd name="connsiteY49" fmla="*/ 384357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063298 w 1522114"/>
                    <a:gd name="connsiteY49" fmla="*/ 269933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021689 w 1522114"/>
                    <a:gd name="connsiteY49" fmla="*/ 212721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75327 w 1522114"/>
                    <a:gd name="connsiteY49" fmla="*/ 251516 h 1382832"/>
                    <a:gd name="connsiteX50" fmla="*/ 227270 w 1522114"/>
                    <a:gd name="connsiteY50" fmla="*/ 268661 h 1382832"/>
                    <a:gd name="connsiteX51" fmla="*/ 284801 w 1522114"/>
                    <a:gd name="connsiteY51" fmla="*/ 423601 h 1382832"/>
                    <a:gd name="connsiteX52" fmla="*/ 256607 w 1522114"/>
                    <a:gd name="connsiteY52" fmla="*/ 563936 h 1382832"/>
                    <a:gd name="connsiteX53" fmla="*/ 204283 w 1522114"/>
                    <a:gd name="connsiteY53" fmla="*/ 610672 h 1382832"/>
                    <a:gd name="connsiteX54" fmla="*/ 615128 w 1522114"/>
                    <a:gd name="connsiteY54" fmla="*/ 786948 h 1382832"/>
                    <a:gd name="connsiteX55" fmla="*/ 979491 w 1522114"/>
                    <a:gd name="connsiteY55" fmla="*/ 614609 h 1382832"/>
                    <a:gd name="connsiteX56" fmla="*/ 1018353 w 1522114"/>
                    <a:gd name="connsiteY56" fmla="*/ 320604 h 1382832"/>
                    <a:gd name="connsiteX57" fmla="*/ 672151 w 1522114"/>
                    <a:gd name="connsiteY57" fmla="*/ 31679 h 1382832"/>
                    <a:gd name="connsiteX58" fmla="*/ 175327 w 1522114"/>
                    <a:gd name="connsiteY58" fmla="*/ 251516 h 1382832"/>
                    <a:gd name="connsiteX59" fmla="*/ 159833 w 1522114"/>
                    <a:gd name="connsiteY59" fmla="*/ 286822 h 1382832"/>
                    <a:gd name="connsiteX60" fmla="*/ 104588 w 1522114"/>
                    <a:gd name="connsiteY60" fmla="*/ 475036 h 1382832"/>
                    <a:gd name="connsiteX61" fmla="*/ 197679 w 1522114"/>
                    <a:gd name="connsiteY61" fmla="*/ 581081 h 1382832"/>
                    <a:gd name="connsiteX62" fmla="*/ 250892 w 1522114"/>
                    <a:gd name="connsiteY62" fmla="*/ 499293 h 1382832"/>
                    <a:gd name="connsiteX63" fmla="*/ 234636 w 1522114"/>
                    <a:gd name="connsiteY63" fmla="*/ 323525 h 1382832"/>
                    <a:gd name="connsiteX64" fmla="*/ 159833 w 1522114"/>
                    <a:gd name="connsiteY64" fmla="*/ 286822 h 1382832"/>
                    <a:gd name="connsiteX65" fmla="*/ 1052135 w 1522114"/>
                    <a:gd name="connsiteY65" fmla="*/ 344988 h 1382832"/>
                    <a:gd name="connsiteX66" fmla="*/ 1041086 w 1522114"/>
                    <a:gd name="connsiteY66" fmla="*/ 554030 h 1382832"/>
                    <a:gd name="connsiteX67" fmla="*/ 1052135 w 1522114"/>
                    <a:gd name="connsiteY67" fmla="*/ 344988 h 1382832"/>
                    <a:gd name="connsiteX68" fmla="*/ 441011 w 1522114"/>
                    <a:gd name="connsiteY68" fmla="*/ 791901 h 1382832"/>
                    <a:gd name="connsiteX69" fmla="*/ 658816 w 1522114"/>
                    <a:gd name="connsiteY69" fmla="*/ 825556 h 1382832"/>
                    <a:gd name="connsiteX70" fmla="*/ 569154 w 1522114"/>
                    <a:gd name="connsiteY70" fmla="*/ 809554 h 1382832"/>
                    <a:gd name="connsiteX71" fmla="*/ 441011 w 1522114"/>
                    <a:gd name="connsiteY71" fmla="*/ 791901 h 1382832"/>
                    <a:gd name="connsiteX72" fmla="*/ 303597 w 1522114"/>
                    <a:gd name="connsiteY72" fmla="*/ 842447 h 1382832"/>
                    <a:gd name="connsiteX73" fmla="*/ 288992 w 1522114"/>
                    <a:gd name="connsiteY73" fmla="*/ 872038 h 1382832"/>
                    <a:gd name="connsiteX74" fmla="*/ 345380 w 1522114"/>
                    <a:gd name="connsiteY74" fmla="*/ 922457 h 1382832"/>
                    <a:gd name="connsiteX75" fmla="*/ 332934 w 1522114"/>
                    <a:gd name="connsiteY75" fmla="*/ 1080318 h 1382832"/>
                    <a:gd name="connsiteX76" fmla="*/ 384369 w 1522114"/>
                    <a:gd name="connsiteY76" fmla="*/ 1008817 h 1382832"/>
                    <a:gd name="connsiteX77" fmla="*/ 303597 w 1522114"/>
                    <a:gd name="connsiteY77" fmla="*/ 842447 h 1382832"/>
                    <a:gd name="connsiteX78" fmla="*/ 1154370 w 1522114"/>
                    <a:gd name="connsiteY78" fmla="*/ 961573 h 1382832"/>
                    <a:gd name="connsiteX79" fmla="*/ 1130875 w 1522114"/>
                    <a:gd name="connsiteY79" fmla="*/ 1154613 h 1382832"/>
                    <a:gd name="connsiteX80" fmla="*/ 1261431 w 1522114"/>
                    <a:gd name="connsiteY80" fmla="*/ 1210239 h 1382832"/>
                    <a:gd name="connsiteX81" fmla="*/ 1374969 w 1522114"/>
                    <a:gd name="connsiteY81" fmla="*/ 1221669 h 1382832"/>
                    <a:gd name="connsiteX82" fmla="*/ 1357316 w 1522114"/>
                    <a:gd name="connsiteY82" fmla="*/ 1192967 h 1382832"/>
                    <a:gd name="connsiteX83" fmla="*/ 1258637 w 1522114"/>
                    <a:gd name="connsiteY83" fmla="*/ 1133404 h 1382832"/>
                    <a:gd name="connsiteX84" fmla="*/ 1445581 w 1522114"/>
                    <a:gd name="connsiteY84" fmla="*/ 1176711 h 1382832"/>
                    <a:gd name="connsiteX85" fmla="*/ 1403163 w 1522114"/>
                    <a:gd name="connsiteY85" fmla="*/ 1124133 h 1382832"/>
                    <a:gd name="connsiteX86" fmla="*/ 1296229 w 1522114"/>
                    <a:gd name="connsiteY86" fmla="*/ 1079175 h 1382832"/>
                    <a:gd name="connsiteX87" fmla="*/ 1489269 w 1522114"/>
                    <a:gd name="connsiteY87" fmla="*/ 1106861 h 1382832"/>
                    <a:gd name="connsiteX88" fmla="*/ 1491174 w 1522114"/>
                    <a:gd name="connsiteY88" fmla="*/ 1087049 h 1382832"/>
                    <a:gd name="connsiteX89" fmla="*/ 1235269 w 1522114"/>
                    <a:gd name="connsiteY89" fmla="*/ 995101 h 1382832"/>
                    <a:gd name="connsiteX90" fmla="*/ 1341060 w 1522114"/>
                    <a:gd name="connsiteY90" fmla="*/ 918647 h 1382832"/>
                    <a:gd name="connsiteX91" fmla="*/ 1301944 w 1522114"/>
                    <a:gd name="connsiteY91" fmla="*/ 879658 h 1382832"/>
                    <a:gd name="connsiteX92" fmla="*/ 1154370 w 1522114"/>
                    <a:gd name="connsiteY92" fmla="*/ 961573 h 1382832"/>
                    <a:gd name="connsiteX93" fmla="*/ 857063 w 1522114"/>
                    <a:gd name="connsiteY93" fmla="*/ 928426 h 1382832"/>
                    <a:gd name="connsiteX94" fmla="*/ 878272 w 1522114"/>
                    <a:gd name="connsiteY94" fmla="*/ 1047806 h 1382832"/>
                    <a:gd name="connsiteX95" fmla="*/ 905704 w 1522114"/>
                    <a:gd name="connsiteY95" fmla="*/ 1287709 h 1382832"/>
                    <a:gd name="connsiteX96" fmla="*/ 1188660 w 1522114"/>
                    <a:gd name="connsiteY96" fmla="*/ 1221288 h 1382832"/>
                    <a:gd name="connsiteX97" fmla="*/ 1073344 w 1522114"/>
                    <a:gd name="connsiteY97" fmla="*/ 1047171 h 1382832"/>
                    <a:gd name="connsiteX98" fmla="*/ 973522 w 1522114"/>
                    <a:gd name="connsiteY98" fmla="*/ 1185093 h 1382832"/>
                    <a:gd name="connsiteX99" fmla="*/ 945201 w 1522114"/>
                    <a:gd name="connsiteY99" fmla="*/ 1234496 h 1382832"/>
                    <a:gd name="connsiteX100" fmla="*/ 974665 w 1522114"/>
                    <a:gd name="connsiteY100" fmla="*/ 1113719 h 1382832"/>
                    <a:gd name="connsiteX101" fmla="*/ 857063 w 1522114"/>
                    <a:gd name="connsiteY101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52135 w 1522114"/>
                    <a:gd name="connsiteY63" fmla="*/ 34498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4498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52135 w 1522114"/>
                    <a:gd name="connsiteY63" fmla="*/ 34498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36532 w 1522114"/>
                    <a:gd name="connsiteY63" fmla="*/ 34498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153556 w 1522114"/>
                    <a:gd name="connsiteY63" fmla="*/ 339787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171760 w 1522114"/>
                    <a:gd name="connsiteY63" fmla="*/ 43860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36532 w 1522114"/>
                    <a:gd name="connsiteY63" fmla="*/ 21496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955915 w 1522114"/>
                    <a:gd name="connsiteY63" fmla="*/ 16555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955915 w 1522114"/>
                    <a:gd name="connsiteY63" fmla="*/ 16555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955915 w 1522114"/>
                    <a:gd name="connsiteY63" fmla="*/ 16555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202966 w 1522114"/>
                    <a:gd name="connsiteY63" fmla="*/ 29557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41086 w 1522114"/>
                    <a:gd name="connsiteY63" fmla="*/ 554030 h 1382832"/>
                    <a:gd name="connsiteX64" fmla="*/ 1052135 w 1522114"/>
                    <a:gd name="connsiteY64" fmla="*/ 394398 h 1382832"/>
                    <a:gd name="connsiteX65" fmla="*/ 441011 w 1522114"/>
                    <a:gd name="connsiteY65" fmla="*/ 791901 h 1382832"/>
                    <a:gd name="connsiteX66" fmla="*/ 658816 w 1522114"/>
                    <a:gd name="connsiteY66" fmla="*/ 825556 h 1382832"/>
                    <a:gd name="connsiteX67" fmla="*/ 569154 w 1522114"/>
                    <a:gd name="connsiteY67" fmla="*/ 809554 h 1382832"/>
                    <a:gd name="connsiteX68" fmla="*/ 441011 w 1522114"/>
                    <a:gd name="connsiteY68" fmla="*/ 791901 h 1382832"/>
                    <a:gd name="connsiteX69" fmla="*/ 303597 w 1522114"/>
                    <a:gd name="connsiteY69" fmla="*/ 842447 h 1382832"/>
                    <a:gd name="connsiteX70" fmla="*/ 288992 w 1522114"/>
                    <a:gd name="connsiteY70" fmla="*/ 872038 h 1382832"/>
                    <a:gd name="connsiteX71" fmla="*/ 345380 w 1522114"/>
                    <a:gd name="connsiteY71" fmla="*/ 922457 h 1382832"/>
                    <a:gd name="connsiteX72" fmla="*/ 332934 w 1522114"/>
                    <a:gd name="connsiteY72" fmla="*/ 1080318 h 1382832"/>
                    <a:gd name="connsiteX73" fmla="*/ 384369 w 1522114"/>
                    <a:gd name="connsiteY73" fmla="*/ 1008817 h 1382832"/>
                    <a:gd name="connsiteX74" fmla="*/ 303597 w 1522114"/>
                    <a:gd name="connsiteY74" fmla="*/ 842447 h 1382832"/>
                    <a:gd name="connsiteX75" fmla="*/ 1154370 w 1522114"/>
                    <a:gd name="connsiteY75" fmla="*/ 961573 h 1382832"/>
                    <a:gd name="connsiteX76" fmla="*/ 1130875 w 1522114"/>
                    <a:gd name="connsiteY76" fmla="*/ 1154613 h 1382832"/>
                    <a:gd name="connsiteX77" fmla="*/ 1261431 w 1522114"/>
                    <a:gd name="connsiteY77" fmla="*/ 1210239 h 1382832"/>
                    <a:gd name="connsiteX78" fmla="*/ 1374969 w 1522114"/>
                    <a:gd name="connsiteY78" fmla="*/ 1221669 h 1382832"/>
                    <a:gd name="connsiteX79" fmla="*/ 1357316 w 1522114"/>
                    <a:gd name="connsiteY79" fmla="*/ 1192967 h 1382832"/>
                    <a:gd name="connsiteX80" fmla="*/ 1258637 w 1522114"/>
                    <a:gd name="connsiteY80" fmla="*/ 1133404 h 1382832"/>
                    <a:gd name="connsiteX81" fmla="*/ 1445581 w 1522114"/>
                    <a:gd name="connsiteY81" fmla="*/ 1176711 h 1382832"/>
                    <a:gd name="connsiteX82" fmla="*/ 1403163 w 1522114"/>
                    <a:gd name="connsiteY82" fmla="*/ 1124133 h 1382832"/>
                    <a:gd name="connsiteX83" fmla="*/ 1296229 w 1522114"/>
                    <a:gd name="connsiteY83" fmla="*/ 1079175 h 1382832"/>
                    <a:gd name="connsiteX84" fmla="*/ 1489269 w 1522114"/>
                    <a:gd name="connsiteY84" fmla="*/ 1106861 h 1382832"/>
                    <a:gd name="connsiteX85" fmla="*/ 1491174 w 1522114"/>
                    <a:gd name="connsiteY85" fmla="*/ 1087049 h 1382832"/>
                    <a:gd name="connsiteX86" fmla="*/ 1235269 w 1522114"/>
                    <a:gd name="connsiteY86" fmla="*/ 995101 h 1382832"/>
                    <a:gd name="connsiteX87" fmla="*/ 1341060 w 1522114"/>
                    <a:gd name="connsiteY87" fmla="*/ 918647 h 1382832"/>
                    <a:gd name="connsiteX88" fmla="*/ 1301944 w 1522114"/>
                    <a:gd name="connsiteY88" fmla="*/ 879658 h 1382832"/>
                    <a:gd name="connsiteX89" fmla="*/ 1154370 w 1522114"/>
                    <a:gd name="connsiteY89" fmla="*/ 961573 h 1382832"/>
                    <a:gd name="connsiteX90" fmla="*/ 857063 w 1522114"/>
                    <a:gd name="connsiteY90" fmla="*/ 928426 h 1382832"/>
                    <a:gd name="connsiteX91" fmla="*/ 878272 w 1522114"/>
                    <a:gd name="connsiteY91" fmla="*/ 1047806 h 1382832"/>
                    <a:gd name="connsiteX92" fmla="*/ 905704 w 1522114"/>
                    <a:gd name="connsiteY92" fmla="*/ 1287709 h 1382832"/>
                    <a:gd name="connsiteX93" fmla="*/ 1188660 w 1522114"/>
                    <a:gd name="connsiteY93" fmla="*/ 1221288 h 1382832"/>
                    <a:gd name="connsiteX94" fmla="*/ 1073344 w 1522114"/>
                    <a:gd name="connsiteY94" fmla="*/ 1047171 h 1382832"/>
                    <a:gd name="connsiteX95" fmla="*/ 973522 w 1522114"/>
                    <a:gd name="connsiteY95" fmla="*/ 1185093 h 1382832"/>
                    <a:gd name="connsiteX96" fmla="*/ 945201 w 1522114"/>
                    <a:gd name="connsiteY96" fmla="*/ 1234496 h 1382832"/>
                    <a:gd name="connsiteX97" fmla="*/ 974665 w 1522114"/>
                    <a:gd name="connsiteY97" fmla="*/ 1113719 h 1382832"/>
                    <a:gd name="connsiteX98" fmla="*/ 857063 w 1522114"/>
                    <a:gd name="connsiteY98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949887 w 1522114"/>
                    <a:gd name="connsiteY47" fmla="*/ 155606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962889 w 1522114"/>
                    <a:gd name="connsiteY47" fmla="*/ 181611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38305 w 1522114"/>
                    <a:gd name="connsiteY47" fmla="*/ 31944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38305 w 1522114"/>
                    <a:gd name="connsiteY47" fmla="*/ 31944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38305 w 1522114"/>
                    <a:gd name="connsiteY47" fmla="*/ 31944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4736 w 1522114"/>
                    <a:gd name="connsiteY65" fmla="*/ 415202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491175"/>
                    <a:gd name="connsiteY0" fmla="*/ 471353 h 1382832"/>
                    <a:gd name="connsiteX1" fmla="*/ 1075122 w 1491175"/>
                    <a:gd name="connsiteY1" fmla="*/ 553776 h 1382832"/>
                    <a:gd name="connsiteX2" fmla="*/ 994858 w 1491175"/>
                    <a:gd name="connsiteY2" fmla="*/ 638104 h 1382832"/>
                    <a:gd name="connsiteX3" fmla="*/ 900370 w 1491175"/>
                    <a:gd name="connsiteY3" fmla="*/ 733100 h 1382832"/>
                    <a:gd name="connsiteX4" fmla="*/ 765623 w 1491175"/>
                    <a:gd name="connsiteY4" fmla="*/ 795330 h 1382832"/>
                    <a:gd name="connsiteX5" fmla="*/ 993715 w 1491175"/>
                    <a:gd name="connsiteY5" fmla="*/ 1098479 h 1382832"/>
                    <a:gd name="connsiteX6" fmla="*/ 1109666 w 1491175"/>
                    <a:gd name="connsiteY6" fmla="*/ 968558 h 1382832"/>
                    <a:gd name="connsiteX7" fmla="*/ 1283275 w 1491175"/>
                    <a:gd name="connsiteY7" fmla="*/ 857941 h 1382832"/>
                    <a:gd name="connsiteX8" fmla="*/ 1372810 w 1491175"/>
                    <a:gd name="connsiteY8" fmla="*/ 906074 h 1382832"/>
                    <a:gd name="connsiteX9" fmla="*/ 1290260 w 1491175"/>
                    <a:gd name="connsiteY9" fmla="*/ 991291 h 1382832"/>
                    <a:gd name="connsiteX10" fmla="*/ 1286974 w 1491175"/>
                    <a:gd name="connsiteY10" fmla="*/ 1024887 h 1382832"/>
                    <a:gd name="connsiteX11" fmla="*/ 1460440 w 1491175"/>
                    <a:gd name="connsiteY11" fmla="*/ 1137595 h 1382832"/>
                    <a:gd name="connsiteX12" fmla="*/ 1460821 w 1491175"/>
                    <a:gd name="connsiteY12" fmla="*/ 1185728 h 1382832"/>
                    <a:gd name="connsiteX13" fmla="*/ 1403163 w 1491175"/>
                    <a:gd name="connsiteY13" fmla="*/ 1206937 h 1382832"/>
                    <a:gd name="connsiteX14" fmla="*/ 1396686 w 1491175"/>
                    <a:gd name="connsiteY14" fmla="*/ 1237290 h 1382832"/>
                    <a:gd name="connsiteX15" fmla="*/ 1222569 w 1491175"/>
                    <a:gd name="connsiteY15" fmla="*/ 1229162 h 1382832"/>
                    <a:gd name="connsiteX16" fmla="*/ 1041340 w 1491175"/>
                    <a:gd name="connsiteY16" fmla="*/ 1330381 h 1382832"/>
                    <a:gd name="connsiteX17" fmla="*/ 907228 w 1491175"/>
                    <a:gd name="connsiteY17" fmla="*/ 1317300 h 1382832"/>
                    <a:gd name="connsiteX18" fmla="*/ 909260 w 1491175"/>
                    <a:gd name="connsiteY18" fmla="*/ 1373180 h 1382832"/>
                    <a:gd name="connsiteX19" fmla="*/ 884622 w 1491175"/>
                    <a:gd name="connsiteY19" fmla="*/ 1371656 h 1382832"/>
                    <a:gd name="connsiteX20" fmla="*/ 878780 w 1491175"/>
                    <a:gd name="connsiteY20" fmla="*/ 1297234 h 1382832"/>
                    <a:gd name="connsiteX21" fmla="*/ 820106 w 1491175"/>
                    <a:gd name="connsiteY21" fmla="*/ 891596 h 1382832"/>
                    <a:gd name="connsiteX22" fmla="*/ 747208 w 1491175"/>
                    <a:gd name="connsiteY22" fmla="*/ 818825 h 1382832"/>
                    <a:gd name="connsiteX23" fmla="*/ 424882 w 1491175"/>
                    <a:gd name="connsiteY23" fmla="*/ 817174 h 1382832"/>
                    <a:gd name="connsiteX24" fmla="*/ 337125 w 1491175"/>
                    <a:gd name="connsiteY24" fmla="*/ 819333 h 1382832"/>
                    <a:gd name="connsiteX25" fmla="*/ 407610 w 1491175"/>
                    <a:gd name="connsiteY25" fmla="*/ 1031169 h 1382832"/>
                    <a:gd name="connsiteX26" fmla="*/ 322774 w 1491175"/>
                    <a:gd name="connsiteY26" fmla="*/ 1110290 h 1382832"/>
                    <a:gd name="connsiteX27" fmla="*/ 288357 w 1491175"/>
                    <a:gd name="connsiteY27" fmla="*/ 1335588 h 1382832"/>
                    <a:gd name="connsiteX28" fmla="*/ 283023 w 1491175"/>
                    <a:gd name="connsiteY28" fmla="*/ 1371656 h 1382832"/>
                    <a:gd name="connsiteX29" fmla="*/ 259020 w 1491175"/>
                    <a:gd name="connsiteY29" fmla="*/ 1376355 h 1382832"/>
                    <a:gd name="connsiteX30" fmla="*/ 323409 w 1491175"/>
                    <a:gd name="connsiteY30" fmla="*/ 997006 h 1382832"/>
                    <a:gd name="connsiteX31" fmla="*/ 305629 w 1491175"/>
                    <a:gd name="connsiteY31" fmla="*/ 913186 h 1382832"/>
                    <a:gd name="connsiteX32" fmla="*/ 229556 w 1491175"/>
                    <a:gd name="connsiteY32" fmla="*/ 939348 h 1382832"/>
                    <a:gd name="connsiteX33" fmla="*/ 18228 w 1491175"/>
                    <a:gd name="connsiteY33" fmla="*/ 1370513 h 1382832"/>
                    <a:gd name="connsiteX34" fmla="*/ 2099 w 1491175"/>
                    <a:gd name="connsiteY34" fmla="*/ 1382832 h 1382832"/>
                    <a:gd name="connsiteX35" fmla="*/ 17212 w 1491175"/>
                    <a:gd name="connsiteY35" fmla="*/ 1286566 h 1382832"/>
                    <a:gd name="connsiteX36" fmla="*/ 107001 w 1491175"/>
                    <a:gd name="connsiteY36" fmla="*/ 1065586 h 1382832"/>
                    <a:gd name="connsiteX37" fmla="*/ 216983 w 1491175"/>
                    <a:gd name="connsiteY37" fmla="*/ 915091 h 1382832"/>
                    <a:gd name="connsiteX38" fmla="*/ 304867 w 1491175"/>
                    <a:gd name="connsiteY38" fmla="*/ 813491 h 1382832"/>
                    <a:gd name="connsiteX39" fmla="*/ 391481 w 1491175"/>
                    <a:gd name="connsiteY39" fmla="*/ 779328 h 1382832"/>
                    <a:gd name="connsiteX40" fmla="*/ 252924 w 1491175"/>
                    <a:gd name="connsiteY40" fmla="*/ 699191 h 1382832"/>
                    <a:gd name="connsiteX41" fmla="*/ 138243 w 1491175"/>
                    <a:gd name="connsiteY41" fmla="*/ 584002 h 1382832"/>
                    <a:gd name="connsiteX42" fmla="*/ 83633 w 1491175"/>
                    <a:gd name="connsiteY42" fmla="*/ 501452 h 1382832"/>
                    <a:gd name="connsiteX43" fmla="*/ 139767 w 1491175"/>
                    <a:gd name="connsiteY43" fmla="*/ 267645 h 1382832"/>
                    <a:gd name="connsiteX44" fmla="*/ 413198 w 1491175"/>
                    <a:gd name="connsiteY44" fmla="*/ 21138 h 1382832"/>
                    <a:gd name="connsiteX45" fmla="*/ 730698 w 1491175"/>
                    <a:gd name="connsiteY45" fmla="*/ 17836 h 1382832"/>
                    <a:gd name="connsiteX46" fmla="*/ 912643 w 1491175"/>
                    <a:gd name="connsiteY46" fmla="*/ 121183 h 1382832"/>
                    <a:gd name="connsiteX47" fmla="*/ 1056509 w 1491175"/>
                    <a:gd name="connsiteY47" fmla="*/ 366250 h 1382832"/>
                    <a:gd name="connsiteX48" fmla="*/ 175327 w 1491175"/>
                    <a:gd name="connsiteY48" fmla="*/ 251516 h 1382832"/>
                    <a:gd name="connsiteX49" fmla="*/ 227270 w 1491175"/>
                    <a:gd name="connsiteY49" fmla="*/ 268661 h 1382832"/>
                    <a:gd name="connsiteX50" fmla="*/ 284801 w 1491175"/>
                    <a:gd name="connsiteY50" fmla="*/ 423601 h 1382832"/>
                    <a:gd name="connsiteX51" fmla="*/ 256607 w 1491175"/>
                    <a:gd name="connsiteY51" fmla="*/ 563936 h 1382832"/>
                    <a:gd name="connsiteX52" fmla="*/ 204283 w 1491175"/>
                    <a:gd name="connsiteY52" fmla="*/ 610672 h 1382832"/>
                    <a:gd name="connsiteX53" fmla="*/ 615128 w 1491175"/>
                    <a:gd name="connsiteY53" fmla="*/ 786948 h 1382832"/>
                    <a:gd name="connsiteX54" fmla="*/ 979491 w 1491175"/>
                    <a:gd name="connsiteY54" fmla="*/ 614609 h 1382832"/>
                    <a:gd name="connsiteX55" fmla="*/ 1018353 w 1491175"/>
                    <a:gd name="connsiteY55" fmla="*/ 320604 h 1382832"/>
                    <a:gd name="connsiteX56" fmla="*/ 672151 w 1491175"/>
                    <a:gd name="connsiteY56" fmla="*/ 31679 h 1382832"/>
                    <a:gd name="connsiteX57" fmla="*/ 175327 w 1491175"/>
                    <a:gd name="connsiteY57" fmla="*/ 251516 h 1382832"/>
                    <a:gd name="connsiteX58" fmla="*/ 159833 w 1491175"/>
                    <a:gd name="connsiteY58" fmla="*/ 286822 h 1382832"/>
                    <a:gd name="connsiteX59" fmla="*/ 104588 w 1491175"/>
                    <a:gd name="connsiteY59" fmla="*/ 475036 h 1382832"/>
                    <a:gd name="connsiteX60" fmla="*/ 197679 w 1491175"/>
                    <a:gd name="connsiteY60" fmla="*/ 581081 h 1382832"/>
                    <a:gd name="connsiteX61" fmla="*/ 250892 w 1491175"/>
                    <a:gd name="connsiteY61" fmla="*/ 499293 h 1382832"/>
                    <a:gd name="connsiteX62" fmla="*/ 234636 w 1491175"/>
                    <a:gd name="connsiteY62" fmla="*/ 323525 h 1382832"/>
                    <a:gd name="connsiteX63" fmla="*/ 159833 w 1491175"/>
                    <a:gd name="connsiteY63" fmla="*/ 286822 h 1382832"/>
                    <a:gd name="connsiteX64" fmla="*/ 1041086 w 1491175"/>
                    <a:gd name="connsiteY64" fmla="*/ 554030 h 1382832"/>
                    <a:gd name="connsiteX65" fmla="*/ 1054736 w 1491175"/>
                    <a:gd name="connsiteY65" fmla="*/ 415202 h 1382832"/>
                    <a:gd name="connsiteX66" fmla="*/ 441011 w 1491175"/>
                    <a:gd name="connsiteY66" fmla="*/ 791901 h 1382832"/>
                    <a:gd name="connsiteX67" fmla="*/ 658816 w 1491175"/>
                    <a:gd name="connsiteY67" fmla="*/ 825556 h 1382832"/>
                    <a:gd name="connsiteX68" fmla="*/ 569154 w 1491175"/>
                    <a:gd name="connsiteY68" fmla="*/ 809554 h 1382832"/>
                    <a:gd name="connsiteX69" fmla="*/ 441011 w 1491175"/>
                    <a:gd name="connsiteY69" fmla="*/ 791901 h 1382832"/>
                    <a:gd name="connsiteX70" fmla="*/ 303597 w 1491175"/>
                    <a:gd name="connsiteY70" fmla="*/ 842447 h 1382832"/>
                    <a:gd name="connsiteX71" fmla="*/ 288992 w 1491175"/>
                    <a:gd name="connsiteY71" fmla="*/ 872038 h 1382832"/>
                    <a:gd name="connsiteX72" fmla="*/ 345380 w 1491175"/>
                    <a:gd name="connsiteY72" fmla="*/ 922457 h 1382832"/>
                    <a:gd name="connsiteX73" fmla="*/ 332934 w 1491175"/>
                    <a:gd name="connsiteY73" fmla="*/ 1080318 h 1382832"/>
                    <a:gd name="connsiteX74" fmla="*/ 384369 w 1491175"/>
                    <a:gd name="connsiteY74" fmla="*/ 1008817 h 1382832"/>
                    <a:gd name="connsiteX75" fmla="*/ 303597 w 1491175"/>
                    <a:gd name="connsiteY75" fmla="*/ 842447 h 1382832"/>
                    <a:gd name="connsiteX76" fmla="*/ 1154370 w 1491175"/>
                    <a:gd name="connsiteY76" fmla="*/ 961573 h 1382832"/>
                    <a:gd name="connsiteX77" fmla="*/ 1130875 w 1491175"/>
                    <a:gd name="connsiteY77" fmla="*/ 1154613 h 1382832"/>
                    <a:gd name="connsiteX78" fmla="*/ 1261431 w 1491175"/>
                    <a:gd name="connsiteY78" fmla="*/ 1210239 h 1382832"/>
                    <a:gd name="connsiteX79" fmla="*/ 1374969 w 1491175"/>
                    <a:gd name="connsiteY79" fmla="*/ 1221669 h 1382832"/>
                    <a:gd name="connsiteX80" fmla="*/ 1357316 w 1491175"/>
                    <a:gd name="connsiteY80" fmla="*/ 1192967 h 1382832"/>
                    <a:gd name="connsiteX81" fmla="*/ 1258637 w 1491175"/>
                    <a:gd name="connsiteY81" fmla="*/ 1133404 h 1382832"/>
                    <a:gd name="connsiteX82" fmla="*/ 1445581 w 1491175"/>
                    <a:gd name="connsiteY82" fmla="*/ 1176711 h 1382832"/>
                    <a:gd name="connsiteX83" fmla="*/ 1403163 w 1491175"/>
                    <a:gd name="connsiteY83" fmla="*/ 1124133 h 1382832"/>
                    <a:gd name="connsiteX84" fmla="*/ 1296229 w 1491175"/>
                    <a:gd name="connsiteY84" fmla="*/ 1079175 h 1382832"/>
                    <a:gd name="connsiteX85" fmla="*/ 1489269 w 1491175"/>
                    <a:gd name="connsiteY85" fmla="*/ 1106861 h 1382832"/>
                    <a:gd name="connsiteX86" fmla="*/ 1491174 w 1491175"/>
                    <a:gd name="connsiteY86" fmla="*/ 1087049 h 1382832"/>
                    <a:gd name="connsiteX87" fmla="*/ 1235269 w 1491175"/>
                    <a:gd name="connsiteY87" fmla="*/ 995101 h 1382832"/>
                    <a:gd name="connsiteX88" fmla="*/ 1341060 w 1491175"/>
                    <a:gd name="connsiteY88" fmla="*/ 918647 h 1382832"/>
                    <a:gd name="connsiteX89" fmla="*/ 1301944 w 1491175"/>
                    <a:gd name="connsiteY89" fmla="*/ 879658 h 1382832"/>
                    <a:gd name="connsiteX90" fmla="*/ 1154370 w 1491175"/>
                    <a:gd name="connsiteY90" fmla="*/ 961573 h 1382832"/>
                    <a:gd name="connsiteX91" fmla="*/ 857063 w 1491175"/>
                    <a:gd name="connsiteY91" fmla="*/ 928426 h 1382832"/>
                    <a:gd name="connsiteX92" fmla="*/ 878272 w 1491175"/>
                    <a:gd name="connsiteY92" fmla="*/ 1047806 h 1382832"/>
                    <a:gd name="connsiteX93" fmla="*/ 905704 w 1491175"/>
                    <a:gd name="connsiteY93" fmla="*/ 1287709 h 1382832"/>
                    <a:gd name="connsiteX94" fmla="*/ 1188660 w 1491175"/>
                    <a:gd name="connsiteY94" fmla="*/ 1221288 h 1382832"/>
                    <a:gd name="connsiteX95" fmla="*/ 1073344 w 1491175"/>
                    <a:gd name="connsiteY95" fmla="*/ 1047171 h 1382832"/>
                    <a:gd name="connsiteX96" fmla="*/ 973522 w 1491175"/>
                    <a:gd name="connsiteY96" fmla="*/ 1185093 h 1382832"/>
                    <a:gd name="connsiteX97" fmla="*/ 945201 w 1491175"/>
                    <a:gd name="connsiteY97" fmla="*/ 1234496 h 1382832"/>
                    <a:gd name="connsiteX98" fmla="*/ 974665 w 1491175"/>
                    <a:gd name="connsiteY98" fmla="*/ 1113719 h 1382832"/>
                    <a:gd name="connsiteX99" fmla="*/ 857063 w 1491175"/>
                    <a:gd name="connsiteY99" fmla="*/ 928426 h 1382832"/>
                    <a:gd name="connsiteX0" fmla="*/ 1100903 w 1489270"/>
                    <a:gd name="connsiteY0" fmla="*/ 471353 h 1382832"/>
                    <a:gd name="connsiteX1" fmla="*/ 1075122 w 1489270"/>
                    <a:gd name="connsiteY1" fmla="*/ 553776 h 1382832"/>
                    <a:gd name="connsiteX2" fmla="*/ 994858 w 1489270"/>
                    <a:gd name="connsiteY2" fmla="*/ 638104 h 1382832"/>
                    <a:gd name="connsiteX3" fmla="*/ 900370 w 1489270"/>
                    <a:gd name="connsiteY3" fmla="*/ 733100 h 1382832"/>
                    <a:gd name="connsiteX4" fmla="*/ 765623 w 1489270"/>
                    <a:gd name="connsiteY4" fmla="*/ 795330 h 1382832"/>
                    <a:gd name="connsiteX5" fmla="*/ 993715 w 1489270"/>
                    <a:gd name="connsiteY5" fmla="*/ 1098479 h 1382832"/>
                    <a:gd name="connsiteX6" fmla="*/ 1109666 w 1489270"/>
                    <a:gd name="connsiteY6" fmla="*/ 968558 h 1382832"/>
                    <a:gd name="connsiteX7" fmla="*/ 1283275 w 1489270"/>
                    <a:gd name="connsiteY7" fmla="*/ 857941 h 1382832"/>
                    <a:gd name="connsiteX8" fmla="*/ 1372810 w 1489270"/>
                    <a:gd name="connsiteY8" fmla="*/ 906074 h 1382832"/>
                    <a:gd name="connsiteX9" fmla="*/ 1290260 w 1489270"/>
                    <a:gd name="connsiteY9" fmla="*/ 991291 h 1382832"/>
                    <a:gd name="connsiteX10" fmla="*/ 1286974 w 1489270"/>
                    <a:gd name="connsiteY10" fmla="*/ 1024887 h 1382832"/>
                    <a:gd name="connsiteX11" fmla="*/ 1460440 w 1489270"/>
                    <a:gd name="connsiteY11" fmla="*/ 1137595 h 1382832"/>
                    <a:gd name="connsiteX12" fmla="*/ 1460821 w 1489270"/>
                    <a:gd name="connsiteY12" fmla="*/ 1185728 h 1382832"/>
                    <a:gd name="connsiteX13" fmla="*/ 1403163 w 1489270"/>
                    <a:gd name="connsiteY13" fmla="*/ 1206937 h 1382832"/>
                    <a:gd name="connsiteX14" fmla="*/ 1396686 w 1489270"/>
                    <a:gd name="connsiteY14" fmla="*/ 1237290 h 1382832"/>
                    <a:gd name="connsiteX15" fmla="*/ 1222569 w 1489270"/>
                    <a:gd name="connsiteY15" fmla="*/ 1229162 h 1382832"/>
                    <a:gd name="connsiteX16" fmla="*/ 1041340 w 1489270"/>
                    <a:gd name="connsiteY16" fmla="*/ 1330381 h 1382832"/>
                    <a:gd name="connsiteX17" fmla="*/ 907228 w 1489270"/>
                    <a:gd name="connsiteY17" fmla="*/ 1317300 h 1382832"/>
                    <a:gd name="connsiteX18" fmla="*/ 909260 w 1489270"/>
                    <a:gd name="connsiteY18" fmla="*/ 1373180 h 1382832"/>
                    <a:gd name="connsiteX19" fmla="*/ 884622 w 1489270"/>
                    <a:gd name="connsiteY19" fmla="*/ 1371656 h 1382832"/>
                    <a:gd name="connsiteX20" fmla="*/ 878780 w 1489270"/>
                    <a:gd name="connsiteY20" fmla="*/ 1297234 h 1382832"/>
                    <a:gd name="connsiteX21" fmla="*/ 820106 w 1489270"/>
                    <a:gd name="connsiteY21" fmla="*/ 891596 h 1382832"/>
                    <a:gd name="connsiteX22" fmla="*/ 747208 w 1489270"/>
                    <a:gd name="connsiteY22" fmla="*/ 818825 h 1382832"/>
                    <a:gd name="connsiteX23" fmla="*/ 424882 w 1489270"/>
                    <a:gd name="connsiteY23" fmla="*/ 817174 h 1382832"/>
                    <a:gd name="connsiteX24" fmla="*/ 337125 w 1489270"/>
                    <a:gd name="connsiteY24" fmla="*/ 819333 h 1382832"/>
                    <a:gd name="connsiteX25" fmla="*/ 407610 w 1489270"/>
                    <a:gd name="connsiteY25" fmla="*/ 1031169 h 1382832"/>
                    <a:gd name="connsiteX26" fmla="*/ 322774 w 1489270"/>
                    <a:gd name="connsiteY26" fmla="*/ 1110290 h 1382832"/>
                    <a:gd name="connsiteX27" fmla="*/ 288357 w 1489270"/>
                    <a:gd name="connsiteY27" fmla="*/ 1335588 h 1382832"/>
                    <a:gd name="connsiteX28" fmla="*/ 283023 w 1489270"/>
                    <a:gd name="connsiteY28" fmla="*/ 1371656 h 1382832"/>
                    <a:gd name="connsiteX29" fmla="*/ 259020 w 1489270"/>
                    <a:gd name="connsiteY29" fmla="*/ 1376355 h 1382832"/>
                    <a:gd name="connsiteX30" fmla="*/ 323409 w 1489270"/>
                    <a:gd name="connsiteY30" fmla="*/ 997006 h 1382832"/>
                    <a:gd name="connsiteX31" fmla="*/ 305629 w 1489270"/>
                    <a:gd name="connsiteY31" fmla="*/ 913186 h 1382832"/>
                    <a:gd name="connsiteX32" fmla="*/ 229556 w 1489270"/>
                    <a:gd name="connsiteY32" fmla="*/ 939348 h 1382832"/>
                    <a:gd name="connsiteX33" fmla="*/ 18228 w 1489270"/>
                    <a:gd name="connsiteY33" fmla="*/ 1370513 h 1382832"/>
                    <a:gd name="connsiteX34" fmla="*/ 2099 w 1489270"/>
                    <a:gd name="connsiteY34" fmla="*/ 1382832 h 1382832"/>
                    <a:gd name="connsiteX35" fmla="*/ 17212 w 1489270"/>
                    <a:gd name="connsiteY35" fmla="*/ 1286566 h 1382832"/>
                    <a:gd name="connsiteX36" fmla="*/ 107001 w 1489270"/>
                    <a:gd name="connsiteY36" fmla="*/ 1065586 h 1382832"/>
                    <a:gd name="connsiteX37" fmla="*/ 216983 w 1489270"/>
                    <a:gd name="connsiteY37" fmla="*/ 915091 h 1382832"/>
                    <a:gd name="connsiteX38" fmla="*/ 304867 w 1489270"/>
                    <a:gd name="connsiteY38" fmla="*/ 813491 h 1382832"/>
                    <a:gd name="connsiteX39" fmla="*/ 391481 w 1489270"/>
                    <a:gd name="connsiteY39" fmla="*/ 779328 h 1382832"/>
                    <a:gd name="connsiteX40" fmla="*/ 252924 w 1489270"/>
                    <a:gd name="connsiteY40" fmla="*/ 699191 h 1382832"/>
                    <a:gd name="connsiteX41" fmla="*/ 138243 w 1489270"/>
                    <a:gd name="connsiteY41" fmla="*/ 584002 h 1382832"/>
                    <a:gd name="connsiteX42" fmla="*/ 83633 w 1489270"/>
                    <a:gd name="connsiteY42" fmla="*/ 501452 h 1382832"/>
                    <a:gd name="connsiteX43" fmla="*/ 139767 w 1489270"/>
                    <a:gd name="connsiteY43" fmla="*/ 267645 h 1382832"/>
                    <a:gd name="connsiteX44" fmla="*/ 413198 w 1489270"/>
                    <a:gd name="connsiteY44" fmla="*/ 21138 h 1382832"/>
                    <a:gd name="connsiteX45" fmla="*/ 730698 w 1489270"/>
                    <a:gd name="connsiteY45" fmla="*/ 17836 h 1382832"/>
                    <a:gd name="connsiteX46" fmla="*/ 912643 w 1489270"/>
                    <a:gd name="connsiteY46" fmla="*/ 121183 h 1382832"/>
                    <a:gd name="connsiteX47" fmla="*/ 1056509 w 1489270"/>
                    <a:gd name="connsiteY47" fmla="*/ 366250 h 1382832"/>
                    <a:gd name="connsiteX48" fmla="*/ 175327 w 1489270"/>
                    <a:gd name="connsiteY48" fmla="*/ 251516 h 1382832"/>
                    <a:gd name="connsiteX49" fmla="*/ 227270 w 1489270"/>
                    <a:gd name="connsiteY49" fmla="*/ 268661 h 1382832"/>
                    <a:gd name="connsiteX50" fmla="*/ 284801 w 1489270"/>
                    <a:gd name="connsiteY50" fmla="*/ 423601 h 1382832"/>
                    <a:gd name="connsiteX51" fmla="*/ 256607 w 1489270"/>
                    <a:gd name="connsiteY51" fmla="*/ 563936 h 1382832"/>
                    <a:gd name="connsiteX52" fmla="*/ 204283 w 1489270"/>
                    <a:gd name="connsiteY52" fmla="*/ 610672 h 1382832"/>
                    <a:gd name="connsiteX53" fmla="*/ 615128 w 1489270"/>
                    <a:gd name="connsiteY53" fmla="*/ 786948 h 1382832"/>
                    <a:gd name="connsiteX54" fmla="*/ 979491 w 1489270"/>
                    <a:gd name="connsiteY54" fmla="*/ 614609 h 1382832"/>
                    <a:gd name="connsiteX55" fmla="*/ 1018353 w 1489270"/>
                    <a:gd name="connsiteY55" fmla="*/ 320604 h 1382832"/>
                    <a:gd name="connsiteX56" fmla="*/ 672151 w 1489270"/>
                    <a:gd name="connsiteY56" fmla="*/ 31679 h 1382832"/>
                    <a:gd name="connsiteX57" fmla="*/ 175327 w 1489270"/>
                    <a:gd name="connsiteY57" fmla="*/ 251516 h 1382832"/>
                    <a:gd name="connsiteX58" fmla="*/ 159833 w 1489270"/>
                    <a:gd name="connsiteY58" fmla="*/ 286822 h 1382832"/>
                    <a:gd name="connsiteX59" fmla="*/ 104588 w 1489270"/>
                    <a:gd name="connsiteY59" fmla="*/ 475036 h 1382832"/>
                    <a:gd name="connsiteX60" fmla="*/ 197679 w 1489270"/>
                    <a:gd name="connsiteY60" fmla="*/ 581081 h 1382832"/>
                    <a:gd name="connsiteX61" fmla="*/ 250892 w 1489270"/>
                    <a:gd name="connsiteY61" fmla="*/ 499293 h 1382832"/>
                    <a:gd name="connsiteX62" fmla="*/ 234636 w 1489270"/>
                    <a:gd name="connsiteY62" fmla="*/ 323525 h 1382832"/>
                    <a:gd name="connsiteX63" fmla="*/ 159833 w 1489270"/>
                    <a:gd name="connsiteY63" fmla="*/ 286822 h 1382832"/>
                    <a:gd name="connsiteX64" fmla="*/ 1041086 w 1489270"/>
                    <a:gd name="connsiteY64" fmla="*/ 554030 h 1382832"/>
                    <a:gd name="connsiteX65" fmla="*/ 1054736 w 1489270"/>
                    <a:gd name="connsiteY65" fmla="*/ 415202 h 1382832"/>
                    <a:gd name="connsiteX66" fmla="*/ 441011 w 1489270"/>
                    <a:gd name="connsiteY66" fmla="*/ 791901 h 1382832"/>
                    <a:gd name="connsiteX67" fmla="*/ 658816 w 1489270"/>
                    <a:gd name="connsiteY67" fmla="*/ 825556 h 1382832"/>
                    <a:gd name="connsiteX68" fmla="*/ 569154 w 1489270"/>
                    <a:gd name="connsiteY68" fmla="*/ 809554 h 1382832"/>
                    <a:gd name="connsiteX69" fmla="*/ 441011 w 1489270"/>
                    <a:gd name="connsiteY69" fmla="*/ 791901 h 1382832"/>
                    <a:gd name="connsiteX70" fmla="*/ 303597 w 1489270"/>
                    <a:gd name="connsiteY70" fmla="*/ 842447 h 1382832"/>
                    <a:gd name="connsiteX71" fmla="*/ 288992 w 1489270"/>
                    <a:gd name="connsiteY71" fmla="*/ 872038 h 1382832"/>
                    <a:gd name="connsiteX72" fmla="*/ 345380 w 1489270"/>
                    <a:gd name="connsiteY72" fmla="*/ 922457 h 1382832"/>
                    <a:gd name="connsiteX73" fmla="*/ 332934 w 1489270"/>
                    <a:gd name="connsiteY73" fmla="*/ 1080318 h 1382832"/>
                    <a:gd name="connsiteX74" fmla="*/ 384369 w 1489270"/>
                    <a:gd name="connsiteY74" fmla="*/ 1008817 h 1382832"/>
                    <a:gd name="connsiteX75" fmla="*/ 303597 w 1489270"/>
                    <a:gd name="connsiteY75" fmla="*/ 842447 h 1382832"/>
                    <a:gd name="connsiteX76" fmla="*/ 1154370 w 1489270"/>
                    <a:gd name="connsiteY76" fmla="*/ 961573 h 1382832"/>
                    <a:gd name="connsiteX77" fmla="*/ 1130875 w 1489270"/>
                    <a:gd name="connsiteY77" fmla="*/ 1154613 h 1382832"/>
                    <a:gd name="connsiteX78" fmla="*/ 1261431 w 1489270"/>
                    <a:gd name="connsiteY78" fmla="*/ 1210239 h 1382832"/>
                    <a:gd name="connsiteX79" fmla="*/ 1374969 w 1489270"/>
                    <a:gd name="connsiteY79" fmla="*/ 1221669 h 1382832"/>
                    <a:gd name="connsiteX80" fmla="*/ 1357316 w 1489270"/>
                    <a:gd name="connsiteY80" fmla="*/ 1192967 h 1382832"/>
                    <a:gd name="connsiteX81" fmla="*/ 1258637 w 1489270"/>
                    <a:gd name="connsiteY81" fmla="*/ 1133404 h 1382832"/>
                    <a:gd name="connsiteX82" fmla="*/ 1445581 w 1489270"/>
                    <a:gd name="connsiteY82" fmla="*/ 1176711 h 1382832"/>
                    <a:gd name="connsiteX83" fmla="*/ 1403163 w 1489270"/>
                    <a:gd name="connsiteY83" fmla="*/ 1124133 h 1382832"/>
                    <a:gd name="connsiteX84" fmla="*/ 1296229 w 1489270"/>
                    <a:gd name="connsiteY84" fmla="*/ 1079175 h 1382832"/>
                    <a:gd name="connsiteX85" fmla="*/ 1489269 w 1489270"/>
                    <a:gd name="connsiteY85" fmla="*/ 1106861 h 1382832"/>
                    <a:gd name="connsiteX86" fmla="*/ 1300439 w 1489270"/>
                    <a:gd name="connsiteY86" fmla="*/ 1049963 h 1382832"/>
                    <a:gd name="connsiteX87" fmla="*/ 1235269 w 1489270"/>
                    <a:gd name="connsiteY87" fmla="*/ 995101 h 1382832"/>
                    <a:gd name="connsiteX88" fmla="*/ 1341060 w 1489270"/>
                    <a:gd name="connsiteY88" fmla="*/ 918647 h 1382832"/>
                    <a:gd name="connsiteX89" fmla="*/ 1301944 w 1489270"/>
                    <a:gd name="connsiteY89" fmla="*/ 879658 h 1382832"/>
                    <a:gd name="connsiteX90" fmla="*/ 1154370 w 1489270"/>
                    <a:gd name="connsiteY90" fmla="*/ 961573 h 1382832"/>
                    <a:gd name="connsiteX91" fmla="*/ 857063 w 1489270"/>
                    <a:gd name="connsiteY91" fmla="*/ 928426 h 1382832"/>
                    <a:gd name="connsiteX92" fmla="*/ 878272 w 1489270"/>
                    <a:gd name="connsiteY92" fmla="*/ 1047806 h 1382832"/>
                    <a:gd name="connsiteX93" fmla="*/ 905704 w 1489270"/>
                    <a:gd name="connsiteY93" fmla="*/ 1287709 h 1382832"/>
                    <a:gd name="connsiteX94" fmla="*/ 1188660 w 1489270"/>
                    <a:gd name="connsiteY94" fmla="*/ 1221288 h 1382832"/>
                    <a:gd name="connsiteX95" fmla="*/ 1073344 w 1489270"/>
                    <a:gd name="connsiteY95" fmla="*/ 1047171 h 1382832"/>
                    <a:gd name="connsiteX96" fmla="*/ 973522 w 1489270"/>
                    <a:gd name="connsiteY96" fmla="*/ 1185093 h 1382832"/>
                    <a:gd name="connsiteX97" fmla="*/ 945201 w 1489270"/>
                    <a:gd name="connsiteY97" fmla="*/ 1234496 h 1382832"/>
                    <a:gd name="connsiteX98" fmla="*/ 974665 w 1489270"/>
                    <a:gd name="connsiteY98" fmla="*/ 1113719 h 1382832"/>
                    <a:gd name="connsiteX99" fmla="*/ 857063 w 1489270"/>
                    <a:gd name="connsiteY99" fmla="*/ 928426 h 1382832"/>
                    <a:gd name="connsiteX0" fmla="*/ 1100903 w 1463132"/>
                    <a:gd name="connsiteY0" fmla="*/ 471353 h 1382832"/>
                    <a:gd name="connsiteX1" fmla="*/ 1075122 w 1463132"/>
                    <a:gd name="connsiteY1" fmla="*/ 553776 h 1382832"/>
                    <a:gd name="connsiteX2" fmla="*/ 994858 w 1463132"/>
                    <a:gd name="connsiteY2" fmla="*/ 638104 h 1382832"/>
                    <a:gd name="connsiteX3" fmla="*/ 900370 w 1463132"/>
                    <a:gd name="connsiteY3" fmla="*/ 733100 h 1382832"/>
                    <a:gd name="connsiteX4" fmla="*/ 765623 w 1463132"/>
                    <a:gd name="connsiteY4" fmla="*/ 795330 h 1382832"/>
                    <a:gd name="connsiteX5" fmla="*/ 993715 w 1463132"/>
                    <a:gd name="connsiteY5" fmla="*/ 1098479 h 1382832"/>
                    <a:gd name="connsiteX6" fmla="*/ 1109666 w 1463132"/>
                    <a:gd name="connsiteY6" fmla="*/ 968558 h 1382832"/>
                    <a:gd name="connsiteX7" fmla="*/ 1283275 w 1463132"/>
                    <a:gd name="connsiteY7" fmla="*/ 857941 h 1382832"/>
                    <a:gd name="connsiteX8" fmla="*/ 1372810 w 1463132"/>
                    <a:gd name="connsiteY8" fmla="*/ 906074 h 1382832"/>
                    <a:gd name="connsiteX9" fmla="*/ 1290260 w 1463132"/>
                    <a:gd name="connsiteY9" fmla="*/ 991291 h 1382832"/>
                    <a:gd name="connsiteX10" fmla="*/ 1286974 w 1463132"/>
                    <a:gd name="connsiteY10" fmla="*/ 1024887 h 1382832"/>
                    <a:gd name="connsiteX11" fmla="*/ 1460440 w 1463132"/>
                    <a:gd name="connsiteY11" fmla="*/ 1137595 h 1382832"/>
                    <a:gd name="connsiteX12" fmla="*/ 1460821 w 1463132"/>
                    <a:gd name="connsiteY12" fmla="*/ 1185728 h 1382832"/>
                    <a:gd name="connsiteX13" fmla="*/ 1403163 w 1463132"/>
                    <a:gd name="connsiteY13" fmla="*/ 1206937 h 1382832"/>
                    <a:gd name="connsiteX14" fmla="*/ 1396686 w 1463132"/>
                    <a:gd name="connsiteY14" fmla="*/ 1237290 h 1382832"/>
                    <a:gd name="connsiteX15" fmla="*/ 1222569 w 1463132"/>
                    <a:gd name="connsiteY15" fmla="*/ 1229162 h 1382832"/>
                    <a:gd name="connsiteX16" fmla="*/ 1041340 w 1463132"/>
                    <a:gd name="connsiteY16" fmla="*/ 1330381 h 1382832"/>
                    <a:gd name="connsiteX17" fmla="*/ 907228 w 1463132"/>
                    <a:gd name="connsiteY17" fmla="*/ 1317300 h 1382832"/>
                    <a:gd name="connsiteX18" fmla="*/ 909260 w 1463132"/>
                    <a:gd name="connsiteY18" fmla="*/ 1373180 h 1382832"/>
                    <a:gd name="connsiteX19" fmla="*/ 884622 w 1463132"/>
                    <a:gd name="connsiteY19" fmla="*/ 1371656 h 1382832"/>
                    <a:gd name="connsiteX20" fmla="*/ 878780 w 1463132"/>
                    <a:gd name="connsiteY20" fmla="*/ 1297234 h 1382832"/>
                    <a:gd name="connsiteX21" fmla="*/ 820106 w 1463132"/>
                    <a:gd name="connsiteY21" fmla="*/ 891596 h 1382832"/>
                    <a:gd name="connsiteX22" fmla="*/ 747208 w 1463132"/>
                    <a:gd name="connsiteY22" fmla="*/ 818825 h 1382832"/>
                    <a:gd name="connsiteX23" fmla="*/ 424882 w 1463132"/>
                    <a:gd name="connsiteY23" fmla="*/ 817174 h 1382832"/>
                    <a:gd name="connsiteX24" fmla="*/ 337125 w 1463132"/>
                    <a:gd name="connsiteY24" fmla="*/ 819333 h 1382832"/>
                    <a:gd name="connsiteX25" fmla="*/ 407610 w 1463132"/>
                    <a:gd name="connsiteY25" fmla="*/ 1031169 h 1382832"/>
                    <a:gd name="connsiteX26" fmla="*/ 322774 w 1463132"/>
                    <a:gd name="connsiteY26" fmla="*/ 1110290 h 1382832"/>
                    <a:gd name="connsiteX27" fmla="*/ 288357 w 1463132"/>
                    <a:gd name="connsiteY27" fmla="*/ 1335588 h 1382832"/>
                    <a:gd name="connsiteX28" fmla="*/ 283023 w 1463132"/>
                    <a:gd name="connsiteY28" fmla="*/ 1371656 h 1382832"/>
                    <a:gd name="connsiteX29" fmla="*/ 259020 w 1463132"/>
                    <a:gd name="connsiteY29" fmla="*/ 1376355 h 1382832"/>
                    <a:gd name="connsiteX30" fmla="*/ 323409 w 1463132"/>
                    <a:gd name="connsiteY30" fmla="*/ 997006 h 1382832"/>
                    <a:gd name="connsiteX31" fmla="*/ 305629 w 1463132"/>
                    <a:gd name="connsiteY31" fmla="*/ 913186 h 1382832"/>
                    <a:gd name="connsiteX32" fmla="*/ 229556 w 1463132"/>
                    <a:gd name="connsiteY32" fmla="*/ 939348 h 1382832"/>
                    <a:gd name="connsiteX33" fmla="*/ 18228 w 1463132"/>
                    <a:gd name="connsiteY33" fmla="*/ 1370513 h 1382832"/>
                    <a:gd name="connsiteX34" fmla="*/ 2099 w 1463132"/>
                    <a:gd name="connsiteY34" fmla="*/ 1382832 h 1382832"/>
                    <a:gd name="connsiteX35" fmla="*/ 17212 w 1463132"/>
                    <a:gd name="connsiteY35" fmla="*/ 1286566 h 1382832"/>
                    <a:gd name="connsiteX36" fmla="*/ 107001 w 1463132"/>
                    <a:gd name="connsiteY36" fmla="*/ 1065586 h 1382832"/>
                    <a:gd name="connsiteX37" fmla="*/ 216983 w 1463132"/>
                    <a:gd name="connsiteY37" fmla="*/ 915091 h 1382832"/>
                    <a:gd name="connsiteX38" fmla="*/ 304867 w 1463132"/>
                    <a:gd name="connsiteY38" fmla="*/ 813491 h 1382832"/>
                    <a:gd name="connsiteX39" fmla="*/ 391481 w 1463132"/>
                    <a:gd name="connsiteY39" fmla="*/ 779328 h 1382832"/>
                    <a:gd name="connsiteX40" fmla="*/ 252924 w 1463132"/>
                    <a:gd name="connsiteY40" fmla="*/ 699191 h 1382832"/>
                    <a:gd name="connsiteX41" fmla="*/ 138243 w 1463132"/>
                    <a:gd name="connsiteY41" fmla="*/ 584002 h 1382832"/>
                    <a:gd name="connsiteX42" fmla="*/ 83633 w 1463132"/>
                    <a:gd name="connsiteY42" fmla="*/ 501452 h 1382832"/>
                    <a:gd name="connsiteX43" fmla="*/ 139767 w 1463132"/>
                    <a:gd name="connsiteY43" fmla="*/ 267645 h 1382832"/>
                    <a:gd name="connsiteX44" fmla="*/ 413198 w 1463132"/>
                    <a:gd name="connsiteY44" fmla="*/ 21138 h 1382832"/>
                    <a:gd name="connsiteX45" fmla="*/ 730698 w 1463132"/>
                    <a:gd name="connsiteY45" fmla="*/ 17836 h 1382832"/>
                    <a:gd name="connsiteX46" fmla="*/ 912643 w 1463132"/>
                    <a:gd name="connsiteY46" fmla="*/ 121183 h 1382832"/>
                    <a:gd name="connsiteX47" fmla="*/ 1056509 w 1463132"/>
                    <a:gd name="connsiteY47" fmla="*/ 366250 h 1382832"/>
                    <a:gd name="connsiteX48" fmla="*/ 175327 w 1463132"/>
                    <a:gd name="connsiteY48" fmla="*/ 251516 h 1382832"/>
                    <a:gd name="connsiteX49" fmla="*/ 227270 w 1463132"/>
                    <a:gd name="connsiteY49" fmla="*/ 268661 h 1382832"/>
                    <a:gd name="connsiteX50" fmla="*/ 284801 w 1463132"/>
                    <a:gd name="connsiteY50" fmla="*/ 423601 h 1382832"/>
                    <a:gd name="connsiteX51" fmla="*/ 256607 w 1463132"/>
                    <a:gd name="connsiteY51" fmla="*/ 563936 h 1382832"/>
                    <a:gd name="connsiteX52" fmla="*/ 204283 w 1463132"/>
                    <a:gd name="connsiteY52" fmla="*/ 610672 h 1382832"/>
                    <a:gd name="connsiteX53" fmla="*/ 615128 w 1463132"/>
                    <a:gd name="connsiteY53" fmla="*/ 786948 h 1382832"/>
                    <a:gd name="connsiteX54" fmla="*/ 979491 w 1463132"/>
                    <a:gd name="connsiteY54" fmla="*/ 614609 h 1382832"/>
                    <a:gd name="connsiteX55" fmla="*/ 1018353 w 1463132"/>
                    <a:gd name="connsiteY55" fmla="*/ 320604 h 1382832"/>
                    <a:gd name="connsiteX56" fmla="*/ 672151 w 1463132"/>
                    <a:gd name="connsiteY56" fmla="*/ 31679 h 1382832"/>
                    <a:gd name="connsiteX57" fmla="*/ 175327 w 1463132"/>
                    <a:gd name="connsiteY57" fmla="*/ 251516 h 1382832"/>
                    <a:gd name="connsiteX58" fmla="*/ 159833 w 1463132"/>
                    <a:gd name="connsiteY58" fmla="*/ 286822 h 1382832"/>
                    <a:gd name="connsiteX59" fmla="*/ 104588 w 1463132"/>
                    <a:gd name="connsiteY59" fmla="*/ 475036 h 1382832"/>
                    <a:gd name="connsiteX60" fmla="*/ 197679 w 1463132"/>
                    <a:gd name="connsiteY60" fmla="*/ 581081 h 1382832"/>
                    <a:gd name="connsiteX61" fmla="*/ 250892 w 1463132"/>
                    <a:gd name="connsiteY61" fmla="*/ 499293 h 1382832"/>
                    <a:gd name="connsiteX62" fmla="*/ 234636 w 1463132"/>
                    <a:gd name="connsiteY62" fmla="*/ 323525 h 1382832"/>
                    <a:gd name="connsiteX63" fmla="*/ 159833 w 1463132"/>
                    <a:gd name="connsiteY63" fmla="*/ 286822 h 1382832"/>
                    <a:gd name="connsiteX64" fmla="*/ 1041086 w 1463132"/>
                    <a:gd name="connsiteY64" fmla="*/ 554030 h 1382832"/>
                    <a:gd name="connsiteX65" fmla="*/ 1054736 w 1463132"/>
                    <a:gd name="connsiteY65" fmla="*/ 415202 h 1382832"/>
                    <a:gd name="connsiteX66" fmla="*/ 441011 w 1463132"/>
                    <a:gd name="connsiteY66" fmla="*/ 791901 h 1382832"/>
                    <a:gd name="connsiteX67" fmla="*/ 658816 w 1463132"/>
                    <a:gd name="connsiteY67" fmla="*/ 825556 h 1382832"/>
                    <a:gd name="connsiteX68" fmla="*/ 569154 w 1463132"/>
                    <a:gd name="connsiteY68" fmla="*/ 809554 h 1382832"/>
                    <a:gd name="connsiteX69" fmla="*/ 441011 w 1463132"/>
                    <a:gd name="connsiteY69" fmla="*/ 791901 h 1382832"/>
                    <a:gd name="connsiteX70" fmla="*/ 303597 w 1463132"/>
                    <a:gd name="connsiteY70" fmla="*/ 842447 h 1382832"/>
                    <a:gd name="connsiteX71" fmla="*/ 288992 w 1463132"/>
                    <a:gd name="connsiteY71" fmla="*/ 872038 h 1382832"/>
                    <a:gd name="connsiteX72" fmla="*/ 345380 w 1463132"/>
                    <a:gd name="connsiteY72" fmla="*/ 922457 h 1382832"/>
                    <a:gd name="connsiteX73" fmla="*/ 332934 w 1463132"/>
                    <a:gd name="connsiteY73" fmla="*/ 1080318 h 1382832"/>
                    <a:gd name="connsiteX74" fmla="*/ 384369 w 1463132"/>
                    <a:gd name="connsiteY74" fmla="*/ 1008817 h 1382832"/>
                    <a:gd name="connsiteX75" fmla="*/ 303597 w 1463132"/>
                    <a:gd name="connsiteY75" fmla="*/ 842447 h 1382832"/>
                    <a:gd name="connsiteX76" fmla="*/ 1154370 w 1463132"/>
                    <a:gd name="connsiteY76" fmla="*/ 961573 h 1382832"/>
                    <a:gd name="connsiteX77" fmla="*/ 1130875 w 1463132"/>
                    <a:gd name="connsiteY77" fmla="*/ 1154613 h 1382832"/>
                    <a:gd name="connsiteX78" fmla="*/ 1261431 w 1463132"/>
                    <a:gd name="connsiteY78" fmla="*/ 1210239 h 1382832"/>
                    <a:gd name="connsiteX79" fmla="*/ 1374969 w 1463132"/>
                    <a:gd name="connsiteY79" fmla="*/ 1221669 h 1382832"/>
                    <a:gd name="connsiteX80" fmla="*/ 1357316 w 1463132"/>
                    <a:gd name="connsiteY80" fmla="*/ 1192967 h 1382832"/>
                    <a:gd name="connsiteX81" fmla="*/ 1258637 w 1463132"/>
                    <a:gd name="connsiteY81" fmla="*/ 1133404 h 1382832"/>
                    <a:gd name="connsiteX82" fmla="*/ 1445581 w 1463132"/>
                    <a:gd name="connsiteY82" fmla="*/ 1176711 h 1382832"/>
                    <a:gd name="connsiteX83" fmla="*/ 1403163 w 1463132"/>
                    <a:gd name="connsiteY83" fmla="*/ 1124133 h 1382832"/>
                    <a:gd name="connsiteX84" fmla="*/ 1296229 w 1463132"/>
                    <a:gd name="connsiteY84" fmla="*/ 1079175 h 1382832"/>
                    <a:gd name="connsiteX85" fmla="*/ 1287937 w 1463132"/>
                    <a:gd name="connsiteY85" fmla="*/ 1075072 h 1382832"/>
                    <a:gd name="connsiteX86" fmla="*/ 1300439 w 1463132"/>
                    <a:gd name="connsiteY86" fmla="*/ 1049963 h 1382832"/>
                    <a:gd name="connsiteX87" fmla="*/ 1235269 w 1463132"/>
                    <a:gd name="connsiteY87" fmla="*/ 995101 h 1382832"/>
                    <a:gd name="connsiteX88" fmla="*/ 1341060 w 1463132"/>
                    <a:gd name="connsiteY88" fmla="*/ 918647 h 1382832"/>
                    <a:gd name="connsiteX89" fmla="*/ 1301944 w 1463132"/>
                    <a:gd name="connsiteY89" fmla="*/ 879658 h 1382832"/>
                    <a:gd name="connsiteX90" fmla="*/ 1154370 w 1463132"/>
                    <a:gd name="connsiteY90" fmla="*/ 961573 h 1382832"/>
                    <a:gd name="connsiteX91" fmla="*/ 857063 w 1463132"/>
                    <a:gd name="connsiteY91" fmla="*/ 928426 h 1382832"/>
                    <a:gd name="connsiteX92" fmla="*/ 878272 w 1463132"/>
                    <a:gd name="connsiteY92" fmla="*/ 1047806 h 1382832"/>
                    <a:gd name="connsiteX93" fmla="*/ 905704 w 1463132"/>
                    <a:gd name="connsiteY93" fmla="*/ 1287709 h 1382832"/>
                    <a:gd name="connsiteX94" fmla="*/ 1188660 w 1463132"/>
                    <a:gd name="connsiteY94" fmla="*/ 1221288 h 1382832"/>
                    <a:gd name="connsiteX95" fmla="*/ 1073344 w 1463132"/>
                    <a:gd name="connsiteY95" fmla="*/ 1047171 h 1382832"/>
                    <a:gd name="connsiteX96" fmla="*/ 973522 w 1463132"/>
                    <a:gd name="connsiteY96" fmla="*/ 1185093 h 1382832"/>
                    <a:gd name="connsiteX97" fmla="*/ 945201 w 1463132"/>
                    <a:gd name="connsiteY97" fmla="*/ 1234496 h 1382832"/>
                    <a:gd name="connsiteX98" fmla="*/ 974665 w 1463132"/>
                    <a:gd name="connsiteY98" fmla="*/ 1113719 h 1382832"/>
                    <a:gd name="connsiteX99" fmla="*/ 857063 w 1463132"/>
                    <a:gd name="connsiteY99" fmla="*/ 928426 h 1382832"/>
                    <a:gd name="connsiteX0" fmla="*/ 1100903 w 1460822"/>
                    <a:gd name="connsiteY0" fmla="*/ 471353 h 1382832"/>
                    <a:gd name="connsiteX1" fmla="*/ 1075122 w 1460822"/>
                    <a:gd name="connsiteY1" fmla="*/ 553776 h 1382832"/>
                    <a:gd name="connsiteX2" fmla="*/ 994858 w 1460822"/>
                    <a:gd name="connsiteY2" fmla="*/ 638104 h 1382832"/>
                    <a:gd name="connsiteX3" fmla="*/ 900370 w 1460822"/>
                    <a:gd name="connsiteY3" fmla="*/ 733100 h 1382832"/>
                    <a:gd name="connsiteX4" fmla="*/ 765623 w 1460822"/>
                    <a:gd name="connsiteY4" fmla="*/ 795330 h 1382832"/>
                    <a:gd name="connsiteX5" fmla="*/ 993715 w 1460822"/>
                    <a:gd name="connsiteY5" fmla="*/ 1098479 h 1382832"/>
                    <a:gd name="connsiteX6" fmla="*/ 1109666 w 1460822"/>
                    <a:gd name="connsiteY6" fmla="*/ 968558 h 1382832"/>
                    <a:gd name="connsiteX7" fmla="*/ 1283275 w 1460822"/>
                    <a:gd name="connsiteY7" fmla="*/ 857941 h 1382832"/>
                    <a:gd name="connsiteX8" fmla="*/ 1372810 w 1460822"/>
                    <a:gd name="connsiteY8" fmla="*/ 906074 h 1382832"/>
                    <a:gd name="connsiteX9" fmla="*/ 1290260 w 1460822"/>
                    <a:gd name="connsiteY9" fmla="*/ 991291 h 1382832"/>
                    <a:gd name="connsiteX10" fmla="*/ 1286974 w 1460822"/>
                    <a:gd name="connsiteY10" fmla="*/ 1024887 h 1382832"/>
                    <a:gd name="connsiteX11" fmla="*/ 1290897 w 1460822"/>
                    <a:gd name="connsiteY11" fmla="*/ 1084613 h 1382832"/>
                    <a:gd name="connsiteX12" fmla="*/ 1460821 w 1460822"/>
                    <a:gd name="connsiteY12" fmla="*/ 1185728 h 1382832"/>
                    <a:gd name="connsiteX13" fmla="*/ 1403163 w 1460822"/>
                    <a:gd name="connsiteY13" fmla="*/ 1206937 h 1382832"/>
                    <a:gd name="connsiteX14" fmla="*/ 1396686 w 1460822"/>
                    <a:gd name="connsiteY14" fmla="*/ 1237290 h 1382832"/>
                    <a:gd name="connsiteX15" fmla="*/ 1222569 w 1460822"/>
                    <a:gd name="connsiteY15" fmla="*/ 1229162 h 1382832"/>
                    <a:gd name="connsiteX16" fmla="*/ 1041340 w 1460822"/>
                    <a:gd name="connsiteY16" fmla="*/ 1330381 h 1382832"/>
                    <a:gd name="connsiteX17" fmla="*/ 907228 w 1460822"/>
                    <a:gd name="connsiteY17" fmla="*/ 1317300 h 1382832"/>
                    <a:gd name="connsiteX18" fmla="*/ 909260 w 1460822"/>
                    <a:gd name="connsiteY18" fmla="*/ 1373180 h 1382832"/>
                    <a:gd name="connsiteX19" fmla="*/ 884622 w 1460822"/>
                    <a:gd name="connsiteY19" fmla="*/ 1371656 h 1382832"/>
                    <a:gd name="connsiteX20" fmla="*/ 878780 w 1460822"/>
                    <a:gd name="connsiteY20" fmla="*/ 1297234 h 1382832"/>
                    <a:gd name="connsiteX21" fmla="*/ 820106 w 1460822"/>
                    <a:gd name="connsiteY21" fmla="*/ 891596 h 1382832"/>
                    <a:gd name="connsiteX22" fmla="*/ 747208 w 1460822"/>
                    <a:gd name="connsiteY22" fmla="*/ 818825 h 1382832"/>
                    <a:gd name="connsiteX23" fmla="*/ 424882 w 1460822"/>
                    <a:gd name="connsiteY23" fmla="*/ 817174 h 1382832"/>
                    <a:gd name="connsiteX24" fmla="*/ 337125 w 1460822"/>
                    <a:gd name="connsiteY24" fmla="*/ 819333 h 1382832"/>
                    <a:gd name="connsiteX25" fmla="*/ 407610 w 1460822"/>
                    <a:gd name="connsiteY25" fmla="*/ 1031169 h 1382832"/>
                    <a:gd name="connsiteX26" fmla="*/ 322774 w 1460822"/>
                    <a:gd name="connsiteY26" fmla="*/ 1110290 h 1382832"/>
                    <a:gd name="connsiteX27" fmla="*/ 288357 w 1460822"/>
                    <a:gd name="connsiteY27" fmla="*/ 1335588 h 1382832"/>
                    <a:gd name="connsiteX28" fmla="*/ 283023 w 1460822"/>
                    <a:gd name="connsiteY28" fmla="*/ 1371656 h 1382832"/>
                    <a:gd name="connsiteX29" fmla="*/ 259020 w 1460822"/>
                    <a:gd name="connsiteY29" fmla="*/ 1376355 h 1382832"/>
                    <a:gd name="connsiteX30" fmla="*/ 323409 w 1460822"/>
                    <a:gd name="connsiteY30" fmla="*/ 997006 h 1382832"/>
                    <a:gd name="connsiteX31" fmla="*/ 305629 w 1460822"/>
                    <a:gd name="connsiteY31" fmla="*/ 913186 h 1382832"/>
                    <a:gd name="connsiteX32" fmla="*/ 229556 w 1460822"/>
                    <a:gd name="connsiteY32" fmla="*/ 939348 h 1382832"/>
                    <a:gd name="connsiteX33" fmla="*/ 18228 w 1460822"/>
                    <a:gd name="connsiteY33" fmla="*/ 1370513 h 1382832"/>
                    <a:gd name="connsiteX34" fmla="*/ 2099 w 1460822"/>
                    <a:gd name="connsiteY34" fmla="*/ 1382832 h 1382832"/>
                    <a:gd name="connsiteX35" fmla="*/ 17212 w 1460822"/>
                    <a:gd name="connsiteY35" fmla="*/ 1286566 h 1382832"/>
                    <a:gd name="connsiteX36" fmla="*/ 107001 w 1460822"/>
                    <a:gd name="connsiteY36" fmla="*/ 1065586 h 1382832"/>
                    <a:gd name="connsiteX37" fmla="*/ 216983 w 1460822"/>
                    <a:gd name="connsiteY37" fmla="*/ 915091 h 1382832"/>
                    <a:gd name="connsiteX38" fmla="*/ 304867 w 1460822"/>
                    <a:gd name="connsiteY38" fmla="*/ 813491 h 1382832"/>
                    <a:gd name="connsiteX39" fmla="*/ 391481 w 1460822"/>
                    <a:gd name="connsiteY39" fmla="*/ 779328 h 1382832"/>
                    <a:gd name="connsiteX40" fmla="*/ 252924 w 1460822"/>
                    <a:gd name="connsiteY40" fmla="*/ 699191 h 1382832"/>
                    <a:gd name="connsiteX41" fmla="*/ 138243 w 1460822"/>
                    <a:gd name="connsiteY41" fmla="*/ 584002 h 1382832"/>
                    <a:gd name="connsiteX42" fmla="*/ 83633 w 1460822"/>
                    <a:gd name="connsiteY42" fmla="*/ 501452 h 1382832"/>
                    <a:gd name="connsiteX43" fmla="*/ 139767 w 1460822"/>
                    <a:gd name="connsiteY43" fmla="*/ 267645 h 1382832"/>
                    <a:gd name="connsiteX44" fmla="*/ 413198 w 1460822"/>
                    <a:gd name="connsiteY44" fmla="*/ 21138 h 1382832"/>
                    <a:gd name="connsiteX45" fmla="*/ 730698 w 1460822"/>
                    <a:gd name="connsiteY45" fmla="*/ 17836 h 1382832"/>
                    <a:gd name="connsiteX46" fmla="*/ 912643 w 1460822"/>
                    <a:gd name="connsiteY46" fmla="*/ 121183 h 1382832"/>
                    <a:gd name="connsiteX47" fmla="*/ 1056509 w 1460822"/>
                    <a:gd name="connsiteY47" fmla="*/ 366250 h 1382832"/>
                    <a:gd name="connsiteX48" fmla="*/ 175327 w 1460822"/>
                    <a:gd name="connsiteY48" fmla="*/ 251516 h 1382832"/>
                    <a:gd name="connsiteX49" fmla="*/ 227270 w 1460822"/>
                    <a:gd name="connsiteY49" fmla="*/ 268661 h 1382832"/>
                    <a:gd name="connsiteX50" fmla="*/ 284801 w 1460822"/>
                    <a:gd name="connsiteY50" fmla="*/ 423601 h 1382832"/>
                    <a:gd name="connsiteX51" fmla="*/ 256607 w 1460822"/>
                    <a:gd name="connsiteY51" fmla="*/ 563936 h 1382832"/>
                    <a:gd name="connsiteX52" fmla="*/ 204283 w 1460822"/>
                    <a:gd name="connsiteY52" fmla="*/ 610672 h 1382832"/>
                    <a:gd name="connsiteX53" fmla="*/ 615128 w 1460822"/>
                    <a:gd name="connsiteY53" fmla="*/ 786948 h 1382832"/>
                    <a:gd name="connsiteX54" fmla="*/ 979491 w 1460822"/>
                    <a:gd name="connsiteY54" fmla="*/ 614609 h 1382832"/>
                    <a:gd name="connsiteX55" fmla="*/ 1018353 w 1460822"/>
                    <a:gd name="connsiteY55" fmla="*/ 320604 h 1382832"/>
                    <a:gd name="connsiteX56" fmla="*/ 672151 w 1460822"/>
                    <a:gd name="connsiteY56" fmla="*/ 31679 h 1382832"/>
                    <a:gd name="connsiteX57" fmla="*/ 175327 w 1460822"/>
                    <a:gd name="connsiteY57" fmla="*/ 251516 h 1382832"/>
                    <a:gd name="connsiteX58" fmla="*/ 159833 w 1460822"/>
                    <a:gd name="connsiteY58" fmla="*/ 286822 h 1382832"/>
                    <a:gd name="connsiteX59" fmla="*/ 104588 w 1460822"/>
                    <a:gd name="connsiteY59" fmla="*/ 475036 h 1382832"/>
                    <a:gd name="connsiteX60" fmla="*/ 197679 w 1460822"/>
                    <a:gd name="connsiteY60" fmla="*/ 581081 h 1382832"/>
                    <a:gd name="connsiteX61" fmla="*/ 250892 w 1460822"/>
                    <a:gd name="connsiteY61" fmla="*/ 499293 h 1382832"/>
                    <a:gd name="connsiteX62" fmla="*/ 234636 w 1460822"/>
                    <a:gd name="connsiteY62" fmla="*/ 323525 h 1382832"/>
                    <a:gd name="connsiteX63" fmla="*/ 159833 w 1460822"/>
                    <a:gd name="connsiteY63" fmla="*/ 286822 h 1382832"/>
                    <a:gd name="connsiteX64" fmla="*/ 1041086 w 1460822"/>
                    <a:gd name="connsiteY64" fmla="*/ 554030 h 1382832"/>
                    <a:gd name="connsiteX65" fmla="*/ 1054736 w 1460822"/>
                    <a:gd name="connsiteY65" fmla="*/ 415202 h 1382832"/>
                    <a:gd name="connsiteX66" fmla="*/ 441011 w 1460822"/>
                    <a:gd name="connsiteY66" fmla="*/ 791901 h 1382832"/>
                    <a:gd name="connsiteX67" fmla="*/ 658816 w 1460822"/>
                    <a:gd name="connsiteY67" fmla="*/ 825556 h 1382832"/>
                    <a:gd name="connsiteX68" fmla="*/ 569154 w 1460822"/>
                    <a:gd name="connsiteY68" fmla="*/ 809554 h 1382832"/>
                    <a:gd name="connsiteX69" fmla="*/ 441011 w 1460822"/>
                    <a:gd name="connsiteY69" fmla="*/ 791901 h 1382832"/>
                    <a:gd name="connsiteX70" fmla="*/ 303597 w 1460822"/>
                    <a:gd name="connsiteY70" fmla="*/ 842447 h 1382832"/>
                    <a:gd name="connsiteX71" fmla="*/ 288992 w 1460822"/>
                    <a:gd name="connsiteY71" fmla="*/ 872038 h 1382832"/>
                    <a:gd name="connsiteX72" fmla="*/ 345380 w 1460822"/>
                    <a:gd name="connsiteY72" fmla="*/ 922457 h 1382832"/>
                    <a:gd name="connsiteX73" fmla="*/ 332934 w 1460822"/>
                    <a:gd name="connsiteY73" fmla="*/ 1080318 h 1382832"/>
                    <a:gd name="connsiteX74" fmla="*/ 384369 w 1460822"/>
                    <a:gd name="connsiteY74" fmla="*/ 1008817 h 1382832"/>
                    <a:gd name="connsiteX75" fmla="*/ 303597 w 1460822"/>
                    <a:gd name="connsiteY75" fmla="*/ 842447 h 1382832"/>
                    <a:gd name="connsiteX76" fmla="*/ 1154370 w 1460822"/>
                    <a:gd name="connsiteY76" fmla="*/ 961573 h 1382832"/>
                    <a:gd name="connsiteX77" fmla="*/ 1130875 w 1460822"/>
                    <a:gd name="connsiteY77" fmla="*/ 1154613 h 1382832"/>
                    <a:gd name="connsiteX78" fmla="*/ 1261431 w 1460822"/>
                    <a:gd name="connsiteY78" fmla="*/ 1210239 h 1382832"/>
                    <a:gd name="connsiteX79" fmla="*/ 1374969 w 1460822"/>
                    <a:gd name="connsiteY79" fmla="*/ 1221669 h 1382832"/>
                    <a:gd name="connsiteX80" fmla="*/ 1357316 w 1460822"/>
                    <a:gd name="connsiteY80" fmla="*/ 1192967 h 1382832"/>
                    <a:gd name="connsiteX81" fmla="*/ 1258637 w 1460822"/>
                    <a:gd name="connsiteY81" fmla="*/ 1133404 h 1382832"/>
                    <a:gd name="connsiteX82" fmla="*/ 1445581 w 1460822"/>
                    <a:gd name="connsiteY82" fmla="*/ 1176711 h 1382832"/>
                    <a:gd name="connsiteX83" fmla="*/ 1403163 w 1460822"/>
                    <a:gd name="connsiteY83" fmla="*/ 1124133 h 1382832"/>
                    <a:gd name="connsiteX84" fmla="*/ 1296229 w 1460822"/>
                    <a:gd name="connsiteY84" fmla="*/ 1079175 h 1382832"/>
                    <a:gd name="connsiteX85" fmla="*/ 1287937 w 1460822"/>
                    <a:gd name="connsiteY85" fmla="*/ 1075072 h 1382832"/>
                    <a:gd name="connsiteX86" fmla="*/ 1300439 w 1460822"/>
                    <a:gd name="connsiteY86" fmla="*/ 1049963 h 1382832"/>
                    <a:gd name="connsiteX87" fmla="*/ 1235269 w 1460822"/>
                    <a:gd name="connsiteY87" fmla="*/ 995101 h 1382832"/>
                    <a:gd name="connsiteX88" fmla="*/ 1341060 w 1460822"/>
                    <a:gd name="connsiteY88" fmla="*/ 918647 h 1382832"/>
                    <a:gd name="connsiteX89" fmla="*/ 1301944 w 1460822"/>
                    <a:gd name="connsiteY89" fmla="*/ 879658 h 1382832"/>
                    <a:gd name="connsiteX90" fmla="*/ 1154370 w 1460822"/>
                    <a:gd name="connsiteY90" fmla="*/ 961573 h 1382832"/>
                    <a:gd name="connsiteX91" fmla="*/ 857063 w 1460822"/>
                    <a:gd name="connsiteY91" fmla="*/ 928426 h 1382832"/>
                    <a:gd name="connsiteX92" fmla="*/ 878272 w 1460822"/>
                    <a:gd name="connsiteY92" fmla="*/ 1047806 h 1382832"/>
                    <a:gd name="connsiteX93" fmla="*/ 905704 w 1460822"/>
                    <a:gd name="connsiteY93" fmla="*/ 1287709 h 1382832"/>
                    <a:gd name="connsiteX94" fmla="*/ 1188660 w 1460822"/>
                    <a:gd name="connsiteY94" fmla="*/ 1221288 h 1382832"/>
                    <a:gd name="connsiteX95" fmla="*/ 1073344 w 1460822"/>
                    <a:gd name="connsiteY95" fmla="*/ 1047171 h 1382832"/>
                    <a:gd name="connsiteX96" fmla="*/ 973522 w 1460822"/>
                    <a:gd name="connsiteY96" fmla="*/ 1185093 h 1382832"/>
                    <a:gd name="connsiteX97" fmla="*/ 945201 w 1460822"/>
                    <a:gd name="connsiteY97" fmla="*/ 1234496 h 1382832"/>
                    <a:gd name="connsiteX98" fmla="*/ 974665 w 1460822"/>
                    <a:gd name="connsiteY98" fmla="*/ 1113719 h 1382832"/>
                    <a:gd name="connsiteX99" fmla="*/ 857063 w 1460822"/>
                    <a:gd name="connsiteY99" fmla="*/ 928426 h 1382832"/>
                    <a:gd name="connsiteX0" fmla="*/ 1100903 w 1460822"/>
                    <a:gd name="connsiteY0" fmla="*/ 471353 h 1382832"/>
                    <a:gd name="connsiteX1" fmla="*/ 1075122 w 1460822"/>
                    <a:gd name="connsiteY1" fmla="*/ 553776 h 1382832"/>
                    <a:gd name="connsiteX2" fmla="*/ 994858 w 1460822"/>
                    <a:gd name="connsiteY2" fmla="*/ 638104 h 1382832"/>
                    <a:gd name="connsiteX3" fmla="*/ 900370 w 1460822"/>
                    <a:gd name="connsiteY3" fmla="*/ 733100 h 1382832"/>
                    <a:gd name="connsiteX4" fmla="*/ 765623 w 1460822"/>
                    <a:gd name="connsiteY4" fmla="*/ 795330 h 1382832"/>
                    <a:gd name="connsiteX5" fmla="*/ 993715 w 1460822"/>
                    <a:gd name="connsiteY5" fmla="*/ 1098479 h 1382832"/>
                    <a:gd name="connsiteX6" fmla="*/ 1109666 w 1460822"/>
                    <a:gd name="connsiteY6" fmla="*/ 968558 h 1382832"/>
                    <a:gd name="connsiteX7" fmla="*/ 1283275 w 1460822"/>
                    <a:gd name="connsiteY7" fmla="*/ 857941 h 1382832"/>
                    <a:gd name="connsiteX8" fmla="*/ 1372810 w 1460822"/>
                    <a:gd name="connsiteY8" fmla="*/ 906074 h 1382832"/>
                    <a:gd name="connsiteX9" fmla="*/ 1290260 w 1460822"/>
                    <a:gd name="connsiteY9" fmla="*/ 991291 h 1382832"/>
                    <a:gd name="connsiteX10" fmla="*/ 1286974 w 1460822"/>
                    <a:gd name="connsiteY10" fmla="*/ 1024887 h 1382832"/>
                    <a:gd name="connsiteX11" fmla="*/ 1290897 w 1460822"/>
                    <a:gd name="connsiteY11" fmla="*/ 1084613 h 1382832"/>
                    <a:gd name="connsiteX12" fmla="*/ 1460821 w 1460822"/>
                    <a:gd name="connsiteY12" fmla="*/ 1185728 h 1382832"/>
                    <a:gd name="connsiteX13" fmla="*/ 1403163 w 1460822"/>
                    <a:gd name="connsiteY13" fmla="*/ 1206937 h 1382832"/>
                    <a:gd name="connsiteX14" fmla="*/ 1396686 w 1460822"/>
                    <a:gd name="connsiteY14" fmla="*/ 1237290 h 1382832"/>
                    <a:gd name="connsiteX15" fmla="*/ 1222569 w 1460822"/>
                    <a:gd name="connsiteY15" fmla="*/ 1229162 h 1382832"/>
                    <a:gd name="connsiteX16" fmla="*/ 1041340 w 1460822"/>
                    <a:gd name="connsiteY16" fmla="*/ 1330381 h 1382832"/>
                    <a:gd name="connsiteX17" fmla="*/ 907228 w 1460822"/>
                    <a:gd name="connsiteY17" fmla="*/ 1317300 h 1382832"/>
                    <a:gd name="connsiteX18" fmla="*/ 909260 w 1460822"/>
                    <a:gd name="connsiteY18" fmla="*/ 1373180 h 1382832"/>
                    <a:gd name="connsiteX19" fmla="*/ 884622 w 1460822"/>
                    <a:gd name="connsiteY19" fmla="*/ 1371656 h 1382832"/>
                    <a:gd name="connsiteX20" fmla="*/ 878780 w 1460822"/>
                    <a:gd name="connsiteY20" fmla="*/ 1297234 h 1382832"/>
                    <a:gd name="connsiteX21" fmla="*/ 820106 w 1460822"/>
                    <a:gd name="connsiteY21" fmla="*/ 891596 h 1382832"/>
                    <a:gd name="connsiteX22" fmla="*/ 747208 w 1460822"/>
                    <a:gd name="connsiteY22" fmla="*/ 818825 h 1382832"/>
                    <a:gd name="connsiteX23" fmla="*/ 424882 w 1460822"/>
                    <a:gd name="connsiteY23" fmla="*/ 817174 h 1382832"/>
                    <a:gd name="connsiteX24" fmla="*/ 337125 w 1460822"/>
                    <a:gd name="connsiteY24" fmla="*/ 819333 h 1382832"/>
                    <a:gd name="connsiteX25" fmla="*/ 407610 w 1460822"/>
                    <a:gd name="connsiteY25" fmla="*/ 1031169 h 1382832"/>
                    <a:gd name="connsiteX26" fmla="*/ 322774 w 1460822"/>
                    <a:gd name="connsiteY26" fmla="*/ 1110290 h 1382832"/>
                    <a:gd name="connsiteX27" fmla="*/ 288357 w 1460822"/>
                    <a:gd name="connsiteY27" fmla="*/ 1335588 h 1382832"/>
                    <a:gd name="connsiteX28" fmla="*/ 283023 w 1460822"/>
                    <a:gd name="connsiteY28" fmla="*/ 1371656 h 1382832"/>
                    <a:gd name="connsiteX29" fmla="*/ 259020 w 1460822"/>
                    <a:gd name="connsiteY29" fmla="*/ 1376355 h 1382832"/>
                    <a:gd name="connsiteX30" fmla="*/ 323409 w 1460822"/>
                    <a:gd name="connsiteY30" fmla="*/ 997006 h 1382832"/>
                    <a:gd name="connsiteX31" fmla="*/ 305629 w 1460822"/>
                    <a:gd name="connsiteY31" fmla="*/ 913186 h 1382832"/>
                    <a:gd name="connsiteX32" fmla="*/ 229556 w 1460822"/>
                    <a:gd name="connsiteY32" fmla="*/ 939348 h 1382832"/>
                    <a:gd name="connsiteX33" fmla="*/ 18228 w 1460822"/>
                    <a:gd name="connsiteY33" fmla="*/ 1370513 h 1382832"/>
                    <a:gd name="connsiteX34" fmla="*/ 2099 w 1460822"/>
                    <a:gd name="connsiteY34" fmla="*/ 1382832 h 1382832"/>
                    <a:gd name="connsiteX35" fmla="*/ 17212 w 1460822"/>
                    <a:gd name="connsiteY35" fmla="*/ 1286566 h 1382832"/>
                    <a:gd name="connsiteX36" fmla="*/ 107001 w 1460822"/>
                    <a:gd name="connsiteY36" fmla="*/ 1065586 h 1382832"/>
                    <a:gd name="connsiteX37" fmla="*/ 216983 w 1460822"/>
                    <a:gd name="connsiteY37" fmla="*/ 915091 h 1382832"/>
                    <a:gd name="connsiteX38" fmla="*/ 304867 w 1460822"/>
                    <a:gd name="connsiteY38" fmla="*/ 813491 h 1382832"/>
                    <a:gd name="connsiteX39" fmla="*/ 391481 w 1460822"/>
                    <a:gd name="connsiteY39" fmla="*/ 779328 h 1382832"/>
                    <a:gd name="connsiteX40" fmla="*/ 252924 w 1460822"/>
                    <a:gd name="connsiteY40" fmla="*/ 699191 h 1382832"/>
                    <a:gd name="connsiteX41" fmla="*/ 138243 w 1460822"/>
                    <a:gd name="connsiteY41" fmla="*/ 584002 h 1382832"/>
                    <a:gd name="connsiteX42" fmla="*/ 83633 w 1460822"/>
                    <a:gd name="connsiteY42" fmla="*/ 501452 h 1382832"/>
                    <a:gd name="connsiteX43" fmla="*/ 139767 w 1460822"/>
                    <a:gd name="connsiteY43" fmla="*/ 267645 h 1382832"/>
                    <a:gd name="connsiteX44" fmla="*/ 413198 w 1460822"/>
                    <a:gd name="connsiteY44" fmla="*/ 21138 h 1382832"/>
                    <a:gd name="connsiteX45" fmla="*/ 730698 w 1460822"/>
                    <a:gd name="connsiteY45" fmla="*/ 17836 h 1382832"/>
                    <a:gd name="connsiteX46" fmla="*/ 912643 w 1460822"/>
                    <a:gd name="connsiteY46" fmla="*/ 121183 h 1382832"/>
                    <a:gd name="connsiteX47" fmla="*/ 1056509 w 1460822"/>
                    <a:gd name="connsiteY47" fmla="*/ 366250 h 1382832"/>
                    <a:gd name="connsiteX48" fmla="*/ 175327 w 1460822"/>
                    <a:gd name="connsiteY48" fmla="*/ 251516 h 1382832"/>
                    <a:gd name="connsiteX49" fmla="*/ 227270 w 1460822"/>
                    <a:gd name="connsiteY49" fmla="*/ 268661 h 1382832"/>
                    <a:gd name="connsiteX50" fmla="*/ 284801 w 1460822"/>
                    <a:gd name="connsiteY50" fmla="*/ 423601 h 1382832"/>
                    <a:gd name="connsiteX51" fmla="*/ 256607 w 1460822"/>
                    <a:gd name="connsiteY51" fmla="*/ 563936 h 1382832"/>
                    <a:gd name="connsiteX52" fmla="*/ 204283 w 1460822"/>
                    <a:gd name="connsiteY52" fmla="*/ 610672 h 1382832"/>
                    <a:gd name="connsiteX53" fmla="*/ 615128 w 1460822"/>
                    <a:gd name="connsiteY53" fmla="*/ 786948 h 1382832"/>
                    <a:gd name="connsiteX54" fmla="*/ 979491 w 1460822"/>
                    <a:gd name="connsiteY54" fmla="*/ 614609 h 1382832"/>
                    <a:gd name="connsiteX55" fmla="*/ 1018353 w 1460822"/>
                    <a:gd name="connsiteY55" fmla="*/ 320604 h 1382832"/>
                    <a:gd name="connsiteX56" fmla="*/ 672151 w 1460822"/>
                    <a:gd name="connsiteY56" fmla="*/ 31679 h 1382832"/>
                    <a:gd name="connsiteX57" fmla="*/ 175327 w 1460822"/>
                    <a:gd name="connsiteY57" fmla="*/ 251516 h 1382832"/>
                    <a:gd name="connsiteX58" fmla="*/ 159833 w 1460822"/>
                    <a:gd name="connsiteY58" fmla="*/ 286822 h 1382832"/>
                    <a:gd name="connsiteX59" fmla="*/ 104588 w 1460822"/>
                    <a:gd name="connsiteY59" fmla="*/ 475036 h 1382832"/>
                    <a:gd name="connsiteX60" fmla="*/ 197679 w 1460822"/>
                    <a:gd name="connsiteY60" fmla="*/ 581081 h 1382832"/>
                    <a:gd name="connsiteX61" fmla="*/ 250892 w 1460822"/>
                    <a:gd name="connsiteY61" fmla="*/ 499293 h 1382832"/>
                    <a:gd name="connsiteX62" fmla="*/ 234636 w 1460822"/>
                    <a:gd name="connsiteY62" fmla="*/ 323525 h 1382832"/>
                    <a:gd name="connsiteX63" fmla="*/ 159833 w 1460822"/>
                    <a:gd name="connsiteY63" fmla="*/ 286822 h 1382832"/>
                    <a:gd name="connsiteX64" fmla="*/ 1041086 w 1460822"/>
                    <a:gd name="connsiteY64" fmla="*/ 554030 h 1382832"/>
                    <a:gd name="connsiteX65" fmla="*/ 1054736 w 1460822"/>
                    <a:gd name="connsiteY65" fmla="*/ 415202 h 1382832"/>
                    <a:gd name="connsiteX66" fmla="*/ 441011 w 1460822"/>
                    <a:gd name="connsiteY66" fmla="*/ 791901 h 1382832"/>
                    <a:gd name="connsiteX67" fmla="*/ 658816 w 1460822"/>
                    <a:gd name="connsiteY67" fmla="*/ 825556 h 1382832"/>
                    <a:gd name="connsiteX68" fmla="*/ 569154 w 1460822"/>
                    <a:gd name="connsiteY68" fmla="*/ 809554 h 1382832"/>
                    <a:gd name="connsiteX69" fmla="*/ 441011 w 1460822"/>
                    <a:gd name="connsiteY69" fmla="*/ 791901 h 1382832"/>
                    <a:gd name="connsiteX70" fmla="*/ 303597 w 1460822"/>
                    <a:gd name="connsiteY70" fmla="*/ 842447 h 1382832"/>
                    <a:gd name="connsiteX71" fmla="*/ 288992 w 1460822"/>
                    <a:gd name="connsiteY71" fmla="*/ 872038 h 1382832"/>
                    <a:gd name="connsiteX72" fmla="*/ 345380 w 1460822"/>
                    <a:gd name="connsiteY72" fmla="*/ 922457 h 1382832"/>
                    <a:gd name="connsiteX73" fmla="*/ 332934 w 1460822"/>
                    <a:gd name="connsiteY73" fmla="*/ 1080318 h 1382832"/>
                    <a:gd name="connsiteX74" fmla="*/ 384369 w 1460822"/>
                    <a:gd name="connsiteY74" fmla="*/ 1008817 h 1382832"/>
                    <a:gd name="connsiteX75" fmla="*/ 303597 w 1460822"/>
                    <a:gd name="connsiteY75" fmla="*/ 842447 h 1382832"/>
                    <a:gd name="connsiteX76" fmla="*/ 1154370 w 1460822"/>
                    <a:gd name="connsiteY76" fmla="*/ 961573 h 1382832"/>
                    <a:gd name="connsiteX77" fmla="*/ 1130875 w 1460822"/>
                    <a:gd name="connsiteY77" fmla="*/ 1154613 h 1382832"/>
                    <a:gd name="connsiteX78" fmla="*/ 1261431 w 1460822"/>
                    <a:gd name="connsiteY78" fmla="*/ 1210239 h 1382832"/>
                    <a:gd name="connsiteX79" fmla="*/ 1374969 w 1460822"/>
                    <a:gd name="connsiteY79" fmla="*/ 1221669 h 1382832"/>
                    <a:gd name="connsiteX80" fmla="*/ 1357316 w 1460822"/>
                    <a:gd name="connsiteY80" fmla="*/ 1192967 h 1382832"/>
                    <a:gd name="connsiteX81" fmla="*/ 1258637 w 1460822"/>
                    <a:gd name="connsiteY81" fmla="*/ 1133404 h 1382832"/>
                    <a:gd name="connsiteX82" fmla="*/ 1445581 w 1460822"/>
                    <a:gd name="connsiteY82" fmla="*/ 1176711 h 1382832"/>
                    <a:gd name="connsiteX83" fmla="*/ 1281304 w 1460822"/>
                    <a:gd name="connsiteY83" fmla="*/ 1102940 h 1382832"/>
                    <a:gd name="connsiteX84" fmla="*/ 1296229 w 1460822"/>
                    <a:gd name="connsiteY84" fmla="*/ 1079175 h 1382832"/>
                    <a:gd name="connsiteX85" fmla="*/ 1287937 w 1460822"/>
                    <a:gd name="connsiteY85" fmla="*/ 1075072 h 1382832"/>
                    <a:gd name="connsiteX86" fmla="*/ 1300439 w 1460822"/>
                    <a:gd name="connsiteY86" fmla="*/ 1049963 h 1382832"/>
                    <a:gd name="connsiteX87" fmla="*/ 1235269 w 1460822"/>
                    <a:gd name="connsiteY87" fmla="*/ 995101 h 1382832"/>
                    <a:gd name="connsiteX88" fmla="*/ 1341060 w 1460822"/>
                    <a:gd name="connsiteY88" fmla="*/ 918647 h 1382832"/>
                    <a:gd name="connsiteX89" fmla="*/ 1301944 w 1460822"/>
                    <a:gd name="connsiteY89" fmla="*/ 879658 h 1382832"/>
                    <a:gd name="connsiteX90" fmla="*/ 1154370 w 1460822"/>
                    <a:gd name="connsiteY90" fmla="*/ 961573 h 1382832"/>
                    <a:gd name="connsiteX91" fmla="*/ 857063 w 1460822"/>
                    <a:gd name="connsiteY91" fmla="*/ 928426 h 1382832"/>
                    <a:gd name="connsiteX92" fmla="*/ 878272 w 1460822"/>
                    <a:gd name="connsiteY92" fmla="*/ 1047806 h 1382832"/>
                    <a:gd name="connsiteX93" fmla="*/ 905704 w 1460822"/>
                    <a:gd name="connsiteY93" fmla="*/ 1287709 h 1382832"/>
                    <a:gd name="connsiteX94" fmla="*/ 1188660 w 1460822"/>
                    <a:gd name="connsiteY94" fmla="*/ 1221288 h 1382832"/>
                    <a:gd name="connsiteX95" fmla="*/ 1073344 w 1460822"/>
                    <a:gd name="connsiteY95" fmla="*/ 1047171 h 1382832"/>
                    <a:gd name="connsiteX96" fmla="*/ 973522 w 1460822"/>
                    <a:gd name="connsiteY96" fmla="*/ 1185093 h 1382832"/>
                    <a:gd name="connsiteX97" fmla="*/ 945201 w 1460822"/>
                    <a:gd name="connsiteY97" fmla="*/ 1234496 h 1382832"/>
                    <a:gd name="connsiteX98" fmla="*/ 974665 w 1460822"/>
                    <a:gd name="connsiteY98" fmla="*/ 1113719 h 1382832"/>
                    <a:gd name="connsiteX99" fmla="*/ 857063 w 1460822"/>
                    <a:gd name="connsiteY99" fmla="*/ 928426 h 1382832"/>
                    <a:gd name="connsiteX0" fmla="*/ 1100903 w 1445581"/>
                    <a:gd name="connsiteY0" fmla="*/ 471353 h 1382832"/>
                    <a:gd name="connsiteX1" fmla="*/ 1075122 w 1445581"/>
                    <a:gd name="connsiteY1" fmla="*/ 553776 h 1382832"/>
                    <a:gd name="connsiteX2" fmla="*/ 994858 w 1445581"/>
                    <a:gd name="connsiteY2" fmla="*/ 638104 h 1382832"/>
                    <a:gd name="connsiteX3" fmla="*/ 900370 w 1445581"/>
                    <a:gd name="connsiteY3" fmla="*/ 733100 h 1382832"/>
                    <a:gd name="connsiteX4" fmla="*/ 765623 w 1445581"/>
                    <a:gd name="connsiteY4" fmla="*/ 795330 h 1382832"/>
                    <a:gd name="connsiteX5" fmla="*/ 993715 w 1445581"/>
                    <a:gd name="connsiteY5" fmla="*/ 1098479 h 1382832"/>
                    <a:gd name="connsiteX6" fmla="*/ 1109666 w 1445581"/>
                    <a:gd name="connsiteY6" fmla="*/ 968558 h 1382832"/>
                    <a:gd name="connsiteX7" fmla="*/ 1283275 w 1445581"/>
                    <a:gd name="connsiteY7" fmla="*/ 857941 h 1382832"/>
                    <a:gd name="connsiteX8" fmla="*/ 1372810 w 1445581"/>
                    <a:gd name="connsiteY8" fmla="*/ 906074 h 1382832"/>
                    <a:gd name="connsiteX9" fmla="*/ 1290260 w 1445581"/>
                    <a:gd name="connsiteY9" fmla="*/ 991291 h 1382832"/>
                    <a:gd name="connsiteX10" fmla="*/ 1286974 w 1445581"/>
                    <a:gd name="connsiteY10" fmla="*/ 1024887 h 1382832"/>
                    <a:gd name="connsiteX11" fmla="*/ 1290897 w 1445581"/>
                    <a:gd name="connsiteY11" fmla="*/ 1084613 h 1382832"/>
                    <a:gd name="connsiteX12" fmla="*/ 1317769 w 1445581"/>
                    <a:gd name="connsiteY12" fmla="*/ 1169833 h 1382832"/>
                    <a:gd name="connsiteX13" fmla="*/ 1403163 w 1445581"/>
                    <a:gd name="connsiteY13" fmla="*/ 1206937 h 1382832"/>
                    <a:gd name="connsiteX14" fmla="*/ 1396686 w 1445581"/>
                    <a:gd name="connsiteY14" fmla="*/ 1237290 h 1382832"/>
                    <a:gd name="connsiteX15" fmla="*/ 1222569 w 1445581"/>
                    <a:gd name="connsiteY15" fmla="*/ 1229162 h 1382832"/>
                    <a:gd name="connsiteX16" fmla="*/ 1041340 w 1445581"/>
                    <a:gd name="connsiteY16" fmla="*/ 1330381 h 1382832"/>
                    <a:gd name="connsiteX17" fmla="*/ 907228 w 1445581"/>
                    <a:gd name="connsiteY17" fmla="*/ 1317300 h 1382832"/>
                    <a:gd name="connsiteX18" fmla="*/ 909260 w 1445581"/>
                    <a:gd name="connsiteY18" fmla="*/ 1373180 h 1382832"/>
                    <a:gd name="connsiteX19" fmla="*/ 884622 w 1445581"/>
                    <a:gd name="connsiteY19" fmla="*/ 1371656 h 1382832"/>
                    <a:gd name="connsiteX20" fmla="*/ 878780 w 1445581"/>
                    <a:gd name="connsiteY20" fmla="*/ 1297234 h 1382832"/>
                    <a:gd name="connsiteX21" fmla="*/ 820106 w 1445581"/>
                    <a:gd name="connsiteY21" fmla="*/ 891596 h 1382832"/>
                    <a:gd name="connsiteX22" fmla="*/ 747208 w 1445581"/>
                    <a:gd name="connsiteY22" fmla="*/ 818825 h 1382832"/>
                    <a:gd name="connsiteX23" fmla="*/ 424882 w 1445581"/>
                    <a:gd name="connsiteY23" fmla="*/ 817174 h 1382832"/>
                    <a:gd name="connsiteX24" fmla="*/ 337125 w 1445581"/>
                    <a:gd name="connsiteY24" fmla="*/ 819333 h 1382832"/>
                    <a:gd name="connsiteX25" fmla="*/ 407610 w 1445581"/>
                    <a:gd name="connsiteY25" fmla="*/ 1031169 h 1382832"/>
                    <a:gd name="connsiteX26" fmla="*/ 322774 w 1445581"/>
                    <a:gd name="connsiteY26" fmla="*/ 1110290 h 1382832"/>
                    <a:gd name="connsiteX27" fmla="*/ 288357 w 1445581"/>
                    <a:gd name="connsiteY27" fmla="*/ 1335588 h 1382832"/>
                    <a:gd name="connsiteX28" fmla="*/ 283023 w 1445581"/>
                    <a:gd name="connsiteY28" fmla="*/ 1371656 h 1382832"/>
                    <a:gd name="connsiteX29" fmla="*/ 259020 w 1445581"/>
                    <a:gd name="connsiteY29" fmla="*/ 1376355 h 1382832"/>
                    <a:gd name="connsiteX30" fmla="*/ 323409 w 1445581"/>
                    <a:gd name="connsiteY30" fmla="*/ 997006 h 1382832"/>
                    <a:gd name="connsiteX31" fmla="*/ 305629 w 1445581"/>
                    <a:gd name="connsiteY31" fmla="*/ 913186 h 1382832"/>
                    <a:gd name="connsiteX32" fmla="*/ 229556 w 1445581"/>
                    <a:gd name="connsiteY32" fmla="*/ 939348 h 1382832"/>
                    <a:gd name="connsiteX33" fmla="*/ 18228 w 1445581"/>
                    <a:gd name="connsiteY33" fmla="*/ 1370513 h 1382832"/>
                    <a:gd name="connsiteX34" fmla="*/ 2099 w 1445581"/>
                    <a:gd name="connsiteY34" fmla="*/ 1382832 h 1382832"/>
                    <a:gd name="connsiteX35" fmla="*/ 17212 w 1445581"/>
                    <a:gd name="connsiteY35" fmla="*/ 1286566 h 1382832"/>
                    <a:gd name="connsiteX36" fmla="*/ 107001 w 1445581"/>
                    <a:gd name="connsiteY36" fmla="*/ 1065586 h 1382832"/>
                    <a:gd name="connsiteX37" fmla="*/ 216983 w 1445581"/>
                    <a:gd name="connsiteY37" fmla="*/ 915091 h 1382832"/>
                    <a:gd name="connsiteX38" fmla="*/ 304867 w 1445581"/>
                    <a:gd name="connsiteY38" fmla="*/ 813491 h 1382832"/>
                    <a:gd name="connsiteX39" fmla="*/ 391481 w 1445581"/>
                    <a:gd name="connsiteY39" fmla="*/ 779328 h 1382832"/>
                    <a:gd name="connsiteX40" fmla="*/ 252924 w 1445581"/>
                    <a:gd name="connsiteY40" fmla="*/ 699191 h 1382832"/>
                    <a:gd name="connsiteX41" fmla="*/ 138243 w 1445581"/>
                    <a:gd name="connsiteY41" fmla="*/ 584002 h 1382832"/>
                    <a:gd name="connsiteX42" fmla="*/ 83633 w 1445581"/>
                    <a:gd name="connsiteY42" fmla="*/ 501452 h 1382832"/>
                    <a:gd name="connsiteX43" fmla="*/ 139767 w 1445581"/>
                    <a:gd name="connsiteY43" fmla="*/ 267645 h 1382832"/>
                    <a:gd name="connsiteX44" fmla="*/ 413198 w 1445581"/>
                    <a:gd name="connsiteY44" fmla="*/ 21138 h 1382832"/>
                    <a:gd name="connsiteX45" fmla="*/ 730698 w 1445581"/>
                    <a:gd name="connsiteY45" fmla="*/ 17836 h 1382832"/>
                    <a:gd name="connsiteX46" fmla="*/ 912643 w 1445581"/>
                    <a:gd name="connsiteY46" fmla="*/ 121183 h 1382832"/>
                    <a:gd name="connsiteX47" fmla="*/ 1056509 w 1445581"/>
                    <a:gd name="connsiteY47" fmla="*/ 366250 h 1382832"/>
                    <a:gd name="connsiteX48" fmla="*/ 175327 w 1445581"/>
                    <a:gd name="connsiteY48" fmla="*/ 251516 h 1382832"/>
                    <a:gd name="connsiteX49" fmla="*/ 227270 w 1445581"/>
                    <a:gd name="connsiteY49" fmla="*/ 268661 h 1382832"/>
                    <a:gd name="connsiteX50" fmla="*/ 284801 w 1445581"/>
                    <a:gd name="connsiteY50" fmla="*/ 423601 h 1382832"/>
                    <a:gd name="connsiteX51" fmla="*/ 256607 w 1445581"/>
                    <a:gd name="connsiteY51" fmla="*/ 563936 h 1382832"/>
                    <a:gd name="connsiteX52" fmla="*/ 204283 w 1445581"/>
                    <a:gd name="connsiteY52" fmla="*/ 610672 h 1382832"/>
                    <a:gd name="connsiteX53" fmla="*/ 615128 w 1445581"/>
                    <a:gd name="connsiteY53" fmla="*/ 786948 h 1382832"/>
                    <a:gd name="connsiteX54" fmla="*/ 979491 w 1445581"/>
                    <a:gd name="connsiteY54" fmla="*/ 614609 h 1382832"/>
                    <a:gd name="connsiteX55" fmla="*/ 1018353 w 1445581"/>
                    <a:gd name="connsiteY55" fmla="*/ 320604 h 1382832"/>
                    <a:gd name="connsiteX56" fmla="*/ 672151 w 1445581"/>
                    <a:gd name="connsiteY56" fmla="*/ 31679 h 1382832"/>
                    <a:gd name="connsiteX57" fmla="*/ 175327 w 1445581"/>
                    <a:gd name="connsiteY57" fmla="*/ 251516 h 1382832"/>
                    <a:gd name="connsiteX58" fmla="*/ 159833 w 1445581"/>
                    <a:gd name="connsiteY58" fmla="*/ 286822 h 1382832"/>
                    <a:gd name="connsiteX59" fmla="*/ 104588 w 1445581"/>
                    <a:gd name="connsiteY59" fmla="*/ 475036 h 1382832"/>
                    <a:gd name="connsiteX60" fmla="*/ 197679 w 1445581"/>
                    <a:gd name="connsiteY60" fmla="*/ 581081 h 1382832"/>
                    <a:gd name="connsiteX61" fmla="*/ 250892 w 1445581"/>
                    <a:gd name="connsiteY61" fmla="*/ 499293 h 1382832"/>
                    <a:gd name="connsiteX62" fmla="*/ 234636 w 1445581"/>
                    <a:gd name="connsiteY62" fmla="*/ 323525 h 1382832"/>
                    <a:gd name="connsiteX63" fmla="*/ 159833 w 1445581"/>
                    <a:gd name="connsiteY63" fmla="*/ 286822 h 1382832"/>
                    <a:gd name="connsiteX64" fmla="*/ 1041086 w 1445581"/>
                    <a:gd name="connsiteY64" fmla="*/ 554030 h 1382832"/>
                    <a:gd name="connsiteX65" fmla="*/ 1054736 w 1445581"/>
                    <a:gd name="connsiteY65" fmla="*/ 415202 h 1382832"/>
                    <a:gd name="connsiteX66" fmla="*/ 441011 w 1445581"/>
                    <a:gd name="connsiteY66" fmla="*/ 791901 h 1382832"/>
                    <a:gd name="connsiteX67" fmla="*/ 658816 w 1445581"/>
                    <a:gd name="connsiteY67" fmla="*/ 825556 h 1382832"/>
                    <a:gd name="connsiteX68" fmla="*/ 569154 w 1445581"/>
                    <a:gd name="connsiteY68" fmla="*/ 809554 h 1382832"/>
                    <a:gd name="connsiteX69" fmla="*/ 441011 w 1445581"/>
                    <a:gd name="connsiteY69" fmla="*/ 791901 h 1382832"/>
                    <a:gd name="connsiteX70" fmla="*/ 303597 w 1445581"/>
                    <a:gd name="connsiteY70" fmla="*/ 842447 h 1382832"/>
                    <a:gd name="connsiteX71" fmla="*/ 288992 w 1445581"/>
                    <a:gd name="connsiteY71" fmla="*/ 872038 h 1382832"/>
                    <a:gd name="connsiteX72" fmla="*/ 345380 w 1445581"/>
                    <a:gd name="connsiteY72" fmla="*/ 922457 h 1382832"/>
                    <a:gd name="connsiteX73" fmla="*/ 332934 w 1445581"/>
                    <a:gd name="connsiteY73" fmla="*/ 1080318 h 1382832"/>
                    <a:gd name="connsiteX74" fmla="*/ 384369 w 1445581"/>
                    <a:gd name="connsiteY74" fmla="*/ 1008817 h 1382832"/>
                    <a:gd name="connsiteX75" fmla="*/ 303597 w 1445581"/>
                    <a:gd name="connsiteY75" fmla="*/ 842447 h 1382832"/>
                    <a:gd name="connsiteX76" fmla="*/ 1154370 w 1445581"/>
                    <a:gd name="connsiteY76" fmla="*/ 961573 h 1382832"/>
                    <a:gd name="connsiteX77" fmla="*/ 1130875 w 1445581"/>
                    <a:gd name="connsiteY77" fmla="*/ 1154613 h 1382832"/>
                    <a:gd name="connsiteX78" fmla="*/ 1261431 w 1445581"/>
                    <a:gd name="connsiteY78" fmla="*/ 1210239 h 1382832"/>
                    <a:gd name="connsiteX79" fmla="*/ 1374969 w 1445581"/>
                    <a:gd name="connsiteY79" fmla="*/ 1221669 h 1382832"/>
                    <a:gd name="connsiteX80" fmla="*/ 1357316 w 1445581"/>
                    <a:gd name="connsiteY80" fmla="*/ 1192967 h 1382832"/>
                    <a:gd name="connsiteX81" fmla="*/ 1258637 w 1445581"/>
                    <a:gd name="connsiteY81" fmla="*/ 1133404 h 1382832"/>
                    <a:gd name="connsiteX82" fmla="*/ 1445581 w 1445581"/>
                    <a:gd name="connsiteY82" fmla="*/ 1176711 h 1382832"/>
                    <a:gd name="connsiteX83" fmla="*/ 1281304 w 1445581"/>
                    <a:gd name="connsiteY83" fmla="*/ 1102940 h 1382832"/>
                    <a:gd name="connsiteX84" fmla="*/ 1296229 w 1445581"/>
                    <a:gd name="connsiteY84" fmla="*/ 1079175 h 1382832"/>
                    <a:gd name="connsiteX85" fmla="*/ 1287937 w 1445581"/>
                    <a:gd name="connsiteY85" fmla="*/ 1075072 h 1382832"/>
                    <a:gd name="connsiteX86" fmla="*/ 1300439 w 1445581"/>
                    <a:gd name="connsiteY86" fmla="*/ 1049963 h 1382832"/>
                    <a:gd name="connsiteX87" fmla="*/ 1235269 w 1445581"/>
                    <a:gd name="connsiteY87" fmla="*/ 995101 h 1382832"/>
                    <a:gd name="connsiteX88" fmla="*/ 1341060 w 1445581"/>
                    <a:gd name="connsiteY88" fmla="*/ 918647 h 1382832"/>
                    <a:gd name="connsiteX89" fmla="*/ 1301944 w 1445581"/>
                    <a:gd name="connsiteY89" fmla="*/ 879658 h 1382832"/>
                    <a:gd name="connsiteX90" fmla="*/ 1154370 w 1445581"/>
                    <a:gd name="connsiteY90" fmla="*/ 961573 h 1382832"/>
                    <a:gd name="connsiteX91" fmla="*/ 857063 w 1445581"/>
                    <a:gd name="connsiteY91" fmla="*/ 928426 h 1382832"/>
                    <a:gd name="connsiteX92" fmla="*/ 878272 w 1445581"/>
                    <a:gd name="connsiteY92" fmla="*/ 1047806 h 1382832"/>
                    <a:gd name="connsiteX93" fmla="*/ 905704 w 1445581"/>
                    <a:gd name="connsiteY93" fmla="*/ 1287709 h 1382832"/>
                    <a:gd name="connsiteX94" fmla="*/ 1188660 w 1445581"/>
                    <a:gd name="connsiteY94" fmla="*/ 1221288 h 1382832"/>
                    <a:gd name="connsiteX95" fmla="*/ 1073344 w 1445581"/>
                    <a:gd name="connsiteY95" fmla="*/ 1047171 h 1382832"/>
                    <a:gd name="connsiteX96" fmla="*/ 973522 w 1445581"/>
                    <a:gd name="connsiteY96" fmla="*/ 1185093 h 1382832"/>
                    <a:gd name="connsiteX97" fmla="*/ 945201 w 1445581"/>
                    <a:gd name="connsiteY97" fmla="*/ 1234496 h 1382832"/>
                    <a:gd name="connsiteX98" fmla="*/ 974665 w 1445581"/>
                    <a:gd name="connsiteY98" fmla="*/ 1113719 h 1382832"/>
                    <a:gd name="connsiteX99" fmla="*/ 857063 w 1445581"/>
                    <a:gd name="connsiteY99" fmla="*/ 928426 h 1382832"/>
                    <a:gd name="connsiteX0" fmla="*/ 1100903 w 1405278"/>
                    <a:gd name="connsiteY0" fmla="*/ 471353 h 1382832"/>
                    <a:gd name="connsiteX1" fmla="*/ 1075122 w 1405278"/>
                    <a:gd name="connsiteY1" fmla="*/ 553776 h 1382832"/>
                    <a:gd name="connsiteX2" fmla="*/ 994858 w 1405278"/>
                    <a:gd name="connsiteY2" fmla="*/ 638104 h 1382832"/>
                    <a:gd name="connsiteX3" fmla="*/ 900370 w 1405278"/>
                    <a:gd name="connsiteY3" fmla="*/ 733100 h 1382832"/>
                    <a:gd name="connsiteX4" fmla="*/ 765623 w 1405278"/>
                    <a:gd name="connsiteY4" fmla="*/ 795330 h 1382832"/>
                    <a:gd name="connsiteX5" fmla="*/ 993715 w 1405278"/>
                    <a:gd name="connsiteY5" fmla="*/ 1098479 h 1382832"/>
                    <a:gd name="connsiteX6" fmla="*/ 1109666 w 1405278"/>
                    <a:gd name="connsiteY6" fmla="*/ 968558 h 1382832"/>
                    <a:gd name="connsiteX7" fmla="*/ 1283275 w 1405278"/>
                    <a:gd name="connsiteY7" fmla="*/ 857941 h 1382832"/>
                    <a:gd name="connsiteX8" fmla="*/ 1372810 w 1405278"/>
                    <a:gd name="connsiteY8" fmla="*/ 906074 h 1382832"/>
                    <a:gd name="connsiteX9" fmla="*/ 1290260 w 1405278"/>
                    <a:gd name="connsiteY9" fmla="*/ 991291 h 1382832"/>
                    <a:gd name="connsiteX10" fmla="*/ 1286974 w 1405278"/>
                    <a:gd name="connsiteY10" fmla="*/ 1024887 h 1382832"/>
                    <a:gd name="connsiteX11" fmla="*/ 1290897 w 1405278"/>
                    <a:gd name="connsiteY11" fmla="*/ 1084613 h 1382832"/>
                    <a:gd name="connsiteX12" fmla="*/ 1317769 w 1405278"/>
                    <a:gd name="connsiteY12" fmla="*/ 1169833 h 1382832"/>
                    <a:gd name="connsiteX13" fmla="*/ 1403163 w 1405278"/>
                    <a:gd name="connsiteY13" fmla="*/ 1206937 h 1382832"/>
                    <a:gd name="connsiteX14" fmla="*/ 1396686 w 1405278"/>
                    <a:gd name="connsiteY14" fmla="*/ 1237290 h 1382832"/>
                    <a:gd name="connsiteX15" fmla="*/ 1222569 w 1405278"/>
                    <a:gd name="connsiteY15" fmla="*/ 1229162 h 1382832"/>
                    <a:gd name="connsiteX16" fmla="*/ 1041340 w 1405278"/>
                    <a:gd name="connsiteY16" fmla="*/ 1330381 h 1382832"/>
                    <a:gd name="connsiteX17" fmla="*/ 907228 w 1405278"/>
                    <a:gd name="connsiteY17" fmla="*/ 1317300 h 1382832"/>
                    <a:gd name="connsiteX18" fmla="*/ 909260 w 1405278"/>
                    <a:gd name="connsiteY18" fmla="*/ 1373180 h 1382832"/>
                    <a:gd name="connsiteX19" fmla="*/ 884622 w 1405278"/>
                    <a:gd name="connsiteY19" fmla="*/ 1371656 h 1382832"/>
                    <a:gd name="connsiteX20" fmla="*/ 878780 w 1405278"/>
                    <a:gd name="connsiteY20" fmla="*/ 1297234 h 1382832"/>
                    <a:gd name="connsiteX21" fmla="*/ 820106 w 1405278"/>
                    <a:gd name="connsiteY21" fmla="*/ 891596 h 1382832"/>
                    <a:gd name="connsiteX22" fmla="*/ 747208 w 1405278"/>
                    <a:gd name="connsiteY22" fmla="*/ 818825 h 1382832"/>
                    <a:gd name="connsiteX23" fmla="*/ 424882 w 1405278"/>
                    <a:gd name="connsiteY23" fmla="*/ 817174 h 1382832"/>
                    <a:gd name="connsiteX24" fmla="*/ 337125 w 1405278"/>
                    <a:gd name="connsiteY24" fmla="*/ 819333 h 1382832"/>
                    <a:gd name="connsiteX25" fmla="*/ 407610 w 1405278"/>
                    <a:gd name="connsiteY25" fmla="*/ 1031169 h 1382832"/>
                    <a:gd name="connsiteX26" fmla="*/ 322774 w 1405278"/>
                    <a:gd name="connsiteY26" fmla="*/ 1110290 h 1382832"/>
                    <a:gd name="connsiteX27" fmla="*/ 288357 w 1405278"/>
                    <a:gd name="connsiteY27" fmla="*/ 1335588 h 1382832"/>
                    <a:gd name="connsiteX28" fmla="*/ 283023 w 1405278"/>
                    <a:gd name="connsiteY28" fmla="*/ 1371656 h 1382832"/>
                    <a:gd name="connsiteX29" fmla="*/ 259020 w 1405278"/>
                    <a:gd name="connsiteY29" fmla="*/ 1376355 h 1382832"/>
                    <a:gd name="connsiteX30" fmla="*/ 323409 w 1405278"/>
                    <a:gd name="connsiteY30" fmla="*/ 997006 h 1382832"/>
                    <a:gd name="connsiteX31" fmla="*/ 305629 w 1405278"/>
                    <a:gd name="connsiteY31" fmla="*/ 913186 h 1382832"/>
                    <a:gd name="connsiteX32" fmla="*/ 229556 w 1405278"/>
                    <a:gd name="connsiteY32" fmla="*/ 939348 h 1382832"/>
                    <a:gd name="connsiteX33" fmla="*/ 18228 w 1405278"/>
                    <a:gd name="connsiteY33" fmla="*/ 1370513 h 1382832"/>
                    <a:gd name="connsiteX34" fmla="*/ 2099 w 1405278"/>
                    <a:gd name="connsiteY34" fmla="*/ 1382832 h 1382832"/>
                    <a:gd name="connsiteX35" fmla="*/ 17212 w 1405278"/>
                    <a:gd name="connsiteY35" fmla="*/ 1286566 h 1382832"/>
                    <a:gd name="connsiteX36" fmla="*/ 107001 w 1405278"/>
                    <a:gd name="connsiteY36" fmla="*/ 1065586 h 1382832"/>
                    <a:gd name="connsiteX37" fmla="*/ 216983 w 1405278"/>
                    <a:gd name="connsiteY37" fmla="*/ 915091 h 1382832"/>
                    <a:gd name="connsiteX38" fmla="*/ 304867 w 1405278"/>
                    <a:gd name="connsiteY38" fmla="*/ 813491 h 1382832"/>
                    <a:gd name="connsiteX39" fmla="*/ 391481 w 1405278"/>
                    <a:gd name="connsiteY39" fmla="*/ 779328 h 1382832"/>
                    <a:gd name="connsiteX40" fmla="*/ 252924 w 1405278"/>
                    <a:gd name="connsiteY40" fmla="*/ 699191 h 1382832"/>
                    <a:gd name="connsiteX41" fmla="*/ 138243 w 1405278"/>
                    <a:gd name="connsiteY41" fmla="*/ 584002 h 1382832"/>
                    <a:gd name="connsiteX42" fmla="*/ 83633 w 1405278"/>
                    <a:gd name="connsiteY42" fmla="*/ 501452 h 1382832"/>
                    <a:gd name="connsiteX43" fmla="*/ 139767 w 1405278"/>
                    <a:gd name="connsiteY43" fmla="*/ 267645 h 1382832"/>
                    <a:gd name="connsiteX44" fmla="*/ 413198 w 1405278"/>
                    <a:gd name="connsiteY44" fmla="*/ 21138 h 1382832"/>
                    <a:gd name="connsiteX45" fmla="*/ 730698 w 1405278"/>
                    <a:gd name="connsiteY45" fmla="*/ 17836 h 1382832"/>
                    <a:gd name="connsiteX46" fmla="*/ 912643 w 1405278"/>
                    <a:gd name="connsiteY46" fmla="*/ 121183 h 1382832"/>
                    <a:gd name="connsiteX47" fmla="*/ 1056509 w 1405278"/>
                    <a:gd name="connsiteY47" fmla="*/ 366250 h 1382832"/>
                    <a:gd name="connsiteX48" fmla="*/ 175327 w 1405278"/>
                    <a:gd name="connsiteY48" fmla="*/ 251516 h 1382832"/>
                    <a:gd name="connsiteX49" fmla="*/ 227270 w 1405278"/>
                    <a:gd name="connsiteY49" fmla="*/ 268661 h 1382832"/>
                    <a:gd name="connsiteX50" fmla="*/ 284801 w 1405278"/>
                    <a:gd name="connsiteY50" fmla="*/ 423601 h 1382832"/>
                    <a:gd name="connsiteX51" fmla="*/ 256607 w 1405278"/>
                    <a:gd name="connsiteY51" fmla="*/ 563936 h 1382832"/>
                    <a:gd name="connsiteX52" fmla="*/ 204283 w 1405278"/>
                    <a:gd name="connsiteY52" fmla="*/ 610672 h 1382832"/>
                    <a:gd name="connsiteX53" fmla="*/ 615128 w 1405278"/>
                    <a:gd name="connsiteY53" fmla="*/ 786948 h 1382832"/>
                    <a:gd name="connsiteX54" fmla="*/ 979491 w 1405278"/>
                    <a:gd name="connsiteY54" fmla="*/ 614609 h 1382832"/>
                    <a:gd name="connsiteX55" fmla="*/ 1018353 w 1405278"/>
                    <a:gd name="connsiteY55" fmla="*/ 320604 h 1382832"/>
                    <a:gd name="connsiteX56" fmla="*/ 672151 w 1405278"/>
                    <a:gd name="connsiteY56" fmla="*/ 31679 h 1382832"/>
                    <a:gd name="connsiteX57" fmla="*/ 175327 w 1405278"/>
                    <a:gd name="connsiteY57" fmla="*/ 251516 h 1382832"/>
                    <a:gd name="connsiteX58" fmla="*/ 159833 w 1405278"/>
                    <a:gd name="connsiteY58" fmla="*/ 286822 h 1382832"/>
                    <a:gd name="connsiteX59" fmla="*/ 104588 w 1405278"/>
                    <a:gd name="connsiteY59" fmla="*/ 475036 h 1382832"/>
                    <a:gd name="connsiteX60" fmla="*/ 197679 w 1405278"/>
                    <a:gd name="connsiteY60" fmla="*/ 581081 h 1382832"/>
                    <a:gd name="connsiteX61" fmla="*/ 250892 w 1405278"/>
                    <a:gd name="connsiteY61" fmla="*/ 499293 h 1382832"/>
                    <a:gd name="connsiteX62" fmla="*/ 234636 w 1405278"/>
                    <a:gd name="connsiteY62" fmla="*/ 323525 h 1382832"/>
                    <a:gd name="connsiteX63" fmla="*/ 159833 w 1405278"/>
                    <a:gd name="connsiteY63" fmla="*/ 286822 h 1382832"/>
                    <a:gd name="connsiteX64" fmla="*/ 1041086 w 1405278"/>
                    <a:gd name="connsiteY64" fmla="*/ 554030 h 1382832"/>
                    <a:gd name="connsiteX65" fmla="*/ 1054736 w 1405278"/>
                    <a:gd name="connsiteY65" fmla="*/ 415202 h 1382832"/>
                    <a:gd name="connsiteX66" fmla="*/ 441011 w 1405278"/>
                    <a:gd name="connsiteY66" fmla="*/ 791901 h 1382832"/>
                    <a:gd name="connsiteX67" fmla="*/ 658816 w 1405278"/>
                    <a:gd name="connsiteY67" fmla="*/ 825556 h 1382832"/>
                    <a:gd name="connsiteX68" fmla="*/ 569154 w 1405278"/>
                    <a:gd name="connsiteY68" fmla="*/ 809554 h 1382832"/>
                    <a:gd name="connsiteX69" fmla="*/ 441011 w 1405278"/>
                    <a:gd name="connsiteY69" fmla="*/ 791901 h 1382832"/>
                    <a:gd name="connsiteX70" fmla="*/ 303597 w 1405278"/>
                    <a:gd name="connsiteY70" fmla="*/ 842447 h 1382832"/>
                    <a:gd name="connsiteX71" fmla="*/ 288992 w 1405278"/>
                    <a:gd name="connsiteY71" fmla="*/ 872038 h 1382832"/>
                    <a:gd name="connsiteX72" fmla="*/ 345380 w 1405278"/>
                    <a:gd name="connsiteY72" fmla="*/ 922457 h 1382832"/>
                    <a:gd name="connsiteX73" fmla="*/ 332934 w 1405278"/>
                    <a:gd name="connsiteY73" fmla="*/ 1080318 h 1382832"/>
                    <a:gd name="connsiteX74" fmla="*/ 384369 w 1405278"/>
                    <a:gd name="connsiteY74" fmla="*/ 1008817 h 1382832"/>
                    <a:gd name="connsiteX75" fmla="*/ 303597 w 1405278"/>
                    <a:gd name="connsiteY75" fmla="*/ 842447 h 1382832"/>
                    <a:gd name="connsiteX76" fmla="*/ 1154370 w 1405278"/>
                    <a:gd name="connsiteY76" fmla="*/ 961573 h 1382832"/>
                    <a:gd name="connsiteX77" fmla="*/ 1130875 w 1405278"/>
                    <a:gd name="connsiteY77" fmla="*/ 1154613 h 1382832"/>
                    <a:gd name="connsiteX78" fmla="*/ 1261431 w 1405278"/>
                    <a:gd name="connsiteY78" fmla="*/ 1210239 h 1382832"/>
                    <a:gd name="connsiteX79" fmla="*/ 1374969 w 1405278"/>
                    <a:gd name="connsiteY79" fmla="*/ 1221669 h 1382832"/>
                    <a:gd name="connsiteX80" fmla="*/ 1357316 w 1405278"/>
                    <a:gd name="connsiteY80" fmla="*/ 1192967 h 1382832"/>
                    <a:gd name="connsiteX81" fmla="*/ 1258637 w 1405278"/>
                    <a:gd name="connsiteY81" fmla="*/ 1133404 h 1382832"/>
                    <a:gd name="connsiteX82" fmla="*/ 1291934 w 1405278"/>
                    <a:gd name="connsiteY82" fmla="*/ 1144922 h 1382832"/>
                    <a:gd name="connsiteX83" fmla="*/ 1281304 w 1405278"/>
                    <a:gd name="connsiteY83" fmla="*/ 1102940 h 1382832"/>
                    <a:gd name="connsiteX84" fmla="*/ 1296229 w 1405278"/>
                    <a:gd name="connsiteY84" fmla="*/ 1079175 h 1382832"/>
                    <a:gd name="connsiteX85" fmla="*/ 1287937 w 1405278"/>
                    <a:gd name="connsiteY85" fmla="*/ 1075072 h 1382832"/>
                    <a:gd name="connsiteX86" fmla="*/ 1300439 w 1405278"/>
                    <a:gd name="connsiteY86" fmla="*/ 1049963 h 1382832"/>
                    <a:gd name="connsiteX87" fmla="*/ 1235269 w 1405278"/>
                    <a:gd name="connsiteY87" fmla="*/ 995101 h 1382832"/>
                    <a:gd name="connsiteX88" fmla="*/ 1341060 w 1405278"/>
                    <a:gd name="connsiteY88" fmla="*/ 918647 h 1382832"/>
                    <a:gd name="connsiteX89" fmla="*/ 1301944 w 1405278"/>
                    <a:gd name="connsiteY89" fmla="*/ 879658 h 1382832"/>
                    <a:gd name="connsiteX90" fmla="*/ 1154370 w 1405278"/>
                    <a:gd name="connsiteY90" fmla="*/ 961573 h 1382832"/>
                    <a:gd name="connsiteX91" fmla="*/ 857063 w 1405278"/>
                    <a:gd name="connsiteY91" fmla="*/ 928426 h 1382832"/>
                    <a:gd name="connsiteX92" fmla="*/ 878272 w 1405278"/>
                    <a:gd name="connsiteY92" fmla="*/ 1047806 h 1382832"/>
                    <a:gd name="connsiteX93" fmla="*/ 905704 w 1405278"/>
                    <a:gd name="connsiteY93" fmla="*/ 1287709 h 1382832"/>
                    <a:gd name="connsiteX94" fmla="*/ 1188660 w 1405278"/>
                    <a:gd name="connsiteY94" fmla="*/ 1221288 h 1382832"/>
                    <a:gd name="connsiteX95" fmla="*/ 1073344 w 1405278"/>
                    <a:gd name="connsiteY95" fmla="*/ 1047171 h 1382832"/>
                    <a:gd name="connsiteX96" fmla="*/ 973522 w 1405278"/>
                    <a:gd name="connsiteY96" fmla="*/ 1185093 h 1382832"/>
                    <a:gd name="connsiteX97" fmla="*/ 945201 w 1405278"/>
                    <a:gd name="connsiteY97" fmla="*/ 1234496 h 1382832"/>
                    <a:gd name="connsiteX98" fmla="*/ 974665 w 1405278"/>
                    <a:gd name="connsiteY98" fmla="*/ 1113719 h 1382832"/>
                    <a:gd name="connsiteX99" fmla="*/ 857063 w 1405278"/>
                    <a:gd name="connsiteY99" fmla="*/ 928426 h 1382832"/>
                    <a:gd name="connsiteX0" fmla="*/ 1100903 w 1405277"/>
                    <a:gd name="connsiteY0" fmla="*/ 471353 h 1382832"/>
                    <a:gd name="connsiteX1" fmla="*/ 1075122 w 1405277"/>
                    <a:gd name="connsiteY1" fmla="*/ 553776 h 1382832"/>
                    <a:gd name="connsiteX2" fmla="*/ 994858 w 1405277"/>
                    <a:gd name="connsiteY2" fmla="*/ 638104 h 1382832"/>
                    <a:gd name="connsiteX3" fmla="*/ 900370 w 1405277"/>
                    <a:gd name="connsiteY3" fmla="*/ 733100 h 1382832"/>
                    <a:gd name="connsiteX4" fmla="*/ 765623 w 1405277"/>
                    <a:gd name="connsiteY4" fmla="*/ 795330 h 1382832"/>
                    <a:gd name="connsiteX5" fmla="*/ 993715 w 1405277"/>
                    <a:gd name="connsiteY5" fmla="*/ 1098479 h 1382832"/>
                    <a:gd name="connsiteX6" fmla="*/ 1109666 w 1405277"/>
                    <a:gd name="connsiteY6" fmla="*/ 968558 h 1382832"/>
                    <a:gd name="connsiteX7" fmla="*/ 1283275 w 1405277"/>
                    <a:gd name="connsiteY7" fmla="*/ 857941 h 1382832"/>
                    <a:gd name="connsiteX8" fmla="*/ 1372810 w 1405277"/>
                    <a:gd name="connsiteY8" fmla="*/ 906074 h 1382832"/>
                    <a:gd name="connsiteX9" fmla="*/ 1290260 w 1405277"/>
                    <a:gd name="connsiteY9" fmla="*/ 991291 h 1382832"/>
                    <a:gd name="connsiteX10" fmla="*/ 1286974 w 1405277"/>
                    <a:gd name="connsiteY10" fmla="*/ 1024887 h 1382832"/>
                    <a:gd name="connsiteX11" fmla="*/ 1290897 w 1405277"/>
                    <a:gd name="connsiteY11" fmla="*/ 1084613 h 1382832"/>
                    <a:gd name="connsiteX12" fmla="*/ 1317769 w 1405277"/>
                    <a:gd name="connsiteY12" fmla="*/ 1169833 h 1382832"/>
                    <a:gd name="connsiteX13" fmla="*/ 1403163 w 1405277"/>
                    <a:gd name="connsiteY13" fmla="*/ 1206937 h 1382832"/>
                    <a:gd name="connsiteX14" fmla="*/ 1396686 w 1405277"/>
                    <a:gd name="connsiteY14" fmla="*/ 1237290 h 1382832"/>
                    <a:gd name="connsiteX15" fmla="*/ 1222569 w 1405277"/>
                    <a:gd name="connsiteY15" fmla="*/ 1229162 h 1382832"/>
                    <a:gd name="connsiteX16" fmla="*/ 1041340 w 1405277"/>
                    <a:gd name="connsiteY16" fmla="*/ 1330381 h 1382832"/>
                    <a:gd name="connsiteX17" fmla="*/ 907228 w 1405277"/>
                    <a:gd name="connsiteY17" fmla="*/ 1317300 h 1382832"/>
                    <a:gd name="connsiteX18" fmla="*/ 909260 w 1405277"/>
                    <a:gd name="connsiteY18" fmla="*/ 1373180 h 1382832"/>
                    <a:gd name="connsiteX19" fmla="*/ 884622 w 1405277"/>
                    <a:gd name="connsiteY19" fmla="*/ 1371656 h 1382832"/>
                    <a:gd name="connsiteX20" fmla="*/ 878780 w 1405277"/>
                    <a:gd name="connsiteY20" fmla="*/ 1297234 h 1382832"/>
                    <a:gd name="connsiteX21" fmla="*/ 820106 w 1405277"/>
                    <a:gd name="connsiteY21" fmla="*/ 891596 h 1382832"/>
                    <a:gd name="connsiteX22" fmla="*/ 747208 w 1405277"/>
                    <a:gd name="connsiteY22" fmla="*/ 818825 h 1382832"/>
                    <a:gd name="connsiteX23" fmla="*/ 424882 w 1405277"/>
                    <a:gd name="connsiteY23" fmla="*/ 817174 h 1382832"/>
                    <a:gd name="connsiteX24" fmla="*/ 337125 w 1405277"/>
                    <a:gd name="connsiteY24" fmla="*/ 819333 h 1382832"/>
                    <a:gd name="connsiteX25" fmla="*/ 407610 w 1405277"/>
                    <a:gd name="connsiteY25" fmla="*/ 1031169 h 1382832"/>
                    <a:gd name="connsiteX26" fmla="*/ 322774 w 1405277"/>
                    <a:gd name="connsiteY26" fmla="*/ 1110290 h 1382832"/>
                    <a:gd name="connsiteX27" fmla="*/ 288357 w 1405277"/>
                    <a:gd name="connsiteY27" fmla="*/ 1335588 h 1382832"/>
                    <a:gd name="connsiteX28" fmla="*/ 283023 w 1405277"/>
                    <a:gd name="connsiteY28" fmla="*/ 1371656 h 1382832"/>
                    <a:gd name="connsiteX29" fmla="*/ 259020 w 1405277"/>
                    <a:gd name="connsiteY29" fmla="*/ 1376355 h 1382832"/>
                    <a:gd name="connsiteX30" fmla="*/ 323409 w 1405277"/>
                    <a:gd name="connsiteY30" fmla="*/ 997006 h 1382832"/>
                    <a:gd name="connsiteX31" fmla="*/ 305629 w 1405277"/>
                    <a:gd name="connsiteY31" fmla="*/ 913186 h 1382832"/>
                    <a:gd name="connsiteX32" fmla="*/ 229556 w 1405277"/>
                    <a:gd name="connsiteY32" fmla="*/ 939348 h 1382832"/>
                    <a:gd name="connsiteX33" fmla="*/ 18228 w 1405277"/>
                    <a:gd name="connsiteY33" fmla="*/ 1370513 h 1382832"/>
                    <a:gd name="connsiteX34" fmla="*/ 2099 w 1405277"/>
                    <a:gd name="connsiteY34" fmla="*/ 1382832 h 1382832"/>
                    <a:gd name="connsiteX35" fmla="*/ 17212 w 1405277"/>
                    <a:gd name="connsiteY35" fmla="*/ 1286566 h 1382832"/>
                    <a:gd name="connsiteX36" fmla="*/ 107001 w 1405277"/>
                    <a:gd name="connsiteY36" fmla="*/ 1065586 h 1382832"/>
                    <a:gd name="connsiteX37" fmla="*/ 216983 w 1405277"/>
                    <a:gd name="connsiteY37" fmla="*/ 915091 h 1382832"/>
                    <a:gd name="connsiteX38" fmla="*/ 304867 w 1405277"/>
                    <a:gd name="connsiteY38" fmla="*/ 813491 h 1382832"/>
                    <a:gd name="connsiteX39" fmla="*/ 391481 w 1405277"/>
                    <a:gd name="connsiteY39" fmla="*/ 779328 h 1382832"/>
                    <a:gd name="connsiteX40" fmla="*/ 252924 w 1405277"/>
                    <a:gd name="connsiteY40" fmla="*/ 699191 h 1382832"/>
                    <a:gd name="connsiteX41" fmla="*/ 138243 w 1405277"/>
                    <a:gd name="connsiteY41" fmla="*/ 584002 h 1382832"/>
                    <a:gd name="connsiteX42" fmla="*/ 83633 w 1405277"/>
                    <a:gd name="connsiteY42" fmla="*/ 501452 h 1382832"/>
                    <a:gd name="connsiteX43" fmla="*/ 139767 w 1405277"/>
                    <a:gd name="connsiteY43" fmla="*/ 267645 h 1382832"/>
                    <a:gd name="connsiteX44" fmla="*/ 413198 w 1405277"/>
                    <a:gd name="connsiteY44" fmla="*/ 21138 h 1382832"/>
                    <a:gd name="connsiteX45" fmla="*/ 730698 w 1405277"/>
                    <a:gd name="connsiteY45" fmla="*/ 17836 h 1382832"/>
                    <a:gd name="connsiteX46" fmla="*/ 912643 w 1405277"/>
                    <a:gd name="connsiteY46" fmla="*/ 121183 h 1382832"/>
                    <a:gd name="connsiteX47" fmla="*/ 1056509 w 1405277"/>
                    <a:gd name="connsiteY47" fmla="*/ 366250 h 1382832"/>
                    <a:gd name="connsiteX48" fmla="*/ 175327 w 1405277"/>
                    <a:gd name="connsiteY48" fmla="*/ 251516 h 1382832"/>
                    <a:gd name="connsiteX49" fmla="*/ 227270 w 1405277"/>
                    <a:gd name="connsiteY49" fmla="*/ 268661 h 1382832"/>
                    <a:gd name="connsiteX50" fmla="*/ 284801 w 1405277"/>
                    <a:gd name="connsiteY50" fmla="*/ 423601 h 1382832"/>
                    <a:gd name="connsiteX51" fmla="*/ 256607 w 1405277"/>
                    <a:gd name="connsiteY51" fmla="*/ 563936 h 1382832"/>
                    <a:gd name="connsiteX52" fmla="*/ 204283 w 1405277"/>
                    <a:gd name="connsiteY52" fmla="*/ 610672 h 1382832"/>
                    <a:gd name="connsiteX53" fmla="*/ 615128 w 1405277"/>
                    <a:gd name="connsiteY53" fmla="*/ 786948 h 1382832"/>
                    <a:gd name="connsiteX54" fmla="*/ 979491 w 1405277"/>
                    <a:gd name="connsiteY54" fmla="*/ 614609 h 1382832"/>
                    <a:gd name="connsiteX55" fmla="*/ 1018353 w 1405277"/>
                    <a:gd name="connsiteY55" fmla="*/ 320604 h 1382832"/>
                    <a:gd name="connsiteX56" fmla="*/ 672151 w 1405277"/>
                    <a:gd name="connsiteY56" fmla="*/ 31679 h 1382832"/>
                    <a:gd name="connsiteX57" fmla="*/ 175327 w 1405277"/>
                    <a:gd name="connsiteY57" fmla="*/ 251516 h 1382832"/>
                    <a:gd name="connsiteX58" fmla="*/ 159833 w 1405277"/>
                    <a:gd name="connsiteY58" fmla="*/ 286822 h 1382832"/>
                    <a:gd name="connsiteX59" fmla="*/ 104588 w 1405277"/>
                    <a:gd name="connsiteY59" fmla="*/ 475036 h 1382832"/>
                    <a:gd name="connsiteX60" fmla="*/ 197679 w 1405277"/>
                    <a:gd name="connsiteY60" fmla="*/ 581081 h 1382832"/>
                    <a:gd name="connsiteX61" fmla="*/ 250892 w 1405277"/>
                    <a:gd name="connsiteY61" fmla="*/ 499293 h 1382832"/>
                    <a:gd name="connsiteX62" fmla="*/ 234636 w 1405277"/>
                    <a:gd name="connsiteY62" fmla="*/ 323525 h 1382832"/>
                    <a:gd name="connsiteX63" fmla="*/ 159833 w 1405277"/>
                    <a:gd name="connsiteY63" fmla="*/ 286822 h 1382832"/>
                    <a:gd name="connsiteX64" fmla="*/ 1041086 w 1405277"/>
                    <a:gd name="connsiteY64" fmla="*/ 554030 h 1382832"/>
                    <a:gd name="connsiteX65" fmla="*/ 1054736 w 1405277"/>
                    <a:gd name="connsiteY65" fmla="*/ 415202 h 1382832"/>
                    <a:gd name="connsiteX66" fmla="*/ 441011 w 1405277"/>
                    <a:gd name="connsiteY66" fmla="*/ 791901 h 1382832"/>
                    <a:gd name="connsiteX67" fmla="*/ 658816 w 1405277"/>
                    <a:gd name="connsiteY67" fmla="*/ 825556 h 1382832"/>
                    <a:gd name="connsiteX68" fmla="*/ 569154 w 1405277"/>
                    <a:gd name="connsiteY68" fmla="*/ 809554 h 1382832"/>
                    <a:gd name="connsiteX69" fmla="*/ 441011 w 1405277"/>
                    <a:gd name="connsiteY69" fmla="*/ 791901 h 1382832"/>
                    <a:gd name="connsiteX70" fmla="*/ 303597 w 1405277"/>
                    <a:gd name="connsiteY70" fmla="*/ 842447 h 1382832"/>
                    <a:gd name="connsiteX71" fmla="*/ 288992 w 1405277"/>
                    <a:gd name="connsiteY71" fmla="*/ 872038 h 1382832"/>
                    <a:gd name="connsiteX72" fmla="*/ 345380 w 1405277"/>
                    <a:gd name="connsiteY72" fmla="*/ 922457 h 1382832"/>
                    <a:gd name="connsiteX73" fmla="*/ 332934 w 1405277"/>
                    <a:gd name="connsiteY73" fmla="*/ 1080318 h 1382832"/>
                    <a:gd name="connsiteX74" fmla="*/ 384369 w 1405277"/>
                    <a:gd name="connsiteY74" fmla="*/ 1008817 h 1382832"/>
                    <a:gd name="connsiteX75" fmla="*/ 303597 w 1405277"/>
                    <a:gd name="connsiteY75" fmla="*/ 842447 h 1382832"/>
                    <a:gd name="connsiteX76" fmla="*/ 1154370 w 1405277"/>
                    <a:gd name="connsiteY76" fmla="*/ 961573 h 1382832"/>
                    <a:gd name="connsiteX77" fmla="*/ 1130875 w 1405277"/>
                    <a:gd name="connsiteY77" fmla="*/ 1154613 h 1382832"/>
                    <a:gd name="connsiteX78" fmla="*/ 1261431 w 1405277"/>
                    <a:gd name="connsiteY78" fmla="*/ 1210239 h 1382832"/>
                    <a:gd name="connsiteX79" fmla="*/ 1263707 w 1405277"/>
                    <a:gd name="connsiteY79" fmla="*/ 1189880 h 1382832"/>
                    <a:gd name="connsiteX80" fmla="*/ 1357316 w 1405277"/>
                    <a:gd name="connsiteY80" fmla="*/ 1192967 h 1382832"/>
                    <a:gd name="connsiteX81" fmla="*/ 1258637 w 1405277"/>
                    <a:gd name="connsiteY81" fmla="*/ 1133404 h 1382832"/>
                    <a:gd name="connsiteX82" fmla="*/ 1291934 w 1405277"/>
                    <a:gd name="connsiteY82" fmla="*/ 1144922 h 1382832"/>
                    <a:gd name="connsiteX83" fmla="*/ 1281304 w 1405277"/>
                    <a:gd name="connsiteY83" fmla="*/ 1102940 h 1382832"/>
                    <a:gd name="connsiteX84" fmla="*/ 1296229 w 1405277"/>
                    <a:gd name="connsiteY84" fmla="*/ 1079175 h 1382832"/>
                    <a:gd name="connsiteX85" fmla="*/ 1287937 w 1405277"/>
                    <a:gd name="connsiteY85" fmla="*/ 1075072 h 1382832"/>
                    <a:gd name="connsiteX86" fmla="*/ 1300439 w 1405277"/>
                    <a:gd name="connsiteY86" fmla="*/ 1049963 h 1382832"/>
                    <a:gd name="connsiteX87" fmla="*/ 1235269 w 1405277"/>
                    <a:gd name="connsiteY87" fmla="*/ 995101 h 1382832"/>
                    <a:gd name="connsiteX88" fmla="*/ 1341060 w 1405277"/>
                    <a:gd name="connsiteY88" fmla="*/ 918647 h 1382832"/>
                    <a:gd name="connsiteX89" fmla="*/ 1301944 w 1405277"/>
                    <a:gd name="connsiteY89" fmla="*/ 879658 h 1382832"/>
                    <a:gd name="connsiteX90" fmla="*/ 1154370 w 1405277"/>
                    <a:gd name="connsiteY90" fmla="*/ 961573 h 1382832"/>
                    <a:gd name="connsiteX91" fmla="*/ 857063 w 1405277"/>
                    <a:gd name="connsiteY91" fmla="*/ 928426 h 1382832"/>
                    <a:gd name="connsiteX92" fmla="*/ 878272 w 1405277"/>
                    <a:gd name="connsiteY92" fmla="*/ 1047806 h 1382832"/>
                    <a:gd name="connsiteX93" fmla="*/ 905704 w 1405277"/>
                    <a:gd name="connsiteY93" fmla="*/ 1287709 h 1382832"/>
                    <a:gd name="connsiteX94" fmla="*/ 1188660 w 1405277"/>
                    <a:gd name="connsiteY94" fmla="*/ 1221288 h 1382832"/>
                    <a:gd name="connsiteX95" fmla="*/ 1073344 w 1405277"/>
                    <a:gd name="connsiteY95" fmla="*/ 1047171 h 1382832"/>
                    <a:gd name="connsiteX96" fmla="*/ 973522 w 1405277"/>
                    <a:gd name="connsiteY96" fmla="*/ 1185093 h 1382832"/>
                    <a:gd name="connsiteX97" fmla="*/ 945201 w 1405277"/>
                    <a:gd name="connsiteY97" fmla="*/ 1234496 h 1382832"/>
                    <a:gd name="connsiteX98" fmla="*/ 974665 w 1405277"/>
                    <a:gd name="connsiteY98" fmla="*/ 1113719 h 1382832"/>
                    <a:gd name="connsiteX99" fmla="*/ 857063 w 1405277"/>
                    <a:gd name="connsiteY99" fmla="*/ 928426 h 1382832"/>
                    <a:gd name="connsiteX0" fmla="*/ 1100903 w 1396696"/>
                    <a:gd name="connsiteY0" fmla="*/ 471353 h 1382832"/>
                    <a:gd name="connsiteX1" fmla="*/ 1075122 w 1396696"/>
                    <a:gd name="connsiteY1" fmla="*/ 553776 h 1382832"/>
                    <a:gd name="connsiteX2" fmla="*/ 994858 w 1396696"/>
                    <a:gd name="connsiteY2" fmla="*/ 638104 h 1382832"/>
                    <a:gd name="connsiteX3" fmla="*/ 900370 w 1396696"/>
                    <a:gd name="connsiteY3" fmla="*/ 733100 h 1382832"/>
                    <a:gd name="connsiteX4" fmla="*/ 765623 w 1396696"/>
                    <a:gd name="connsiteY4" fmla="*/ 795330 h 1382832"/>
                    <a:gd name="connsiteX5" fmla="*/ 993715 w 1396696"/>
                    <a:gd name="connsiteY5" fmla="*/ 1098479 h 1382832"/>
                    <a:gd name="connsiteX6" fmla="*/ 1109666 w 1396696"/>
                    <a:gd name="connsiteY6" fmla="*/ 968558 h 1382832"/>
                    <a:gd name="connsiteX7" fmla="*/ 1283275 w 1396696"/>
                    <a:gd name="connsiteY7" fmla="*/ 857941 h 1382832"/>
                    <a:gd name="connsiteX8" fmla="*/ 1372810 w 1396696"/>
                    <a:gd name="connsiteY8" fmla="*/ 906074 h 1382832"/>
                    <a:gd name="connsiteX9" fmla="*/ 1290260 w 1396696"/>
                    <a:gd name="connsiteY9" fmla="*/ 991291 h 1382832"/>
                    <a:gd name="connsiteX10" fmla="*/ 1286974 w 1396696"/>
                    <a:gd name="connsiteY10" fmla="*/ 1024887 h 1382832"/>
                    <a:gd name="connsiteX11" fmla="*/ 1290897 w 1396696"/>
                    <a:gd name="connsiteY11" fmla="*/ 1084613 h 1382832"/>
                    <a:gd name="connsiteX12" fmla="*/ 1317769 w 1396696"/>
                    <a:gd name="connsiteY12" fmla="*/ 1169833 h 1382832"/>
                    <a:gd name="connsiteX13" fmla="*/ 1212428 w 1396696"/>
                    <a:gd name="connsiteY13" fmla="*/ 1164551 h 1382832"/>
                    <a:gd name="connsiteX14" fmla="*/ 1396686 w 1396696"/>
                    <a:gd name="connsiteY14" fmla="*/ 1237290 h 1382832"/>
                    <a:gd name="connsiteX15" fmla="*/ 1222569 w 1396696"/>
                    <a:gd name="connsiteY15" fmla="*/ 1229162 h 1382832"/>
                    <a:gd name="connsiteX16" fmla="*/ 1041340 w 1396696"/>
                    <a:gd name="connsiteY16" fmla="*/ 1330381 h 1382832"/>
                    <a:gd name="connsiteX17" fmla="*/ 907228 w 1396696"/>
                    <a:gd name="connsiteY17" fmla="*/ 1317300 h 1382832"/>
                    <a:gd name="connsiteX18" fmla="*/ 909260 w 1396696"/>
                    <a:gd name="connsiteY18" fmla="*/ 1373180 h 1382832"/>
                    <a:gd name="connsiteX19" fmla="*/ 884622 w 1396696"/>
                    <a:gd name="connsiteY19" fmla="*/ 1371656 h 1382832"/>
                    <a:gd name="connsiteX20" fmla="*/ 878780 w 1396696"/>
                    <a:gd name="connsiteY20" fmla="*/ 1297234 h 1382832"/>
                    <a:gd name="connsiteX21" fmla="*/ 820106 w 1396696"/>
                    <a:gd name="connsiteY21" fmla="*/ 891596 h 1382832"/>
                    <a:gd name="connsiteX22" fmla="*/ 747208 w 1396696"/>
                    <a:gd name="connsiteY22" fmla="*/ 818825 h 1382832"/>
                    <a:gd name="connsiteX23" fmla="*/ 424882 w 1396696"/>
                    <a:gd name="connsiteY23" fmla="*/ 817174 h 1382832"/>
                    <a:gd name="connsiteX24" fmla="*/ 337125 w 1396696"/>
                    <a:gd name="connsiteY24" fmla="*/ 819333 h 1382832"/>
                    <a:gd name="connsiteX25" fmla="*/ 407610 w 1396696"/>
                    <a:gd name="connsiteY25" fmla="*/ 1031169 h 1382832"/>
                    <a:gd name="connsiteX26" fmla="*/ 322774 w 1396696"/>
                    <a:gd name="connsiteY26" fmla="*/ 1110290 h 1382832"/>
                    <a:gd name="connsiteX27" fmla="*/ 288357 w 1396696"/>
                    <a:gd name="connsiteY27" fmla="*/ 1335588 h 1382832"/>
                    <a:gd name="connsiteX28" fmla="*/ 283023 w 1396696"/>
                    <a:gd name="connsiteY28" fmla="*/ 1371656 h 1382832"/>
                    <a:gd name="connsiteX29" fmla="*/ 259020 w 1396696"/>
                    <a:gd name="connsiteY29" fmla="*/ 1376355 h 1382832"/>
                    <a:gd name="connsiteX30" fmla="*/ 323409 w 1396696"/>
                    <a:gd name="connsiteY30" fmla="*/ 997006 h 1382832"/>
                    <a:gd name="connsiteX31" fmla="*/ 305629 w 1396696"/>
                    <a:gd name="connsiteY31" fmla="*/ 913186 h 1382832"/>
                    <a:gd name="connsiteX32" fmla="*/ 229556 w 1396696"/>
                    <a:gd name="connsiteY32" fmla="*/ 939348 h 1382832"/>
                    <a:gd name="connsiteX33" fmla="*/ 18228 w 1396696"/>
                    <a:gd name="connsiteY33" fmla="*/ 1370513 h 1382832"/>
                    <a:gd name="connsiteX34" fmla="*/ 2099 w 1396696"/>
                    <a:gd name="connsiteY34" fmla="*/ 1382832 h 1382832"/>
                    <a:gd name="connsiteX35" fmla="*/ 17212 w 1396696"/>
                    <a:gd name="connsiteY35" fmla="*/ 1286566 h 1382832"/>
                    <a:gd name="connsiteX36" fmla="*/ 107001 w 1396696"/>
                    <a:gd name="connsiteY36" fmla="*/ 1065586 h 1382832"/>
                    <a:gd name="connsiteX37" fmla="*/ 216983 w 1396696"/>
                    <a:gd name="connsiteY37" fmla="*/ 915091 h 1382832"/>
                    <a:gd name="connsiteX38" fmla="*/ 304867 w 1396696"/>
                    <a:gd name="connsiteY38" fmla="*/ 813491 h 1382832"/>
                    <a:gd name="connsiteX39" fmla="*/ 391481 w 1396696"/>
                    <a:gd name="connsiteY39" fmla="*/ 779328 h 1382832"/>
                    <a:gd name="connsiteX40" fmla="*/ 252924 w 1396696"/>
                    <a:gd name="connsiteY40" fmla="*/ 699191 h 1382832"/>
                    <a:gd name="connsiteX41" fmla="*/ 138243 w 1396696"/>
                    <a:gd name="connsiteY41" fmla="*/ 584002 h 1382832"/>
                    <a:gd name="connsiteX42" fmla="*/ 83633 w 1396696"/>
                    <a:gd name="connsiteY42" fmla="*/ 501452 h 1382832"/>
                    <a:gd name="connsiteX43" fmla="*/ 139767 w 1396696"/>
                    <a:gd name="connsiteY43" fmla="*/ 267645 h 1382832"/>
                    <a:gd name="connsiteX44" fmla="*/ 413198 w 1396696"/>
                    <a:gd name="connsiteY44" fmla="*/ 21138 h 1382832"/>
                    <a:gd name="connsiteX45" fmla="*/ 730698 w 1396696"/>
                    <a:gd name="connsiteY45" fmla="*/ 17836 h 1382832"/>
                    <a:gd name="connsiteX46" fmla="*/ 912643 w 1396696"/>
                    <a:gd name="connsiteY46" fmla="*/ 121183 h 1382832"/>
                    <a:gd name="connsiteX47" fmla="*/ 1056509 w 1396696"/>
                    <a:gd name="connsiteY47" fmla="*/ 366250 h 1382832"/>
                    <a:gd name="connsiteX48" fmla="*/ 175327 w 1396696"/>
                    <a:gd name="connsiteY48" fmla="*/ 251516 h 1382832"/>
                    <a:gd name="connsiteX49" fmla="*/ 227270 w 1396696"/>
                    <a:gd name="connsiteY49" fmla="*/ 268661 h 1382832"/>
                    <a:gd name="connsiteX50" fmla="*/ 284801 w 1396696"/>
                    <a:gd name="connsiteY50" fmla="*/ 423601 h 1382832"/>
                    <a:gd name="connsiteX51" fmla="*/ 256607 w 1396696"/>
                    <a:gd name="connsiteY51" fmla="*/ 563936 h 1382832"/>
                    <a:gd name="connsiteX52" fmla="*/ 204283 w 1396696"/>
                    <a:gd name="connsiteY52" fmla="*/ 610672 h 1382832"/>
                    <a:gd name="connsiteX53" fmla="*/ 615128 w 1396696"/>
                    <a:gd name="connsiteY53" fmla="*/ 786948 h 1382832"/>
                    <a:gd name="connsiteX54" fmla="*/ 979491 w 1396696"/>
                    <a:gd name="connsiteY54" fmla="*/ 614609 h 1382832"/>
                    <a:gd name="connsiteX55" fmla="*/ 1018353 w 1396696"/>
                    <a:gd name="connsiteY55" fmla="*/ 320604 h 1382832"/>
                    <a:gd name="connsiteX56" fmla="*/ 672151 w 1396696"/>
                    <a:gd name="connsiteY56" fmla="*/ 31679 h 1382832"/>
                    <a:gd name="connsiteX57" fmla="*/ 175327 w 1396696"/>
                    <a:gd name="connsiteY57" fmla="*/ 251516 h 1382832"/>
                    <a:gd name="connsiteX58" fmla="*/ 159833 w 1396696"/>
                    <a:gd name="connsiteY58" fmla="*/ 286822 h 1382832"/>
                    <a:gd name="connsiteX59" fmla="*/ 104588 w 1396696"/>
                    <a:gd name="connsiteY59" fmla="*/ 475036 h 1382832"/>
                    <a:gd name="connsiteX60" fmla="*/ 197679 w 1396696"/>
                    <a:gd name="connsiteY60" fmla="*/ 581081 h 1382832"/>
                    <a:gd name="connsiteX61" fmla="*/ 250892 w 1396696"/>
                    <a:gd name="connsiteY61" fmla="*/ 499293 h 1382832"/>
                    <a:gd name="connsiteX62" fmla="*/ 234636 w 1396696"/>
                    <a:gd name="connsiteY62" fmla="*/ 323525 h 1382832"/>
                    <a:gd name="connsiteX63" fmla="*/ 159833 w 1396696"/>
                    <a:gd name="connsiteY63" fmla="*/ 286822 h 1382832"/>
                    <a:gd name="connsiteX64" fmla="*/ 1041086 w 1396696"/>
                    <a:gd name="connsiteY64" fmla="*/ 554030 h 1382832"/>
                    <a:gd name="connsiteX65" fmla="*/ 1054736 w 1396696"/>
                    <a:gd name="connsiteY65" fmla="*/ 415202 h 1382832"/>
                    <a:gd name="connsiteX66" fmla="*/ 441011 w 1396696"/>
                    <a:gd name="connsiteY66" fmla="*/ 791901 h 1382832"/>
                    <a:gd name="connsiteX67" fmla="*/ 658816 w 1396696"/>
                    <a:gd name="connsiteY67" fmla="*/ 825556 h 1382832"/>
                    <a:gd name="connsiteX68" fmla="*/ 569154 w 1396696"/>
                    <a:gd name="connsiteY68" fmla="*/ 809554 h 1382832"/>
                    <a:gd name="connsiteX69" fmla="*/ 441011 w 1396696"/>
                    <a:gd name="connsiteY69" fmla="*/ 791901 h 1382832"/>
                    <a:gd name="connsiteX70" fmla="*/ 303597 w 1396696"/>
                    <a:gd name="connsiteY70" fmla="*/ 842447 h 1382832"/>
                    <a:gd name="connsiteX71" fmla="*/ 288992 w 1396696"/>
                    <a:gd name="connsiteY71" fmla="*/ 872038 h 1382832"/>
                    <a:gd name="connsiteX72" fmla="*/ 345380 w 1396696"/>
                    <a:gd name="connsiteY72" fmla="*/ 922457 h 1382832"/>
                    <a:gd name="connsiteX73" fmla="*/ 332934 w 1396696"/>
                    <a:gd name="connsiteY73" fmla="*/ 1080318 h 1382832"/>
                    <a:gd name="connsiteX74" fmla="*/ 384369 w 1396696"/>
                    <a:gd name="connsiteY74" fmla="*/ 1008817 h 1382832"/>
                    <a:gd name="connsiteX75" fmla="*/ 303597 w 1396696"/>
                    <a:gd name="connsiteY75" fmla="*/ 842447 h 1382832"/>
                    <a:gd name="connsiteX76" fmla="*/ 1154370 w 1396696"/>
                    <a:gd name="connsiteY76" fmla="*/ 961573 h 1382832"/>
                    <a:gd name="connsiteX77" fmla="*/ 1130875 w 1396696"/>
                    <a:gd name="connsiteY77" fmla="*/ 1154613 h 1382832"/>
                    <a:gd name="connsiteX78" fmla="*/ 1261431 w 1396696"/>
                    <a:gd name="connsiteY78" fmla="*/ 1210239 h 1382832"/>
                    <a:gd name="connsiteX79" fmla="*/ 1263707 w 1396696"/>
                    <a:gd name="connsiteY79" fmla="*/ 1189880 h 1382832"/>
                    <a:gd name="connsiteX80" fmla="*/ 1357316 w 1396696"/>
                    <a:gd name="connsiteY80" fmla="*/ 1192967 h 1382832"/>
                    <a:gd name="connsiteX81" fmla="*/ 1258637 w 1396696"/>
                    <a:gd name="connsiteY81" fmla="*/ 1133404 h 1382832"/>
                    <a:gd name="connsiteX82" fmla="*/ 1291934 w 1396696"/>
                    <a:gd name="connsiteY82" fmla="*/ 1144922 h 1382832"/>
                    <a:gd name="connsiteX83" fmla="*/ 1281304 w 1396696"/>
                    <a:gd name="connsiteY83" fmla="*/ 1102940 h 1382832"/>
                    <a:gd name="connsiteX84" fmla="*/ 1296229 w 1396696"/>
                    <a:gd name="connsiteY84" fmla="*/ 1079175 h 1382832"/>
                    <a:gd name="connsiteX85" fmla="*/ 1287937 w 1396696"/>
                    <a:gd name="connsiteY85" fmla="*/ 1075072 h 1382832"/>
                    <a:gd name="connsiteX86" fmla="*/ 1300439 w 1396696"/>
                    <a:gd name="connsiteY86" fmla="*/ 1049963 h 1382832"/>
                    <a:gd name="connsiteX87" fmla="*/ 1235269 w 1396696"/>
                    <a:gd name="connsiteY87" fmla="*/ 995101 h 1382832"/>
                    <a:gd name="connsiteX88" fmla="*/ 1341060 w 1396696"/>
                    <a:gd name="connsiteY88" fmla="*/ 918647 h 1382832"/>
                    <a:gd name="connsiteX89" fmla="*/ 1301944 w 1396696"/>
                    <a:gd name="connsiteY89" fmla="*/ 879658 h 1382832"/>
                    <a:gd name="connsiteX90" fmla="*/ 1154370 w 1396696"/>
                    <a:gd name="connsiteY90" fmla="*/ 961573 h 1382832"/>
                    <a:gd name="connsiteX91" fmla="*/ 857063 w 1396696"/>
                    <a:gd name="connsiteY91" fmla="*/ 928426 h 1382832"/>
                    <a:gd name="connsiteX92" fmla="*/ 878272 w 1396696"/>
                    <a:gd name="connsiteY92" fmla="*/ 1047806 h 1382832"/>
                    <a:gd name="connsiteX93" fmla="*/ 905704 w 1396696"/>
                    <a:gd name="connsiteY93" fmla="*/ 1287709 h 1382832"/>
                    <a:gd name="connsiteX94" fmla="*/ 1188660 w 1396696"/>
                    <a:gd name="connsiteY94" fmla="*/ 1221288 h 1382832"/>
                    <a:gd name="connsiteX95" fmla="*/ 1073344 w 1396696"/>
                    <a:gd name="connsiteY95" fmla="*/ 1047171 h 1382832"/>
                    <a:gd name="connsiteX96" fmla="*/ 973522 w 1396696"/>
                    <a:gd name="connsiteY96" fmla="*/ 1185093 h 1382832"/>
                    <a:gd name="connsiteX97" fmla="*/ 945201 w 1396696"/>
                    <a:gd name="connsiteY97" fmla="*/ 1234496 h 1382832"/>
                    <a:gd name="connsiteX98" fmla="*/ 974665 w 1396696"/>
                    <a:gd name="connsiteY98" fmla="*/ 1113719 h 1382832"/>
                    <a:gd name="connsiteX99" fmla="*/ 857063 w 1396696"/>
                    <a:gd name="connsiteY99" fmla="*/ 928426 h 1382832"/>
                    <a:gd name="connsiteX0" fmla="*/ 1100903 w 1372810"/>
                    <a:gd name="connsiteY0" fmla="*/ 471353 h 1382832"/>
                    <a:gd name="connsiteX1" fmla="*/ 1075122 w 1372810"/>
                    <a:gd name="connsiteY1" fmla="*/ 553776 h 1382832"/>
                    <a:gd name="connsiteX2" fmla="*/ 994858 w 1372810"/>
                    <a:gd name="connsiteY2" fmla="*/ 638104 h 1382832"/>
                    <a:gd name="connsiteX3" fmla="*/ 900370 w 1372810"/>
                    <a:gd name="connsiteY3" fmla="*/ 733100 h 1382832"/>
                    <a:gd name="connsiteX4" fmla="*/ 765623 w 1372810"/>
                    <a:gd name="connsiteY4" fmla="*/ 795330 h 1382832"/>
                    <a:gd name="connsiteX5" fmla="*/ 993715 w 1372810"/>
                    <a:gd name="connsiteY5" fmla="*/ 1098479 h 1382832"/>
                    <a:gd name="connsiteX6" fmla="*/ 1109666 w 1372810"/>
                    <a:gd name="connsiteY6" fmla="*/ 968558 h 1382832"/>
                    <a:gd name="connsiteX7" fmla="*/ 1283275 w 1372810"/>
                    <a:gd name="connsiteY7" fmla="*/ 857941 h 1382832"/>
                    <a:gd name="connsiteX8" fmla="*/ 1372810 w 1372810"/>
                    <a:gd name="connsiteY8" fmla="*/ 906074 h 1382832"/>
                    <a:gd name="connsiteX9" fmla="*/ 1290260 w 1372810"/>
                    <a:gd name="connsiteY9" fmla="*/ 991291 h 1382832"/>
                    <a:gd name="connsiteX10" fmla="*/ 1286974 w 1372810"/>
                    <a:gd name="connsiteY10" fmla="*/ 1024887 h 1382832"/>
                    <a:gd name="connsiteX11" fmla="*/ 1290897 w 1372810"/>
                    <a:gd name="connsiteY11" fmla="*/ 1084613 h 1382832"/>
                    <a:gd name="connsiteX12" fmla="*/ 1317769 w 1372810"/>
                    <a:gd name="connsiteY12" fmla="*/ 1169833 h 1382832"/>
                    <a:gd name="connsiteX13" fmla="*/ 1212428 w 1372810"/>
                    <a:gd name="connsiteY13" fmla="*/ 1164551 h 1382832"/>
                    <a:gd name="connsiteX14" fmla="*/ 1290721 w 1372810"/>
                    <a:gd name="connsiteY14" fmla="*/ 1184307 h 1382832"/>
                    <a:gd name="connsiteX15" fmla="*/ 1222569 w 1372810"/>
                    <a:gd name="connsiteY15" fmla="*/ 1229162 h 1382832"/>
                    <a:gd name="connsiteX16" fmla="*/ 1041340 w 1372810"/>
                    <a:gd name="connsiteY16" fmla="*/ 1330381 h 1382832"/>
                    <a:gd name="connsiteX17" fmla="*/ 907228 w 1372810"/>
                    <a:gd name="connsiteY17" fmla="*/ 1317300 h 1382832"/>
                    <a:gd name="connsiteX18" fmla="*/ 909260 w 1372810"/>
                    <a:gd name="connsiteY18" fmla="*/ 1373180 h 1382832"/>
                    <a:gd name="connsiteX19" fmla="*/ 884622 w 1372810"/>
                    <a:gd name="connsiteY19" fmla="*/ 1371656 h 1382832"/>
                    <a:gd name="connsiteX20" fmla="*/ 878780 w 1372810"/>
                    <a:gd name="connsiteY20" fmla="*/ 1297234 h 1382832"/>
                    <a:gd name="connsiteX21" fmla="*/ 820106 w 1372810"/>
                    <a:gd name="connsiteY21" fmla="*/ 891596 h 1382832"/>
                    <a:gd name="connsiteX22" fmla="*/ 747208 w 1372810"/>
                    <a:gd name="connsiteY22" fmla="*/ 818825 h 1382832"/>
                    <a:gd name="connsiteX23" fmla="*/ 424882 w 1372810"/>
                    <a:gd name="connsiteY23" fmla="*/ 817174 h 1382832"/>
                    <a:gd name="connsiteX24" fmla="*/ 337125 w 1372810"/>
                    <a:gd name="connsiteY24" fmla="*/ 819333 h 1382832"/>
                    <a:gd name="connsiteX25" fmla="*/ 407610 w 1372810"/>
                    <a:gd name="connsiteY25" fmla="*/ 1031169 h 1382832"/>
                    <a:gd name="connsiteX26" fmla="*/ 322774 w 1372810"/>
                    <a:gd name="connsiteY26" fmla="*/ 1110290 h 1382832"/>
                    <a:gd name="connsiteX27" fmla="*/ 288357 w 1372810"/>
                    <a:gd name="connsiteY27" fmla="*/ 1335588 h 1382832"/>
                    <a:gd name="connsiteX28" fmla="*/ 283023 w 1372810"/>
                    <a:gd name="connsiteY28" fmla="*/ 1371656 h 1382832"/>
                    <a:gd name="connsiteX29" fmla="*/ 259020 w 1372810"/>
                    <a:gd name="connsiteY29" fmla="*/ 1376355 h 1382832"/>
                    <a:gd name="connsiteX30" fmla="*/ 323409 w 1372810"/>
                    <a:gd name="connsiteY30" fmla="*/ 997006 h 1382832"/>
                    <a:gd name="connsiteX31" fmla="*/ 305629 w 1372810"/>
                    <a:gd name="connsiteY31" fmla="*/ 913186 h 1382832"/>
                    <a:gd name="connsiteX32" fmla="*/ 229556 w 1372810"/>
                    <a:gd name="connsiteY32" fmla="*/ 939348 h 1382832"/>
                    <a:gd name="connsiteX33" fmla="*/ 18228 w 1372810"/>
                    <a:gd name="connsiteY33" fmla="*/ 1370513 h 1382832"/>
                    <a:gd name="connsiteX34" fmla="*/ 2099 w 1372810"/>
                    <a:gd name="connsiteY34" fmla="*/ 1382832 h 1382832"/>
                    <a:gd name="connsiteX35" fmla="*/ 17212 w 1372810"/>
                    <a:gd name="connsiteY35" fmla="*/ 1286566 h 1382832"/>
                    <a:gd name="connsiteX36" fmla="*/ 107001 w 1372810"/>
                    <a:gd name="connsiteY36" fmla="*/ 1065586 h 1382832"/>
                    <a:gd name="connsiteX37" fmla="*/ 216983 w 1372810"/>
                    <a:gd name="connsiteY37" fmla="*/ 915091 h 1382832"/>
                    <a:gd name="connsiteX38" fmla="*/ 304867 w 1372810"/>
                    <a:gd name="connsiteY38" fmla="*/ 813491 h 1382832"/>
                    <a:gd name="connsiteX39" fmla="*/ 391481 w 1372810"/>
                    <a:gd name="connsiteY39" fmla="*/ 779328 h 1382832"/>
                    <a:gd name="connsiteX40" fmla="*/ 252924 w 1372810"/>
                    <a:gd name="connsiteY40" fmla="*/ 699191 h 1382832"/>
                    <a:gd name="connsiteX41" fmla="*/ 138243 w 1372810"/>
                    <a:gd name="connsiteY41" fmla="*/ 584002 h 1382832"/>
                    <a:gd name="connsiteX42" fmla="*/ 83633 w 1372810"/>
                    <a:gd name="connsiteY42" fmla="*/ 501452 h 1382832"/>
                    <a:gd name="connsiteX43" fmla="*/ 139767 w 1372810"/>
                    <a:gd name="connsiteY43" fmla="*/ 267645 h 1382832"/>
                    <a:gd name="connsiteX44" fmla="*/ 413198 w 1372810"/>
                    <a:gd name="connsiteY44" fmla="*/ 21138 h 1382832"/>
                    <a:gd name="connsiteX45" fmla="*/ 730698 w 1372810"/>
                    <a:gd name="connsiteY45" fmla="*/ 17836 h 1382832"/>
                    <a:gd name="connsiteX46" fmla="*/ 912643 w 1372810"/>
                    <a:gd name="connsiteY46" fmla="*/ 121183 h 1382832"/>
                    <a:gd name="connsiteX47" fmla="*/ 1056509 w 1372810"/>
                    <a:gd name="connsiteY47" fmla="*/ 366250 h 1382832"/>
                    <a:gd name="connsiteX48" fmla="*/ 175327 w 1372810"/>
                    <a:gd name="connsiteY48" fmla="*/ 251516 h 1382832"/>
                    <a:gd name="connsiteX49" fmla="*/ 227270 w 1372810"/>
                    <a:gd name="connsiteY49" fmla="*/ 268661 h 1382832"/>
                    <a:gd name="connsiteX50" fmla="*/ 284801 w 1372810"/>
                    <a:gd name="connsiteY50" fmla="*/ 423601 h 1382832"/>
                    <a:gd name="connsiteX51" fmla="*/ 256607 w 1372810"/>
                    <a:gd name="connsiteY51" fmla="*/ 563936 h 1382832"/>
                    <a:gd name="connsiteX52" fmla="*/ 204283 w 1372810"/>
                    <a:gd name="connsiteY52" fmla="*/ 610672 h 1382832"/>
                    <a:gd name="connsiteX53" fmla="*/ 615128 w 1372810"/>
                    <a:gd name="connsiteY53" fmla="*/ 786948 h 1382832"/>
                    <a:gd name="connsiteX54" fmla="*/ 979491 w 1372810"/>
                    <a:gd name="connsiteY54" fmla="*/ 614609 h 1382832"/>
                    <a:gd name="connsiteX55" fmla="*/ 1018353 w 1372810"/>
                    <a:gd name="connsiteY55" fmla="*/ 320604 h 1382832"/>
                    <a:gd name="connsiteX56" fmla="*/ 672151 w 1372810"/>
                    <a:gd name="connsiteY56" fmla="*/ 31679 h 1382832"/>
                    <a:gd name="connsiteX57" fmla="*/ 175327 w 1372810"/>
                    <a:gd name="connsiteY57" fmla="*/ 251516 h 1382832"/>
                    <a:gd name="connsiteX58" fmla="*/ 159833 w 1372810"/>
                    <a:gd name="connsiteY58" fmla="*/ 286822 h 1382832"/>
                    <a:gd name="connsiteX59" fmla="*/ 104588 w 1372810"/>
                    <a:gd name="connsiteY59" fmla="*/ 475036 h 1382832"/>
                    <a:gd name="connsiteX60" fmla="*/ 197679 w 1372810"/>
                    <a:gd name="connsiteY60" fmla="*/ 581081 h 1382832"/>
                    <a:gd name="connsiteX61" fmla="*/ 250892 w 1372810"/>
                    <a:gd name="connsiteY61" fmla="*/ 499293 h 1382832"/>
                    <a:gd name="connsiteX62" fmla="*/ 234636 w 1372810"/>
                    <a:gd name="connsiteY62" fmla="*/ 323525 h 1382832"/>
                    <a:gd name="connsiteX63" fmla="*/ 159833 w 1372810"/>
                    <a:gd name="connsiteY63" fmla="*/ 286822 h 1382832"/>
                    <a:gd name="connsiteX64" fmla="*/ 1041086 w 1372810"/>
                    <a:gd name="connsiteY64" fmla="*/ 554030 h 1382832"/>
                    <a:gd name="connsiteX65" fmla="*/ 1054736 w 1372810"/>
                    <a:gd name="connsiteY65" fmla="*/ 415202 h 1382832"/>
                    <a:gd name="connsiteX66" fmla="*/ 441011 w 1372810"/>
                    <a:gd name="connsiteY66" fmla="*/ 791901 h 1382832"/>
                    <a:gd name="connsiteX67" fmla="*/ 658816 w 1372810"/>
                    <a:gd name="connsiteY67" fmla="*/ 825556 h 1382832"/>
                    <a:gd name="connsiteX68" fmla="*/ 569154 w 1372810"/>
                    <a:gd name="connsiteY68" fmla="*/ 809554 h 1382832"/>
                    <a:gd name="connsiteX69" fmla="*/ 441011 w 1372810"/>
                    <a:gd name="connsiteY69" fmla="*/ 791901 h 1382832"/>
                    <a:gd name="connsiteX70" fmla="*/ 303597 w 1372810"/>
                    <a:gd name="connsiteY70" fmla="*/ 842447 h 1382832"/>
                    <a:gd name="connsiteX71" fmla="*/ 288992 w 1372810"/>
                    <a:gd name="connsiteY71" fmla="*/ 872038 h 1382832"/>
                    <a:gd name="connsiteX72" fmla="*/ 345380 w 1372810"/>
                    <a:gd name="connsiteY72" fmla="*/ 922457 h 1382832"/>
                    <a:gd name="connsiteX73" fmla="*/ 332934 w 1372810"/>
                    <a:gd name="connsiteY73" fmla="*/ 1080318 h 1382832"/>
                    <a:gd name="connsiteX74" fmla="*/ 384369 w 1372810"/>
                    <a:gd name="connsiteY74" fmla="*/ 1008817 h 1382832"/>
                    <a:gd name="connsiteX75" fmla="*/ 303597 w 1372810"/>
                    <a:gd name="connsiteY75" fmla="*/ 842447 h 1382832"/>
                    <a:gd name="connsiteX76" fmla="*/ 1154370 w 1372810"/>
                    <a:gd name="connsiteY76" fmla="*/ 961573 h 1382832"/>
                    <a:gd name="connsiteX77" fmla="*/ 1130875 w 1372810"/>
                    <a:gd name="connsiteY77" fmla="*/ 1154613 h 1382832"/>
                    <a:gd name="connsiteX78" fmla="*/ 1261431 w 1372810"/>
                    <a:gd name="connsiteY78" fmla="*/ 1210239 h 1382832"/>
                    <a:gd name="connsiteX79" fmla="*/ 1263707 w 1372810"/>
                    <a:gd name="connsiteY79" fmla="*/ 1189880 h 1382832"/>
                    <a:gd name="connsiteX80" fmla="*/ 1357316 w 1372810"/>
                    <a:gd name="connsiteY80" fmla="*/ 1192967 h 1382832"/>
                    <a:gd name="connsiteX81" fmla="*/ 1258637 w 1372810"/>
                    <a:gd name="connsiteY81" fmla="*/ 1133404 h 1382832"/>
                    <a:gd name="connsiteX82" fmla="*/ 1291934 w 1372810"/>
                    <a:gd name="connsiteY82" fmla="*/ 1144922 h 1382832"/>
                    <a:gd name="connsiteX83" fmla="*/ 1281304 w 1372810"/>
                    <a:gd name="connsiteY83" fmla="*/ 1102940 h 1382832"/>
                    <a:gd name="connsiteX84" fmla="*/ 1296229 w 1372810"/>
                    <a:gd name="connsiteY84" fmla="*/ 1079175 h 1382832"/>
                    <a:gd name="connsiteX85" fmla="*/ 1287937 w 1372810"/>
                    <a:gd name="connsiteY85" fmla="*/ 1075072 h 1382832"/>
                    <a:gd name="connsiteX86" fmla="*/ 1300439 w 1372810"/>
                    <a:gd name="connsiteY86" fmla="*/ 1049963 h 1382832"/>
                    <a:gd name="connsiteX87" fmla="*/ 1235269 w 1372810"/>
                    <a:gd name="connsiteY87" fmla="*/ 995101 h 1382832"/>
                    <a:gd name="connsiteX88" fmla="*/ 1341060 w 1372810"/>
                    <a:gd name="connsiteY88" fmla="*/ 918647 h 1382832"/>
                    <a:gd name="connsiteX89" fmla="*/ 1301944 w 1372810"/>
                    <a:gd name="connsiteY89" fmla="*/ 879658 h 1382832"/>
                    <a:gd name="connsiteX90" fmla="*/ 1154370 w 1372810"/>
                    <a:gd name="connsiteY90" fmla="*/ 961573 h 1382832"/>
                    <a:gd name="connsiteX91" fmla="*/ 857063 w 1372810"/>
                    <a:gd name="connsiteY91" fmla="*/ 928426 h 1382832"/>
                    <a:gd name="connsiteX92" fmla="*/ 878272 w 1372810"/>
                    <a:gd name="connsiteY92" fmla="*/ 1047806 h 1382832"/>
                    <a:gd name="connsiteX93" fmla="*/ 905704 w 1372810"/>
                    <a:gd name="connsiteY93" fmla="*/ 1287709 h 1382832"/>
                    <a:gd name="connsiteX94" fmla="*/ 1188660 w 1372810"/>
                    <a:gd name="connsiteY94" fmla="*/ 1221288 h 1382832"/>
                    <a:gd name="connsiteX95" fmla="*/ 1073344 w 1372810"/>
                    <a:gd name="connsiteY95" fmla="*/ 1047171 h 1382832"/>
                    <a:gd name="connsiteX96" fmla="*/ 973522 w 1372810"/>
                    <a:gd name="connsiteY96" fmla="*/ 1185093 h 1382832"/>
                    <a:gd name="connsiteX97" fmla="*/ 945201 w 1372810"/>
                    <a:gd name="connsiteY97" fmla="*/ 1234496 h 1382832"/>
                    <a:gd name="connsiteX98" fmla="*/ 974665 w 1372810"/>
                    <a:gd name="connsiteY98" fmla="*/ 1113719 h 1382832"/>
                    <a:gd name="connsiteX99" fmla="*/ 857063 w 1372810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83275 w 1358918"/>
                    <a:gd name="connsiteY7" fmla="*/ 857941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341060 w 1358918"/>
                    <a:gd name="connsiteY88" fmla="*/ 918647 h 1382832"/>
                    <a:gd name="connsiteX89" fmla="*/ 1301944 w 1358918"/>
                    <a:gd name="connsiteY89" fmla="*/ 879658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83275 w 1358918"/>
                    <a:gd name="connsiteY7" fmla="*/ 857941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220848 w 1358918"/>
                    <a:gd name="connsiteY88" fmla="*/ 971540 h 1382832"/>
                    <a:gd name="connsiteX89" fmla="*/ 1301944 w 1358918"/>
                    <a:gd name="connsiteY89" fmla="*/ 879658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83275 w 1358918"/>
                    <a:gd name="connsiteY7" fmla="*/ 857941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220848 w 1358918"/>
                    <a:gd name="connsiteY88" fmla="*/ 971540 h 1382832"/>
                    <a:gd name="connsiteX89" fmla="*/ 1225009 w 1358918"/>
                    <a:gd name="connsiteY89" fmla="*/ 951785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49616 w 1358918"/>
                    <a:gd name="connsiteY7" fmla="*/ 920452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220848 w 1358918"/>
                    <a:gd name="connsiteY88" fmla="*/ 971540 h 1382832"/>
                    <a:gd name="connsiteX89" fmla="*/ 1225009 w 1358918"/>
                    <a:gd name="connsiteY89" fmla="*/ 951785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17776"/>
                    <a:gd name="connsiteY0" fmla="*/ 471353 h 1382832"/>
                    <a:gd name="connsiteX1" fmla="*/ 1075122 w 1317776"/>
                    <a:gd name="connsiteY1" fmla="*/ 553776 h 1382832"/>
                    <a:gd name="connsiteX2" fmla="*/ 994858 w 1317776"/>
                    <a:gd name="connsiteY2" fmla="*/ 638104 h 1382832"/>
                    <a:gd name="connsiteX3" fmla="*/ 900370 w 1317776"/>
                    <a:gd name="connsiteY3" fmla="*/ 733100 h 1382832"/>
                    <a:gd name="connsiteX4" fmla="*/ 765623 w 1317776"/>
                    <a:gd name="connsiteY4" fmla="*/ 795330 h 1382832"/>
                    <a:gd name="connsiteX5" fmla="*/ 993715 w 1317776"/>
                    <a:gd name="connsiteY5" fmla="*/ 1098479 h 1382832"/>
                    <a:gd name="connsiteX6" fmla="*/ 1109666 w 1317776"/>
                    <a:gd name="connsiteY6" fmla="*/ 968558 h 1382832"/>
                    <a:gd name="connsiteX7" fmla="*/ 1249616 w 1317776"/>
                    <a:gd name="connsiteY7" fmla="*/ 920452 h 1382832"/>
                    <a:gd name="connsiteX8" fmla="*/ 1185280 w 1317776"/>
                    <a:gd name="connsiteY8" fmla="*/ 1016669 h 1382832"/>
                    <a:gd name="connsiteX9" fmla="*/ 1290260 w 1317776"/>
                    <a:gd name="connsiteY9" fmla="*/ 991291 h 1382832"/>
                    <a:gd name="connsiteX10" fmla="*/ 1286974 w 1317776"/>
                    <a:gd name="connsiteY10" fmla="*/ 1024887 h 1382832"/>
                    <a:gd name="connsiteX11" fmla="*/ 1290897 w 1317776"/>
                    <a:gd name="connsiteY11" fmla="*/ 1084613 h 1382832"/>
                    <a:gd name="connsiteX12" fmla="*/ 1317769 w 1317776"/>
                    <a:gd name="connsiteY12" fmla="*/ 1169833 h 1382832"/>
                    <a:gd name="connsiteX13" fmla="*/ 1212428 w 1317776"/>
                    <a:gd name="connsiteY13" fmla="*/ 1164551 h 1382832"/>
                    <a:gd name="connsiteX14" fmla="*/ 1290721 w 1317776"/>
                    <a:gd name="connsiteY14" fmla="*/ 1184307 h 1382832"/>
                    <a:gd name="connsiteX15" fmla="*/ 1222569 w 1317776"/>
                    <a:gd name="connsiteY15" fmla="*/ 1229162 h 1382832"/>
                    <a:gd name="connsiteX16" fmla="*/ 1041340 w 1317776"/>
                    <a:gd name="connsiteY16" fmla="*/ 1330381 h 1382832"/>
                    <a:gd name="connsiteX17" fmla="*/ 907228 w 1317776"/>
                    <a:gd name="connsiteY17" fmla="*/ 1317300 h 1382832"/>
                    <a:gd name="connsiteX18" fmla="*/ 909260 w 1317776"/>
                    <a:gd name="connsiteY18" fmla="*/ 1373180 h 1382832"/>
                    <a:gd name="connsiteX19" fmla="*/ 884622 w 1317776"/>
                    <a:gd name="connsiteY19" fmla="*/ 1371656 h 1382832"/>
                    <a:gd name="connsiteX20" fmla="*/ 878780 w 1317776"/>
                    <a:gd name="connsiteY20" fmla="*/ 1297234 h 1382832"/>
                    <a:gd name="connsiteX21" fmla="*/ 820106 w 1317776"/>
                    <a:gd name="connsiteY21" fmla="*/ 891596 h 1382832"/>
                    <a:gd name="connsiteX22" fmla="*/ 747208 w 1317776"/>
                    <a:gd name="connsiteY22" fmla="*/ 818825 h 1382832"/>
                    <a:gd name="connsiteX23" fmla="*/ 424882 w 1317776"/>
                    <a:gd name="connsiteY23" fmla="*/ 817174 h 1382832"/>
                    <a:gd name="connsiteX24" fmla="*/ 337125 w 1317776"/>
                    <a:gd name="connsiteY24" fmla="*/ 819333 h 1382832"/>
                    <a:gd name="connsiteX25" fmla="*/ 407610 w 1317776"/>
                    <a:gd name="connsiteY25" fmla="*/ 1031169 h 1382832"/>
                    <a:gd name="connsiteX26" fmla="*/ 322774 w 1317776"/>
                    <a:gd name="connsiteY26" fmla="*/ 1110290 h 1382832"/>
                    <a:gd name="connsiteX27" fmla="*/ 288357 w 1317776"/>
                    <a:gd name="connsiteY27" fmla="*/ 1335588 h 1382832"/>
                    <a:gd name="connsiteX28" fmla="*/ 283023 w 1317776"/>
                    <a:gd name="connsiteY28" fmla="*/ 1371656 h 1382832"/>
                    <a:gd name="connsiteX29" fmla="*/ 259020 w 1317776"/>
                    <a:gd name="connsiteY29" fmla="*/ 1376355 h 1382832"/>
                    <a:gd name="connsiteX30" fmla="*/ 323409 w 1317776"/>
                    <a:gd name="connsiteY30" fmla="*/ 997006 h 1382832"/>
                    <a:gd name="connsiteX31" fmla="*/ 305629 w 1317776"/>
                    <a:gd name="connsiteY31" fmla="*/ 913186 h 1382832"/>
                    <a:gd name="connsiteX32" fmla="*/ 229556 w 1317776"/>
                    <a:gd name="connsiteY32" fmla="*/ 939348 h 1382832"/>
                    <a:gd name="connsiteX33" fmla="*/ 18228 w 1317776"/>
                    <a:gd name="connsiteY33" fmla="*/ 1370513 h 1382832"/>
                    <a:gd name="connsiteX34" fmla="*/ 2099 w 1317776"/>
                    <a:gd name="connsiteY34" fmla="*/ 1382832 h 1382832"/>
                    <a:gd name="connsiteX35" fmla="*/ 17212 w 1317776"/>
                    <a:gd name="connsiteY35" fmla="*/ 1286566 h 1382832"/>
                    <a:gd name="connsiteX36" fmla="*/ 107001 w 1317776"/>
                    <a:gd name="connsiteY36" fmla="*/ 1065586 h 1382832"/>
                    <a:gd name="connsiteX37" fmla="*/ 216983 w 1317776"/>
                    <a:gd name="connsiteY37" fmla="*/ 915091 h 1382832"/>
                    <a:gd name="connsiteX38" fmla="*/ 304867 w 1317776"/>
                    <a:gd name="connsiteY38" fmla="*/ 813491 h 1382832"/>
                    <a:gd name="connsiteX39" fmla="*/ 391481 w 1317776"/>
                    <a:gd name="connsiteY39" fmla="*/ 779328 h 1382832"/>
                    <a:gd name="connsiteX40" fmla="*/ 252924 w 1317776"/>
                    <a:gd name="connsiteY40" fmla="*/ 699191 h 1382832"/>
                    <a:gd name="connsiteX41" fmla="*/ 138243 w 1317776"/>
                    <a:gd name="connsiteY41" fmla="*/ 584002 h 1382832"/>
                    <a:gd name="connsiteX42" fmla="*/ 83633 w 1317776"/>
                    <a:gd name="connsiteY42" fmla="*/ 501452 h 1382832"/>
                    <a:gd name="connsiteX43" fmla="*/ 139767 w 1317776"/>
                    <a:gd name="connsiteY43" fmla="*/ 267645 h 1382832"/>
                    <a:gd name="connsiteX44" fmla="*/ 413198 w 1317776"/>
                    <a:gd name="connsiteY44" fmla="*/ 21138 h 1382832"/>
                    <a:gd name="connsiteX45" fmla="*/ 730698 w 1317776"/>
                    <a:gd name="connsiteY45" fmla="*/ 17836 h 1382832"/>
                    <a:gd name="connsiteX46" fmla="*/ 912643 w 1317776"/>
                    <a:gd name="connsiteY46" fmla="*/ 121183 h 1382832"/>
                    <a:gd name="connsiteX47" fmla="*/ 1056509 w 1317776"/>
                    <a:gd name="connsiteY47" fmla="*/ 366250 h 1382832"/>
                    <a:gd name="connsiteX48" fmla="*/ 175327 w 1317776"/>
                    <a:gd name="connsiteY48" fmla="*/ 251516 h 1382832"/>
                    <a:gd name="connsiteX49" fmla="*/ 227270 w 1317776"/>
                    <a:gd name="connsiteY49" fmla="*/ 268661 h 1382832"/>
                    <a:gd name="connsiteX50" fmla="*/ 284801 w 1317776"/>
                    <a:gd name="connsiteY50" fmla="*/ 423601 h 1382832"/>
                    <a:gd name="connsiteX51" fmla="*/ 256607 w 1317776"/>
                    <a:gd name="connsiteY51" fmla="*/ 563936 h 1382832"/>
                    <a:gd name="connsiteX52" fmla="*/ 204283 w 1317776"/>
                    <a:gd name="connsiteY52" fmla="*/ 610672 h 1382832"/>
                    <a:gd name="connsiteX53" fmla="*/ 615128 w 1317776"/>
                    <a:gd name="connsiteY53" fmla="*/ 786948 h 1382832"/>
                    <a:gd name="connsiteX54" fmla="*/ 979491 w 1317776"/>
                    <a:gd name="connsiteY54" fmla="*/ 614609 h 1382832"/>
                    <a:gd name="connsiteX55" fmla="*/ 1018353 w 1317776"/>
                    <a:gd name="connsiteY55" fmla="*/ 320604 h 1382832"/>
                    <a:gd name="connsiteX56" fmla="*/ 672151 w 1317776"/>
                    <a:gd name="connsiteY56" fmla="*/ 31679 h 1382832"/>
                    <a:gd name="connsiteX57" fmla="*/ 175327 w 1317776"/>
                    <a:gd name="connsiteY57" fmla="*/ 251516 h 1382832"/>
                    <a:gd name="connsiteX58" fmla="*/ 159833 w 1317776"/>
                    <a:gd name="connsiteY58" fmla="*/ 286822 h 1382832"/>
                    <a:gd name="connsiteX59" fmla="*/ 104588 w 1317776"/>
                    <a:gd name="connsiteY59" fmla="*/ 475036 h 1382832"/>
                    <a:gd name="connsiteX60" fmla="*/ 197679 w 1317776"/>
                    <a:gd name="connsiteY60" fmla="*/ 581081 h 1382832"/>
                    <a:gd name="connsiteX61" fmla="*/ 250892 w 1317776"/>
                    <a:gd name="connsiteY61" fmla="*/ 499293 h 1382832"/>
                    <a:gd name="connsiteX62" fmla="*/ 234636 w 1317776"/>
                    <a:gd name="connsiteY62" fmla="*/ 323525 h 1382832"/>
                    <a:gd name="connsiteX63" fmla="*/ 159833 w 1317776"/>
                    <a:gd name="connsiteY63" fmla="*/ 286822 h 1382832"/>
                    <a:gd name="connsiteX64" fmla="*/ 1041086 w 1317776"/>
                    <a:gd name="connsiteY64" fmla="*/ 554030 h 1382832"/>
                    <a:gd name="connsiteX65" fmla="*/ 1054736 w 1317776"/>
                    <a:gd name="connsiteY65" fmla="*/ 415202 h 1382832"/>
                    <a:gd name="connsiteX66" fmla="*/ 441011 w 1317776"/>
                    <a:gd name="connsiteY66" fmla="*/ 791901 h 1382832"/>
                    <a:gd name="connsiteX67" fmla="*/ 658816 w 1317776"/>
                    <a:gd name="connsiteY67" fmla="*/ 825556 h 1382832"/>
                    <a:gd name="connsiteX68" fmla="*/ 569154 w 1317776"/>
                    <a:gd name="connsiteY68" fmla="*/ 809554 h 1382832"/>
                    <a:gd name="connsiteX69" fmla="*/ 441011 w 1317776"/>
                    <a:gd name="connsiteY69" fmla="*/ 791901 h 1382832"/>
                    <a:gd name="connsiteX70" fmla="*/ 303597 w 1317776"/>
                    <a:gd name="connsiteY70" fmla="*/ 842447 h 1382832"/>
                    <a:gd name="connsiteX71" fmla="*/ 288992 w 1317776"/>
                    <a:gd name="connsiteY71" fmla="*/ 872038 h 1382832"/>
                    <a:gd name="connsiteX72" fmla="*/ 345380 w 1317776"/>
                    <a:gd name="connsiteY72" fmla="*/ 922457 h 1382832"/>
                    <a:gd name="connsiteX73" fmla="*/ 332934 w 1317776"/>
                    <a:gd name="connsiteY73" fmla="*/ 1080318 h 1382832"/>
                    <a:gd name="connsiteX74" fmla="*/ 384369 w 1317776"/>
                    <a:gd name="connsiteY74" fmla="*/ 1008817 h 1382832"/>
                    <a:gd name="connsiteX75" fmla="*/ 303597 w 1317776"/>
                    <a:gd name="connsiteY75" fmla="*/ 842447 h 1382832"/>
                    <a:gd name="connsiteX76" fmla="*/ 1154370 w 1317776"/>
                    <a:gd name="connsiteY76" fmla="*/ 961573 h 1382832"/>
                    <a:gd name="connsiteX77" fmla="*/ 1130875 w 1317776"/>
                    <a:gd name="connsiteY77" fmla="*/ 1154613 h 1382832"/>
                    <a:gd name="connsiteX78" fmla="*/ 1261431 w 1317776"/>
                    <a:gd name="connsiteY78" fmla="*/ 1210239 h 1382832"/>
                    <a:gd name="connsiteX79" fmla="*/ 1263707 w 1317776"/>
                    <a:gd name="connsiteY79" fmla="*/ 1189880 h 1382832"/>
                    <a:gd name="connsiteX80" fmla="*/ 1217870 w 1317776"/>
                    <a:gd name="connsiteY80" fmla="*/ 1063139 h 1382832"/>
                    <a:gd name="connsiteX81" fmla="*/ 1258637 w 1317776"/>
                    <a:gd name="connsiteY81" fmla="*/ 1133404 h 1382832"/>
                    <a:gd name="connsiteX82" fmla="*/ 1291934 w 1317776"/>
                    <a:gd name="connsiteY82" fmla="*/ 1144922 h 1382832"/>
                    <a:gd name="connsiteX83" fmla="*/ 1281304 w 1317776"/>
                    <a:gd name="connsiteY83" fmla="*/ 1102940 h 1382832"/>
                    <a:gd name="connsiteX84" fmla="*/ 1296229 w 1317776"/>
                    <a:gd name="connsiteY84" fmla="*/ 1079175 h 1382832"/>
                    <a:gd name="connsiteX85" fmla="*/ 1287937 w 1317776"/>
                    <a:gd name="connsiteY85" fmla="*/ 1075072 h 1382832"/>
                    <a:gd name="connsiteX86" fmla="*/ 1300439 w 1317776"/>
                    <a:gd name="connsiteY86" fmla="*/ 1049963 h 1382832"/>
                    <a:gd name="connsiteX87" fmla="*/ 1235269 w 1317776"/>
                    <a:gd name="connsiteY87" fmla="*/ 995101 h 1382832"/>
                    <a:gd name="connsiteX88" fmla="*/ 1220848 w 1317776"/>
                    <a:gd name="connsiteY88" fmla="*/ 971540 h 1382832"/>
                    <a:gd name="connsiteX89" fmla="*/ 1225009 w 1317776"/>
                    <a:gd name="connsiteY89" fmla="*/ 951785 h 1382832"/>
                    <a:gd name="connsiteX90" fmla="*/ 1154370 w 1317776"/>
                    <a:gd name="connsiteY90" fmla="*/ 961573 h 1382832"/>
                    <a:gd name="connsiteX91" fmla="*/ 857063 w 1317776"/>
                    <a:gd name="connsiteY91" fmla="*/ 928426 h 1382832"/>
                    <a:gd name="connsiteX92" fmla="*/ 878272 w 1317776"/>
                    <a:gd name="connsiteY92" fmla="*/ 1047806 h 1382832"/>
                    <a:gd name="connsiteX93" fmla="*/ 905704 w 1317776"/>
                    <a:gd name="connsiteY93" fmla="*/ 1287709 h 1382832"/>
                    <a:gd name="connsiteX94" fmla="*/ 1188660 w 1317776"/>
                    <a:gd name="connsiteY94" fmla="*/ 1221288 h 1382832"/>
                    <a:gd name="connsiteX95" fmla="*/ 1073344 w 1317776"/>
                    <a:gd name="connsiteY95" fmla="*/ 1047171 h 1382832"/>
                    <a:gd name="connsiteX96" fmla="*/ 973522 w 1317776"/>
                    <a:gd name="connsiteY96" fmla="*/ 1185093 h 1382832"/>
                    <a:gd name="connsiteX97" fmla="*/ 945201 w 1317776"/>
                    <a:gd name="connsiteY97" fmla="*/ 1234496 h 1382832"/>
                    <a:gd name="connsiteX98" fmla="*/ 974665 w 1317776"/>
                    <a:gd name="connsiteY98" fmla="*/ 1113719 h 1382832"/>
                    <a:gd name="connsiteX99" fmla="*/ 857063 w 1317776"/>
                    <a:gd name="connsiteY99" fmla="*/ 928426 h 1382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</a:cxnLst>
                  <a:rect l="l" t="t" r="r" b="b"/>
                  <a:pathLst>
                    <a:path w="1317776" h="1382832">
                      <a:moveTo>
                        <a:pt x="1100903" y="471353"/>
                      </a:moveTo>
                      <a:cubicBezTo>
                        <a:pt x="1094934" y="499547"/>
                        <a:pt x="1090108" y="528757"/>
                        <a:pt x="1075122" y="553776"/>
                      </a:cubicBezTo>
                      <a:cubicBezTo>
                        <a:pt x="1055945" y="588574"/>
                        <a:pt x="1017718" y="606227"/>
                        <a:pt x="994858" y="638104"/>
                      </a:cubicBezTo>
                      <a:cubicBezTo>
                        <a:pt x="967680" y="673791"/>
                        <a:pt x="937454" y="707446"/>
                        <a:pt x="900370" y="733100"/>
                      </a:cubicBezTo>
                      <a:cubicBezTo>
                        <a:pt x="858841" y="760405"/>
                        <a:pt x="812613" y="779709"/>
                        <a:pt x="765623" y="795330"/>
                      </a:cubicBezTo>
                      <a:cubicBezTo>
                        <a:pt x="871160" y="870006"/>
                        <a:pt x="929834" y="989894"/>
                        <a:pt x="993715" y="1098479"/>
                      </a:cubicBezTo>
                      <a:cubicBezTo>
                        <a:pt x="1031561" y="1054537"/>
                        <a:pt x="1069915" y="1010976"/>
                        <a:pt x="1109666" y="968558"/>
                      </a:cubicBezTo>
                      <a:cubicBezTo>
                        <a:pt x="1156783" y="917123"/>
                        <a:pt x="1188783" y="952075"/>
                        <a:pt x="1249616" y="920452"/>
                      </a:cubicBezTo>
                      <a:cubicBezTo>
                        <a:pt x="1286319" y="903180"/>
                        <a:pt x="1185153" y="972219"/>
                        <a:pt x="1185280" y="1016669"/>
                      </a:cubicBezTo>
                      <a:cubicBezTo>
                        <a:pt x="1182232" y="1061373"/>
                        <a:pt x="1323534" y="970971"/>
                        <a:pt x="1290260" y="991291"/>
                      </a:cubicBezTo>
                      <a:cubicBezTo>
                        <a:pt x="1367222" y="1005896"/>
                        <a:pt x="1233761" y="958466"/>
                        <a:pt x="1286974" y="1024887"/>
                      </a:cubicBezTo>
                      <a:cubicBezTo>
                        <a:pt x="1314152" y="1063495"/>
                        <a:pt x="1317059" y="1074326"/>
                        <a:pt x="1290897" y="1084613"/>
                      </a:cubicBezTo>
                      <a:cubicBezTo>
                        <a:pt x="1291659" y="1100615"/>
                        <a:pt x="1318277" y="1153704"/>
                        <a:pt x="1317769" y="1169833"/>
                      </a:cubicBezTo>
                      <a:cubicBezTo>
                        <a:pt x="1305958" y="1189518"/>
                        <a:pt x="1231478" y="1158836"/>
                        <a:pt x="1212428" y="1164551"/>
                      </a:cubicBezTo>
                      <a:cubicBezTo>
                        <a:pt x="1210904" y="1172171"/>
                        <a:pt x="1292372" y="1176687"/>
                        <a:pt x="1290721" y="1184307"/>
                      </a:cubicBezTo>
                      <a:cubicBezTo>
                        <a:pt x="1234714" y="1211739"/>
                        <a:pt x="1279719" y="1236909"/>
                        <a:pt x="1222569" y="1229162"/>
                      </a:cubicBezTo>
                      <a:cubicBezTo>
                        <a:pt x="1167578" y="1270945"/>
                        <a:pt x="1111952" y="1318951"/>
                        <a:pt x="1041340" y="1330381"/>
                      </a:cubicBezTo>
                      <a:cubicBezTo>
                        <a:pt x="996382" y="1342192"/>
                        <a:pt x="950662" y="1328857"/>
                        <a:pt x="907228" y="1317300"/>
                      </a:cubicBezTo>
                      <a:cubicBezTo>
                        <a:pt x="907863" y="1335842"/>
                        <a:pt x="908625" y="1354511"/>
                        <a:pt x="909260" y="1373180"/>
                      </a:cubicBezTo>
                      <a:lnTo>
                        <a:pt x="884622" y="1371656"/>
                      </a:lnTo>
                      <a:cubicBezTo>
                        <a:pt x="882336" y="1346764"/>
                        <a:pt x="880939" y="1321999"/>
                        <a:pt x="878780" y="1297234"/>
                      </a:cubicBezTo>
                      <a:cubicBezTo>
                        <a:pt x="867477" y="1160963"/>
                        <a:pt x="854904" y="1024184"/>
                        <a:pt x="820106" y="891596"/>
                      </a:cubicBezTo>
                      <a:cubicBezTo>
                        <a:pt x="811089" y="855020"/>
                        <a:pt x="777942" y="835335"/>
                        <a:pt x="747208" y="818825"/>
                      </a:cubicBezTo>
                      <a:cubicBezTo>
                        <a:pt x="648021" y="873562"/>
                        <a:pt x="526736" y="854893"/>
                        <a:pt x="424882" y="817174"/>
                      </a:cubicBezTo>
                      <a:cubicBezTo>
                        <a:pt x="396561" y="803966"/>
                        <a:pt x="366081" y="815523"/>
                        <a:pt x="337125" y="819333"/>
                      </a:cubicBezTo>
                      <a:cubicBezTo>
                        <a:pt x="379924" y="879785"/>
                        <a:pt x="430470" y="953572"/>
                        <a:pt x="407610" y="1031169"/>
                      </a:cubicBezTo>
                      <a:cubicBezTo>
                        <a:pt x="398085" y="1073079"/>
                        <a:pt x="358461" y="1093780"/>
                        <a:pt x="322774" y="1110290"/>
                      </a:cubicBezTo>
                      <a:cubicBezTo>
                        <a:pt x="311471" y="1185474"/>
                        <a:pt x="293945" y="1259642"/>
                        <a:pt x="288357" y="1335588"/>
                      </a:cubicBezTo>
                      <a:cubicBezTo>
                        <a:pt x="287087" y="1344605"/>
                        <a:pt x="284420" y="1362639"/>
                        <a:pt x="283023" y="1371656"/>
                      </a:cubicBezTo>
                      <a:lnTo>
                        <a:pt x="259020" y="1376355"/>
                      </a:lnTo>
                      <a:cubicBezTo>
                        <a:pt x="267021" y="1247958"/>
                        <a:pt x="295850" y="1122228"/>
                        <a:pt x="323409" y="997006"/>
                      </a:cubicBezTo>
                      <a:cubicBezTo>
                        <a:pt x="329124" y="968558"/>
                        <a:pt x="329632" y="933887"/>
                        <a:pt x="305629" y="913186"/>
                      </a:cubicBezTo>
                      <a:cubicBezTo>
                        <a:pt x="277181" y="895660"/>
                        <a:pt x="247844" y="918012"/>
                        <a:pt x="229556" y="939348"/>
                      </a:cubicBezTo>
                      <a:cubicBezTo>
                        <a:pt x="118812" y="1058728"/>
                        <a:pt x="60900" y="1215954"/>
                        <a:pt x="18228" y="1370513"/>
                      </a:cubicBezTo>
                      <a:lnTo>
                        <a:pt x="2099" y="1382832"/>
                      </a:lnTo>
                      <a:cubicBezTo>
                        <a:pt x="-5394" y="1349558"/>
                        <a:pt x="8957" y="1318062"/>
                        <a:pt x="17212" y="1286566"/>
                      </a:cubicBezTo>
                      <a:cubicBezTo>
                        <a:pt x="36516" y="1209096"/>
                        <a:pt x="70679" y="1136325"/>
                        <a:pt x="107001" y="1065586"/>
                      </a:cubicBezTo>
                      <a:cubicBezTo>
                        <a:pt x="137100" y="1010976"/>
                        <a:pt x="174184" y="960430"/>
                        <a:pt x="216983" y="915091"/>
                      </a:cubicBezTo>
                      <a:cubicBezTo>
                        <a:pt x="248352" y="882960"/>
                        <a:pt x="268545" y="840796"/>
                        <a:pt x="304867" y="813491"/>
                      </a:cubicBezTo>
                      <a:cubicBezTo>
                        <a:pt x="329886" y="793806"/>
                        <a:pt x="361763" y="787964"/>
                        <a:pt x="391481" y="779328"/>
                      </a:cubicBezTo>
                      <a:cubicBezTo>
                        <a:pt x="343475" y="756087"/>
                        <a:pt x="293564" y="734497"/>
                        <a:pt x="252924" y="699191"/>
                      </a:cubicBezTo>
                      <a:cubicBezTo>
                        <a:pt x="209236" y="665790"/>
                        <a:pt x="187392" y="610672"/>
                        <a:pt x="138243" y="584002"/>
                      </a:cubicBezTo>
                      <a:cubicBezTo>
                        <a:pt x="109033" y="565841"/>
                        <a:pt x="90491" y="534599"/>
                        <a:pt x="83633" y="501452"/>
                      </a:cubicBezTo>
                      <a:cubicBezTo>
                        <a:pt x="60900" y="421061"/>
                        <a:pt x="74616" y="324795"/>
                        <a:pt x="139767" y="267645"/>
                      </a:cubicBezTo>
                      <a:cubicBezTo>
                        <a:pt x="191075" y="151567"/>
                        <a:pt x="291278" y="58476"/>
                        <a:pt x="413198" y="21138"/>
                      </a:cubicBezTo>
                      <a:cubicBezTo>
                        <a:pt x="516830" y="-5278"/>
                        <a:pt x="626558" y="-7564"/>
                        <a:pt x="730698" y="17836"/>
                      </a:cubicBezTo>
                      <a:cubicBezTo>
                        <a:pt x="813939" y="34943"/>
                        <a:pt x="876112" y="98221"/>
                        <a:pt x="912643" y="121183"/>
                      </a:cubicBezTo>
                      <a:cubicBezTo>
                        <a:pt x="972579" y="183153"/>
                        <a:pt x="1025963" y="238339"/>
                        <a:pt x="1056509" y="366250"/>
                      </a:cubicBezTo>
                      <a:moveTo>
                        <a:pt x="175327" y="251516"/>
                      </a:moveTo>
                      <a:cubicBezTo>
                        <a:pt x="192726" y="256977"/>
                        <a:pt x="209998" y="262692"/>
                        <a:pt x="227270" y="268661"/>
                      </a:cubicBezTo>
                      <a:cubicBezTo>
                        <a:pt x="268418" y="309682"/>
                        <a:pt x="275276" y="369245"/>
                        <a:pt x="284801" y="423601"/>
                      </a:cubicBezTo>
                      <a:cubicBezTo>
                        <a:pt x="288484" y="471988"/>
                        <a:pt x="270450" y="518470"/>
                        <a:pt x="256607" y="563936"/>
                      </a:cubicBezTo>
                      <a:cubicBezTo>
                        <a:pt x="239970" y="580446"/>
                        <a:pt x="222571" y="596067"/>
                        <a:pt x="204283" y="610672"/>
                      </a:cubicBezTo>
                      <a:cubicBezTo>
                        <a:pt x="296231" y="739450"/>
                        <a:pt x="463490" y="787710"/>
                        <a:pt x="615128" y="786948"/>
                      </a:cubicBezTo>
                      <a:cubicBezTo>
                        <a:pt x="754447" y="793552"/>
                        <a:pt x="900243" y="732338"/>
                        <a:pt x="979491" y="614609"/>
                      </a:cubicBezTo>
                      <a:cubicBezTo>
                        <a:pt x="1036133" y="529773"/>
                        <a:pt x="1058231" y="416743"/>
                        <a:pt x="1018353" y="320604"/>
                      </a:cubicBezTo>
                      <a:cubicBezTo>
                        <a:pt x="969077" y="169474"/>
                        <a:pt x="828742" y="54793"/>
                        <a:pt x="672151" y="31679"/>
                      </a:cubicBezTo>
                      <a:cubicBezTo>
                        <a:pt x="483302" y="-10739"/>
                        <a:pt x="265878" y="75748"/>
                        <a:pt x="175327" y="251516"/>
                      </a:cubicBezTo>
                      <a:moveTo>
                        <a:pt x="159833" y="286822"/>
                      </a:moveTo>
                      <a:cubicBezTo>
                        <a:pt x="97349" y="324033"/>
                        <a:pt x="93285" y="410901"/>
                        <a:pt x="104588" y="475036"/>
                      </a:cubicBezTo>
                      <a:cubicBezTo>
                        <a:pt x="109414" y="523804"/>
                        <a:pt x="139767" y="587050"/>
                        <a:pt x="197679" y="581081"/>
                      </a:cubicBezTo>
                      <a:cubicBezTo>
                        <a:pt x="231715" y="568635"/>
                        <a:pt x="242129" y="530535"/>
                        <a:pt x="250892" y="499293"/>
                      </a:cubicBezTo>
                      <a:cubicBezTo>
                        <a:pt x="268926" y="441127"/>
                        <a:pt x="256353" y="378770"/>
                        <a:pt x="234636" y="323525"/>
                      </a:cubicBezTo>
                      <a:cubicBezTo>
                        <a:pt x="224095" y="294823"/>
                        <a:pt x="190059" y="268915"/>
                        <a:pt x="159833" y="286822"/>
                      </a:cubicBezTo>
                      <a:moveTo>
                        <a:pt x="1041086" y="554030"/>
                      </a:moveTo>
                      <a:cubicBezTo>
                        <a:pt x="1085663" y="495356"/>
                        <a:pt x="1087629" y="479337"/>
                        <a:pt x="1054736" y="415202"/>
                      </a:cubicBezTo>
                      <a:moveTo>
                        <a:pt x="441011" y="791901"/>
                      </a:moveTo>
                      <a:cubicBezTo>
                        <a:pt x="504003" y="832922"/>
                        <a:pt x="586553" y="833176"/>
                        <a:pt x="658816" y="825556"/>
                      </a:cubicBezTo>
                      <a:cubicBezTo>
                        <a:pt x="631384" y="810316"/>
                        <a:pt x="599507" y="811840"/>
                        <a:pt x="569154" y="809554"/>
                      </a:cubicBezTo>
                      <a:cubicBezTo>
                        <a:pt x="526101" y="806633"/>
                        <a:pt x="483937" y="796981"/>
                        <a:pt x="441011" y="791901"/>
                      </a:cubicBezTo>
                      <a:moveTo>
                        <a:pt x="303597" y="842447"/>
                      </a:moveTo>
                      <a:cubicBezTo>
                        <a:pt x="298771" y="852226"/>
                        <a:pt x="293818" y="862132"/>
                        <a:pt x="288992" y="872038"/>
                      </a:cubicBezTo>
                      <a:cubicBezTo>
                        <a:pt x="311725" y="883595"/>
                        <a:pt x="336363" y="896676"/>
                        <a:pt x="345380" y="922457"/>
                      </a:cubicBezTo>
                      <a:cubicBezTo>
                        <a:pt x="365446" y="974273"/>
                        <a:pt x="341062" y="1028629"/>
                        <a:pt x="332934" y="1080318"/>
                      </a:cubicBezTo>
                      <a:cubicBezTo>
                        <a:pt x="360620" y="1066221"/>
                        <a:pt x="386655" y="1042853"/>
                        <a:pt x="384369" y="1008817"/>
                      </a:cubicBezTo>
                      <a:cubicBezTo>
                        <a:pt x="387671" y="947349"/>
                        <a:pt x="365065" y="867593"/>
                        <a:pt x="303597" y="842447"/>
                      </a:cubicBezTo>
                      <a:moveTo>
                        <a:pt x="1154370" y="961573"/>
                      </a:moveTo>
                      <a:cubicBezTo>
                        <a:pt x="1093537" y="1003356"/>
                        <a:pt x="1079059" y="1100130"/>
                        <a:pt x="1130875" y="1154613"/>
                      </a:cubicBezTo>
                      <a:cubicBezTo>
                        <a:pt x="1164276" y="1191189"/>
                        <a:pt x="1215076" y="1200714"/>
                        <a:pt x="1261431" y="1210239"/>
                      </a:cubicBezTo>
                      <a:cubicBezTo>
                        <a:pt x="1298769" y="1216716"/>
                        <a:pt x="1225480" y="1197246"/>
                        <a:pt x="1263707" y="1189880"/>
                      </a:cubicBezTo>
                      <a:cubicBezTo>
                        <a:pt x="1267644" y="1173878"/>
                        <a:pt x="1233618" y="1066187"/>
                        <a:pt x="1217870" y="1063139"/>
                      </a:cubicBezTo>
                      <a:cubicBezTo>
                        <a:pt x="1183834" y="1045740"/>
                        <a:pt x="1272734" y="1175695"/>
                        <a:pt x="1258637" y="1133404"/>
                      </a:cubicBezTo>
                      <a:cubicBezTo>
                        <a:pt x="1322010" y="1145088"/>
                        <a:pt x="1224624" y="1156098"/>
                        <a:pt x="1291934" y="1144922"/>
                      </a:cubicBezTo>
                      <a:cubicBezTo>
                        <a:pt x="1281139" y="1125745"/>
                        <a:pt x="1308482" y="1104845"/>
                        <a:pt x="1281304" y="1102940"/>
                      </a:cubicBezTo>
                      <a:cubicBezTo>
                        <a:pt x="1245744" y="1088462"/>
                        <a:pt x="1310580" y="1123752"/>
                        <a:pt x="1296229" y="1079175"/>
                      </a:cubicBezTo>
                      <a:cubicBezTo>
                        <a:pt x="1361507" y="1082604"/>
                        <a:pt x="1222151" y="1079517"/>
                        <a:pt x="1287937" y="1075072"/>
                      </a:cubicBezTo>
                      <a:cubicBezTo>
                        <a:pt x="1288445" y="1070119"/>
                        <a:pt x="1299931" y="1054916"/>
                        <a:pt x="1300439" y="1049963"/>
                      </a:cubicBezTo>
                      <a:cubicBezTo>
                        <a:pt x="1234399" y="978081"/>
                        <a:pt x="1315279" y="1039678"/>
                        <a:pt x="1235269" y="995101"/>
                      </a:cubicBezTo>
                      <a:cubicBezTo>
                        <a:pt x="1267400" y="965129"/>
                        <a:pt x="1194813" y="1007862"/>
                        <a:pt x="1220848" y="971540"/>
                      </a:cubicBezTo>
                      <a:cubicBezTo>
                        <a:pt x="1236977" y="948426"/>
                        <a:pt x="1248250" y="939847"/>
                        <a:pt x="1225009" y="951785"/>
                      </a:cubicBezTo>
                      <a:cubicBezTo>
                        <a:pt x="1172685" y="972486"/>
                        <a:pt x="1200217" y="928807"/>
                        <a:pt x="1154370" y="961573"/>
                      </a:cubicBezTo>
                      <a:moveTo>
                        <a:pt x="857063" y="928426"/>
                      </a:moveTo>
                      <a:cubicBezTo>
                        <a:pt x="862905" y="968431"/>
                        <a:pt x="869509" y="1008309"/>
                        <a:pt x="878272" y="1047806"/>
                      </a:cubicBezTo>
                      <a:cubicBezTo>
                        <a:pt x="894655" y="1126800"/>
                        <a:pt x="890718" y="1208461"/>
                        <a:pt x="905704" y="1287709"/>
                      </a:cubicBezTo>
                      <a:cubicBezTo>
                        <a:pt x="1003113" y="1335334"/>
                        <a:pt x="1115635" y="1292789"/>
                        <a:pt x="1188660" y="1221288"/>
                      </a:cubicBezTo>
                      <a:cubicBezTo>
                        <a:pt x="1114238" y="1199063"/>
                        <a:pt x="1062930" y="1125403"/>
                        <a:pt x="1073344" y="1047171"/>
                      </a:cubicBezTo>
                      <a:cubicBezTo>
                        <a:pt x="1035625" y="1089335"/>
                        <a:pt x="991429" y="1129975"/>
                        <a:pt x="973522" y="1185093"/>
                      </a:cubicBezTo>
                      <a:cubicBezTo>
                        <a:pt x="968823" y="1204016"/>
                        <a:pt x="958917" y="1220653"/>
                        <a:pt x="945201" y="1234496"/>
                      </a:cubicBezTo>
                      <a:cubicBezTo>
                        <a:pt x="926659" y="1190300"/>
                        <a:pt x="968823" y="1153851"/>
                        <a:pt x="974665" y="1113719"/>
                      </a:cubicBezTo>
                      <a:cubicBezTo>
                        <a:pt x="938978" y="1049838"/>
                        <a:pt x="899481" y="988116"/>
                        <a:pt x="857063" y="928426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1" name="任意形状 1210">
                  <a:extLst>
                    <a:ext uri="{FF2B5EF4-FFF2-40B4-BE49-F238E27FC236}">
                      <a16:creationId xmlns:a16="http://schemas.microsoft.com/office/drawing/2014/main" id="{C675DCB2-0AE8-2C95-B8FA-5D75A2F2E9FA}"/>
                    </a:ext>
                  </a:extLst>
                </p:cNvPr>
                <p:cNvSpPr/>
                <p:nvPr/>
              </p:nvSpPr>
              <p:spPr>
                <a:xfrm>
                  <a:off x="473959" y="874495"/>
                  <a:ext cx="356515" cy="277723"/>
                </a:xfrm>
                <a:custGeom>
                  <a:avLst/>
                  <a:gdLst>
                    <a:gd name="connsiteX0" fmla="*/ 18840 w 654613"/>
                    <a:gd name="connsiteY0" fmla="*/ 154795 h 509939"/>
                    <a:gd name="connsiteX1" fmla="*/ 227374 w 654613"/>
                    <a:gd name="connsiteY1" fmla="*/ 3792 h 509939"/>
                    <a:gd name="connsiteX2" fmla="*/ 610406 w 654613"/>
                    <a:gd name="connsiteY2" fmla="*/ 90660 h 509939"/>
                    <a:gd name="connsiteX3" fmla="*/ 643299 w 654613"/>
                    <a:gd name="connsiteY3" fmla="*/ 311132 h 509939"/>
                    <a:gd name="connsiteX4" fmla="*/ 430828 w 654613"/>
                    <a:gd name="connsiteY4" fmla="*/ 499346 h 509939"/>
                    <a:gd name="connsiteX5" fmla="*/ 113455 w 654613"/>
                    <a:gd name="connsiteY5" fmla="*/ 453626 h 509939"/>
                    <a:gd name="connsiteX6" fmla="*/ 18840 w 654613"/>
                    <a:gd name="connsiteY6" fmla="*/ 154795 h 509939"/>
                    <a:gd name="connsiteX7" fmla="*/ 193592 w 654613"/>
                    <a:gd name="connsiteY7" fmla="*/ 34653 h 509939"/>
                    <a:gd name="connsiteX8" fmla="*/ 41573 w 654613"/>
                    <a:gd name="connsiteY8" fmla="*/ 331198 h 509939"/>
                    <a:gd name="connsiteX9" fmla="*/ 145332 w 654613"/>
                    <a:gd name="connsiteY9" fmla="*/ 441815 h 509939"/>
                    <a:gd name="connsiteX10" fmla="*/ 405682 w 654613"/>
                    <a:gd name="connsiteY10" fmla="*/ 479407 h 509939"/>
                    <a:gd name="connsiteX11" fmla="*/ 625773 w 654613"/>
                    <a:gd name="connsiteY11" fmla="*/ 257665 h 509939"/>
                    <a:gd name="connsiteX12" fmla="*/ 578656 w 654613"/>
                    <a:gd name="connsiteY12" fmla="*/ 97518 h 509939"/>
                    <a:gd name="connsiteX13" fmla="*/ 193592 w 654613"/>
                    <a:gd name="connsiteY13" fmla="*/ 34653 h 509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54613" h="509939">
                      <a:moveTo>
                        <a:pt x="18840" y="154795"/>
                      </a:moveTo>
                      <a:cubicBezTo>
                        <a:pt x="46526" y="65006"/>
                        <a:pt x="136950" y="10142"/>
                        <a:pt x="227374" y="3792"/>
                      </a:cubicBezTo>
                      <a:cubicBezTo>
                        <a:pt x="358565" y="-5479"/>
                        <a:pt x="507790" y="-4844"/>
                        <a:pt x="610406" y="90660"/>
                      </a:cubicBezTo>
                      <a:cubicBezTo>
                        <a:pt x="659936" y="151874"/>
                        <a:pt x="662984" y="237853"/>
                        <a:pt x="643299" y="311132"/>
                      </a:cubicBezTo>
                      <a:cubicBezTo>
                        <a:pt x="613073" y="406636"/>
                        <a:pt x="527094" y="477121"/>
                        <a:pt x="430828" y="499346"/>
                      </a:cubicBezTo>
                      <a:cubicBezTo>
                        <a:pt x="324148" y="522460"/>
                        <a:pt x="208832" y="507982"/>
                        <a:pt x="113455" y="453626"/>
                      </a:cubicBezTo>
                      <a:cubicBezTo>
                        <a:pt x="12236" y="396222"/>
                        <a:pt x="-26626" y="259697"/>
                        <a:pt x="18840" y="154795"/>
                      </a:cubicBezTo>
                      <a:moveTo>
                        <a:pt x="193592" y="34653"/>
                      </a:moveTo>
                      <a:cubicBezTo>
                        <a:pt x="63417" y="54846"/>
                        <a:pt x="-10370" y="214739"/>
                        <a:pt x="41573" y="331198"/>
                      </a:cubicBezTo>
                      <a:cubicBezTo>
                        <a:pt x="58210" y="381109"/>
                        <a:pt x="98977" y="418828"/>
                        <a:pt x="145332" y="441815"/>
                      </a:cubicBezTo>
                      <a:cubicBezTo>
                        <a:pt x="224580" y="484106"/>
                        <a:pt x="317925" y="490202"/>
                        <a:pt x="405682" y="479407"/>
                      </a:cubicBezTo>
                      <a:cubicBezTo>
                        <a:pt x="515029" y="462516"/>
                        <a:pt x="619169" y="372473"/>
                        <a:pt x="625773" y="257665"/>
                      </a:cubicBezTo>
                      <a:cubicBezTo>
                        <a:pt x="630599" y="201531"/>
                        <a:pt x="628694" y="133967"/>
                        <a:pt x="578656" y="97518"/>
                      </a:cubicBezTo>
                      <a:cubicBezTo>
                        <a:pt x="471087" y="10904"/>
                        <a:pt x="322497" y="20683"/>
                        <a:pt x="193592" y="34653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2" name="任意形状 1211">
                  <a:extLst>
                    <a:ext uri="{FF2B5EF4-FFF2-40B4-BE49-F238E27FC236}">
                      <a16:creationId xmlns:a16="http://schemas.microsoft.com/office/drawing/2014/main" id="{03714EAA-2FF5-A02F-AED9-01AB3D26E19C}"/>
                    </a:ext>
                  </a:extLst>
                </p:cNvPr>
                <p:cNvSpPr/>
                <p:nvPr/>
              </p:nvSpPr>
              <p:spPr>
                <a:xfrm>
                  <a:off x="585914" y="1244790"/>
                  <a:ext cx="93860" cy="98275"/>
                </a:xfrm>
                <a:custGeom>
                  <a:avLst/>
                  <a:gdLst>
                    <a:gd name="connsiteX0" fmla="*/ 52670 w 172341"/>
                    <a:gd name="connsiteY0" fmla="*/ 5741 h 180447"/>
                    <a:gd name="connsiteX1" fmla="*/ 171542 w 172341"/>
                    <a:gd name="connsiteY1" fmla="*/ 86259 h 180447"/>
                    <a:gd name="connsiteX2" fmla="*/ 42891 w 172341"/>
                    <a:gd name="connsiteY2" fmla="*/ 166904 h 180447"/>
                    <a:gd name="connsiteX3" fmla="*/ 52670 w 172341"/>
                    <a:gd name="connsiteY3" fmla="*/ 5741 h 180447"/>
                    <a:gd name="connsiteX4" fmla="*/ 64989 w 172341"/>
                    <a:gd name="connsiteY4" fmla="*/ 29490 h 180447"/>
                    <a:gd name="connsiteX5" fmla="*/ 53178 w 172341"/>
                    <a:gd name="connsiteY5" fmla="*/ 142774 h 180447"/>
                    <a:gd name="connsiteX6" fmla="*/ 145380 w 172341"/>
                    <a:gd name="connsiteY6" fmla="*/ 86513 h 180447"/>
                    <a:gd name="connsiteX7" fmla="*/ 64989 w 172341"/>
                    <a:gd name="connsiteY7" fmla="*/ 29490 h 18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72341" h="180447">
                      <a:moveTo>
                        <a:pt x="52670" y="5741"/>
                      </a:moveTo>
                      <a:cubicBezTo>
                        <a:pt x="107280" y="-15595"/>
                        <a:pt x="175859" y="25045"/>
                        <a:pt x="171542" y="86259"/>
                      </a:cubicBezTo>
                      <a:cubicBezTo>
                        <a:pt x="181448" y="151791"/>
                        <a:pt x="97120" y="206909"/>
                        <a:pt x="42891" y="166904"/>
                      </a:cubicBezTo>
                      <a:cubicBezTo>
                        <a:pt x="-16926" y="132614"/>
                        <a:pt x="-14640" y="29236"/>
                        <a:pt x="52670" y="5741"/>
                      </a:cubicBezTo>
                      <a:moveTo>
                        <a:pt x="64989" y="29490"/>
                      </a:moveTo>
                      <a:cubicBezTo>
                        <a:pt x="18125" y="45111"/>
                        <a:pt x="11649" y="117374"/>
                        <a:pt x="53178" y="142774"/>
                      </a:cubicBezTo>
                      <a:cubicBezTo>
                        <a:pt x="92548" y="175159"/>
                        <a:pt x="153126" y="134646"/>
                        <a:pt x="145380" y="86513"/>
                      </a:cubicBezTo>
                      <a:cubicBezTo>
                        <a:pt x="148300" y="45619"/>
                        <a:pt x="102200" y="15266"/>
                        <a:pt x="64989" y="29490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3" name="任意形状 1212">
                  <a:extLst>
                    <a:ext uri="{FF2B5EF4-FFF2-40B4-BE49-F238E27FC236}">
                      <a16:creationId xmlns:a16="http://schemas.microsoft.com/office/drawing/2014/main" id="{9C654A5B-7394-02AB-9435-05400D85DBCF}"/>
                    </a:ext>
                  </a:extLst>
                </p:cNvPr>
                <p:cNvSpPr/>
                <p:nvPr/>
              </p:nvSpPr>
              <p:spPr>
                <a:xfrm>
                  <a:off x="371893" y="767908"/>
                  <a:ext cx="270579" cy="134866"/>
                </a:xfrm>
                <a:custGeom>
                  <a:avLst/>
                  <a:gdLst>
                    <a:gd name="connsiteX0" fmla="*/ 0 w 496823"/>
                    <a:gd name="connsiteY0" fmla="*/ 230489 h 247634"/>
                    <a:gd name="connsiteX1" fmla="*/ 496824 w 496823"/>
                    <a:gd name="connsiteY1" fmla="*/ 10652 h 247634"/>
                    <a:gd name="connsiteX2" fmla="*/ 51943 w 496823"/>
                    <a:gd name="connsiteY2" fmla="*/ 247634 h 247634"/>
                    <a:gd name="connsiteX3" fmla="*/ 0 w 496823"/>
                    <a:gd name="connsiteY3" fmla="*/ 230489 h 247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6823" h="247634">
                      <a:moveTo>
                        <a:pt x="0" y="230489"/>
                      </a:moveTo>
                      <a:cubicBezTo>
                        <a:pt x="90551" y="54721"/>
                        <a:pt x="307975" y="-31766"/>
                        <a:pt x="496824" y="10652"/>
                      </a:cubicBezTo>
                      <a:cubicBezTo>
                        <a:pt x="331724" y="45577"/>
                        <a:pt x="157734" y="108823"/>
                        <a:pt x="51943" y="247634"/>
                      </a:cubicBezTo>
                      <a:cubicBezTo>
                        <a:pt x="34671" y="241665"/>
                        <a:pt x="17399" y="235950"/>
                        <a:pt x="0" y="230489"/>
                      </a:cubicBezTo>
                      <a:close/>
                    </a:path>
                  </a:pathLst>
                </a:custGeom>
                <a:solidFill>
                  <a:srgbClr val="FEFEFE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4" name="任意形状 1213">
                  <a:extLst>
                    <a:ext uri="{FF2B5EF4-FFF2-40B4-BE49-F238E27FC236}">
                      <a16:creationId xmlns:a16="http://schemas.microsoft.com/office/drawing/2014/main" id="{FFBE9CB5-1D54-A203-F4B7-159C633F9A8C}"/>
                    </a:ext>
                  </a:extLst>
                </p:cNvPr>
                <p:cNvSpPr/>
                <p:nvPr/>
              </p:nvSpPr>
              <p:spPr>
                <a:xfrm>
                  <a:off x="400183" y="773709"/>
                  <a:ext cx="430839" cy="350625"/>
                </a:xfrm>
                <a:custGeom>
                  <a:avLst/>
                  <a:gdLst>
                    <a:gd name="connsiteX0" fmla="*/ 444881 w 791083"/>
                    <a:gd name="connsiteY0" fmla="*/ 0 h 643798"/>
                    <a:gd name="connsiteX1" fmla="*/ 791083 w 791083"/>
                    <a:gd name="connsiteY1" fmla="*/ 288925 h 643798"/>
                    <a:gd name="connsiteX2" fmla="*/ 745871 w 791083"/>
                    <a:gd name="connsiteY2" fmla="*/ 275717 h 643798"/>
                    <a:gd name="connsiteX3" fmla="*/ 362839 w 791083"/>
                    <a:gd name="connsiteY3" fmla="*/ 188849 h 643798"/>
                    <a:gd name="connsiteX4" fmla="*/ 154305 w 791083"/>
                    <a:gd name="connsiteY4" fmla="*/ 339852 h 643798"/>
                    <a:gd name="connsiteX5" fmla="*/ 248920 w 791083"/>
                    <a:gd name="connsiteY5" fmla="*/ 638683 h 643798"/>
                    <a:gd name="connsiteX6" fmla="*/ 189611 w 791083"/>
                    <a:gd name="connsiteY6" fmla="*/ 639445 h 643798"/>
                    <a:gd name="connsiteX7" fmla="*/ 29337 w 791083"/>
                    <a:gd name="connsiteY7" fmla="*/ 532257 h 643798"/>
                    <a:gd name="connsiteX8" fmla="*/ 57531 w 791083"/>
                    <a:gd name="connsiteY8" fmla="*/ 391922 h 643798"/>
                    <a:gd name="connsiteX9" fmla="*/ 0 w 791083"/>
                    <a:gd name="connsiteY9" fmla="*/ 236982 h 643798"/>
                    <a:gd name="connsiteX10" fmla="*/ 444881 w 791083"/>
                    <a:gd name="connsiteY10" fmla="*/ 0 h 643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91083" h="643798">
                      <a:moveTo>
                        <a:pt x="444881" y="0"/>
                      </a:moveTo>
                      <a:cubicBezTo>
                        <a:pt x="601472" y="23114"/>
                        <a:pt x="741807" y="137795"/>
                        <a:pt x="791083" y="288925"/>
                      </a:cubicBezTo>
                      <a:cubicBezTo>
                        <a:pt x="775843" y="284734"/>
                        <a:pt x="760857" y="280289"/>
                        <a:pt x="745871" y="275717"/>
                      </a:cubicBezTo>
                      <a:cubicBezTo>
                        <a:pt x="643255" y="180213"/>
                        <a:pt x="494030" y="179578"/>
                        <a:pt x="362839" y="188849"/>
                      </a:cubicBezTo>
                      <a:cubicBezTo>
                        <a:pt x="272415" y="195199"/>
                        <a:pt x="181991" y="250063"/>
                        <a:pt x="154305" y="339852"/>
                      </a:cubicBezTo>
                      <a:cubicBezTo>
                        <a:pt x="108839" y="444754"/>
                        <a:pt x="147701" y="581279"/>
                        <a:pt x="248920" y="638683"/>
                      </a:cubicBezTo>
                      <a:cubicBezTo>
                        <a:pt x="229489" y="640588"/>
                        <a:pt x="208534" y="648716"/>
                        <a:pt x="189611" y="639445"/>
                      </a:cubicBezTo>
                      <a:cubicBezTo>
                        <a:pt x="130556" y="613156"/>
                        <a:pt x="81026" y="570230"/>
                        <a:pt x="29337" y="532257"/>
                      </a:cubicBezTo>
                      <a:cubicBezTo>
                        <a:pt x="43180" y="486791"/>
                        <a:pt x="61214" y="440309"/>
                        <a:pt x="57531" y="391922"/>
                      </a:cubicBezTo>
                      <a:cubicBezTo>
                        <a:pt x="48006" y="337566"/>
                        <a:pt x="41148" y="278003"/>
                        <a:pt x="0" y="236982"/>
                      </a:cubicBezTo>
                      <a:cubicBezTo>
                        <a:pt x="105791" y="98171"/>
                        <a:pt x="279781" y="34925"/>
                        <a:pt x="444881" y="0"/>
                      </a:cubicBezTo>
                      <a:close/>
                    </a:path>
                  </a:pathLst>
                </a:custGeom>
                <a:solidFill>
                  <a:srgbClr val="EEEEFC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5" name="任意形状 1214">
                  <a:extLst>
                    <a:ext uri="{FF2B5EF4-FFF2-40B4-BE49-F238E27FC236}">
                      <a16:creationId xmlns:a16="http://schemas.microsoft.com/office/drawing/2014/main" id="{2284FF04-060F-78DD-34F8-3F5FEA0D3DA5}"/>
                    </a:ext>
                  </a:extLst>
                </p:cNvPr>
                <p:cNvSpPr/>
                <p:nvPr/>
              </p:nvSpPr>
              <p:spPr>
                <a:xfrm>
                  <a:off x="487470" y="888370"/>
                  <a:ext cx="328259" cy="249763"/>
                </a:xfrm>
                <a:custGeom>
                  <a:avLst/>
                  <a:gdLst>
                    <a:gd name="connsiteX0" fmla="*/ 168784 w 602732"/>
                    <a:gd name="connsiteY0" fmla="*/ 9177 h 458602"/>
                    <a:gd name="connsiteX1" fmla="*/ 553848 w 602732"/>
                    <a:gd name="connsiteY1" fmla="*/ 72041 h 458602"/>
                    <a:gd name="connsiteX2" fmla="*/ 600965 w 602732"/>
                    <a:gd name="connsiteY2" fmla="*/ 232189 h 458602"/>
                    <a:gd name="connsiteX3" fmla="*/ 380874 w 602732"/>
                    <a:gd name="connsiteY3" fmla="*/ 453930 h 458602"/>
                    <a:gd name="connsiteX4" fmla="*/ 120524 w 602732"/>
                    <a:gd name="connsiteY4" fmla="*/ 416339 h 458602"/>
                    <a:gd name="connsiteX5" fmla="*/ 16765 w 602732"/>
                    <a:gd name="connsiteY5" fmla="*/ 305722 h 458602"/>
                    <a:gd name="connsiteX6" fmla="*/ 168784 w 602732"/>
                    <a:gd name="connsiteY6" fmla="*/ 9177 h 458602"/>
                    <a:gd name="connsiteX7" fmla="*/ 151131 w 602732"/>
                    <a:gd name="connsiteY7" fmla="*/ 206154 h 458602"/>
                    <a:gd name="connsiteX8" fmla="*/ 241047 w 602732"/>
                    <a:gd name="connsiteY8" fmla="*/ 358808 h 458602"/>
                    <a:gd name="connsiteX9" fmla="*/ 353823 w 602732"/>
                    <a:gd name="connsiteY9" fmla="*/ 383319 h 458602"/>
                    <a:gd name="connsiteX10" fmla="*/ 493777 w 602732"/>
                    <a:gd name="connsiteY10" fmla="*/ 181389 h 458602"/>
                    <a:gd name="connsiteX11" fmla="*/ 432309 w 602732"/>
                    <a:gd name="connsiteY11" fmla="*/ 129827 h 458602"/>
                    <a:gd name="connsiteX12" fmla="*/ 385319 w 602732"/>
                    <a:gd name="connsiteY12" fmla="*/ 208058 h 458602"/>
                    <a:gd name="connsiteX13" fmla="*/ 325121 w 602732"/>
                    <a:gd name="connsiteY13" fmla="*/ 338742 h 458602"/>
                    <a:gd name="connsiteX14" fmla="*/ 255271 w 602732"/>
                    <a:gd name="connsiteY14" fmla="*/ 168308 h 458602"/>
                    <a:gd name="connsiteX15" fmla="*/ 213107 w 602732"/>
                    <a:gd name="connsiteY15" fmla="*/ 122588 h 458602"/>
                    <a:gd name="connsiteX16" fmla="*/ 151131 w 602732"/>
                    <a:gd name="connsiteY16" fmla="*/ 206154 h 458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602732" h="458602">
                      <a:moveTo>
                        <a:pt x="168784" y="9177"/>
                      </a:moveTo>
                      <a:cubicBezTo>
                        <a:pt x="297689" y="-4793"/>
                        <a:pt x="446279" y="-14573"/>
                        <a:pt x="553848" y="72041"/>
                      </a:cubicBezTo>
                      <a:cubicBezTo>
                        <a:pt x="603886" y="108491"/>
                        <a:pt x="605791" y="176055"/>
                        <a:pt x="600965" y="232189"/>
                      </a:cubicBezTo>
                      <a:cubicBezTo>
                        <a:pt x="594361" y="346997"/>
                        <a:pt x="490221" y="437039"/>
                        <a:pt x="380874" y="453930"/>
                      </a:cubicBezTo>
                      <a:cubicBezTo>
                        <a:pt x="293117" y="464726"/>
                        <a:pt x="199772" y="458629"/>
                        <a:pt x="120524" y="416339"/>
                      </a:cubicBezTo>
                      <a:cubicBezTo>
                        <a:pt x="74169" y="393352"/>
                        <a:pt x="33402" y="355633"/>
                        <a:pt x="16765" y="305722"/>
                      </a:cubicBezTo>
                      <a:cubicBezTo>
                        <a:pt x="-35178" y="189263"/>
                        <a:pt x="38609" y="29369"/>
                        <a:pt x="168784" y="9177"/>
                      </a:cubicBezTo>
                      <a:moveTo>
                        <a:pt x="151131" y="206154"/>
                      </a:moveTo>
                      <a:cubicBezTo>
                        <a:pt x="140590" y="272067"/>
                        <a:pt x="192660" y="323375"/>
                        <a:pt x="241047" y="358808"/>
                      </a:cubicBezTo>
                      <a:cubicBezTo>
                        <a:pt x="272162" y="382557"/>
                        <a:pt x="315723" y="407449"/>
                        <a:pt x="353823" y="383319"/>
                      </a:cubicBezTo>
                      <a:cubicBezTo>
                        <a:pt x="425451" y="339758"/>
                        <a:pt x="480696" y="264955"/>
                        <a:pt x="493777" y="181389"/>
                      </a:cubicBezTo>
                      <a:cubicBezTo>
                        <a:pt x="492888" y="153449"/>
                        <a:pt x="462789" y="115730"/>
                        <a:pt x="432309" y="129827"/>
                      </a:cubicBezTo>
                      <a:cubicBezTo>
                        <a:pt x="407290" y="148750"/>
                        <a:pt x="394971" y="179230"/>
                        <a:pt x="385319" y="208058"/>
                      </a:cubicBezTo>
                      <a:cubicBezTo>
                        <a:pt x="371730" y="254286"/>
                        <a:pt x="350013" y="297594"/>
                        <a:pt x="325121" y="338742"/>
                      </a:cubicBezTo>
                      <a:cubicBezTo>
                        <a:pt x="276861" y="295054"/>
                        <a:pt x="271781" y="227108"/>
                        <a:pt x="255271" y="168308"/>
                      </a:cubicBezTo>
                      <a:cubicBezTo>
                        <a:pt x="245873" y="150655"/>
                        <a:pt x="238126" y="120683"/>
                        <a:pt x="213107" y="122588"/>
                      </a:cubicBezTo>
                      <a:cubicBezTo>
                        <a:pt x="172340" y="124747"/>
                        <a:pt x="155449" y="171864"/>
                        <a:pt x="151131" y="206154"/>
                      </a:cubicBezTo>
                      <a:close/>
                    </a:path>
                  </a:pathLst>
                </a:custGeom>
                <a:solidFill>
                  <a:srgbClr val="0E1D3A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6" name="任意形状 1215">
                  <a:extLst>
                    <a:ext uri="{FF2B5EF4-FFF2-40B4-BE49-F238E27FC236}">
                      <a16:creationId xmlns:a16="http://schemas.microsoft.com/office/drawing/2014/main" id="{19D410D7-EB17-FB11-C0F3-90EF114E39DE}"/>
                    </a:ext>
                  </a:extLst>
                </p:cNvPr>
                <p:cNvSpPr/>
                <p:nvPr/>
              </p:nvSpPr>
              <p:spPr>
                <a:xfrm>
                  <a:off x="330673" y="909451"/>
                  <a:ext cx="87073" cy="163687"/>
                </a:xfrm>
                <a:custGeom>
                  <a:avLst/>
                  <a:gdLst>
                    <a:gd name="connsiteX0" fmla="*/ 60193 w 159878"/>
                    <a:gd name="connsiteY0" fmla="*/ 5902 h 300553"/>
                    <a:gd name="connsiteX1" fmla="*/ 134996 w 159878"/>
                    <a:gd name="connsiteY1" fmla="*/ 42605 h 300553"/>
                    <a:gd name="connsiteX2" fmla="*/ 151252 w 159878"/>
                    <a:gd name="connsiteY2" fmla="*/ 218373 h 300553"/>
                    <a:gd name="connsiteX3" fmla="*/ 98039 w 159878"/>
                    <a:gd name="connsiteY3" fmla="*/ 300161 h 300553"/>
                    <a:gd name="connsiteX4" fmla="*/ 4948 w 159878"/>
                    <a:gd name="connsiteY4" fmla="*/ 194116 h 300553"/>
                    <a:gd name="connsiteX5" fmla="*/ 60193 w 159878"/>
                    <a:gd name="connsiteY5" fmla="*/ 5902 h 300553"/>
                    <a:gd name="connsiteX6" fmla="*/ 47874 w 159878"/>
                    <a:gd name="connsiteY6" fmla="*/ 56194 h 300553"/>
                    <a:gd name="connsiteX7" fmla="*/ 23363 w 159878"/>
                    <a:gd name="connsiteY7" fmla="*/ 195640 h 300553"/>
                    <a:gd name="connsiteX8" fmla="*/ 71115 w 159878"/>
                    <a:gd name="connsiteY8" fmla="*/ 244789 h 300553"/>
                    <a:gd name="connsiteX9" fmla="*/ 71115 w 159878"/>
                    <a:gd name="connsiteY9" fmla="*/ 54797 h 300553"/>
                    <a:gd name="connsiteX10" fmla="*/ 47874 w 159878"/>
                    <a:gd name="connsiteY10" fmla="*/ 56194 h 3005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59878" h="300553">
                      <a:moveTo>
                        <a:pt x="60193" y="5902"/>
                      </a:moveTo>
                      <a:cubicBezTo>
                        <a:pt x="90419" y="-12005"/>
                        <a:pt x="124455" y="13903"/>
                        <a:pt x="134996" y="42605"/>
                      </a:cubicBezTo>
                      <a:cubicBezTo>
                        <a:pt x="156713" y="97850"/>
                        <a:pt x="169286" y="160207"/>
                        <a:pt x="151252" y="218373"/>
                      </a:cubicBezTo>
                      <a:cubicBezTo>
                        <a:pt x="142489" y="249615"/>
                        <a:pt x="132075" y="287715"/>
                        <a:pt x="98039" y="300161"/>
                      </a:cubicBezTo>
                      <a:cubicBezTo>
                        <a:pt x="40127" y="306130"/>
                        <a:pt x="9774" y="242884"/>
                        <a:pt x="4948" y="194116"/>
                      </a:cubicBezTo>
                      <a:cubicBezTo>
                        <a:pt x="-6355" y="129981"/>
                        <a:pt x="-2291" y="43113"/>
                        <a:pt x="60193" y="5902"/>
                      </a:cubicBezTo>
                      <a:moveTo>
                        <a:pt x="47874" y="56194"/>
                      </a:moveTo>
                      <a:cubicBezTo>
                        <a:pt x="16759" y="94802"/>
                        <a:pt x="15362" y="148777"/>
                        <a:pt x="23363" y="195640"/>
                      </a:cubicBezTo>
                      <a:cubicBezTo>
                        <a:pt x="28062" y="219389"/>
                        <a:pt x="39873" y="254187"/>
                        <a:pt x="71115" y="244789"/>
                      </a:cubicBezTo>
                      <a:cubicBezTo>
                        <a:pt x="110993" y="189417"/>
                        <a:pt x="101849" y="112328"/>
                        <a:pt x="71115" y="54797"/>
                      </a:cubicBezTo>
                      <a:cubicBezTo>
                        <a:pt x="65273" y="55178"/>
                        <a:pt x="53716" y="55813"/>
                        <a:pt x="47874" y="56194"/>
                      </a:cubicBezTo>
                      <a:close/>
                    </a:path>
                  </a:pathLst>
                </a:custGeom>
                <a:solidFill>
                  <a:srgbClr val="9B9CD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7" name="任意形状 1216">
                  <a:extLst>
                    <a:ext uri="{FF2B5EF4-FFF2-40B4-BE49-F238E27FC236}">
                      <a16:creationId xmlns:a16="http://schemas.microsoft.com/office/drawing/2014/main" id="{84C21C01-78D7-91F0-A6CE-94D83E631C23}"/>
                    </a:ext>
                  </a:extLst>
                </p:cNvPr>
                <p:cNvSpPr/>
                <p:nvPr/>
              </p:nvSpPr>
              <p:spPr>
                <a:xfrm>
                  <a:off x="387663" y="923870"/>
                  <a:ext cx="454399" cy="261436"/>
                </a:xfrm>
                <a:custGeom>
                  <a:avLst/>
                  <a:gdLst>
                    <a:gd name="connsiteX0" fmla="*/ 768858 w 834342"/>
                    <a:gd name="connsiteY0" fmla="*/ 0 h 480035"/>
                    <a:gd name="connsiteX1" fmla="*/ 814070 w 834342"/>
                    <a:gd name="connsiteY1" fmla="*/ 13208 h 480035"/>
                    <a:gd name="connsiteX2" fmla="*/ 775208 w 834342"/>
                    <a:gd name="connsiteY2" fmla="*/ 307213 h 480035"/>
                    <a:gd name="connsiteX3" fmla="*/ 410845 w 834342"/>
                    <a:gd name="connsiteY3" fmla="*/ 479552 h 480035"/>
                    <a:gd name="connsiteX4" fmla="*/ 0 w 834342"/>
                    <a:gd name="connsiteY4" fmla="*/ 303276 h 480035"/>
                    <a:gd name="connsiteX5" fmla="*/ 52324 w 834342"/>
                    <a:gd name="connsiteY5" fmla="*/ 256540 h 480035"/>
                    <a:gd name="connsiteX6" fmla="*/ 212598 w 834342"/>
                    <a:gd name="connsiteY6" fmla="*/ 363728 h 480035"/>
                    <a:gd name="connsiteX7" fmla="*/ 271907 w 834342"/>
                    <a:gd name="connsiteY7" fmla="*/ 362966 h 480035"/>
                    <a:gd name="connsiteX8" fmla="*/ 589280 w 834342"/>
                    <a:gd name="connsiteY8" fmla="*/ 408686 h 480035"/>
                    <a:gd name="connsiteX9" fmla="*/ 801751 w 834342"/>
                    <a:gd name="connsiteY9" fmla="*/ 220472 h 480035"/>
                    <a:gd name="connsiteX10" fmla="*/ 768858 w 834342"/>
                    <a:gd name="connsiteY10" fmla="*/ 0 h 480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34342" h="480035">
                      <a:moveTo>
                        <a:pt x="768858" y="0"/>
                      </a:moveTo>
                      <a:cubicBezTo>
                        <a:pt x="783844" y="4572"/>
                        <a:pt x="798830" y="9017"/>
                        <a:pt x="814070" y="13208"/>
                      </a:cubicBezTo>
                      <a:cubicBezTo>
                        <a:pt x="853948" y="109347"/>
                        <a:pt x="831850" y="222377"/>
                        <a:pt x="775208" y="307213"/>
                      </a:cubicBezTo>
                      <a:cubicBezTo>
                        <a:pt x="695960" y="424942"/>
                        <a:pt x="550164" y="486156"/>
                        <a:pt x="410845" y="479552"/>
                      </a:cubicBezTo>
                      <a:cubicBezTo>
                        <a:pt x="259207" y="480314"/>
                        <a:pt x="91948" y="432054"/>
                        <a:pt x="0" y="303276"/>
                      </a:cubicBezTo>
                      <a:cubicBezTo>
                        <a:pt x="18288" y="288671"/>
                        <a:pt x="35687" y="273050"/>
                        <a:pt x="52324" y="256540"/>
                      </a:cubicBezTo>
                      <a:cubicBezTo>
                        <a:pt x="104013" y="294513"/>
                        <a:pt x="153543" y="337439"/>
                        <a:pt x="212598" y="363728"/>
                      </a:cubicBezTo>
                      <a:cubicBezTo>
                        <a:pt x="231521" y="372999"/>
                        <a:pt x="252476" y="364871"/>
                        <a:pt x="271907" y="362966"/>
                      </a:cubicBezTo>
                      <a:cubicBezTo>
                        <a:pt x="367284" y="417322"/>
                        <a:pt x="482600" y="431800"/>
                        <a:pt x="589280" y="408686"/>
                      </a:cubicBezTo>
                      <a:cubicBezTo>
                        <a:pt x="685546" y="386461"/>
                        <a:pt x="771525" y="315976"/>
                        <a:pt x="801751" y="220472"/>
                      </a:cubicBezTo>
                      <a:cubicBezTo>
                        <a:pt x="821436" y="147193"/>
                        <a:pt x="818388" y="61214"/>
                        <a:pt x="768858" y="0"/>
                      </a:cubicBezTo>
                      <a:close/>
                    </a:path>
                  </a:pathLst>
                </a:custGeom>
                <a:solidFill>
                  <a:srgbClr val="BEC4F4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8" name="任意形状 1217">
                  <a:extLst>
                    <a:ext uri="{FF2B5EF4-FFF2-40B4-BE49-F238E27FC236}">
                      <a16:creationId xmlns:a16="http://schemas.microsoft.com/office/drawing/2014/main" id="{3B684835-E37D-56B5-FAC5-0870694AA6F7}"/>
                    </a:ext>
                  </a:extLst>
                </p:cNvPr>
                <p:cNvSpPr/>
                <p:nvPr/>
              </p:nvSpPr>
              <p:spPr>
                <a:xfrm>
                  <a:off x="569031" y="955087"/>
                  <a:ext cx="187359" cy="147410"/>
                </a:xfrm>
                <a:custGeom>
                  <a:avLst/>
                  <a:gdLst>
                    <a:gd name="connsiteX0" fmla="*/ 1373 w 344019"/>
                    <a:gd name="connsiteY0" fmla="*/ 83653 h 270666"/>
                    <a:gd name="connsiteX1" fmla="*/ 63349 w 344019"/>
                    <a:gd name="connsiteY1" fmla="*/ 87 h 270666"/>
                    <a:gd name="connsiteX2" fmla="*/ 105513 w 344019"/>
                    <a:gd name="connsiteY2" fmla="*/ 45807 h 270666"/>
                    <a:gd name="connsiteX3" fmla="*/ 175363 w 344019"/>
                    <a:gd name="connsiteY3" fmla="*/ 216241 h 270666"/>
                    <a:gd name="connsiteX4" fmla="*/ 235561 w 344019"/>
                    <a:gd name="connsiteY4" fmla="*/ 85558 h 270666"/>
                    <a:gd name="connsiteX5" fmla="*/ 282551 w 344019"/>
                    <a:gd name="connsiteY5" fmla="*/ 7326 h 270666"/>
                    <a:gd name="connsiteX6" fmla="*/ 344019 w 344019"/>
                    <a:gd name="connsiteY6" fmla="*/ 58888 h 270666"/>
                    <a:gd name="connsiteX7" fmla="*/ 204065 w 344019"/>
                    <a:gd name="connsiteY7" fmla="*/ 260818 h 270666"/>
                    <a:gd name="connsiteX8" fmla="*/ 91289 w 344019"/>
                    <a:gd name="connsiteY8" fmla="*/ 236307 h 270666"/>
                    <a:gd name="connsiteX9" fmla="*/ 1373 w 344019"/>
                    <a:gd name="connsiteY9" fmla="*/ 83653 h 2706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4019" h="270666">
                      <a:moveTo>
                        <a:pt x="1373" y="83653"/>
                      </a:moveTo>
                      <a:cubicBezTo>
                        <a:pt x="5691" y="49363"/>
                        <a:pt x="22582" y="2246"/>
                        <a:pt x="63349" y="87"/>
                      </a:cubicBezTo>
                      <a:cubicBezTo>
                        <a:pt x="88368" y="-1818"/>
                        <a:pt x="96115" y="28154"/>
                        <a:pt x="105513" y="45807"/>
                      </a:cubicBezTo>
                      <a:cubicBezTo>
                        <a:pt x="122023" y="104608"/>
                        <a:pt x="127103" y="172553"/>
                        <a:pt x="175363" y="216241"/>
                      </a:cubicBezTo>
                      <a:cubicBezTo>
                        <a:pt x="200255" y="175093"/>
                        <a:pt x="221972" y="131786"/>
                        <a:pt x="235561" y="85558"/>
                      </a:cubicBezTo>
                      <a:cubicBezTo>
                        <a:pt x="245213" y="56729"/>
                        <a:pt x="257532" y="26249"/>
                        <a:pt x="282551" y="7326"/>
                      </a:cubicBezTo>
                      <a:cubicBezTo>
                        <a:pt x="313031" y="-6771"/>
                        <a:pt x="343130" y="30948"/>
                        <a:pt x="344019" y="58888"/>
                      </a:cubicBezTo>
                      <a:cubicBezTo>
                        <a:pt x="330938" y="142454"/>
                        <a:pt x="275693" y="217257"/>
                        <a:pt x="204065" y="260818"/>
                      </a:cubicBezTo>
                      <a:cubicBezTo>
                        <a:pt x="165965" y="284948"/>
                        <a:pt x="122404" y="260056"/>
                        <a:pt x="91289" y="236307"/>
                      </a:cubicBezTo>
                      <a:cubicBezTo>
                        <a:pt x="42902" y="200874"/>
                        <a:pt x="-9168" y="149566"/>
                        <a:pt x="1373" y="83653"/>
                      </a:cubicBezTo>
                      <a:close/>
                    </a:path>
                  </a:pathLst>
                </a:custGeom>
                <a:solidFill>
                  <a:srgbClr val="707CFE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9" name="任意形状 1218">
                  <a:extLst>
                    <a:ext uri="{FF2B5EF4-FFF2-40B4-BE49-F238E27FC236}">
                      <a16:creationId xmlns:a16="http://schemas.microsoft.com/office/drawing/2014/main" id="{B6CEB291-E030-2F39-3E67-954A4608485A}"/>
                    </a:ext>
                  </a:extLst>
                </p:cNvPr>
                <p:cNvSpPr/>
                <p:nvPr/>
              </p:nvSpPr>
              <p:spPr>
                <a:xfrm>
                  <a:off x="516590" y="1187741"/>
                  <a:ext cx="118621" cy="20423"/>
                </a:xfrm>
                <a:custGeom>
                  <a:avLst/>
                  <a:gdLst>
                    <a:gd name="connsiteX0" fmla="*/ 0 w 217805"/>
                    <a:gd name="connsiteY0" fmla="*/ 0 h 37499"/>
                    <a:gd name="connsiteX1" fmla="*/ 128143 w 217805"/>
                    <a:gd name="connsiteY1" fmla="*/ 17653 h 37499"/>
                    <a:gd name="connsiteX2" fmla="*/ 217805 w 217805"/>
                    <a:gd name="connsiteY2" fmla="*/ 33655 h 37499"/>
                    <a:gd name="connsiteX3" fmla="*/ 0 w 217805"/>
                    <a:gd name="connsiteY3" fmla="*/ 0 h 374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7805" h="37499">
                      <a:moveTo>
                        <a:pt x="0" y="0"/>
                      </a:moveTo>
                      <a:cubicBezTo>
                        <a:pt x="42926" y="5080"/>
                        <a:pt x="85090" y="14732"/>
                        <a:pt x="128143" y="17653"/>
                      </a:cubicBezTo>
                      <a:cubicBezTo>
                        <a:pt x="158496" y="19939"/>
                        <a:pt x="190373" y="18415"/>
                        <a:pt x="217805" y="33655"/>
                      </a:cubicBezTo>
                      <a:cubicBezTo>
                        <a:pt x="145542" y="41275"/>
                        <a:pt x="62992" y="41021"/>
                        <a:pt x="0" y="0"/>
                      </a:cubicBezTo>
                      <a:close/>
                    </a:path>
                  </a:pathLst>
                </a:custGeom>
                <a:solidFill>
                  <a:srgbClr val="152035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0" name="任意形状 1219">
                  <a:extLst>
                    <a:ext uri="{FF2B5EF4-FFF2-40B4-BE49-F238E27FC236}">
                      <a16:creationId xmlns:a16="http://schemas.microsoft.com/office/drawing/2014/main" id="{BACC61AF-6FDA-68A9-AE6F-44284E28E02F}"/>
                    </a:ext>
                  </a:extLst>
                </p:cNvPr>
                <p:cNvSpPr/>
                <p:nvPr/>
              </p:nvSpPr>
              <p:spPr>
                <a:xfrm>
                  <a:off x="433452" y="1198149"/>
                  <a:ext cx="321556" cy="307650"/>
                </a:xfrm>
                <a:custGeom>
                  <a:avLst/>
                  <a:gdLst>
                    <a:gd name="connsiteX0" fmla="*/ 48768 w 590423"/>
                    <a:gd name="connsiteY0" fmla="*/ 8321 h 564890"/>
                    <a:gd name="connsiteX1" fmla="*/ 136525 w 590423"/>
                    <a:gd name="connsiteY1" fmla="*/ 6162 h 564890"/>
                    <a:gd name="connsiteX2" fmla="*/ 458851 w 590423"/>
                    <a:gd name="connsiteY2" fmla="*/ 7813 h 564890"/>
                    <a:gd name="connsiteX3" fmla="*/ 531749 w 590423"/>
                    <a:gd name="connsiteY3" fmla="*/ 80584 h 564890"/>
                    <a:gd name="connsiteX4" fmla="*/ 590423 w 590423"/>
                    <a:gd name="connsiteY4" fmla="*/ 486222 h 564890"/>
                    <a:gd name="connsiteX5" fmla="*/ 411988 w 590423"/>
                    <a:gd name="connsiteY5" fmla="*/ 559247 h 564890"/>
                    <a:gd name="connsiteX6" fmla="*/ 155448 w 590423"/>
                    <a:gd name="connsiteY6" fmla="*/ 558993 h 564890"/>
                    <a:gd name="connsiteX7" fmla="*/ 21209 w 590423"/>
                    <a:gd name="connsiteY7" fmla="*/ 512892 h 564890"/>
                    <a:gd name="connsiteX8" fmla="*/ 0 w 590423"/>
                    <a:gd name="connsiteY8" fmla="*/ 524576 h 564890"/>
                    <a:gd name="connsiteX9" fmla="*/ 34417 w 590423"/>
                    <a:gd name="connsiteY9" fmla="*/ 299278 h 564890"/>
                    <a:gd name="connsiteX10" fmla="*/ 119253 w 590423"/>
                    <a:gd name="connsiteY10" fmla="*/ 220157 h 564890"/>
                    <a:gd name="connsiteX11" fmla="*/ 48768 w 590423"/>
                    <a:gd name="connsiteY11" fmla="*/ 8321 h 564890"/>
                    <a:gd name="connsiteX12" fmla="*/ 332613 w 590423"/>
                    <a:gd name="connsiteY12" fmla="*/ 91379 h 564890"/>
                    <a:gd name="connsiteX13" fmla="*/ 322834 w 590423"/>
                    <a:gd name="connsiteY13" fmla="*/ 252542 h 564890"/>
                    <a:gd name="connsiteX14" fmla="*/ 451485 w 590423"/>
                    <a:gd name="connsiteY14" fmla="*/ 171897 h 564890"/>
                    <a:gd name="connsiteX15" fmla="*/ 332613 w 590423"/>
                    <a:gd name="connsiteY15" fmla="*/ 91379 h 564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90423" h="564890">
                      <a:moveTo>
                        <a:pt x="48768" y="8321"/>
                      </a:moveTo>
                      <a:cubicBezTo>
                        <a:pt x="77724" y="4511"/>
                        <a:pt x="108204" y="-7046"/>
                        <a:pt x="136525" y="6162"/>
                      </a:cubicBezTo>
                      <a:cubicBezTo>
                        <a:pt x="238379" y="43881"/>
                        <a:pt x="359664" y="62550"/>
                        <a:pt x="458851" y="7813"/>
                      </a:cubicBezTo>
                      <a:cubicBezTo>
                        <a:pt x="489585" y="24323"/>
                        <a:pt x="522732" y="44008"/>
                        <a:pt x="531749" y="80584"/>
                      </a:cubicBezTo>
                      <a:cubicBezTo>
                        <a:pt x="566547" y="213172"/>
                        <a:pt x="579120" y="349951"/>
                        <a:pt x="590423" y="486222"/>
                      </a:cubicBezTo>
                      <a:cubicBezTo>
                        <a:pt x="535051" y="519496"/>
                        <a:pt x="474599" y="543753"/>
                        <a:pt x="411988" y="559247"/>
                      </a:cubicBezTo>
                      <a:cubicBezTo>
                        <a:pt x="327152" y="566105"/>
                        <a:pt x="240030" y="567502"/>
                        <a:pt x="155448" y="558993"/>
                      </a:cubicBezTo>
                      <a:cubicBezTo>
                        <a:pt x="109982" y="545785"/>
                        <a:pt x="65659" y="528894"/>
                        <a:pt x="21209" y="512892"/>
                      </a:cubicBezTo>
                      <a:cubicBezTo>
                        <a:pt x="15875" y="515813"/>
                        <a:pt x="5334" y="521655"/>
                        <a:pt x="0" y="524576"/>
                      </a:cubicBezTo>
                      <a:cubicBezTo>
                        <a:pt x="5588" y="448630"/>
                        <a:pt x="23114" y="374462"/>
                        <a:pt x="34417" y="299278"/>
                      </a:cubicBezTo>
                      <a:cubicBezTo>
                        <a:pt x="70104" y="282768"/>
                        <a:pt x="109728" y="262067"/>
                        <a:pt x="119253" y="220157"/>
                      </a:cubicBezTo>
                      <a:cubicBezTo>
                        <a:pt x="142113" y="142560"/>
                        <a:pt x="91567" y="68773"/>
                        <a:pt x="48768" y="8321"/>
                      </a:cubicBezTo>
                      <a:moveTo>
                        <a:pt x="332613" y="91379"/>
                      </a:moveTo>
                      <a:cubicBezTo>
                        <a:pt x="265303" y="114874"/>
                        <a:pt x="263017" y="218252"/>
                        <a:pt x="322834" y="252542"/>
                      </a:cubicBezTo>
                      <a:cubicBezTo>
                        <a:pt x="377063" y="292547"/>
                        <a:pt x="461391" y="237429"/>
                        <a:pt x="451485" y="171897"/>
                      </a:cubicBezTo>
                      <a:cubicBezTo>
                        <a:pt x="455803" y="110683"/>
                        <a:pt x="387223" y="70043"/>
                        <a:pt x="332613" y="91379"/>
                      </a:cubicBezTo>
                      <a:close/>
                    </a:path>
                  </a:pathLst>
                </a:custGeom>
                <a:solidFill>
                  <a:srgbClr val="EFEEFB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1" name="任意形状 1220">
                  <a:extLst>
                    <a:ext uri="{FF2B5EF4-FFF2-40B4-BE49-F238E27FC236}">
                      <a16:creationId xmlns:a16="http://schemas.microsoft.com/office/drawing/2014/main" id="{07A298EA-A273-4467-01FD-A958BB3F43DF}"/>
                    </a:ext>
                  </a:extLst>
                </p:cNvPr>
                <p:cNvSpPr/>
                <p:nvPr/>
              </p:nvSpPr>
              <p:spPr>
                <a:xfrm>
                  <a:off x="433798" y="1215270"/>
                  <a:ext cx="52114" cy="129549"/>
                </a:xfrm>
                <a:custGeom>
                  <a:avLst/>
                  <a:gdLst>
                    <a:gd name="connsiteX0" fmla="*/ 14605 w 95689"/>
                    <a:gd name="connsiteY0" fmla="*/ 0 h 237870"/>
                    <a:gd name="connsiteX1" fmla="*/ 95377 w 95689"/>
                    <a:gd name="connsiteY1" fmla="*/ 166370 h 237870"/>
                    <a:gd name="connsiteX2" fmla="*/ 43942 w 95689"/>
                    <a:gd name="connsiteY2" fmla="*/ 237871 h 237870"/>
                    <a:gd name="connsiteX3" fmla="*/ 56388 w 95689"/>
                    <a:gd name="connsiteY3" fmla="*/ 80010 h 237870"/>
                    <a:gd name="connsiteX4" fmla="*/ 0 w 95689"/>
                    <a:gd name="connsiteY4" fmla="*/ 29591 h 237870"/>
                    <a:gd name="connsiteX5" fmla="*/ 14605 w 95689"/>
                    <a:gd name="connsiteY5" fmla="*/ 0 h 2378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5689" h="237870">
                      <a:moveTo>
                        <a:pt x="14605" y="0"/>
                      </a:moveTo>
                      <a:cubicBezTo>
                        <a:pt x="76073" y="25146"/>
                        <a:pt x="98679" y="104902"/>
                        <a:pt x="95377" y="166370"/>
                      </a:cubicBezTo>
                      <a:cubicBezTo>
                        <a:pt x="97663" y="200406"/>
                        <a:pt x="71628" y="223774"/>
                        <a:pt x="43942" y="237871"/>
                      </a:cubicBezTo>
                      <a:cubicBezTo>
                        <a:pt x="52070" y="186182"/>
                        <a:pt x="76454" y="131826"/>
                        <a:pt x="56388" y="80010"/>
                      </a:cubicBezTo>
                      <a:cubicBezTo>
                        <a:pt x="47371" y="54229"/>
                        <a:pt x="22733" y="41148"/>
                        <a:pt x="0" y="29591"/>
                      </a:cubicBezTo>
                      <a:cubicBezTo>
                        <a:pt x="4826" y="19685"/>
                        <a:pt x="9779" y="9779"/>
                        <a:pt x="14605" y="0"/>
                      </a:cubicBezTo>
                      <a:close/>
                    </a:path>
                  </a:pathLst>
                </a:custGeom>
                <a:solidFill>
                  <a:srgbClr val="2A4067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2" name="任意形状 1221">
                  <a:extLst>
                    <a:ext uri="{FF2B5EF4-FFF2-40B4-BE49-F238E27FC236}">
                      <a16:creationId xmlns:a16="http://schemas.microsoft.com/office/drawing/2014/main" id="{E97AF889-0570-7FE7-EE84-439FD4CBD6B3}"/>
                    </a:ext>
                  </a:extLst>
                </p:cNvPr>
                <p:cNvSpPr/>
                <p:nvPr/>
              </p:nvSpPr>
              <p:spPr>
                <a:xfrm>
                  <a:off x="286334" y="1250361"/>
                  <a:ext cx="167986" cy="255685"/>
                </a:xfrm>
                <a:custGeom>
                  <a:avLst/>
                  <a:gdLst>
                    <a:gd name="connsiteX0" fmla="*/ 211328 w 308446"/>
                    <a:gd name="connsiteY0" fmla="*/ 32469 h 469475"/>
                    <a:gd name="connsiteX1" fmla="*/ 287401 w 308446"/>
                    <a:gd name="connsiteY1" fmla="*/ 6307 h 469475"/>
                    <a:gd name="connsiteX2" fmla="*/ 305181 w 308446"/>
                    <a:gd name="connsiteY2" fmla="*/ 90127 h 469475"/>
                    <a:gd name="connsiteX3" fmla="*/ 240792 w 308446"/>
                    <a:gd name="connsiteY3" fmla="*/ 469476 h 469475"/>
                    <a:gd name="connsiteX4" fmla="*/ 0 w 308446"/>
                    <a:gd name="connsiteY4" fmla="*/ 463634 h 469475"/>
                    <a:gd name="connsiteX5" fmla="*/ 211328 w 308446"/>
                    <a:gd name="connsiteY5" fmla="*/ 32469 h 469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8446" h="469475">
                      <a:moveTo>
                        <a:pt x="211328" y="32469"/>
                      </a:moveTo>
                      <a:cubicBezTo>
                        <a:pt x="229616" y="11133"/>
                        <a:pt x="258953" y="-11219"/>
                        <a:pt x="287401" y="6307"/>
                      </a:cubicBezTo>
                      <a:cubicBezTo>
                        <a:pt x="311404" y="27008"/>
                        <a:pt x="310896" y="61679"/>
                        <a:pt x="305181" y="90127"/>
                      </a:cubicBezTo>
                      <a:cubicBezTo>
                        <a:pt x="277622" y="215349"/>
                        <a:pt x="248793" y="341079"/>
                        <a:pt x="240792" y="469476"/>
                      </a:cubicBezTo>
                      <a:cubicBezTo>
                        <a:pt x="160655" y="462872"/>
                        <a:pt x="80137" y="469730"/>
                        <a:pt x="0" y="463634"/>
                      </a:cubicBezTo>
                      <a:cubicBezTo>
                        <a:pt x="42672" y="309075"/>
                        <a:pt x="100584" y="151849"/>
                        <a:pt x="211328" y="32469"/>
                      </a:cubicBezTo>
                      <a:close/>
                    </a:path>
                  </a:pathLst>
                </a:custGeom>
                <a:solidFill>
                  <a:srgbClr val="EFEEFC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3" name="任意形状 1222">
                  <a:extLst>
                    <a:ext uri="{FF2B5EF4-FFF2-40B4-BE49-F238E27FC236}">
                      <a16:creationId xmlns:a16="http://schemas.microsoft.com/office/drawing/2014/main" id="{DC38A7E3-E04D-6527-0935-16334DAFF529}"/>
                    </a:ext>
                  </a:extLst>
                </p:cNvPr>
                <p:cNvSpPr/>
                <p:nvPr/>
              </p:nvSpPr>
              <p:spPr>
                <a:xfrm>
                  <a:off x="599847" y="1258913"/>
                  <a:ext cx="65612" cy="69973"/>
                </a:xfrm>
                <a:custGeom>
                  <a:avLst/>
                  <a:gdLst>
                    <a:gd name="connsiteX0" fmla="*/ 39406 w 120473"/>
                    <a:gd name="connsiteY0" fmla="*/ 3557 h 128481"/>
                    <a:gd name="connsiteX1" fmla="*/ 119797 w 120473"/>
                    <a:gd name="connsiteY1" fmla="*/ 60580 h 128481"/>
                    <a:gd name="connsiteX2" fmla="*/ 27595 w 120473"/>
                    <a:gd name="connsiteY2" fmla="*/ 116841 h 128481"/>
                    <a:gd name="connsiteX3" fmla="*/ 39406 w 120473"/>
                    <a:gd name="connsiteY3" fmla="*/ 3557 h 128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73" h="128481">
                      <a:moveTo>
                        <a:pt x="39406" y="3557"/>
                      </a:moveTo>
                      <a:cubicBezTo>
                        <a:pt x="76617" y="-10667"/>
                        <a:pt x="122718" y="19686"/>
                        <a:pt x="119797" y="60580"/>
                      </a:cubicBezTo>
                      <a:cubicBezTo>
                        <a:pt x="127544" y="108713"/>
                        <a:pt x="66965" y="149226"/>
                        <a:pt x="27595" y="116841"/>
                      </a:cubicBezTo>
                      <a:cubicBezTo>
                        <a:pt x="-13934" y="91441"/>
                        <a:pt x="-7457" y="19178"/>
                        <a:pt x="39406" y="3557"/>
                      </a:cubicBezTo>
                      <a:close/>
                    </a:path>
                  </a:pathLst>
                </a:custGeom>
                <a:solidFill>
                  <a:srgbClr val="707CFE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4" name="任意形状 1223">
                  <a:extLst>
                    <a:ext uri="{FF2B5EF4-FFF2-40B4-BE49-F238E27FC236}">
                      <a16:creationId xmlns:a16="http://schemas.microsoft.com/office/drawing/2014/main" id="{D14E7361-F5C8-D984-5035-87EEE83BB0EA}"/>
                    </a:ext>
                  </a:extLst>
                </p:cNvPr>
                <p:cNvSpPr/>
                <p:nvPr/>
              </p:nvSpPr>
              <p:spPr>
                <a:xfrm>
                  <a:off x="743180" y="1262096"/>
                  <a:ext cx="180594" cy="206662"/>
                </a:xfrm>
                <a:custGeom>
                  <a:avLst/>
                  <a:gdLst>
                    <a:gd name="connsiteX0" fmla="*/ 0 w 331597"/>
                    <a:gd name="connsiteY0" fmla="*/ 0 h 379462"/>
                    <a:gd name="connsiteX1" fmla="*/ 117602 w 331597"/>
                    <a:gd name="connsiteY1" fmla="*/ 185293 h 379462"/>
                    <a:gd name="connsiteX2" fmla="*/ 88138 w 331597"/>
                    <a:gd name="connsiteY2" fmla="*/ 306070 h 379462"/>
                    <a:gd name="connsiteX3" fmla="*/ 116459 w 331597"/>
                    <a:gd name="connsiteY3" fmla="*/ 256667 h 379462"/>
                    <a:gd name="connsiteX4" fmla="*/ 216281 w 331597"/>
                    <a:gd name="connsiteY4" fmla="*/ 118745 h 379462"/>
                    <a:gd name="connsiteX5" fmla="*/ 331597 w 331597"/>
                    <a:gd name="connsiteY5" fmla="*/ 292862 h 379462"/>
                    <a:gd name="connsiteX6" fmla="*/ 48641 w 331597"/>
                    <a:gd name="connsiteY6" fmla="*/ 359283 h 379462"/>
                    <a:gd name="connsiteX7" fmla="*/ 21209 w 331597"/>
                    <a:gd name="connsiteY7" fmla="*/ 119380 h 379462"/>
                    <a:gd name="connsiteX8" fmla="*/ 0 w 331597"/>
                    <a:gd name="connsiteY8" fmla="*/ 0 h 379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1597" h="379462">
                      <a:moveTo>
                        <a:pt x="0" y="0"/>
                      </a:moveTo>
                      <a:cubicBezTo>
                        <a:pt x="42418" y="59690"/>
                        <a:pt x="81915" y="121412"/>
                        <a:pt x="117602" y="185293"/>
                      </a:cubicBezTo>
                      <a:cubicBezTo>
                        <a:pt x="111760" y="225425"/>
                        <a:pt x="69596" y="261874"/>
                        <a:pt x="88138" y="306070"/>
                      </a:cubicBezTo>
                      <a:cubicBezTo>
                        <a:pt x="101854" y="292227"/>
                        <a:pt x="111760" y="275590"/>
                        <a:pt x="116459" y="256667"/>
                      </a:cubicBezTo>
                      <a:cubicBezTo>
                        <a:pt x="134366" y="201549"/>
                        <a:pt x="178562" y="160909"/>
                        <a:pt x="216281" y="118745"/>
                      </a:cubicBezTo>
                      <a:cubicBezTo>
                        <a:pt x="205867" y="196977"/>
                        <a:pt x="257175" y="270637"/>
                        <a:pt x="331597" y="292862"/>
                      </a:cubicBezTo>
                      <a:cubicBezTo>
                        <a:pt x="258572" y="364363"/>
                        <a:pt x="146050" y="406908"/>
                        <a:pt x="48641" y="359283"/>
                      </a:cubicBezTo>
                      <a:cubicBezTo>
                        <a:pt x="33655" y="280035"/>
                        <a:pt x="37592" y="198374"/>
                        <a:pt x="21209" y="119380"/>
                      </a:cubicBezTo>
                      <a:cubicBezTo>
                        <a:pt x="12446" y="79883"/>
                        <a:pt x="5842" y="40005"/>
                        <a:pt x="0" y="0"/>
                      </a:cubicBezTo>
                      <a:close/>
                    </a:path>
                  </a:pathLst>
                </a:custGeom>
                <a:solidFill>
                  <a:srgbClr val="EEEDFB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5" name="任意形状 1224">
                  <a:extLst>
                    <a:ext uri="{FF2B5EF4-FFF2-40B4-BE49-F238E27FC236}">
                      <a16:creationId xmlns:a16="http://schemas.microsoft.com/office/drawing/2014/main" id="{F3AE58C5-FABB-6C80-08EA-B646C703B117}"/>
                    </a:ext>
                  </a:extLst>
                </p:cNvPr>
                <p:cNvSpPr/>
                <p:nvPr/>
              </p:nvSpPr>
              <p:spPr>
                <a:xfrm>
                  <a:off x="657828" y="1462955"/>
                  <a:ext cx="100361" cy="41191"/>
                </a:xfrm>
                <a:custGeom>
                  <a:avLst/>
                  <a:gdLst>
                    <a:gd name="connsiteX0" fmla="*/ 0 w 184277"/>
                    <a:gd name="connsiteY0" fmla="*/ 73025 h 75632"/>
                    <a:gd name="connsiteX1" fmla="*/ 178435 w 184277"/>
                    <a:gd name="connsiteY1" fmla="*/ 0 h 75632"/>
                    <a:gd name="connsiteX2" fmla="*/ 184277 w 184277"/>
                    <a:gd name="connsiteY2" fmla="*/ 74422 h 75632"/>
                    <a:gd name="connsiteX3" fmla="*/ 0 w 184277"/>
                    <a:gd name="connsiteY3" fmla="*/ 73025 h 75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277" h="75632">
                      <a:moveTo>
                        <a:pt x="0" y="73025"/>
                      </a:moveTo>
                      <a:cubicBezTo>
                        <a:pt x="62611" y="57531"/>
                        <a:pt x="123063" y="33274"/>
                        <a:pt x="178435" y="0"/>
                      </a:cubicBezTo>
                      <a:cubicBezTo>
                        <a:pt x="180594" y="24765"/>
                        <a:pt x="181991" y="49530"/>
                        <a:pt x="184277" y="74422"/>
                      </a:cubicBezTo>
                      <a:cubicBezTo>
                        <a:pt x="122809" y="76327"/>
                        <a:pt x="61341" y="76073"/>
                        <a:pt x="0" y="73025"/>
                      </a:cubicBezTo>
                      <a:close/>
                    </a:path>
                  </a:pathLst>
                </a:custGeom>
                <a:solidFill>
                  <a:srgbClr val="C3C9F8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6" name="任意形状 1225">
                  <a:extLst>
                    <a:ext uri="{FF2B5EF4-FFF2-40B4-BE49-F238E27FC236}">
                      <a16:creationId xmlns:a16="http://schemas.microsoft.com/office/drawing/2014/main" id="{2D93448C-8D61-B173-0C70-F7EDA49C40C4}"/>
                    </a:ext>
                  </a:extLst>
                </p:cNvPr>
                <p:cNvSpPr/>
                <p:nvPr/>
              </p:nvSpPr>
              <p:spPr>
                <a:xfrm>
                  <a:off x="430546" y="1477480"/>
                  <a:ext cx="87564" cy="26701"/>
                </a:xfrm>
                <a:custGeom>
                  <a:avLst/>
                  <a:gdLst>
                    <a:gd name="connsiteX0" fmla="*/ 5334 w 160781"/>
                    <a:gd name="connsiteY0" fmla="*/ 11684 h 49027"/>
                    <a:gd name="connsiteX1" fmla="*/ 26543 w 160781"/>
                    <a:gd name="connsiteY1" fmla="*/ 0 h 49027"/>
                    <a:gd name="connsiteX2" fmla="*/ 160782 w 160781"/>
                    <a:gd name="connsiteY2" fmla="*/ 46101 h 49027"/>
                    <a:gd name="connsiteX3" fmla="*/ 0 w 160781"/>
                    <a:gd name="connsiteY3" fmla="*/ 47752 h 49027"/>
                    <a:gd name="connsiteX4" fmla="*/ 5334 w 160781"/>
                    <a:gd name="connsiteY4" fmla="*/ 11684 h 49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0781" h="49027">
                      <a:moveTo>
                        <a:pt x="5334" y="11684"/>
                      </a:moveTo>
                      <a:cubicBezTo>
                        <a:pt x="10668" y="8763"/>
                        <a:pt x="21209" y="2921"/>
                        <a:pt x="26543" y="0"/>
                      </a:cubicBezTo>
                      <a:cubicBezTo>
                        <a:pt x="70993" y="16002"/>
                        <a:pt x="115316" y="32893"/>
                        <a:pt x="160782" y="46101"/>
                      </a:cubicBezTo>
                      <a:cubicBezTo>
                        <a:pt x="107188" y="48895"/>
                        <a:pt x="53594" y="50165"/>
                        <a:pt x="0" y="47752"/>
                      </a:cubicBezTo>
                      <a:cubicBezTo>
                        <a:pt x="1397" y="38735"/>
                        <a:pt x="4064" y="20701"/>
                        <a:pt x="5334" y="11684"/>
                      </a:cubicBezTo>
                      <a:close/>
                    </a:path>
                  </a:pathLst>
                </a:custGeom>
                <a:solidFill>
                  <a:srgbClr val="C1C8F7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</p:grpSp>
        </p:grpSp>
        <p:pic>
          <p:nvPicPr>
            <p:cNvPr id="1198" name="图片 1197">
              <a:extLst>
                <a:ext uri="{FF2B5EF4-FFF2-40B4-BE49-F238E27FC236}">
                  <a16:creationId xmlns:a16="http://schemas.microsoft.com/office/drawing/2014/main" id="{077BD143-290D-0C4B-2BE9-0E2928ED5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900000" flipH="1">
              <a:off x="6460749" y="4702986"/>
              <a:ext cx="517472" cy="517472"/>
            </a:xfrm>
            <a:prstGeom prst="rect">
              <a:avLst/>
            </a:prstGeom>
          </p:spPr>
        </p:pic>
        <p:sp>
          <p:nvSpPr>
            <p:cNvPr id="1199" name="圆角矩形 25">
              <a:extLst>
                <a:ext uri="{FF2B5EF4-FFF2-40B4-BE49-F238E27FC236}">
                  <a16:creationId xmlns:a16="http://schemas.microsoft.com/office/drawing/2014/main" id="{5F665E1B-B678-DF7E-8642-3BDB8224E5C3}"/>
                </a:ext>
              </a:extLst>
            </p:cNvPr>
            <p:cNvSpPr/>
            <p:nvPr/>
          </p:nvSpPr>
          <p:spPr>
            <a:xfrm rot="20700000">
              <a:off x="6802431" y="5134839"/>
              <a:ext cx="239120" cy="287888"/>
            </a:xfrm>
            <a:custGeom>
              <a:avLst/>
              <a:gdLst>
                <a:gd name="connsiteX0" fmla="*/ 0 w 232911"/>
                <a:gd name="connsiteY0" fmla="*/ 38819 h 252879"/>
                <a:gd name="connsiteX1" fmla="*/ 38819 w 232911"/>
                <a:gd name="connsiteY1" fmla="*/ 0 h 252879"/>
                <a:gd name="connsiteX2" fmla="*/ 194092 w 232911"/>
                <a:gd name="connsiteY2" fmla="*/ 0 h 252879"/>
                <a:gd name="connsiteX3" fmla="*/ 232911 w 232911"/>
                <a:gd name="connsiteY3" fmla="*/ 38819 h 252879"/>
                <a:gd name="connsiteX4" fmla="*/ 232911 w 232911"/>
                <a:gd name="connsiteY4" fmla="*/ 214060 h 252879"/>
                <a:gd name="connsiteX5" fmla="*/ 194092 w 232911"/>
                <a:gd name="connsiteY5" fmla="*/ 252879 h 252879"/>
                <a:gd name="connsiteX6" fmla="*/ 38819 w 232911"/>
                <a:gd name="connsiteY6" fmla="*/ 252879 h 252879"/>
                <a:gd name="connsiteX7" fmla="*/ 0 w 232911"/>
                <a:gd name="connsiteY7" fmla="*/ 214060 h 252879"/>
                <a:gd name="connsiteX8" fmla="*/ 0 w 232911"/>
                <a:gd name="connsiteY8" fmla="*/ 38819 h 252879"/>
                <a:gd name="connsiteX0" fmla="*/ 0 w 232911"/>
                <a:gd name="connsiteY0" fmla="*/ 58756 h 272816"/>
                <a:gd name="connsiteX1" fmla="*/ 38819 w 232911"/>
                <a:gd name="connsiteY1" fmla="*/ 19937 h 272816"/>
                <a:gd name="connsiteX2" fmla="*/ 168755 w 232911"/>
                <a:gd name="connsiteY2" fmla="*/ 0 h 272816"/>
                <a:gd name="connsiteX3" fmla="*/ 232911 w 232911"/>
                <a:gd name="connsiteY3" fmla="*/ 58756 h 272816"/>
                <a:gd name="connsiteX4" fmla="*/ 232911 w 232911"/>
                <a:gd name="connsiteY4" fmla="*/ 233997 h 272816"/>
                <a:gd name="connsiteX5" fmla="*/ 194092 w 232911"/>
                <a:gd name="connsiteY5" fmla="*/ 272816 h 272816"/>
                <a:gd name="connsiteX6" fmla="*/ 38819 w 232911"/>
                <a:gd name="connsiteY6" fmla="*/ 272816 h 272816"/>
                <a:gd name="connsiteX7" fmla="*/ 0 w 232911"/>
                <a:gd name="connsiteY7" fmla="*/ 233997 h 272816"/>
                <a:gd name="connsiteX8" fmla="*/ 0 w 232911"/>
                <a:gd name="connsiteY8" fmla="*/ 58756 h 272816"/>
                <a:gd name="connsiteX0" fmla="*/ 0 w 232911"/>
                <a:gd name="connsiteY0" fmla="*/ 70500 h 284560"/>
                <a:gd name="connsiteX1" fmla="*/ 38819 w 232911"/>
                <a:gd name="connsiteY1" fmla="*/ 31681 h 284560"/>
                <a:gd name="connsiteX2" fmla="*/ 168755 w 232911"/>
                <a:gd name="connsiteY2" fmla="*/ 11744 h 284560"/>
                <a:gd name="connsiteX3" fmla="*/ 232911 w 232911"/>
                <a:gd name="connsiteY3" fmla="*/ 70500 h 284560"/>
                <a:gd name="connsiteX4" fmla="*/ 232911 w 232911"/>
                <a:gd name="connsiteY4" fmla="*/ 245741 h 284560"/>
                <a:gd name="connsiteX5" fmla="*/ 194092 w 232911"/>
                <a:gd name="connsiteY5" fmla="*/ 284560 h 284560"/>
                <a:gd name="connsiteX6" fmla="*/ 38819 w 232911"/>
                <a:gd name="connsiteY6" fmla="*/ 284560 h 284560"/>
                <a:gd name="connsiteX7" fmla="*/ 0 w 232911"/>
                <a:gd name="connsiteY7" fmla="*/ 245741 h 284560"/>
                <a:gd name="connsiteX8" fmla="*/ 0 w 232911"/>
                <a:gd name="connsiteY8" fmla="*/ 70500 h 284560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232911 w 232911"/>
                <a:gd name="connsiteY4" fmla="*/ 253607 h 292426"/>
                <a:gd name="connsiteX5" fmla="*/ 194092 w 232911"/>
                <a:gd name="connsiteY5" fmla="*/ 292426 h 292426"/>
                <a:gd name="connsiteX6" fmla="*/ 38819 w 232911"/>
                <a:gd name="connsiteY6" fmla="*/ 292426 h 292426"/>
                <a:gd name="connsiteX7" fmla="*/ 0 w 232911"/>
                <a:gd name="connsiteY7" fmla="*/ 253607 h 292426"/>
                <a:gd name="connsiteX8" fmla="*/ 0 w 232911"/>
                <a:gd name="connsiteY8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94092 w 232911"/>
                <a:gd name="connsiteY4" fmla="*/ 292426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38821 h 252881"/>
                <a:gd name="connsiteX1" fmla="*/ 38819 w 232911"/>
                <a:gd name="connsiteY1" fmla="*/ 2 h 252881"/>
                <a:gd name="connsiteX2" fmla="*/ 232911 w 232911"/>
                <a:gd name="connsiteY2" fmla="*/ 38821 h 252881"/>
                <a:gd name="connsiteX3" fmla="*/ 188295 w 232911"/>
                <a:gd name="connsiteY3" fmla="*/ 237444 h 252881"/>
                <a:gd name="connsiteX4" fmla="*/ 38819 w 232911"/>
                <a:gd name="connsiteY4" fmla="*/ 252881 h 252881"/>
                <a:gd name="connsiteX5" fmla="*/ 0 w 232911"/>
                <a:gd name="connsiteY5" fmla="*/ 214062 h 252881"/>
                <a:gd name="connsiteX6" fmla="*/ 0 w 232911"/>
                <a:gd name="connsiteY6" fmla="*/ 38821 h 252881"/>
                <a:gd name="connsiteX0" fmla="*/ 0 w 210421"/>
                <a:gd name="connsiteY0" fmla="*/ 54480 h 268540"/>
                <a:gd name="connsiteX1" fmla="*/ 38819 w 210421"/>
                <a:gd name="connsiteY1" fmla="*/ 15661 h 268540"/>
                <a:gd name="connsiteX2" fmla="*/ 160564 w 210421"/>
                <a:gd name="connsiteY2" fmla="*/ 18297 h 268540"/>
                <a:gd name="connsiteX3" fmla="*/ 188295 w 210421"/>
                <a:gd name="connsiteY3" fmla="*/ 253103 h 268540"/>
                <a:gd name="connsiteX4" fmla="*/ 38819 w 210421"/>
                <a:gd name="connsiteY4" fmla="*/ 268540 h 268540"/>
                <a:gd name="connsiteX5" fmla="*/ 0 w 210421"/>
                <a:gd name="connsiteY5" fmla="*/ 229721 h 268540"/>
                <a:gd name="connsiteX6" fmla="*/ 0 w 210421"/>
                <a:gd name="connsiteY6" fmla="*/ 54480 h 268540"/>
                <a:gd name="connsiteX0" fmla="*/ 0 w 241900"/>
                <a:gd name="connsiteY0" fmla="*/ 54481 h 268541"/>
                <a:gd name="connsiteX1" fmla="*/ 38819 w 241900"/>
                <a:gd name="connsiteY1" fmla="*/ 15662 h 268541"/>
                <a:gd name="connsiteX2" fmla="*/ 160564 w 241900"/>
                <a:gd name="connsiteY2" fmla="*/ 18298 h 268541"/>
                <a:gd name="connsiteX3" fmla="*/ 188295 w 241900"/>
                <a:gd name="connsiteY3" fmla="*/ 253104 h 268541"/>
                <a:gd name="connsiteX4" fmla="*/ 38819 w 241900"/>
                <a:gd name="connsiteY4" fmla="*/ 268541 h 268541"/>
                <a:gd name="connsiteX5" fmla="*/ 0 w 241900"/>
                <a:gd name="connsiteY5" fmla="*/ 229722 h 268541"/>
                <a:gd name="connsiteX6" fmla="*/ 0 w 241900"/>
                <a:gd name="connsiteY6" fmla="*/ 54481 h 268541"/>
                <a:gd name="connsiteX0" fmla="*/ 0 w 234120"/>
                <a:gd name="connsiteY0" fmla="*/ 54481 h 268541"/>
                <a:gd name="connsiteX1" fmla="*/ 38819 w 234120"/>
                <a:gd name="connsiteY1" fmla="*/ 15662 h 268541"/>
                <a:gd name="connsiteX2" fmla="*/ 160564 w 234120"/>
                <a:gd name="connsiteY2" fmla="*/ 18298 h 268541"/>
                <a:gd name="connsiteX3" fmla="*/ 188295 w 234120"/>
                <a:gd name="connsiteY3" fmla="*/ 253104 h 268541"/>
                <a:gd name="connsiteX4" fmla="*/ 38819 w 234120"/>
                <a:gd name="connsiteY4" fmla="*/ 268541 h 268541"/>
                <a:gd name="connsiteX5" fmla="*/ 0 w 234120"/>
                <a:gd name="connsiteY5" fmla="*/ 229722 h 268541"/>
                <a:gd name="connsiteX6" fmla="*/ 0 w 234120"/>
                <a:gd name="connsiteY6" fmla="*/ 54481 h 268541"/>
                <a:gd name="connsiteX0" fmla="*/ 0 w 234122"/>
                <a:gd name="connsiteY0" fmla="*/ 46125 h 260185"/>
                <a:gd name="connsiteX1" fmla="*/ 38819 w 234122"/>
                <a:gd name="connsiteY1" fmla="*/ 7306 h 260185"/>
                <a:gd name="connsiteX2" fmla="*/ 160564 w 234122"/>
                <a:gd name="connsiteY2" fmla="*/ 9942 h 260185"/>
                <a:gd name="connsiteX3" fmla="*/ 188295 w 234122"/>
                <a:gd name="connsiteY3" fmla="*/ 244748 h 260185"/>
                <a:gd name="connsiteX4" fmla="*/ 38819 w 234122"/>
                <a:gd name="connsiteY4" fmla="*/ 260185 h 260185"/>
                <a:gd name="connsiteX5" fmla="*/ 0 w 234122"/>
                <a:gd name="connsiteY5" fmla="*/ 221366 h 260185"/>
                <a:gd name="connsiteX6" fmla="*/ 0 w 234122"/>
                <a:gd name="connsiteY6" fmla="*/ 46125 h 260185"/>
                <a:gd name="connsiteX0" fmla="*/ 0 w 235795"/>
                <a:gd name="connsiteY0" fmla="*/ 56384 h 270444"/>
                <a:gd name="connsiteX1" fmla="*/ 38819 w 235795"/>
                <a:gd name="connsiteY1" fmla="*/ 17565 h 270444"/>
                <a:gd name="connsiteX2" fmla="*/ 164459 w 235795"/>
                <a:gd name="connsiteY2" fmla="*/ 7102 h 270444"/>
                <a:gd name="connsiteX3" fmla="*/ 188295 w 235795"/>
                <a:gd name="connsiteY3" fmla="*/ 255007 h 270444"/>
                <a:gd name="connsiteX4" fmla="*/ 38819 w 235795"/>
                <a:gd name="connsiteY4" fmla="*/ 270444 h 270444"/>
                <a:gd name="connsiteX5" fmla="*/ 0 w 235795"/>
                <a:gd name="connsiteY5" fmla="*/ 231625 h 270444"/>
                <a:gd name="connsiteX6" fmla="*/ 0 w 235795"/>
                <a:gd name="connsiteY6" fmla="*/ 56384 h 270444"/>
                <a:gd name="connsiteX0" fmla="*/ 21890 w 235797"/>
                <a:gd name="connsiteY0" fmla="*/ 122504 h 270444"/>
                <a:gd name="connsiteX1" fmla="*/ 38819 w 235797"/>
                <a:gd name="connsiteY1" fmla="*/ 17565 h 270444"/>
                <a:gd name="connsiteX2" fmla="*/ 164459 w 235797"/>
                <a:gd name="connsiteY2" fmla="*/ 7102 h 270444"/>
                <a:gd name="connsiteX3" fmla="*/ 188295 w 235797"/>
                <a:gd name="connsiteY3" fmla="*/ 255007 h 270444"/>
                <a:gd name="connsiteX4" fmla="*/ 38819 w 235797"/>
                <a:gd name="connsiteY4" fmla="*/ 270444 h 270444"/>
                <a:gd name="connsiteX5" fmla="*/ 0 w 235797"/>
                <a:gd name="connsiteY5" fmla="*/ 231625 h 270444"/>
                <a:gd name="connsiteX6" fmla="*/ 21890 w 235797"/>
                <a:gd name="connsiteY6" fmla="*/ 122504 h 270444"/>
                <a:gd name="connsiteX0" fmla="*/ 47010 w 260915"/>
                <a:gd name="connsiteY0" fmla="*/ 118449 h 266389"/>
                <a:gd name="connsiteX1" fmla="*/ 4389 w 260915"/>
                <a:gd name="connsiteY1" fmla="*/ 74011 h 266389"/>
                <a:gd name="connsiteX2" fmla="*/ 189579 w 260915"/>
                <a:gd name="connsiteY2" fmla="*/ 3047 h 266389"/>
                <a:gd name="connsiteX3" fmla="*/ 213415 w 260915"/>
                <a:gd name="connsiteY3" fmla="*/ 250952 h 266389"/>
                <a:gd name="connsiteX4" fmla="*/ 63939 w 260915"/>
                <a:gd name="connsiteY4" fmla="*/ 266389 h 266389"/>
                <a:gd name="connsiteX5" fmla="*/ 25120 w 260915"/>
                <a:gd name="connsiteY5" fmla="*/ 227570 h 266389"/>
                <a:gd name="connsiteX6" fmla="*/ 47010 w 260915"/>
                <a:gd name="connsiteY6" fmla="*/ 118449 h 266389"/>
                <a:gd name="connsiteX0" fmla="*/ 47010 w 260917"/>
                <a:gd name="connsiteY0" fmla="*/ 121891 h 269831"/>
                <a:gd name="connsiteX1" fmla="*/ 4389 w 260917"/>
                <a:gd name="connsiteY1" fmla="*/ 77453 h 269831"/>
                <a:gd name="connsiteX2" fmla="*/ 189579 w 260917"/>
                <a:gd name="connsiteY2" fmla="*/ 6489 h 269831"/>
                <a:gd name="connsiteX3" fmla="*/ 213415 w 260917"/>
                <a:gd name="connsiteY3" fmla="*/ 254394 h 269831"/>
                <a:gd name="connsiteX4" fmla="*/ 63939 w 260917"/>
                <a:gd name="connsiteY4" fmla="*/ 269831 h 269831"/>
                <a:gd name="connsiteX5" fmla="*/ 25120 w 260917"/>
                <a:gd name="connsiteY5" fmla="*/ 231012 h 269831"/>
                <a:gd name="connsiteX6" fmla="*/ 47010 w 260917"/>
                <a:gd name="connsiteY6" fmla="*/ 121891 h 269831"/>
                <a:gd name="connsiteX0" fmla="*/ 47010 w 262505"/>
                <a:gd name="connsiteY0" fmla="*/ 117056 h 264996"/>
                <a:gd name="connsiteX1" fmla="*/ 4389 w 262505"/>
                <a:gd name="connsiteY1" fmla="*/ 72618 h 264996"/>
                <a:gd name="connsiteX2" fmla="*/ 193127 w 262505"/>
                <a:gd name="connsiteY2" fmla="*/ 7191 h 264996"/>
                <a:gd name="connsiteX3" fmla="*/ 213415 w 262505"/>
                <a:gd name="connsiteY3" fmla="*/ 249559 h 264996"/>
                <a:gd name="connsiteX4" fmla="*/ 63939 w 262505"/>
                <a:gd name="connsiteY4" fmla="*/ 264996 h 264996"/>
                <a:gd name="connsiteX5" fmla="*/ 25120 w 262505"/>
                <a:gd name="connsiteY5" fmla="*/ 226177 h 264996"/>
                <a:gd name="connsiteX6" fmla="*/ 47010 w 262505"/>
                <a:gd name="connsiteY6" fmla="*/ 117056 h 264996"/>
                <a:gd name="connsiteX0" fmla="*/ 43088 w 258583"/>
                <a:gd name="connsiteY0" fmla="*/ 117056 h 264996"/>
                <a:gd name="connsiteX1" fmla="*/ 467 w 258583"/>
                <a:gd name="connsiteY1" fmla="*/ 72618 h 264996"/>
                <a:gd name="connsiteX2" fmla="*/ 189205 w 258583"/>
                <a:gd name="connsiteY2" fmla="*/ 7191 h 264996"/>
                <a:gd name="connsiteX3" fmla="*/ 209493 w 258583"/>
                <a:gd name="connsiteY3" fmla="*/ 249559 h 264996"/>
                <a:gd name="connsiteX4" fmla="*/ 60017 w 258583"/>
                <a:gd name="connsiteY4" fmla="*/ 264996 h 264996"/>
                <a:gd name="connsiteX5" fmla="*/ 21198 w 258583"/>
                <a:gd name="connsiteY5" fmla="*/ 226177 h 264996"/>
                <a:gd name="connsiteX6" fmla="*/ 43088 w 258583"/>
                <a:gd name="connsiteY6" fmla="*/ 117056 h 264996"/>
                <a:gd name="connsiteX0" fmla="*/ 48838 w 258536"/>
                <a:gd name="connsiteY0" fmla="*/ 132494 h 264996"/>
                <a:gd name="connsiteX1" fmla="*/ 420 w 258536"/>
                <a:gd name="connsiteY1" fmla="*/ 72618 h 264996"/>
                <a:gd name="connsiteX2" fmla="*/ 189158 w 258536"/>
                <a:gd name="connsiteY2" fmla="*/ 7191 h 264996"/>
                <a:gd name="connsiteX3" fmla="*/ 209446 w 258536"/>
                <a:gd name="connsiteY3" fmla="*/ 249559 h 264996"/>
                <a:gd name="connsiteX4" fmla="*/ 59970 w 258536"/>
                <a:gd name="connsiteY4" fmla="*/ 264996 h 264996"/>
                <a:gd name="connsiteX5" fmla="*/ 21151 w 258536"/>
                <a:gd name="connsiteY5" fmla="*/ 226177 h 264996"/>
                <a:gd name="connsiteX6" fmla="*/ 48838 w 258536"/>
                <a:gd name="connsiteY6" fmla="*/ 132494 h 264996"/>
                <a:gd name="connsiteX0" fmla="*/ 31874 w 258711"/>
                <a:gd name="connsiteY0" fmla="*/ 137716 h 264996"/>
                <a:gd name="connsiteX1" fmla="*/ 595 w 258711"/>
                <a:gd name="connsiteY1" fmla="*/ 72618 h 264996"/>
                <a:gd name="connsiteX2" fmla="*/ 189333 w 258711"/>
                <a:gd name="connsiteY2" fmla="*/ 7191 h 264996"/>
                <a:gd name="connsiteX3" fmla="*/ 209621 w 258711"/>
                <a:gd name="connsiteY3" fmla="*/ 249559 h 264996"/>
                <a:gd name="connsiteX4" fmla="*/ 60145 w 258711"/>
                <a:gd name="connsiteY4" fmla="*/ 264996 h 264996"/>
                <a:gd name="connsiteX5" fmla="*/ 21326 w 258711"/>
                <a:gd name="connsiteY5" fmla="*/ 226177 h 264996"/>
                <a:gd name="connsiteX6" fmla="*/ 31874 w 258711"/>
                <a:gd name="connsiteY6" fmla="*/ 137716 h 264996"/>
                <a:gd name="connsiteX0" fmla="*/ 31876 w 258713"/>
                <a:gd name="connsiteY0" fmla="*/ 137716 h 249559"/>
                <a:gd name="connsiteX1" fmla="*/ 597 w 258713"/>
                <a:gd name="connsiteY1" fmla="*/ 72618 h 249559"/>
                <a:gd name="connsiteX2" fmla="*/ 189335 w 258713"/>
                <a:gd name="connsiteY2" fmla="*/ 7191 h 249559"/>
                <a:gd name="connsiteX3" fmla="*/ 209623 w 258713"/>
                <a:gd name="connsiteY3" fmla="*/ 249559 h 249559"/>
                <a:gd name="connsiteX4" fmla="*/ 21328 w 258713"/>
                <a:gd name="connsiteY4" fmla="*/ 226177 h 249559"/>
                <a:gd name="connsiteX5" fmla="*/ 31876 w 258713"/>
                <a:gd name="connsiteY5" fmla="*/ 137716 h 249559"/>
                <a:gd name="connsiteX0" fmla="*/ 31876 w 258713"/>
                <a:gd name="connsiteY0" fmla="*/ 137716 h 282816"/>
                <a:gd name="connsiteX1" fmla="*/ 597 w 258713"/>
                <a:gd name="connsiteY1" fmla="*/ 72618 h 282816"/>
                <a:gd name="connsiteX2" fmla="*/ 189335 w 258713"/>
                <a:gd name="connsiteY2" fmla="*/ 7191 h 282816"/>
                <a:gd name="connsiteX3" fmla="*/ 209623 w 258713"/>
                <a:gd name="connsiteY3" fmla="*/ 249559 h 282816"/>
                <a:gd name="connsiteX4" fmla="*/ 21328 w 258713"/>
                <a:gd name="connsiteY4" fmla="*/ 226177 h 282816"/>
                <a:gd name="connsiteX5" fmla="*/ 31876 w 258713"/>
                <a:gd name="connsiteY5" fmla="*/ 137716 h 282816"/>
                <a:gd name="connsiteX0" fmla="*/ 31876 w 258713"/>
                <a:gd name="connsiteY0" fmla="*/ 137716 h 293030"/>
                <a:gd name="connsiteX1" fmla="*/ 597 w 258713"/>
                <a:gd name="connsiteY1" fmla="*/ 72618 h 293030"/>
                <a:gd name="connsiteX2" fmla="*/ 189335 w 258713"/>
                <a:gd name="connsiteY2" fmla="*/ 7191 h 293030"/>
                <a:gd name="connsiteX3" fmla="*/ 209623 w 258713"/>
                <a:gd name="connsiteY3" fmla="*/ 249559 h 293030"/>
                <a:gd name="connsiteX4" fmla="*/ 21328 w 258713"/>
                <a:gd name="connsiteY4" fmla="*/ 226177 h 293030"/>
                <a:gd name="connsiteX5" fmla="*/ 31876 w 258713"/>
                <a:gd name="connsiteY5" fmla="*/ 137716 h 293030"/>
                <a:gd name="connsiteX0" fmla="*/ 31876 w 258713"/>
                <a:gd name="connsiteY0" fmla="*/ 137716 h 275762"/>
                <a:gd name="connsiteX1" fmla="*/ 597 w 258713"/>
                <a:gd name="connsiteY1" fmla="*/ 72618 h 275762"/>
                <a:gd name="connsiteX2" fmla="*/ 189335 w 258713"/>
                <a:gd name="connsiteY2" fmla="*/ 7191 h 275762"/>
                <a:gd name="connsiteX3" fmla="*/ 209623 w 258713"/>
                <a:gd name="connsiteY3" fmla="*/ 249559 h 275762"/>
                <a:gd name="connsiteX4" fmla="*/ 21328 w 258713"/>
                <a:gd name="connsiteY4" fmla="*/ 226177 h 275762"/>
                <a:gd name="connsiteX5" fmla="*/ 31876 w 258713"/>
                <a:gd name="connsiteY5" fmla="*/ 137716 h 275762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713" h="280615">
                  <a:moveTo>
                    <a:pt x="31876" y="137716"/>
                  </a:moveTo>
                  <a:cubicBezTo>
                    <a:pt x="31876" y="116277"/>
                    <a:pt x="-5097" y="141934"/>
                    <a:pt x="597" y="72618"/>
                  </a:cubicBezTo>
                  <a:cubicBezTo>
                    <a:pt x="36911" y="11178"/>
                    <a:pt x="106867" y="-13519"/>
                    <a:pt x="189335" y="7191"/>
                  </a:cubicBezTo>
                  <a:cubicBezTo>
                    <a:pt x="279181" y="70601"/>
                    <a:pt x="277202" y="163317"/>
                    <a:pt x="209623" y="249559"/>
                  </a:cubicBezTo>
                  <a:cubicBezTo>
                    <a:pt x="189781" y="289566"/>
                    <a:pt x="85297" y="299778"/>
                    <a:pt x="21328" y="226177"/>
                  </a:cubicBezTo>
                  <a:cubicBezTo>
                    <a:pt x="-17474" y="181793"/>
                    <a:pt x="28360" y="167203"/>
                    <a:pt x="31876" y="137716"/>
                  </a:cubicBezTo>
                  <a:close/>
                </a:path>
              </a:pathLst>
            </a:custGeom>
            <a:solidFill>
              <a:srgbClr val="103D4D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1200" name="圆角矩形 25">
              <a:extLst>
                <a:ext uri="{FF2B5EF4-FFF2-40B4-BE49-F238E27FC236}">
                  <a16:creationId xmlns:a16="http://schemas.microsoft.com/office/drawing/2014/main" id="{E2825B0A-A014-C330-A5DD-7E6285F87A48}"/>
                </a:ext>
              </a:extLst>
            </p:cNvPr>
            <p:cNvSpPr/>
            <p:nvPr/>
          </p:nvSpPr>
          <p:spPr>
            <a:xfrm rot="20700000">
              <a:off x="6836465" y="5146518"/>
              <a:ext cx="186783" cy="242319"/>
            </a:xfrm>
            <a:custGeom>
              <a:avLst/>
              <a:gdLst>
                <a:gd name="connsiteX0" fmla="*/ 0 w 232911"/>
                <a:gd name="connsiteY0" fmla="*/ 38819 h 252879"/>
                <a:gd name="connsiteX1" fmla="*/ 38819 w 232911"/>
                <a:gd name="connsiteY1" fmla="*/ 0 h 252879"/>
                <a:gd name="connsiteX2" fmla="*/ 194092 w 232911"/>
                <a:gd name="connsiteY2" fmla="*/ 0 h 252879"/>
                <a:gd name="connsiteX3" fmla="*/ 232911 w 232911"/>
                <a:gd name="connsiteY3" fmla="*/ 38819 h 252879"/>
                <a:gd name="connsiteX4" fmla="*/ 232911 w 232911"/>
                <a:gd name="connsiteY4" fmla="*/ 214060 h 252879"/>
                <a:gd name="connsiteX5" fmla="*/ 194092 w 232911"/>
                <a:gd name="connsiteY5" fmla="*/ 252879 h 252879"/>
                <a:gd name="connsiteX6" fmla="*/ 38819 w 232911"/>
                <a:gd name="connsiteY6" fmla="*/ 252879 h 252879"/>
                <a:gd name="connsiteX7" fmla="*/ 0 w 232911"/>
                <a:gd name="connsiteY7" fmla="*/ 214060 h 252879"/>
                <a:gd name="connsiteX8" fmla="*/ 0 w 232911"/>
                <a:gd name="connsiteY8" fmla="*/ 38819 h 252879"/>
                <a:gd name="connsiteX0" fmla="*/ 0 w 232911"/>
                <a:gd name="connsiteY0" fmla="*/ 58756 h 272816"/>
                <a:gd name="connsiteX1" fmla="*/ 38819 w 232911"/>
                <a:gd name="connsiteY1" fmla="*/ 19937 h 272816"/>
                <a:gd name="connsiteX2" fmla="*/ 168755 w 232911"/>
                <a:gd name="connsiteY2" fmla="*/ 0 h 272816"/>
                <a:gd name="connsiteX3" fmla="*/ 232911 w 232911"/>
                <a:gd name="connsiteY3" fmla="*/ 58756 h 272816"/>
                <a:gd name="connsiteX4" fmla="*/ 232911 w 232911"/>
                <a:gd name="connsiteY4" fmla="*/ 233997 h 272816"/>
                <a:gd name="connsiteX5" fmla="*/ 194092 w 232911"/>
                <a:gd name="connsiteY5" fmla="*/ 272816 h 272816"/>
                <a:gd name="connsiteX6" fmla="*/ 38819 w 232911"/>
                <a:gd name="connsiteY6" fmla="*/ 272816 h 272816"/>
                <a:gd name="connsiteX7" fmla="*/ 0 w 232911"/>
                <a:gd name="connsiteY7" fmla="*/ 233997 h 272816"/>
                <a:gd name="connsiteX8" fmla="*/ 0 w 232911"/>
                <a:gd name="connsiteY8" fmla="*/ 58756 h 272816"/>
                <a:gd name="connsiteX0" fmla="*/ 0 w 232911"/>
                <a:gd name="connsiteY0" fmla="*/ 70500 h 284560"/>
                <a:gd name="connsiteX1" fmla="*/ 38819 w 232911"/>
                <a:gd name="connsiteY1" fmla="*/ 31681 h 284560"/>
                <a:gd name="connsiteX2" fmla="*/ 168755 w 232911"/>
                <a:gd name="connsiteY2" fmla="*/ 11744 h 284560"/>
                <a:gd name="connsiteX3" fmla="*/ 232911 w 232911"/>
                <a:gd name="connsiteY3" fmla="*/ 70500 h 284560"/>
                <a:gd name="connsiteX4" fmla="*/ 232911 w 232911"/>
                <a:gd name="connsiteY4" fmla="*/ 245741 h 284560"/>
                <a:gd name="connsiteX5" fmla="*/ 194092 w 232911"/>
                <a:gd name="connsiteY5" fmla="*/ 284560 h 284560"/>
                <a:gd name="connsiteX6" fmla="*/ 38819 w 232911"/>
                <a:gd name="connsiteY6" fmla="*/ 284560 h 284560"/>
                <a:gd name="connsiteX7" fmla="*/ 0 w 232911"/>
                <a:gd name="connsiteY7" fmla="*/ 245741 h 284560"/>
                <a:gd name="connsiteX8" fmla="*/ 0 w 232911"/>
                <a:gd name="connsiteY8" fmla="*/ 70500 h 284560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232911 w 232911"/>
                <a:gd name="connsiteY4" fmla="*/ 253607 h 292426"/>
                <a:gd name="connsiteX5" fmla="*/ 194092 w 232911"/>
                <a:gd name="connsiteY5" fmla="*/ 292426 h 292426"/>
                <a:gd name="connsiteX6" fmla="*/ 38819 w 232911"/>
                <a:gd name="connsiteY6" fmla="*/ 292426 h 292426"/>
                <a:gd name="connsiteX7" fmla="*/ 0 w 232911"/>
                <a:gd name="connsiteY7" fmla="*/ 253607 h 292426"/>
                <a:gd name="connsiteX8" fmla="*/ 0 w 232911"/>
                <a:gd name="connsiteY8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94092 w 232911"/>
                <a:gd name="connsiteY4" fmla="*/ 292426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38821 h 252881"/>
                <a:gd name="connsiteX1" fmla="*/ 38819 w 232911"/>
                <a:gd name="connsiteY1" fmla="*/ 2 h 252881"/>
                <a:gd name="connsiteX2" fmla="*/ 232911 w 232911"/>
                <a:gd name="connsiteY2" fmla="*/ 38821 h 252881"/>
                <a:gd name="connsiteX3" fmla="*/ 188295 w 232911"/>
                <a:gd name="connsiteY3" fmla="*/ 237444 h 252881"/>
                <a:gd name="connsiteX4" fmla="*/ 38819 w 232911"/>
                <a:gd name="connsiteY4" fmla="*/ 252881 h 252881"/>
                <a:gd name="connsiteX5" fmla="*/ 0 w 232911"/>
                <a:gd name="connsiteY5" fmla="*/ 214062 h 252881"/>
                <a:gd name="connsiteX6" fmla="*/ 0 w 232911"/>
                <a:gd name="connsiteY6" fmla="*/ 38821 h 252881"/>
                <a:gd name="connsiteX0" fmla="*/ 0 w 210421"/>
                <a:gd name="connsiteY0" fmla="*/ 54480 h 268540"/>
                <a:gd name="connsiteX1" fmla="*/ 38819 w 210421"/>
                <a:gd name="connsiteY1" fmla="*/ 15661 h 268540"/>
                <a:gd name="connsiteX2" fmla="*/ 160564 w 210421"/>
                <a:gd name="connsiteY2" fmla="*/ 18297 h 268540"/>
                <a:gd name="connsiteX3" fmla="*/ 188295 w 210421"/>
                <a:gd name="connsiteY3" fmla="*/ 253103 h 268540"/>
                <a:gd name="connsiteX4" fmla="*/ 38819 w 210421"/>
                <a:gd name="connsiteY4" fmla="*/ 268540 h 268540"/>
                <a:gd name="connsiteX5" fmla="*/ 0 w 210421"/>
                <a:gd name="connsiteY5" fmla="*/ 229721 h 268540"/>
                <a:gd name="connsiteX6" fmla="*/ 0 w 210421"/>
                <a:gd name="connsiteY6" fmla="*/ 54480 h 268540"/>
                <a:gd name="connsiteX0" fmla="*/ 0 w 241900"/>
                <a:gd name="connsiteY0" fmla="*/ 54481 h 268541"/>
                <a:gd name="connsiteX1" fmla="*/ 38819 w 241900"/>
                <a:gd name="connsiteY1" fmla="*/ 15662 h 268541"/>
                <a:gd name="connsiteX2" fmla="*/ 160564 w 241900"/>
                <a:gd name="connsiteY2" fmla="*/ 18298 h 268541"/>
                <a:gd name="connsiteX3" fmla="*/ 188295 w 241900"/>
                <a:gd name="connsiteY3" fmla="*/ 253104 h 268541"/>
                <a:gd name="connsiteX4" fmla="*/ 38819 w 241900"/>
                <a:gd name="connsiteY4" fmla="*/ 268541 h 268541"/>
                <a:gd name="connsiteX5" fmla="*/ 0 w 241900"/>
                <a:gd name="connsiteY5" fmla="*/ 229722 h 268541"/>
                <a:gd name="connsiteX6" fmla="*/ 0 w 241900"/>
                <a:gd name="connsiteY6" fmla="*/ 54481 h 268541"/>
                <a:gd name="connsiteX0" fmla="*/ 0 w 234120"/>
                <a:gd name="connsiteY0" fmla="*/ 54481 h 268541"/>
                <a:gd name="connsiteX1" fmla="*/ 38819 w 234120"/>
                <a:gd name="connsiteY1" fmla="*/ 15662 h 268541"/>
                <a:gd name="connsiteX2" fmla="*/ 160564 w 234120"/>
                <a:gd name="connsiteY2" fmla="*/ 18298 h 268541"/>
                <a:gd name="connsiteX3" fmla="*/ 188295 w 234120"/>
                <a:gd name="connsiteY3" fmla="*/ 253104 h 268541"/>
                <a:gd name="connsiteX4" fmla="*/ 38819 w 234120"/>
                <a:gd name="connsiteY4" fmla="*/ 268541 h 268541"/>
                <a:gd name="connsiteX5" fmla="*/ 0 w 234120"/>
                <a:gd name="connsiteY5" fmla="*/ 229722 h 268541"/>
                <a:gd name="connsiteX6" fmla="*/ 0 w 234120"/>
                <a:gd name="connsiteY6" fmla="*/ 54481 h 268541"/>
                <a:gd name="connsiteX0" fmla="*/ 0 w 234122"/>
                <a:gd name="connsiteY0" fmla="*/ 46125 h 260185"/>
                <a:gd name="connsiteX1" fmla="*/ 38819 w 234122"/>
                <a:gd name="connsiteY1" fmla="*/ 7306 h 260185"/>
                <a:gd name="connsiteX2" fmla="*/ 160564 w 234122"/>
                <a:gd name="connsiteY2" fmla="*/ 9942 h 260185"/>
                <a:gd name="connsiteX3" fmla="*/ 188295 w 234122"/>
                <a:gd name="connsiteY3" fmla="*/ 244748 h 260185"/>
                <a:gd name="connsiteX4" fmla="*/ 38819 w 234122"/>
                <a:gd name="connsiteY4" fmla="*/ 260185 h 260185"/>
                <a:gd name="connsiteX5" fmla="*/ 0 w 234122"/>
                <a:gd name="connsiteY5" fmla="*/ 221366 h 260185"/>
                <a:gd name="connsiteX6" fmla="*/ 0 w 234122"/>
                <a:gd name="connsiteY6" fmla="*/ 46125 h 260185"/>
                <a:gd name="connsiteX0" fmla="*/ 0 w 235795"/>
                <a:gd name="connsiteY0" fmla="*/ 56384 h 270444"/>
                <a:gd name="connsiteX1" fmla="*/ 38819 w 235795"/>
                <a:gd name="connsiteY1" fmla="*/ 17565 h 270444"/>
                <a:gd name="connsiteX2" fmla="*/ 164459 w 235795"/>
                <a:gd name="connsiteY2" fmla="*/ 7102 h 270444"/>
                <a:gd name="connsiteX3" fmla="*/ 188295 w 235795"/>
                <a:gd name="connsiteY3" fmla="*/ 255007 h 270444"/>
                <a:gd name="connsiteX4" fmla="*/ 38819 w 235795"/>
                <a:gd name="connsiteY4" fmla="*/ 270444 h 270444"/>
                <a:gd name="connsiteX5" fmla="*/ 0 w 235795"/>
                <a:gd name="connsiteY5" fmla="*/ 231625 h 270444"/>
                <a:gd name="connsiteX6" fmla="*/ 0 w 235795"/>
                <a:gd name="connsiteY6" fmla="*/ 56384 h 270444"/>
                <a:gd name="connsiteX0" fmla="*/ 21890 w 235797"/>
                <a:gd name="connsiteY0" fmla="*/ 122504 h 270444"/>
                <a:gd name="connsiteX1" fmla="*/ 38819 w 235797"/>
                <a:gd name="connsiteY1" fmla="*/ 17565 h 270444"/>
                <a:gd name="connsiteX2" fmla="*/ 164459 w 235797"/>
                <a:gd name="connsiteY2" fmla="*/ 7102 h 270444"/>
                <a:gd name="connsiteX3" fmla="*/ 188295 w 235797"/>
                <a:gd name="connsiteY3" fmla="*/ 255007 h 270444"/>
                <a:gd name="connsiteX4" fmla="*/ 38819 w 235797"/>
                <a:gd name="connsiteY4" fmla="*/ 270444 h 270444"/>
                <a:gd name="connsiteX5" fmla="*/ 0 w 235797"/>
                <a:gd name="connsiteY5" fmla="*/ 231625 h 270444"/>
                <a:gd name="connsiteX6" fmla="*/ 21890 w 235797"/>
                <a:gd name="connsiteY6" fmla="*/ 122504 h 270444"/>
                <a:gd name="connsiteX0" fmla="*/ 47010 w 260915"/>
                <a:gd name="connsiteY0" fmla="*/ 118449 h 266389"/>
                <a:gd name="connsiteX1" fmla="*/ 4389 w 260915"/>
                <a:gd name="connsiteY1" fmla="*/ 74011 h 266389"/>
                <a:gd name="connsiteX2" fmla="*/ 189579 w 260915"/>
                <a:gd name="connsiteY2" fmla="*/ 3047 h 266389"/>
                <a:gd name="connsiteX3" fmla="*/ 213415 w 260915"/>
                <a:gd name="connsiteY3" fmla="*/ 250952 h 266389"/>
                <a:gd name="connsiteX4" fmla="*/ 63939 w 260915"/>
                <a:gd name="connsiteY4" fmla="*/ 266389 h 266389"/>
                <a:gd name="connsiteX5" fmla="*/ 25120 w 260915"/>
                <a:gd name="connsiteY5" fmla="*/ 227570 h 266389"/>
                <a:gd name="connsiteX6" fmla="*/ 47010 w 260915"/>
                <a:gd name="connsiteY6" fmla="*/ 118449 h 266389"/>
                <a:gd name="connsiteX0" fmla="*/ 47010 w 260917"/>
                <a:gd name="connsiteY0" fmla="*/ 121891 h 269831"/>
                <a:gd name="connsiteX1" fmla="*/ 4389 w 260917"/>
                <a:gd name="connsiteY1" fmla="*/ 77453 h 269831"/>
                <a:gd name="connsiteX2" fmla="*/ 189579 w 260917"/>
                <a:gd name="connsiteY2" fmla="*/ 6489 h 269831"/>
                <a:gd name="connsiteX3" fmla="*/ 213415 w 260917"/>
                <a:gd name="connsiteY3" fmla="*/ 254394 h 269831"/>
                <a:gd name="connsiteX4" fmla="*/ 63939 w 260917"/>
                <a:gd name="connsiteY4" fmla="*/ 269831 h 269831"/>
                <a:gd name="connsiteX5" fmla="*/ 25120 w 260917"/>
                <a:gd name="connsiteY5" fmla="*/ 231012 h 269831"/>
                <a:gd name="connsiteX6" fmla="*/ 47010 w 260917"/>
                <a:gd name="connsiteY6" fmla="*/ 121891 h 269831"/>
                <a:gd name="connsiteX0" fmla="*/ 47010 w 262505"/>
                <a:gd name="connsiteY0" fmla="*/ 117056 h 264996"/>
                <a:gd name="connsiteX1" fmla="*/ 4389 w 262505"/>
                <a:gd name="connsiteY1" fmla="*/ 72618 h 264996"/>
                <a:gd name="connsiteX2" fmla="*/ 193127 w 262505"/>
                <a:gd name="connsiteY2" fmla="*/ 7191 h 264996"/>
                <a:gd name="connsiteX3" fmla="*/ 213415 w 262505"/>
                <a:gd name="connsiteY3" fmla="*/ 249559 h 264996"/>
                <a:gd name="connsiteX4" fmla="*/ 63939 w 262505"/>
                <a:gd name="connsiteY4" fmla="*/ 264996 h 264996"/>
                <a:gd name="connsiteX5" fmla="*/ 25120 w 262505"/>
                <a:gd name="connsiteY5" fmla="*/ 226177 h 264996"/>
                <a:gd name="connsiteX6" fmla="*/ 47010 w 262505"/>
                <a:gd name="connsiteY6" fmla="*/ 117056 h 264996"/>
                <a:gd name="connsiteX0" fmla="*/ 43088 w 258583"/>
                <a:gd name="connsiteY0" fmla="*/ 117056 h 264996"/>
                <a:gd name="connsiteX1" fmla="*/ 467 w 258583"/>
                <a:gd name="connsiteY1" fmla="*/ 72618 h 264996"/>
                <a:gd name="connsiteX2" fmla="*/ 189205 w 258583"/>
                <a:gd name="connsiteY2" fmla="*/ 7191 h 264996"/>
                <a:gd name="connsiteX3" fmla="*/ 209493 w 258583"/>
                <a:gd name="connsiteY3" fmla="*/ 249559 h 264996"/>
                <a:gd name="connsiteX4" fmla="*/ 60017 w 258583"/>
                <a:gd name="connsiteY4" fmla="*/ 264996 h 264996"/>
                <a:gd name="connsiteX5" fmla="*/ 21198 w 258583"/>
                <a:gd name="connsiteY5" fmla="*/ 226177 h 264996"/>
                <a:gd name="connsiteX6" fmla="*/ 43088 w 258583"/>
                <a:gd name="connsiteY6" fmla="*/ 117056 h 264996"/>
                <a:gd name="connsiteX0" fmla="*/ 48838 w 258536"/>
                <a:gd name="connsiteY0" fmla="*/ 132494 h 264996"/>
                <a:gd name="connsiteX1" fmla="*/ 420 w 258536"/>
                <a:gd name="connsiteY1" fmla="*/ 72618 h 264996"/>
                <a:gd name="connsiteX2" fmla="*/ 189158 w 258536"/>
                <a:gd name="connsiteY2" fmla="*/ 7191 h 264996"/>
                <a:gd name="connsiteX3" fmla="*/ 209446 w 258536"/>
                <a:gd name="connsiteY3" fmla="*/ 249559 h 264996"/>
                <a:gd name="connsiteX4" fmla="*/ 59970 w 258536"/>
                <a:gd name="connsiteY4" fmla="*/ 264996 h 264996"/>
                <a:gd name="connsiteX5" fmla="*/ 21151 w 258536"/>
                <a:gd name="connsiteY5" fmla="*/ 226177 h 264996"/>
                <a:gd name="connsiteX6" fmla="*/ 48838 w 258536"/>
                <a:gd name="connsiteY6" fmla="*/ 132494 h 264996"/>
                <a:gd name="connsiteX0" fmla="*/ 31874 w 258711"/>
                <a:gd name="connsiteY0" fmla="*/ 137716 h 264996"/>
                <a:gd name="connsiteX1" fmla="*/ 595 w 258711"/>
                <a:gd name="connsiteY1" fmla="*/ 72618 h 264996"/>
                <a:gd name="connsiteX2" fmla="*/ 189333 w 258711"/>
                <a:gd name="connsiteY2" fmla="*/ 7191 h 264996"/>
                <a:gd name="connsiteX3" fmla="*/ 209621 w 258711"/>
                <a:gd name="connsiteY3" fmla="*/ 249559 h 264996"/>
                <a:gd name="connsiteX4" fmla="*/ 60145 w 258711"/>
                <a:gd name="connsiteY4" fmla="*/ 264996 h 264996"/>
                <a:gd name="connsiteX5" fmla="*/ 21326 w 258711"/>
                <a:gd name="connsiteY5" fmla="*/ 226177 h 264996"/>
                <a:gd name="connsiteX6" fmla="*/ 31874 w 258711"/>
                <a:gd name="connsiteY6" fmla="*/ 137716 h 264996"/>
                <a:gd name="connsiteX0" fmla="*/ 31876 w 258713"/>
                <a:gd name="connsiteY0" fmla="*/ 137716 h 249559"/>
                <a:gd name="connsiteX1" fmla="*/ 597 w 258713"/>
                <a:gd name="connsiteY1" fmla="*/ 72618 h 249559"/>
                <a:gd name="connsiteX2" fmla="*/ 189335 w 258713"/>
                <a:gd name="connsiteY2" fmla="*/ 7191 h 249559"/>
                <a:gd name="connsiteX3" fmla="*/ 209623 w 258713"/>
                <a:gd name="connsiteY3" fmla="*/ 249559 h 249559"/>
                <a:gd name="connsiteX4" fmla="*/ 21328 w 258713"/>
                <a:gd name="connsiteY4" fmla="*/ 226177 h 249559"/>
                <a:gd name="connsiteX5" fmla="*/ 31876 w 258713"/>
                <a:gd name="connsiteY5" fmla="*/ 137716 h 249559"/>
                <a:gd name="connsiteX0" fmla="*/ 31876 w 258713"/>
                <a:gd name="connsiteY0" fmla="*/ 137716 h 282816"/>
                <a:gd name="connsiteX1" fmla="*/ 597 w 258713"/>
                <a:gd name="connsiteY1" fmla="*/ 72618 h 282816"/>
                <a:gd name="connsiteX2" fmla="*/ 189335 w 258713"/>
                <a:gd name="connsiteY2" fmla="*/ 7191 h 282816"/>
                <a:gd name="connsiteX3" fmla="*/ 209623 w 258713"/>
                <a:gd name="connsiteY3" fmla="*/ 249559 h 282816"/>
                <a:gd name="connsiteX4" fmla="*/ 21328 w 258713"/>
                <a:gd name="connsiteY4" fmla="*/ 226177 h 282816"/>
                <a:gd name="connsiteX5" fmla="*/ 31876 w 258713"/>
                <a:gd name="connsiteY5" fmla="*/ 137716 h 282816"/>
                <a:gd name="connsiteX0" fmla="*/ 31876 w 258713"/>
                <a:gd name="connsiteY0" fmla="*/ 137716 h 293030"/>
                <a:gd name="connsiteX1" fmla="*/ 597 w 258713"/>
                <a:gd name="connsiteY1" fmla="*/ 72618 h 293030"/>
                <a:gd name="connsiteX2" fmla="*/ 189335 w 258713"/>
                <a:gd name="connsiteY2" fmla="*/ 7191 h 293030"/>
                <a:gd name="connsiteX3" fmla="*/ 209623 w 258713"/>
                <a:gd name="connsiteY3" fmla="*/ 249559 h 293030"/>
                <a:gd name="connsiteX4" fmla="*/ 21328 w 258713"/>
                <a:gd name="connsiteY4" fmla="*/ 226177 h 293030"/>
                <a:gd name="connsiteX5" fmla="*/ 31876 w 258713"/>
                <a:gd name="connsiteY5" fmla="*/ 137716 h 293030"/>
                <a:gd name="connsiteX0" fmla="*/ 31876 w 258713"/>
                <a:gd name="connsiteY0" fmla="*/ 137716 h 275762"/>
                <a:gd name="connsiteX1" fmla="*/ 597 w 258713"/>
                <a:gd name="connsiteY1" fmla="*/ 72618 h 275762"/>
                <a:gd name="connsiteX2" fmla="*/ 189335 w 258713"/>
                <a:gd name="connsiteY2" fmla="*/ 7191 h 275762"/>
                <a:gd name="connsiteX3" fmla="*/ 209623 w 258713"/>
                <a:gd name="connsiteY3" fmla="*/ 249559 h 275762"/>
                <a:gd name="connsiteX4" fmla="*/ 21328 w 258713"/>
                <a:gd name="connsiteY4" fmla="*/ 226177 h 275762"/>
                <a:gd name="connsiteX5" fmla="*/ 31876 w 258713"/>
                <a:gd name="connsiteY5" fmla="*/ 137716 h 275762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713" h="280615">
                  <a:moveTo>
                    <a:pt x="31876" y="137716"/>
                  </a:moveTo>
                  <a:cubicBezTo>
                    <a:pt x="31876" y="116277"/>
                    <a:pt x="-5097" y="141934"/>
                    <a:pt x="597" y="72618"/>
                  </a:cubicBezTo>
                  <a:cubicBezTo>
                    <a:pt x="36911" y="11178"/>
                    <a:pt x="106867" y="-13519"/>
                    <a:pt x="189335" y="7191"/>
                  </a:cubicBezTo>
                  <a:cubicBezTo>
                    <a:pt x="279181" y="70601"/>
                    <a:pt x="277202" y="163317"/>
                    <a:pt x="209623" y="249559"/>
                  </a:cubicBezTo>
                  <a:cubicBezTo>
                    <a:pt x="189781" y="289566"/>
                    <a:pt x="85297" y="299778"/>
                    <a:pt x="21328" y="226177"/>
                  </a:cubicBezTo>
                  <a:cubicBezTo>
                    <a:pt x="-17474" y="181793"/>
                    <a:pt x="28360" y="167203"/>
                    <a:pt x="31876" y="137716"/>
                  </a:cubicBezTo>
                  <a:close/>
                </a:path>
              </a:pathLst>
            </a:custGeom>
            <a:solidFill>
              <a:srgbClr val="27555F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1201" name="椭圆 1200">
              <a:extLst>
                <a:ext uri="{FF2B5EF4-FFF2-40B4-BE49-F238E27FC236}">
                  <a16:creationId xmlns:a16="http://schemas.microsoft.com/office/drawing/2014/main" id="{839946FF-56D1-47E2-4F79-71950A4DF058}"/>
                </a:ext>
              </a:extLst>
            </p:cNvPr>
            <p:cNvSpPr/>
            <p:nvPr/>
          </p:nvSpPr>
          <p:spPr>
            <a:xfrm>
              <a:off x="6536529" y="4742332"/>
              <a:ext cx="295884" cy="295884"/>
            </a:xfrm>
            <a:prstGeom prst="ellipse">
              <a:avLst/>
            </a:prstGeom>
            <a:solidFill>
              <a:srgbClr val="C2E6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1202" name="椭圆 1201">
              <a:extLst>
                <a:ext uri="{FF2B5EF4-FFF2-40B4-BE49-F238E27FC236}">
                  <a16:creationId xmlns:a16="http://schemas.microsoft.com/office/drawing/2014/main" id="{050A6924-7BEA-74FA-A6A2-0CDF50E234C3}"/>
                </a:ext>
              </a:extLst>
            </p:cNvPr>
            <p:cNvSpPr/>
            <p:nvPr/>
          </p:nvSpPr>
          <p:spPr>
            <a:xfrm>
              <a:off x="6680550" y="4792797"/>
              <a:ext cx="80257" cy="802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1203" name="椭圆 30">
              <a:extLst>
                <a:ext uri="{FF2B5EF4-FFF2-40B4-BE49-F238E27FC236}">
                  <a16:creationId xmlns:a16="http://schemas.microsoft.com/office/drawing/2014/main" id="{7902C521-2E92-FF4C-1DBC-9C512BCF9DF5}"/>
                </a:ext>
              </a:extLst>
            </p:cNvPr>
            <p:cNvSpPr/>
            <p:nvPr/>
          </p:nvSpPr>
          <p:spPr>
            <a:xfrm rot="1800000">
              <a:off x="6575966" y="4756415"/>
              <a:ext cx="66455" cy="160975"/>
            </a:xfrm>
            <a:custGeom>
              <a:avLst/>
              <a:gdLst>
                <a:gd name="connsiteX0" fmla="*/ 0 w 65379"/>
                <a:gd name="connsiteY0" fmla="*/ 184976 h 369951"/>
                <a:gd name="connsiteX1" fmla="*/ 32690 w 65379"/>
                <a:gd name="connsiteY1" fmla="*/ 0 h 369951"/>
                <a:gd name="connsiteX2" fmla="*/ 65380 w 65379"/>
                <a:gd name="connsiteY2" fmla="*/ 184976 h 369951"/>
                <a:gd name="connsiteX3" fmla="*/ 32690 w 65379"/>
                <a:gd name="connsiteY3" fmla="*/ 369952 h 369951"/>
                <a:gd name="connsiteX4" fmla="*/ 0 w 65379"/>
                <a:gd name="connsiteY4" fmla="*/ 184976 h 369951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483"/>
                <a:gd name="connsiteY0" fmla="*/ 184976 h 369952"/>
                <a:gd name="connsiteX1" fmla="*/ 32690 w 65483"/>
                <a:gd name="connsiteY1" fmla="*/ 0 h 369952"/>
                <a:gd name="connsiteX2" fmla="*/ 65380 w 65483"/>
                <a:gd name="connsiteY2" fmla="*/ 184976 h 369952"/>
                <a:gd name="connsiteX3" fmla="*/ 32690 w 65483"/>
                <a:gd name="connsiteY3" fmla="*/ 369952 h 369952"/>
                <a:gd name="connsiteX4" fmla="*/ 0 w 65483"/>
                <a:gd name="connsiteY4" fmla="*/ 184976 h 369952"/>
                <a:gd name="connsiteX0" fmla="*/ 0 w 65483"/>
                <a:gd name="connsiteY0" fmla="*/ 184976 h 369952"/>
                <a:gd name="connsiteX1" fmla="*/ 32690 w 65483"/>
                <a:gd name="connsiteY1" fmla="*/ 0 h 369952"/>
                <a:gd name="connsiteX2" fmla="*/ 65380 w 65483"/>
                <a:gd name="connsiteY2" fmla="*/ 184976 h 369952"/>
                <a:gd name="connsiteX3" fmla="*/ 32690 w 65483"/>
                <a:gd name="connsiteY3" fmla="*/ 369952 h 369952"/>
                <a:gd name="connsiteX4" fmla="*/ 0 w 65483"/>
                <a:gd name="connsiteY4" fmla="*/ 184976 h 369952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80" h="369952">
                  <a:moveTo>
                    <a:pt x="0" y="184976"/>
                  </a:moveTo>
                  <a:cubicBezTo>
                    <a:pt x="0" y="82817"/>
                    <a:pt x="22185" y="13252"/>
                    <a:pt x="32690" y="0"/>
                  </a:cubicBezTo>
                  <a:cubicBezTo>
                    <a:pt x="35011" y="13252"/>
                    <a:pt x="65380" y="82817"/>
                    <a:pt x="65380" y="184976"/>
                  </a:cubicBezTo>
                  <a:cubicBezTo>
                    <a:pt x="65380" y="287135"/>
                    <a:pt x="37507" y="365534"/>
                    <a:pt x="32690" y="369952"/>
                  </a:cubicBezTo>
                  <a:cubicBezTo>
                    <a:pt x="21565" y="339030"/>
                    <a:pt x="0" y="287135"/>
                    <a:pt x="0" y="184976"/>
                  </a:cubicBezTo>
                  <a:close/>
                </a:path>
              </a:pathLst>
            </a:custGeom>
            <a:solidFill>
              <a:srgbClr val="54C9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pic>
          <p:nvPicPr>
            <p:cNvPr id="1204" name="图片 1203">
              <a:extLst>
                <a:ext uri="{FF2B5EF4-FFF2-40B4-BE49-F238E27FC236}">
                  <a16:creationId xmlns:a16="http://schemas.microsoft.com/office/drawing/2014/main" id="{10EB4481-824E-5EC2-9556-3B658B29A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16365" y="4846194"/>
              <a:ext cx="642047" cy="642047"/>
            </a:xfrm>
            <a:prstGeom prst="rect">
              <a:avLst/>
            </a:prstGeom>
          </p:spPr>
        </p:pic>
        <p:pic>
          <p:nvPicPr>
            <p:cNvPr id="1205" name="图片 1204">
              <a:extLst>
                <a:ext uri="{FF2B5EF4-FFF2-40B4-BE49-F238E27FC236}">
                  <a16:creationId xmlns:a16="http://schemas.microsoft.com/office/drawing/2014/main" id="{D414B425-EE92-4C24-5508-AF0337337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54077" y="4333639"/>
              <a:ext cx="724340" cy="724339"/>
            </a:xfrm>
            <a:prstGeom prst="rect">
              <a:avLst/>
            </a:prstGeom>
          </p:spPr>
        </p:pic>
      </p:grpSp>
      <p:sp>
        <p:nvSpPr>
          <p:cNvPr id="1228" name="文本框 1227">
            <a:extLst>
              <a:ext uri="{FF2B5EF4-FFF2-40B4-BE49-F238E27FC236}">
                <a16:creationId xmlns:a16="http://schemas.microsoft.com/office/drawing/2014/main" id="{B7553899-DB42-DC27-F350-25F60403B9AF}"/>
              </a:ext>
            </a:extLst>
          </p:cNvPr>
          <p:cNvSpPr txBox="1"/>
          <p:nvPr/>
        </p:nvSpPr>
        <p:spPr>
          <a:xfrm>
            <a:off x="4414093" y="4213908"/>
            <a:ext cx="1551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STIX Two Text SemiBold" pitchFamily="2" charset="0"/>
              </a:rPr>
              <a:t>Content Extraction</a:t>
            </a:r>
          </a:p>
        </p:txBody>
      </p:sp>
      <p:sp>
        <p:nvSpPr>
          <p:cNvPr id="1230" name="文本框 1229">
            <a:extLst>
              <a:ext uri="{FF2B5EF4-FFF2-40B4-BE49-F238E27FC236}">
                <a16:creationId xmlns:a16="http://schemas.microsoft.com/office/drawing/2014/main" id="{849A6C38-3C76-469D-FB0A-C9121FDDA32E}"/>
              </a:ext>
            </a:extLst>
          </p:cNvPr>
          <p:cNvSpPr txBox="1"/>
          <p:nvPr/>
        </p:nvSpPr>
        <p:spPr>
          <a:xfrm>
            <a:off x="6023608" y="4213908"/>
            <a:ext cx="19011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STIX Two Text SemiBold" pitchFamily="2" charset="0"/>
              </a:rPr>
              <a:t>Multi-Agent Content Synthesis</a:t>
            </a:r>
          </a:p>
        </p:txBody>
      </p:sp>
      <p:sp>
        <p:nvSpPr>
          <p:cNvPr id="1232" name="文本框 1231">
            <a:extLst>
              <a:ext uri="{FF2B5EF4-FFF2-40B4-BE49-F238E27FC236}">
                <a16:creationId xmlns:a16="http://schemas.microsoft.com/office/drawing/2014/main" id="{BCE0BC43-6999-B34C-8E70-BD92002A649E}"/>
              </a:ext>
            </a:extLst>
          </p:cNvPr>
          <p:cNvSpPr txBox="1"/>
          <p:nvPr/>
        </p:nvSpPr>
        <p:spPr>
          <a:xfrm>
            <a:off x="7913752" y="4213908"/>
            <a:ext cx="22954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STIX Two Text SemiBold" pitchFamily="2" charset="0"/>
              </a:rPr>
              <a:t>Platform-Specific Adaptation</a:t>
            </a:r>
          </a:p>
        </p:txBody>
      </p:sp>
      <p:grpSp>
        <p:nvGrpSpPr>
          <p:cNvPr id="1333" name="组合 1332">
            <a:extLst>
              <a:ext uri="{FF2B5EF4-FFF2-40B4-BE49-F238E27FC236}">
                <a16:creationId xmlns:a16="http://schemas.microsoft.com/office/drawing/2014/main" id="{EAAC2544-EF22-604B-DF0C-261D8DCEBD57}"/>
              </a:ext>
            </a:extLst>
          </p:cNvPr>
          <p:cNvGrpSpPr/>
          <p:nvPr/>
        </p:nvGrpSpPr>
        <p:grpSpPr>
          <a:xfrm>
            <a:off x="4581792" y="4873030"/>
            <a:ext cx="921937" cy="679678"/>
            <a:chOff x="4028945" y="5766479"/>
            <a:chExt cx="1569547" cy="1157114"/>
          </a:xfrm>
        </p:grpSpPr>
        <p:grpSp>
          <p:nvGrpSpPr>
            <p:cNvPr id="1293" name="组合 1292">
              <a:extLst>
                <a:ext uri="{FF2B5EF4-FFF2-40B4-BE49-F238E27FC236}">
                  <a16:creationId xmlns:a16="http://schemas.microsoft.com/office/drawing/2014/main" id="{4B27E4D8-4498-9582-246D-41418014E01E}"/>
                </a:ext>
              </a:extLst>
            </p:cNvPr>
            <p:cNvGrpSpPr/>
            <p:nvPr/>
          </p:nvGrpSpPr>
          <p:grpSpPr>
            <a:xfrm>
              <a:off x="4028945" y="5769319"/>
              <a:ext cx="1569547" cy="1154274"/>
              <a:chOff x="3655039" y="833144"/>
              <a:chExt cx="1313949" cy="966302"/>
            </a:xfrm>
          </p:grpSpPr>
          <p:sp>
            <p:nvSpPr>
              <p:cNvPr id="1294" name="椭圆 1293">
                <a:extLst>
                  <a:ext uri="{FF2B5EF4-FFF2-40B4-BE49-F238E27FC236}">
                    <a16:creationId xmlns:a16="http://schemas.microsoft.com/office/drawing/2014/main" id="{8649E648-5E9F-FE62-CB69-61D1184EEACA}"/>
                  </a:ext>
                </a:extLst>
              </p:cNvPr>
              <p:cNvSpPr/>
              <p:nvPr/>
            </p:nvSpPr>
            <p:spPr>
              <a:xfrm>
                <a:off x="3742889" y="833144"/>
                <a:ext cx="1226099" cy="966302"/>
              </a:xfrm>
              <a:prstGeom prst="ellipse">
                <a:avLst/>
              </a:prstGeom>
              <a:solidFill>
                <a:srgbClr val="CFCFF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295" name="椭圆 1294">
                <a:extLst>
                  <a:ext uri="{FF2B5EF4-FFF2-40B4-BE49-F238E27FC236}">
                    <a16:creationId xmlns:a16="http://schemas.microsoft.com/office/drawing/2014/main" id="{E3CCB39E-3839-96D9-1FFA-E36F65E370C5}"/>
                  </a:ext>
                </a:extLst>
              </p:cNvPr>
              <p:cNvSpPr/>
              <p:nvPr/>
            </p:nvSpPr>
            <p:spPr>
              <a:xfrm>
                <a:off x="3802661" y="1054552"/>
                <a:ext cx="988562" cy="549795"/>
              </a:xfrm>
              <a:prstGeom prst="ellipse">
                <a:avLst/>
              </a:prstGeom>
              <a:solidFill>
                <a:srgbClr val="B4B4E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296" name="椭圆 71">
                <a:extLst>
                  <a:ext uri="{FF2B5EF4-FFF2-40B4-BE49-F238E27FC236}">
                    <a16:creationId xmlns:a16="http://schemas.microsoft.com/office/drawing/2014/main" id="{2082BA75-9A6B-2B17-01D0-E83B2C748600}"/>
                  </a:ext>
                </a:extLst>
              </p:cNvPr>
              <p:cNvSpPr/>
              <p:nvPr/>
            </p:nvSpPr>
            <p:spPr>
              <a:xfrm>
                <a:off x="3980825" y="1660666"/>
                <a:ext cx="117264" cy="22432"/>
              </a:xfrm>
              <a:custGeom>
                <a:avLst/>
                <a:gdLst>
                  <a:gd name="connsiteX0" fmla="*/ 0 w 460123"/>
                  <a:gd name="connsiteY0" fmla="*/ 90726 h 181452"/>
                  <a:gd name="connsiteX1" fmla="*/ 230062 w 460123"/>
                  <a:gd name="connsiteY1" fmla="*/ 0 h 181452"/>
                  <a:gd name="connsiteX2" fmla="*/ 460124 w 460123"/>
                  <a:gd name="connsiteY2" fmla="*/ 90726 h 181452"/>
                  <a:gd name="connsiteX3" fmla="*/ 230062 w 460123"/>
                  <a:gd name="connsiteY3" fmla="*/ 181452 h 181452"/>
                  <a:gd name="connsiteX4" fmla="*/ 0 w 460123"/>
                  <a:gd name="connsiteY4" fmla="*/ 90726 h 181452"/>
                  <a:gd name="connsiteX0" fmla="*/ 0 w 466519"/>
                  <a:gd name="connsiteY0" fmla="*/ 11341 h 102067"/>
                  <a:gd name="connsiteX1" fmla="*/ 460124 w 466519"/>
                  <a:gd name="connsiteY1" fmla="*/ 11341 h 102067"/>
                  <a:gd name="connsiteX2" fmla="*/ 230062 w 466519"/>
                  <a:gd name="connsiteY2" fmla="*/ 102067 h 102067"/>
                  <a:gd name="connsiteX3" fmla="*/ 0 w 466519"/>
                  <a:gd name="connsiteY3" fmla="*/ 11341 h 102067"/>
                  <a:gd name="connsiteX0" fmla="*/ 0 w 467586"/>
                  <a:gd name="connsiteY0" fmla="*/ 11341 h 102110"/>
                  <a:gd name="connsiteX1" fmla="*/ 460124 w 467586"/>
                  <a:gd name="connsiteY1" fmla="*/ 11341 h 102110"/>
                  <a:gd name="connsiteX2" fmla="*/ 230062 w 467586"/>
                  <a:gd name="connsiteY2" fmla="*/ 102067 h 102110"/>
                  <a:gd name="connsiteX3" fmla="*/ 0 w 467586"/>
                  <a:gd name="connsiteY3" fmla="*/ 11341 h 102110"/>
                  <a:gd name="connsiteX0" fmla="*/ 0 w 460155"/>
                  <a:gd name="connsiteY0" fmla="*/ 11341 h 102110"/>
                  <a:gd name="connsiteX1" fmla="*/ 460124 w 460155"/>
                  <a:gd name="connsiteY1" fmla="*/ 11341 h 102110"/>
                  <a:gd name="connsiteX2" fmla="*/ 230062 w 460155"/>
                  <a:gd name="connsiteY2" fmla="*/ 102067 h 102110"/>
                  <a:gd name="connsiteX3" fmla="*/ 0 w 460155"/>
                  <a:gd name="connsiteY3" fmla="*/ 11341 h 102110"/>
                  <a:gd name="connsiteX0" fmla="*/ 460124 w 551564"/>
                  <a:gd name="connsiteY0" fmla="*/ 7143 h 98583"/>
                  <a:gd name="connsiteX1" fmla="*/ 230062 w 551564"/>
                  <a:gd name="connsiteY1" fmla="*/ 97869 h 98583"/>
                  <a:gd name="connsiteX2" fmla="*/ 0 w 551564"/>
                  <a:gd name="connsiteY2" fmla="*/ 7143 h 98583"/>
                  <a:gd name="connsiteX3" fmla="*/ 551564 w 551564"/>
                  <a:gd name="connsiteY3" fmla="*/ 98583 h 98583"/>
                  <a:gd name="connsiteX0" fmla="*/ 460124 w 460155"/>
                  <a:gd name="connsiteY0" fmla="*/ 0 h 90769"/>
                  <a:gd name="connsiteX1" fmla="*/ 230062 w 460155"/>
                  <a:gd name="connsiteY1" fmla="*/ 90726 h 90769"/>
                  <a:gd name="connsiteX2" fmla="*/ 0 w 460155"/>
                  <a:gd name="connsiteY2" fmla="*/ 0 h 90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0155" h="90769">
                    <a:moveTo>
                      <a:pt x="460124" y="0"/>
                    </a:moveTo>
                    <a:cubicBezTo>
                      <a:pt x="461955" y="53221"/>
                      <a:pt x="384109" y="89139"/>
                      <a:pt x="230062" y="90726"/>
                    </a:cubicBezTo>
                    <a:cubicBezTo>
                      <a:pt x="76015" y="92313"/>
                      <a:pt x="0" y="50107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848CA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297" name="椭圆 1296">
                <a:extLst>
                  <a:ext uri="{FF2B5EF4-FFF2-40B4-BE49-F238E27FC236}">
                    <a16:creationId xmlns:a16="http://schemas.microsoft.com/office/drawing/2014/main" id="{872681BC-EA14-F665-90C6-4D0BD90F43EC}"/>
                  </a:ext>
                </a:extLst>
              </p:cNvPr>
              <p:cNvSpPr/>
              <p:nvPr/>
            </p:nvSpPr>
            <p:spPr>
              <a:xfrm flipH="1">
                <a:off x="4038320" y="1698327"/>
                <a:ext cx="53933" cy="5799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1B2B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298" name="矩形 17">
                <a:extLst>
                  <a:ext uri="{FF2B5EF4-FFF2-40B4-BE49-F238E27FC236}">
                    <a16:creationId xmlns:a16="http://schemas.microsoft.com/office/drawing/2014/main" id="{EADB0299-3334-ED4C-52CB-8176D735EDA1}"/>
                  </a:ext>
                </a:extLst>
              </p:cNvPr>
              <p:cNvSpPr/>
              <p:nvPr/>
            </p:nvSpPr>
            <p:spPr>
              <a:xfrm flipH="1">
                <a:off x="4009328" y="1458691"/>
                <a:ext cx="163148" cy="118121"/>
              </a:xfrm>
              <a:custGeom>
                <a:avLst/>
                <a:gdLst>
                  <a:gd name="connsiteX0" fmla="*/ 0 w 455874"/>
                  <a:gd name="connsiteY0" fmla="*/ 0 h 270727"/>
                  <a:gd name="connsiteX1" fmla="*/ 455874 w 455874"/>
                  <a:gd name="connsiteY1" fmla="*/ 0 h 270727"/>
                  <a:gd name="connsiteX2" fmla="*/ 455874 w 455874"/>
                  <a:gd name="connsiteY2" fmla="*/ 270727 h 270727"/>
                  <a:gd name="connsiteX3" fmla="*/ 0 w 455874"/>
                  <a:gd name="connsiteY3" fmla="*/ 270727 h 270727"/>
                  <a:gd name="connsiteX4" fmla="*/ 0 w 455874"/>
                  <a:gd name="connsiteY4" fmla="*/ 0 h 270727"/>
                  <a:gd name="connsiteX0" fmla="*/ 0 w 475752"/>
                  <a:gd name="connsiteY0" fmla="*/ 23853 h 294580"/>
                  <a:gd name="connsiteX1" fmla="*/ 475752 w 475752"/>
                  <a:gd name="connsiteY1" fmla="*/ 0 h 294580"/>
                  <a:gd name="connsiteX2" fmla="*/ 455874 w 475752"/>
                  <a:gd name="connsiteY2" fmla="*/ 294580 h 294580"/>
                  <a:gd name="connsiteX3" fmla="*/ 0 w 475752"/>
                  <a:gd name="connsiteY3" fmla="*/ 294580 h 294580"/>
                  <a:gd name="connsiteX4" fmla="*/ 0 w 475752"/>
                  <a:gd name="connsiteY4" fmla="*/ 23853 h 294580"/>
                  <a:gd name="connsiteX0" fmla="*/ 0 w 475752"/>
                  <a:gd name="connsiteY0" fmla="*/ 23853 h 294580"/>
                  <a:gd name="connsiteX1" fmla="*/ 298174 w 475752"/>
                  <a:gd name="connsiteY1" fmla="*/ 55659 h 294580"/>
                  <a:gd name="connsiteX2" fmla="*/ 475752 w 475752"/>
                  <a:gd name="connsiteY2" fmla="*/ 0 h 294580"/>
                  <a:gd name="connsiteX3" fmla="*/ 455874 w 475752"/>
                  <a:gd name="connsiteY3" fmla="*/ 294580 h 294580"/>
                  <a:gd name="connsiteX4" fmla="*/ 0 w 475752"/>
                  <a:gd name="connsiteY4" fmla="*/ 294580 h 294580"/>
                  <a:gd name="connsiteX5" fmla="*/ 0 w 475752"/>
                  <a:gd name="connsiteY5" fmla="*/ 23853 h 294580"/>
                  <a:gd name="connsiteX0" fmla="*/ 0 w 475752"/>
                  <a:gd name="connsiteY0" fmla="*/ 23853 h 294580"/>
                  <a:gd name="connsiteX1" fmla="*/ 79513 w 475752"/>
                  <a:gd name="connsiteY1" fmla="*/ 51683 h 294580"/>
                  <a:gd name="connsiteX2" fmla="*/ 298174 w 475752"/>
                  <a:gd name="connsiteY2" fmla="*/ 55659 h 294580"/>
                  <a:gd name="connsiteX3" fmla="*/ 475752 w 475752"/>
                  <a:gd name="connsiteY3" fmla="*/ 0 h 294580"/>
                  <a:gd name="connsiteX4" fmla="*/ 455874 w 475752"/>
                  <a:gd name="connsiteY4" fmla="*/ 294580 h 294580"/>
                  <a:gd name="connsiteX5" fmla="*/ 0 w 475752"/>
                  <a:gd name="connsiteY5" fmla="*/ 294580 h 294580"/>
                  <a:gd name="connsiteX6" fmla="*/ 0 w 475752"/>
                  <a:gd name="connsiteY6" fmla="*/ 23853 h 294580"/>
                  <a:gd name="connsiteX0" fmla="*/ 0 w 475752"/>
                  <a:gd name="connsiteY0" fmla="*/ 23853 h 294580"/>
                  <a:gd name="connsiteX1" fmla="*/ 79513 w 475752"/>
                  <a:gd name="connsiteY1" fmla="*/ 51683 h 294580"/>
                  <a:gd name="connsiteX2" fmla="*/ 186856 w 475752"/>
                  <a:gd name="connsiteY2" fmla="*/ 210709 h 294580"/>
                  <a:gd name="connsiteX3" fmla="*/ 298174 w 475752"/>
                  <a:gd name="connsiteY3" fmla="*/ 55659 h 294580"/>
                  <a:gd name="connsiteX4" fmla="*/ 475752 w 475752"/>
                  <a:gd name="connsiteY4" fmla="*/ 0 h 294580"/>
                  <a:gd name="connsiteX5" fmla="*/ 455874 w 475752"/>
                  <a:gd name="connsiteY5" fmla="*/ 294580 h 294580"/>
                  <a:gd name="connsiteX6" fmla="*/ 0 w 475752"/>
                  <a:gd name="connsiteY6" fmla="*/ 294580 h 294580"/>
                  <a:gd name="connsiteX7" fmla="*/ 0 w 475752"/>
                  <a:gd name="connsiteY7" fmla="*/ 23853 h 294580"/>
                  <a:gd name="connsiteX0" fmla="*/ 0 w 475752"/>
                  <a:gd name="connsiteY0" fmla="*/ 23853 h 294580"/>
                  <a:gd name="connsiteX1" fmla="*/ 79513 w 475752"/>
                  <a:gd name="connsiteY1" fmla="*/ 51683 h 294580"/>
                  <a:gd name="connsiteX2" fmla="*/ 186856 w 475752"/>
                  <a:gd name="connsiteY2" fmla="*/ 210709 h 294580"/>
                  <a:gd name="connsiteX3" fmla="*/ 298174 w 475752"/>
                  <a:gd name="connsiteY3" fmla="*/ 55659 h 294580"/>
                  <a:gd name="connsiteX4" fmla="*/ 475752 w 475752"/>
                  <a:gd name="connsiteY4" fmla="*/ 0 h 294580"/>
                  <a:gd name="connsiteX5" fmla="*/ 455874 w 475752"/>
                  <a:gd name="connsiteY5" fmla="*/ 294580 h 294580"/>
                  <a:gd name="connsiteX6" fmla="*/ 0 w 475752"/>
                  <a:gd name="connsiteY6" fmla="*/ 294580 h 294580"/>
                  <a:gd name="connsiteX7" fmla="*/ 0 w 475752"/>
                  <a:gd name="connsiteY7" fmla="*/ 23853 h 294580"/>
                  <a:gd name="connsiteX0" fmla="*/ 0 w 455874"/>
                  <a:gd name="connsiteY0" fmla="*/ 19877 h 290604"/>
                  <a:gd name="connsiteX1" fmla="*/ 79513 w 455874"/>
                  <a:gd name="connsiteY1" fmla="*/ 47707 h 290604"/>
                  <a:gd name="connsiteX2" fmla="*/ 186856 w 455874"/>
                  <a:gd name="connsiteY2" fmla="*/ 206733 h 290604"/>
                  <a:gd name="connsiteX3" fmla="*/ 298174 w 455874"/>
                  <a:gd name="connsiteY3" fmla="*/ 51683 h 290604"/>
                  <a:gd name="connsiteX4" fmla="*/ 455874 w 455874"/>
                  <a:gd name="connsiteY4" fmla="*/ 0 h 290604"/>
                  <a:gd name="connsiteX5" fmla="*/ 455874 w 455874"/>
                  <a:gd name="connsiteY5" fmla="*/ 290604 h 290604"/>
                  <a:gd name="connsiteX6" fmla="*/ 0 w 455874"/>
                  <a:gd name="connsiteY6" fmla="*/ 290604 h 290604"/>
                  <a:gd name="connsiteX7" fmla="*/ 0 w 455874"/>
                  <a:gd name="connsiteY7" fmla="*/ 19877 h 290604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290604 h 326385"/>
                  <a:gd name="connsiteX7" fmla="*/ 0 w 455874"/>
                  <a:gd name="connsiteY7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87152 w 455874"/>
                  <a:gd name="connsiteY3" fmla="*/ 55358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87152 w 455874"/>
                  <a:gd name="connsiteY3" fmla="*/ 55358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87152 w 455874"/>
                  <a:gd name="connsiteY3" fmla="*/ 55358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874" h="330059">
                    <a:moveTo>
                      <a:pt x="0" y="19877"/>
                    </a:moveTo>
                    <a:cubicBezTo>
                      <a:pt x="41321" y="44564"/>
                      <a:pt x="37165" y="31384"/>
                      <a:pt x="79513" y="47707"/>
                    </a:cubicBezTo>
                    <a:cubicBezTo>
                      <a:pt x="113306" y="100108"/>
                      <a:pt x="127765" y="169988"/>
                      <a:pt x="172159" y="210407"/>
                    </a:cubicBezTo>
                    <a:cubicBezTo>
                      <a:pt x="230647" y="155411"/>
                      <a:pt x="246231" y="132821"/>
                      <a:pt x="287152" y="55358"/>
                    </a:cubicBezTo>
                    <a:lnTo>
                      <a:pt x="455874" y="0"/>
                    </a:lnTo>
                    <a:cubicBezTo>
                      <a:pt x="362487" y="110020"/>
                      <a:pt x="291146" y="216365"/>
                      <a:pt x="175714" y="330059"/>
                    </a:cubicBezTo>
                    <a:cubicBezTo>
                      <a:pt x="84772" y="233373"/>
                      <a:pt x="54313" y="171317"/>
                      <a:pt x="0" y="19877"/>
                    </a:cubicBezTo>
                    <a:close/>
                  </a:path>
                </a:pathLst>
              </a:custGeom>
              <a:solidFill>
                <a:srgbClr val="69F3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299" name="矩形 2">
                <a:extLst>
                  <a:ext uri="{FF2B5EF4-FFF2-40B4-BE49-F238E27FC236}">
                    <a16:creationId xmlns:a16="http://schemas.microsoft.com/office/drawing/2014/main" id="{C128C53F-BD14-6777-3669-91254FA25B03}"/>
                  </a:ext>
                </a:extLst>
              </p:cNvPr>
              <p:cNvSpPr/>
              <p:nvPr/>
            </p:nvSpPr>
            <p:spPr>
              <a:xfrm flipH="1">
                <a:off x="3871306" y="1424082"/>
                <a:ext cx="86517" cy="140359"/>
              </a:xfrm>
              <a:custGeom>
                <a:avLst/>
                <a:gdLst>
                  <a:gd name="connsiteX0" fmla="*/ 0 w 267648"/>
                  <a:gd name="connsiteY0" fmla="*/ 0 h 363451"/>
                  <a:gd name="connsiteX1" fmla="*/ 267648 w 267648"/>
                  <a:gd name="connsiteY1" fmla="*/ 0 h 363451"/>
                  <a:gd name="connsiteX2" fmla="*/ 267648 w 267648"/>
                  <a:gd name="connsiteY2" fmla="*/ 363451 h 363451"/>
                  <a:gd name="connsiteX3" fmla="*/ 0 w 267648"/>
                  <a:gd name="connsiteY3" fmla="*/ 363451 h 363451"/>
                  <a:gd name="connsiteX4" fmla="*/ 0 w 267648"/>
                  <a:gd name="connsiteY4" fmla="*/ 0 h 363451"/>
                  <a:gd name="connsiteX0" fmla="*/ 163002 w 267648"/>
                  <a:gd name="connsiteY0" fmla="*/ 0 h 379354"/>
                  <a:gd name="connsiteX1" fmla="*/ 267648 w 267648"/>
                  <a:gd name="connsiteY1" fmla="*/ 15903 h 379354"/>
                  <a:gd name="connsiteX2" fmla="*/ 267648 w 267648"/>
                  <a:gd name="connsiteY2" fmla="*/ 379354 h 379354"/>
                  <a:gd name="connsiteX3" fmla="*/ 0 w 267648"/>
                  <a:gd name="connsiteY3" fmla="*/ 379354 h 379354"/>
                  <a:gd name="connsiteX4" fmla="*/ 163002 w 267648"/>
                  <a:gd name="connsiteY4" fmla="*/ 0 h 379354"/>
                  <a:gd name="connsiteX0" fmla="*/ 163002 w 267648"/>
                  <a:gd name="connsiteY0" fmla="*/ 1 h 379355"/>
                  <a:gd name="connsiteX1" fmla="*/ 267648 w 267648"/>
                  <a:gd name="connsiteY1" fmla="*/ 15904 h 379355"/>
                  <a:gd name="connsiteX2" fmla="*/ 267648 w 267648"/>
                  <a:gd name="connsiteY2" fmla="*/ 379355 h 379355"/>
                  <a:gd name="connsiteX3" fmla="*/ 0 w 267648"/>
                  <a:gd name="connsiteY3" fmla="*/ 379355 h 379355"/>
                  <a:gd name="connsiteX4" fmla="*/ 163002 w 267648"/>
                  <a:gd name="connsiteY4" fmla="*/ 1 h 379355"/>
                  <a:gd name="connsiteX0" fmla="*/ 107342 w 211988"/>
                  <a:gd name="connsiteY0" fmla="*/ 1 h 387307"/>
                  <a:gd name="connsiteX1" fmla="*/ 211988 w 211988"/>
                  <a:gd name="connsiteY1" fmla="*/ 15904 h 387307"/>
                  <a:gd name="connsiteX2" fmla="*/ 211988 w 211988"/>
                  <a:gd name="connsiteY2" fmla="*/ 379355 h 387307"/>
                  <a:gd name="connsiteX3" fmla="*/ 0 w 211988"/>
                  <a:gd name="connsiteY3" fmla="*/ 387307 h 387307"/>
                  <a:gd name="connsiteX4" fmla="*/ 107342 w 211988"/>
                  <a:gd name="connsiteY4" fmla="*/ 1 h 387307"/>
                  <a:gd name="connsiteX0" fmla="*/ 164860 w 269506"/>
                  <a:gd name="connsiteY0" fmla="*/ 1 h 387307"/>
                  <a:gd name="connsiteX1" fmla="*/ 269506 w 269506"/>
                  <a:gd name="connsiteY1" fmla="*/ 15904 h 387307"/>
                  <a:gd name="connsiteX2" fmla="*/ 269506 w 269506"/>
                  <a:gd name="connsiteY2" fmla="*/ 379355 h 387307"/>
                  <a:gd name="connsiteX3" fmla="*/ 57518 w 269506"/>
                  <a:gd name="connsiteY3" fmla="*/ 387307 h 387307"/>
                  <a:gd name="connsiteX4" fmla="*/ 164860 w 269506"/>
                  <a:gd name="connsiteY4" fmla="*/ 1 h 387307"/>
                  <a:gd name="connsiteX0" fmla="*/ 164860 w 269506"/>
                  <a:gd name="connsiteY0" fmla="*/ 1 h 387307"/>
                  <a:gd name="connsiteX1" fmla="*/ 221798 w 269506"/>
                  <a:gd name="connsiteY1" fmla="*/ 59636 h 387307"/>
                  <a:gd name="connsiteX2" fmla="*/ 269506 w 269506"/>
                  <a:gd name="connsiteY2" fmla="*/ 379355 h 387307"/>
                  <a:gd name="connsiteX3" fmla="*/ 57518 w 269506"/>
                  <a:gd name="connsiteY3" fmla="*/ 387307 h 387307"/>
                  <a:gd name="connsiteX4" fmla="*/ 164860 w 269506"/>
                  <a:gd name="connsiteY4" fmla="*/ 1 h 387307"/>
                  <a:gd name="connsiteX0" fmla="*/ 164860 w 221798"/>
                  <a:gd name="connsiteY0" fmla="*/ 1 h 387307"/>
                  <a:gd name="connsiteX1" fmla="*/ 221798 w 221798"/>
                  <a:gd name="connsiteY1" fmla="*/ 59636 h 387307"/>
                  <a:gd name="connsiteX2" fmla="*/ 166139 w 221798"/>
                  <a:gd name="connsiteY2" fmla="*/ 351525 h 387307"/>
                  <a:gd name="connsiteX3" fmla="*/ 57518 w 221798"/>
                  <a:gd name="connsiteY3" fmla="*/ 387307 h 387307"/>
                  <a:gd name="connsiteX4" fmla="*/ 164860 w 221798"/>
                  <a:gd name="connsiteY4" fmla="*/ 1 h 387307"/>
                  <a:gd name="connsiteX0" fmla="*/ 164860 w 226943"/>
                  <a:gd name="connsiteY0" fmla="*/ 1 h 387307"/>
                  <a:gd name="connsiteX1" fmla="*/ 221798 w 226943"/>
                  <a:gd name="connsiteY1" fmla="*/ 59636 h 387307"/>
                  <a:gd name="connsiteX2" fmla="*/ 166139 w 226943"/>
                  <a:gd name="connsiteY2" fmla="*/ 351525 h 387307"/>
                  <a:gd name="connsiteX3" fmla="*/ 57518 w 226943"/>
                  <a:gd name="connsiteY3" fmla="*/ 387307 h 387307"/>
                  <a:gd name="connsiteX4" fmla="*/ 164860 w 226943"/>
                  <a:gd name="connsiteY4" fmla="*/ 1 h 387307"/>
                  <a:gd name="connsiteX0" fmla="*/ 164860 w 248859"/>
                  <a:gd name="connsiteY0" fmla="*/ 1 h 387307"/>
                  <a:gd name="connsiteX1" fmla="*/ 221798 w 248859"/>
                  <a:gd name="connsiteY1" fmla="*/ 59636 h 387307"/>
                  <a:gd name="connsiteX2" fmla="*/ 166139 w 248859"/>
                  <a:gd name="connsiteY2" fmla="*/ 351525 h 387307"/>
                  <a:gd name="connsiteX3" fmla="*/ 57518 w 248859"/>
                  <a:gd name="connsiteY3" fmla="*/ 387307 h 387307"/>
                  <a:gd name="connsiteX4" fmla="*/ 164860 w 248859"/>
                  <a:gd name="connsiteY4" fmla="*/ 1 h 387307"/>
                  <a:gd name="connsiteX0" fmla="*/ 164860 w 238976"/>
                  <a:gd name="connsiteY0" fmla="*/ 1 h 387307"/>
                  <a:gd name="connsiteX1" fmla="*/ 221798 w 238976"/>
                  <a:gd name="connsiteY1" fmla="*/ 59636 h 387307"/>
                  <a:gd name="connsiteX2" fmla="*/ 166139 w 238976"/>
                  <a:gd name="connsiteY2" fmla="*/ 351525 h 387307"/>
                  <a:gd name="connsiteX3" fmla="*/ 57518 w 238976"/>
                  <a:gd name="connsiteY3" fmla="*/ 387307 h 387307"/>
                  <a:gd name="connsiteX4" fmla="*/ 164860 w 238976"/>
                  <a:gd name="connsiteY4" fmla="*/ 1 h 387307"/>
                  <a:gd name="connsiteX0" fmla="*/ 164860 w 238976"/>
                  <a:gd name="connsiteY0" fmla="*/ 1 h 391265"/>
                  <a:gd name="connsiteX1" fmla="*/ 221798 w 238976"/>
                  <a:gd name="connsiteY1" fmla="*/ 59636 h 391265"/>
                  <a:gd name="connsiteX2" fmla="*/ 166139 w 238976"/>
                  <a:gd name="connsiteY2" fmla="*/ 351525 h 391265"/>
                  <a:gd name="connsiteX3" fmla="*/ 57518 w 238976"/>
                  <a:gd name="connsiteY3" fmla="*/ 387307 h 391265"/>
                  <a:gd name="connsiteX4" fmla="*/ 164860 w 238976"/>
                  <a:gd name="connsiteY4" fmla="*/ 1 h 391265"/>
                  <a:gd name="connsiteX0" fmla="*/ 164860 w 249601"/>
                  <a:gd name="connsiteY0" fmla="*/ 1 h 391265"/>
                  <a:gd name="connsiteX1" fmla="*/ 221798 w 249601"/>
                  <a:gd name="connsiteY1" fmla="*/ 59636 h 391265"/>
                  <a:gd name="connsiteX2" fmla="*/ 166139 w 249601"/>
                  <a:gd name="connsiteY2" fmla="*/ 351525 h 391265"/>
                  <a:gd name="connsiteX3" fmla="*/ 57518 w 249601"/>
                  <a:gd name="connsiteY3" fmla="*/ 387307 h 391265"/>
                  <a:gd name="connsiteX4" fmla="*/ 164860 w 249601"/>
                  <a:gd name="connsiteY4" fmla="*/ 1 h 391265"/>
                  <a:gd name="connsiteX0" fmla="*/ 164860 w 242564"/>
                  <a:gd name="connsiteY0" fmla="*/ 1 h 391265"/>
                  <a:gd name="connsiteX1" fmla="*/ 221798 w 242564"/>
                  <a:gd name="connsiteY1" fmla="*/ 59636 h 391265"/>
                  <a:gd name="connsiteX2" fmla="*/ 166139 w 242564"/>
                  <a:gd name="connsiteY2" fmla="*/ 351525 h 391265"/>
                  <a:gd name="connsiteX3" fmla="*/ 57518 w 242564"/>
                  <a:gd name="connsiteY3" fmla="*/ 387307 h 391265"/>
                  <a:gd name="connsiteX4" fmla="*/ 164860 w 242564"/>
                  <a:gd name="connsiteY4" fmla="*/ 1 h 391265"/>
                  <a:gd name="connsiteX0" fmla="*/ 164860 w 239215"/>
                  <a:gd name="connsiteY0" fmla="*/ 1 h 391265"/>
                  <a:gd name="connsiteX1" fmla="*/ 221798 w 239215"/>
                  <a:gd name="connsiteY1" fmla="*/ 59636 h 391265"/>
                  <a:gd name="connsiteX2" fmla="*/ 166139 w 239215"/>
                  <a:gd name="connsiteY2" fmla="*/ 351525 h 391265"/>
                  <a:gd name="connsiteX3" fmla="*/ 57518 w 239215"/>
                  <a:gd name="connsiteY3" fmla="*/ 387307 h 391265"/>
                  <a:gd name="connsiteX4" fmla="*/ 164860 w 239215"/>
                  <a:gd name="connsiteY4" fmla="*/ 1 h 391265"/>
                  <a:gd name="connsiteX0" fmla="*/ 164860 w 235452"/>
                  <a:gd name="connsiteY0" fmla="*/ 1 h 392193"/>
                  <a:gd name="connsiteX1" fmla="*/ 221798 w 235452"/>
                  <a:gd name="connsiteY1" fmla="*/ 59636 h 392193"/>
                  <a:gd name="connsiteX2" fmla="*/ 145655 w 235452"/>
                  <a:gd name="connsiteY2" fmla="*/ 361768 h 392193"/>
                  <a:gd name="connsiteX3" fmla="*/ 57518 w 235452"/>
                  <a:gd name="connsiteY3" fmla="*/ 387307 h 392193"/>
                  <a:gd name="connsiteX4" fmla="*/ 164860 w 235452"/>
                  <a:gd name="connsiteY4" fmla="*/ 1 h 392193"/>
                  <a:gd name="connsiteX0" fmla="*/ 164860 w 241749"/>
                  <a:gd name="connsiteY0" fmla="*/ 1 h 392195"/>
                  <a:gd name="connsiteX1" fmla="*/ 221798 w 241749"/>
                  <a:gd name="connsiteY1" fmla="*/ 59636 h 392195"/>
                  <a:gd name="connsiteX2" fmla="*/ 145655 w 241749"/>
                  <a:gd name="connsiteY2" fmla="*/ 361768 h 392195"/>
                  <a:gd name="connsiteX3" fmla="*/ 57518 w 241749"/>
                  <a:gd name="connsiteY3" fmla="*/ 387307 h 392195"/>
                  <a:gd name="connsiteX4" fmla="*/ 164860 w 241749"/>
                  <a:gd name="connsiteY4" fmla="*/ 1 h 392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749" h="392195">
                    <a:moveTo>
                      <a:pt x="164860" y="1"/>
                    </a:moveTo>
                    <a:lnTo>
                      <a:pt x="221798" y="59636"/>
                    </a:lnTo>
                    <a:cubicBezTo>
                      <a:pt x="260656" y="97232"/>
                      <a:pt x="246552" y="336767"/>
                      <a:pt x="145655" y="361768"/>
                    </a:cubicBezTo>
                    <a:cubicBezTo>
                      <a:pt x="109448" y="373695"/>
                      <a:pt x="77850" y="403955"/>
                      <a:pt x="57518" y="387307"/>
                    </a:cubicBezTo>
                    <a:cubicBezTo>
                      <a:pt x="-39223" y="320491"/>
                      <a:pt x="-20671" y="-769"/>
                      <a:pt x="164860" y="1"/>
                    </a:cubicBezTo>
                    <a:close/>
                  </a:path>
                </a:pathLst>
              </a:custGeom>
              <a:solidFill>
                <a:srgbClr val="BFC7E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0" name="矩形 2">
                <a:extLst>
                  <a:ext uri="{FF2B5EF4-FFF2-40B4-BE49-F238E27FC236}">
                    <a16:creationId xmlns:a16="http://schemas.microsoft.com/office/drawing/2014/main" id="{27DC2C6D-05FE-251B-3EBC-5138559DA309}"/>
                  </a:ext>
                </a:extLst>
              </p:cNvPr>
              <p:cNvSpPr/>
              <p:nvPr/>
            </p:nvSpPr>
            <p:spPr>
              <a:xfrm flipH="1">
                <a:off x="3877579" y="1430643"/>
                <a:ext cx="72981" cy="102006"/>
              </a:xfrm>
              <a:custGeom>
                <a:avLst/>
                <a:gdLst>
                  <a:gd name="connsiteX0" fmla="*/ 0 w 267648"/>
                  <a:gd name="connsiteY0" fmla="*/ 0 h 363451"/>
                  <a:gd name="connsiteX1" fmla="*/ 267648 w 267648"/>
                  <a:gd name="connsiteY1" fmla="*/ 0 h 363451"/>
                  <a:gd name="connsiteX2" fmla="*/ 267648 w 267648"/>
                  <a:gd name="connsiteY2" fmla="*/ 363451 h 363451"/>
                  <a:gd name="connsiteX3" fmla="*/ 0 w 267648"/>
                  <a:gd name="connsiteY3" fmla="*/ 363451 h 363451"/>
                  <a:gd name="connsiteX4" fmla="*/ 0 w 267648"/>
                  <a:gd name="connsiteY4" fmla="*/ 0 h 363451"/>
                  <a:gd name="connsiteX0" fmla="*/ 163002 w 267648"/>
                  <a:gd name="connsiteY0" fmla="*/ 0 h 379354"/>
                  <a:gd name="connsiteX1" fmla="*/ 267648 w 267648"/>
                  <a:gd name="connsiteY1" fmla="*/ 15903 h 379354"/>
                  <a:gd name="connsiteX2" fmla="*/ 267648 w 267648"/>
                  <a:gd name="connsiteY2" fmla="*/ 379354 h 379354"/>
                  <a:gd name="connsiteX3" fmla="*/ 0 w 267648"/>
                  <a:gd name="connsiteY3" fmla="*/ 379354 h 379354"/>
                  <a:gd name="connsiteX4" fmla="*/ 163002 w 267648"/>
                  <a:gd name="connsiteY4" fmla="*/ 0 h 379354"/>
                  <a:gd name="connsiteX0" fmla="*/ 163002 w 267648"/>
                  <a:gd name="connsiteY0" fmla="*/ 1 h 379355"/>
                  <a:gd name="connsiteX1" fmla="*/ 267648 w 267648"/>
                  <a:gd name="connsiteY1" fmla="*/ 15904 h 379355"/>
                  <a:gd name="connsiteX2" fmla="*/ 267648 w 267648"/>
                  <a:gd name="connsiteY2" fmla="*/ 379355 h 379355"/>
                  <a:gd name="connsiteX3" fmla="*/ 0 w 267648"/>
                  <a:gd name="connsiteY3" fmla="*/ 379355 h 379355"/>
                  <a:gd name="connsiteX4" fmla="*/ 163002 w 267648"/>
                  <a:gd name="connsiteY4" fmla="*/ 1 h 379355"/>
                  <a:gd name="connsiteX0" fmla="*/ 107342 w 211988"/>
                  <a:gd name="connsiteY0" fmla="*/ 1 h 387307"/>
                  <a:gd name="connsiteX1" fmla="*/ 211988 w 211988"/>
                  <a:gd name="connsiteY1" fmla="*/ 15904 h 387307"/>
                  <a:gd name="connsiteX2" fmla="*/ 211988 w 211988"/>
                  <a:gd name="connsiteY2" fmla="*/ 379355 h 387307"/>
                  <a:gd name="connsiteX3" fmla="*/ 0 w 211988"/>
                  <a:gd name="connsiteY3" fmla="*/ 387307 h 387307"/>
                  <a:gd name="connsiteX4" fmla="*/ 107342 w 211988"/>
                  <a:gd name="connsiteY4" fmla="*/ 1 h 387307"/>
                  <a:gd name="connsiteX0" fmla="*/ 164860 w 269506"/>
                  <a:gd name="connsiteY0" fmla="*/ 1 h 387307"/>
                  <a:gd name="connsiteX1" fmla="*/ 269506 w 269506"/>
                  <a:gd name="connsiteY1" fmla="*/ 15904 h 387307"/>
                  <a:gd name="connsiteX2" fmla="*/ 269506 w 269506"/>
                  <a:gd name="connsiteY2" fmla="*/ 379355 h 387307"/>
                  <a:gd name="connsiteX3" fmla="*/ 57518 w 269506"/>
                  <a:gd name="connsiteY3" fmla="*/ 387307 h 387307"/>
                  <a:gd name="connsiteX4" fmla="*/ 164860 w 269506"/>
                  <a:gd name="connsiteY4" fmla="*/ 1 h 387307"/>
                  <a:gd name="connsiteX0" fmla="*/ 164860 w 269506"/>
                  <a:gd name="connsiteY0" fmla="*/ 1 h 387307"/>
                  <a:gd name="connsiteX1" fmla="*/ 221798 w 269506"/>
                  <a:gd name="connsiteY1" fmla="*/ 59636 h 387307"/>
                  <a:gd name="connsiteX2" fmla="*/ 269506 w 269506"/>
                  <a:gd name="connsiteY2" fmla="*/ 379355 h 387307"/>
                  <a:gd name="connsiteX3" fmla="*/ 57518 w 269506"/>
                  <a:gd name="connsiteY3" fmla="*/ 387307 h 387307"/>
                  <a:gd name="connsiteX4" fmla="*/ 164860 w 269506"/>
                  <a:gd name="connsiteY4" fmla="*/ 1 h 387307"/>
                  <a:gd name="connsiteX0" fmla="*/ 164860 w 221798"/>
                  <a:gd name="connsiteY0" fmla="*/ 1 h 387307"/>
                  <a:gd name="connsiteX1" fmla="*/ 221798 w 221798"/>
                  <a:gd name="connsiteY1" fmla="*/ 59636 h 387307"/>
                  <a:gd name="connsiteX2" fmla="*/ 166139 w 221798"/>
                  <a:gd name="connsiteY2" fmla="*/ 351525 h 387307"/>
                  <a:gd name="connsiteX3" fmla="*/ 57518 w 221798"/>
                  <a:gd name="connsiteY3" fmla="*/ 387307 h 387307"/>
                  <a:gd name="connsiteX4" fmla="*/ 164860 w 221798"/>
                  <a:gd name="connsiteY4" fmla="*/ 1 h 387307"/>
                  <a:gd name="connsiteX0" fmla="*/ 164860 w 226943"/>
                  <a:gd name="connsiteY0" fmla="*/ 1 h 387307"/>
                  <a:gd name="connsiteX1" fmla="*/ 221798 w 226943"/>
                  <a:gd name="connsiteY1" fmla="*/ 59636 h 387307"/>
                  <a:gd name="connsiteX2" fmla="*/ 166139 w 226943"/>
                  <a:gd name="connsiteY2" fmla="*/ 351525 h 387307"/>
                  <a:gd name="connsiteX3" fmla="*/ 57518 w 226943"/>
                  <a:gd name="connsiteY3" fmla="*/ 387307 h 387307"/>
                  <a:gd name="connsiteX4" fmla="*/ 164860 w 226943"/>
                  <a:gd name="connsiteY4" fmla="*/ 1 h 387307"/>
                  <a:gd name="connsiteX0" fmla="*/ 164860 w 248859"/>
                  <a:gd name="connsiteY0" fmla="*/ 1 h 387307"/>
                  <a:gd name="connsiteX1" fmla="*/ 221798 w 248859"/>
                  <a:gd name="connsiteY1" fmla="*/ 59636 h 387307"/>
                  <a:gd name="connsiteX2" fmla="*/ 166139 w 248859"/>
                  <a:gd name="connsiteY2" fmla="*/ 351525 h 387307"/>
                  <a:gd name="connsiteX3" fmla="*/ 57518 w 248859"/>
                  <a:gd name="connsiteY3" fmla="*/ 387307 h 387307"/>
                  <a:gd name="connsiteX4" fmla="*/ 164860 w 248859"/>
                  <a:gd name="connsiteY4" fmla="*/ 1 h 387307"/>
                  <a:gd name="connsiteX0" fmla="*/ 164860 w 238976"/>
                  <a:gd name="connsiteY0" fmla="*/ 1 h 387307"/>
                  <a:gd name="connsiteX1" fmla="*/ 221798 w 238976"/>
                  <a:gd name="connsiteY1" fmla="*/ 59636 h 387307"/>
                  <a:gd name="connsiteX2" fmla="*/ 166139 w 238976"/>
                  <a:gd name="connsiteY2" fmla="*/ 351525 h 387307"/>
                  <a:gd name="connsiteX3" fmla="*/ 57518 w 238976"/>
                  <a:gd name="connsiteY3" fmla="*/ 387307 h 387307"/>
                  <a:gd name="connsiteX4" fmla="*/ 164860 w 238976"/>
                  <a:gd name="connsiteY4" fmla="*/ 1 h 387307"/>
                  <a:gd name="connsiteX0" fmla="*/ 164860 w 238976"/>
                  <a:gd name="connsiteY0" fmla="*/ 1 h 391265"/>
                  <a:gd name="connsiteX1" fmla="*/ 221798 w 238976"/>
                  <a:gd name="connsiteY1" fmla="*/ 59636 h 391265"/>
                  <a:gd name="connsiteX2" fmla="*/ 166139 w 238976"/>
                  <a:gd name="connsiteY2" fmla="*/ 351525 h 391265"/>
                  <a:gd name="connsiteX3" fmla="*/ 57518 w 238976"/>
                  <a:gd name="connsiteY3" fmla="*/ 387307 h 391265"/>
                  <a:gd name="connsiteX4" fmla="*/ 164860 w 238976"/>
                  <a:gd name="connsiteY4" fmla="*/ 1 h 391265"/>
                  <a:gd name="connsiteX0" fmla="*/ 207316 w 281432"/>
                  <a:gd name="connsiteY0" fmla="*/ 3 h 352835"/>
                  <a:gd name="connsiteX1" fmla="*/ 264254 w 281432"/>
                  <a:gd name="connsiteY1" fmla="*/ 59638 h 352835"/>
                  <a:gd name="connsiteX2" fmla="*/ 208595 w 281432"/>
                  <a:gd name="connsiteY2" fmla="*/ 351527 h 352835"/>
                  <a:gd name="connsiteX3" fmla="*/ 42036 w 281432"/>
                  <a:gd name="connsiteY3" fmla="*/ 273681 h 352835"/>
                  <a:gd name="connsiteX4" fmla="*/ 207316 w 281432"/>
                  <a:gd name="connsiteY4" fmla="*/ 3 h 352835"/>
                  <a:gd name="connsiteX0" fmla="*/ 166648 w 240764"/>
                  <a:gd name="connsiteY0" fmla="*/ 3 h 352835"/>
                  <a:gd name="connsiteX1" fmla="*/ 223586 w 240764"/>
                  <a:gd name="connsiteY1" fmla="*/ 59638 h 352835"/>
                  <a:gd name="connsiteX2" fmla="*/ 167927 w 240764"/>
                  <a:gd name="connsiteY2" fmla="*/ 351527 h 352835"/>
                  <a:gd name="connsiteX3" fmla="*/ 1368 w 240764"/>
                  <a:gd name="connsiteY3" fmla="*/ 273681 h 352835"/>
                  <a:gd name="connsiteX4" fmla="*/ 166648 w 240764"/>
                  <a:gd name="connsiteY4" fmla="*/ 3 h 352835"/>
                  <a:gd name="connsiteX0" fmla="*/ 165409 w 239525"/>
                  <a:gd name="connsiteY0" fmla="*/ 0 h 352832"/>
                  <a:gd name="connsiteX1" fmla="*/ 222347 w 239525"/>
                  <a:gd name="connsiteY1" fmla="*/ 59635 h 352832"/>
                  <a:gd name="connsiteX2" fmla="*/ 166688 w 239525"/>
                  <a:gd name="connsiteY2" fmla="*/ 351524 h 352832"/>
                  <a:gd name="connsiteX3" fmla="*/ 129 w 239525"/>
                  <a:gd name="connsiteY3" fmla="*/ 273678 h 352832"/>
                  <a:gd name="connsiteX4" fmla="*/ 165409 w 239525"/>
                  <a:gd name="connsiteY4" fmla="*/ 0 h 352832"/>
                  <a:gd name="connsiteX0" fmla="*/ 165918 w 240034"/>
                  <a:gd name="connsiteY0" fmla="*/ 0 h 352832"/>
                  <a:gd name="connsiteX1" fmla="*/ 222856 w 240034"/>
                  <a:gd name="connsiteY1" fmla="*/ 59635 h 352832"/>
                  <a:gd name="connsiteX2" fmla="*/ 167197 w 240034"/>
                  <a:gd name="connsiteY2" fmla="*/ 351524 h 352832"/>
                  <a:gd name="connsiteX3" fmla="*/ 638 w 240034"/>
                  <a:gd name="connsiteY3" fmla="*/ 273678 h 352832"/>
                  <a:gd name="connsiteX4" fmla="*/ 165918 w 240034"/>
                  <a:gd name="connsiteY4" fmla="*/ 0 h 352832"/>
                  <a:gd name="connsiteX0" fmla="*/ 160984 w 235100"/>
                  <a:gd name="connsiteY0" fmla="*/ 0 h 352679"/>
                  <a:gd name="connsiteX1" fmla="*/ 217922 w 235100"/>
                  <a:gd name="connsiteY1" fmla="*/ 59635 h 352679"/>
                  <a:gd name="connsiteX2" fmla="*/ 162263 w 235100"/>
                  <a:gd name="connsiteY2" fmla="*/ 351524 h 352679"/>
                  <a:gd name="connsiteX3" fmla="*/ 972 w 235100"/>
                  <a:gd name="connsiteY3" fmla="*/ 262856 h 352679"/>
                  <a:gd name="connsiteX4" fmla="*/ 160984 w 235100"/>
                  <a:gd name="connsiteY4" fmla="*/ 0 h 352679"/>
                  <a:gd name="connsiteX0" fmla="*/ 160984 w 221097"/>
                  <a:gd name="connsiteY0" fmla="*/ 0 h 281424"/>
                  <a:gd name="connsiteX1" fmla="*/ 217922 w 221097"/>
                  <a:gd name="connsiteY1" fmla="*/ 59635 h 281424"/>
                  <a:gd name="connsiteX2" fmla="*/ 99058 w 221097"/>
                  <a:gd name="connsiteY2" fmla="*/ 275771 h 281424"/>
                  <a:gd name="connsiteX3" fmla="*/ 972 w 221097"/>
                  <a:gd name="connsiteY3" fmla="*/ 262856 h 281424"/>
                  <a:gd name="connsiteX4" fmla="*/ 160984 w 221097"/>
                  <a:gd name="connsiteY4" fmla="*/ 0 h 281424"/>
                  <a:gd name="connsiteX0" fmla="*/ 155629 w 215742"/>
                  <a:gd name="connsiteY0" fmla="*/ 0 h 309781"/>
                  <a:gd name="connsiteX1" fmla="*/ 212567 w 215742"/>
                  <a:gd name="connsiteY1" fmla="*/ 59635 h 309781"/>
                  <a:gd name="connsiteX2" fmla="*/ 93703 w 215742"/>
                  <a:gd name="connsiteY2" fmla="*/ 275771 h 309781"/>
                  <a:gd name="connsiteX3" fmla="*/ 1519 w 215742"/>
                  <a:gd name="connsiteY3" fmla="*/ 305302 h 309781"/>
                  <a:gd name="connsiteX4" fmla="*/ 155629 w 215742"/>
                  <a:gd name="connsiteY4" fmla="*/ 0 h 309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742" h="309781">
                    <a:moveTo>
                      <a:pt x="155629" y="0"/>
                    </a:moveTo>
                    <a:lnTo>
                      <a:pt x="212567" y="59635"/>
                    </a:lnTo>
                    <a:cubicBezTo>
                      <a:pt x="225820" y="133077"/>
                      <a:pt x="199720" y="158597"/>
                      <a:pt x="93703" y="275771"/>
                    </a:cubicBezTo>
                    <a:cubicBezTo>
                      <a:pt x="57496" y="287698"/>
                      <a:pt x="44076" y="321950"/>
                      <a:pt x="1519" y="305302"/>
                    </a:cubicBezTo>
                    <a:cubicBezTo>
                      <a:pt x="-416" y="233075"/>
                      <a:pt x="-19368" y="20873"/>
                      <a:pt x="155629" y="0"/>
                    </a:cubicBezTo>
                    <a:close/>
                  </a:path>
                </a:pathLst>
              </a:custGeom>
              <a:solidFill>
                <a:srgbClr val="ECF1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1" name="椭圆 1300">
                <a:extLst>
                  <a:ext uri="{FF2B5EF4-FFF2-40B4-BE49-F238E27FC236}">
                    <a16:creationId xmlns:a16="http://schemas.microsoft.com/office/drawing/2014/main" id="{2CDFB505-7279-18D2-18B8-4B66EB22DF1D}"/>
                  </a:ext>
                </a:extLst>
              </p:cNvPr>
              <p:cNvSpPr/>
              <p:nvPr/>
            </p:nvSpPr>
            <p:spPr>
              <a:xfrm rot="20910958" flipH="1">
                <a:off x="3874052" y="1441061"/>
                <a:ext cx="49458" cy="106355"/>
              </a:xfrm>
              <a:prstGeom prst="ellipse">
                <a:avLst/>
              </a:prstGeom>
              <a:solidFill>
                <a:srgbClr val="9AA3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2" name="椭圆 1301">
                <a:extLst>
                  <a:ext uri="{FF2B5EF4-FFF2-40B4-BE49-F238E27FC236}">
                    <a16:creationId xmlns:a16="http://schemas.microsoft.com/office/drawing/2014/main" id="{343B1AAB-6FFF-ED62-1310-0B3C3C0F98AB}"/>
                  </a:ext>
                </a:extLst>
              </p:cNvPr>
              <p:cNvSpPr/>
              <p:nvPr/>
            </p:nvSpPr>
            <p:spPr>
              <a:xfrm rot="20926142" flipH="1">
                <a:off x="3881284" y="1454264"/>
                <a:ext cx="29757" cy="83408"/>
              </a:xfrm>
              <a:prstGeom prst="ellipse">
                <a:avLst/>
              </a:prstGeom>
              <a:solidFill>
                <a:srgbClr val="1B2B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3" name="椭圆 1302">
                <a:extLst>
                  <a:ext uri="{FF2B5EF4-FFF2-40B4-BE49-F238E27FC236}">
                    <a16:creationId xmlns:a16="http://schemas.microsoft.com/office/drawing/2014/main" id="{94242C13-C592-F899-537A-D33CAA50D489}"/>
                  </a:ext>
                </a:extLst>
              </p:cNvPr>
              <p:cNvSpPr/>
              <p:nvPr/>
            </p:nvSpPr>
            <p:spPr>
              <a:xfrm flipH="1">
                <a:off x="4039055" y="1706045"/>
                <a:ext cx="43984" cy="47294"/>
              </a:xfrm>
              <a:prstGeom prst="ellipse">
                <a:avLst/>
              </a:prstGeom>
              <a:solidFill>
                <a:srgbClr val="69F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4" name="椭圆 1303">
                <a:extLst>
                  <a:ext uri="{FF2B5EF4-FFF2-40B4-BE49-F238E27FC236}">
                    <a16:creationId xmlns:a16="http://schemas.microsoft.com/office/drawing/2014/main" id="{98270F7A-91A3-A028-57D3-ABFF65BFB3F8}"/>
                  </a:ext>
                </a:extLst>
              </p:cNvPr>
              <p:cNvSpPr/>
              <p:nvPr/>
            </p:nvSpPr>
            <p:spPr>
              <a:xfrm flipH="1">
                <a:off x="4064376" y="1714499"/>
                <a:ext cx="10102" cy="10102"/>
              </a:xfrm>
              <a:prstGeom prst="ellipse">
                <a:avLst/>
              </a:prstGeom>
              <a:solidFill>
                <a:srgbClr val="E5FD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5" name="任意形状 1304">
                <a:extLst>
                  <a:ext uri="{FF2B5EF4-FFF2-40B4-BE49-F238E27FC236}">
                    <a16:creationId xmlns:a16="http://schemas.microsoft.com/office/drawing/2014/main" id="{C11C438C-A2BB-F1B6-34D8-9FD7E33283EA}"/>
                  </a:ext>
                </a:extLst>
              </p:cNvPr>
              <p:cNvSpPr/>
              <p:nvPr/>
            </p:nvSpPr>
            <p:spPr>
              <a:xfrm>
                <a:off x="4586076" y="1426967"/>
                <a:ext cx="117703" cy="126385"/>
              </a:xfrm>
              <a:custGeom>
                <a:avLst/>
                <a:gdLst>
                  <a:gd name="connsiteX0" fmla="*/ 66216 w 166971"/>
                  <a:gd name="connsiteY0" fmla="*/ 5210 h 179286"/>
                  <a:gd name="connsiteX1" fmla="*/ 165657 w 166971"/>
                  <a:gd name="connsiteY1" fmla="*/ 91951 h 179286"/>
                  <a:gd name="connsiteX2" fmla="*/ 75867 w 166971"/>
                  <a:gd name="connsiteY2" fmla="*/ 178819 h 179286"/>
                  <a:gd name="connsiteX3" fmla="*/ 938 w 166971"/>
                  <a:gd name="connsiteY3" fmla="*/ 89157 h 179286"/>
                  <a:gd name="connsiteX4" fmla="*/ 66216 w 166971"/>
                  <a:gd name="connsiteY4" fmla="*/ 5210 h 179286"/>
                  <a:gd name="connsiteX5" fmla="*/ 67359 w 166971"/>
                  <a:gd name="connsiteY5" fmla="*/ 32642 h 179286"/>
                  <a:gd name="connsiteX6" fmla="*/ 47292 w 166971"/>
                  <a:gd name="connsiteY6" fmla="*/ 146053 h 179286"/>
                  <a:gd name="connsiteX7" fmla="*/ 138097 w 166971"/>
                  <a:gd name="connsiteY7" fmla="*/ 102619 h 179286"/>
                  <a:gd name="connsiteX8" fmla="*/ 67359 w 166971"/>
                  <a:gd name="connsiteY8" fmla="*/ 32642 h 179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71" h="179286">
                    <a:moveTo>
                      <a:pt x="66216" y="5210"/>
                    </a:moveTo>
                    <a:cubicBezTo>
                      <a:pt x="118794" y="-17650"/>
                      <a:pt x="176452" y="38992"/>
                      <a:pt x="165657" y="91951"/>
                    </a:cubicBezTo>
                    <a:cubicBezTo>
                      <a:pt x="157402" y="134750"/>
                      <a:pt x="125144" y="183264"/>
                      <a:pt x="75867" y="178819"/>
                    </a:cubicBezTo>
                    <a:cubicBezTo>
                      <a:pt x="27989" y="184788"/>
                      <a:pt x="-6174" y="132464"/>
                      <a:pt x="938" y="89157"/>
                    </a:cubicBezTo>
                    <a:cubicBezTo>
                      <a:pt x="8304" y="53343"/>
                      <a:pt x="30274" y="17783"/>
                      <a:pt x="66216" y="5210"/>
                    </a:cubicBezTo>
                    <a:moveTo>
                      <a:pt x="67359" y="32642"/>
                    </a:moveTo>
                    <a:cubicBezTo>
                      <a:pt x="25957" y="51819"/>
                      <a:pt x="10335" y="115446"/>
                      <a:pt x="47292" y="146053"/>
                    </a:cubicBezTo>
                    <a:cubicBezTo>
                      <a:pt x="83488" y="169802"/>
                      <a:pt x="128191" y="140211"/>
                      <a:pt x="138097" y="102619"/>
                    </a:cubicBezTo>
                    <a:cubicBezTo>
                      <a:pt x="160449" y="61598"/>
                      <a:pt x="108253" y="4829"/>
                      <a:pt x="67359" y="32642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06" name="任意形状 1305">
                <a:extLst>
                  <a:ext uri="{FF2B5EF4-FFF2-40B4-BE49-F238E27FC236}">
                    <a16:creationId xmlns:a16="http://schemas.microsoft.com/office/drawing/2014/main" id="{BB1B2C10-95E9-33D4-E9C8-696E17386490}"/>
                  </a:ext>
                </a:extLst>
              </p:cNvPr>
              <p:cNvSpPr/>
              <p:nvPr/>
            </p:nvSpPr>
            <p:spPr>
              <a:xfrm>
                <a:off x="3800604" y="850386"/>
                <a:ext cx="289887" cy="206033"/>
              </a:xfrm>
              <a:custGeom>
                <a:avLst/>
                <a:gdLst>
                  <a:gd name="connsiteX0" fmla="*/ 169545 w 411226"/>
                  <a:gd name="connsiteY0" fmla="*/ 53387 h 292273"/>
                  <a:gd name="connsiteX1" fmla="*/ 411226 w 411226"/>
                  <a:gd name="connsiteY1" fmla="*/ 301 h 292273"/>
                  <a:gd name="connsiteX2" fmla="*/ 154432 w 411226"/>
                  <a:gd name="connsiteY2" fmla="*/ 126539 h 292273"/>
                  <a:gd name="connsiteX3" fmla="*/ 0 w 411226"/>
                  <a:gd name="connsiteY3" fmla="*/ 292274 h 292273"/>
                  <a:gd name="connsiteX4" fmla="*/ 169545 w 411226"/>
                  <a:gd name="connsiteY4" fmla="*/ 53387 h 292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1226" h="292273">
                    <a:moveTo>
                      <a:pt x="169545" y="53387"/>
                    </a:moveTo>
                    <a:cubicBezTo>
                      <a:pt x="242316" y="10969"/>
                      <a:pt x="328041" y="-2239"/>
                      <a:pt x="411226" y="301"/>
                    </a:cubicBezTo>
                    <a:cubicBezTo>
                      <a:pt x="323469" y="37766"/>
                      <a:pt x="226822" y="60118"/>
                      <a:pt x="154432" y="126539"/>
                    </a:cubicBezTo>
                    <a:cubicBezTo>
                      <a:pt x="88265" y="167560"/>
                      <a:pt x="51308" y="236648"/>
                      <a:pt x="0" y="292274"/>
                    </a:cubicBezTo>
                    <a:cubicBezTo>
                      <a:pt x="8128" y="189277"/>
                      <a:pt x="78867" y="99361"/>
                      <a:pt x="169545" y="53387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07" name="任意形状 1306">
                <a:extLst>
                  <a:ext uri="{FF2B5EF4-FFF2-40B4-BE49-F238E27FC236}">
                    <a16:creationId xmlns:a16="http://schemas.microsoft.com/office/drawing/2014/main" id="{4D90A95B-59E4-8FE3-0452-4746A1810D10}"/>
                  </a:ext>
                </a:extLst>
              </p:cNvPr>
              <p:cNvSpPr/>
              <p:nvPr/>
            </p:nvSpPr>
            <p:spPr>
              <a:xfrm>
                <a:off x="4038655" y="1345142"/>
                <a:ext cx="110923" cy="12546"/>
              </a:xfrm>
              <a:custGeom>
                <a:avLst/>
                <a:gdLst>
                  <a:gd name="connsiteX0" fmla="*/ 0 w 157352"/>
                  <a:gd name="connsiteY0" fmla="*/ 254 h 17798"/>
                  <a:gd name="connsiteX1" fmla="*/ 157353 w 157352"/>
                  <a:gd name="connsiteY1" fmla="*/ 0 h 17798"/>
                  <a:gd name="connsiteX2" fmla="*/ 0 w 157352"/>
                  <a:gd name="connsiteY2" fmla="*/ 254 h 17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7352" h="17798">
                    <a:moveTo>
                      <a:pt x="0" y="254"/>
                    </a:moveTo>
                    <a:cubicBezTo>
                      <a:pt x="52451" y="127"/>
                      <a:pt x="104902" y="127"/>
                      <a:pt x="157353" y="0"/>
                    </a:cubicBezTo>
                    <a:cubicBezTo>
                      <a:pt x="107823" y="24384"/>
                      <a:pt x="49784" y="22987"/>
                      <a:pt x="0" y="254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08" name="任意形状 1307">
                <a:extLst>
                  <a:ext uri="{FF2B5EF4-FFF2-40B4-BE49-F238E27FC236}">
                    <a16:creationId xmlns:a16="http://schemas.microsoft.com/office/drawing/2014/main" id="{003714C0-9E81-CC33-1FD2-0652F2B82C73}"/>
                  </a:ext>
                </a:extLst>
              </p:cNvPr>
              <p:cNvSpPr/>
              <p:nvPr/>
            </p:nvSpPr>
            <p:spPr>
              <a:xfrm>
                <a:off x="4604724" y="1444770"/>
                <a:ext cx="82480" cy="91160"/>
              </a:xfrm>
              <a:custGeom>
                <a:avLst/>
                <a:gdLst>
                  <a:gd name="connsiteX0" fmla="*/ 40904 w 117004"/>
                  <a:gd name="connsiteY0" fmla="*/ 7387 h 129317"/>
                  <a:gd name="connsiteX1" fmla="*/ 111643 w 117004"/>
                  <a:gd name="connsiteY1" fmla="*/ 77364 h 129317"/>
                  <a:gd name="connsiteX2" fmla="*/ 20838 w 117004"/>
                  <a:gd name="connsiteY2" fmla="*/ 120798 h 129317"/>
                  <a:gd name="connsiteX3" fmla="*/ 40904 w 117004"/>
                  <a:gd name="connsiteY3" fmla="*/ 7387 h 129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004" h="129317">
                    <a:moveTo>
                      <a:pt x="40904" y="7387"/>
                    </a:moveTo>
                    <a:cubicBezTo>
                      <a:pt x="81798" y="-20426"/>
                      <a:pt x="133995" y="36343"/>
                      <a:pt x="111643" y="77364"/>
                    </a:cubicBezTo>
                    <a:cubicBezTo>
                      <a:pt x="101737" y="114956"/>
                      <a:pt x="57033" y="144547"/>
                      <a:pt x="20838" y="120798"/>
                    </a:cubicBezTo>
                    <a:cubicBezTo>
                      <a:pt x="-16119" y="90191"/>
                      <a:pt x="-498" y="26564"/>
                      <a:pt x="40904" y="7387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09" name="任意形状 1308">
                <a:extLst>
                  <a:ext uri="{FF2B5EF4-FFF2-40B4-BE49-F238E27FC236}">
                    <a16:creationId xmlns:a16="http://schemas.microsoft.com/office/drawing/2014/main" id="{409F05EC-3322-A327-2969-3642B449010E}"/>
                  </a:ext>
                </a:extLst>
              </p:cNvPr>
              <p:cNvSpPr/>
              <p:nvPr/>
            </p:nvSpPr>
            <p:spPr>
              <a:xfrm>
                <a:off x="4026927" y="1484009"/>
                <a:ext cx="132320" cy="190949"/>
              </a:xfrm>
              <a:custGeom>
                <a:avLst/>
                <a:gdLst>
                  <a:gd name="connsiteX0" fmla="*/ 13462 w 187705"/>
                  <a:gd name="connsiteY0" fmla="*/ 3160 h 270875"/>
                  <a:gd name="connsiteX1" fmla="*/ 187706 w 187705"/>
                  <a:gd name="connsiteY1" fmla="*/ 8748 h 270875"/>
                  <a:gd name="connsiteX2" fmla="*/ 152527 w 187705"/>
                  <a:gd name="connsiteY2" fmla="*/ 137272 h 270875"/>
                  <a:gd name="connsiteX3" fmla="*/ 173355 w 187705"/>
                  <a:gd name="connsiteY3" fmla="*/ 228331 h 270875"/>
                  <a:gd name="connsiteX4" fmla="*/ 107823 w 187705"/>
                  <a:gd name="connsiteY4" fmla="*/ 270876 h 270875"/>
                  <a:gd name="connsiteX5" fmla="*/ 107315 w 187705"/>
                  <a:gd name="connsiteY5" fmla="*/ 124064 h 270875"/>
                  <a:gd name="connsiteX6" fmla="*/ 33655 w 187705"/>
                  <a:gd name="connsiteY6" fmla="*/ 82154 h 270875"/>
                  <a:gd name="connsiteX7" fmla="*/ 36322 w 187705"/>
                  <a:gd name="connsiteY7" fmla="*/ 59294 h 270875"/>
                  <a:gd name="connsiteX8" fmla="*/ 72517 w 187705"/>
                  <a:gd name="connsiteY8" fmla="*/ 34783 h 270875"/>
                  <a:gd name="connsiteX9" fmla="*/ 0 w 187705"/>
                  <a:gd name="connsiteY9" fmla="*/ 22845 h 270875"/>
                  <a:gd name="connsiteX10" fmla="*/ 13462 w 187705"/>
                  <a:gd name="connsiteY10" fmla="*/ 3160 h 270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7705" h="270875">
                    <a:moveTo>
                      <a:pt x="13462" y="3160"/>
                    </a:moveTo>
                    <a:cubicBezTo>
                      <a:pt x="71247" y="-1031"/>
                      <a:pt x="130429" y="-2682"/>
                      <a:pt x="187706" y="8748"/>
                    </a:cubicBezTo>
                    <a:cubicBezTo>
                      <a:pt x="146177" y="39482"/>
                      <a:pt x="154940" y="91806"/>
                      <a:pt x="152527" y="137272"/>
                    </a:cubicBezTo>
                    <a:cubicBezTo>
                      <a:pt x="150368" y="169022"/>
                      <a:pt x="160528" y="199629"/>
                      <a:pt x="173355" y="228331"/>
                    </a:cubicBezTo>
                    <a:cubicBezTo>
                      <a:pt x="151130" y="241920"/>
                      <a:pt x="129032" y="255763"/>
                      <a:pt x="107823" y="270876"/>
                    </a:cubicBezTo>
                    <a:cubicBezTo>
                      <a:pt x="130048" y="225791"/>
                      <a:pt x="142748" y="166228"/>
                      <a:pt x="107315" y="124064"/>
                    </a:cubicBezTo>
                    <a:cubicBezTo>
                      <a:pt x="91567" y="97902"/>
                      <a:pt x="61214" y="89774"/>
                      <a:pt x="33655" y="82154"/>
                    </a:cubicBezTo>
                    <a:cubicBezTo>
                      <a:pt x="34417" y="76439"/>
                      <a:pt x="35687" y="65009"/>
                      <a:pt x="36322" y="59294"/>
                    </a:cubicBezTo>
                    <a:cubicBezTo>
                      <a:pt x="45339" y="53198"/>
                      <a:pt x="63500" y="40879"/>
                      <a:pt x="72517" y="34783"/>
                    </a:cubicBezTo>
                    <a:cubicBezTo>
                      <a:pt x="48641" y="28941"/>
                      <a:pt x="24257" y="26274"/>
                      <a:pt x="0" y="22845"/>
                    </a:cubicBezTo>
                    <a:cubicBezTo>
                      <a:pt x="3429" y="18019"/>
                      <a:pt x="10033" y="8113"/>
                      <a:pt x="13462" y="3160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0" name="任意形状 1309">
                <a:extLst>
                  <a:ext uri="{FF2B5EF4-FFF2-40B4-BE49-F238E27FC236}">
                    <a16:creationId xmlns:a16="http://schemas.microsoft.com/office/drawing/2014/main" id="{99C26ADD-C1F7-E35C-03DC-1A60C43E2A0B}"/>
                  </a:ext>
                </a:extLst>
              </p:cNvPr>
              <p:cNvSpPr/>
              <p:nvPr/>
            </p:nvSpPr>
            <p:spPr>
              <a:xfrm>
                <a:off x="3873658" y="924636"/>
                <a:ext cx="522031" cy="404188"/>
              </a:xfrm>
              <a:custGeom>
                <a:avLst/>
                <a:gdLst>
                  <a:gd name="connsiteX0" fmla="*/ 632460 w 740539"/>
                  <a:gd name="connsiteY0" fmla="*/ 0 h 573370"/>
                  <a:gd name="connsiteX1" fmla="*/ 738632 w 740539"/>
                  <a:gd name="connsiteY1" fmla="*/ 282956 h 573370"/>
                  <a:gd name="connsiteX2" fmla="*/ 489839 w 740539"/>
                  <a:gd name="connsiteY2" fmla="*/ 570357 h 573370"/>
                  <a:gd name="connsiteX3" fmla="*/ 185928 w 740539"/>
                  <a:gd name="connsiteY3" fmla="*/ 572897 h 573370"/>
                  <a:gd name="connsiteX4" fmla="*/ 0 w 740539"/>
                  <a:gd name="connsiteY4" fmla="*/ 501904 h 573370"/>
                  <a:gd name="connsiteX5" fmla="*/ 298577 w 740539"/>
                  <a:gd name="connsiteY5" fmla="*/ 526669 h 573370"/>
                  <a:gd name="connsiteX6" fmla="*/ 565023 w 740539"/>
                  <a:gd name="connsiteY6" fmla="*/ 412750 h 573370"/>
                  <a:gd name="connsiteX7" fmla="*/ 644906 w 740539"/>
                  <a:gd name="connsiteY7" fmla="*/ 264541 h 573370"/>
                  <a:gd name="connsiteX8" fmla="*/ 632460 w 740539"/>
                  <a:gd name="connsiteY8" fmla="*/ 0 h 573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40539" h="573370">
                    <a:moveTo>
                      <a:pt x="632460" y="0"/>
                    </a:moveTo>
                    <a:cubicBezTo>
                      <a:pt x="710565" y="70866"/>
                      <a:pt x="749935" y="178308"/>
                      <a:pt x="738632" y="282956"/>
                    </a:cubicBezTo>
                    <a:cubicBezTo>
                      <a:pt x="738378" y="423672"/>
                      <a:pt x="621919" y="540258"/>
                      <a:pt x="489839" y="570357"/>
                    </a:cubicBezTo>
                    <a:cubicBezTo>
                      <a:pt x="388620" y="574294"/>
                      <a:pt x="287147" y="569341"/>
                      <a:pt x="185928" y="572897"/>
                    </a:cubicBezTo>
                    <a:cubicBezTo>
                      <a:pt x="116967" y="577723"/>
                      <a:pt x="51562" y="545084"/>
                      <a:pt x="0" y="501904"/>
                    </a:cubicBezTo>
                    <a:cubicBezTo>
                      <a:pt x="99695" y="509524"/>
                      <a:pt x="197612" y="538734"/>
                      <a:pt x="298577" y="526669"/>
                    </a:cubicBezTo>
                    <a:cubicBezTo>
                      <a:pt x="393700" y="520446"/>
                      <a:pt x="515874" y="507238"/>
                      <a:pt x="565023" y="412750"/>
                    </a:cubicBezTo>
                    <a:cubicBezTo>
                      <a:pt x="612140" y="377444"/>
                      <a:pt x="645541" y="324866"/>
                      <a:pt x="644906" y="264541"/>
                    </a:cubicBezTo>
                    <a:cubicBezTo>
                      <a:pt x="686816" y="179959"/>
                      <a:pt x="648970" y="85979"/>
                      <a:pt x="632460" y="0"/>
                    </a:cubicBezTo>
                    <a:close/>
                  </a:path>
                </a:pathLst>
              </a:custGeom>
              <a:solidFill>
                <a:srgbClr val="BEC4F4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grpSp>
            <p:nvGrpSpPr>
              <p:cNvPr id="1311" name="图形 3260">
                <a:extLst>
                  <a:ext uri="{FF2B5EF4-FFF2-40B4-BE49-F238E27FC236}">
                    <a16:creationId xmlns:a16="http://schemas.microsoft.com/office/drawing/2014/main" id="{2BA029CC-F0CC-9A1F-CC51-8DE53B659E93}"/>
                  </a:ext>
                </a:extLst>
              </p:cNvPr>
              <p:cNvGrpSpPr/>
              <p:nvPr/>
            </p:nvGrpSpPr>
            <p:grpSpPr>
              <a:xfrm>
                <a:off x="3796943" y="849350"/>
                <a:ext cx="538544" cy="779005"/>
                <a:chOff x="6525789" y="1439046"/>
                <a:chExt cx="763965" cy="1105076"/>
              </a:xfrm>
              <a:solidFill>
                <a:srgbClr val="EDECFB"/>
              </a:solidFill>
            </p:grpSpPr>
            <p:sp>
              <p:nvSpPr>
                <p:cNvPr id="1328" name="任意形状 1327">
                  <a:extLst>
                    <a:ext uri="{FF2B5EF4-FFF2-40B4-BE49-F238E27FC236}">
                      <a16:creationId xmlns:a16="http://schemas.microsoft.com/office/drawing/2014/main" id="{AAE623AE-4DAC-3535-ADE8-63F793EED38F}"/>
                    </a:ext>
                  </a:extLst>
                </p:cNvPr>
                <p:cNvSpPr/>
                <p:nvPr/>
              </p:nvSpPr>
              <p:spPr>
                <a:xfrm>
                  <a:off x="6525789" y="1439046"/>
                  <a:ext cx="763965" cy="636352"/>
                </a:xfrm>
                <a:custGeom>
                  <a:avLst/>
                  <a:gdLst>
                    <a:gd name="connsiteX0" fmla="*/ 416412 w 772792"/>
                    <a:gd name="connsiteY0" fmla="*/ 1770 h 636351"/>
                    <a:gd name="connsiteX1" fmla="*/ 741278 w 772792"/>
                    <a:gd name="connsiteY1" fmla="*/ 106799 h 636351"/>
                    <a:gd name="connsiteX2" fmla="*/ 753724 w 772792"/>
                    <a:gd name="connsiteY2" fmla="*/ 371340 h 636351"/>
                    <a:gd name="connsiteX3" fmla="*/ 678921 w 772792"/>
                    <a:gd name="connsiteY3" fmla="*/ 223004 h 636351"/>
                    <a:gd name="connsiteX4" fmla="*/ 421365 w 772792"/>
                    <a:gd name="connsiteY4" fmla="*/ 179697 h 636351"/>
                    <a:gd name="connsiteX5" fmla="*/ 169651 w 772792"/>
                    <a:gd name="connsiteY5" fmla="*/ 225290 h 636351"/>
                    <a:gd name="connsiteX6" fmla="*/ 160507 w 772792"/>
                    <a:gd name="connsiteY6" fmla="*/ 510151 h 636351"/>
                    <a:gd name="connsiteX7" fmla="*/ 395965 w 772792"/>
                    <a:gd name="connsiteY7" fmla="*/ 551807 h 636351"/>
                    <a:gd name="connsiteX8" fmla="*/ 673841 w 772792"/>
                    <a:gd name="connsiteY8" fmla="*/ 519549 h 636351"/>
                    <a:gd name="connsiteX9" fmla="*/ 407395 w 772792"/>
                    <a:gd name="connsiteY9" fmla="*/ 633468 h 636351"/>
                    <a:gd name="connsiteX10" fmla="*/ 108818 w 772792"/>
                    <a:gd name="connsiteY10" fmla="*/ 608703 h 636351"/>
                    <a:gd name="connsiteX11" fmla="*/ 3154 w 772792"/>
                    <a:gd name="connsiteY11" fmla="*/ 295902 h 636351"/>
                    <a:gd name="connsiteX12" fmla="*/ 5186 w 772792"/>
                    <a:gd name="connsiteY12" fmla="*/ 293743 h 636351"/>
                    <a:gd name="connsiteX13" fmla="*/ 159618 w 772792"/>
                    <a:gd name="connsiteY13" fmla="*/ 128008 h 636351"/>
                    <a:gd name="connsiteX14" fmla="*/ 416412 w 772792"/>
                    <a:gd name="connsiteY14" fmla="*/ 1770 h 636351"/>
                    <a:gd name="connsiteX0" fmla="*/ 416412 w 763966"/>
                    <a:gd name="connsiteY0" fmla="*/ 1770 h 636352"/>
                    <a:gd name="connsiteX1" fmla="*/ 741278 w 763966"/>
                    <a:gd name="connsiteY1" fmla="*/ 106799 h 636352"/>
                    <a:gd name="connsiteX2" fmla="*/ 741007 w 763966"/>
                    <a:gd name="connsiteY2" fmla="*/ 447642 h 636352"/>
                    <a:gd name="connsiteX3" fmla="*/ 678921 w 763966"/>
                    <a:gd name="connsiteY3" fmla="*/ 223004 h 636352"/>
                    <a:gd name="connsiteX4" fmla="*/ 421365 w 763966"/>
                    <a:gd name="connsiteY4" fmla="*/ 179697 h 636352"/>
                    <a:gd name="connsiteX5" fmla="*/ 169651 w 763966"/>
                    <a:gd name="connsiteY5" fmla="*/ 225290 h 636352"/>
                    <a:gd name="connsiteX6" fmla="*/ 160507 w 763966"/>
                    <a:gd name="connsiteY6" fmla="*/ 510151 h 636352"/>
                    <a:gd name="connsiteX7" fmla="*/ 395965 w 763966"/>
                    <a:gd name="connsiteY7" fmla="*/ 551807 h 636352"/>
                    <a:gd name="connsiteX8" fmla="*/ 673841 w 763966"/>
                    <a:gd name="connsiteY8" fmla="*/ 519549 h 636352"/>
                    <a:gd name="connsiteX9" fmla="*/ 407395 w 763966"/>
                    <a:gd name="connsiteY9" fmla="*/ 633468 h 636352"/>
                    <a:gd name="connsiteX10" fmla="*/ 108818 w 763966"/>
                    <a:gd name="connsiteY10" fmla="*/ 608703 h 636352"/>
                    <a:gd name="connsiteX11" fmla="*/ 3154 w 763966"/>
                    <a:gd name="connsiteY11" fmla="*/ 295902 h 636352"/>
                    <a:gd name="connsiteX12" fmla="*/ 5186 w 763966"/>
                    <a:gd name="connsiteY12" fmla="*/ 293743 h 636352"/>
                    <a:gd name="connsiteX13" fmla="*/ 159618 w 763966"/>
                    <a:gd name="connsiteY13" fmla="*/ 128008 h 636352"/>
                    <a:gd name="connsiteX14" fmla="*/ 416412 w 763966"/>
                    <a:gd name="connsiteY14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21365 w 763965"/>
                    <a:gd name="connsiteY4" fmla="*/ 179697 h 636352"/>
                    <a:gd name="connsiteX5" fmla="*/ 169651 w 763965"/>
                    <a:gd name="connsiteY5" fmla="*/ 225290 h 636352"/>
                    <a:gd name="connsiteX6" fmla="*/ 160507 w 763965"/>
                    <a:gd name="connsiteY6" fmla="*/ 510151 h 636352"/>
                    <a:gd name="connsiteX7" fmla="*/ 395965 w 763965"/>
                    <a:gd name="connsiteY7" fmla="*/ 551807 h 636352"/>
                    <a:gd name="connsiteX8" fmla="*/ 673841 w 763965"/>
                    <a:gd name="connsiteY8" fmla="*/ 519549 h 636352"/>
                    <a:gd name="connsiteX9" fmla="*/ 407395 w 763965"/>
                    <a:gd name="connsiteY9" fmla="*/ 633468 h 636352"/>
                    <a:gd name="connsiteX10" fmla="*/ 108818 w 763965"/>
                    <a:gd name="connsiteY10" fmla="*/ 608703 h 636352"/>
                    <a:gd name="connsiteX11" fmla="*/ 3154 w 763965"/>
                    <a:gd name="connsiteY11" fmla="*/ 295902 h 636352"/>
                    <a:gd name="connsiteX12" fmla="*/ 5186 w 763965"/>
                    <a:gd name="connsiteY12" fmla="*/ 293743 h 636352"/>
                    <a:gd name="connsiteX13" fmla="*/ 159618 w 763965"/>
                    <a:gd name="connsiteY13" fmla="*/ 128008 h 636352"/>
                    <a:gd name="connsiteX14" fmla="*/ 416412 w 763965"/>
                    <a:gd name="connsiteY14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21365 w 763965"/>
                    <a:gd name="connsiteY4" fmla="*/ 179697 h 636352"/>
                    <a:gd name="connsiteX5" fmla="*/ 443071 w 763965"/>
                    <a:gd name="connsiteY5" fmla="*/ 333386 h 636352"/>
                    <a:gd name="connsiteX6" fmla="*/ 160507 w 763965"/>
                    <a:gd name="connsiteY6" fmla="*/ 510151 h 636352"/>
                    <a:gd name="connsiteX7" fmla="*/ 395965 w 763965"/>
                    <a:gd name="connsiteY7" fmla="*/ 551807 h 636352"/>
                    <a:gd name="connsiteX8" fmla="*/ 673841 w 763965"/>
                    <a:gd name="connsiteY8" fmla="*/ 519549 h 636352"/>
                    <a:gd name="connsiteX9" fmla="*/ 407395 w 763965"/>
                    <a:gd name="connsiteY9" fmla="*/ 633468 h 636352"/>
                    <a:gd name="connsiteX10" fmla="*/ 108818 w 763965"/>
                    <a:gd name="connsiteY10" fmla="*/ 608703 h 636352"/>
                    <a:gd name="connsiteX11" fmla="*/ 3154 w 763965"/>
                    <a:gd name="connsiteY11" fmla="*/ 295902 h 636352"/>
                    <a:gd name="connsiteX12" fmla="*/ 5186 w 763965"/>
                    <a:gd name="connsiteY12" fmla="*/ 293743 h 636352"/>
                    <a:gd name="connsiteX13" fmla="*/ 159618 w 763965"/>
                    <a:gd name="connsiteY13" fmla="*/ 128008 h 636352"/>
                    <a:gd name="connsiteX14" fmla="*/ 416412 w 763965"/>
                    <a:gd name="connsiteY14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21365 w 763965"/>
                    <a:gd name="connsiteY4" fmla="*/ 179697 h 636352"/>
                    <a:gd name="connsiteX5" fmla="*/ 443071 w 763965"/>
                    <a:gd name="connsiteY5" fmla="*/ 333386 h 636352"/>
                    <a:gd name="connsiteX6" fmla="*/ 300396 w 763965"/>
                    <a:gd name="connsiteY6" fmla="*/ 446565 h 636352"/>
                    <a:gd name="connsiteX7" fmla="*/ 395965 w 763965"/>
                    <a:gd name="connsiteY7" fmla="*/ 551807 h 636352"/>
                    <a:gd name="connsiteX8" fmla="*/ 673841 w 763965"/>
                    <a:gd name="connsiteY8" fmla="*/ 519549 h 636352"/>
                    <a:gd name="connsiteX9" fmla="*/ 407395 w 763965"/>
                    <a:gd name="connsiteY9" fmla="*/ 633468 h 636352"/>
                    <a:gd name="connsiteX10" fmla="*/ 108818 w 763965"/>
                    <a:gd name="connsiteY10" fmla="*/ 608703 h 636352"/>
                    <a:gd name="connsiteX11" fmla="*/ 3154 w 763965"/>
                    <a:gd name="connsiteY11" fmla="*/ 295902 h 636352"/>
                    <a:gd name="connsiteX12" fmla="*/ 5186 w 763965"/>
                    <a:gd name="connsiteY12" fmla="*/ 293743 h 636352"/>
                    <a:gd name="connsiteX13" fmla="*/ 159618 w 763965"/>
                    <a:gd name="connsiteY13" fmla="*/ 128008 h 636352"/>
                    <a:gd name="connsiteX14" fmla="*/ 416412 w 763965"/>
                    <a:gd name="connsiteY14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43071 w 763965"/>
                    <a:gd name="connsiteY4" fmla="*/ 333386 h 636352"/>
                    <a:gd name="connsiteX5" fmla="*/ 300396 w 763965"/>
                    <a:gd name="connsiteY5" fmla="*/ 446565 h 636352"/>
                    <a:gd name="connsiteX6" fmla="*/ 395965 w 763965"/>
                    <a:gd name="connsiteY6" fmla="*/ 551807 h 636352"/>
                    <a:gd name="connsiteX7" fmla="*/ 673841 w 763965"/>
                    <a:gd name="connsiteY7" fmla="*/ 519549 h 636352"/>
                    <a:gd name="connsiteX8" fmla="*/ 407395 w 763965"/>
                    <a:gd name="connsiteY8" fmla="*/ 633468 h 636352"/>
                    <a:gd name="connsiteX9" fmla="*/ 108818 w 763965"/>
                    <a:gd name="connsiteY9" fmla="*/ 608703 h 636352"/>
                    <a:gd name="connsiteX10" fmla="*/ 3154 w 763965"/>
                    <a:gd name="connsiteY10" fmla="*/ 295902 h 636352"/>
                    <a:gd name="connsiteX11" fmla="*/ 5186 w 763965"/>
                    <a:gd name="connsiteY11" fmla="*/ 293743 h 636352"/>
                    <a:gd name="connsiteX12" fmla="*/ 159618 w 763965"/>
                    <a:gd name="connsiteY12" fmla="*/ 128008 h 636352"/>
                    <a:gd name="connsiteX13" fmla="*/ 416412 w 763965"/>
                    <a:gd name="connsiteY13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300396 w 763965"/>
                    <a:gd name="connsiteY4" fmla="*/ 446565 h 636352"/>
                    <a:gd name="connsiteX5" fmla="*/ 395965 w 763965"/>
                    <a:gd name="connsiteY5" fmla="*/ 551807 h 636352"/>
                    <a:gd name="connsiteX6" fmla="*/ 673841 w 763965"/>
                    <a:gd name="connsiteY6" fmla="*/ 519549 h 636352"/>
                    <a:gd name="connsiteX7" fmla="*/ 407395 w 763965"/>
                    <a:gd name="connsiteY7" fmla="*/ 633468 h 636352"/>
                    <a:gd name="connsiteX8" fmla="*/ 108818 w 763965"/>
                    <a:gd name="connsiteY8" fmla="*/ 608703 h 636352"/>
                    <a:gd name="connsiteX9" fmla="*/ 3154 w 763965"/>
                    <a:gd name="connsiteY9" fmla="*/ 295902 h 636352"/>
                    <a:gd name="connsiteX10" fmla="*/ 5186 w 763965"/>
                    <a:gd name="connsiteY10" fmla="*/ 293743 h 636352"/>
                    <a:gd name="connsiteX11" fmla="*/ 159618 w 763965"/>
                    <a:gd name="connsiteY11" fmla="*/ 128008 h 636352"/>
                    <a:gd name="connsiteX12" fmla="*/ 416412 w 763965"/>
                    <a:gd name="connsiteY12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395965 w 763965"/>
                    <a:gd name="connsiteY4" fmla="*/ 551807 h 636352"/>
                    <a:gd name="connsiteX5" fmla="*/ 673841 w 763965"/>
                    <a:gd name="connsiteY5" fmla="*/ 519549 h 636352"/>
                    <a:gd name="connsiteX6" fmla="*/ 407395 w 763965"/>
                    <a:gd name="connsiteY6" fmla="*/ 633468 h 636352"/>
                    <a:gd name="connsiteX7" fmla="*/ 108818 w 763965"/>
                    <a:gd name="connsiteY7" fmla="*/ 608703 h 636352"/>
                    <a:gd name="connsiteX8" fmla="*/ 3154 w 763965"/>
                    <a:gd name="connsiteY8" fmla="*/ 295902 h 636352"/>
                    <a:gd name="connsiteX9" fmla="*/ 5186 w 763965"/>
                    <a:gd name="connsiteY9" fmla="*/ 293743 h 636352"/>
                    <a:gd name="connsiteX10" fmla="*/ 159618 w 763965"/>
                    <a:gd name="connsiteY10" fmla="*/ 128008 h 636352"/>
                    <a:gd name="connsiteX11" fmla="*/ 416412 w 763965"/>
                    <a:gd name="connsiteY11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673841 w 763965"/>
                    <a:gd name="connsiteY4" fmla="*/ 519549 h 636352"/>
                    <a:gd name="connsiteX5" fmla="*/ 407395 w 763965"/>
                    <a:gd name="connsiteY5" fmla="*/ 633468 h 636352"/>
                    <a:gd name="connsiteX6" fmla="*/ 108818 w 763965"/>
                    <a:gd name="connsiteY6" fmla="*/ 608703 h 636352"/>
                    <a:gd name="connsiteX7" fmla="*/ 3154 w 763965"/>
                    <a:gd name="connsiteY7" fmla="*/ 295902 h 636352"/>
                    <a:gd name="connsiteX8" fmla="*/ 5186 w 763965"/>
                    <a:gd name="connsiteY8" fmla="*/ 293743 h 636352"/>
                    <a:gd name="connsiteX9" fmla="*/ 159618 w 763965"/>
                    <a:gd name="connsiteY9" fmla="*/ 128008 h 636352"/>
                    <a:gd name="connsiteX10" fmla="*/ 416412 w 763965"/>
                    <a:gd name="connsiteY10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07395 w 763965"/>
                    <a:gd name="connsiteY4" fmla="*/ 633468 h 636352"/>
                    <a:gd name="connsiteX5" fmla="*/ 108818 w 763965"/>
                    <a:gd name="connsiteY5" fmla="*/ 608703 h 636352"/>
                    <a:gd name="connsiteX6" fmla="*/ 3154 w 763965"/>
                    <a:gd name="connsiteY6" fmla="*/ 295902 h 636352"/>
                    <a:gd name="connsiteX7" fmla="*/ 5186 w 763965"/>
                    <a:gd name="connsiteY7" fmla="*/ 293743 h 636352"/>
                    <a:gd name="connsiteX8" fmla="*/ 159618 w 763965"/>
                    <a:gd name="connsiteY8" fmla="*/ 128008 h 636352"/>
                    <a:gd name="connsiteX9" fmla="*/ 416412 w 763965"/>
                    <a:gd name="connsiteY9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07395 w 763965"/>
                    <a:gd name="connsiteY4" fmla="*/ 633468 h 636352"/>
                    <a:gd name="connsiteX5" fmla="*/ 108818 w 763965"/>
                    <a:gd name="connsiteY5" fmla="*/ 608703 h 636352"/>
                    <a:gd name="connsiteX6" fmla="*/ 3154 w 763965"/>
                    <a:gd name="connsiteY6" fmla="*/ 295902 h 636352"/>
                    <a:gd name="connsiteX7" fmla="*/ 5186 w 763965"/>
                    <a:gd name="connsiteY7" fmla="*/ 293743 h 636352"/>
                    <a:gd name="connsiteX8" fmla="*/ 159618 w 763965"/>
                    <a:gd name="connsiteY8" fmla="*/ 128008 h 636352"/>
                    <a:gd name="connsiteX9" fmla="*/ 416412 w 763965"/>
                    <a:gd name="connsiteY9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07395 w 763965"/>
                    <a:gd name="connsiteY4" fmla="*/ 633468 h 636352"/>
                    <a:gd name="connsiteX5" fmla="*/ 108818 w 763965"/>
                    <a:gd name="connsiteY5" fmla="*/ 608703 h 636352"/>
                    <a:gd name="connsiteX6" fmla="*/ 3154 w 763965"/>
                    <a:gd name="connsiteY6" fmla="*/ 295902 h 636352"/>
                    <a:gd name="connsiteX7" fmla="*/ 5186 w 763965"/>
                    <a:gd name="connsiteY7" fmla="*/ 293743 h 636352"/>
                    <a:gd name="connsiteX8" fmla="*/ 159618 w 763965"/>
                    <a:gd name="connsiteY8" fmla="*/ 128008 h 636352"/>
                    <a:gd name="connsiteX9" fmla="*/ 416412 w 763965"/>
                    <a:gd name="connsiteY9" fmla="*/ 1770 h 636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63965" h="636352">
                      <a:moveTo>
                        <a:pt x="416412" y="1770"/>
                      </a:moveTo>
                      <a:cubicBezTo>
                        <a:pt x="532871" y="-8390"/>
                        <a:pt x="655172" y="25011"/>
                        <a:pt x="741278" y="106799"/>
                      </a:cubicBezTo>
                      <a:cubicBezTo>
                        <a:pt x="757788" y="192778"/>
                        <a:pt x="782917" y="363060"/>
                        <a:pt x="741007" y="447642"/>
                      </a:cubicBezTo>
                      <a:cubicBezTo>
                        <a:pt x="734911" y="391508"/>
                        <a:pt x="790258" y="466620"/>
                        <a:pt x="685279" y="521856"/>
                      </a:cubicBezTo>
                      <a:cubicBezTo>
                        <a:pt x="578808" y="641846"/>
                        <a:pt x="503472" y="618994"/>
                        <a:pt x="407395" y="633468"/>
                      </a:cubicBezTo>
                      <a:cubicBezTo>
                        <a:pt x="306430" y="645533"/>
                        <a:pt x="208513" y="616323"/>
                        <a:pt x="108818" y="608703"/>
                      </a:cubicBezTo>
                      <a:cubicBezTo>
                        <a:pt x="12933" y="535932"/>
                        <a:pt x="-9292" y="409059"/>
                        <a:pt x="3154" y="295902"/>
                      </a:cubicBezTo>
                      <a:lnTo>
                        <a:pt x="5186" y="293743"/>
                      </a:lnTo>
                      <a:cubicBezTo>
                        <a:pt x="56494" y="238117"/>
                        <a:pt x="93451" y="169029"/>
                        <a:pt x="159618" y="128008"/>
                      </a:cubicBezTo>
                      <a:cubicBezTo>
                        <a:pt x="232008" y="61587"/>
                        <a:pt x="328655" y="39235"/>
                        <a:pt x="416412" y="1770"/>
                      </a:cubicBezTo>
                      <a:close/>
                    </a:path>
                  </a:pathLst>
                </a:custGeom>
                <a:solidFill>
                  <a:srgbClr val="EDECFB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329" name="任意形状 1328">
                  <a:extLst>
                    <a:ext uri="{FF2B5EF4-FFF2-40B4-BE49-F238E27FC236}">
                      <a16:creationId xmlns:a16="http://schemas.microsoft.com/office/drawing/2014/main" id="{F1668ADD-C71B-92FE-0B42-287FA7F1B5DE}"/>
                    </a:ext>
                  </a:extLst>
                </p:cNvPr>
                <p:cNvSpPr/>
                <p:nvPr/>
              </p:nvSpPr>
              <p:spPr>
                <a:xfrm>
                  <a:off x="6974839" y="2162257"/>
                  <a:ext cx="291719" cy="381865"/>
                </a:xfrm>
                <a:custGeom>
                  <a:avLst/>
                  <a:gdLst>
                    <a:gd name="connsiteX0" fmla="*/ 1524 w 291719"/>
                    <a:gd name="connsiteY0" fmla="*/ 43479 h 381865"/>
                    <a:gd name="connsiteX1" fmla="*/ 215265 w 291719"/>
                    <a:gd name="connsiteY1" fmla="*/ 934 h 381865"/>
                    <a:gd name="connsiteX2" fmla="*/ 247396 w 291719"/>
                    <a:gd name="connsiteY2" fmla="*/ 14904 h 381865"/>
                    <a:gd name="connsiteX3" fmla="*/ 291719 w 291719"/>
                    <a:gd name="connsiteY3" fmla="*/ 377743 h 381865"/>
                    <a:gd name="connsiteX4" fmla="*/ 132842 w 291719"/>
                    <a:gd name="connsiteY4" fmla="*/ 381807 h 381865"/>
                    <a:gd name="connsiteX5" fmla="*/ 68961 w 291719"/>
                    <a:gd name="connsiteY5" fmla="*/ 381045 h 381865"/>
                    <a:gd name="connsiteX6" fmla="*/ 54610 w 291719"/>
                    <a:gd name="connsiteY6" fmla="*/ 262300 h 381865"/>
                    <a:gd name="connsiteX7" fmla="*/ 86868 w 291719"/>
                    <a:gd name="connsiteY7" fmla="*/ 187370 h 381865"/>
                    <a:gd name="connsiteX8" fmla="*/ 37592 w 291719"/>
                    <a:gd name="connsiteY8" fmla="*/ 152572 h 381865"/>
                    <a:gd name="connsiteX9" fmla="*/ 0 w 291719"/>
                    <a:gd name="connsiteY9" fmla="*/ 143428 h 381865"/>
                    <a:gd name="connsiteX10" fmla="*/ 1524 w 291719"/>
                    <a:gd name="connsiteY10" fmla="*/ 43479 h 381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91719" h="381865">
                      <a:moveTo>
                        <a:pt x="1524" y="43479"/>
                      </a:moveTo>
                      <a:cubicBezTo>
                        <a:pt x="73660" y="33192"/>
                        <a:pt x="140843" y="-6559"/>
                        <a:pt x="215265" y="934"/>
                      </a:cubicBezTo>
                      <a:cubicBezTo>
                        <a:pt x="223393" y="4363"/>
                        <a:pt x="239395" y="11475"/>
                        <a:pt x="247396" y="14904"/>
                      </a:cubicBezTo>
                      <a:cubicBezTo>
                        <a:pt x="285750" y="131617"/>
                        <a:pt x="283845" y="256458"/>
                        <a:pt x="291719" y="377743"/>
                      </a:cubicBezTo>
                      <a:cubicBezTo>
                        <a:pt x="238760" y="377489"/>
                        <a:pt x="185674" y="377235"/>
                        <a:pt x="132842" y="381807"/>
                      </a:cubicBezTo>
                      <a:cubicBezTo>
                        <a:pt x="111506" y="382061"/>
                        <a:pt x="90170" y="381426"/>
                        <a:pt x="68961" y="381045"/>
                      </a:cubicBezTo>
                      <a:cubicBezTo>
                        <a:pt x="50038" y="344342"/>
                        <a:pt x="51562" y="302305"/>
                        <a:pt x="54610" y="262300"/>
                      </a:cubicBezTo>
                      <a:cubicBezTo>
                        <a:pt x="54737" y="233344"/>
                        <a:pt x="83439" y="215183"/>
                        <a:pt x="86868" y="187370"/>
                      </a:cubicBezTo>
                      <a:cubicBezTo>
                        <a:pt x="78232" y="167050"/>
                        <a:pt x="59055" y="155112"/>
                        <a:pt x="37592" y="152572"/>
                      </a:cubicBezTo>
                      <a:cubicBezTo>
                        <a:pt x="28194" y="150286"/>
                        <a:pt x="9398" y="145714"/>
                        <a:pt x="0" y="143428"/>
                      </a:cubicBezTo>
                      <a:cubicBezTo>
                        <a:pt x="381" y="110154"/>
                        <a:pt x="762" y="76880"/>
                        <a:pt x="1524" y="43479"/>
                      </a:cubicBezTo>
                      <a:close/>
                    </a:path>
                  </a:pathLst>
                </a:custGeom>
                <a:solidFill>
                  <a:srgbClr val="EDECFB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</p:grpSp>
          <p:sp>
            <p:nvSpPr>
              <p:cNvPr id="1312" name="任意形状 1311">
                <a:extLst>
                  <a:ext uri="{FF2B5EF4-FFF2-40B4-BE49-F238E27FC236}">
                    <a16:creationId xmlns:a16="http://schemas.microsoft.com/office/drawing/2014/main" id="{DEB60709-5E37-0C4F-1B7C-B8A59B6EFD3B}"/>
                  </a:ext>
                </a:extLst>
              </p:cNvPr>
              <p:cNvSpPr/>
              <p:nvPr/>
            </p:nvSpPr>
            <p:spPr>
              <a:xfrm>
                <a:off x="3655039" y="1214993"/>
                <a:ext cx="201860" cy="395883"/>
              </a:xfrm>
              <a:custGeom>
                <a:avLst/>
                <a:gdLst>
                  <a:gd name="connsiteX0" fmla="*/ 179395 w 330778"/>
                  <a:gd name="connsiteY0" fmla="*/ 0 h 648716"/>
                  <a:gd name="connsiteX1" fmla="*/ 237561 w 330778"/>
                  <a:gd name="connsiteY1" fmla="*/ 33147 h 648716"/>
                  <a:gd name="connsiteX2" fmla="*/ 330779 w 330778"/>
                  <a:gd name="connsiteY2" fmla="*/ 147828 h 648716"/>
                  <a:gd name="connsiteX3" fmla="*/ 235021 w 330778"/>
                  <a:gd name="connsiteY3" fmla="*/ 245237 h 648716"/>
                  <a:gd name="connsiteX4" fmla="*/ 221305 w 330778"/>
                  <a:gd name="connsiteY4" fmla="*/ 255016 h 648716"/>
                  <a:gd name="connsiteX5" fmla="*/ 230957 w 330778"/>
                  <a:gd name="connsiteY5" fmla="*/ 361061 h 648716"/>
                  <a:gd name="connsiteX6" fmla="*/ 176728 w 330778"/>
                  <a:gd name="connsiteY6" fmla="*/ 648716 h 648716"/>
                  <a:gd name="connsiteX7" fmla="*/ 147391 w 330778"/>
                  <a:gd name="connsiteY7" fmla="*/ 634492 h 648716"/>
                  <a:gd name="connsiteX8" fmla="*/ 79446 w 330778"/>
                  <a:gd name="connsiteY8" fmla="*/ 550037 h 648716"/>
                  <a:gd name="connsiteX9" fmla="*/ 14676 w 330778"/>
                  <a:gd name="connsiteY9" fmla="*/ 374904 h 648716"/>
                  <a:gd name="connsiteX10" fmla="*/ 5405 w 330778"/>
                  <a:gd name="connsiteY10" fmla="*/ 273304 h 648716"/>
                  <a:gd name="connsiteX11" fmla="*/ 40203 w 330778"/>
                  <a:gd name="connsiteY11" fmla="*/ 157099 h 648716"/>
                  <a:gd name="connsiteX12" fmla="*/ 70048 w 330778"/>
                  <a:gd name="connsiteY12" fmla="*/ 135509 h 648716"/>
                  <a:gd name="connsiteX13" fmla="*/ 131008 w 330778"/>
                  <a:gd name="connsiteY13" fmla="*/ 29210 h 648716"/>
                  <a:gd name="connsiteX14" fmla="*/ 179395 w 330778"/>
                  <a:gd name="connsiteY14" fmla="*/ 0 h 648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0778" h="648716">
                    <a:moveTo>
                      <a:pt x="179395" y="0"/>
                    </a:moveTo>
                    <a:cubicBezTo>
                      <a:pt x="198064" y="12192"/>
                      <a:pt x="217749" y="22606"/>
                      <a:pt x="237561" y="33147"/>
                    </a:cubicBezTo>
                    <a:cubicBezTo>
                      <a:pt x="262707" y="75692"/>
                      <a:pt x="292425" y="116078"/>
                      <a:pt x="330779" y="147828"/>
                    </a:cubicBezTo>
                    <a:cubicBezTo>
                      <a:pt x="296235" y="177673"/>
                      <a:pt x="251277" y="199517"/>
                      <a:pt x="235021" y="245237"/>
                    </a:cubicBezTo>
                    <a:cubicBezTo>
                      <a:pt x="231592" y="247650"/>
                      <a:pt x="224734" y="252603"/>
                      <a:pt x="221305" y="255016"/>
                    </a:cubicBezTo>
                    <a:cubicBezTo>
                      <a:pt x="221178" y="290068"/>
                      <a:pt x="205430" y="330835"/>
                      <a:pt x="230957" y="361061"/>
                    </a:cubicBezTo>
                    <a:cubicBezTo>
                      <a:pt x="178125" y="444881"/>
                      <a:pt x="142692" y="551053"/>
                      <a:pt x="176728" y="648716"/>
                    </a:cubicBezTo>
                    <a:cubicBezTo>
                      <a:pt x="169362" y="645160"/>
                      <a:pt x="154630" y="638048"/>
                      <a:pt x="147391" y="634492"/>
                    </a:cubicBezTo>
                    <a:cubicBezTo>
                      <a:pt x="125039" y="606044"/>
                      <a:pt x="101036" y="578993"/>
                      <a:pt x="79446" y="550037"/>
                    </a:cubicBezTo>
                    <a:cubicBezTo>
                      <a:pt x="40711" y="499364"/>
                      <a:pt x="33345" y="434086"/>
                      <a:pt x="14676" y="374904"/>
                    </a:cubicBezTo>
                    <a:cubicBezTo>
                      <a:pt x="6929" y="342011"/>
                      <a:pt x="-8057" y="306578"/>
                      <a:pt x="5405" y="273304"/>
                    </a:cubicBezTo>
                    <a:cubicBezTo>
                      <a:pt x="18994" y="235204"/>
                      <a:pt x="32329" y="196850"/>
                      <a:pt x="40203" y="157099"/>
                    </a:cubicBezTo>
                    <a:cubicBezTo>
                      <a:pt x="50236" y="149860"/>
                      <a:pt x="60142" y="142621"/>
                      <a:pt x="70048" y="135509"/>
                    </a:cubicBezTo>
                    <a:cubicBezTo>
                      <a:pt x="75763" y="92583"/>
                      <a:pt x="100655" y="58166"/>
                      <a:pt x="131008" y="29210"/>
                    </a:cubicBezTo>
                    <a:cubicBezTo>
                      <a:pt x="147264" y="19558"/>
                      <a:pt x="163266" y="9779"/>
                      <a:pt x="179395" y="0"/>
                    </a:cubicBezTo>
                    <a:close/>
                  </a:path>
                </a:pathLst>
              </a:custGeom>
              <a:solidFill>
                <a:srgbClr val="CFCFF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3" name="任意形状 1312">
                <a:extLst>
                  <a:ext uri="{FF2B5EF4-FFF2-40B4-BE49-F238E27FC236}">
                    <a16:creationId xmlns:a16="http://schemas.microsoft.com/office/drawing/2014/main" id="{B9CEDCB6-C162-68D7-612A-9EDCB5BBC3A1}"/>
                  </a:ext>
                </a:extLst>
              </p:cNvPr>
              <p:cNvSpPr/>
              <p:nvPr/>
            </p:nvSpPr>
            <p:spPr>
              <a:xfrm>
                <a:off x="3748598" y="1015148"/>
                <a:ext cx="40725" cy="177263"/>
              </a:xfrm>
              <a:custGeom>
                <a:avLst/>
                <a:gdLst>
                  <a:gd name="connsiteX0" fmla="*/ 57772 w 57772"/>
                  <a:gd name="connsiteY0" fmla="*/ 251460 h 251460"/>
                  <a:gd name="connsiteX1" fmla="*/ 52438 w 57772"/>
                  <a:gd name="connsiteY1" fmla="*/ 0 h 251460"/>
                  <a:gd name="connsiteX2" fmla="*/ 57772 w 57772"/>
                  <a:gd name="connsiteY2" fmla="*/ 251460 h 251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772" h="251460">
                    <a:moveTo>
                      <a:pt x="57772" y="251460"/>
                    </a:moveTo>
                    <a:cubicBezTo>
                      <a:pt x="-19952" y="192659"/>
                      <a:pt x="-16777" y="64262"/>
                      <a:pt x="52438" y="0"/>
                    </a:cubicBezTo>
                    <a:cubicBezTo>
                      <a:pt x="43421" y="83693"/>
                      <a:pt x="40246" y="168656"/>
                      <a:pt x="57772" y="251460"/>
                    </a:cubicBezTo>
                    <a:close/>
                  </a:path>
                </a:pathLst>
              </a:custGeom>
              <a:solidFill>
                <a:srgbClr val="AAADE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4" name="任意形状 1313">
                <a:extLst>
                  <a:ext uri="{FF2B5EF4-FFF2-40B4-BE49-F238E27FC236}">
                    <a16:creationId xmlns:a16="http://schemas.microsoft.com/office/drawing/2014/main" id="{5CE4734D-3CF7-AD5E-E868-A109CF2C9999}"/>
                  </a:ext>
                </a:extLst>
              </p:cNvPr>
              <p:cNvSpPr/>
              <p:nvPr/>
            </p:nvSpPr>
            <p:spPr>
              <a:xfrm>
                <a:off x="4398730" y="1014073"/>
                <a:ext cx="45389" cy="180306"/>
              </a:xfrm>
              <a:custGeom>
                <a:avLst/>
                <a:gdLst>
                  <a:gd name="connsiteX0" fmla="*/ 3175 w 64387"/>
                  <a:gd name="connsiteY0" fmla="*/ 0 h 255777"/>
                  <a:gd name="connsiteX1" fmla="*/ 0 w 64387"/>
                  <a:gd name="connsiteY1" fmla="*/ 255778 h 255777"/>
                  <a:gd name="connsiteX2" fmla="*/ 3175 w 64387"/>
                  <a:gd name="connsiteY2" fmla="*/ 0 h 255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387" h="255777">
                    <a:moveTo>
                      <a:pt x="3175" y="0"/>
                    </a:moveTo>
                    <a:cubicBezTo>
                      <a:pt x="87376" y="57404"/>
                      <a:pt x="83185" y="199517"/>
                      <a:pt x="0" y="255778"/>
                    </a:cubicBezTo>
                    <a:cubicBezTo>
                      <a:pt x="25273" y="172720"/>
                      <a:pt x="26797" y="83566"/>
                      <a:pt x="3175" y="0"/>
                    </a:cubicBezTo>
                    <a:close/>
                  </a:path>
                </a:pathLst>
              </a:custGeom>
              <a:solidFill>
                <a:srgbClr val="ABAFE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5" name="任意形状 1314">
                <a:extLst>
                  <a:ext uri="{FF2B5EF4-FFF2-40B4-BE49-F238E27FC236}">
                    <a16:creationId xmlns:a16="http://schemas.microsoft.com/office/drawing/2014/main" id="{272525BE-C270-B39C-4C5E-0DD9B26AF8B0}"/>
                  </a:ext>
                </a:extLst>
              </p:cNvPr>
              <p:cNvSpPr/>
              <p:nvPr/>
            </p:nvSpPr>
            <p:spPr>
              <a:xfrm>
                <a:off x="3787645" y="1297514"/>
                <a:ext cx="145189" cy="150315"/>
              </a:xfrm>
              <a:custGeom>
                <a:avLst/>
                <a:gdLst>
                  <a:gd name="connsiteX0" fmla="*/ 114394 w 205961"/>
                  <a:gd name="connsiteY0" fmla="*/ 0 h 213233"/>
                  <a:gd name="connsiteX1" fmla="*/ 205961 w 205961"/>
                  <a:gd name="connsiteY1" fmla="*/ 53975 h 213233"/>
                  <a:gd name="connsiteX2" fmla="*/ 14572 w 205961"/>
                  <a:gd name="connsiteY2" fmla="*/ 213233 h 213233"/>
                  <a:gd name="connsiteX3" fmla="*/ 4920 w 205961"/>
                  <a:gd name="connsiteY3" fmla="*/ 107188 h 213233"/>
                  <a:gd name="connsiteX4" fmla="*/ 18636 w 205961"/>
                  <a:gd name="connsiteY4" fmla="*/ 97409 h 213233"/>
                  <a:gd name="connsiteX5" fmla="*/ 114394 w 205961"/>
                  <a:gd name="connsiteY5" fmla="*/ 0 h 213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5961" h="213233">
                    <a:moveTo>
                      <a:pt x="114394" y="0"/>
                    </a:moveTo>
                    <a:cubicBezTo>
                      <a:pt x="142715" y="21463"/>
                      <a:pt x="174211" y="37973"/>
                      <a:pt x="205961" y="53975"/>
                    </a:cubicBezTo>
                    <a:cubicBezTo>
                      <a:pt x="122395" y="77470"/>
                      <a:pt x="62578" y="144653"/>
                      <a:pt x="14572" y="213233"/>
                    </a:cubicBezTo>
                    <a:cubicBezTo>
                      <a:pt x="-10955" y="183007"/>
                      <a:pt x="4793" y="142240"/>
                      <a:pt x="4920" y="107188"/>
                    </a:cubicBezTo>
                    <a:cubicBezTo>
                      <a:pt x="8349" y="104775"/>
                      <a:pt x="15207" y="99822"/>
                      <a:pt x="18636" y="97409"/>
                    </a:cubicBezTo>
                    <a:cubicBezTo>
                      <a:pt x="34892" y="51689"/>
                      <a:pt x="79850" y="29845"/>
                      <a:pt x="114394" y="0"/>
                    </a:cubicBezTo>
                    <a:close/>
                  </a:path>
                </a:pathLst>
              </a:custGeom>
              <a:solidFill>
                <a:srgbClr val="B4B4E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6" name="任意形状 1315">
                <a:extLst>
                  <a:ext uri="{FF2B5EF4-FFF2-40B4-BE49-F238E27FC236}">
                    <a16:creationId xmlns:a16="http://schemas.microsoft.com/office/drawing/2014/main" id="{56C1956A-90D9-C689-E032-4C8C13B482E8}"/>
                  </a:ext>
                </a:extLst>
              </p:cNvPr>
              <p:cNvSpPr/>
              <p:nvPr/>
            </p:nvSpPr>
            <p:spPr>
              <a:xfrm>
                <a:off x="4365875" y="1325715"/>
                <a:ext cx="529012" cy="299734"/>
              </a:xfrm>
              <a:custGeom>
                <a:avLst/>
                <a:gdLst>
                  <a:gd name="connsiteX0" fmla="*/ 98552 w 750442"/>
                  <a:gd name="connsiteY0" fmla="*/ 4572 h 425195"/>
                  <a:gd name="connsiteX1" fmla="*/ 159893 w 750442"/>
                  <a:gd name="connsiteY1" fmla="*/ 0 h 425195"/>
                  <a:gd name="connsiteX2" fmla="*/ 750443 w 750442"/>
                  <a:gd name="connsiteY2" fmla="*/ 1778 h 425195"/>
                  <a:gd name="connsiteX3" fmla="*/ 654431 w 750442"/>
                  <a:gd name="connsiteY3" fmla="*/ 425196 h 425195"/>
                  <a:gd name="connsiteX4" fmla="*/ 0 w 750442"/>
                  <a:gd name="connsiteY4" fmla="*/ 425196 h 425195"/>
                  <a:gd name="connsiteX5" fmla="*/ 67310 w 750442"/>
                  <a:gd name="connsiteY5" fmla="*/ 96520 h 425195"/>
                  <a:gd name="connsiteX6" fmla="*/ 98552 w 750442"/>
                  <a:gd name="connsiteY6" fmla="*/ 4572 h 425195"/>
                  <a:gd name="connsiteX7" fmla="*/ 378587 w 750442"/>
                  <a:gd name="connsiteY7" fmla="*/ 148844 h 425195"/>
                  <a:gd name="connsiteX8" fmla="*/ 313309 w 750442"/>
                  <a:gd name="connsiteY8" fmla="*/ 232791 h 425195"/>
                  <a:gd name="connsiteX9" fmla="*/ 388239 w 750442"/>
                  <a:gd name="connsiteY9" fmla="*/ 322453 h 425195"/>
                  <a:gd name="connsiteX10" fmla="*/ 478028 w 750442"/>
                  <a:gd name="connsiteY10" fmla="*/ 235585 h 425195"/>
                  <a:gd name="connsiteX11" fmla="*/ 378587 w 750442"/>
                  <a:gd name="connsiteY11" fmla="*/ 148844 h 425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50442" h="425195">
                    <a:moveTo>
                      <a:pt x="98552" y="4572"/>
                    </a:moveTo>
                    <a:cubicBezTo>
                      <a:pt x="118237" y="-1651"/>
                      <a:pt x="139446" y="635"/>
                      <a:pt x="159893" y="0"/>
                    </a:cubicBezTo>
                    <a:cubicBezTo>
                      <a:pt x="356743" y="1778"/>
                      <a:pt x="553593" y="-1778"/>
                      <a:pt x="750443" y="1778"/>
                    </a:cubicBezTo>
                    <a:cubicBezTo>
                      <a:pt x="722630" y="143764"/>
                      <a:pt x="682879" y="283337"/>
                      <a:pt x="654431" y="425196"/>
                    </a:cubicBezTo>
                    <a:cubicBezTo>
                      <a:pt x="436372" y="425196"/>
                      <a:pt x="218186" y="425196"/>
                      <a:pt x="0" y="425196"/>
                    </a:cubicBezTo>
                    <a:cubicBezTo>
                      <a:pt x="18034" y="314833"/>
                      <a:pt x="42418" y="205486"/>
                      <a:pt x="67310" y="96520"/>
                    </a:cubicBezTo>
                    <a:cubicBezTo>
                      <a:pt x="74676" y="65405"/>
                      <a:pt x="76073" y="29591"/>
                      <a:pt x="98552" y="4572"/>
                    </a:cubicBezTo>
                    <a:moveTo>
                      <a:pt x="378587" y="148844"/>
                    </a:moveTo>
                    <a:cubicBezTo>
                      <a:pt x="342646" y="161417"/>
                      <a:pt x="320675" y="196977"/>
                      <a:pt x="313309" y="232791"/>
                    </a:cubicBezTo>
                    <a:cubicBezTo>
                      <a:pt x="306197" y="276098"/>
                      <a:pt x="340360" y="328422"/>
                      <a:pt x="388239" y="322453"/>
                    </a:cubicBezTo>
                    <a:cubicBezTo>
                      <a:pt x="437515" y="326898"/>
                      <a:pt x="469773" y="278384"/>
                      <a:pt x="478028" y="235585"/>
                    </a:cubicBezTo>
                    <a:cubicBezTo>
                      <a:pt x="488823" y="182626"/>
                      <a:pt x="431165" y="125984"/>
                      <a:pt x="378587" y="148844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7" name="任意形状 1316">
                <a:extLst>
                  <a:ext uri="{FF2B5EF4-FFF2-40B4-BE49-F238E27FC236}">
                    <a16:creationId xmlns:a16="http://schemas.microsoft.com/office/drawing/2014/main" id="{06948CC4-EB93-9582-C5C4-E98A43B6662E}"/>
                  </a:ext>
                </a:extLst>
              </p:cNvPr>
              <p:cNvSpPr/>
              <p:nvPr/>
            </p:nvSpPr>
            <p:spPr>
              <a:xfrm>
                <a:off x="3905708" y="1345859"/>
                <a:ext cx="188363" cy="56132"/>
              </a:xfrm>
              <a:custGeom>
                <a:avLst/>
                <a:gdLst>
                  <a:gd name="connsiteX0" fmla="*/ 5715 w 267207"/>
                  <a:gd name="connsiteY0" fmla="*/ 25527 h 79628"/>
                  <a:gd name="connsiteX1" fmla="*/ 101092 w 267207"/>
                  <a:gd name="connsiteY1" fmla="*/ 0 h 79628"/>
                  <a:gd name="connsiteX2" fmla="*/ 267208 w 267207"/>
                  <a:gd name="connsiteY2" fmla="*/ 43688 h 79628"/>
                  <a:gd name="connsiteX3" fmla="*/ 266319 w 267207"/>
                  <a:gd name="connsiteY3" fmla="*/ 79629 h 79628"/>
                  <a:gd name="connsiteX4" fmla="*/ 0 w 267207"/>
                  <a:gd name="connsiteY4" fmla="*/ 47371 h 79628"/>
                  <a:gd name="connsiteX5" fmla="*/ 5715 w 267207"/>
                  <a:gd name="connsiteY5" fmla="*/ 25527 h 79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7207" h="79628">
                    <a:moveTo>
                      <a:pt x="5715" y="25527"/>
                    </a:moveTo>
                    <a:cubicBezTo>
                      <a:pt x="37465" y="17018"/>
                      <a:pt x="67945" y="1651"/>
                      <a:pt x="101092" y="0"/>
                    </a:cubicBezTo>
                    <a:cubicBezTo>
                      <a:pt x="156591" y="13843"/>
                      <a:pt x="209423" y="38989"/>
                      <a:pt x="267208" y="43688"/>
                    </a:cubicBezTo>
                    <a:cubicBezTo>
                      <a:pt x="266954" y="52705"/>
                      <a:pt x="266446" y="70612"/>
                      <a:pt x="266319" y="79629"/>
                    </a:cubicBezTo>
                    <a:cubicBezTo>
                      <a:pt x="179197" y="58293"/>
                      <a:pt x="90170" y="41783"/>
                      <a:pt x="0" y="47371"/>
                    </a:cubicBezTo>
                    <a:cubicBezTo>
                      <a:pt x="1524" y="41910"/>
                      <a:pt x="4318" y="30988"/>
                      <a:pt x="5715" y="25527"/>
                    </a:cubicBezTo>
                    <a:close/>
                  </a:path>
                </a:pathLst>
              </a:custGeom>
              <a:solidFill>
                <a:srgbClr val="BDC5F4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8" name="任意形状 1317">
                <a:extLst>
                  <a:ext uri="{FF2B5EF4-FFF2-40B4-BE49-F238E27FC236}">
                    <a16:creationId xmlns:a16="http://schemas.microsoft.com/office/drawing/2014/main" id="{0C5F11BC-019B-E0F7-6576-D265636F1711}"/>
                  </a:ext>
                </a:extLst>
              </p:cNvPr>
              <p:cNvSpPr/>
              <p:nvPr/>
            </p:nvSpPr>
            <p:spPr>
              <a:xfrm>
                <a:off x="4092102" y="1343664"/>
                <a:ext cx="173144" cy="123055"/>
              </a:xfrm>
              <a:custGeom>
                <a:avLst/>
                <a:gdLst>
                  <a:gd name="connsiteX0" fmla="*/ 2794 w 245617"/>
                  <a:gd name="connsiteY0" fmla="*/ 46800 h 174562"/>
                  <a:gd name="connsiteX1" fmla="*/ 155702 w 245617"/>
                  <a:gd name="connsiteY1" fmla="*/ 3239 h 174562"/>
                  <a:gd name="connsiteX2" fmla="*/ 245618 w 245617"/>
                  <a:gd name="connsiteY2" fmla="*/ 22924 h 174562"/>
                  <a:gd name="connsiteX3" fmla="*/ 31877 w 245617"/>
                  <a:gd name="connsiteY3" fmla="*/ 65469 h 174562"/>
                  <a:gd name="connsiteX4" fmla="*/ 30353 w 245617"/>
                  <a:gd name="connsiteY4" fmla="*/ 165418 h 174562"/>
                  <a:gd name="connsiteX5" fmla="*/ 67945 w 245617"/>
                  <a:gd name="connsiteY5" fmla="*/ 174562 h 174562"/>
                  <a:gd name="connsiteX6" fmla="*/ 0 w 245617"/>
                  <a:gd name="connsiteY6" fmla="*/ 173419 h 174562"/>
                  <a:gd name="connsiteX7" fmla="*/ 1905 w 245617"/>
                  <a:gd name="connsiteY7" fmla="*/ 82741 h 174562"/>
                  <a:gd name="connsiteX8" fmla="*/ 2794 w 245617"/>
                  <a:gd name="connsiteY8" fmla="*/ 46800 h 174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5617" h="174562">
                    <a:moveTo>
                      <a:pt x="2794" y="46800"/>
                    </a:moveTo>
                    <a:cubicBezTo>
                      <a:pt x="55753" y="40069"/>
                      <a:pt x="104394" y="16574"/>
                      <a:pt x="155702" y="3239"/>
                    </a:cubicBezTo>
                    <a:cubicBezTo>
                      <a:pt x="187325" y="-7556"/>
                      <a:pt x="217297" y="11113"/>
                      <a:pt x="245618" y="22924"/>
                    </a:cubicBezTo>
                    <a:cubicBezTo>
                      <a:pt x="171196" y="15431"/>
                      <a:pt x="104013" y="55182"/>
                      <a:pt x="31877" y="65469"/>
                    </a:cubicBezTo>
                    <a:cubicBezTo>
                      <a:pt x="31115" y="98870"/>
                      <a:pt x="30734" y="132144"/>
                      <a:pt x="30353" y="165418"/>
                    </a:cubicBezTo>
                    <a:cubicBezTo>
                      <a:pt x="39751" y="167704"/>
                      <a:pt x="58547" y="172276"/>
                      <a:pt x="67945" y="174562"/>
                    </a:cubicBezTo>
                    <a:cubicBezTo>
                      <a:pt x="45339" y="173673"/>
                      <a:pt x="22606" y="173419"/>
                      <a:pt x="0" y="173419"/>
                    </a:cubicBezTo>
                    <a:cubicBezTo>
                      <a:pt x="635" y="143066"/>
                      <a:pt x="1143" y="112840"/>
                      <a:pt x="1905" y="82741"/>
                    </a:cubicBezTo>
                    <a:cubicBezTo>
                      <a:pt x="2032" y="73724"/>
                      <a:pt x="2540" y="55817"/>
                      <a:pt x="2794" y="46800"/>
                    </a:cubicBezTo>
                    <a:close/>
                  </a:path>
                </a:pathLst>
              </a:custGeom>
              <a:solidFill>
                <a:srgbClr val="818BC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9" name="任意形状 1318">
                <a:extLst>
                  <a:ext uri="{FF2B5EF4-FFF2-40B4-BE49-F238E27FC236}">
                    <a16:creationId xmlns:a16="http://schemas.microsoft.com/office/drawing/2014/main" id="{01D073EA-FBBA-5C8E-2BE4-93EA1BF9C12A}"/>
                  </a:ext>
                </a:extLst>
              </p:cNvPr>
              <p:cNvSpPr/>
              <p:nvPr/>
            </p:nvSpPr>
            <p:spPr>
              <a:xfrm>
                <a:off x="3766918" y="1375312"/>
                <a:ext cx="232255" cy="332681"/>
              </a:xfrm>
              <a:custGeom>
                <a:avLst/>
                <a:gdLst>
                  <a:gd name="connsiteX0" fmla="*/ 161 w 329471"/>
                  <a:gd name="connsiteY0" fmla="*/ 304800 h 471932"/>
                  <a:gd name="connsiteX1" fmla="*/ 170214 w 329471"/>
                  <a:gd name="connsiteY1" fmla="*/ 0 h 471932"/>
                  <a:gd name="connsiteX2" fmla="*/ 135034 w 329471"/>
                  <a:gd name="connsiteY2" fmla="*/ 265303 h 471932"/>
                  <a:gd name="connsiteX3" fmla="*/ 89315 w 329471"/>
                  <a:gd name="connsiteY3" fmla="*/ 292354 h 471932"/>
                  <a:gd name="connsiteX4" fmla="*/ 311818 w 329471"/>
                  <a:gd name="connsiteY4" fmla="*/ 274447 h 471932"/>
                  <a:gd name="connsiteX5" fmla="*/ 329471 w 329471"/>
                  <a:gd name="connsiteY5" fmla="*/ 443103 h 471932"/>
                  <a:gd name="connsiteX6" fmla="*/ 313215 w 329471"/>
                  <a:gd name="connsiteY6" fmla="*/ 471932 h 471932"/>
                  <a:gd name="connsiteX7" fmla="*/ 22640 w 329471"/>
                  <a:gd name="connsiteY7" fmla="*/ 401320 h 471932"/>
                  <a:gd name="connsiteX8" fmla="*/ 161 w 329471"/>
                  <a:gd name="connsiteY8" fmla="*/ 304800 h 47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9471" h="471932">
                    <a:moveTo>
                      <a:pt x="161" y="304800"/>
                    </a:moveTo>
                    <a:cubicBezTo>
                      <a:pt x="7272" y="183515"/>
                      <a:pt x="80678" y="77343"/>
                      <a:pt x="170214" y="0"/>
                    </a:cubicBezTo>
                    <a:cubicBezTo>
                      <a:pt x="153196" y="87757"/>
                      <a:pt x="139099" y="175895"/>
                      <a:pt x="135034" y="265303"/>
                    </a:cubicBezTo>
                    <a:cubicBezTo>
                      <a:pt x="117000" y="269748"/>
                      <a:pt x="95284" y="270383"/>
                      <a:pt x="89315" y="292354"/>
                    </a:cubicBezTo>
                    <a:cubicBezTo>
                      <a:pt x="163864" y="291338"/>
                      <a:pt x="237650" y="280670"/>
                      <a:pt x="311818" y="274447"/>
                    </a:cubicBezTo>
                    <a:cubicBezTo>
                      <a:pt x="288451" y="328041"/>
                      <a:pt x="277148" y="402717"/>
                      <a:pt x="329471" y="443103"/>
                    </a:cubicBezTo>
                    <a:cubicBezTo>
                      <a:pt x="325408" y="450342"/>
                      <a:pt x="317280" y="464693"/>
                      <a:pt x="313215" y="471932"/>
                    </a:cubicBezTo>
                    <a:cubicBezTo>
                      <a:pt x="213140" y="471170"/>
                      <a:pt x="105317" y="463931"/>
                      <a:pt x="22640" y="401320"/>
                    </a:cubicBezTo>
                    <a:cubicBezTo>
                      <a:pt x="-1744" y="376174"/>
                      <a:pt x="-220" y="337312"/>
                      <a:pt x="161" y="304800"/>
                    </a:cubicBezTo>
                    <a:close/>
                  </a:path>
                </a:pathLst>
              </a:custGeom>
              <a:solidFill>
                <a:srgbClr val="EBEBF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grpSp>
            <p:nvGrpSpPr>
              <p:cNvPr id="1320" name="图形 3260">
                <a:extLst>
                  <a:ext uri="{FF2B5EF4-FFF2-40B4-BE49-F238E27FC236}">
                    <a16:creationId xmlns:a16="http://schemas.microsoft.com/office/drawing/2014/main" id="{45C91FEE-2831-A7B2-EE25-DF4A54455DB2}"/>
                  </a:ext>
                </a:extLst>
              </p:cNvPr>
              <p:cNvGrpSpPr/>
              <p:nvPr/>
            </p:nvGrpSpPr>
            <p:grpSpPr>
              <a:xfrm>
                <a:off x="3879656" y="1378478"/>
                <a:ext cx="501706" cy="246971"/>
                <a:chOff x="6643116" y="2189652"/>
                <a:chExt cx="711707" cy="350347"/>
              </a:xfrm>
              <a:solidFill>
                <a:srgbClr val="EAEAFA"/>
              </a:solidFill>
            </p:grpSpPr>
            <p:sp>
              <p:nvSpPr>
                <p:cNvPr id="1326" name="任意形状 1325">
                  <a:extLst>
                    <a:ext uri="{FF2B5EF4-FFF2-40B4-BE49-F238E27FC236}">
                      <a16:creationId xmlns:a16="http://schemas.microsoft.com/office/drawing/2014/main" id="{FB8A337C-B844-004B-F756-8809AB403880}"/>
                    </a:ext>
                  </a:extLst>
                </p:cNvPr>
                <p:cNvSpPr/>
                <p:nvPr/>
              </p:nvSpPr>
              <p:spPr>
                <a:xfrm>
                  <a:off x="6643116" y="2189652"/>
                  <a:ext cx="303276" cy="260558"/>
                </a:xfrm>
                <a:custGeom>
                  <a:avLst/>
                  <a:gdLst>
                    <a:gd name="connsiteX0" fmla="*/ 36957 w 303276"/>
                    <a:gd name="connsiteY0" fmla="*/ 1098 h 260558"/>
                    <a:gd name="connsiteX1" fmla="*/ 303276 w 303276"/>
                    <a:gd name="connsiteY1" fmla="*/ 33356 h 260558"/>
                    <a:gd name="connsiteX2" fmla="*/ 301371 w 303276"/>
                    <a:gd name="connsiteY2" fmla="*/ 124034 h 260558"/>
                    <a:gd name="connsiteX3" fmla="*/ 201295 w 303276"/>
                    <a:gd name="connsiteY3" fmla="*/ 133178 h 260558"/>
                    <a:gd name="connsiteX4" fmla="*/ 215519 w 303276"/>
                    <a:gd name="connsiteY4" fmla="*/ 206457 h 260558"/>
                    <a:gd name="connsiteX5" fmla="*/ 219583 w 303276"/>
                    <a:gd name="connsiteY5" fmla="*/ 240112 h 260558"/>
                    <a:gd name="connsiteX6" fmla="*/ 0 w 303276"/>
                    <a:gd name="connsiteY6" fmla="*/ 260559 h 260558"/>
                    <a:gd name="connsiteX7" fmla="*/ 36957 w 303276"/>
                    <a:gd name="connsiteY7" fmla="*/ 1098 h 2605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03276" h="260558">
                      <a:moveTo>
                        <a:pt x="36957" y="1098"/>
                      </a:moveTo>
                      <a:cubicBezTo>
                        <a:pt x="127127" y="-4490"/>
                        <a:pt x="216154" y="12020"/>
                        <a:pt x="303276" y="33356"/>
                      </a:cubicBezTo>
                      <a:cubicBezTo>
                        <a:pt x="302514" y="63455"/>
                        <a:pt x="302006" y="93681"/>
                        <a:pt x="301371" y="124034"/>
                      </a:cubicBezTo>
                      <a:cubicBezTo>
                        <a:pt x="268351" y="126066"/>
                        <a:pt x="232283" y="119335"/>
                        <a:pt x="201295" y="133178"/>
                      </a:cubicBezTo>
                      <a:cubicBezTo>
                        <a:pt x="170180" y="153371"/>
                        <a:pt x="192913" y="190074"/>
                        <a:pt x="215519" y="206457"/>
                      </a:cubicBezTo>
                      <a:cubicBezTo>
                        <a:pt x="216535" y="214839"/>
                        <a:pt x="218567" y="231730"/>
                        <a:pt x="219583" y="240112"/>
                      </a:cubicBezTo>
                      <a:cubicBezTo>
                        <a:pt x="146304" y="245446"/>
                        <a:pt x="72771" y="249002"/>
                        <a:pt x="0" y="260559"/>
                      </a:cubicBezTo>
                      <a:cubicBezTo>
                        <a:pt x="9017" y="173691"/>
                        <a:pt x="13843" y="85680"/>
                        <a:pt x="36957" y="1098"/>
                      </a:cubicBezTo>
                      <a:close/>
                    </a:path>
                  </a:pathLst>
                </a:custGeom>
                <a:solidFill>
                  <a:srgbClr val="EAEAFA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327" name="任意形状 1326">
                  <a:extLst>
                    <a:ext uri="{FF2B5EF4-FFF2-40B4-BE49-F238E27FC236}">
                      <a16:creationId xmlns:a16="http://schemas.microsoft.com/office/drawing/2014/main" id="{F4E53C50-5A01-D0E0-3454-87FE3950B672}"/>
                    </a:ext>
                  </a:extLst>
                </p:cNvPr>
                <p:cNvSpPr/>
                <p:nvPr/>
              </p:nvSpPr>
              <p:spPr>
                <a:xfrm>
                  <a:off x="7257541" y="2194814"/>
                  <a:ext cx="97282" cy="345185"/>
                </a:xfrm>
                <a:custGeom>
                  <a:avLst/>
                  <a:gdLst>
                    <a:gd name="connsiteX0" fmla="*/ 0 w 97282"/>
                    <a:gd name="connsiteY0" fmla="*/ 0 h 345185"/>
                    <a:gd name="connsiteX1" fmla="*/ 97282 w 97282"/>
                    <a:gd name="connsiteY1" fmla="*/ 102362 h 345185"/>
                    <a:gd name="connsiteX2" fmla="*/ 50419 w 97282"/>
                    <a:gd name="connsiteY2" fmla="*/ 345186 h 345185"/>
                    <a:gd name="connsiteX3" fmla="*/ 32258 w 97282"/>
                    <a:gd name="connsiteY3" fmla="*/ 345186 h 345185"/>
                    <a:gd name="connsiteX4" fmla="*/ 0 w 97282"/>
                    <a:gd name="connsiteY4" fmla="*/ 0 h 345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7282" h="345185">
                      <a:moveTo>
                        <a:pt x="0" y="0"/>
                      </a:moveTo>
                      <a:cubicBezTo>
                        <a:pt x="40132" y="26035"/>
                        <a:pt x="72390" y="61849"/>
                        <a:pt x="97282" y="102362"/>
                      </a:cubicBezTo>
                      <a:cubicBezTo>
                        <a:pt x="82931" y="183515"/>
                        <a:pt x="61849" y="263525"/>
                        <a:pt x="50419" y="345186"/>
                      </a:cubicBezTo>
                      <a:lnTo>
                        <a:pt x="32258" y="345186"/>
                      </a:lnTo>
                      <a:cubicBezTo>
                        <a:pt x="30353" y="229616"/>
                        <a:pt x="26670" y="112903"/>
                        <a:pt x="0" y="0"/>
                      </a:cubicBezTo>
                      <a:close/>
                    </a:path>
                  </a:pathLst>
                </a:custGeom>
                <a:solidFill>
                  <a:srgbClr val="EAEAFA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</p:grpSp>
          <p:sp>
            <p:nvSpPr>
              <p:cNvPr id="1321" name="任意形状 1320">
                <a:extLst>
                  <a:ext uri="{FF2B5EF4-FFF2-40B4-BE49-F238E27FC236}">
                    <a16:creationId xmlns:a16="http://schemas.microsoft.com/office/drawing/2014/main" id="{D987E191-15BD-8988-267D-D1BA9209608D}"/>
                  </a:ext>
                </a:extLst>
              </p:cNvPr>
              <p:cNvSpPr/>
              <p:nvPr/>
            </p:nvSpPr>
            <p:spPr>
              <a:xfrm>
                <a:off x="4220752" y="1643597"/>
                <a:ext cx="606363" cy="33240"/>
              </a:xfrm>
              <a:custGeom>
                <a:avLst/>
                <a:gdLst>
                  <a:gd name="connsiteX0" fmla="*/ 889 w 860171"/>
                  <a:gd name="connsiteY0" fmla="*/ 1562 h 47154"/>
                  <a:gd name="connsiteX1" fmla="*/ 860171 w 860171"/>
                  <a:gd name="connsiteY1" fmla="*/ 1308 h 47154"/>
                  <a:gd name="connsiteX2" fmla="*/ 857504 w 860171"/>
                  <a:gd name="connsiteY2" fmla="*/ 46520 h 47154"/>
                  <a:gd name="connsiteX3" fmla="*/ 0 w 860171"/>
                  <a:gd name="connsiteY3" fmla="*/ 47028 h 47154"/>
                  <a:gd name="connsiteX4" fmla="*/ 889 w 860171"/>
                  <a:gd name="connsiteY4" fmla="*/ 1562 h 47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171" h="47154">
                    <a:moveTo>
                      <a:pt x="889" y="1562"/>
                    </a:moveTo>
                    <a:cubicBezTo>
                      <a:pt x="287274" y="-851"/>
                      <a:pt x="573786" y="-89"/>
                      <a:pt x="860171" y="1308"/>
                    </a:cubicBezTo>
                    <a:cubicBezTo>
                      <a:pt x="859282" y="16421"/>
                      <a:pt x="858393" y="31407"/>
                      <a:pt x="857504" y="46520"/>
                    </a:cubicBezTo>
                    <a:cubicBezTo>
                      <a:pt x="571754" y="47536"/>
                      <a:pt x="285877" y="47028"/>
                      <a:pt x="0" y="47028"/>
                    </a:cubicBezTo>
                    <a:cubicBezTo>
                      <a:pt x="254" y="31788"/>
                      <a:pt x="508" y="16675"/>
                      <a:pt x="889" y="1562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22" name="任意形状 1321">
                <a:extLst>
                  <a:ext uri="{FF2B5EF4-FFF2-40B4-BE49-F238E27FC236}">
                    <a16:creationId xmlns:a16="http://schemas.microsoft.com/office/drawing/2014/main" id="{4870ED93-AC53-C684-A10A-5AC6CAA84380}"/>
                  </a:ext>
                </a:extLst>
              </p:cNvPr>
              <p:cNvSpPr/>
              <p:nvPr/>
            </p:nvSpPr>
            <p:spPr>
              <a:xfrm>
                <a:off x="3982885" y="1644966"/>
                <a:ext cx="224616" cy="137760"/>
              </a:xfrm>
              <a:custGeom>
                <a:avLst/>
                <a:gdLst>
                  <a:gd name="connsiteX0" fmla="*/ 170299 w 318635"/>
                  <a:gd name="connsiteY0" fmla="*/ 42545 h 195422"/>
                  <a:gd name="connsiteX1" fmla="*/ 235831 w 318635"/>
                  <a:gd name="connsiteY1" fmla="*/ 0 h 195422"/>
                  <a:gd name="connsiteX2" fmla="*/ 318636 w 318635"/>
                  <a:gd name="connsiteY2" fmla="*/ 184023 h 195422"/>
                  <a:gd name="connsiteX3" fmla="*/ 233926 w 318635"/>
                  <a:gd name="connsiteY3" fmla="*/ 195326 h 195422"/>
                  <a:gd name="connsiteX4" fmla="*/ 4437 w 318635"/>
                  <a:gd name="connsiteY4" fmla="*/ 189611 h 195422"/>
                  <a:gd name="connsiteX5" fmla="*/ 43553 w 318635"/>
                  <a:gd name="connsiteY5" fmla="*/ 75692 h 195422"/>
                  <a:gd name="connsiteX6" fmla="*/ 170299 w 318635"/>
                  <a:gd name="connsiteY6" fmla="*/ 42545 h 195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8635" h="195422">
                    <a:moveTo>
                      <a:pt x="170299" y="42545"/>
                    </a:moveTo>
                    <a:cubicBezTo>
                      <a:pt x="191508" y="27432"/>
                      <a:pt x="213606" y="13589"/>
                      <a:pt x="235831" y="0"/>
                    </a:cubicBezTo>
                    <a:cubicBezTo>
                      <a:pt x="262501" y="61214"/>
                      <a:pt x="310380" y="116586"/>
                      <a:pt x="318636" y="184023"/>
                    </a:cubicBezTo>
                    <a:cubicBezTo>
                      <a:pt x="294378" y="201295"/>
                      <a:pt x="261739" y="192786"/>
                      <a:pt x="233926" y="195326"/>
                    </a:cubicBezTo>
                    <a:cubicBezTo>
                      <a:pt x="157472" y="192405"/>
                      <a:pt x="80256" y="200279"/>
                      <a:pt x="4437" y="189611"/>
                    </a:cubicBezTo>
                    <a:cubicBezTo>
                      <a:pt x="-13470" y="151003"/>
                      <a:pt x="27551" y="110744"/>
                      <a:pt x="43553" y="75692"/>
                    </a:cubicBezTo>
                    <a:cubicBezTo>
                      <a:pt x="88511" y="78613"/>
                      <a:pt x="137406" y="78359"/>
                      <a:pt x="170299" y="42545"/>
                    </a:cubicBezTo>
                    <a:close/>
                  </a:path>
                </a:pathLst>
              </a:custGeom>
              <a:solidFill>
                <a:srgbClr val="6F7DF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23" name="椭圆 1322">
                <a:extLst>
                  <a:ext uri="{FF2B5EF4-FFF2-40B4-BE49-F238E27FC236}">
                    <a16:creationId xmlns:a16="http://schemas.microsoft.com/office/drawing/2014/main" id="{C9E61D91-E21D-F729-986C-16DE2F5E04A8}"/>
                  </a:ext>
                </a:extLst>
              </p:cNvPr>
              <p:cNvSpPr/>
              <p:nvPr/>
            </p:nvSpPr>
            <p:spPr>
              <a:xfrm>
                <a:off x="3898094" y="930572"/>
                <a:ext cx="414694" cy="319166"/>
              </a:xfrm>
              <a:prstGeom prst="ellipse">
                <a:avLst/>
              </a:prstGeom>
              <a:solidFill>
                <a:srgbClr val="0E1D3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24" name="任意形状 1323">
                <a:extLst>
                  <a:ext uri="{FF2B5EF4-FFF2-40B4-BE49-F238E27FC236}">
                    <a16:creationId xmlns:a16="http://schemas.microsoft.com/office/drawing/2014/main" id="{FA3ABE3E-F765-43D6-AF04-C7F6DBAED8FA}"/>
                  </a:ext>
                </a:extLst>
              </p:cNvPr>
              <p:cNvSpPr/>
              <p:nvPr/>
            </p:nvSpPr>
            <p:spPr>
              <a:xfrm>
                <a:off x="3996373" y="1029172"/>
                <a:ext cx="225762" cy="177625"/>
              </a:xfrm>
              <a:custGeom>
                <a:avLst/>
                <a:gdLst>
                  <a:gd name="connsiteX0" fmla="*/ 1373 w 344019"/>
                  <a:gd name="connsiteY0" fmla="*/ 83653 h 270666"/>
                  <a:gd name="connsiteX1" fmla="*/ 63349 w 344019"/>
                  <a:gd name="connsiteY1" fmla="*/ 87 h 270666"/>
                  <a:gd name="connsiteX2" fmla="*/ 105513 w 344019"/>
                  <a:gd name="connsiteY2" fmla="*/ 45807 h 270666"/>
                  <a:gd name="connsiteX3" fmla="*/ 175363 w 344019"/>
                  <a:gd name="connsiteY3" fmla="*/ 216241 h 270666"/>
                  <a:gd name="connsiteX4" fmla="*/ 235561 w 344019"/>
                  <a:gd name="connsiteY4" fmla="*/ 85558 h 270666"/>
                  <a:gd name="connsiteX5" fmla="*/ 282551 w 344019"/>
                  <a:gd name="connsiteY5" fmla="*/ 7326 h 270666"/>
                  <a:gd name="connsiteX6" fmla="*/ 344019 w 344019"/>
                  <a:gd name="connsiteY6" fmla="*/ 58888 h 270666"/>
                  <a:gd name="connsiteX7" fmla="*/ 204065 w 344019"/>
                  <a:gd name="connsiteY7" fmla="*/ 260818 h 270666"/>
                  <a:gd name="connsiteX8" fmla="*/ 91289 w 344019"/>
                  <a:gd name="connsiteY8" fmla="*/ 236307 h 270666"/>
                  <a:gd name="connsiteX9" fmla="*/ 1373 w 344019"/>
                  <a:gd name="connsiteY9" fmla="*/ 83653 h 270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4019" h="270666">
                    <a:moveTo>
                      <a:pt x="1373" y="83653"/>
                    </a:moveTo>
                    <a:cubicBezTo>
                      <a:pt x="5691" y="49363"/>
                      <a:pt x="22582" y="2246"/>
                      <a:pt x="63349" y="87"/>
                    </a:cubicBezTo>
                    <a:cubicBezTo>
                      <a:pt x="88368" y="-1818"/>
                      <a:pt x="96115" y="28154"/>
                      <a:pt x="105513" y="45807"/>
                    </a:cubicBezTo>
                    <a:cubicBezTo>
                      <a:pt x="122023" y="104608"/>
                      <a:pt x="127103" y="172553"/>
                      <a:pt x="175363" y="216241"/>
                    </a:cubicBezTo>
                    <a:cubicBezTo>
                      <a:pt x="200255" y="175093"/>
                      <a:pt x="221972" y="131786"/>
                      <a:pt x="235561" y="85558"/>
                    </a:cubicBezTo>
                    <a:cubicBezTo>
                      <a:pt x="245213" y="56729"/>
                      <a:pt x="257532" y="26249"/>
                      <a:pt x="282551" y="7326"/>
                    </a:cubicBezTo>
                    <a:cubicBezTo>
                      <a:pt x="313031" y="-6771"/>
                      <a:pt x="343130" y="30948"/>
                      <a:pt x="344019" y="58888"/>
                    </a:cubicBezTo>
                    <a:cubicBezTo>
                      <a:pt x="330938" y="142454"/>
                      <a:pt x="275693" y="217257"/>
                      <a:pt x="204065" y="260818"/>
                    </a:cubicBezTo>
                    <a:cubicBezTo>
                      <a:pt x="165965" y="284948"/>
                      <a:pt x="122404" y="260056"/>
                      <a:pt x="91289" y="236307"/>
                    </a:cubicBezTo>
                    <a:cubicBezTo>
                      <a:pt x="42902" y="200874"/>
                      <a:pt x="-9168" y="149566"/>
                      <a:pt x="1373" y="83653"/>
                    </a:cubicBezTo>
                    <a:close/>
                  </a:path>
                </a:pathLst>
              </a:custGeom>
              <a:solidFill>
                <a:srgbClr val="6F7DF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25" name="任意形状 1324">
                <a:extLst>
                  <a:ext uri="{FF2B5EF4-FFF2-40B4-BE49-F238E27FC236}">
                    <a16:creationId xmlns:a16="http://schemas.microsoft.com/office/drawing/2014/main" id="{F786DEDC-2FAD-88A3-5DBD-627A56E6E8AA}"/>
                  </a:ext>
                </a:extLst>
              </p:cNvPr>
              <p:cNvSpPr/>
              <p:nvPr/>
            </p:nvSpPr>
            <p:spPr>
              <a:xfrm>
                <a:off x="4254415" y="1171192"/>
                <a:ext cx="310836" cy="259269"/>
              </a:xfrm>
              <a:custGeom>
                <a:avLst/>
                <a:gdLst>
                  <a:gd name="connsiteX0" fmla="*/ 193802 w 440944"/>
                  <a:gd name="connsiteY0" fmla="*/ 62484 h 367792"/>
                  <a:gd name="connsiteX1" fmla="*/ 270129 w 440944"/>
                  <a:gd name="connsiteY1" fmla="*/ 0 h 367792"/>
                  <a:gd name="connsiteX2" fmla="*/ 275463 w 440944"/>
                  <a:gd name="connsiteY2" fmla="*/ 90551 h 367792"/>
                  <a:gd name="connsiteX3" fmla="*/ 327152 w 440944"/>
                  <a:gd name="connsiteY3" fmla="*/ 91948 h 367792"/>
                  <a:gd name="connsiteX4" fmla="*/ 392049 w 440944"/>
                  <a:gd name="connsiteY4" fmla="*/ 114808 h 367792"/>
                  <a:gd name="connsiteX5" fmla="*/ 343154 w 440944"/>
                  <a:gd name="connsiteY5" fmla="*/ 165354 h 367792"/>
                  <a:gd name="connsiteX6" fmla="*/ 440944 w 440944"/>
                  <a:gd name="connsiteY6" fmla="*/ 191389 h 367792"/>
                  <a:gd name="connsiteX7" fmla="*/ 262636 w 440944"/>
                  <a:gd name="connsiteY7" fmla="*/ 194818 h 367792"/>
                  <a:gd name="connsiteX8" fmla="*/ 190246 w 440944"/>
                  <a:gd name="connsiteY8" fmla="*/ 367792 h 367792"/>
                  <a:gd name="connsiteX9" fmla="*/ 0 w 440944"/>
                  <a:gd name="connsiteY9" fmla="*/ 234569 h 367792"/>
                  <a:gd name="connsiteX10" fmla="*/ 193802 w 440944"/>
                  <a:gd name="connsiteY10" fmla="*/ 62484 h 367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40944" h="367792">
                    <a:moveTo>
                      <a:pt x="193802" y="62484"/>
                    </a:moveTo>
                    <a:cubicBezTo>
                      <a:pt x="224663" y="48895"/>
                      <a:pt x="252476" y="29210"/>
                      <a:pt x="270129" y="0"/>
                    </a:cubicBezTo>
                    <a:cubicBezTo>
                      <a:pt x="269494" y="30226"/>
                      <a:pt x="271526" y="60452"/>
                      <a:pt x="275463" y="90551"/>
                    </a:cubicBezTo>
                    <a:cubicBezTo>
                      <a:pt x="292608" y="91186"/>
                      <a:pt x="309880" y="91694"/>
                      <a:pt x="327152" y="91948"/>
                    </a:cubicBezTo>
                    <a:cubicBezTo>
                      <a:pt x="348996" y="98679"/>
                      <a:pt x="370459" y="106934"/>
                      <a:pt x="392049" y="114808"/>
                    </a:cubicBezTo>
                    <a:cubicBezTo>
                      <a:pt x="375793" y="131699"/>
                      <a:pt x="359537" y="148590"/>
                      <a:pt x="343154" y="165354"/>
                    </a:cubicBezTo>
                    <a:cubicBezTo>
                      <a:pt x="376682" y="170053"/>
                      <a:pt x="409575" y="178435"/>
                      <a:pt x="440944" y="191389"/>
                    </a:cubicBezTo>
                    <a:cubicBezTo>
                      <a:pt x="381635" y="195072"/>
                      <a:pt x="321437" y="187198"/>
                      <a:pt x="262636" y="194818"/>
                    </a:cubicBezTo>
                    <a:cubicBezTo>
                      <a:pt x="196977" y="223012"/>
                      <a:pt x="206883" y="309626"/>
                      <a:pt x="190246" y="367792"/>
                    </a:cubicBezTo>
                    <a:cubicBezTo>
                      <a:pt x="145034" y="301625"/>
                      <a:pt x="74168" y="260604"/>
                      <a:pt x="0" y="234569"/>
                    </a:cubicBezTo>
                    <a:cubicBezTo>
                      <a:pt x="81407" y="200279"/>
                      <a:pt x="151511" y="140589"/>
                      <a:pt x="193802" y="62484"/>
                    </a:cubicBezTo>
                    <a:close/>
                  </a:path>
                </a:pathLst>
              </a:custGeom>
              <a:solidFill>
                <a:srgbClr val="B4B4E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</p:grpSp>
        <p:sp>
          <p:nvSpPr>
            <p:cNvPr id="1331" name="任意形状 1330">
              <a:extLst>
                <a:ext uri="{FF2B5EF4-FFF2-40B4-BE49-F238E27FC236}">
                  <a16:creationId xmlns:a16="http://schemas.microsoft.com/office/drawing/2014/main" id="{4A5567F1-B0CE-BE5E-86D1-AB33C1E15B26}"/>
                </a:ext>
              </a:extLst>
            </p:cNvPr>
            <p:cNvSpPr/>
            <p:nvPr/>
          </p:nvSpPr>
          <p:spPr>
            <a:xfrm>
              <a:off x="4420975" y="6638933"/>
              <a:ext cx="148380" cy="162340"/>
            </a:xfrm>
            <a:custGeom>
              <a:avLst/>
              <a:gdLst>
                <a:gd name="connsiteX0" fmla="*/ 36407 w 152282"/>
                <a:gd name="connsiteY0" fmla="*/ 5777 h 154573"/>
                <a:gd name="connsiteX1" fmla="*/ 151469 w 152282"/>
                <a:gd name="connsiteY1" fmla="*/ 76136 h 154573"/>
                <a:gd name="connsiteX2" fmla="*/ 38185 w 152282"/>
                <a:gd name="connsiteY2" fmla="*/ 145477 h 154573"/>
                <a:gd name="connsiteX3" fmla="*/ 36407 w 152282"/>
                <a:gd name="connsiteY3" fmla="*/ 5777 h 15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82" h="154573">
                  <a:moveTo>
                    <a:pt x="36407" y="5777"/>
                  </a:moveTo>
                  <a:cubicBezTo>
                    <a:pt x="85556" y="-14035"/>
                    <a:pt x="153247" y="18986"/>
                    <a:pt x="151469" y="76136"/>
                  </a:cubicBezTo>
                  <a:cubicBezTo>
                    <a:pt x="160994" y="133667"/>
                    <a:pt x="84667" y="173290"/>
                    <a:pt x="38185" y="145477"/>
                  </a:cubicBezTo>
                  <a:cubicBezTo>
                    <a:pt x="-12107" y="118680"/>
                    <a:pt x="-12742" y="33590"/>
                    <a:pt x="36407" y="5777"/>
                  </a:cubicBezTo>
                  <a:close/>
                </a:path>
              </a:pathLst>
            </a:custGeom>
            <a:solidFill>
              <a:srgbClr val="374E7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332" name="任意形状 1331">
              <a:extLst>
                <a:ext uri="{FF2B5EF4-FFF2-40B4-BE49-F238E27FC236}">
                  <a16:creationId xmlns:a16="http://schemas.microsoft.com/office/drawing/2014/main" id="{9CB0AEF9-F880-3CE9-A855-96AC25D1CF67}"/>
                </a:ext>
              </a:extLst>
            </p:cNvPr>
            <p:cNvSpPr/>
            <p:nvPr/>
          </p:nvSpPr>
          <p:spPr>
            <a:xfrm>
              <a:off x="4119897" y="5766479"/>
              <a:ext cx="1415103" cy="1157113"/>
            </a:xfrm>
            <a:custGeom>
              <a:avLst/>
              <a:gdLst>
                <a:gd name="connsiteX0" fmla="*/ 1317682 w 1782629"/>
                <a:gd name="connsiteY0" fmla="*/ 100216 h 1640791"/>
                <a:gd name="connsiteX1" fmla="*/ 1366831 w 1782629"/>
                <a:gd name="connsiteY1" fmla="*/ 1791 h 1640791"/>
                <a:gd name="connsiteX2" fmla="*/ 1453826 w 1782629"/>
                <a:gd name="connsiteY2" fmla="*/ 60973 h 1640791"/>
                <a:gd name="connsiteX3" fmla="*/ 1537138 w 1782629"/>
                <a:gd name="connsiteY3" fmla="*/ 192672 h 1640791"/>
                <a:gd name="connsiteX4" fmla="*/ 1693729 w 1782629"/>
                <a:gd name="connsiteY4" fmla="*/ 194577 h 1640791"/>
                <a:gd name="connsiteX5" fmla="*/ 1780217 w 1782629"/>
                <a:gd name="connsiteY5" fmla="*/ 289319 h 1640791"/>
                <a:gd name="connsiteX6" fmla="*/ 1782629 w 1782629"/>
                <a:gd name="connsiteY6" fmla="*/ 551320 h 1640791"/>
                <a:gd name="connsiteX7" fmla="*/ 1780089 w 1782629"/>
                <a:gd name="connsiteY7" fmla="*/ 745630 h 1640791"/>
                <a:gd name="connsiteX8" fmla="*/ 1743513 w 1782629"/>
                <a:gd name="connsiteY8" fmla="*/ 813956 h 1640791"/>
                <a:gd name="connsiteX9" fmla="*/ 1555680 w 1782629"/>
                <a:gd name="connsiteY9" fmla="*/ 838086 h 1640791"/>
                <a:gd name="connsiteX10" fmla="*/ 1069398 w 1782629"/>
                <a:gd name="connsiteY10" fmla="*/ 841515 h 1640791"/>
                <a:gd name="connsiteX11" fmla="*/ 1017708 w 1782629"/>
                <a:gd name="connsiteY11" fmla="*/ 840118 h 1640791"/>
                <a:gd name="connsiteX12" fmla="*/ 1012374 w 1782629"/>
                <a:gd name="connsiteY12" fmla="*/ 749567 h 1640791"/>
                <a:gd name="connsiteX13" fmla="*/ 936048 w 1782629"/>
                <a:gd name="connsiteY13" fmla="*/ 812051 h 1640791"/>
                <a:gd name="connsiteX14" fmla="*/ 742245 w 1782629"/>
                <a:gd name="connsiteY14" fmla="*/ 984136 h 1640791"/>
                <a:gd name="connsiteX15" fmla="*/ 932492 w 1782629"/>
                <a:gd name="connsiteY15" fmla="*/ 1117359 h 1640791"/>
                <a:gd name="connsiteX16" fmla="*/ 1004881 w 1782629"/>
                <a:gd name="connsiteY16" fmla="*/ 944385 h 1640791"/>
                <a:gd name="connsiteX17" fmla="*/ 1183189 w 1782629"/>
                <a:gd name="connsiteY17" fmla="*/ 940956 h 1640791"/>
                <a:gd name="connsiteX18" fmla="*/ 1620197 w 1782629"/>
                <a:gd name="connsiteY18" fmla="*/ 942734 h 1640791"/>
                <a:gd name="connsiteX19" fmla="*/ 1680522 w 1782629"/>
                <a:gd name="connsiteY19" fmla="*/ 977151 h 1640791"/>
                <a:gd name="connsiteX20" fmla="*/ 1572825 w 1782629"/>
                <a:gd name="connsiteY20" fmla="*/ 1408189 h 1640791"/>
                <a:gd name="connsiteX21" fmla="*/ 1579556 w 1782629"/>
                <a:gd name="connsiteY21" fmla="*/ 1422667 h 1640791"/>
                <a:gd name="connsiteX22" fmla="*/ 1561904 w 1782629"/>
                <a:gd name="connsiteY22" fmla="*/ 1488708 h 1640791"/>
                <a:gd name="connsiteX23" fmla="*/ 1478718 w 1782629"/>
                <a:gd name="connsiteY23" fmla="*/ 1492264 h 1640791"/>
                <a:gd name="connsiteX24" fmla="*/ 704273 w 1782629"/>
                <a:gd name="connsiteY24" fmla="*/ 1491755 h 1640791"/>
                <a:gd name="connsiteX25" fmla="*/ 675189 w 1782629"/>
                <a:gd name="connsiteY25" fmla="*/ 1398030 h 1640791"/>
                <a:gd name="connsiteX26" fmla="*/ 834067 w 1782629"/>
                <a:gd name="connsiteY26" fmla="*/ 1393965 h 1640791"/>
                <a:gd name="connsiteX27" fmla="*/ 789743 w 1782629"/>
                <a:gd name="connsiteY27" fmla="*/ 1031126 h 1640791"/>
                <a:gd name="connsiteX28" fmla="*/ 757612 w 1782629"/>
                <a:gd name="connsiteY28" fmla="*/ 1017156 h 1640791"/>
                <a:gd name="connsiteX29" fmla="*/ 667696 w 1782629"/>
                <a:gd name="connsiteY29" fmla="*/ 997471 h 1640791"/>
                <a:gd name="connsiteX30" fmla="*/ 514788 w 1782629"/>
                <a:gd name="connsiteY30" fmla="*/ 1041032 h 1640791"/>
                <a:gd name="connsiteX31" fmla="*/ 348672 w 1782629"/>
                <a:gd name="connsiteY31" fmla="*/ 997344 h 1640791"/>
                <a:gd name="connsiteX32" fmla="*/ 253295 w 1782629"/>
                <a:gd name="connsiteY32" fmla="*/ 1022871 h 1640791"/>
                <a:gd name="connsiteX33" fmla="*/ 247580 w 1782629"/>
                <a:gd name="connsiteY33" fmla="*/ 1044715 h 1640791"/>
                <a:gd name="connsiteX34" fmla="*/ 210623 w 1782629"/>
                <a:gd name="connsiteY34" fmla="*/ 1304176 h 1640791"/>
                <a:gd name="connsiteX35" fmla="*/ 430206 w 1782629"/>
                <a:gd name="connsiteY35" fmla="*/ 1283730 h 1640791"/>
                <a:gd name="connsiteX36" fmla="*/ 426142 w 1782629"/>
                <a:gd name="connsiteY36" fmla="*/ 1250074 h 1640791"/>
                <a:gd name="connsiteX37" fmla="*/ 411918 w 1782629"/>
                <a:gd name="connsiteY37" fmla="*/ 1176795 h 1640791"/>
                <a:gd name="connsiteX38" fmla="*/ 511994 w 1782629"/>
                <a:gd name="connsiteY38" fmla="*/ 1167651 h 1640791"/>
                <a:gd name="connsiteX39" fmla="*/ 579939 w 1782629"/>
                <a:gd name="connsiteY39" fmla="*/ 1168794 h 1640791"/>
                <a:gd name="connsiteX40" fmla="*/ 629215 w 1782629"/>
                <a:gd name="connsiteY40" fmla="*/ 1203592 h 1640791"/>
                <a:gd name="connsiteX41" fmla="*/ 596957 w 1782629"/>
                <a:gd name="connsiteY41" fmla="*/ 1278522 h 1640791"/>
                <a:gd name="connsiteX42" fmla="*/ 611308 w 1782629"/>
                <a:gd name="connsiteY42" fmla="*/ 1397267 h 1640791"/>
                <a:gd name="connsiteX43" fmla="*/ 697542 w 1782629"/>
                <a:gd name="connsiteY43" fmla="*/ 1573162 h 1640791"/>
                <a:gd name="connsiteX44" fmla="*/ 680650 w 1782629"/>
                <a:gd name="connsiteY44" fmla="*/ 1637805 h 1640791"/>
                <a:gd name="connsiteX45" fmla="*/ 400869 w 1782629"/>
                <a:gd name="connsiteY45" fmla="*/ 1640345 h 1640791"/>
                <a:gd name="connsiteX46" fmla="*/ 339655 w 1782629"/>
                <a:gd name="connsiteY46" fmla="*/ 1620914 h 1640791"/>
                <a:gd name="connsiteX47" fmla="*/ 349053 w 1782629"/>
                <a:gd name="connsiteY47" fmla="*/ 1533665 h 1640791"/>
                <a:gd name="connsiteX48" fmla="*/ 40443 w 1782629"/>
                <a:gd name="connsiteY48" fmla="*/ 1429652 h 1640791"/>
                <a:gd name="connsiteX49" fmla="*/ 94672 w 1782629"/>
                <a:gd name="connsiteY49" fmla="*/ 1141997 h 1640791"/>
                <a:gd name="connsiteX50" fmla="*/ 286061 w 1782629"/>
                <a:gd name="connsiteY50" fmla="*/ 982739 h 1640791"/>
                <a:gd name="connsiteX51" fmla="*/ 194494 w 1782629"/>
                <a:gd name="connsiteY51" fmla="*/ 928764 h 1640791"/>
                <a:gd name="connsiteX52" fmla="*/ 101276 w 1782629"/>
                <a:gd name="connsiteY52" fmla="*/ 814083 h 1640791"/>
                <a:gd name="connsiteX53" fmla="*/ 43110 w 1782629"/>
                <a:gd name="connsiteY53" fmla="*/ 780936 h 1640791"/>
                <a:gd name="connsiteX54" fmla="*/ 21393 w 1782629"/>
                <a:gd name="connsiteY54" fmla="*/ 558051 h 1640791"/>
                <a:gd name="connsiteX55" fmla="*/ 92132 w 1782629"/>
                <a:gd name="connsiteY55" fmla="*/ 500266 h 1640791"/>
                <a:gd name="connsiteX56" fmla="*/ 317938 w 1782629"/>
                <a:gd name="connsiteY56" fmla="*/ 295669 h 1640791"/>
                <a:gd name="connsiteX57" fmla="*/ 696271 w 1782629"/>
                <a:gd name="connsiteY57" fmla="*/ 286398 h 1640791"/>
                <a:gd name="connsiteX58" fmla="*/ 828732 w 1782629"/>
                <a:gd name="connsiteY58" fmla="*/ 361963 h 1640791"/>
                <a:gd name="connsiteX59" fmla="*/ 943540 w 1782629"/>
                <a:gd name="connsiteY59" fmla="*/ 504457 h 1640791"/>
                <a:gd name="connsiteX60" fmla="*/ 1016057 w 1782629"/>
                <a:gd name="connsiteY60" fmla="*/ 557670 h 1640791"/>
                <a:gd name="connsiteX61" fmla="*/ 1012248 w 1782629"/>
                <a:gd name="connsiteY61" fmla="*/ 326530 h 1640791"/>
                <a:gd name="connsiteX62" fmla="*/ 1060380 w 1782629"/>
                <a:gd name="connsiteY62" fmla="*/ 210198 h 1640791"/>
                <a:gd name="connsiteX63" fmla="*/ 1149026 w 1782629"/>
                <a:gd name="connsiteY63" fmla="*/ 192926 h 1640791"/>
                <a:gd name="connsiteX64" fmla="*/ 1512373 w 1782629"/>
                <a:gd name="connsiteY64" fmla="*/ 192418 h 1640791"/>
                <a:gd name="connsiteX65" fmla="*/ 1456112 w 1782629"/>
                <a:gd name="connsiteY65" fmla="*/ 88405 h 1640791"/>
                <a:gd name="connsiteX66" fmla="*/ 1391216 w 1782629"/>
                <a:gd name="connsiteY66" fmla="*/ 137173 h 1640791"/>
                <a:gd name="connsiteX67" fmla="*/ 1317682 w 1782629"/>
                <a:gd name="connsiteY67" fmla="*/ 100216 h 1640791"/>
                <a:gd name="connsiteX68" fmla="*/ 1368482 w 1782629"/>
                <a:gd name="connsiteY68" fmla="*/ 25794 h 1640791"/>
                <a:gd name="connsiteX69" fmla="*/ 1402518 w 1782629"/>
                <a:gd name="connsiteY69" fmla="*/ 110630 h 1640791"/>
                <a:gd name="connsiteX70" fmla="*/ 1368482 w 1782629"/>
                <a:gd name="connsiteY70" fmla="*/ 25794 h 1640791"/>
                <a:gd name="connsiteX71" fmla="*/ 1035107 w 1782629"/>
                <a:gd name="connsiteY71" fmla="*/ 300749 h 1640791"/>
                <a:gd name="connsiteX72" fmla="*/ 1034345 w 1782629"/>
                <a:gd name="connsiteY72" fmla="*/ 816369 h 1640791"/>
                <a:gd name="connsiteX73" fmla="*/ 1670361 w 1782629"/>
                <a:gd name="connsiteY73" fmla="*/ 814210 h 1640791"/>
                <a:gd name="connsiteX74" fmla="*/ 1759135 w 1782629"/>
                <a:gd name="connsiteY74" fmla="*/ 721373 h 1640791"/>
                <a:gd name="connsiteX75" fmla="*/ 1758880 w 1782629"/>
                <a:gd name="connsiteY75" fmla="*/ 301384 h 1640791"/>
                <a:gd name="connsiteX76" fmla="*/ 1683188 w 1782629"/>
                <a:gd name="connsiteY76" fmla="*/ 218453 h 1640791"/>
                <a:gd name="connsiteX77" fmla="*/ 1110037 w 1782629"/>
                <a:gd name="connsiteY77" fmla="*/ 218580 h 1640791"/>
                <a:gd name="connsiteX78" fmla="*/ 1035107 w 1782629"/>
                <a:gd name="connsiteY78" fmla="*/ 300749 h 1640791"/>
                <a:gd name="connsiteX79" fmla="*/ 268027 w 1782629"/>
                <a:gd name="connsiteY79" fmla="*/ 347866 h 1640791"/>
                <a:gd name="connsiteX80" fmla="*/ 98482 w 1782629"/>
                <a:gd name="connsiteY80" fmla="*/ 586753 h 1640791"/>
                <a:gd name="connsiteX81" fmla="*/ 96450 w 1782629"/>
                <a:gd name="connsiteY81" fmla="*/ 588912 h 1640791"/>
                <a:gd name="connsiteX82" fmla="*/ 202114 w 1782629"/>
                <a:gd name="connsiteY82" fmla="*/ 901713 h 1640791"/>
                <a:gd name="connsiteX83" fmla="*/ 388042 w 1782629"/>
                <a:gd name="connsiteY83" fmla="*/ 972706 h 1640791"/>
                <a:gd name="connsiteX84" fmla="*/ 691954 w 1782629"/>
                <a:gd name="connsiteY84" fmla="*/ 970166 h 1640791"/>
                <a:gd name="connsiteX85" fmla="*/ 940746 w 1782629"/>
                <a:gd name="connsiteY85" fmla="*/ 682765 h 1640791"/>
                <a:gd name="connsiteX86" fmla="*/ 834574 w 1782629"/>
                <a:gd name="connsiteY86" fmla="*/ 399809 h 1640791"/>
                <a:gd name="connsiteX87" fmla="*/ 509708 w 1782629"/>
                <a:gd name="connsiteY87" fmla="*/ 294780 h 1640791"/>
                <a:gd name="connsiteX88" fmla="*/ 268027 w 1782629"/>
                <a:gd name="connsiteY88" fmla="*/ 347866 h 1640791"/>
                <a:gd name="connsiteX89" fmla="*/ 82480 w 1782629"/>
                <a:gd name="connsiteY89" fmla="*/ 779666 h 1640791"/>
                <a:gd name="connsiteX90" fmla="*/ 77146 w 1782629"/>
                <a:gd name="connsiteY90" fmla="*/ 528206 h 1640791"/>
                <a:gd name="connsiteX91" fmla="*/ 82480 w 1782629"/>
                <a:gd name="connsiteY91" fmla="*/ 779666 h 1640791"/>
                <a:gd name="connsiteX92" fmla="*/ 950144 w 1782629"/>
                <a:gd name="connsiteY92" fmla="*/ 526682 h 1640791"/>
                <a:gd name="connsiteX93" fmla="*/ 946969 w 1782629"/>
                <a:gd name="connsiteY93" fmla="*/ 782460 h 1640791"/>
                <a:gd name="connsiteX94" fmla="*/ 950144 w 1782629"/>
                <a:gd name="connsiteY94" fmla="*/ 526682 h 1640791"/>
                <a:gd name="connsiteX95" fmla="*/ 998912 w 1782629"/>
                <a:gd name="connsiteY95" fmla="*/ 973341 h 1640791"/>
                <a:gd name="connsiteX96" fmla="*/ 967670 w 1782629"/>
                <a:gd name="connsiteY96" fmla="*/ 1065289 h 1640791"/>
                <a:gd name="connsiteX97" fmla="*/ 900361 w 1782629"/>
                <a:gd name="connsiteY97" fmla="*/ 1393965 h 1640791"/>
                <a:gd name="connsiteX98" fmla="*/ 1554792 w 1782629"/>
                <a:gd name="connsiteY98" fmla="*/ 1393965 h 1640791"/>
                <a:gd name="connsiteX99" fmla="*/ 1650804 w 1782629"/>
                <a:gd name="connsiteY99" fmla="*/ 970547 h 1640791"/>
                <a:gd name="connsiteX100" fmla="*/ 1060254 w 1782629"/>
                <a:gd name="connsiteY100" fmla="*/ 968769 h 1640791"/>
                <a:gd name="connsiteX101" fmla="*/ 998912 w 1782629"/>
                <a:gd name="connsiteY101" fmla="*/ 973341 h 1640791"/>
                <a:gd name="connsiteX102" fmla="*/ 436175 w 1782629"/>
                <a:gd name="connsiteY102" fmla="*/ 996582 h 1640791"/>
                <a:gd name="connsiteX103" fmla="*/ 593528 w 1782629"/>
                <a:gd name="connsiteY103" fmla="*/ 996328 h 1640791"/>
                <a:gd name="connsiteX104" fmla="*/ 436175 w 1782629"/>
                <a:gd name="connsiteY104" fmla="*/ 996582 h 1640791"/>
                <a:gd name="connsiteX105" fmla="*/ 50857 w 1782629"/>
                <a:gd name="connsiteY105" fmla="*/ 1343927 h 1640791"/>
                <a:gd name="connsiteX106" fmla="*/ 73336 w 1782629"/>
                <a:gd name="connsiteY106" fmla="*/ 1440447 h 1640791"/>
                <a:gd name="connsiteX107" fmla="*/ 363912 w 1782629"/>
                <a:gd name="connsiteY107" fmla="*/ 1511059 h 1640791"/>
                <a:gd name="connsiteX108" fmla="*/ 380168 w 1782629"/>
                <a:gd name="connsiteY108" fmla="*/ 1482230 h 1640791"/>
                <a:gd name="connsiteX109" fmla="*/ 362515 w 1782629"/>
                <a:gd name="connsiteY109" fmla="*/ 1313574 h 1640791"/>
                <a:gd name="connsiteX110" fmla="*/ 140011 w 1782629"/>
                <a:gd name="connsiteY110" fmla="*/ 1331481 h 1640791"/>
                <a:gd name="connsiteX111" fmla="*/ 185731 w 1782629"/>
                <a:gd name="connsiteY111" fmla="*/ 1304430 h 1640791"/>
                <a:gd name="connsiteX112" fmla="*/ 220910 w 1782629"/>
                <a:gd name="connsiteY112" fmla="*/ 1039127 h 1640791"/>
                <a:gd name="connsiteX113" fmla="*/ 50857 w 1782629"/>
                <a:gd name="connsiteY113" fmla="*/ 1343927 h 1640791"/>
                <a:gd name="connsiteX114" fmla="*/ 825049 w 1782629"/>
                <a:gd name="connsiteY114" fmla="*/ 1048780 h 1640791"/>
                <a:gd name="connsiteX115" fmla="*/ 857307 w 1782629"/>
                <a:gd name="connsiteY115" fmla="*/ 1393965 h 1640791"/>
                <a:gd name="connsiteX116" fmla="*/ 875468 w 1782629"/>
                <a:gd name="connsiteY116" fmla="*/ 1393965 h 1640791"/>
                <a:gd name="connsiteX117" fmla="*/ 922331 w 1782629"/>
                <a:gd name="connsiteY117" fmla="*/ 1151142 h 1640791"/>
                <a:gd name="connsiteX118" fmla="*/ 825049 w 1782629"/>
                <a:gd name="connsiteY118" fmla="*/ 1048780 h 1640791"/>
                <a:gd name="connsiteX119" fmla="*/ 433000 w 1782629"/>
                <a:gd name="connsiteY119" fmla="*/ 1196480 h 1640791"/>
                <a:gd name="connsiteX120" fmla="*/ 419538 w 1782629"/>
                <a:gd name="connsiteY120" fmla="*/ 1216165 h 1640791"/>
                <a:gd name="connsiteX121" fmla="*/ 492055 w 1782629"/>
                <a:gd name="connsiteY121" fmla="*/ 1228103 h 1640791"/>
                <a:gd name="connsiteX122" fmla="*/ 455860 w 1782629"/>
                <a:gd name="connsiteY122" fmla="*/ 1252614 h 1640791"/>
                <a:gd name="connsiteX123" fmla="*/ 453193 w 1782629"/>
                <a:gd name="connsiteY123" fmla="*/ 1275474 h 1640791"/>
                <a:gd name="connsiteX124" fmla="*/ 526853 w 1782629"/>
                <a:gd name="connsiteY124" fmla="*/ 1317384 h 1640791"/>
                <a:gd name="connsiteX125" fmla="*/ 527361 w 1782629"/>
                <a:gd name="connsiteY125" fmla="*/ 1464196 h 1640791"/>
                <a:gd name="connsiteX126" fmla="*/ 400615 w 1782629"/>
                <a:gd name="connsiteY126" fmla="*/ 1497343 h 1640791"/>
                <a:gd name="connsiteX127" fmla="*/ 361499 w 1782629"/>
                <a:gd name="connsiteY127" fmla="*/ 1611262 h 1640791"/>
                <a:gd name="connsiteX128" fmla="*/ 590988 w 1782629"/>
                <a:gd name="connsiteY128" fmla="*/ 1616977 h 1640791"/>
                <a:gd name="connsiteX129" fmla="*/ 675698 w 1782629"/>
                <a:gd name="connsiteY129" fmla="*/ 1605674 h 1640791"/>
                <a:gd name="connsiteX130" fmla="*/ 592893 w 1782629"/>
                <a:gd name="connsiteY130" fmla="*/ 1421651 h 1640791"/>
                <a:gd name="connsiteX131" fmla="*/ 572065 w 1782629"/>
                <a:gd name="connsiteY131" fmla="*/ 1330592 h 1640791"/>
                <a:gd name="connsiteX132" fmla="*/ 607244 w 1782629"/>
                <a:gd name="connsiteY132" fmla="*/ 1202068 h 1640791"/>
                <a:gd name="connsiteX133" fmla="*/ 433000 w 1782629"/>
                <a:gd name="connsiteY133" fmla="*/ 1196480 h 1640791"/>
                <a:gd name="connsiteX134" fmla="*/ 416744 w 1782629"/>
                <a:gd name="connsiteY134" fmla="*/ 1310399 h 1640791"/>
                <a:gd name="connsiteX135" fmla="*/ 387788 w 1782629"/>
                <a:gd name="connsiteY135" fmla="*/ 1458736 h 1640791"/>
                <a:gd name="connsiteX136" fmla="*/ 476815 w 1782629"/>
                <a:gd name="connsiteY136" fmla="*/ 1468387 h 1640791"/>
                <a:gd name="connsiteX137" fmla="*/ 520503 w 1782629"/>
                <a:gd name="connsiteY137" fmla="*/ 1369581 h 1640791"/>
                <a:gd name="connsiteX138" fmla="*/ 416744 w 1782629"/>
                <a:gd name="connsiteY138" fmla="*/ 1310399 h 1640791"/>
                <a:gd name="connsiteX139" fmla="*/ 695382 w 1782629"/>
                <a:gd name="connsiteY139" fmla="*/ 1421270 h 1640791"/>
                <a:gd name="connsiteX140" fmla="*/ 694493 w 1782629"/>
                <a:gd name="connsiteY140" fmla="*/ 1466736 h 1640791"/>
                <a:gd name="connsiteX141" fmla="*/ 1551998 w 1782629"/>
                <a:gd name="connsiteY141" fmla="*/ 1466228 h 1640791"/>
                <a:gd name="connsiteX142" fmla="*/ 1554664 w 1782629"/>
                <a:gd name="connsiteY142" fmla="*/ 1421017 h 1640791"/>
                <a:gd name="connsiteX143" fmla="*/ 695382 w 1782629"/>
                <a:gd name="connsiteY143" fmla="*/ 1421270 h 1640791"/>
                <a:gd name="connsiteX0" fmla="*/ 1317682 w 1782629"/>
                <a:gd name="connsiteY0" fmla="*/ 100216 h 1640791"/>
                <a:gd name="connsiteX1" fmla="*/ 1366831 w 1782629"/>
                <a:gd name="connsiteY1" fmla="*/ 1791 h 1640791"/>
                <a:gd name="connsiteX2" fmla="*/ 1453826 w 1782629"/>
                <a:gd name="connsiteY2" fmla="*/ 60973 h 1640791"/>
                <a:gd name="connsiteX3" fmla="*/ 1537138 w 1782629"/>
                <a:gd name="connsiteY3" fmla="*/ 192672 h 1640791"/>
                <a:gd name="connsiteX4" fmla="*/ 1693729 w 1782629"/>
                <a:gd name="connsiteY4" fmla="*/ 194577 h 1640791"/>
                <a:gd name="connsiteX5" fmla="*/ 1780217 w 1782629"/>
                <a:gd name="connsiteY5" fmla="*/ 289319 h 1640791"/>
                <a:gd name="connsiteX6" fmla="*/ 1782629 w 1782629"/>
                <a:gd name="connsiteY6" fmla="*/ 551320 h 1640791"/>
                <a:gd name="connsiteX7" fmla="*/ 1780089 w 1782629"/>
                <a:gd name="connsiteY7" fmla="*/ 745630 h 1640791"/>
                <a:gd name="connsiteX8" fmla="*/ 1743513 w 1782629"/>
                <a:gd name="connsiteY8" fmla="*/ 813956 h 1640791"/>
                <a:gd name="connsiteX9" fmla="*/ 1555680 w 1782629"/>
                <a:gd name="connsiteY9" fmla="*/ 838086 h 1640791"/>
                <a:gd name="connsiteX10" fmla="*/ 1069398 w 1782629"/>
                <a:gd name="connsiteY10" fmla="*/ 841515 h 1640791"/>
                <a:gd name="connsiteX11" fmla="*/ 1017708 w 1782629"/>
                <a:gd name="connsiteY11" fmla="*/ 840118 h 1640791"/>
                <a:gd name="connsiteX12" fmla="*/ 1012374 w 1782629"/>
                <a:gd name="connsiteY12" fmla="*/ 749567 h 1640791"/>
                <a:gd name="connsiteX13" fmla="*/ 936048 w 1782629"/>
                <a:gd name="connsiteY13" fmla="*/ 812051 h 1640791"/>
                <a:gd name="connsiteX14" fmla="*/ 742245 w 1782629"/>
                <a:gd name="connsiteY14" fmla="*/ 984136 h 1640791"/>
                <a:gd name="connsiteX15" fmla="*/ 932492 w 1782629"/>
                <a:gd name="connsiteY15" fmla="*/ 1117359 h 1640791"/>
                <a:gd name="connsiteX16" fmla="*/ 1004881 w 1782629"/>
                <a:gd name="connsiteY16" fmla="*/ 944385 h 1640791"/>
                <a:gd name="connsiteX17" fmla="*/ 1183189 w 1782629"/>
                <a:gd name="connsiteY17" fmla="*/ 940956 h 1640791"/>
                <a:gd name="connsiteX18" fmla="*/ 1620197 w 1782629"/>
                <a:gd name="connsiteY18" fmla="*/ 942734 h 1640791"/>
                <a:gd name="connsiteX19" fmla="*/ 1680522 w 1782629"/>
                <a:gd name="connsiteY19" fmla="*/ 977151 h 1640791"/>
                <a:gd name="connsiteX20" fmla="*/ 1572825 w 1782629"/>
                <a:gd name="connsiteY20" fmla="*/ 1408189 h 1640791"/>
                <a:gd name="connsiteX21" fmla="*/ 1579556 w 1782629"/>
                <a:gd name="connsiteY21" fmla="*/ 1422667 h 1640791"/>
                <a:gd name="connsiteX22" fmla="*/ 1561904 w 1782629"/>
                <a:gd name="connsiteY22" fmla="*/ 1488708 h 1640791"/>
                <a:gd name="connsiteX23" fmla="*/ 1478718 w 1782629"/>
                <a:gd name="connsiteY23" fmla="*/ 1492264 h 1640791"/>
                <a:gd name="connsiteX24" fmla="*/ 704273 w 1782629"/>
                <a:gd name="connsiteY24" fmla="*/ 1491755 h 1640791"/>
                <a:gd name="connsiteX25" fmla="*/ 675189 w 1782629"/>
                <a:gd name="connsiteY25" fmla="*/ 1398030 h 1640791"/>
                <a:gd name="connsiteX26" fmla="*/ 834067 w 1782629"/>
                <a:gd name="connsiteY26" fmla="*/ 1393965 h 1640791"/>
                <a:gd name="connsiteX27" fmla="*/ 789743 w 1782629"/>
                <a:gd name="connsiteY27" fmla="*/ 1031126 h 1640791"/>
                <a:gd name="connsiteX28" fmla="*/ 757612 w 1782629"/>
                <a:gd name="connsiteY28" fmla="*/ 1017156 h 1640791"/>
                <a:gd name="connsiteX29" fmla="*/ 667696 w 1782629"/>
                <a:gd name="connsiteY29" fmla="*/ 997471 h 1640791"/>
                <a:gd name="connsiteX30" fmla="*/ 514788 w 1782629"/>
                <a:gd name="connsiteY30" fmla="*/ 1041032 h 1640791"/>
                <a:gd name="connsiteX31" fmla="*/ 348672 w 1782629"/>
                <a:gd name="connsiteY31" fmla="*/ 997344 h 1640791"/>
                <a:gd name="connsiteX32" fmla="*/ 253295 w 1782629"/>
                <a:gd name="connsiteY32" fmla="*/ 1022871 h 1640791"/>
                <a:gd name="connsiteX33" fmla="*/ 247580 w 1782629"/>
                <a:gd name="connsiteY33" fmla="*/ 1044715 h 1640791"/>
                <a:gd name="connsiteX34" fmla="*/ 210623 w 1782629"/>
                <a:gd name="connsiteY34" fmla="*/ 1304176 h 1640791"/>
                <a:gd name="connsiteX35" fmla="*/ 430206 w 1782629"/>
                <a:gd name="connsiteY35" fmla="*/ 1283730 h 1640791"/>
                <a:gd name="connsiteX36" fmla="*/ 426142 w 1782629"/>
                <a:gd name="connsiteY36" fmla="*/ 1250074 h 1640791"/>
                <a:gd name="connsiteX37" fmla="*/ 411918 w 1782629"/>
                <a:gd name="connsiteY37" fmla="*/ 1176795 h 1640791"/>
                <a:gd name="connsiteX38" fmla="*/ 511994 w 1782629"/>
                <a:gd name="connsiteY38" fmla="*/ 1167651 h 1640791"/>
                <a:gd name="connsiteX39" fmla="*/ 579939 w 1782629"/>
                <a:gd name="connsiteY39" fmla="*/ 1168794 h 1640791"/>
                <a:gd name="connsiteX40" fmla="*/ 629215 w 1782629"/>
                <a:gd name="connsiteY40" fmla="*/ 1203592 h 1640791"/>
                <a:gd name="connsiteX41" fmla="*/ 596957 w 1782629"/>
                <a:gd name="connsiteY41" fmla="*/ 1278522 h 1640791"/>
                <a:gd name="connsiteX42" fmla="*/ 611308 w 1782629"/>
                <a:gd name="connsiteY42" fmla="*/ 1397267 h 1640791"/>
                <a:gd name="connsiteX43" fmla="*/ 697542 w 1782629"/>
                <a:gd name="connsiteY43" fmla="*/ 1573162 h 1640791"/>
                <a:gd name="connsiteX44" fmla="*/ 680650 w 1782629"/>
                <a:gd name="connsiteY44" fmla="*/ 1637805 h 1640791"/>
                <a:gd name="connsiteX45" fmla="*/ 400869 w 1782629"/>
                <a:gd name="connsiteY45" fmla="*/ 1640345 h 1640791"/>
                <a:gd name="connsiteX46" fmla="*/ 339655 w 1782629"/>
                <a:gd name="connsiteY46" fmla="*/ 1620914 h 1640791"/>
                <a:gd name="connsiteX47" fmla="*/ 349053 w 1782629"/>
                <a:gd name="connsiteY47" fmla="*/ 1533665 h 1640791"/>
                <a:gd name="connsiteX48" fmla="*/ 40443 w 1782629"/>
                <a:gd name="connsiteY48" fmla="*/ 1429652 h 1640791"/>
                <a:gd name="connsiteX49" fmla="*/ 94672 w 1782629"/>
                <a:gd name="connsiteY49" fmla="*/ 1141997 h 1640791"/>
                <a:gd name="connsiteX50" fmla="*/ 286061 w 1782629"/>
                <a:gd name="connsiteY50" fmla="*/ 982739 h 1640791"/>
                <a:gd name="connsiteX51" fmla="*/ 194494 w 1782629"/>
                <a:gd name="connsiteY51" fmla="*/ 928764 h 1640791"/>
                <a:gd name="connsiteX52" fmla="*/ 101276 w 1782629"/>
                <a:gd name="connsiteY52" fmla="*/ 814083 h 1640791"/>
                <a:gd name="connsiteX53" fmla="*/ 43110 w 1782629"/>
                <a:gd name="connsiteY53" fmla="*/ 780936 h 1640791"/>
                <a:gd name="connsiteX54" fmla="*/ 21393 w 1782629"/>
                <a:gd name="connsiteY54" fmla="*/ 558051 h 1640791"/>
                <a:gd name="connsiteX55" fmla="*/ 92132 w 1782629"/>
                <a:gd name="connsiteY55" fmla="*/ 500266 h 1640791"/>
                <a:gd name="connsiteX56" fmla="*/ 317938 w 1782629"/>
                <a:gd name="connsiteY56" fmla="*/ 295669 h 1640791"/>
                <a:gd name="connsiteX57" fmla="*/ 696271 w 1782629"/>
                <a:gd name="connsiteY57" fmla="*/ 286398 h 1640791"/>
                <a:gd name="connsiteX58" fmla="*/ 828732 w 1782629"/>
                <a:gd name="connsiteY58" fmla="*/ 361963 h 1640791"/>
                <a:gd name="connsiteX59" fmla="*/ 943540 w 1782629"/>
                <a:gd name="connsiteY59" fmla="*/ 504457 h 1640791"/>
                <a:gd name="connsiteX60" fmla="*/ 1016057 w 1782629"/>
                <a:gd name="connsiteY60" fmla="*/ 557670 h 1640791"/>
                <a:gd name="connsiteX61" fmla="*/ 1012248 w 1782629"/>
                <a:gd name="connsiteY61" fmla="*/ 326530 h 1640791"/>
                <a:gd name="connsiteX62" fmla="*/ 1060380 w 1782629"/>
                <a:gd name="connsiteY62" fmla="*/ 210198 h 1640791"/>
                <a:gd name="connsiteX63" fmla="*/ 1149026 w 1782629"/>
                <a:gd name="connsiteY63" fmla="*/ 192926 h 1640791"/>
                <a:gd name="connsiteX64" fmla="*/ 1512373 w 1782629"/>
                <a:gd name="connsiteY64" fmla="*/ 192418 h 1640791"/>
                <a:gd name="connsiteX65" fmla="*/ 1456112 w 1782629"/>
                <a:gd name="connsiteY65" fmla="*/ 88405 h 1640791"/>
                <a:gd name="connsiteX66" fmla="*/ 1391216 w 1782629"/>
                <a:gd name="connsiteY66" fmla="*/ 137173 h 1640791"/>
                <a:gd name="connsiteX67" fmla="*/ 1317682 w 1782629"/>
                <a:gd name="connsiteY67" fmla="*/ 100216 h 1640791"/>
                <a:gd name="connsiteX68" fmla="*/ 1368482 w 1782629"/>
                <a:gd name="connsiteY68" fmla="*/ 25794 h 1640791"/>
                <a:gd name="connsiteX69" fmla="*/ 1368482 w 1782629"/>
                <a:gd name="connsiteY69" fmla="*/ 25794 h 1640791"/>
                <a:gd name="connsiteX70" fmla="*/ 1035107 w 1782629"/>
                <a:gd name="connsiteY70" fmla="*/ 300749 h 1640791"/>
                <a:gd name="connsiteX71" fmla="*/ 1034345 w 1782629"/>
                <a:gd name="connsiteY71" fmla="*/ 816369 h 1640791"/>
                <a:gd name="connsiteX72" fmla="*/ 1670361 w 1782629"/>
                <a:gd name="connsiteY72" fmla="*/ 814210 h 1640791"/>
                <a:gd name="connsiteX73" fmla="*/ 1759135 w 1782629"/>
                <a:gd name="connsiteY73" fmla="*/ 721373 h 1640791"/>
                <a:gd name="connsiteX74" fmla="*/ 1758880 w 1782629"/>
                <a:gd name="connsiteY74" fmla="*/ 301384 h 1640791"/>
                <a:gd name="connsiteX75" fmla="*/ 1683188 w 1782629"/>
                <a:gd name="connsiteY75" fmla="*/ 218453 h 1640791"/>
                <a:gd name="connsiteX76" fmla="*/ 1110037 w 1782629"/>
                <a:gd name="connsiteY76" fmla="*/ 218580 h 1640791"/>
                <a:gd name="connsiteX77" fmla="*/ 1035107 w 1782629"/>
                <a:gd name="connsiteY77" fmla="*/ 300749 h 1640791"/>
                <a:gd name="connsiteX78" fmla="*/ 268027 w 1782629"/>
                <a:gd name="connsiteY78" fmla="*/ 347866 h 1640791"/>
                <a:gd name="connsiteX79" fmla="*/ 98482 w 1782629"/>
                <a:gd name="connsiteY79" fmla="*/ 586753 h 1640791"/>
                <a:gd name="connsiteX80" fmla="*/ 96450 w 1782629"/>
                <a:gd name="connsiteY80" fmla="*/ 588912 h 1640791"/>
                <a:gd name="connsiteX81" fmla="*/ 202114 w 1782629"/>
                <a:gd name="connsiteY81" fmla="*/ 901713 h 1640791"/>
                <a:gd name="connsiteX82" fmla="*/ 388042 w 1782629"/>
                <a:gd name="connsiteY82" fmla="*/ 972706 h 1640791"/>
                <a:gd name="connsiteX83" fmla="*/ 691954 w 1782629"/>
                <a:gd name="connsiteY83" fmla="*/ 970166 h 1640791"/>
                <a:gd name="connsiteX84" fmla="*/ 940746 w 1782629"/>
                <a:gd name="connsiteY84" fmla="*/ 682765 h 1640791"/>
                <a:gd name="connsiteX85" fmla="*/ 834574 w 1782629"/>
                <a:gd name="connsiteY85" fmla="*/ 399809 h 1640791"/>
                <a:gd name="connsiteX86" fmla="*/ 509708 w 1782629"/>
                <a:gd name="connsiteY86" fmla="*/ 294780 h 1640791"/>
                <a:gd name="connsiteX87" fmla="*/ 268027 w 1782629"/>
                <a:gd name="connsiteY87" fmla="*/ 347866 h 1640791"/>
                <a:gd name="connsiteX88" fmla="*/ 82480 w 1782629"/>
                <a:gd name="connsiteY88" fmla="*/ 779666 h 1640791"/>
                <a:gd name="connsiteX89" fmla="*/ 77146 w 1782629"/>
                <a:gd name="connsiteY89" fmla="*/ 528206 h 1640791"/>
                <a:gd name="connsiteX90" fmla="*/ 82480 w 1782629"/>
                <a:gd name="connsiteY90" fmla="*/ 779666 h 1640791"/>
                <a:gd name="connsiteX91" fmla="*/ 950144 w 1782629"/>
                <a:gd name="connsiteY91" fmla="*/ 526682 h 1640791"/>
                <a:gd name="connsiteX92" fmla="*/ 946969 w 1782629"/>
                <a:gd name="connsiteY92" fmla="*/ 782460 h 1640791"/>
                <a:gd name="connsiteX93" fmla="*/ 950144 w 1782629"/>
                <a:gd name="connsiteY93" fmla="*/ 526682 h 1640791"/>
                <a:gd name="connsiteX94" fmla="*/ 998912 w 1782629"/>
                <a:gd name="connsiteY94" fmla="*/ 973341 h 1640791"/>
                <a:gd name="connsiteX95" fmla="*/ 967670 w 1782629"/>
                <a:gd name="connsiteY95" fmla="*/ 1065289 h 1640791"/>
                <a:gd name="connsiteX96" fmla="*/ 900361 w 1782629"/>
                <a:gd name="connsiteY96" fmla="*/ 1393965 h 1640791"/>
                <a:gd name="connsiteX97" fmla="*/ 1554792 w 1782629"/>
                <a:gd name="connsiteY97" fmla="*/ 1393965 h 1640791"/>
                <a:gd name="connsiteX98" fmla="*/ 1650804 w 1782629"/>
                <a:gd name="connsiteY98" fmla="*/ 970547 h 1640791"/>
                <a:gd name="connsiteX99" fmla="*/ 1060254 w 1782629"/>
                <a:gd name="connsiteY99" fmla="*/ 968769 h 1640791"/>
                <a:gd name="connsiteX100" fmla="*/ 998912 w 1782629"/>
                <a:gd name="connsiteY100" fmla="*/ 973341 h 1640791"/>
                <a:gd name="connsiteX101" fmla="*/ 436175 w 1782629"/>
                <a:gd name="connsiteY101" fmla="*/ 996582 h 1640791"/>
                <a:gd name="connsiteX102" fmla="*/ 593528 w 1782629"/>
                <a:gd name="connsiteY102" fmla="*/ 996328 h 1640791"/>
                <a:gd name="connsiteX103" fmla="*/ 436175 w 1782629"/>
                <a:gd name="connsiteY103" fmla="*/ 996582 h 1640791"/>
                <a:gd name="connsiteX104" fmla="*/ 50857 w 1782629"/>
                <a:gd name="connsiteY104" fmla="*/ 1343927 h 1640791"/>
                <a:gd name="connsiteX105" fmla="*/ 73336 w 1782629"/>
                <a:gd name="connsiteY105" fmla="*/ 1440447 h 1640791"/>
                <a:gd name="connsiteX106" fmla="*/ 363912 w 1782629"/>
                <a:gd name="connsiteY106" fmla="*/ 1511059 h 1640791"/>
                <a:gd name="connsiteX107" fmla="*/ 380168 w 1782629"/>
                <a:gd name="connsiteY107" fmla="*/ 1482230 h 1640791"/>
                <a:gd name="connsiteX108" fmla="*/ 362515 w 1782629"/>
                <a:gd name="connsiteY108" fmla="*/ 1313574 h 1640791"/>
                <a:gd name="connsiteX109" fmla="*/ 140011 w 1782629"/>
                <a:gd name="connsiteY109" fmla="*/ 1331481 h 1640791"/>
                <a:gd name="connsiteX110" fmla="*/ 185731 w 1782629"/>
                <a:gd name="connsiteY110" fmla="*/ 1304430 h 1640791"/>
                <a:gd name="connsiteX111" fmla="*/ 220910 w 1782629"/>
                <a:gd name="connsiteY111" fmla="*/ 1039127 h 1640791"/>
                <a:gd name="connsiteX112" fmla="*/ 50857 w 1782629"/>
                <a:gd name="connsiteY112" fmla="*/ 1343927 h 1640791"/>
                <a:gd name="connsiteX113" fmla="*/ 825049 w 1782629"/>
                <a:gd name="connsiteY113" fmla="*/ 1048780 h 1640791"/>
                <a:gd name="connsiteX114" fmla="*/ 857307 w 1782629"/>
                <a:gd name="connsiteY114" fmla="*/ 1393965 h 1640791"/>
                <a:gd name="connsiteX115" fmla="*/ 875468 w 1782629"/>
                <a:gd name="connsiteY115" fmla="*/ 1393965 h 1640791"/>
                <a:gd name="connsiteX116" fmla="*/ 922331 w 1782629"/>
                <a:gd name="connsiteY116" fmla="*/ 1151142 h 1640791"/>
                <a:gd name="connsiteX117" fmla="*/ 825049 w 1782629"/>
                <a:gd name="connsiteY117" fmla="*/ 1048780 h 1640791"/>
                <a:gd name="connsiteX118" fmla="*/ 433000 w 1782629"/>
                <a:gd name="connsiteY118" fmla="*/ 1196480 h 1640791"/>
                <a:gd name="connsiteX119" fmla="*/ 419538 w 1782629"/>
                <a:gd name="connsiteY119" fmla="*/ 1216165 h 1640791"/>
                <a:gd name="connsiteX120" fmla="*/ 492055 w 1782629"/>
                <a:gd name="connsiteY120" fmla="*/ 1228103 h 1640791"/>
                <a:gd name="connsiteX121" fmla="*/ 455860 w 1782629"/>
                <a:gd name="connsiteY121" fmla="*/ 1252614 h 1640791"/>
                <a:gd name="connsiteX122" fmla="*/ 453193 w 1782629"/>
                <a:gd name="connsiteY122" fmla="*/ 1275474 h 1640791"/>
                <a:gd name="connsiteX123" fmla="*/ 526853 w 1782629"/>
                <a:gd name="connsiteY123" fmla="*/ 1317384 h 1640791"/>
                <a:gd name="connsiteX124" fmla="*/ 527361 w 1782629"/>
                <a:gd name="connsiteY124" fmla="*/ 1464196 h 1640791"/>
                <a:gd name="connsiteX125" fmla="*/ 400615 w 1782629"/>
                <a:gd name="connsiteY125" fmla="*/ 1497343 h 1640791"/>
                <a:gd name="connsiteX126" fmla="*/ 361499 w 1782629"/>
                <a:gd name="connsiteY126" fmla="*/ 1611262 h 1640791"/>
                <a:gd name="connsiteX127" fmla="*/ 590988 w 1782629"/>
                <a:gd name="connsiteY127" fmla="*/ 1616977 h 1640791"/>
                <a:gd name="connsiteX128" fmla="*/ 675698 w 1782629"/>
                <a:gd name="connsiteY128" fmla="*/ 1605674 h 1640791"/>
                <a:gd name="connsiteX129" fmla="*/ 592893 w 1782629"/>
                <a:gd name="connsiteY129" fmla="*/ 1421651 h 1640791"/>
                <a:gd name="connsiteX130" fmla="*/ 572065 w 1782629"/>
                <a:gd name="connsiteY130" fmla="*/ 1330592 h 1640791"/>
                <a:gd name="connsiteX131" fmla="*/ 607244 w 1782629"/>
                <a:gd name="connsiteY131" fmla="*/ 1202068 h 1640791"/>
                <a:gd name="connsiteX132" fmla="*/ 433000 w 1782629"/>
                <a:gd name="connsiteY132" fmla="*/ 1196480 h 1640791"/>
                <a:gd name="connsiteX133" fmla="*/ 416744 w 1782629"/>
                <a:gd name="connsiteY133" fmla="*/ 1310399 h 1640791"/>
                <a:gd name="connsiteX134" fmla="*/ 387788 w 1782629"/>
                <a:gd name="connsiteY134" fmla="*/ 1458736 h 1640791"/>
                <a:gd name="connsiteX135" fmla="*/ 476815 w 1782629"/>
                <a:gd name="connsiteY135" fmla="*/ 1468387 h 1640791"/>
                <a:gd name="connsiteX136" fmla="*/ 520503 w 1782629"/>
                <a:gd name="connsiteY136" fmla="*/ 1369581 h 1640791"/>
                <a:gd name="connsiteX137" fmla="*/ 416744 w 1782629"/>
                <a:gd name="connsiteY137" fmla="*/ 1310399 h 1640791"/>
                <a:gd name="connsiteX138" fmla="*/ 695382 w 1782629"/>
                <a:gd name="connsiteY138" fmla="*/ 1421270 h 1640791"/>
                <a:gd name="connsiteX139" fmla="*/ 694493 w 1782629"/>
                <a:gd name="connsiteY139" fmla="*/ 1466736 h 1640791"/>
                <a:gd name="connsiteX140" fmla="*/ 1551998 w 1782629"/>
                <a:gd name="connsiteY140" fmla="*/ 1466228 h 1640791"/>
                <a:gd name="connsiteX141" fmla="*/ 1554664 w 1782629"/>
                <a:gd name="connsiteY141" fmla="*/ 1421017 h 1640791"/>
                <a:gd name="connsiteX142" fmla="*/ 695382 w 1782629"/>
                <a:gd name="connsiteY142" fmla="*/ 1421270 h 1640791"/>
                <a:gd name="connsiteX0" fmla="*/ 1317682 w 1782629"/>
                <a:gd name="connsiteY0" fmla="*/ 100216 h 1640791"/>
                <a:gd name="connsiteX1" fmla="*/ 1366831 w 1782629"/>
                <a:gd name="connsiteY1" fmla="*/ 1791 h 1640791"/>
                <a:gd name="connsiteX2" fmla="*/ 1453826 w 1782629"/>
                <a:gd name="connsiteY2" fmla="*/ 60973 h 1640791"/>
                <a:gd name="connsiteX3" fmla="*/ 1537138 w 1782629"/>
                <a:gd name="connsiteY3" fmla="*/ 192672 h 1640791"/>
                <a:gd name="connsiteX4" fmla="*/ 1693729 w 1782629"/>
                <a:gd name="connsiteY4" fmla="*/ 194577 h 1640791"/>
                <a:gd name="connsiteX5" fmla="*/ 1780217 w 1782629"/>
                <a:gd name="connsiteY5" fmla="*/ 289319 h 1640791"/>
                <a:gd name="connsiteX6" fmla="*/ 1782629 w 1782629"/>
                <a:gd name="connsiteY6" fmla="*/ 551320 h 1640791"/>
                <a:gd name="connsiteX7" fmla="*/ 1780089 w 1782629"/>
                <a:gd name="connsiteY7" fmla="*/ 745630 h 1640791"/>
                <a:gd name="connsiteX8" fmla="*/ 1743513 w 1782629"/>
                <a:gd name="connsiteY8" fmla="*/ 813956 h 1640791"/>
                <a:gd name="connsiteX9" fmla="*/ 1555680 w 1782629"/>
                <a:gd name="connsiteY9" fmla="*/ 838086 h 1640791"/>
                <a:gd name="connsiteX10" fmla="*/ 1069398 w 1782629"/>
                <a:gd name="connsiteY10" fmla="*/ 841515 h 1640791"/>
                <a:gd name="connsiteX11" fmla="*/ 1017708 w 1782629"/>
                <a:gd name="connsiteY11" fmla="*/ 840118 h 1640791"/>
                <a:gd name="connsiteX12" fmla="*/ 1012374 w 1782629"/>
                <a:gd name="connsiteY12" fmla="*/ 749567 h 1640791"/>
                <a:gd name="connsiteX13" fmla="*/ 936048 w 1782629"/>
                <a:gd name="connsiteY13" fmla="*/ 812051 h 1640791"/>
                <a:gd name="connsiteX14" fmla="*/ 742245 w 1782629"/>
                <a:gd name="connsiteY14" fmla="*/ 984136 h 1640791"/>
                <a:gd name="connsiteX15" fmla="*/ 932492 w 1782629"/>
                <a:gd name="connsiteY15" fmla="*/ 1117359 h 1640791"/>
                <a:gd name="connsiteX16" fmla="*/ 1004881 w 1782629"/>
                <a:gd name="connsiteY16" fmla="*/ 944385 h 1640791"/>
                <a:gd name="connsiteX17" fmla="*/ 1183189 w 1782629"/>
                <a:gd name="connsiteY17" fmla="*/ 940956 h 1640791"/>
                <a:gd name="connsiteX18" fmla="*/ 1620197 w 1782629"/>
                <a:gd name="connsiteY18" fmla="*/ 942734 h 1640791"/>
                <a:gd name="connsiteX19" fmla="*/ 1680522 w 1782629"/>
                <a:gd name="connsiteY19" fmla="*/ 977151 h 1640791"/>
                <a:gd name="connsiteX20" fmla="*/ 1572825 w 1782629"/>
                <a:gd name="connsiteY20" fmla="*/ 1408189 h 1640791"/>
                <a:gd name="connsiteX21" fmla="*/ 1579556 w 1782629"/>
                <a:gd name="connsiteY21" fmla="*/ 1422667 h 1640791"/>
                <a:gd name="connsiteX22" fmla="*/ 1561904 w 1782629"/>
                <a:gd name="connsiteY22" fmla="*/ 1488708 h 1640791"/>
                <a:gd name="connsiteX23" fmla="*/ 1478718 w 1782629"/>
                <a:gd name="connsiteY23" fmla="*/ 1492264 h 1640791"/>
                <a:gd name="connsiteX24" fmla="*/ 704273 w 1782629"/>
                <a:gd name="connsiteY24" fmla="*/ 1491755 h 1640791"/>
                <a:gd name="connsiteX25" fmla="*/ 675189 w 1782629"/>
                <a:gd name="connsiteY25" fmla="*/ 1398030 h 1640791"/>
                <a:gd name="connsiteX26" fmla="*/ 834067 w 1782629"/>
                <a:gd name="connsiteY26" fmla="*/ 1393965 h 1640791"/>
                <a:gd name="connsiteX27" fmla="*/ 789743 w 1782629"/>
                <a:gd name="connsiteY27" fmla="*/ 1031126 h 1640791"/>
                <a:gd name="connsiteX28" fmla="*/ 757612 w 1782629"/>
                <a:gd name="connsiteY28" fmla="*/ 1017156 h 1640791"/>
                <a:gd name="connsiteX29" fmla="*/ 667696 w 1782629"/>
                <a:gd name="connsiteY29" fmla="*/ 997471 h 1640791"/>
                <a:gd name="connsiteX30" fmla="*/ 514788 w 1782629"/>
                <a:gd name="connsiteY30" fmla="*/ 1041032 h 1640791"/>
                <a:gd name="connsiteX31" fmla="*/ 348672 w 1782629"/>
                <a:gd name="connsiteY31" fmla="*/ 997344 h 1640791"/>
                <a:gd name="connsiteX32" fmla="*/ 253295 w 1782629"/>
                <a:gd name="connsiteY32" fmla="*/ 1022871 h 1640791"/>
                <a:gd name="connsiteX33" fmla="*/ 247580 w 1782629"/>
                <a:gd name="connsiteY33" fmla="*/ 1044715 h 1640791"/>
                <a:gd name="connsiteX34" fmla="*/ 210623 w 1782629"/>
                <a:gd name="connsiteY34" fmla="*/ 1304176 h 1640791"/>
                <a:gd name="connsiteX35" fmla="*/ 430206 w 1782629"/>
                <a:gd name="connsiteY35" fmla="*/ 1283730 h 1640791"/>
                <a:gd name="connsiteX36" fmla="*/ 426142 w 1782629"/>
                <a:gd name="connsiteY36" fmla="*/ 1250074 h 1640791"/>
                <a:gd name="connsiteX37" fmla="*/ 411918 w 1782629"/>
                <a:gd name="connsiteY37" fmla="*/ 1176795 h 1640791"/>
                <a:gd name="connsiteX38" fmla="*/ 511994 w 1782629"/>
                <a:gd name="connsiteY38" fmla="*/ 1167651 h 1640791"/>
                <a:gd name="connsiteX39" fmla="*/ 579939 w 1782629"/>
                <a:gd name="connsiteY39" fmla="*/ 1168794 h 1640791"/>
                <a:gd name="connsiteX40" fmla="*/ 629215 w 1782629"/>
                <a:gd name="connsiteY40" fmla="*/ 1203592 h 1640791"/>
                <a:gd name="connsiteX41" fmla="*/ 596957 w 1782629"/>
                <a:gd name="connsiteY41" fmla="*/ 1278522 h 1640791"/>
                <a:gd name="connsiteX42" fmla="*/ 611308 w 1782629"/>
                <a:gd name="connsiteY42" fmla="*/ 1397267 h 1640791"/>
                <a:gd name="connsiteX43" fmla="*/ 697542 w 1782629"/>
                <a:gd name="connsiteY43" fmla="*/ 1573162 h 1640791"/>
                <a:gd name="connsiteX44" fmla="*/ 680650 w 1782629"/>
                <a:gd name="connsiteY44" fmla="*/ 1637805 h 1640791"/>
                <a:gd name="connsiteX45" fmla="*/ 400869 w 1782629"/>
                <a:gd name="connsiteY45" fmla="*/ 1640345 h 1640791"/>
                <a:gd name="connsiteX46" fmla="*/ 339655 w 1782629"/>
                <a:gd name="connsiteY46" fmla="*/ 1620914 h 1640791"/>
                <a:gd name="connsiteX47" fmla="*/ 349053 w 1782629"/>
                <a:gd name="connsiteY47" fmla="*/ 1533665 h 1640791"/>
                <a:gd name="connsiteX48" fmla="*/ 40443 w 1782629"/>
                <a:gd name="connsiteY48" fmla="*/ 1429652 h 1640791"/>
                <a:gd name="connsiteX49" fmla="*/ 94672 w 1782629"/>
                <a:gd name="connsiteY49" fmla="*/ 1141997 h 1640791"/>
                <a:gd name="connsiteX50" fmla="*/ 286061 w 1782629"/>
                <a:gd name="connsiteY50" fmla="*/ 982739 h 1640791"/>
                <a:gd name="connsiteX51" fmla="*/ 194494 w 1782629"/>
                <a:gd name="connsiteY51" fmla="*/ 928764 h 1640791"/>
                <a:gd name="connsiteX52" fmla="*/ 101276 w 1782629"/>
                <a:gd name="connsiteY52" fmla="*/ 814083 h 1640791"/>
                <a:gd name="connsiteX53" fmla="*/ 43110 w 1782629"/>
                <a:gd name="connsiteY53" fmla="*/ 780936 h 1640791"/>
                <a:gd name="connsiteX54" fmla="*/ 21393 w 1782629"/>
                <a:gd name="connsiteY54" fmla="*/ 558051 h 1640791"/>
                <a:gd name="connsiteX55" fmla="*/ 92132 w 1782629"/>
                <a:gd name="connsiteY55" fmla="*/ 500266 h 1640791"/>
                <a:gd name="connsiteX56" fmla="*/ 317938 w 1782629"/>
                <a:gd name="connsiteY56" fmla="*/ 295669 h 1640791"/>
                <a:gd name="connsiteX57" fmla="*/ 696271 w 1782629"/>
                <a:gd name="connsiteY57" fmla="*/ 286398 h 1640791"/>
                <a:gd name="connsiteX58" fmla="*/ 828732 w 1782629"/>
                <a:gd name="connsiteY58" fmla="*/ 361963 h 1640791"/>
                <a:gd name="connsiteX59" fmla="*/ 943540 w 1782629"/>
                <a:gd name="connsiteY59" fmla="*/ 504457 h 1640791"/>
                <a:gd name="connsiteX60" fmla="*/ 1016057 w 1782629"/>
                <a:gd name="connsiteY60" fmla="*/ 557670 h 1640791"/>
                <a:gd name="connsiteX61" fmla="*/ 1012248 w 1782629"/>
                <a:gd name="connsiteY61" fmla="*/ 326530 h 1640791"/>
                <a:gd name="connsiteX62" fmla="*/ 1060380 w 1782629"/>
                <a:gd name="connsiteY62" fmla="*/ 210198 h 1640791"/>
                <a:gd name="connsiteX63" fmla="*/ 1149026 w 1782629"/>
                <a:gd name="connsiteY63" fmla="*/ 192926 h 1640791"/>
                <a:gd name="connsiteX64" fmla="*/ 1512373 w 1782629"/>
                <a:gd name="connsiteY64" fmla="*/ 192418 h 1640791"/>
                <a:gd name="connsiteX65" fmla="*/ 1456112 w 1782629"/>
                <a:gd name="connsiteY65" fmla="*/ 88405 h 1640791"/>
                <a:gd name="connsiteX66" fmla="*/ 1317682 w 1782629"/>
                <a:gd name="connsiteY66" fmla="*/ 100216 h 1640791"/>
                <a:gd name="connsiteX67" fmla="*/ 1368482 w 1782629"/>
                <a:gd name="connsiteY67" fmla="*/ 25794 h 1640791"/>
                <a:gd name="connsiteX68" fmla="*/ 1368482 w 1782629"/>
                <a:gd name="connsiteY68" fmla="*/ 25794 h 1640791"/>
                <a:gd name="connsiteX69" fmla="*/ 1035107 w 1782629"/>
                <a:gd name="connsiteY69" fmla="*/ 300749 h 1640791"/>
                <a:gd name="connsiteX70" fmla="*/ 1034345 w 1782629"/>
                <a:gd name="connsiteY70" fmla="*/ 816369 h 1640791"/>
                <a:gd name="connsiteX71" fmla="*/ 1670361 w 1782629"/>
                <a:gd name="connsiteY71" fmla="*/ 814210 h 1640791"/>
                <a:gd name="connsiteX72" fmla="*/ 1759135 w 1782629"/>
                <a:gd name="connsiteY72" fmla="*/ 721373 h 1640791"/>
                <a:gd name="connsiteX73" fmla="*/ 1758880 w 1782629"/>
                <a:gd name="connsiteY73" fmla="*/ 301384 h 1640791"/>
                <a:gd name="connsiteX74" fmla="*/ 1683188 w 1782629"/>
                <a:gd name="connsiteY74" fmla="*/ 218453 h 1640791"/>
                <a:gd name="connsiteX75" fmla="*/ 1110037 w 1782629"/>
                <a:gd name="connsiteY75" fmla="*/ 218580 h 1640791"/>
                <a:gd name="connsiteX76" fmla="*/ 1035107 w 1782629"/>
                <a:gd name="connsiteY76" fmla="*/ 300749 h 1640791"/>
                <a:gd name="connsiteX77" fmla="*/ 268027 w 1782629"/>
                <a:gd name="connsiteY77" fmla="*/ 347866 h 1640791"/>
                <a:gd name="connsiteX78" fmla="*/ 98482 w 1782629"/>
                <a:gd name="connsiteY78" fmla="*/ 586753 h 1640791"/>
                <a:gd name="connsiteX79" fmla="*/ 96450 w 1782629"/>
                <a:gd name="connsiteY79" fmla="*/ 588912 h 1640791"/>
                <a:gd name="connsiteX80" fmla="*/ 202114 w 1782629"/>
                <a:gd name="connsiteY80" fmla="*/ 901713 h 1640791"/>
                <a:gd name="connsiteX81" fmla="*/ 388042 w 1782629"/>
                <a:gd name="connsiteY81" fmla="*/ 972706 h 1640791"/>
                <a:gd name="connsiteX82" fmla="*/ 691954 w 1782629"/>
                <a:gd name="connsiteY82" fmla="*/ 970166 h 1640791"/>
                <a:gd name="connsiteX83" fmla="*/ 940746 w 1782629"/>
                <a:gd name="connsiteY83" fmla="*/ 682765 h 1640791"/>
                <a:gd name="connsiteX84" fmla="*/ 834574 w 1782629"/>
                <a:gd name="connsiteY84" fmla="*/ 399809 h 1640791"/>
                <a:gd name="connsiteX85" fmla="*/ 509708 w 1782629"/>
                <a:gd name="connsiteY85" fmla="*/ 294780 h 1640791"/>
                <a:gd name="connsiteX86" fmla="*/ 268027 w 1782629"/>
                <a:gd name="connsiteY86" fmla="*/ 347866 h 1640791"/>
                <a:gd name="connsiteX87" fmla="*/ 82480 w 1782629"/>
                <a:gd name="connsiteY87" fmla="*/ 779666 h 1640791"/>
                <a:gd name="connsiteX88" fmla="*/ 77146 w 1782629"/>
                <a:gd name="connsiteY88" fmla="*/ 528206 h 1640791"/>
                <a:gd name="connsiteX89" fmla="*/ 82480 w 1782629"/>
                <a:gd name="connsiteY89" fmla="*/ 779666 h 1640791"/>
                <a:gd name="connsiteX90" fmla="*/ 950144 w 1782629"/>
                <a:gd name="connsiteY90" fmla="*/ 526682 h 1640791"/>
                <a:gd name="connsiteX91" fmla="*/ 946969 w 1782629"/>
                <a:gd name="connsiteY91" fmla="*/ 782460 h 1640791"/>
                <a:gd name="connsiteX92" fmla="*/ 950144 w 1782629"/>
                <a:gd name="connsiteY92" fmla="*/ 526682 h 1640791"/>
                <a:gd name="connsiteX93" fmla="*/ 998912 w 1782629"/>
                <a:gd name="connsiteY93" fmla="*/ 973341 h 1640791"/>
                <a:gd name="connsiteX94" fmla="*/ 967670 w 1782629"/>
                <a:gd name="connsiteY94" fmla="*/ 1065289 h 1640791"/>
                <a:gd name="connsiteX95" fmla="*/ 900361 w 1782629"/>
                <a:gd name="connsiteY95" fmla="*/ 1393965 h 1640791"/>
                <a:gd name="connsiteX96" fmla="*/ 1554792 w 1782629"/>
                <a:gd name="connsiteY96" fmla="*/ 1393965 h 1640791"/>
                <a:gd name="connsiteX97" fmla="*/ 1650804 w 1782629"/>
                <a:gd name="connsiteY97" fmla="*/ 970547 h 1640791"/>
                <a:gd name="connsiteX98" fmla="*/ 1060254 w 1782629"/>
                <a:gd name="connsiteY98" fmla="*/ 968769 h 1640791"/>
                <a:gd name="connsiteX99" fmla="*/ 998912 w 1782629"/>
                <a:gd name="connsiteY99" fmla="*/ 973341 h 1640791"/>
                <a:gd name="connsiteX100" fmla="*/ 436175 w 1782629"/>
                <a:gd name="connsiteY100" fmla="*/ 996582 h 1640791"/>
                <a:gd name="connsiteX101" fmla="*/ 593528 w 1782629"/>
                <a:gd name="connsiteY101" fmla="*/ 996328 h 1640791"/>
                <a:gd name="connsiteX102" fmla="*/ 436175 w 1782629"/>
                <a:gd name="connsiteY102" fmla="*/ 996582 h 1640791"/>
                <a:gd name="connsiteX103" fmla="*/ 50857 w 1782629"/>
                <a:gd name="connsiteY103" fmla="*/ 1343927 h 1640791"/>
                <a:gd name="connsiteX104" fmla="*/ 73336 w 1782629"/>
                <a:gd name="connsiteY104" fmla="*/ 1440447 h 1640791"/>
                <a:gd name="connsiteX105" fmla="*/ 363912 w 1782629"/>
                <a:gd name="connsiteY105" fmla="*/ 1511059 h 1640791"/>
                <a:gd name="connsiteX106" fmla="*/ 380168 w 1782629"/>
                <a:gd name="connsiteY106" fmla="*/ 1482230 h 1640791"/>
                <a:gd name="connsiteX107" fmla="*/ 362515 w 1782629"/>
                <a:gd name="connsiteY107" fmla="*/ 1313574 h 1640791"/>
                <a:gd name="connsiteX108" fmla="*/ 140011 w 1782629"/>
                <a:gd name="connsiteY108" fmla="*/ 1331481 h 1640791"/>
                <a:gd name="connsiteX109" fmla="*/ 185731 w 1782629"/>
                <a:gd name="connsiteY109" fmla="*/ 1304430 h 1640791"/>
                <a:gd name="connsiteX110" fmla="*/ 220910 w 1782629"/>
                <a:gd name="connsiteY110" fmla="*/ 1039127 h 1640791"/>
                <a:gd name="connsiteX111" fmla="*/ 50857 w 1782629"/>
                <a:gd name="connsiteY111" fmla="*/ 1343927 h 1640791"/>
                <a:gd name="connsiteX112" fmla="*/ 825049 w 1782629"/>
                <a:gd name="connsiteY112" fmla="*/ 1048780 h 1640791"/>
                <a:gd name="connsiteX113" fmla="*/ 857307 w 1782629"/>
                <a:gd name="connsiteY113" fmla="*/ 1393965 h 1640791"/>
                <a:gd name="connsiteX114" fmla="*/ 875468 w 1782629"/>
                <a:gd name="connsiteY114" fmla="*/ 1393965 h 1640791"/>
                <a:gd name="connsiteX115" fmla="*/ 922331 w 1782629"/>
                <a:gd name="connsiteY115" fmla="*/ 1151142 h 1640791"/>
                <a:gd name="connsiteX116" fmla="*/ 825049 w 1782629"/>
                <a:gd name="connsiteY116" fmla="*/ 1048780 h 1640791"/>
                <a:gd name="connsiteX117" fmla="*/ 433000 w 1782629"/>
                <a:gd name="connsiteY117" fmla="*/ 1196480 h 1640791"/>
                <a:gd name="connsiteX118" fmla="*/ 419538 w 1782629"/>
                <a:gd name="connsiteY118" fmla="*/ 1216165 h 1640791"/>
                <a:gd name="connsiteX119" fmla="*/ 492055 w 1782629"/>
                <a:gd name="connsiteY119" fmla="*/ 1228103 h 1640791"/>
                <a:gd name="connsiteX120" fmla="*/ 455860 w 1782629"/>
                <a:gd name="connsiteY120" fmla="*/ 1252614 h 1640791"/>
                <a:gd name="connsiteX121" fmla="*/ 453193 w 1782629"/>
                <a:gd name="connsiteY121" fmla="*/ 1275474 h 1640791"/>
                <a:gd name="connsiteX122" fmla="*/ 526853 w 1782629"/>
                <a:gd name="connsiteY122" fmla="*/ 1317384 h 1640791"/>
                <a:gd name="connsiteX123" fmla="*/ 527361 w 1782629"/>
                <a:gd name="connsiteY123" fmla="*/ 1464196 h 1640791"/>
                <a:gd name="connsiteX124" fmla="*/ 400615 w 1782629"/>
                <a:gd name="connsiteY124" fmla="*/ 1497343 h 1640791"/>
                <a:gd name="connsiteX125" fmla="*/ 361499 w 1782629"/>
                <a:gd name="connsiteY125" fmla="*/ 1611262 h 1640791"/>
                <a:gd name="connsiteX126" fmla="*/ 590988 w 1782629"/>
                <a:gd name="connsiteY126" fmla="*/ 1616977 h 1640791"/>
                <a:gd name="connsiteX127" fmla="*/ 675698 w 1782629"/>
                <a:gd name="connsiteY127" fmla="*/ 1605674 h 1640791"/>
                <a:gd name="connsiteX128" fmla="*/ 592893 w 1782629"/>
                <a:gd name="connsiteY128" fmla="*/ 1421651 h 1640791"/>
                <a:gd name="connsiteX129" fmla="*/ 572065 w 1782629"/>
                <a:gd name="connsiteY129" fmla="*/ 1330592 h 1640791"/>
                <a:gd name="connsiteX130" fmla="*/ 607244 w 1782629"/>
                <a:gd name="connsiteY130" fmla="*/ 1202068 h 1640791"/>
                <a:gd name="connsiteX131" fmla="*/ 433000 w 1782629"/>
                <a:gd name="connsiteY131" fmla="*/ 1196480 h 1640791"/>
                <a:gd name="connsiteX132" fmla="*/ 416744 w 1782629"/>
                <a:gd name="connsiteY132" fmla="*/ 1310399 h 1640791"/>
                <a:gd name="connsiteX133" fmla="*/ 387788 w 1782629"/>
                <a:gd name="connsiteY133" fmla="*/ 1458736 h 1640791"/>
                <a:gd name="connsiteX134" fmla="*/ 476815 w 1782629"/>
                <a:gd name="connsiteY134" fmla="*/ 1468387 h 1640791"/>
                <a:gd name="connsiteX135" fmla="*/ 520503 w 1782629"/>
                <a:gd name="connsiteY135" fmla="*/ 1369581 h 1640791"/>
                <a:gd name="connsiteX136" fmla="*/ 416744 w 1782629"/>
                <a:gd name="connsiteY136" fmla="*/ 1310399 h 1640791"/>
                <a:gd name="connsiteX137" fmla="*/ 695382 w 1782629"/>
                <a:gd name="connsiteY137" fmla="*/ 1421270 h 1640791"/>
                <a:gd name="connsiteX138" fmla="*/ 694493 w 1782629"/>
                <a:gd name="connsiteY138" fmla="*/ 1466736 h 1640791"/>
                <a:gd name="connsiteX139" fmla="*/ 1551998 w 1782629"/>
                <a:gd name="connsiteY139" fmla="*/ 1466228 h 1640791"/>
                <a:gd name="connsiteX140" fmla="*/ 1554664 w 1782629"/>
                <a:gd name="connsiteY140" fmla="*/ 1421017 h 1640791"/>
                <a:gd name="connsiteX141" fmla="*/ 695382 w 1782629"/>
                <a:gd name="connsiteY141" fmla="*/ 1421270 h 1640791"/>
                <a:gd name="connsiteX0" fmla="*/ 1317682 w 1782629"/>
                <a:gd name="connsiteY0" fmla="*/ 100216 h 1640791"/>
                <a:gd name="connsiteX1" fmla="*/ 1366831 w 1782629"/>
                <a:gd name="connsiteY1" fmla="*/ 1791 h 1640791"/>
                <a:gd name="connsiteX2" fmla="*/ 1453826 w 1782629"/>
                <a:gd name="connsiteY2" fmla="*/ 60973 h 1640791"/>
                <a:gd name="connsiteX3" fmla="*/ 1537138 w 1782629"/>
                <a:gd name="connsiteY3" fmla="*/ 192672 h 1640791"/>
                <a:gd name="connsiteX4" fmla="*/ 1693729 w 1782629"/>
                <a:gd name="connsiteY4" fmla="*/ 194577 h 1640791"/>
                <a:gd name="connsiteX5" fmla="*/ 1780217 w 1782629"/>
                <a:gd name="connsiteY5" fmla="*/ 289319 h 1640791"/>
                <a:gd name="connsiteX6" fmla="*/ 1782629 w 1782629"/>
                <a:gd name="connsiteY6" fmla="*/ 551320 h 1640791"/>
                <a:gd name="connsiteX7" fmla="*/ 1780089 w 1782629"/>
                <a:gd name="connsiteY7" fmla="*/ 745630 h 1640791"/>
                <a:gd name="connsiteX8" fmla="*/ 1743513 w 1782629"/>
                <a:gd name="connsiteY8" fmla="*/ 813956 h 1640791"/>
                <a:gd name="connsiteX9" fmla="*/ 1555680 w 1782629"/>
                <a:gd name="connsiteY9" fmla="*/ 838086 h 1640791"/>
                <a:gd name="connsiteX10" fmla="*/ 1069398 w 1782629"/>
                <a:gd name="connsiteY10" fmla="*/ 841515 h 1640791"/>
                <a:gd name="connsiteX11" fmla="*/ 1017708 w 1782629"/>
                <a:gd name="connsiteY11" fmla="*/ 840118 h 1640791"/>
                <a:gd name="connsiteX12" fmla="*/ 1012374 w 1782629"/>
                <a:gd name="connsiteY12" fmla="*/ 749567 h 1640791"/>
                <a:gd name="connsiteX13" fmla="*/ 936048 w 1782629"/>
                <a:gd name="connsiteY13" fmla="*/ 812051 h 1640791"/>
                <a:gd name="connsiteX14" fmla="*/ 742245 w 1782629"/>
                <a:gd name="connsiteY14" fmla="*/ 984136 h 1640791"/>
                <a:gd name="connsiteX15" fmla="*/ 932492 w 1782629"/>
                <a:gd name="connsiteY15" fmla="*/ 1117359 h 1640791"/>
                <a:gd name="connsiteX16" fmla="*/ 1004881 w 1782629"/>
                <a:gd name="connsiteY16" fmla="*/ 944385 h 1640791"/>
                <a:gd name="connsiteX17" fmla="*/ 1183189 w 1782629"/>
                <a:gd name="connsiteY17" fmla="*/ 940956 h 1640791"/>
                <a:gd name="connsiteX18" fmla="*/ 1620197 w 1782629"/>
                <a:gd name="connsiteY18" fmla="*/ 942734 h 1640791"/>
                <a:gd name="connsiteX19" fmla="*/ 1680522 w 1782629"/>
                <a:gd name="connsiteY19" fmla="*/ 977151 h 1640791"/>
                <a:gd name="connsiteX20" fmla="*/ 1572825 w 1782629"/>
                <a:gd name="connsiteY20" fmla="*/ 1408189 h 1640791"/>
                <a:gd name="connsiteX21" fmla="*/ 1579556 w 1782629"/>
                <a:gd name="connsiteY21" fmla="*/ 1422667 h 1640791"/>
                <a:gd name="connsiteX22" fmla="*/ 1561904 w 1782629"/>
                <a:gd name="connsiteY22" fmla="*/ 1488708 h 1640791"/>
                <a:gd name="connsiteX23" fmla="*/ 1478718 w 1782629"/>
                <a:gd name="connsiteY23" fmla="*/ 1492264 h 1640791"/>
                <a:gd name="connsiteX24" fmla="*/ 704273 w 1782629"/>
                <a:gd name="connsiteY24" fmla="*/ 1491755 h 1640791"/>
                <a:gd name="connsiteX25" fmla="*/ 675189 w 1782629"/>
                <a:gd name="connsiteY25" fmla="*/ 1398030 h 1640791"/>
                <a:gd name="connsiteX26" fmla="*/ 834067 w 1782629"/>
                <a:gd name="connsiteY26" fmla="*/ 1393965 h 1640791"/>
                <a:gd name="connsiteX27" fmla="*/ 789743 w 1782629"/>
                <a:gd name="connsiteY27" fmla="*/ 1031126 h 1640791"/>
                <a:gd name="connsiteX28" fmla="*/ 757612 w 1782629"/>
                <a:gd name="connsiteY28" fmla="*/ 1017156 h 1640791"/>
                <a:gd name="connsiteX29" fmla="*/ 667696 w 1782629"/>
                <a:gd name="connsiteY29" fmla="*/ 997471 h 1640791"/>
                <a:gd name="connsiteX30" fmla="*/ 514788 w 1782629"/>
                <a:gd name="connsiteY30" fmla="*/ 1041032 h 1640791"/>
                <a:gd name="connsiteX31" fmla="*/ 348672 w 1782629"/>
                <a:gd name="connsiteY31" fmla="*/ 997344 h 1640791"/>
                <a:gd name="connsiteX32" fmla="*/ 253295 w 1782629"/>
                <a:gd name="connsiteY32" fmla="*/ 1022871 h 1640791"/>
                <a:gd name="connsiteX33" fmla="*/ 247580 w 1782629"/>
                <a:gd name="connsiteY33" fmla="*/ 1044715 h 1640791"/>
                <a:gd name="connsiteX34" fmla="*/ 210623 w 1782629"/>
                <a:gd name="connsiteY34" fmla="*/ 1304176 h 1640791"/>
                <a:gd name="connsiteX35" fmla="*/ 430206 w 1782629"/>
                <a:gd name="connsiteY35" fmla="*/ 1283730 h 1640791"/>
                <a:gd name="connsiteX36" fmla="*/ 426142 w 1782629"/>
                <a:gd name="connsiteY36" fmla="*/ 1250074 h 1640791"/>
                <a:gd name="connsiteX37" fmla="*/ 411918 w 1782629"/>
                <a:gd name="connsiteY37" fmla="*/ 1176795 h 1640791"/>
                <a:gd name="connsiteX38" fmla="*/ 511994 w 1782629"/>
                <a:gd name="connsiteY38" fmla="*/ 1167651 h 1640791"/>
                <a:gd name="connsiteX39" fmla="*/ 579939 w 1782629"/>
                <a:gd name="connsiteY39" fmla="*/ 1168794 h 1640791"/>
                <a:gd name="connsiteX40" fmla="*/ 629215 w 1782629"/>
                <a:gd name="connsiteY40" fmla="*/ 1203592 h 1640791"/>
                <a:gd name="connsiteX41" fmla="*/ 596957 w 1782629"/>
                <a:gd name="connsiteY41" fmla="*/ 1278522 h 1640791"/>
                <a:gd name="connsiteX42" fmla="*/ 611308 w 1782629"/>
                <a:gd name="connsiteY42" fmla="*/ 1397267 h 1640791"/>
                <a:gd name="connsiteX43" fmla="*/ 697542 w 1782629"/>
                <a:gd name="connsiteY43" fmla="*/ 1573162 h 1640791"/>
                <a:gd name="connsiteX44" fmla="*/ 680650 w 1782629"/>
                <a:gd name="connsiteY44" fmla="*/ 1637805 h 1640791"/>
                <a:gd name="connsiteX45" fmla="*/ 400869 w 1782629"/>
                <a:gd name="connsiteY45" fmla="*/ 1640345 h 1640791"/>
                <a:gd name="connsiteX46" fmla="*/ 339655 w 1782629"/>
                <a:gd name="connsiteY46" fmla="*/ 1620914 h 1640791"/>
                <a:gd name="connsiteX47" fmla="*/ 349053 w 1782629"/>
                <a:gd name="connsiteY47" fmla="*/ 1533665 h 1640791"/>
                <a:gd name="connsiteX48" fmla="*/ 40443 w 1782629"/>
                <a:gd name="connsiteY48" fmla="*/ 1429652 h 1640791"/>
                <a:gd name="connsiteX49" fmla="*/ 94672 w 1782629"/>
                <a:gd name="connsiteY49" fmla="*/ 1141997 h 1640791"/>
                <a:gd name="connsiteX50" fmla="*/ 286061 w 1782629"/>
                <a:gd name="connsiteY50" fmla="*/ 982739 h 1640791"/>
                <a:gd name="connsiteX51" fmla="*/ 194494 w 1782629"/>
                <a:gd name="connsiteY51" fmla="*/ 928764 h 1640791"/>
                <a:gd name="connsiteX52" fmla="*/ 101276 w 1782629"/>
                <a:gd name="connsiteY52" fmla="*/ 814083 h 1640791"/>
                <a:gd name="connsiteX53" fmla="*/ 43110 w 1782629"/>
                <a:gd name="connsiteY53" fmla="*/ 780936 h 1640791"/>
                <a:gd name="connsiteX54" fmla="*/ 21393 w 1782629"/>
                <a:gd name="connsiteY54" fmla="*/ 558051 h 1640791"/>
                <a:gd name="connsiteX55" fmla="*/ 92132 w 1782629"/>
                <a:gd name="connsiteY55" fmla="*/ 500266 h 1640791"/>
                <a:gd name="connsiteX56" fmla="*/ 317938 w 1782629"/>
                <a:gd name="connsiteY56" fmla="*/ 295669 h 1640791"/>
                <a:gd name="connsiteX57" fmla="*/ 696271 w 1782629"/>
                <a:gd name="connsiteY57" fmla="*/ 286398 h 1640791"/>
                <a:gd name="connsiteX58" fmla="*/ 828732 w 1782629"/>
                <a:gd name="connsiteY58" fmla="*/ 361963 h 1640791"/>
                <a:gd name="connsiteX59" fmla="*/ 943540 w 1782629"/>
                <a:gd name="connsiteY59" fmla="*/ 504457 h 1640791"/>
                <a:gd name="connsiteX60" fmla="*/ 1016057 w 1782629"/>
                <a:gd name="connsiteY60" fmla="*/ 557670 h 1640791"/>
                <a:gd name="connsiteX61" fmla="*/ 1012248 w 1782629"/>
                <a:gd name="connsiteY61" fmla="*/ 326530 h 1640791"/>
                <a:gd name="connsiteX62" fmla="*/ 1060380 w 1782629"/>
                <a:gd name="connsiteY62" fmla="*/ 210198 h 1640791"/>
                <a:gd name="connsiteX63" fmla="*/ 1149026 w 1782629"/>
                <a:gd name="connsiteY63" fmla="*/ 192926 h 1640791"/>
                <a:gd name="connsiteX64" fmla="*/ 1512373 w 1782629"/>
                <a:gd name="connsiteY64" fmla="*/ 192418 h 1640791"/>
                <a:gd name="connsiteX65" fmla="*/ 1317682 w 1782629"/>
                <a:gd name="connsiteY65" fmla="*/ 100216 h 1640791"/>
                <a:gd name="connsiteX66" fmla="*/ 1368482 w 1782629"/>
                <a:gd name="connsiteY66" fmla="*/ 25794 h 1640791"/>
                <a:gd name="connsiteX67" fmla="*/ 1368482 w 1782629"/>
                <a:gd name="connsiteY67" fmla="*/ 25794 h 1640791"/>
                <a:gd name="connsiteX68" fmla="*/ 1035107 w 1782629"/>
                <a:gd name="connsiteY68" fmla="*/ 300749 h 1640791"/>
                <a:gd name="connsiteX69" fmla="*/ 1034345 w 1782629"/>
                <a:gd name="connsiteY69" fmla="*/ 816369 h 1640791"/>
                <a:gd name="connsiteX70" fmla="*/ 1670361 w 1782629"/>
                <a:gd name="connsiteY70" fmla="*/ 814210 h 1640791"/>
                <a:gd name="connsiteX71" fmla="*/ 1759135 w 1782629"/>
                <a:gd name="connsiteY71" fmla="*/ 721373 h 1640791"/>
                <a:gd name="connsiteX72" fmla="*/ 1758880 w 1782629"/>
                <a:gd name="connsiteY72" fmla="*/ 301384 h 1640791"/>
                <a:gd name="connsiteX73" fmla="*/ 1683188 w 1782629"/>
                <a:gd name="connsiteY73" fmla="*/ 218453 h 1640791"/>
                <a:gd name="connsiteX74" fmla="*/ 1110037 w 1782629"/>
                <a:gd name="connsiteY74" fmla="*/ 218580 h 1640791"/>
                <a:gd name="connsiteX75" fmla="*/ 1035107 w 1782629"/>
                <a:gd name="connsiteY75" fmla="*/ 300749 h 1640791"/>
                <a:gd name="connsiteX76" fmla="*/ 268027 w 1782629"/>
                <a:gd name="connsiteY76" fmla="*/ 347866 h 1640791"/>
                <a:gd name="connsiteX77" fmla="*/ 98482 w 1782629"/>
                <a:gd name="connsiteY77" fmla="*/ 586753 h 1640791"/>
                <a:gd name="connsiteX78" fmla="*/ 96450 w 1782629"/>
                <a:gd name="connsiteY78" fmla="*/ 588912 h 1640791"/>
                <a:gd name="connsiteX79" fmla="*/ 202114 w 1782629"/>
                <a:gd name="connsiteY79" fmla="*/ 901713 h 1640791"/>
                <a:gd name="connsiteX80" fmla="*/ 388042 w 1782629"/>
                <a:gd name="connsiteY80" fmla="*/ 972706 h 1640791"/>
                <a:gd name="connsiteX81" fmla="*/ 691954 w 1782629"/>
                <a:gd name="connsiteY81" fmla="*/ 970166 h 1640791"/>
                <a:gd name="connsiteX82" fmla="*/ 940746 w 1782629"/>
                <a:gd name="connsiteY82" fmla="*/ 682765 h 1640791"/>
                <a:gd name="connsiteX83" fmla="*/ 834574 w 1782629"/>
                <a:gd name="connsiteY83" fmla="*/ 399809 h 1640791"/>
                <a:gd name="connsiteX84" fmla="*/ 509708 w 1782629"/>
                <a:gd name="connsiteY84" fmla="*/ 294780 h 1640791"/>
                <a:gd name="connsiteX85" fmla="*/ 268027 w 1782629"/>
                <a:gd name="connsiteY85" fmla="*/ 347866 h 1640791"/>
                <a:gd name="connsiteX86" fmla="*/ 82480 w 1782629"/>
                <a:gd name="connsiteY86" fmla="*/ 779666 h 1640791"/>
                <a:gd name="connsiteX87" fmla="*/ 77146 w 1782629"/>
                <a:gd name="connsiteY87" fmla="*/ 528206 h 1640791"/>
                <a:gd name="connsiteX88" fmla="*/ 82480 w 1782629"/>
                <a:gd name="connsiteY88" fmla="*/ 779666 h 1640791"/>
                <a:gd name="connsiteX89" fmla="*/ 950144 w 1782629"/>
                <a:gd name="connsiteY89" fmla="*/ 526682 h 1640791"/>
                <a:gd name="connsiteX90" fmla="*/ 946969 w 1782629"/>
                <a:gd name="connsiteY90" fmla="*/ 782460 h 1640791"/>
                <a:gd name="connsiteX91" fmla="*/ 950144 w 1782629"/>
                <a:gd name="connsiteY91" fmla="*/ 526682 h 1640791"/>
                <a:gd name="connsiteX92" fmla="*/ 998912 w 1782629"/>
                <a:gd name="connsiteY92" fmla="*/ 973341 h 1640791"/>
                <a:gd name="connsiteX93" fmla="*/ 967670 w 1782629"/>
                <a:gd name="connsiteY93" fmla="*/ 1065289 h 1640791"/>
                <a:gd name="connsiteX94" fmla="*/ 900361 w 1782629"/>
                <a:gd name="connsiteY94" fmla="*/ 1393965 h 1640791"/>
                <a:gd name="connsiteX95" fmla="*/ 1554792 w 1782629"/>
                <a:gd name="connsiteY95" fmla="*/ 1393965 h 1640791"/>
                <a:gd name="connsiteX96" fmla="*/ 1650804 w 1782629"/>
                <a:gd name="connsiteY96" fmla="*/ 970547 h 1640791"/>
                <a:gd name="connsiteX97" fmla="*/ 1060254 w 1782629"/>
                <a:gd name="connsiteY97" fmla="*/ 968769 h 1640791"/>
                <a:gd name="connsiteX98" fmla="*/ 998912 w 1782629"/>
                <a:gd name="connsiteY98" fmla="*/ 973341 h 1640791"/>
                <a:gd name="connsiteX99" fmla="*/ 436175 w 1782629"/>
                <a:gd name="connsiteY99" fmla="*/ 996582 h 1640791"/>
                <a:gd name="connsiteX100" fmla="*/ 593528 w 1782629"/>
                <a:gd name="connsiteY100" fmla="*/ 996328 h 1640791"/>
                <a:gd name="connsiteX101" fmla="*/ 436175 w 1782629"/>
                <a:gd name="connsiteY101" fmla="*/ 996582 h 1640791"/>
                <a:gd name="connsiteX102" fmla="*/ 50857 w 1782629"/>
                <a:gd name="connsiteY102" fmla="*/ 1343927 h 1640791"/>
                <a:gd name="connsiteX103" fmla="*/ 73336 w 1782629"/>
                <a:gd name="connsiteY103" fmla="*/ 1440447 h 1640791"/>
                <a:gd name="connsiteX104" fmla="*/ 363912 w 1782629"/>
                <a:gd name="connsiteY104" fmla="*/ 1511059 h 1640791"/>
                <a:gd name="connsiteX105" fmla="*/ 380168 w 1782629"/>
                <a:gd name="connsiteY105" fmla="*/ 1482230 h 1640791"/>
                <a:gd name="connsiteX106" fmla="*/ 362515 w 1782629"/>
                <a:gd name="connsiteY106" fmla="*/ 1313574 h 1640791"/>
                <a:gd name="connsiteX107" fmla="*/ 140011 w 1782629"/>
                <a:gd name="connsiteY107" fmla="*/ 1331481 h 1640791"/>
                <a:gd name="connsiteX108" fmla="*/ 185731 w 1782629"/>
                <a:gd name="connsiteY108" fmla="*/ 1304430 h 1640791"/>
                <a:gd name="connsiteX109" fmla="*/ 220910 w 1782629"/>
                <a:gd name="connsiteY109" fmla="*/ 1039127 h 1640791"/>
                <a:gd name="connsiteX110" fmla="*/ 50857 w 1782629"/>
                <a:gd name="connsiteY110" fmla="*/ 1343927 h 1640791"/>
                <a:gd name="connsiteX111" fmla="*/ 825049 w 1782629"/>
                <a:gd name="connsiteY111" fmla="*/ 1048780 h 1640791"/>
                <a:gd name="connsiteX112" fmla="*/ 857307 w 1782629"/>
                <a:gd name="connsiteY112" fmla="*/ 1393965 h 1640791"/>
                <a:gd name="connsiteX113" fmla="*/ 875468 w 1782629"/>
                <a:gd name="connsiteY113" fmla="*/ 1393965 h 1640791"/>
                <a:gd name="connsiteX114" fmla="*/ 922331 w 1782629"/>
                <a:gd name="connsiteY114" fmla="*/ 1151142 h 1640791"/>
                <a:gd name="connsiteX115" fmla="*/ 825049 w 1782629"/>
                <a:gd name="connsiteY115" fmla="*/ 1048780 h 1640791"/>
                <a:gd name="connsiteX116" fmla="*/ 433000 w 1782629"/>
                <a:gd name="connsiteY116" fmla="*/ 1196480 h 1640791"/>
                <a:gd name="connsiteX117" fmla="*/ 419538 w 1782629"/>
                <a:gd name="connsiteY117" fmla="*/ 1216165 h 1640791"/>
                <a:gd name="connsiteX118" fmla="*/ 492055 w 1782629"/>
                <a:gd name="connsiteY118" fmla="*/ 1228103 h 1640791"/>
                <a:gd name="connsiteX119" fmla="*/ 455860 w 1782629"/>
                <a:gd name="connsiteY119" fmla="*/ 1252614 h 1640791"/>
                <a:gd name="connsiteX120" fmla="*/ 453193 w 1782629"/>
                <a:gd name="connsiteY120" fmla="*/ 1275474 h 1640791"/>
                <a:gd name="connsiteX121" fmla="*/ 526853 w 1782629"/>
                <a:gd name="connsiteY121" fmla="*/ 1317384 h 1640791"/>
                <a:gd name="connsiteX122" fmla="*/ 527361 w 1782629"/>
                <a:gd name="connsiteY122" fmla="*/ 1464196 h 1640791"/>
                <a:gd name="connsiteX123" fmla="*/ 400615 w 1782629"/>
                <a:gd name="connsiteY123" fmla="*/ 1497343 h 1640791"/>
                <a:gd name="connsiteX124" fmla="*/ 361499 w 1782629"/>
                <a:gd name="connsiteY124" fmla="*/ 1611262 h 1640791"/>
                <a:gd name="connsiteX125" fmla="*/ 590988 w 1782629"/>
                <a:gd name="connsiteY125" fmla="*/ 1616977 h 1640791"/>
                <a:gd name="connsiteX126" fmla="*/ 675698 w 1782629"/>
                <a:gd name="connsiteY126" fmla="*/ 1605674 h 1640791"/>
                <a:gd name="connsiteX127" fmla="*/ 592893 w 1782629"/>
                <a:gd name="connsiteY127" fmla="*/ 1421651 h 1640791"/>
                <a:gd name="connsiteX128" fmla="*/ 572065 w 1782629"/>
                <a:gd name="connsiteY128" fmla="*/ 1330592 h 1640791"/>
                <a:gd name="connsiteX129" fmla="*/ 607244 w 1782629"/>
                <a:gd name="connsiteY129" fmla="*/ 1202068 h 1640791"/>
                <a:gd name="connsiteX130" fmla="*/ 433000 w 1782629"/>
                <a:gd name="connsiteY130" fmla="*/ 1196480 h 1640791"/>
                <a:gd name="connsiteX131" fmla="*/ 416744 w 1782629"/>
                <a:gd name="connsiteY131" fmla="*/ 1310399 h 1640791"/>
                <a:gd name="connsiteX132" fmla="*/ 387788 w 1782629"/>
                <a:gd name="connsiteY132" fmla="*/ 1458736 h 1640791"/>
                <a:gd name="connsiteX133" fmla="*/ 476815 w 1782629"/>
                <a:gd name="connsiteY133" fmla="*/ 1468387 h 1640791"/>
                <a:gd name="connsiteX134" fmla="*/ 520503 w 1782629"/>
                <a:gd name="connsiteY134" fmla="*/ 1369581 h 1640791"/>
                <a:gd name="connsiteX135" fmla="*/ 416744 w 1782629"/>
                <a:gd name="connsiteY135" fmla="*/ 1310399 h 1640791"/>
                <a:gd name="connsiteX136" fmla="*/ 695382 w 1782629"/>
                <a:gd name="connsiteY136" fmla="*/ 1421270 h 1640791"/>
                <a:gd name="connsiteX137" fmla="*/ 694493 w 1782629"/>
                <a:gd name="connsiteY137" fmla="*/ 1466736 h 1640791"/>
                <a:gd name="connsiteX138" fmla="*/ 1551998 w 1782629"/>
                <a:gd name="connsiteY138" fmla="*/ 1466228 h 1640791"/>
                <a:gd name="connsiteX139" fmla="*/ 1554664 w 1782629"/>
                <a:gd name="connsiteY139" fmla="*/ 1421017 h 1640791"/>
                <a:gd name="connsiteX140" fmla="*/ 695382 w 1782629"/>
                <a:gd name="connsiteY140" fmla="*/ 1421270 h 1640791"/>
                <a:gd name="connsiteX0" fmla="*/ 1317682 w 1782629"/>
                <a:gd name="connsiteY0" fmla="*/ 98424 h 1638999"/>
                <a:gd name="connsiteX1" fmla="*/ 1366831 w 1782629"/>
                <a:gd name="connsiteY1" fmla="*/ -1 h 1638999"/>
                <a:gd name="connsiteX2" fmla="*/ 1537138 w 1782629"/>
                <a:gd name="connsiteY2" fmla="*/ 190880 h 1638999"/>
                <a:gd name="connsiteX3" fmla="*/ 1693729 w 1782629"/>
                <a:gd name="connsiteY3" fmla="*/ 192785 h 1638999"/>
                <a:gd name="connsiteX4" fmla="*/ 1780217 w 1782629"/>
                <a:gd name="connsiteY4" fmla="*/ 287527 h 1638999"/>
                <a:gd name="connsiteX5" fmla="*/ 1782629 w 1782629"/>
                <a:gd name="connsiteY5" fmla="*/ 549528 h 1638999"/>
                <a:gd name="connsiteX6" fmla="*/ 1780089 w 1782629"/>
                <a:gd name="connsiteY6" fmla="*/ 743838 h 1638999"/>
                <a:gd name="connsiteX7" fmla="*/ 1743513 w 1782629"/>
                <a:gd name="connsiteY7" fmla="*/ 812164 h 1638999"/>
                <a:gd name="connsiteX8" fmla="*/ 1555680 w 1782629"/>
                <a:gd name="connsiteY8" fmla="*/ 836294 h 1638999"/>
                <a:gd name="connsiteX9" fmla="*/ 1069398 w 1782629"/>
                <a:gd name="connsiteY9" fmla="*/ 839723 h 1638999"/>
                <a:gd name="connsiteX10" fmla="*/ 1017708 w 1782629"/>
                <a:gd name="connsiteY10" fmla="*/ 838326 h 1638999"/>
                <a:gd name="connsiteX11" fmla="*/ 1012374 w 1782629"/>
                <a:gd name="connsiteY11" fmla="*/ 747775 h 1638999"/>
                <a:gd name="connsiteX12" fmla="*/ 936048 w 1782629"/>
                <a:gd name="connsiteY12" fmla="*/ 810259 h 1638999"/>
                <a:gd name="connsiteX13" fmla="*/ 742245 w 1782629"/>
                <a:gd name="connsiteY13" fmla="*/ 982344 h 1638999"/>
                <a:gd name="connsiteX14" fmla="*/ 932492 w 1782629"/>
                <a:gd name="connsiteY14" fmla="*/ 1115567 h 1638999"/>
                <a:gd name="connsiteX15" fmla="*/ 1004881 w 1782629"/>
                <a:gd name="connsiteY15" fmla="*/ 942593 h 1638999"/>
                <a:gd name="connsiteX16" fmla="*/ 1183189 w 1782629"/>
                <a:gd name="connsiteY16" fmla="*/ 939164 h 1638999"/>
                <a:gd name="connsiteX17" fmla="*/ 1620197 w 1782629"/>
                <a:gd name="connsiteY17" fmla="*/ 940942 h 1638999"/>
                <a:gd name="connsiteX18" fmla="*/ 1680522 w 1782629"/>
                <a:gd name="connsiteY18" fmla="*/ 975359 h 1638999"/>
                <a:gd name="connsiteX19" fmla="*/ 1572825 w 1782629"/>
                <a:gd name="connsiteY19" fmla="*/ 1406397 h 1638999"/>
                <a:gd name="connsiteX20" fmla="*/ 1579556 w 1782629"/>
                <a:gd name="connsiteY20" fmla="*/ 1420875 h 1638999"/>
                <a:gd name="connsiteX21" fmla="*/ 1561904 w 1782629"/>
                <a:gd name="connsiteY21" fmla="*/ 1486916 h 1638999"/>
                <a:gd name="connsiteX22" fmla="*/ 1478718 w 1782629"/>
                <a:gd name="connsiteY22" fmla="*/ 1490472 h 1638999"/>
                <a:gd name="connsiteX23" fmla="*/ 704273 w 1782629"/>
                <a:gd name="connsiteY23" fmla="*/ 1489963 h 1638999"/>
                <a:gd name="connsiteX24" fmla="*/ 675189 w 1782629"/>
                <a:gd name="connsiteY24" fmla="*/ 1396238 h 1638999"/>
                <a:gd name="connsiteX25" fmla="*/ 834067 w 1782629"/>
                <a:gd name="connsiteY25" fmla="*/ 1392173 h 1638999"/>
                <a:gd name="connsiteX26" fmla="*/ 789743 w 1782629"/>
                <a:gd name="connsiteY26" fmla="*/ 1029334 h 1638999"/>
                <a:gd name="connsiteX27" fmla="*/ 757612 w 1782629"/>
                <a:gd name="connsiteY27" fmla="*/ 1015364 h 1638999"/>
                <a:gd name="connsiteX28" fmla="*/ 667696 w 1782629"/>
                <a:gd name="connsiteY28" fmla="*/ 995679 h 1638999"/>
                <a:gd name="connsiteX29" fmla="*/ 514788 w 1782629"/>
                <a:gd name="connsiteY29" fmla="*/ 1039240 h 1638999"/>
                <a:gd name="connsiteX30" fmla="*/ 348672 w 1782629"/>
                <a:gd name="connsiteY30" fmla="*/ 995552 h 1638999"/>
                <a:gd name="connsiteX31" fmla="*/ 253295 w 1782629"/>
                <a:gd name="connsiteY31" fmla="*/ 1021079 h 1638999"/>
                <a:gd name="connsiteX32" fmla="*/ 247580 w 1782629"/>
                <a:gd name="connsiteY32" fmla="*/ 1042923 h 1638999"/>
                <a:gd name="connsiteX33" fmla="*/ 210623 w 1782629"/>
                <a:gd name="connsiteY33" fmla="*/ 1302384 h 1638999"/>
                <a:gd name="connsiteX34" fmla="*/ 430206 w 1782629"/>
                <a:gd name="connsiteY34" fmla="*/ 1281938 h 1638999"/>
                <a:gd name="connsiteX35" fmla="*/ 426142 w 1782629"/>
                <a:gd name="connsiteY35" fmla="*/ 1248282 h 1638999"/>
                <a:gd name="connsiteX36" fmla="*/ 411918 w 1782629"/>
                <a:gd name="connsiteY36" fmla="*/ 1175003 h 1638999"/>
                <a:gd name="connsiteX37" fmla="*/ 511994 w 1782629"/>
                <a:gd name="connsiteY37" fmla="*/ 1165859 h 1638999"/>
                <a:gd name="connsiteX38" fmla="*/ 579939 w 1782629"/>
                <a:gd name="connsiteY38" fmla="*/ 1167002 h 1638999"/>
                <a:gd name="connsiteX39" fmla="*/ 629215 w 1782629"/>
                <a:gd name="connsiteY39" fmla="*/ 1201800 h 1638999"/>
                <a:gd name="connsiteX40" fmla="*/ 596957 w 1782629"/>
                <a:gd name="connsiteY40" fmla="*/ 1276730 h 1638999"/>
                <a:gd name="connsiteX41" fmla="*/ 611308 w 1782629"/>
                <a:gd name="connsiteY41" fmla="*/ 1395475 h 1638999"/>
                <a:gd name="connsiteX42" fmla="*/ 697542 w 1782629"/>
                <a:gd name="connsiteY42" fmla="*/ 1571370 h 1638999"/>
                <a:gd name="connsiteX43" fmla="*/ 680650 w 1782629"/>
                <a:gd name="connsiteY43" fmla="*/ 1636013 h 1638999"/>
                <a:gd name="connsiteX44" fmla="*/ 400869 w 1782629"/>
                <a:gd name="connsiteY44" fmla="*/ 1638553 h 1638999"/>
                <a:gd name="connsiteX45" fmla="*/ 339655 w 1782629"/>
                <a:gd name="connsiteY45" fmla="*/ 1619122 h 1638999"/>
                <a:gd name="connsiteX46" fmla="*/ 349053 w 1782629"/>
                <a:gd name="connsiteY46" fmla="*/ 1531873 h 1638999"/>
                <a:gd name="connsiteX47" fmla="*/ 40443 w 1782629"/>
                <a:gd name="connsiteY47" fmla="*/ 1427860 h 1638999"/>
                <a:gd name="connsiteX48" fmla="*/ 94672 w 1782629"/>
                <a:gd name="connsiteY48" fmla="*/ 1140205 h 1638999"/>
                <a:gd name="connsiteX49" fmla="*/ 286061 w 1782629"/>
                <a:gd name="connsiteY49" fmla="*/ 980947 h 1638999"/>
                <a:gd name="connsiteX50" fmla="*/ 194494 w 1782629"/>
                <a:gd name="connsiteY50" fmla="*/ 926972 h 1638999"/>
                <a:gd name="connsiteX51" fmla="*/ 101276 w 1782629"/>
                <a:gd name="connsiteY51" fmla="*/ 812291 h 1638999"/>
                <a:gd name="connsiteX52" fmla="*/ 43110 w 1782629"/>
                <a:gd name="connsiteY52" fmla="*/ 779144 h 1638999"/>
                <a:gd name="connsiteX53" fmla="*/ 21393 w 1782629"/>
                <a:gd name="connsiteY53" fmla="*/ 556259 h 1638999"/>
                <a:gd name="connsiteX54" fmla="*/ 92132 w 1782629"/>
                <a:gd name="connsiteY54" fmla="*/ 498474 h 1638999"/>
                <a:gd name="connsiteX55" fmla="*/ 317938 w 1782629"/>
                <a:gd name="connsiteY55" fmla="*/ 293877 h 1638999"/>
                <a:gd name="connsiteX56" fmla="*/ 696271 w 1782629"/>
                <a:gd name="connsiteY56" fmla="*/ 284606 h 1638999"/>
                <a:gd name="connsiteX57" fmla="*/ 828732 w 1782629"/>
                <a:gd name="connsiteY57" fmla="*/ 360171 h 1638999"/>
                <a:gd name="connsiteX58" fmla="*/ 943540 w 1782629"/>
                <a:gd name="connsiteY58" fmla="*/ 502665 h 1638999"/>
                <a:gd name="connsiteX59" fmla="*/ 1016057 w 1782629"/>
                <a:gd name="connsiteY59" fmla="*/ 555878 h 1638999"/>
                <a:gd name="connsiteX60" fmla="*/ 1012248 w 1782629"/>
                <a:gd name="connsiteY60" fmla="*/ 324738 h 1638999"/>
                <a:gd name="connsiteX61" fmla="*/ 1060380 w 1782629"/>
                <a:gd name="connsiteY61" fmla="*/ 208406 h 1638999"/>
                <a:gd name="connsiteX62" fmla="*/ 1149026 w 1782629"/>
                <a:gd name="connsiteY62" fmla="*/ 191134 h 1638999"/>
                <a:gd name="connsiteX63" fmla="*/ 1512373 w 1782629"/>
                <a:gd name="connsiteY63" fmla="*/ 190626 h 1638999"/>
                <a:gd name="connsiteX64" fmla="*/ 1317682 w 1782629"/>
                <a:gd name="connsiteY64" fmla="*/ 98424 h 1638999"/>
                <a:gd name="connsiteX65" fmla="*/ 1368482 w 1782629"/>
                <a:gd name="connsiteY65" fmla="*/ 24002 h 1638999"/>
                <a:gd name="connsiteX66" fmla="*/ 1368482 w 1782629"/>
                <a:gd name="connsiteY66" fmla="*/ 24002 h 1638999"/>
                <a:gd name="connsiteX67" fmla="*/ 1035107 w 1782629"/>
                <a:gd name="connsiteY67" fmla="*/ 298957 h 1638999"/>
                <a:gd name="connsiteX68" fmla="*/ 1034345 w 1782629"/>
                <a:gd name="connsiteY68" fmla="*/ 814577 h 1638999"/>
                <a:gd name="connsiteX69" fmla="*/ 1670361 w 1782629"/>
                <a:gd name="connsiteY69" fmla="*/ 812418 h 1638999"/>
                <a:gd name="connsiteX70" fmla="*/ 1759135 w 1782629"/>
                <a:gd name="connsiteY70" fmla="*/ 719581 h 1638999"/>
                <a:gd name="connsiteX71" fmla="*/ 1758880 w 1782629"/>
                <a:gd name="connsiteY71" fmla="*/ 299592 h 1638999"/>
                <a:gd name="connsiteX72" fmla="*/ 1683188 w 1782629"/>
                <a:gd name="connsiteY72" fmla="*/ 216661 h 1638999"/>
                <a:gd name="connsiteX73" fmla="*/ 1110037 w 1782629"/>
                <a:gd name="connsiteY73" fmla="*/ 216788 h 1638999"/>
                <a:gd name="connsiteX74" fmla="*/ 1035107 w 1782629"/>
                <a:gd name="connsiteY74" fmla="*/ 298957 h 1638999"/>
                <a:gd name="connsiteX75" fmla="*/ 268027 w 1782629"/>
                <a:gd name="connsiteY75" fmla="*/ 346074 h 1638999"/>
                <a:gd name="connsiteX76" fmla="*/ 98482 w 1782629"/>
                <a:gd name="connsiteY76" fmla="*/ 584961 h 1638999"/>
                <a:gd name="connsiteX77" fmla="*/ 96450 w 1782629"/>
                <a:gd name="connsiteY77" fmla="*/ 587120 h 1638999"/>
                <a:gd name="connsiteX78" fmla="*/ 202114 w 1782629"/>
                <a:gd name="connsiteY78" fmla="*/ 899921 h 1638999"/>
                <a:gd name="connsiteX79" fmla="*/ 388042 w 1782629"/>
                <a:gd name="connsiteY79" fmla="*/ 970914 h 1638999"/>
                <a:gd name="connsiteX80" fmla="*/ 691954 w 1782629"/>
                <a:gd name="connsiteY80" fmla="*/ 968374 h 1638999"/>
                <a:gd name="connsiteX81" fmla="*/ 940746 w 1782629"/>
                <a:gd name="connsiteY81" fmla="*/ 680973 h 1638999"/>
                <a:gd name="connsiteX82" fmla="*/ 834574 w 1782629"/>
                <a:gd name="connsiteY82" fmla="*/ 398017 h 1638999"/>
                <a:gd name="connsiteX83" fmla="*/ 509708 w 1782629"/>
                <a:gd name="connsiteY83" fmla="*/ 292988 h 1638999"/>
                <a:gd name="connsiteX84" fmla="*/ 268027 w 1782629"/>
                <a:gd name="connsiteY84" fmla="*/ 346074 h 1638999"/>
                <a:gd name="connsiteX85" fmla="*/ 82480 w 1782629"/>
                <a:gd name="connsiteY85" fmla="*/ 777874 h 1638999"/>
                <a:gd name="connsiteX86" fmla="*/ 77146 w 1782629"/>
                <a:gd name="connsiteY86" fmla="*/ 526414 h 1638999"/>
                <a:gd name="connsiteX87" fmla="*/ 82480 w 1782629"/>
                <a:gd name="connsiteY87" fmla="*/ 777874 h 1638999"/>
                <a:gd name="connsiteX88" fmla="*/ 950144 w 1782629"/>
                <a:gd name="connsiteY88" fmla="*/ 524890 h 1638999"/>
                <a:gd name="connsiteX89" fmla="*/ 946969 w 1782629"/>
                <a:gd name="connsiteY89" fmla="*/ 780668 h 1638999"/>
                <a:gd name="connsiteX90" fmla="*/ 950144 w 1782629"/>
                <a:gd name="connsiteY90" fmla="*/ 524890 h 1638999"/>
                <a:gd name="connsiteX91" fmla="*/ 998912 w 1782629"/>
                <a:gd name="connsiteY91" fmla="*/ 971549 h 1638999"/>
                <a:gd name="connsiteX92" fmla="*/ 967670 w 1782629"/>
                <a:gd name="connsiteY92" fmla="*/ 1063497 h 1638999"/>
                <a:gd name="connsiteX93" fmla="*/ 900361 w 1782629"/>
                <a:gd name="connsiteY93" fmla="*/ 1392173 h 1638999"/>
                <a:gd name="connsiteX94" fmla="*/ 1554792 w 1782629"/>
                <a:gd name="connsiteY94" fmla="*/ 1392173 h 1638999"/>
                <a:gd name="connsiteX95" fmla="*/ 1650804 w 1782629"/>
                <a:gd name="connsiteY95" fmla="*/ 968755 h 1638999"/>
                <a:gd name="connsiteX96" fmla="*/ 1060254 w 1782629"/>
                <a:gd name="connsiteY96" fmla="*/ 966977 h 1638999"/>
                <a:gd name="connsiteX97" fmla="*/ 998912 w 1782629"/>
                <a:gd name="connsiteY97" fmla="*/ 971549 h 1638999"/>
                <a:gd name="connsiteX98" fmla="*/ 436175 w 1782629"/>
                <a:gd name="connsiteY98" fmla="*/ 994790 h 1638999"/>
                <a:gd name="connsiteX99" fmla="*/ 593528 w 1782629"/>
                <a:gd name="connsiteY99" fmla="*/ 994536 h 1638999"/>
                <a:gd name="connsiteX100" fmla="*/ 436175 w 1782629"/>
                <a:gd name="connsiteY100" fmla="*/ 994790 h 1638999"/>
                <a:gd name="connsiteX101" fmla="*/ 50857 w 1782629"/>
                <a:gd name="connsiteY101" fmla="*/ 1342135 h 1638999"/>
                <a:gd name="connsiteX102" fmla="*/ 73336 w 1782629"/>
                <a:gd name="connsiteY102" fmla="*/ 1438655 h 1638999"/>
                <a:gd name="connsiteX103" fmla="*/ 363912 w 1782629"/>
                <a:gd name="connsiteY103" fmla="*/ 1509267 h 1638999"/>
                <a:gd name="connsiteX104" fmla="*/ 380168 w 1782629"/>
                <a:gd name="connsiteY104" fmla="*/ 1480438 h 1638999"/>
                <a:gd name="connsiteX105" fmla="*/ 362515 w 1782629"/>
                <a:gd name="connsiteY105" fmla="*/ 1311782 h 1638999"/>
                <a:gd name="connsiteX106" fmla="*/ 140011 w 1782629"/>
                <a:gd name="connsiteY106" fmla="*/ 1329689 h 1638999"/>
                <a:gd name="connsiteX107" fmla="*/ 185731 w 1782629"/>
                <a:gd name="connsiteY107" fmla="*/ 1302638 h 1638999"/>
                <a:gd name="connsiteX108" fmla="*/ 220910 w 1782629"/>
                <a:gd name="connsiteY108" fmla="*/ 1037335 h 1638999"/>
                <a:gd name="connsiteX109" fmla="*/ 50857 w 1782629"/>
                <a:gd name="connsiteY109" fmla="*/ 1342135 h 1638999"/>
                <a:gd name="connsiteX110" fmla="*/ 825049 w 1782629"/>
                <a:gd name="connsiteY110" fmla="*/ 1046988 h 1638999"/>
                <a:gd name="connsiteX111" fmla="*/ 857307 w 1782629"/>
                <a:gd name="connsiteY111" fmla="*/ 1392173 h 1638999"/>
                <a:gd name="connsiteX112" fmla="*/ 875468 w 1782629"/>
                <a:gd name="connsiteY112" fmla="*/ 1392173 h 1638999"/>
                <a:gd name="connsiteX113" fmla="*/ 922331 w 1782629"/>
                <a:gd name="connsiteY113" fmla="*/ 1149350 h 1638999"/>
                <a:gd name="connsiteX114" fmla="*/ 825049 w 1782629"/>
                <a:gd name="connsiteY114" fmla="*/ 1046988 h 1638999"/>
                <a:gd name="connsiteX115" fmla="*/ 433000 w 1782629"/>
                <a:gd name="connsiteY115" fmla="*/ 1194688 h 1638999"/>
                <a:gd name="connsiteX116" fmla="*/ 419538 w 1782629"/>
                <a:gd name="connsiteY116" fmla="*/ 1214373 h 1638999"/>
                <a:gd name="connsiteX117" fmla="*/ 492055 w 1782629"/>
                <a:gd name="connsiteY117" fmla="*/ 1226311 h 1638999"/>
                <a:gd name="connsiteX118" fmla="*/ 455860 w 1782629"/>
                <a:gd name="connsiteY118" fmla="*/ 1250822 h 1638999"/>
                <a:gd name="connsiteX119" fmla="*/ 453193 w 1782629"/>
                <a:gd name="connsiteY119" fmla="*/ 1273682 h 1638999"/>
                <a:gd name="connsiteX120" fmla="*/ 526853 w 1782629"/>
                <a:gd name="connsiteY120" fmla="*/ 1315592 h 1638999"/>
                <a:gd name="connsiteX121" fmla="*/ 527361 w 1782629"/>
                <a:gd name="connsiteY121" fmla="*/ 1462404 h 1638999"/>
                <a:gd name="connsiteX122" fmla="*/ 400615 w 1782629"/>
                <a:gd name="connsiteY122" fmla="*/ 1495551 h 1638999"/>
                <a:gd name="connsiteX123" fmla="*/ 361499 w 1782629"/>
                <a:gd name="connsiteY123" fmla="*/ 1609470 h 1638999"/>
                <a:gd name="connsiteX124" fmla="*/ 590988 w 1782629"/>
                <a:gd name="connsiteY124" fmla="*/ 1615185 h 1638999"/>
                <a:gd name="connsiteX125" fmla="*/ 675698 w 1782629"/>
                <a:gd name="connsiteY125" fmla="*/ 1603882 h 1638999"/>
                <a:gd name="connsiteX126" fmla="*/ 592893 w 1782629"/>
                <a:gd name="connsiteY126" fmla="*/ 1419859 h 1638999"/>
                <a:gd name="connsiteX127" fmla="*/ 572065 w 1782629"/>
                <a:gd name="connsiteY127" fmla="*/ 1328800 h 1638999"/>
                <a:gd name="connsiteX128" fmla="*/ 607244 w 1782629"/>
                <a:gd name="connsiteY128" fmla="*/ 1200276 h 1638999"/>
                <a:gd name="connsiteX129" fmla="*/ 433000 w 1782629"/>
                <a:gd name="connsiteY129" fmla="*/ 1194688 h 1638999"/>
                <a:gd name="connsiteX130" fmla="*/ 416744 w 1782629"/>
                <a:gd name="connsiteY130" fmla="*/ 1308607 h 1638999"/>
                <a:gd name="connsiteX131" fmla="*/ 387788 w 1782629"/>
                <a:gd name="connsiteY131" fmla="*/ 1456944 h 1638999"/>
                <a:gd name="connsiteX132" fmla="*/ 476815 w 1782629"/>
                <a:gd name="connsiteY132" fmla="*/ 1466595 h 1638999"/>
                <a:gd name="connsiteX133" fmla="*/ 520503 w 1782629"/>
                <a:gd name="connsiteY133" fmla="*/ 1367789 h 1638999"/>
                <a:gd name="connsiteX134" fmla="*/ 416744 w 1782629"/>
                <a:gd name="connsiteY134" fmla="*/ 1308607 h 1638999"/>
                <a:gd name="connsiteX135" fmla="*/ 695382 w 1782629"/>
                <a:gd name="connsiteY135" fmla="*/ 1419478 h 1638999"/>
                <a:gd name="connsiteX136" fmla="*/ 694493 w 1782629"/>
                <a:gd name="connsiteY136" fmla="*/ 1464944 h 1638999"/>
                <a:gd name="connsiteX137" fmla="*/ 1551998 w 1782629"/>
                <a:gd name="connsiteY137" fmla="*/ 1464436 h 1638999"/>
                <a:gd name="connsiteX138" fmla="*/ 1554664 w 1782629"/>
                <a:gd name="connsiteY138" fmla="*/ 1419225 h 1638999"/>
                <a:gd name="connsiteX139" fmla="*/ 695382 w 1782629"/>
                <a:gd name="connsiteY139" fmla="*/ 1419478 h 1638999"/>
                <a:gd name="connsiteX0" fmla="*/ 1317682 w 1782629"/>
                <a:gd name="connsiteY0" fmla="*/ 98425 h 1639000"/>
                <a:gd name="connsiteX1" fmla="*/ 1366831 w 1782629"/>
                <a:gd name="connsiteY1" fmla="*/ 0 h 1639000"/>
                <a:gd name="connsiteX2" fmla="*/ 1537138 w 1782629"/>
                <a:gd name="connsiteY2" fmla="*/ 190881 h 1639000"/>
                <a:gd name="connsiteX3" fmla="*/ 1693729 w 1782629"/>
                <a:gd name="connsiteY3" fmla="*/ 192786 h 1639000"/>
                <a:gd name="connsiteX4" fmla="*/ 1780217 w 1782629"/>
                <a:gd name="connsiteY4" fmla="*/ 287528 h 1639000"/>
                <a:gd name="connsiteX5" fmla="*/ 1782629 w 1782629"/>
                <a:gd name="connsiteY5" fmla="*/ 549529 h 1639000"/>
                <a:gd name="connsiteX6" fmla="*/ 1780089 w 1782629"/>
                <a:gd name="connsiteY6" fmla="*/ 743839 h 1639000"/>
                <a:gd name="connsiteX7" fmla="*/ 1743513 w 1782629"/>
                <a:gd name="connsiteY7" fmla="*/ 812165 h 1639000"/>
                <a:gd name="connsiteX8" fmla="*/ 1555680 w 1782629"/>
                <a:gd name="connsiteY8" fmla="*/ 836295 h 1639000"/>
                <a:gd name="connsiteX9" fmla="*/ 1069398 w 1782629"/>
                <a:gd name="connsiteY9" fmla="*/ 839724 h 1639000"/>
                <a:gd name="connsiteX10" fmla="*/ 1017708 w 1782629"/>
                <a:gd name="connsiteY10" fmla="*/ 838327 h 1639000"/>
                <a:gd name="connsiteX11" fmla="*/ 1012374 w 1782629"/>
                <a:gd name="connsiteY11" fmla="*/ 747776 h 1639000"/>
                <a:gd name="connsiteX12" fmla="*/ 936048 w 1782629"/>
                <a:gd name="connsiteY12" fmla="*/ 810260 h 1639000"/>
                <a:gd name="connsiteX13" fmla="*/ 742245 w 1782629"/>
                <a:gd name="connsiteY13" fmla="*/ 982345 h 1639000"/>
                <a:gd name="connsiteX14" fmla="*/ 932492 w 1782629"/>
                <a:gd name="connsiteY14" fmla="*/ 1115568 h 1639000"/>
                <a:gd name="connsiteX15" fmla="*/ 1004881 w 1782629"/>
                <a:gd name="connsiteY15" fmla="*/ 942594 h 1639000"/>
                <a:gd name="connsiteX16" fmla="*/ 1183189 w 1782629"/>
                <a:gd name="connsiteY16" fmla="*/ 939165 h 1639000"/>
                <a:gd name="connsiteX17" fmla="*/ 1620197 w 1782629"/>
                <a:gd name="connsiteY17" fmla="*/ 940943 h 1639000"/>
                <a:gd name="connsiteX18" fmla="*/ 1680522 w 1782629"/>
                <a:gd name="connsiteY18" fmla="*/ 975360 h 1639000"/>
                <a:gd name="connsiteX19" fmla="*/ 1572825 w 1782629"/>
                <a:gd name="connsiteY19" fmla="*/ 1406398 h 1639000"/>
                <a:gd name="connsiteX20" fmla="*/ 1579556 w 1782629"/>
                <a:gd name="connsiteY20" fmla="*/ 1420876 h 1639000"/>
                <a:gd name="connsiteX21" fmla="*/ 1561904 w 1782629"/>
                <a:gd name="connsiteY21" fmla="*/ 1486917 h 1639000"/>
                <a:gd name="connsiteX22" fmla="*/ 1478718 w 1782629"/>
                <a:gd name="connsiteY22" fmla="*/ 1490473 h 1639000"/>
                <a:gd name="connsiteX23" fmla="*/ 704273 w 1782629"/>
                <a:gd name="connsiteY23" fmla="*/ 1489964 h 1639000"/>
                <a:gd name="connsiteX24" fmla="*/ 675189 w 1782629"/>
                <a:gd name="connsiteY24" fmla="*/ 1396239 h 1639000"/>
                <a:gd name="connsiteX25" fmla="*/ 834067 w 1782629"/>
                <a:gd name="connsiteY25" fmla="*/ 1392174 h 1639000"/>
                <a:gd name="connsiteX26" fmla="*/ 789743 w 1782629"/>
                <a:gd name="connsiteY26" fmla="*/ 1029335 h 1639000"/>
                <a:gd name="connsiteX27" fmla="*/ 757612 w 1782629"/>
                <a:gd name="connsiteY27" fmla="*/ 1015365 h 1639000"/>
                <a:gd name="connsiteX28" fmla="*/ 667696 w 1782629"/>
                <a:gd name="connsiteY28" fmla="*/ 995680 h 1639000"/>
                <a:gd name="connsiteX29" fmla="*/ 514788 w 1782629"/>
                <a:gd name="connsiteY29" fmla="*/ 1039241 h 1639000"/>
                <a:gd name="connsiteX30" fmla="*/ 348672 w 1782629"/>
                <a:gd name="connsiteY30" fmla="*/ 995553 h 1639000"/>
                <a:gd name="connsiteX31" fmla="*/ 253295 w 1782629"/>
                <a:gd name="connsiteY31" fmla="*/ 1021080 h 1639000"/>
                <a:gd name="connsiteX32" fmla="*/ 247580 w 1782629"/>
                <a:gd name="connsiteY32" fmla="*/ 1042924 h 1639000"/>
                <a:gd name="connsiteX33" fmla="*/ 210623 w 1782629"/>
                <a:gd name="connsiteY33" fmla="*/ 1302385 h 1639000"/>
                <a:gd name="connsiteX34" fmla="*/ 430206 w 1782629"/>
                <a:gd name="connsiteY34" fmla="*/ 1281939 h 1639000"/>
                <a:gd name="connsiteX35" fmla="*/ 426142 w 1782629"/>
                <a:gd name="connsiteY35" fmla="*/ 1248283 h 1639000"/>
                <a:gd name="connsiteX36" fmla="*/ 411918 w 1782629"/>
                <a:gd name="connsiteY36" fmla="*/ 1175004 h 1639000"/>
                <a:gd name="connsiteX37" fmla="*/ 511994 w 1782629"/>
                <a:gd name="connsiteY37" fmla="*/ 1165860 h 1639000"/>
                <a:gd name="connsiteX38" fmla="*/ 579939 w 1782629"/>
                <a:gd name="connsiteY38" fmla="*/ 1167003 h 1639000"/>
                <a:gd name="connsiteX39" fmla="*/ 629215 w 1782629"/>
                <a:gd name="connsiteY39" fmla="*/ 1201801 h 1639000"/>
                <a:gd name="connsiteX40" fmla="*/ 596957 w 1782629"/>
                <a:gd name="connsiteY40" fmla="*/ 1276731 h 1639000"/>
                <a:gd name="connsiteX41" fmla="*/ 611308 w 1782629"/>
                <a:gd name="connsiteY41" fmla="*/ 1395476 h 1639000"/>
                <a:gd name="connsiteX42" fmla="*/ 697542 w 1782629"/>
                <a:gd name="connsiteY42" fmla="*/ 1571371 h 1639000"/>
                <a:gd name="connsiteX43" fmla="*/ 680650 w 1782629"/>
                <a:gd name="connsiteY43" fmla="*/ 1636014 h 1639000"/>
                <a:gd name="connsiteX44" fmla="*/ 400869 w 1782629"/>
                <a:gd name="connsiteY44" fmla="*/ 1638554 h 1639000"/>
                <a:gd name="connsiteX45" fmla="*/ 339655 w 1782629"/>
                <a:gd name="connsiteY45" fmla="*/ 1619123 h 1639000"/>
                <a:gd name="connsiteX46" fmla="*/ 349053 w 1782629"/>
                <a:gd name="connsiteY46" fmla="*/ 1531874 h 1639000"/>
                <a:gd name="connsiteX47" fmla="*/ 40443 w 1782629"/>
                <a:gd name="connsiteY47" fmla="*/ 1427861 h 1639000"/>
                <a:gd name="connsiteX48" fmla="*/ 94672 w 1782629"/>
                <a:gd name="connsiteY48" fmla="*/ 1140206 h 1639000"/>
                <a:gd name="connsiteX49" fmla="*/ 286061 w 1782629"/>
                <a:gd name="connsiteY49" fmla="*/ 980948 h 1639000"/>
                <a:gd name="connsiteX50" fmla="*/ 194494 w 1782629"/>
                <a:gd name="connsiteY50" fmla="*/ 926973 h 1639000"/>
                <a:gd name="connsiteX51" fmla="*/ 101276 w 1782629"/>
                <a:gd name="connsiteY51" fmla="*/ 812292 h 1639000"/>
                <a:gd name="connsiteX52" fmla="*/ 43110 w 1782629"/>
                <a:gd name="connsiteY52" fmla="*/ 779145 h 1639000"/>
                <a:gd name="connsiteX53" fmla="*/ 21393 w 1782629"/>
                <a:gd name="connsiteY53" fmla="*/ 556260 h 1639000"/>
                <a:gd name="connsiteX54" fmla="*/ 92132 w 1782629"/>
                <a:gd name="connsiteY54" fmla="*/ 498475 h 1639000"/>
                <a:gd name="connsiteX55" fmla="*/ 317938 w 1782629"/>
                <a:gd name="connsiteY55" fmla="*/ 293878 h 1639000"/>
                <a:gd name="connsiteX56" fmla="*/ 696271 w 1782629"/>
                <a:gd name="connsiteY56" fmla="*/ 284607 h 1639000"/>
                <a:gd name="connsiteX57" fmla="*/ 828732 w 1782629"/>
                <a:gd name="connsiteY57" fmla="*/ 360172 h 1639000"/>
                <a:gd name="connsiteX58" fmla="*/ 943540 w 1782629"/>
                <a:gd name="connsiteY58" fmla="*/ 502666 h 1639000"/>
                <a:gd name="connsiteX59" fmla="*/ 1016057 w 1782629"/>
                <a:gd name="connsiteY59" fmla="*/ 555879 h 1639000"/>
                <a:gd name="connsiteX60" fmla="*/ 1012248 w 1782629"/>
                <a:gd name="connsiteY60" fmla="*/ 324739 h 1639000"/>
                <a:gd name="connsiteX61" fmla="*/ 1060380 w 1782629"/>
                <a:gd name="connsiteY61" fmla="*/ 208407 h 1639000"/>
                <a:gd name="connsiteX62" fmla="*/ 1149026 w 1782629"/>
                <a:gd name="connsiteY62" fmla="*/ 191135 h 1639000"/>
                <a:gd name="connsiteX63" fmla="*/ 1512373 w 1782629"/>
                <a:gd name="connsiteY63" fmla="*/ 190627 h 1639000"/>
                <a:gd name="connsiteX64" fmla="*/ 1317682 w 1782629"/>
                <a:gd name="connsiteY64" fmla="*/ 98425 h 1639000"/>
                <a:gd name="connsiteX65" fmla="*/ 1035107 w 1782629"/>
                <a:gd name="connsiteY65" fmla="*/ 298958 h 1639000"/>
                <a:gd name="connsiteX66" fmla="*/ 1034345 w 1782629"/>
                <a:gd name="connsiteY66" fmla="*/ 814578 h 1639000"/>
                <a:gd name="connsiteX67" fmla="*/ 1670361 w 1782629"/>
                <a:gd name="connsiteY67" fmla="*/ 812419 h 1639000"/>
                <a:gd name="connsiteX68" fmla="*/ 1759135 w 1782629"/>
                <a:gd name="connsiteY68" fmla="*/ 719582 h 1639000"/>
                <a:gd name="connsiteX69" fmla="*/ 1758880 w 1782629"/>
                <a:gd name="connsiteY69" fmla="*/ 299593 h 1639000"/>
                <a:gd name="connsiteX70" fmla="*/ 1683188 w 1782629"/>
                <a:gd name="connsiteY70" fmla="*/ 216662 h 1639000"/>
                <a:gd name="connsiteX71" fmla="*/ 1110037 w 1782629"/>
                <a:gd name="connsiteY71" fmla="*/ 216789 h 1639000"/>
                <a:gd name="connsiteX72" fmla="*/ 1035107 w 1782629"/>
                <a:gd name="connsiteY72" fmla="*/ 298958 h 1639000"/>
                <a:gd name="connsiteX73" fmla="*/ 268027 w 1782629"/>
                <a:gd name="connsiteY73" fmla="*/ 346075 h 1639000"/>
                <a:gd name="connsiteX74" fmla="*/ 98482 w 1782629"/>
                <a:gd name="connsiteY74" fmla="*/ 584962 h 1639000"/>
                <a:gd name="connsiteX75" fmla="*/ 96450 w 1782629"/>
                <a:gd name="connsiteY75" fmla="*/ 587121 h 1639000"/>
                <a:gd name="connsiteX76" fmla="*/ 202114 w 1782629"/>
                <a:gd name="connsiteY76" fmla="*/ 899922 h 1639000"/>
                <a:gd name="connsiteX77" fmla="*/ 388042 w 1782629"/>
                <a:gd name="connsiteY77" fmla="*/ 970915 h 1639000"/>
                <a:gd name="connsiteX78" fmla="*/ 691954 w 1782629"/>
                <a:gd name="connsiteY78" fmla="*/ 968375 h 1639000"/>
                <a:gd name="connsiteX79" fmla="*/ 940746 w 1782629"/>
                <a:gd name="connsiteY79" fmla="*/ 680974 h 1639000"/>
                <a:gd name="connsiteX80" fmla="*/ 834574 w 1782629"/>
                <a:gd name="connsiteY80" fmla="*/ 398018 h 1639000"/>
                <a:gd name="connsiteX81" fmla="*/ 509708 w 1782629"/>
                <a:gd name="connsiteY81" fmla="*/ 292989 h 1639000"/>
                <a:gd name="connsiteX82" fmla="*/ 268027 w 1782629"/>
                <a:gd name="connsiteY82" fmla="*/ 346075 h 1639000"/>
                <a:gd name="connsiteX83" fmla="*/ 82480 w 1782629"/>
                <a:gd name="connsiteY83" fmla="*/ 777875 h 1639000"/>
                <a:gd name="connsiteX84" fmla="*/ 77146 w 1782629"/>
                <a:gd name="connsiteY84" fmla="*/ 526415 h 1639000"/>
                <a:gd name="connsiteX85" fmla="*/ 82480 w 1782629"/>
                <a:gd name="connsiteY85" fmla="*/ 777875 h 1639000"/>
                <a:gd name="connsiteX86" fmla="*/ 950144 w 1782629"/>
                <a:gd name="connsiteY86" fmla="*/ 524891 h 1639000"/>
                <a:gd name="connsiteX87" fmla="*/ 946969 w 1782629"/>
                <a:gd name="connsiteY87" fmla="*/ 780669 h 1639000"/>
                <a:gd name="connsiteX88" fmla="*/ 950144 w 1782629"/>
                <a:gd name="connsiteY88" fmla="*/ 524891 h 1639000"/>
                <a:gd name="connsiteX89" fmla="*/ 998912 w 1782629"/>
                <a:gd name="connsiteY89" fmla="*/ 971550 h 1639000"/>
                <a:gd name="connsiteX90" fmla="*/ 967670 w 1782629"/>
                <a:gd name="connsiteY90" fmla="*/ 1063498 h 1639000"/>
                <a:gd name="connsiteX91" fmla="*/ 900361 w 1782629"/>
                <a:gd name="connsiteY91" fmla="*/ 1392174 h 1639000"/>
                <a:gd name="connsiteX92" fmla="*/ 1554792 w 1782629"/>
                <a:gd name="connsiteY92" fmla="*/ 1392174 h 1639000"/>
                <a:gd name="connsiteX93" fmla="*/ 1650804 w 1782629"/>
                <a:gd name="connsiteY93" fmla="*/ 968756 h 1639000"/>
                <a:gd name="connsiteX94" fmla="*/ 1060254 w 1782629"/>
                <a:gd name="connsiteY94" fmla="*/ 966978 h 1639000"/>
                <a:gd name="connsiteX95" fmla="*/ 998912 w 1782629"/>
                <a:gd name="connsiteY95" fmla="*/ 971550 h 1639000"/>
                <a:gd name="connsiteX96" fmla="*/ 436175 w 1782629"/>
                <a:gd name="connsiteY96" fmla="*/ 994791 h 1639000"/>
                <a:gd name="connsiteX97" fmla="*/ 593528 w 1782629"/>
                <a:gd name="connsiteY97" fmla="*/ 994537 h 1639000"/>
                <a:gd name="connsiteX98" fmla="*/ 436175 w 1782629"/>
                <a:gd name="connsiteY98" fmla="*/ 994791 h 1639000"/>
                <a:gd name="connsiteX99" fmla="*/ 50857 w 1782629"/>
                <a:gd name="connsiteY99" fmla="*/ 1342136 h 1639000"/>
                <a:gd name="connsiteX100" fmla="*/ 73336 w 1782629"/>
                <a:gd name="connsiteY100" fmla="*/ 1438656 h 1639000"/>
                <a:gd name="connsiteX101" fmla="*/ 363912 w 1782629"/>
                <a:gd name="connsiteY101" fmla="*/ 1509268 h 1639000"/>
                <a:gd name="connsiteX102" fmla="*/ 380168 w 1782629"/>
                <a:gd name="connsiteY102" fmla="*/ 1480439 h 1639000"/>
                <a:gd name="connsiteX103" fmla="*/ 362515 w 1782629"/>
                <a:gd name="connsiteY103" fmla="*/ 1311783 h 1639000"/>
                <a:gd name="connsiteX104" fmla="*/ 140011 w 1782629"/>
                <a:gd name="connsiteY104" fmla="*/ 1329690 h 1639000"/>
                <a:gd name="connsiteX105" fmla="*/ 185731 w 1782629"/>
                <a:gd name="connsiteY105" fmla="*/ 1302639 h 1639000"/>
                <a:gd name="connsiteX106" fmla="*/ 220910 w 1782629"/>
                <a:gd name="connsiteY106" fmla="*/ 1037336 h 1639000"/>
                <a:gd name="connsiteX107" fmla="*/ 50857 w 1782629"/>
                <a:gd name="connsiteY107" fmla="*/ 1342136 h 1639000"/>
                <a:gd name="connsiteX108" fmla="*/ 825049 w 1782629"/>
                <a:gd name="connsiteY108" fmla="*/ 1046989 h 1639000"/>
                <a:gd name="connsiteX109" fmla="*/ 857307 w 1782629"/>
                <a:gd name="connsiteY109" fmla="*/ 1392174 h 1639000"/>
                <a:gd name="connsiteX110" fmla="*/ 875468 w 1782629"/>
                <a:gd name="connsiteY110" fmla="*/ 1392174 h 1639000"/>
                <a:gd name="connsiteX111" fmla="*/ 922331 w 1782629"/>
                <a:gd name="connsiteY111" fmla="*/ 1149351 h 1639000"/>
                <a:gd name="connsiteX112" fmla="*/ 825049 w 1782629"/>
                <a:gd name="connsiteY112" fmla="*/ 1046989 h 1639000"/>
                <a:gd name="connsiteX113" fmla="*/ 433000 w 1782629"/>
                <a:gd name="connsiteY113" fmla="*/ 1194689 h 1639000"/>
                <a:gd name="connsiteX114" fmla="*/ 419538 w 1782629"/>
                <a:gd name="connsiteY114" fmla="*/ 1214374 h 1639000"/>
                <a:gd name="connsiteX115" fmla="*/ 492055 w 1782629"/>
                <a:gd name="connsiteY115" fmla="*/ 1226312 h 1639000"/>
                <a:gd name="connsiteX116" fmla="*/ 455860 w 1782629"/>
                <a:gd name="connsiteY116" fmla="*/ 1250823 h 1639000"/>
                <a:gd name="connsiteX117" fmla="*/ 453193 w 1782629"/>
                <a:gd name="connsiteY117" fmla="*/ 1273683 h 1639000"/>
                <a:gd name="connsiteX118" fmla="*/ 526853 w 1782629"/>
                <a:gd name="connsiteY118" fmla="*/ 1315593 h 1639000"/>
                <a:gd name="connsiteX119" fmla="*/ 527361 w 1782629"/>
                <a:gd name="connsiteY119" fmla="*/ 1462405 h 1639000"/>
                <a:gd name="connsiteX120" fmla="*/ 400615 w 1782629"/>
                <a:gd name="connsiteY120" fmla="*/ 1495552 h 1639000"/>
                <a:gd name="connsiteX121" fmla="*/ 361499 w 1782629"/>
                <a:gd name="connsiteY121" fmla="*/ 1609471 h 1639000"/>
                <a:gd name="connsiteX122" fmla="*/ 590988 w 1782629"/>
                <a:gd name="connsiteY122" fmla="*/ 1615186 h 1639000"/>
                <a:gd name="connsiteX123" fmla="*/ 675698 w 1782629"/>
                <a:gd name="connsiteY123" fmla="*/ 1603883 h 1639000"/>
                <a:gd name="connsiteX124" fmla="*/ 592893 w 1782629"/>
                <a:gd name="connsiteY124" fmla="*/ 1419860 h 1639000"/>
                <a:gd name="connsiteX125" fmla="*/ 572065 w 1782629"/>
                <a:gd name="connsiteY125" fmla="*/ 1328801 h 1639000"/>
                <a:gd name="connsiteX126" fmla="*/ 607244 w 1782629"/>
                <a:gd name="connsiteY126" fmla="*/ 1200277 h 1639000"/>
                <a:gd name="connsiteX127" fmla="*/ 433000 w 1782629"/>
                <a:gd name="connsiteY127" fmla="*/ 1194689 h 1639000"/>
                <a:gd name="connsiteX128" fmla="*/ 416744 w 1782629"/>
                <a:gd name="connsiteY128" fmla="*/ 1308608 h 1639000"/>
                <a:gd name="connsiteX129" fmla="*/ 387788 w 1782629"/>
                <a:gd name="connsiteY129" fmla="*/ 1456945 h 1639000"/>
                <a:gd name="connsiteX130" fmla="*/ 476815 w 1782629"/>
                <a:gd name="connsiteY130" fmla="*/ 1466596 h 1639000"/>
                <a:gd name="connsiteX131" fmla="*/ 520503 w 1782629"/>
                <a:gd name="connsiteY131" fmla="*/ 1367790 h 1639000"/>
                <a:gd name="connsiteX132" fmla="*/ 416744 w 1782629"/>
                <a:gd name="connsiteY132" fmla="*/ 1308608 h 1639000"/>
                <a:gd name="connsiteX133" fmla="*/ 695382 w 1782629"/>
                <a:gd name="connsiteY133" fmla="*/ 1419479 h 1639000"/>
                <a:gd name="connsiteX134" fmla="*/ 694493 w 1782629"/>
                <a:gd name="connsiteY134" fmla="*/ 1464945 h 1639000"/>
                <a:gd name="connsiteX135" fmla="*/ 1551998 w 1782629"/>
                <a:gd name="connsiteY135" fmla="*/ 1464437 h 1639000"/>
                <a:gd name="connsiteX136" fmla="*/ 1554664 w 1782629"/>
                <a:gd name="connsiteY136" fmla="*/ 1419226 h 1639000"/>
                <a:gd name="connsiteX137" fmla="*/ 695382 w 1782629"/>
                <a:gd name="connsiteY137" fmla="*/ 1419479 h 1639000"/>
                <a:gd name="connsiteX0" fmla="*/ 1317682 w 1782629"/>
                <a:gd name="connsiteY0" fmla="*/ 98425 h 1639000"/>
                <a:gd name="connsiteX1" fmla="*/ 1366831 w 1782629"/>
                <a:gd name="connsiteY1" fmla="*/ 0 h 1639000"/>
                <a:gd name="connsiteX2" fmla="*/ 1537138 w 1782629"/>
                <a:gd name="connsiteY2" fmla="*/ 190881 h 1639000"/>
                <a:gd name="connsiteX3" fmla="*/ 1693729 w 1782629"/>
                <a:gd name="connsiteY3" fmla="*/ 192786 h 1639000"/>
                <a:gd name="connsiteX4" fmla="*/ 1780217 w 1782629"/>
                <a:gd name="connsiteY4" fmla="*/ 287528 h 1639000"/>
                <a:gd name="connsiteX5" fmla="*/ 1782629 w 1782629"/>
                <a:gd name="connsiteY5" fmla="*/ 549529 h 1639000"/>
                <a:gd name="connsiteX6" fmla="*/ 1780089 w 1782629"/>
                <a:gd name="connsiteY6" fmla="*/ 743839 h 1639000"/>
                <a:gd name="connsiteX7" fmla="*/ 1743513 w 1782629"/>
                <a:gd name="connsiteY7" fmla="*/ 812165 h 1639000"/>
                <a:gd name="connsiteX8" fmla="*/ 1555680 w 1782629"/>
                <a:gd name="connsiteY8" fmla="*/ 836295 h 1639000"/>
                <a:gd name="connsiteX9" fmla="*/ 1069398 w 1782629"/>
                <a:gd name="connsiteY9" fmla="*/ 839724 h 1639000"/>
                <a:gd name="connsiteX10" fmla="*/ 1017708 w 1782629"/>
                <a:gd name="connsiteY10" fmla="*/ 838327 h 1639000"/>
                <a:gd name="connsiteX11" fmla="*/ 1012374 w 1782629"/>
                <a:gd name="connsiteY11" fmla="*/ 747776 h 1639000"/>
                <a:gd name="connsiteX12" fmla="*/ 936048 w 1782629"/>
                <a:gd name="connsiteY12" fmla="*/ 810260 h 1639000"/>
                <a:gd name="connsiteX13" fmla="*/ 742245 w 1782629"/>
                <a:gd name="connsiteY13" fmla="*/ 982345 h 1639000"/>
                <a:gd name="connsiteX14" fmla="*/ 932492 w 1782629"/>
                <a:gd name="connsiteY14" fmla="*/ 1115568 h 1639000"/>
                <a:gd name="connsiteX15" fmla="*/ 1004881 w 1782629"/>
                <a:gd name="connsiteY15" fmla="*/ 942594 h 1639000"/>
                <a:gd name="connsiteX16" fmla="*/ 1183189 w 1782629"/>
                <a:gd name="connsiteY16" fmla="*/ 939165 h 1639000"/>
                <a:gd name="connsiteX17" fmla="*/ 1620197 w 1782629"/>
                <a:gd name="connsiteY17" fmla="*/ 940943 h 1639000"/>
                <a:gd name="connsiteX18" fmla="*/ 1680522 w 1782629"/>
                <a:gd name="connsiteY18" fmla="*/ 975360 h 1639000"/>
                <a:gd name="connsiteX19" fmla="*/ 1572825 w 1782629"/>
                <a:gd name="connsiteY19" fmla="*/ 1406398 h 1639000"/>
                <a:gd name="connsiteX20" fmla="*/ 1579556 w 1782629"/>
                <a:gd name="connsiteY20" fmla="*/ 1420876 h 1639000"/>
                <a:gd name="connsiteX21" fmla="*/ 1561904 w 1782629"/>
                <a:gd name="connsiteY21" fmla="*/ 1486917 h 1639000"/>
                <a:gd name="connsiteX22" fmla="*/ 1478718 w 1782629"/>
                <a:gd name="connsiteY22" fmla="*/ 1490473 h 1639000"/>
                <a:gd name="connsiteX23" fmla="*/ 704273 w 1782629"/>
                <a:gd name="connsiteY23" fmla="*/ 1489964 h 1639000"/>
                <a:gd name="connsiteX24" fmla="*/ 675189 w 1782629"/>
                <a:gd name="connsiteY24" fmla="*/ 1396239 h 1639000"/>
                <a:gd name="connsiteX25" fmla="*/ 834067 w 1782629"/>
                <a:gd name="connsiteY25" fmla="*/ 1392174 h 1639000"/>
                <a:gd name="connsiteX26" fmla="*/ 789743 w 1782629"/>
                <a:gd name="connsiteY26" fmla="*/ 1029335 h 1639000"/>
                <a:gd name="connsiteX27" fmla="*/ 757612 w 1782629"/>
                <a:gd name="connsiteY27" fmla="*/ 1015365 h 1639000"/>
                <a:gd name="connsiteX28" fmla="*/ 667696 w 1782629"/>
                <a:gd name="connsiteY28" fmla="*/ 995680 h 1639000"/>
                <a:gd name="connsiteX29" fmla="*/ 514788 w 1782629"/>
                <a:gd name="connsiteY29" fmla="*/ 1039241 h 1639000"/>
                <a:gd name="connsiteX30" fmla="*/ 348672 w 1782629"/>
                <a:gd name="connsiteY30" fmla="*/ 995553 h 1639000"/>
                <a:gd name="connsiteX31" fmla="*/ 253295 w 1782629"/>
                <a:gd name="connsiteY31" fmla="*/ 1021080 h 1639000"/>
                <a:gd name="connsiteX32" fmla="*/ 247580 w 1782629"/>
                <a:gd name="connsiteY32" fmla="*/ 1042924 h 1639000"/>
                <a:gd name="connsiteX33" fmla="*/ 210623 w 1782629"/>
                <a:gd name="connsiteY33" fmla="*/ 1302385 h 1639000"/>
                <a:gd name="connsiteX34" fmla="*/ 430206 w 1782629"/>
                <a:gd name="connsiteY34" fmla="*/ 1281939 h 1639000"/>
                <a:gd name="connsiteX35" fmla="*/ 426142 w 1782629"/>
                <a:gd name="connsiteY35" fmla="*/ 1248283 h 1639000"/>
                <a:gd name="connsiteX36" fmla="*/ 411918 w 1782629"/>
                <a:gd name="connsiteY36" fmla="*/ 1175004 h 1639000"/>
                <a:gd name="connsiteX37" fmla="*/ 511994 w 1782629"/>
                <a:gd name="connsiteY37" fmla="*/ 1165860 h 1639000"/>
                <a:gd name="connsiteX38" fmla="*/ 579939 w 1782629"/>
                <a:gd name="connsiteY38" fmla="*/ 1167003 h 1639000"/>
                <a:gd name="connsiteX39" fmla="*/ 629215 w 1782629"/>
                <a:gd name="connsiteY39" fmla="*/ 1201801 h 1639000"/>
                <a:gd name="connsiteX40" fmla="*/ 596957 w 1782629"/>
                <a:gd name="connsiteY40" fmla="*/ 1276731 h 1639000"/>
                <a:gd name="connsiteX41" fmla="*/ 611308 w 1782629"/>
                <a:gd name="connsiteY41" fmla="*/ 1395476 h 1639000"/>
                <a:gd name="connsiteX42" fmla="*/ 697542 w 1782629"/>
                <a:gd name="connsiteY42" fmla="*/ 1571371 h 1639000"/>
                <a:gd name="connsiteX43" fmla="*/ 680650 w 1782629"/>
                <a:gd name="connsiteY43" fmla="*/ 1636014 h 1639000"/>
                <a:gd name="connsiteX44" fmla="*/ 400869 w 1782629"/>
                <a:gd name="connsiteY44" fmla="*/ 1638554 h 1639000"/>
                <a:gd name="connsiteX45" fmla="*/ 339655 w 1782629"/>
                <a:gd name="connsiteY45" fmla="*/ 1619123 h 1639000"/>
                <a:gd name="connsiteX46" fmla="*/ 349053 w 1782629"/>
                <a:gd name="connsiteY46" fmla="*/ 1531874 h 1639000"/>
                <a:gd name="connsiteX47" fmla="*/ 40443 w 1782629"/>
                <a:gd name="connsiteY47" fmla="*/ 1427861 h 1639000"/>
                <a:gd name="connsiteX48" fmla="*/ 94672 w 1782629"/>
                <a:gd name="connsiteY48" fmla="*/ 1140206 h 1639000"/>
                <a:gd name="connsiteX49" fmla="*/ 286061 w 1782629"/>
                <a:gd name="connsiteY49" fmla="*/ 980948 h 1639000"/>
                <a:gd name="connsiteX50" fmla="*/ 194494 w 1782629"/>
                <a:gd name="connsiteY50" fmla="*/ 926973 h 1639000"/>
                <a:gd name="connsiteX51" fmla="*/ 101276 w 1782629"/>
                <a:gd name="connsiteY51" fmla="*/ 812292 h 1639000"/>
                <a:gd name="connsiteX52" fmla="*/ 43110 w 1782629"/>
                <a:gd name="connsiteY52" fmla="*/ 779145 h 1639000"/>
                <a:gd name="connsiteX53" fmla="*/ 21393 w 1782629"/>
                <a:gd name="connsiteY53" fmla="*/ 556260 h 1639000"/>
                <a:gd name="connsiteX54" fmla="*/ 92132 w 1782629"/>
                <a:gd name="connsiteY54" fmla="*/ 498475 h 1639000"/>
                <a:gd name="connsiteX55" fmla="*/ 317938 w 1782629"/>
                <a:gd name="connsiteY55" fmla="*/ 293878 h 1639000"/>
                <a:gd name="connsiteX56" fmla="*/ 696271 w 1782629"/>
                <a:gd name="connsiteY56" fmla="*/ 284607 h 1639000"/>
                <a:gd name="connsiteX57" fmla="*/ 828732 w 1782629"/>
                <a:gd name="connsiteY57" fmla="*/ 360172 h 1639000"/>
                <a:gd name="connsiteX58" fmla="*/ 943540 w 1782629"/>
                <a:gd name="connsiteY58" fmla="*/ 502666 h 1639000"/>
                <a:gd name="connsiteX59" fmla="*/ 1016057 w 1782629"/>
                <a:gd name="connsiteY59" fmla="*/ 555879 h 1639000"/>
                <a:gd name="connsiteX60" fmla="*/ 1012248 w 1782629"/>
                <a:gd name="connsiteY60" fmla="*/ 324739 h 1639000"/>
                <a:gd name="connsiteX61" fmla="*/ 1060380 w 1782629"/>
                <a:gd name="connsiteY61" fmla="*/ 208407 h 1639000"/>
                <a:gd name="connsiteX62" fmla="*/ 1149026 w 1782629"/>
                <a:gd name="connsiteY62" fmla="*/ 191135 h 1639000"/>
                <a:gd name="connsiteX63" fmla="*/ 1512373 w 1782629"/>
                <a:gd name="connsiteY63" fmla="*/ 190627 h 1639000"/>
                <a:gd name="connsiteX64" fmla="*/ 1035107 w 1782629"/>
                <a:gd name="connsiteY64" fmla="*/ 298958 h 1639000"/>
                <a:gd name="connsiteX65" fmla="*/ 1034345 w 1782629"/>
                <a:gd name="connsiteY65" fmla="*/ 814578 h 1639000"/>
                <a:gd name="connsiteX66" fmla="*/ 1670361 w 1782629"/>
                <a:gd name="connsiteY66" fmla="*/ 812419 h 1639000"/>
                <a:gd name="connsiteX67" fmla="*/ 1759135 w 1782629"/>
                <a:gd name="connsiteY67" fmla="*/ 719582 h 1639000"/>
                <a:gd name="connsiteX68" fmla="*/ 1758880 w 1782629"/>
                <a:gd name="connsiteY68" fmla="*/ 299593 h 1639000"/>
                <a:gd name="connsiteX69" fmla="*/ 1683188 w 1782629"/>
                <a:gd name="connsiteY69" fmla="*/ 216662 h 1639000"/>
                <a:gd name="connsiteX70" fmla="*/ 1110037 w 1782629"/>
                <a:gd name="connsiteY70" fmla="*/ 216789 h 1639000"/>
                <a:gd name="connsiteX71" fmla="*/ 1035107 w 1782629"/>
                <a:gd name="connsiteY71" fmla="*/ 298958 h 1639000"/>
                <a:gd name="connsiteX72" fmla="*/ 268027 w 1782629"/>
                <a:gd name="connsiteY72" fmla="*/ 346075 h 1639000"/>
                <a:gd name="connsiteX73" fmla="*/ 98482 w 1782629"/>
                <a:gd name="connsiteY73" fmla="*/ 584962 h 1639000"/>
                <a:gd name="connsiteX74" fmla="*/ 96450 w 1782629"/>
                <a:gd name="connsiteY74" fmla="*/ 587121 h 1639000"/>
                <a:gd name="connsiteX75" fmla="*/ 202114 w 1782629"/>
                <a:gd name="connsiteY75" fmla="*/ 899922 h 1639000"/>
                <a:gd name="connsiteX76" fmla="*/ 388042 w 1782629"/>
                <a:gd name="connsiteY76" fmla="*/ 970915 h 1639000"/>
                <a:gd name="connsiteX77" fmla="*/ 691954 w 1782629"/>
                <a:gd name="connsiteY77" fmla="*/ 968375 h 1639000"/>
                <a:gd name="connsiteX78" fmla="*/ 940746 w 1782629"/>
                <a:gd name="connsiteY78" fmla="*/ 680974 h 1639000"/>
                <a:gd name="connsiteX79" fmla="*/ 834574 w 1782629"/>
                <a:gd name="connsiteY79" fmla="*/ 398018 h 1639000"/>
                <a:gd name="connsiteX80" fmla="*/ 509708 w 1782629"/>
                <a:gd name="connsiteY80" fmla="*/ 292989 h 1639000"/>
                <a:gd name="connsiteX81" fmla="*/ 268027 w 1782629"/>
                <a:gd name="connsiteY81" fmla="*/ 346075 h 1639000"/>
                <a:gd name="connsiteX82" fmla="*/ 82480 w 1782629"/>
                <a:gd name="connsiteY82" fmla="*/ 777875 h 1639000"/>
                <a:gd name="connsiteX83" fmla="*/ 77146 w 1782629"/>
                <a:gd name="connsiteY83" fmla="*/ 526415 h 1639000"/>
                <a:gd name="connsiteX84" fmla="*/ 82480 w 1782629"/>
                <a:gd name="connsiteY84" fmla="*/ 777875 h 1639000"/>
                <a:gd name="connsiteX85" fmla="*/ 950144 w 1782629"/>
                <a:gd name="connsiteY85" fmla="*/ 524891 h 1639000"/>
                <a:gd name="connsiteX86" fmla="*/ 946969 w 1782629"/>
                <a:gd name="connsiteY86" fmla="*/ 780669 h 1639000"/>
                <a:gd name="connsiteX87" fmla="*/ 950144 w 1782629"/>
                <a:gd name="connsiteY87" fmla="*/ 524891 h 1639000"/>
                <a:gd name="connsiteX88" fmla="*/ 998912 w 1782629"/>
                <a:gd name="connsiteY88" fmla="*/ 971550 h 1639000"/>
                <a:gd name="connsiteX89" fmla="*/ 967670 w 1782629"/>
                <a:gd name="connsiteY89" fmla="*/ 1063498 h 1639000"/>
                <a:gd name="connsiteX90" fmla="*/ 900361 w 1782629"/>
                <a:gd name="connsiteY90" fmla="*/ 1392174 h 1639000"/>
                <a:gd name="connsiteX91" fmla="*/ 1554792 w 1782629"/>
                <a:gd name="connsiteY91" fmla="*/ 1392174 h 1639000"/>
                <a:gd name="connsiteX92" fmla="*/ 1650804 w 1782629"/>
                <a:gd name="connsiteY92" fmla="*/ 968756 h 1639000"/>
                <a:gd name="connsiteX93" fmla="*/ 1060254 w 1782629"/>
                <a:gd name="connsiteY93" fmla="*/ 966978 h 1639000"/>
                <a:gd name="connsiteX94" fmla="*/ 998912 w 1782629"/>
                <a:gd name="connsiteY94" fmla="*/ 971550 h 1639000"/>
                <a:gd name="connsiteX95" fmla="*/ 436175 w 1782629"/>
                <a:gd name="connsiteY95" fmla="*/ 994791 h 1639000"/>
                <a:gd name="connsiteX96" fmla="*/ 593528 w 1782629"/>
                <a:gd name="connsiteY96" fmla="*/ 994537 h 1639000"/>
                <a:gd name="connsiteX97" fmla="*/ 436175 w 1782629"/>
                <a:gd name="connsiteY97" fmla="*/ 994791 h 1639000"/>
                <a:gd name="connsiteX98" fmla="*/ 50857 w 1782629"/>
                <a:gd name="connsiteY98" fmla="*/ 1342136 h 1639000"/>
                <a:gd name="connsiteX99" fmla="*/ 73336 w 1782629"/>
                <a:gd name="connsiteY99" fmla="*/ 1438656 h 1639000"/>
                <a:gd name="connsiteX100" fmla="*/ 363912 w 1782629"/>
                <a:gd name="connsiteY100" fmla="*/ 1509268 h 1639000"/>
                <a:gd name="connsiteX101" fmla="*/ 380168 w 1782629"/>
                <a:gd name="connsiteY101" fmla="*/ 1480439 h 1639000"/>
                <a:gd name="connsiteX102" fmla="*/ 362515 w 1782629"/>
                <a:gd name="connsiteY102" fmla="*/ 1311783 h 1639000"/>
                <a:gd name="connsiteX103" fmla="*/ 140011 w 1782629"/>
                <a:gd name="connsiteY103" fmla="*/ 1329690 h 1639000"/>
                <a:gd name="connsiteX104" fmla="*/ 185731 w 1782629"/>
                <a:gd name="connsiteY104" fmla="*/ 1302639 h 1639000"/>
                <a:gd name="connsiteX105" fmla="*/ 220910 w 1782629"/>
                <a:gd name="connsiteY105" fmla="*/ 1037336 h 1639000"/>
                <a:gd name="connsiteX106" fmla="*/ 50857 w 1782629"/>
                <a:gd name="connsiteY106" fmla="*/ 1342136 h 1639000"/>
                <a:gd name="connsiteX107" fmla="*/ 825049 w 1782629"/>
                <a:gd name="connsiteY107" fmla="*/ 1046989 h 1639000"/>
                <a:gd name="connsiteX108" fmla="*/ 857307 w 1782629"/>
                <a:gd name="connsiteY108" fmla="*/ 1392174 h 1639000"/>
                <a:gd name="connsiteX109" fmla="*/ 875468 w 1782629"/>
                <a:gd name="connsiteY109" fmla="*/ 1392174 h 1639000"/>
                <a:gd name="connsiteX110" fmla="*/ 922331 w 1782629"/>
                <a:gd name="connsiteY110" fmla="*/ 1149351 h 1639000"/>
                <a:gd name="connsiteX111" fmla="*/ 825049 w 1782629"/>
                <a:gd name="connsiteY111" fmla="*/ 1046989 h 1639000"/>
                <a:gd name="connsiteX112" fmla="*/ 433000 w 1782629"/>
                <a:gd name="connsiteY112" fmla="*/ 1194689 h 1639000"/>
                <a:gd name="connsiteX113" fmla="*/ 419538 w 1782629"/>
                <a:gd name="connsiteY113" fmla="*/ 1214374 h 1639000"/>
                <a:gd name="connsiteX114" fmla="*/ 492055 w 1782629"/>
                <a:gd name="connsiteY114" fmla="*/ 1226312 h 1639000"/>
                <a:gd name="connsiteX115" fmla="*/ 455860 w 1782629"/>
                <a:gd name="connsiteY115" fmla="*/ 1250823 h 1639000"/>
                <a:gd name="connsiteX116" fmla="*/ 453193 w 1782629"/>
                <a:gd name="connsiteY116" fmla="*/ 1273683 h 1639000"/>
                <a:gd name="connsiteX117" fmla="*/ 526853 w 1782629"/>
                <a:gd name="connsiteY117" fmla="*/ 1315593 h 1639000"/>
                <a:gd name="connsiteX118" fmla="*/ 527361 w 1782629"/>
                <a:gd name="connsiteY118" fmla="*/ 1462405 h 1639000"/>
                <a:gd name="connsiteX119" fmla="*/ 400615 w 1782629"/>
                <a:gd name="connsiteY119" fmla="*/ 1495552 h 1639000"/>
                <a:gd name="connsiteX120" fmla="*/ 361499 w 1782629"/>
                <a:gd name="connsiteY120" fmla="*/ 1609471 h 1639000"/>
                <a:gd name="connsiteX121" fmla="*/ 590988 w 1782629"/>
                <a:gd name="connsiteY121" fmla="*/ 1615186 h 1639000"/>
                <a:gd name="connsiteX122" fmla="*/ 675698 w 1782629"/>
                <a:gd name="connsiteY122" fmla="*/ 1603883 h 1639000"/>
                <a:gd name="connsiteX123" fmla="*/ 592893 w 1782629"/>
                <a:gd name="connsiteY123" fmla="*/ 1419860 h 1639000"/>
                <a:gd name="connsiteX124" fmla="*/ 572065 w 1782629"/>
                <a:gd name="connsiteY124" fmla="*/ 1328801 h 1639000"/>
                <a:gd name="connsiteX125" fmla="*/ 607244 w 1782629"/>
                <a:gd name="connsiteY125" fmla="*/ 1200277 h 1639000"/>
                <a:gd name="connsiteX126" fmla="*/ 433000 w 1782629"/>
                <a:gd name="connsiteY126" fmla="*/ 1194689 h 1639000"/>
                <a:gd name="connsiteX127" fmla="*/ 416744 w 1782629"/>
                <a:gd name="connsiteY127" fmla="*/ 1308608 h 1639000"/>
                <a:gd name="connsiteX128" fmla="*/ 387788 w 1782629"/>
                <a:gd name="connsiteY128" fmla="*/ 1456945 h 1639000"/>
                <a:gd name="connsiteX129" fmla="*/ 476815 w 1782629"/>
                <a:gd name="connsiteY129" fmla="*/ 1466596 h 1639000"/>
                <a:gd name="connsiteX130" fmla="*/ 520503 w 1782629"/>
                <a:gd name="connsiteY130" fmla="*/ 1367790 h 1639000"/>
                <a:gd name="connsiteX131" fmla="*/ 416744 w 1782629"/>
                <a:gd name="connsiteY131" fmla="*/ 1308608 h 1639000"/>
                <a:gd name="connsiteX132" fmla="*/ 695382 w 1782629"/>
                <a:gd name="connsiteY132" fmla="*/ 1419479 h 1639000"/>
                <a:gd name="connsiteX133" fmla="*/ 694493 w 1782629"/>
                <a:gd name="connsiteY133" fmla="*/ 1464945 h 1639000"/>
                <a:gd name="connsiteX134" fmla="*/ 1551998 w 1782629"/>
                <a:gd name="connsiteY134" fmla="*/ 1464437 h 1639000"/>
                <a:gd name="connsiteX135" fmla="*/ 1554664 w 1782629"/>
                <a:gd name="connsiteY135" fmla="*/ 1419226 h 1639000"/>
                <a:gd name="connsiteX136" fmla="*/ 695382 w 1782629"/>
                <a:gd name="connsiteY136" fmla="*/ 1419479 h 1639000"/>
                <a:gd name="connsiteX0" fmla="*/ 1317682 w 1782629"/>
                <a:gd name="connsiteY0" fmla="*/ 0 h 1540575"/>
                <a:gd name="connsiteX1" fmla="*/ 1537138 w 1782629"/>
                <a:gd name="connsiteY1" fmla="*/ 92456 h 1540575"/>
                <a:gd name="connsiteX2" fmla="*/ 1693729 w 1782629"/>
                <a:gd name="connsiteY2" fmla="*/ 94361 h 1540575"/>
                <a:gd name="connsiteX3" fmla="*/ 1780217 w 1782629"/>
                <a:gd name="connsiteY3" fmla="*/ 189103 h 1540575"/>
                <a:gd name="connsiteX4" fmla="*/ 1782629 w 1782629"/>
                <a:gd name="connsiteY4" fmla="*/ 451104 h 1540575"/>
                <a:gd name="connsiteX5" fmla="*/ 1780089 w 1782629"/>
                <a:gd name="connsiteY5" fmla="*/ 645414 h 1540575"/>
                <a:gd name="connsiteX6" fmla="*/ 1743513 w 1782629"/>
                <a:gd name="connsiteY6" fmla="*/ 713740 h 1540575"/>
                <a:gd name="connsiteX7" fmla="*/ 1555680 w 1782629"/>
                <a:gd name="connsiteY7" fmla="*/ 737870 h 1540575"/>
                <a:gd name="connsiteX8" fmla="*/ 1069398 w 1782629"/>
                <a:gd name="connsiteY8" fmla="*/ 741299 h 1540575"/>
                <a:gd name="connsiteX9" fmla="*/ 1017708 w 1782629"/>
                <a:gd name="connsiteY9" fmla="*/ 739902 h 1540575"/>
                <a:gd name="connsiteX10" fmla="*/ 1012374 w 1782629"/>
                <a:gd name="connsiteY10" fmla="*/ 649351 h 1540575"/>
                <a:gd name="connsiteX11" fmla="*/ 936048 w 1782629"/>
                <a:gd name="connsiteY11" fmla="*/ 711835 h 1540575"/>
                <a:gd name="connsiteX12" fmla="*/ 742245 w 1782629"/>
                <a:gd name="connsiteY12" fmla="*/ 883920 h 1540575"/>
                <a:gd name="connsiteX13" fmla="*/ 932492 w 1782629"/>
                <a:gd name="connsiteY13" fmla="*/ 1017143 h 1540575"/>
                <a:gd name="connsiteX14" fmla="*/ 1004881 w 1782629"/>
                <a:gd name="connsiteY14" fmla="*/ 844169 h 1540575"/>
                <a:gd name="connsiteX15" fmla="*/ 1183189 w 1782629"/>
                <a:gd name="connsiteY15" fmla="*/ 840740 h 1540575"/>
                <a:gd name="connsiteX16" fmla="*/ 1620197 w 1782629"/>
                <a:gd name="connsiteY16" fmla="*/ 842518 h 1540575"/>
                <a:gd name="connsiteX17" fmla="*/ 1680522 w 1782629"/>
                <a:gd name="connsiteY17" fmla="*/ 876935 h 1540575"/>
                <a:gd name="connsiteX18" fmla="*/ 1572825 w 1782629"/>
                <a:gd name="connsiteY18" fmla="*/ 1307973 h 1540575"/>
                <a:gd name="connsiteX19" fmla="*/ 1579556 w 1782629"/>
                <a:gd name="connsiteY19" fmla="*/ 1322451 h 1540575"/>
                <a:gd name="connsiteX20" fmla="*/ 1561904 w 1782629"/>
                <a:gd name="connsiteY20" fmla="*/ 1388492 h 1540575"/>
                <a:gd name="connsiteX21" fmla="*/ 1478718 w 1782629"/>
                <a:gd name="connsiteY21" fmla="*/ 1392048 h 1540575"/>
                <a:gd name="connsiteX22" fmla="*/ 704273 w 1782629"/>
                <a:gd name="connsiteY22" fmla="*/ 1391539 h 1540575"/>
                <a:gd name="connsiteX23" fmla="*/ 675189 w 1782629"/>
                <a:gd name="connsiteY23" fmla="*/ 1297814 h 1540575"/>
                <a:gd name="connsiteX24" fmla="*/ 834067 w 1782629"/>
                <a:gd name="connsiteY24" fmla="*/ 1293749 h 1540575"/>
                <a:gd name="connsiteX25" fmla="*/ 789743 w 1782629"/>
                <a:gd name="connsiteY25" fmla="*/ 930910 h 1540575"/>
                <a:gd name="connsiteX26" fmla="*/ 757612 w 1782629"/>
                <a:gd name="connsiteY26" fmla="*/ 916940 h 1540575"/>
                <a:gd name="connsiteX27" fmla="*/ 667696 w 1782629"/>
                <a:gd name="connsiteY27" fmla="*/ 897255 h 1540575"/>
                <a:gd name="connsiteX28" fmla="*/ 514788 w 1782629"/>
                <a:gd name="connsiteY28" fmla="*/ 940816 h 1540575"/>
                <a:gd name="connsiteX29" fmla="*/ 348672 w 1782629"/>
                <a:gd name="connsiteY29" fmla="*/ 897128 h 1540575"/>
                <a:gd name="connsiteX30" fmla="*/ 253295 w 1782629"/>
                <a:gd name="connsiteY30" fmla="*/ 922655 h 1540575"/>
                <a:gd name="connsiteX31" fmla="*/ 247580 w 1782629"/>
                <a:gd name="connsiteY31" fmla="*/ 944499 h 1540575"/>
                <a:gd name="connsiteX32" fmla="*/ 210623 w 1782629"/>
                <a:gd name="connsiteY32" fmla="*/ 1203960 h 1540575"/>
                <a:gd name="connsiteX33" fmla="*/ 430206 w 1782629"/>
                <a:gd name="connsiteY33" fmla="*/ 1183514 h 1540575"/>
                <a:gd name="connsiteX34" fmla="*/ 426142 w 1782629"/>
                <a:gd name="connsiteY34" fmla="*/ 1149858 h 1540575"/>
                <a:gd name="connsiteX35" fmla="*/ 411918 w 1782629"/>
                <a:gd name="connsiteY35" fmla="*/ 1076579 h 1540575"/>
                <a:gd name="connsiteX36" fmla="*/ 511994 w 1782629"/>
                <a:gd name="connsiteY36" fmla="*/ 1067435 h 1540575"/>
                <a:gd name="connsiteX37" fmla="*/ 579939 w 1782629"/>
                <a:gd name="connsiteY37" fmla="*/ 1068578 h 1540575"/>
                <a:gd name="connsiteX38" fmla="*/ 629215 w 1782629"/>
                <a:gd name="connsiteY38" fmla="*/ 1103376 h 1540575"/>
                <a:gd name="connsiteX39" fmla="*/ 596957 w 1782629"/>
                <a:gd name="connsiteY39" fmla="*/ 1178306 h 1540575"/>
                <a:gd name="connsiteX40" fmla="*/ 611308 w 1782629"/>
                <a:gd name="connsiteY40" fmla="*/ 1297051 h 1540575"/>
                <a:gd name="connsiteX41" fmla="*/ 697542 w 1782629"/>
                <a:gd name="connsiteY41" fmla="*/ 1472946 h 1540575"/>
                <a:gd name="connsiteX42" fmla="*/ 680650 w 1782629"/>
                <a:gd name="connsiteY42" fmla="*/ 1537589 h 1540575"/>
                <a:gd name="connsiteX43" fmla="*/ 400869 w 1782629"/>
                <a:gd name="connsiteY43" fmla="*/ 1540129 h 1540575"/>
                <a:gd name="connsiteX44" fmla="*/ 339655 w 1782629"/>
                <a:gd name="connsiteY44" fmla="*/ 1520698 h 1540575"/>
                <a:gd name="connsiteX45" fmla="*/ 349053 w 1782629"/>
                <a:gd name="connsiteY45" fmla="*/ 1433449 h 1540575"/>
                <a:gd name="connsiteX46" fmla="*/ 40443 w 1782629"/>
                <a:gd name="connsiteY46" fmla="*/ 1329436 h 1540575"/>
                <a:gd name="connsiteX47" fmla="*/ 94672 w 1782629"/>
                <a:gd name="connsiteY47" fmla="*/ 1041781 h 1540575"/>
                <a:gd name="connsiteX48" fmla="*/ 286061 w 1782629"/>
                <a:gd name="connsiteY48" fmla="*/ 882523 h 1540575"/>
                <a:gd name="connsiteX49" fmla="*/ 194494 w 1782629"/>
                <a:gd name="connsiteY49" fmla="*/ 828548 h 1540575"/>
                <a:gd name="connsiteX50" fmla="*/ 101276 w 1782629"/>
                <a:gd name="connsiteY50" fmla="*/ 713867 h 1540575"/>
                <a:gd name="connsiteX51" fmla="*/ 43110 w 1782629"/>
                <a:gd name="connsiteY51" fmla="*/ 680720 h 1540575"/>
                <a:gd name="connsiteX52" fmla="*/ 21393 w 1782629"/>
                <a:gd name="connsiteY52" fmla="*/ 457835 h 1540575"/>
                <a:gd name="connsiteX53" fmla="*/ 92132 w 1782629"/>
                <a:gd name="connsiteY53" fmla="*/ 400050 h 1540575"/>
                <a:gd name="connsiteX54" fmla="*/ 317938 w 1782629"/>
                <a:gd name="connsiteY54" fmla="*/ 195453 h 1540575"/>
                <a:gd name="connsiteX55" fmla="*/ 696271 w 1782629"/>
                <a:gd name="connsiteY55" fmla="*/ 186182 h 1540575"/>
                <a:gd name="connsiteX56" fmla="*/ 828732 w 1782629"/>
                <a:gd name="connsiteY56" fmla="*/ 261747 h 1540575"/>
                <a:gd name="connsiteX57" fmla="*/ 943540 w 1782629"/>
                <a:gd name="connsiteY57" fmla="*/ 404241 h 1540575"/>
                <a:gd name="connsiteX58" fmla="*/ 1016057 w 1782629"/>
                <a:gd name="connsiteY58" fmla="*/ 457454 h 1540575"/>
                <a:gd name="connsiteX59" fmla="*/ 1012248 w 1782629"/>
                <a:gd name="connsiteY59" fmla="*/ 226314 h 1540575"/>
                <a:gd name="connsiteX60" fmla="*/ 1060380 w 1782629"/>
                <a:gd name="connsiteY60" fmla="*/ 109982 h 1540575"/>
                <a:gd name="connsiteX61" fmla="*/ 1149026 w 1782629"/>
                <a:gd name="connsiteY61" fmla="*/ 92710 h 1540575"/>
                <a:gd name="connsiteX62" fmla="*/ 1512373 w 1782629"/>
                <a:gd name="connsiteY62" fmla="*/ 92202 h 1540575"/>
                <a:gd name="connsiteX63" fmla="*/ 1035107 w 1782629"/>
                <a:gd name="connsiteY63" fmla="*/ 200533 h 1540575"/>
                <a:gd name="connsiteX64" fmla="*/ 1034345 w 1782629"/>
                <a:gd name="connsiteY64" fmla="*/ 716153 h 1540575"/>
                <a:gd name="connsiteX65" fmla="*/ 1670361 w 1782629"/>
                <a:gd name="connsiteY65" fmla="*/ 713994 h 1540575"/>
                <a:gd name="connsiteX66" fmla="*/ 1759135 w 1782629"/>
                <a:gd name="connsiteY66" fmla="*/ 621157 h 1540575"/>
                <a:gd name="connsiteX67" fmla="*/ 1758880 w 1782629"/>
                <a:gd name="connsiteY67" fmla="*/ 201168 h 1540575"/>
                <a:gd name="connsiteX68" fmla="*/ 1683188 w 1782629"/>
                <a:gd name="connsiteY68" fmla="*/ 118237 h 1540575"/>
                <a:gd name="connsiteX69" fmla="*/ 1110037 w 1782629"/>
                <a:gd name="connsiteY69" fmla="*/ 118364 h 1540575"/>
                <a:gd name="connsiteX70" fmla="*/ 1035107 w 1782629"/>
                <a:gd name="connsiteY70" fmla="*/ 200533 h 1540575"/>
                <a:gd name="connsiteX71" fmla="*/ 268027 w 1782629"/>
                <a:gd name="connsiteY71" fmla="*/ 247650 h 1540575"/>
                <a:gd name="connsiteX72" fmla="*/ 98482 w 1782629"/>
                <a:gd name="connsiteY72" fmla="*/ 486537 h 1540575"/>
                <a:gd name="connsiteX73" fmla="*/ 96450 w 1782629"/>
                <a:gd name="connsiteY73" fmla="*/ 488696 h 1540575"/>
                <a:gd name="connsiteX74" fmla="*/ 202114 w 1782629"/>
                <a:gd name="connsiteY74" fmla="*/ 801497 h 1540575"/>
                <a:gd name="connsiteX75" fmla="*/ 388042 w 1782629"/>
                <a:gd name="connsiteY75" fmla="*/ 872490 h 1540575"/>
                <a:gd name="connsiteX76" fmla="*/ 691954 w 1782629"/>
                <a:gd name="connsiteY76" fmla="*/ 869950 h 1540575"/>
                <a:gd name="connsiteX77" fmla="*/ 940746 w 1782629"/>
                <a:gd name="connsiteY77" fmla="*/ 582549 h 1540575"/>
                <a:gd name="connsiteX78" fmla="*/ 834574 w 1782629"/>
                <a:gd name="connsiteY78" fmla="*/ 299593 h 1540575"/>
                <a:gd name="connsiteX79" fmla="*/ 509708 w 1782629"/>
                <a:gd name="connsiteY79" fmla="*/ 194564 h 1540575"/>
                <a:gd name="connsiteX80" fmla="*/ 268027 w 1782629"/>
                <a:gd name="connsiteY80" fmla="*/ 247650 h 1540575"/>
                <a:gd name="connsiteX81" fmla="*/ 82480 w 1782629"/>
                <a:gd name="connsiteY81" fmla="*/ 679450 h 1540575"/>
                <a:gd name="connsiteX82" fmla="*/ 77146 w 1782629"/>
                <a:gd name="connsiteY82" fmla="*/ 427990 h 1540575"/>
                <a:gd name="connsiteX83" fmla="*/ 82480 w 1782629"/>
                <a:gd name="connsiteY83" fmla="*/ 679450 h 1540575"/>
                <a:gd name="connsiteX84" fmla="*/ 950144 w 1782629"/>
                <a:gd name="connsiteY84" fmla="*/ 426466 h 1540575"/>
                <a:gd name="connsiteX85" fmla="*/ 946969 w 1782629"/>
                <a:gd name="connsiteY85" fmla="*/ 682244 h 1540575"/>
                <a:gd name="connsiteX86" fmla="*/ 950144 w 1782629"/>
                <a:gd name="connsiteY86" fmla="*/ 426466 h 1540575"/>
                <a:gd name="connsiteX87" fmla="*/ 998912 w 1782629"/>
                <a:gd name="connsiteY87" fmla="*/ 873125 h 1540575"/>
                <a:gd name="connsiteX88" fmla="*/ 967670 w 1782629"/>
                <a:gd name="connsiteY88" fmla="*/ 965073 h 1540575"/>
                <a:gd name="connsiteX89" fmla="*/ 900361 w 1782629"/>
                <a:gd name="connsiteY89" fmla="*/ 1293749 h 1540575"/>
                <a:gd name="connsiteX90" fmla="*/ 1554792 w 1782629"/>
                <a:gd name="connsiteY90" fmla="*/ 1293749 h 1540575"/>
                <a:gd name="connsiteX91" fmla="*/ 1650804 w 1782629"/>
                <a:gd name="connsiteY91" fmla="*/ 870331 h 1540575"/>
                <a:gd name="connsiteX92" fmla="*/ 1060254 w 1782629"/>
                <a:gd name="connsiteY92" fmla="*/ 868553 h 1540575"/>
                <a:gd name="connsiteX93" fmla="*/ 998912 w 1782629"/>
                <a:gd name="connsiteY93" fmla="*/ 873125 h 1540575"/>
                <a:gd name="connsiteX94" fmla="*/ 436175 w 1782629"/>
                <a:gd name="connsiteY94" fmla="*/ 896366 h 1540575"/>
                <a:gd name="connsiteX95" fmla="*/ 593528 w 1782629"/>
                <a:gd name="connsiteY95" fmla="*/ 896112 h 1540575"/>
                <a:gd name="connsiteX96" fmla="*/ 436175 w 1782629"/>
                <a:gd name="connsiteY96" fmla="*/ 896366 h 1540575"/>
                <a:gd name="connsiteX97" fmla="*/ 50857 w 1782629"/>
                <a:gd name="connsiteY97" fmla="*/ 1243711 h 1540575"/>
                <a:gd name="connsiteX98" fmla="*/ 73336 w 1782629"/>
                <a:gd name="connsiteY98" fmla="*/ 1340231 h 1540575"/>
                <a:gd name="connsiteX99" fmla="*/ 363912 w 1782629"/>
                <a:gd name="connsiteY99" fmla="*/ 1410843 h 1540575"/>
                <a:gd name="connsiteX100" fmla="*/ 380168 w 1782629"/>
                <a:gd name="connsiteY100" fmla="*/ 1382014 h 1540575"/>
                <a:gd name="connsiteX101" fmla="*/ 362515 w 1782629"/>
                <a:gd name="connsiteY101" fmla="*/ 1213358 h 1540575"/>
                <a:gd name="connsiteX102" fmla="*/ 140011 w 1782629"/>
                <a:gd name="connsiteY102" fmla="*/ 1231265 h 1540575"/>
                <a:gd name="connsiteX103" fmla="*/ 185731 w 1782629"/>
                <a:gd name="connsiteY103" fmla="*/ 1204214 h 1540575"/>
                <a:gd name="connsiteX104" fmla="*/ 220910 w 1782629"/>
                <a:gd name="connsiteY104" fmla="*/ 938911 h 1540575"/>
                <a:gd name="connsiteX105" fmla="*/ 50857 w 1782629"/>
                <a:gd name="connsiteY105" fmla="*/ 1243711 h 1540575"/>
                <a:gd name="connsiteX106" fmla="*/ 825049 w 1782629"/>
                <a:gd name="connsiteY106" fmla="*/ 948564 h 1540575"/>
                <a:gd name="connsiteX107" fmla="*/ 857307 w 1782629"/>
                <a:gd name="connsiteY107" fmla="*/ 1293749 h 1540575"/>
                <a:gd name="connsiteX108" fmla="*/ 875468 w 1782629"/>
                <a:gd name="connsiteY108" fmla="*/ 1293749 h 1540575"/>
                <a:gd name="connsiteX109" fmla="*/ 922331 w 1782629"/>
                <a:gd name="connsiteY109" fmla="*/ 1050926 h 1540575"/>
                <a:gd name="connsiteX110" fmla="*/ 825049 w 1782629"/>
                <a:gd name="connsiteY110" fmla="*/ 948564 h 1540575"/>
                <a:gd name="connsiteX111" fmla="*/ 433000 w 1782629"/>
                <a:gd name="connsiteY111" fmla="*/ 1096264 h 1540575"/>
                <a:gd name="connsiteX112" fmla="*/ 419538 w 1782629"/>
                <a:gd name="connsiteY112" fmla="*/ 1115949 h 1540575"/>
                <a:gd name="connsiteX113" fmla="*/ 492055 w 1782629"/>
                <a:gd name="connsiteY113" fmla="*/ 1127887 h 1540575"/>
                <a:gd name="connsiteX114" fmla="*/ 455860 w 1782629"/>
                <a:gd name="connsiteY114" fmla="*/ 1152398 h 1540575"/>
                <a:gd name="connsiteX115" fmla="*/ 453193 w 1782629"/>
                <a:gd name="connsiteY115" fmla="*/ 1175258 h 1540575"/>
                <a:gd name="connsiteX116" fmla="*/ 526853 w 1782629"/>
                <a:gd name="connsiteY116" fmla="*/ 1217168 h 1540575"/>
                <a:gd name="connsiteX117" fmla="*/ 527361 w 1782629"/>
                <a:gd name="connsiteY117" fmla="*/ 1363980 h 1540575"/>
                <a:gd name="connsiteX118" fmla="*/ 400615 w 1782629"/>
                <a:gd name="connsiteY118" fmla="*/ 1397127 h 1540575"/>
                <a:gd name="connsiteX119" fmla="*/ 361499 w 1782629"/>
                <a:gd name="connsiteY119" fmla="*/ 1511046 h 1540575"/>
                <a:gd name="connsiteX120" fmla="*/ 590988 w 1782629"/>
                <a:gd name="connsiteY120" fmla="*/ 1516761 h 1540575"/>
                <a:gd name="connsiteX121" fmla="*/ 675698 w 1782629"/>
                <a:gd name="connsiteY121" fmla="*/ 1505458 h 1540575"/>
                <a:gd name="connsiteX122" fmla="*/ 592893 w 1782629"/>
                <a:gd name="connsiteY122" fmla="*/ 1321435 h 1540575"/>
                <a:gd name="connsiteX123" fmla="*/ 572065 w 1782629"/>
                <a:gd name="connsiteY123" fmla="*/ 1230376 h 1540575"/>
                <a:gd name="connsiteX124" fmla="*/ 607244 w 1782629"/>
                <a:gd name="connsiteY124" fmla="*/ 1101852 h 1540575"/>
                <a:gd name="connsiteX125" fmla="*/ 433000 w 1782629"/>
                <a:gd name="connsiteY125" fmla="*/ 1096264 h 1540575"/>
                <a:gd name="connsiteX126" fmla="*/ 416744 w 1782629"/>
                <a:gd name="connsiteY126" fmla="*/ 1210183 h 1540575"/>
                <a:gd name="connsiteX127" fmla="*/ 387788 w 1782629"/>
                <a:gd name="connsiteY127" fmla="*/ 1358520 h 1540575"/>
                <a:gd name="connsiteX128" fmla="*/ 476815 w 1782629"/>
                <a:gd name="connsiteY128" fmla="*/ 1368171 h 1540575"/>
                <a:gd name="connsiteX129" fmla="*/ 520503 w 1782629"/>
                <a:gd name="connsiteY129" fmla="*/ 1269365 h 1540575"/>
                <a:gd name="connsiteX130" fmla="*/ 416744 w 1782629"/>
                <a:gd name="connsiteY130" fmla="*/ 1210183 h 1540575"/>
                <a:gd name="connsiteX131" fmla="*/ 695382 w 1782629"/>
                <a:gd name="connsiteY131" fmla="*/ 1321054 h 1540575"/>
                <a:gd name="connsiteX132" fmla="*/ 694493 w 1782629"/>
                <a:gd name="connsiteY132" fmla="*/ 1366520 h 1540575"/>
                <a:gd name="connsiteX133" fmla="*/ 1551998 w 1782629"/>
                <a:gd name="connsiteY133" fmla="*/ 1366012 h 1540575"/>
                <a:gd name="connsiteX134" fmla="*/ 1554664 w 1782629"/>
                <a:gd name="connsiteY134" fmla="*/ 1320801 h 1540575"/>
                <a:gd name="connsiteX135" fmla="*/ 695382 w 1782629"/>
                <a:gd name="connsiteY135" fmla="*/ 1321054 h 1540575"/>
                <a:gd name="connsiteX0" fmla="*/ 1537138 w 1782629"/>
                <a:gd name="connsiteY0" fmla="*/ 254 h 1448373"/>
                <a:gd name="connsiteX1" fmla="*/ 1693729 w 1782629"/>
                <a:gd name="connsiteY1" fmla="*/ 2159 h 1448373"/>
                <a:gd name="connsiteX2" fmla="*/ 1780217 w 1782629"/>
                <a:gd name="connsiteY2" fmla="*/ 96901 h 1448373"/>
                <a:gd name="connsiteX3" fmla="*/ 1782629 w 1782629"/>
                <a:gd name="connsiteY3" fmla="*/ 358902 h 1448373"/>
                <a:gd name="connsiteX4" fmla="*/ 1780089 w 1782629"/>
                <a:gd name="connsiteY4" fmla="*/ 553212 h 1448373"/>
                <a:gd name="connsiteX5" fmla="*/ 1743513 w 1782629"/>
                <a:gd name="connsiteY5" fmla="*/ 621538 h 1448373"/>
                <a:gd name="connsiteX6" fmla="*/ 1555680 w 1782629"/>
                <a:gd name="connsiteY6" fmla="*/ 645668 h 1448373"/>
                <a:gd name="connsiteX7" fmla="*/ 1069398 w 1782629"/>
                <a:gd name="connsiteY7" fmla="*/ 649097 h 1448373"/>
                <a:gd name="connsiteX8" fmla="*/ 1017708 w 1782629"/>
                <a:gd name="connsiteY8" fmla="*/ 647700 h 1448373"/>
                <a:gd name="connsiteX9" fmla="*/ 1012374 w 1782629"/>
                <a:gd name="connsiteY9" fmla="*/ 557149 h 1448373"/>
                <a:gd name="connsiteX10" fmla="*/ 936048 w 1782629"/>
                <a:gd name="connsiteY10" fmla="*/ 619633 h 1448373"/>
                <a:gd name="connsiteX11" fmla="*/ 742245 w 1782629"/>
                <a:gd name="connsiteY11" fmla="*/ 791718 h 1448373"/>
                <a:gd name="connsiteX12" fmla="*/ 932492 w 1782629"/>
                <a:gd name="connsiteY12" fmla="*/ 924941 h 1448373"/>
                <a:gd name="connsiteX13" fmla="*/ 1004881 w 1782629"/>
                <a:gd name="connsiteY13" fmla="*/ 751967 h 1448373"/>
                <a:gd name="connsiteX14" fmla="*/ 1183189 w 1782629"/>
                <a:gd name="connsiteY14" fmla="*/ 748538 h 1448373"/>
                <a:gd name="connsiteX15" fmla="*/ 1620197 w 1782629"/>
                <a:gd name="connsiteY15" fmla="*/ 750316 h 1448373"/>
                <a:gd name="connsiteX16" fmla="*/ 1680522 w 1782629"/>
                <a:gd name="connsiteY16" fmla="*/ 784733 h 1448373"/>
                <a:gd name="connsiteX17" fmla="*/ 1572825 w 1782629"/>
                <a:gd name="connsiteY17" fmla="*/ 1215771 h 1448373"/>
                <a:gd name="connsiteX18" fmla="*/ 1579556 w 1782629"/>
                <a:gd name="connsiteY18" fmla="*/ 1230249 h 1448373"/>
                <a:gd name="connsiteX19" fmla="*/ 1561904 w 1782629"/>
                <a:gd name="connsiteY19" fmla="*/ 1296290 h 1448373"/>
                <a:gd name="connsiteX20" fmla="*/ 1478718 w 1782629"/>
                <a:gd name="connsiteY20" fmla="*/ 1299846 h 1448373"/>
                <a:gd name="connsiteX21" fmla="*/ 704273 w 1782629"/>
                <a:gd name="connsiteY21" fmla="*/ 1299337 h 1448373"/>
                <a:gd name="connsiteX22" fmla="*/ 675189 w 1782629"/>
                <a:gd name="connsiteY22" fmla="*/ 1205612 h 1448373"/>
                <a:gd name="connsiteX23" fmla="*/ 834067 w 1782629"/>
                <a:gd name="connsiteY23" fmla="*/ 1201547 h 1448373"/>
                <a:gd name="connsiteX24" fmla="*/ 789743 w 1782629"/>
                <a:gd name="connsiteY24" fmla="*/ 838708 h 1448373"/>
                <a:gd name="connsiteX25" fmla="*/ 757612 w 1782629"/>
                <a:gd name="connsiteY25" fmla="*/ 824738 h 1448373"/>
                <a:gd name="connsiteX26" fmla="*/ 667696 w 1782629"/>
                <a:gd name="connsiteY26" fmla="*/ 805053 h 1448373"/>
                <a:gd name="connsiteX27" fmla="*/ 514788 w 1782629"/>
                <a:gd name="connsiteY27" fmla="*/ 848614 h 1448373"/>
                <a:gd name="connsiteX28" fmla="*/ 348672 w 1782629"/>
                <a:gd name="connsiteY28" fmla="*/ 804926 h 1448373"/>
                <a:gd name="connsiteX29" fmla="*/ 253295 w 1782629"/>
                <a:gd name="connsiteY29" fmla="*/ 830453 h 1448373"/>
                <a:gd name="connsiteX30" fmla="*/ 247580 w 1782629"/>
                <a:gd name="connsiteY30" fmla="*/ 852297 h 1448373"/>
                <a:gd name="connsiteX31" fmla="*/ 210623 w 1782629"/>
                <a:gd name="connsiteY31" fmla="*/ 1111758 h 1448373"/>
                <a:gd name="connsiteX32" fmla="*/ 430206 w 1782629"/>
                <a:gd name="connsiteY32" fmla="*/ 1091312 h 1448373"/>
                <a:gd name="connsiteX33" fmla="*/ 426142 w 1782629"/>
                <a:gd name="connsiteY33" fmla="*/ 1057656 h 1448373"/>
                <a:gd name="connsiteX34" fmla="*/ 411918 w 1782629"/>
                <a:gd name="connsiteY34" fmla="*/ 984377 h 1448373"/>
                <a:gd name="connsiteX35" fmla="*/ 511994 w 1782629"/>
                <a:gd name="connsiteY35" fmla="*/ 975233 h 1448373"/>
                <a:gd name="connsiteX36" fmla="*/ 579939 w 1782629"/>
                <a:gd name="connsiteY36" fmla="*/ 976376 h 1448373"/>
                <a:gd name="connsiteX37" fmla="*/ 629215 w 1782629"/>
                <a:gd name="connsiteY37" fmla="*/ 1011174 h 1448373"/>
                <a:gd name="connsiteX38" fmla="*/ 596957 w 1782629"/>
                <a:gd name="connsiteY38" fmla="*/ 1086104 h 1448373"/>
                <a:gd name="connsiteX39" fmla="*/ 611308 w 1782629"/>
                <a:gd name="connsiteY39" fmla="*/ 1204849 h 1448373"/>
                <a:gd name="connsiteX40" fmla="*/ 697542 w 1782629"/>
                <a:gd name="connsiteY40" fmla="*/ 1380744 h 1448373"/>
                <a:gd name="connsiteX41" fmla="*/ 680650 w 1782629"/>
                <a:gd name="connsiteY41" fmla="*/ 1445387 h 1448373"/>
                <a:gd name="connsiteX42" fmla="*/ 400869 w 1782629"/>
                <a:gd name="connsiteY42" fmla="*/ 1447927 h 1448373"/>
                <a:gd name="connsiteX43" fmla="*/ 339655 w 1782629"/>
                <a:gd name="connsiteY43" fmla="*/ 1428496 h 1448373"/>
                <a:gd name="connsiteX44" fmla="*/ 349053 w 1782629"/>
                <a:gd name="connsiteY44" fmla="*/ 1341247 h 1448373"/>
                <a:gd name="connsiteX45" fmla="*/ 40443 w 1782629"/>
                <a:gd name="connsiteY45" fmla="*/ 1237234 h 1448373"/>
                <a:gd name="connsiteX46" fmla="*/ 94672 w 1782629"/>
                <a:gd name="connsiteY46" fmla="*/ 949579 h 1448373"/>
                <a:gd name="connsiteX47" fmla="*/ 286061 w 1782629"/>
                <a:gd name="connsiteY47" fmla="*/ 790321 h 1448373"/>
                <a:gd name="connsiteX48" fmla="*/ 194494 w 1782629"/>
                <a:gd name="connsiteY48" fmla="*/ 736346 h 1448373"/>
                <a:gd name="connsiteX49" fmla="*/ 101276 w 1782629"/>
                <a:gd name="connsiteY49" fmla="*/ 621665 h 1448373"/>
                <a:gd name="connsiteX50" fmla="*/ 43110 w 1782629"/>
                <a:gd name="connsiteY50" fmla="*/ 588518 h 1448373"/>
                <a:gd name="connsiteX51" fmla="*/ 21393 w 1782629"/>
                <a:gd name="connsiteY51" fmla="*/ 365633 h 1448373"/>
                <a:gd name="connsiteX52" fmla="*/ 92132 w 1782629"/>
                <a:gd name="connsiteY52" fmla="*/ 307848 h 1448373"/>
                <a:gd name="connsiteX53" fmla="*/ 317938 w 1782629"/>
                <a:gd name="connsiteY53" fmla="*/ 103251 h 1448373"/>
                <a:gd name="connsiteX54" fmla="*/ 696271 w 1782629"/>
                <a:gd name="connsiteY54" fmla="*/ 93980 h 1448373"/>
                <a:gd name="connsiteX55" fmla="*/ 828732 w 1782629"/>
                <a:gd name="connsiteY55" fmla="*/ 169545 h 1448373"/>
                <a:gd name="connsiteX56" fmla="*/ 943540 w 1782629"/>
                <a:gd name="connsiteY56" fmla="*/ 312039 h 1448373"/>
                <a:gd name="connsiteX57" fmla="*/ 1016057 w 1782629"/>
                <a:gd name="connsiteY57" fmla="*/ 365252 h 1448373"/>
                <a:gd name="connsiteX58" fmla="*/ 1012248 w 1782629"/>
                <a:gd name="connsiteY58" fmla="*/ 134112 h 1448373"/>
                <a:gd name="connsiteX59" fmla="*/ 1060380 w 1782629"/>
                <a:gd name="connsiteY59" fmla="*/ 17780 h 1448373"/>
                <a:gd name="connsiteX60" fmla="*/ 1149026 w 1782629"/>
                <a:gd name="connsiteY60" fmla="*/ 508 h 1448373"/>
                <a:gd name="connsiteX61" fmla="*/ 1512373 w 1782629"/>
                <a:gd name="connsiteY61" fmla="*/ 0 h 1448373"/>
                <a:gd name="connsiteX62" fmla="*/ 1035107 w 1782629"/>
                <a:gd name="connsiteY62" fmla="*/ 108331 h 1448373"/>
                <a:gd name="connsiteX63" fmla="*/ 1034345 w 1782629"/>
                <a:gd name="connsiteY63" fmla="*/ 623951 h 1448373"/>
                <a:gd name="connsiteX64" fmla="*/ 1670361 w 1782629"/>
                <a:gd name="connsiteY64" fmla="*/ 621792 h 1448373"/>
                <a:gd name="connsiteX65" fmla="*/ 1759135 w 1782629"/>
                <a:gd name="connsiteY65" fmla="*/ 528955 h 1448373"/>
                <a:gd name="connsiteX66" fmla="*/ 1758880 w 1782629"/>
                <a:gd name="connsiteY66" fmla="*/ 108966 h 1448373"/>
                <a:gd name="connsiteX67" fmla="*/ 1683188 w 1782629"/>
                <a:gd name="connsiteY67" fmla="*/ 26035 h 1448373"/>
                <a:gd name="connsiteX68" fmla="*/ 1110037 w 1782629"/>
                <a:gd name="connsiteY68" fmla="*/ 26162 h 1448373"/>
                <a:gd name="connsiteX69" fmla="*/ 1035107 w 1782629"/>
                <a:gd name="connsiteY69" fmla="*/ 108331 h 1448373"/>
                <a:gd name="connsiteX70" fmla="*/ 268027 w 1782629"/>
                <a:gd name="connsiteY70" fmla="*/ 155448 h 1448373"/>
                <a:gd name="connsiteX71" fmla="*/ 98482 w 1782629"/>
                <a:gd name="connsiteY71" fmla="*/ 394335 h 1448373"/>
                <a:gd name="connsiteX72" fmla="*/ 96450 w 1782629"/>
                <a:gd name="connsiteY72" fmla="*/ 396494 h 1448373"/>
                <a:gd name="connsiteX73" fmla="*/ 202114 w 1782629"/>
                <a:gd name="connsiteY73" fmla="*/ 709295 h 1448373"/>
                <a:gd name="connsiteX74" fmla="*/ 388042 w 1782629"/>
                <a:gd name="connsiteY74" fmla="*/ 780288 h 1448373"/>
                <a:gd name="connsiteX75" fmla="*/ 691954 w 1782629"/>
                <a:gd name="connsiteY75" fmla="*/ 777748 h 1448373"/>
                <a:gd name="connsiteX76" fmla="*/ 940746 w 1782629"/>
                <a:gd name="connsiteY76" fmla="*/ 490347 h 1448373"/>
                <a:gd name="connsiteX77" fmla="*/ 834574 w 1782629"/>
                <a:gd name="connsiteY77" fmla="*/ 207391 h 1448373"/>
                <a:gd name="connsiteX78" fmla="*/ 509708 w 1782629"/>
                <a:gd name="connsiteY78" fmla="*/ 102362 h 1448373"/>
                <a:gd name="connsiteX79" fmla="*/ 268027 w 1782629"/>
                <a:gd name="connsiteY79" fmla="*/ 155448 h 1448373"/>
                <a:gd name="connsiteX80" fmla="*/ 82480 w 1782629"/>
                <a:gd name="connsiteY80" fmla="*/ 587248 h 1448373"/>
                <a:gd name="connsiteX81" fmla="*/ 77146 w 1782629"/>
                <a:gd name="connsiteY81" fmla="*/ 335788 h 1448373"/>
                <a:gd name="connsiteX82" fmla="*/ 82480 w 1782629"/>
                <a:gd name="connsiteY82" fmla="*/ 587248 h 1448373"/>
                <a:gd name="connsiteX83" fmla="*/ 950144 w 1782629"/>
                <a:gd name="connsiteY83" fmla="*/ 334264 h 1448373"/>
                <a:gd name="connsiteX84" fmla="*/ 946969 w 1782629"/>
                <a:gd name="connsiteY84" fmla="*/ 590042 h 1448373"/>
                <a:gd name="connsiteX85" fmla="*/ 950144 w 1782629"/>
                <a:gd name="connsiteY85" fmla="*/ 334264 h 1448373"/>
                <a:gd name="connsiteX86" fmla="*/ 998912 w 1782629"/>
                <a:gd name="connsiteY86" fmla="*/ 780923 h 1448373"/>
                <a:gd name="connsiteX87" fmla="*/ 967670 w 1782629"/>
                <a:gd name="connsiteY87" fmla="*/ 872871 h 1448373"/>
                <a:gd name="connsiteX88" fmla="*/ 900361 w 1782629"/>
                <a:gd name="connsiteY88" fmla="*/ 1201547 h 1448373"/>
                <a:gd name="connsiteX89" fmla="*/ 1554792 w 1782629"/>
                <a:gd name="connsiteY89" fmla="*/ 1201547 h 1448373"/>
                <a:gd name="connsiteX90" fmla="*/ 1650804 w 1782629"/>
                <a:gd name="connsiteY90" fmla="*/ 778129 h 1448373"/>
                <a:gd name="connsiteX91" fmla="*/ 1060254 w 1782629"/>
                <a:gd name="connsiteY91" fmla="*/ 776351 h 1448373"/>
                <a:gd name="connsiteX92" fmla="*/ 998912 w 1782629"/>
                <a:gd name="connsiteY92" fmla="*/ 780923 h 1448373"/>
                <a:gd name="connsiteX93" fmla="*/ 436175 w 1782629"/>
                <a:gd name="connsiteY93" fmla="*/ 804164 h 1448373"/>
                <a:gd name="connsiteX94" fmla="*/ 593528 w 1782629"/>
                <a:gd name="connsiteY94" fmla="*/ 803910 h 1448373"/>
                <a:gd name="connsiteX95" fmla="*/ 436175 w 1782629"/>
                <a:gd name="connsiteY95" fmla="*/ 804164 h 1448373"/>
                <a:gd name="connsiteX96" fmla="*/ 50857 w 1782629"/>
                <a:gd name="connsiteY96" fmla="*/ 1151509 h 1448373"/>
                <a:gd name="connsiteX97" fmla="*/ 73336 w 1782629"/>
                <a:gd name="connsiteY97" fmla="*/ 1248029 h 1448373"/>
                <a:gd name="connsiteX98" fmla="*/ 363912 w 1782629"/>
                <a:gd name="connsiteY98" fmla="*/ 1318641 h 1448373"/>
                <a:gd name="connsiteX99" fmla="*/ 380168 w 1782629"/>
                <a:gd name="connsiteY99" fmla="*/ 1289812 h 1448373"/>
                <a:gd name="connsiteX100" fmla="*/ 362515 w 1782629"/>
                <a:gd name="connsiteY100" fmla="*/ 1121156 h 1448373"/>
                <a:gd name="connsiteX101" fmla="*/ 140011 w 1782629"/>
                <a:gd name="connsiteY101" fmla="*/ 1139063 h 1448373"/>
                <a:gd name="connsiteX102" fmla="*/ 185731 w 1782629"/>
                <a:gd name="connsiteY102" fmla="*/ 1112012 h 1448373"/>
                <a:gd name="connsiteX103" fmla="*/ 220910 w 1782629"/>
                <a:gd name="connsiteY103" fmla="*/ 846709 h 1448373"/>
                <a:gd name="connsiteX104" fmla="*/ 50857 w 1782629"/>
                <a:gd name="connsiteY104" fmla="*/ 1151509 h 1448373"/>
                <a:gd name="connsiteX105" fmla="*/ 825049 w 1782629"/>
                <a:gd name="connsiteY105" fmla="*/ 856362 h 1448373"/>
                <a:gd name="connsiteX106" fmla="*/ 857307 w 1782629"/>
                <a:gd name="connsiteY106" fmla="*/ 1201547 h 1448373"/>
                <a:gd name="connsiteX107" fmla="*/ 875468 w 1782629"/>
                <a:gd name="connsiteY107" fmla="*/ 1201547 h 1448373"/>
                <a:gd name="connsiteX108" fmla="*/ 922331 w 1782629"/>
                <a:gd name="connsiteY108" fmla="*/ 958724 h 1448373"/>
                <a:gd name="connsiteX109" fmla="*/ 825049 w 1782629"/>
                <a:gd name="connsiteY109" fmla="*/ 856362 h 1448373"/>
                <a:gd name="connsiteX110" fmla="*/ 433000 w 1782629"/>
                <a:gd name="connsiteY110" fmla="*/ 1004062 h 1448373"/>
                <a:gd name="connsiteX111" fmla="*/ 419538 w 1782629"/>
                <a:gd name="connsiteY111" fmla="*/ 1023747 h 1448373"/>
                <a:gd name="connsiteX112" fmla="*/ 492055 w 1782629"/>
                <a:gd name="connsiteY112" fmla="*/ 1035685 h 1448373"/>
                <a:gd name="connsiteX113" fmla="*/ 455860 w 1782629"/>
                <a:gd name="connsiteY113" fmla="*/ 1060196 h 1448373"/>
                <a:gd name="connsiteX114" fmla="*/ 453193 w 1782629"/>
                <a:gd name="connsiteY114" fmla="*/ 1083056 h 1448373"/>
                <a:gd name="connsiteX115" fmla="*/ 526853 w 1782629"/>
                <a:gd name="connsiteY115" fmla="*/ 1124966 h 1448373"/>
                <a:gd name="connsiteX116" fmla="*/ 527361 w 1782629"/>
                <a:gd name="connsiteY116" fmla="*/ 1271778 h 1448373"/>
                <a:gd name="connsiteX117" fmla="*/ 400615 w 1782629"/>
                <a:gd name="connsiteY117" fmla="*/ 1304925 h 1448373"/>
                <a:gd name="connsiteX118" fmla="*/ 361499 w 1782629"/>
                <a:gd name="connsiteY118" fmla="*/ 1418844 h 1448373"/>
                <a:gd name="connsiteX119" fmla="*/ 590988 w 1782629"/>
                <a:gd name="connsiteY119" fmla="*/ 1424559 h 1448373"/>
                <a:gd name="connsiteX120" fmla="*/ 675698 w 1782629"/>
                <a:gd name="connsiteY120" fmla="*/ 1413256 h 1448373"/>
                <a:gd name="connsiteX121" fmla="*/ 592893 w 1782629"/>
                <a:gd name="connsiteY121" fmla="*/ 1229233 h 1448373"/>
                <a:gd name="connsiteX122" fmla="*/ 572065 w 1782629"/>
                <a:gd name="connsiteY122" fmla="*/ 1138174 h 1448373"/>
                <a:gd name="connsiteX123" fmla="*/ 607244 w 1782629"/>
                <a:gd name="connsiteY123" fmla="*/ 1009650 h 1448373"/>
                <a:gd name="connsiteX124" fmla="*/ 433000 w 1782629"/>
                <a:gd name="connsiteY124" fmla="*/ 1004062 h 1448373"/>
                <a:gd name="connsiteX125" fmla="*/ 416744 w 1782629"/>
                <a:gd name="connsiteY125" fmla="*/ 1117981 h 1448373"/>
                <a:gd name="connsiteX126" fmla="*/ 387788 w 1782629"/>
                <a:gd name="connsiteY126" fmla="*/ 1266318 h 1448373"/>
                <a:gd name="connsiteX127" fmla="*/ 476815 w 1782629"/>
                <a:gd name="connsiteY127" fmla="*/ 1275969 h 1448373"/>
                <a:gd name="connsiteX128" fmla="*/ 520503 w 1782629"/>
                <a:gd name="connsiteY128" fmla="*/ 1177163 h 1448373"/>
                <a:gd name="connsiteX129" fmla="*/ 416744 w 1782629"/>
                <a:gd name="connsiteY129" fmla="*/ 1117981 h 1448373"/>
                <a:gd name="connsiteX130" fmla="*/ 695382 w 1782629"/>
                <a:gd name="connsiteY130" fmla="*/ 1228852 h 1448373"/>
                <a:gd name="connsiteX131" fmla="*/ 694493 w 1782629"/>
                <a:gd name="connsiteY131" fmla="*/ 1274318 h 1448373"/>
                <a:gd name="connsiteX132" fmla="*/ 1551998 w 1782629"/>
                <a:gd name="connsiteY132" fmla="*/ 1273810 h 1448373"/>
                <a:gd name="connsiteX133" fmla="*/ 1554664 w 1782629"/>
                <a:gd name="connsiteY133" fmla="*/ 1228599 h 1448373"/>
                <a:gd name="connsiteX134" fmla="*/ 695382 w 1782629"/>
                <a:gd name="connsiteY134" fmla="*/ 1228852 h 1448373"/>
                <a:gd name="connsiteX0" fmla="*/ 1537138 w 1782629"/>
                <a:gd name="connsiteY0" fmla="*/ 0 h 1448119"/>
                <a:gd name="connsiteX1" fmla="*/ 1693729 w 1782629"/>
                <a:gd name="connsiteY1" fmla="*/ 1905 h 1448119"/>
                <a:gd name="connsiteX2" fmla="*/ 1780217 w 1782629"/>
                <a:gd name="connsiteY2" fmla="*/ 96647 h 1448119"/>
                <a:gd name="connsiteX3" fmla="*/ 1782629 w 1782629"/>
                <a:gd name="connsiteY3" fmla="*/ 358648 h 1448119"/>
                <a:gd name="connsiteX4" fmla="*/ 1780089 w 1782629"/>
                <a:gd name="connsiteY4" fmla="*/ 552958 h 1448119"/>
                <a:gd name="connsiteX5" fmla="*/ 1743513 w 1782629"/>
                <a:gd name="connsiteY5" fmla="*/ 621284 h 1448119"/>
                <a:gd name="connsiteX6" fmla="*/ 1555680 w 1782629"/>
                <a:gd name="connsiteY6" fmla="*/ 645414 h 1448119"/>
                <a:gd name="connsiteX7" fmla="*/ 1069398 w 1782629"/>
                <a:gd name="connsiteY7" fmla="*/ 648843 h 1448119"/>
                <a:gd name="connsiteX8" fmla="*/ 1017708 w 1782629"/>
                <a:gd name="connsiteY8" fmla="*/ 647446 h 1448119"/>
                <a:gd name="connsiteX9" fmla="*/ 1012374 w 1782629"/>
                <a:gd name="connsiteY9" fmla="*/ 556895 h 1448119"/>
                <a:gd name="connsiteX10" fmla="*/ 936048 w 1782629"/>
                <a:gd name="connsiteY10" fmla="*/ 619379 h 1448119"/>
                <a:gd name="connsiteX11" fmla="*/ 742245 w 1782629"/>
                <a:gd name="connsiteY11" fmla="*/ 791464 h 1448119"/>
                <a:gd name="connsiteX12" fmla="*/ 932492 w 1782629"/>
                <a:gd name="connsiteY12" fmla="*/ 924687 h 1448119"/>
                <a:gd name="connsiteX13" fmla="*/ 1004881 w 1782629"/>
                <a:gd name="connsiteY13" fmla="*/ 751713 h 1448119"/>
                <a:gd name="connsiteX14" fmla="*/ 1183189 w 1782629"/>
                <a:gd name="connsiteY14" fmla="*/ 748284 h 1448119"/>
                <a:gd name="connsiteX15" fmla="*/ 1620197 w 1782629"/>
                <a:gd name="connsiteY15" fmla="*/ 750062 h 1448119"/>
                <a:gd name="connsiteX16" fmla="*/ 1680522 w 1782629"/>
                <a:gd name="connsiteY16" fmla="*/ 784479 h 1448119"/>
                <a:gd name="connsiteX17" fmla="*/ 1572825 w 1782629"/>
                <a:gd name="connsiteY17" fmla="*/ 1215517 h 1448119"/>
                <a:gd name="connsiteX18" fmla="*/ 1579556 w 1782629"/>
                <a:gd name="connsiteY18" fmla="*/ 1229995 h 1448119"/>
                <a:gd name="connsiteX19" fmla="*/ 1561904 w 1782629"/>
                <a:gd name="connsiteY19" fmla="*/ 1296036 h 1448119"/>
                <a:gd name="connsiteX20" fmla="*/ 1478718 w 1782629"/>
                <a:gd name="connsiteY20" fmla="*/ 1299592 h 1448119"/>
                <a:gd name="connsiteX21" fmla="*/ 704273 w 1782629"/>
                <a:gd name="connsiteY21" fmla="*/ 1299083 h 1448119"/>
                <a:gd name="connsiteX22" fmla="*/ 675189 w 1782629"/>
                <a:gd name="connsiteY22" fmla="*/ 1205358 h 1448119"/>
                <a:gd name="connsiteX23" fmla="*/ 834067 w 1782629"/>
                <a:gd name="connsiteY23" fmla="*/ 1201293 h 1448119"/>
                <a:gd name="connsiteX24" fmla="*/ 789743 w 1782629"/>
                <a:gd name="connsiteY24" fmla="*/ 838454 h 1448119"/>
                <a:gd name="connsiteX25" fmla="*/ 757612 w 1782629"/>
                <a:gd name="connsiteY25" fmla="*/ 824484 h 1448119"/>
                <a:gd name="connsiteX26" fmla="*/ 667696 w 1782629"/>
                <a:gd name="connsiteY26" fmla="*/ 804799 h 1448119"/>
                <a:gd name="connsiteX27" fmla="*/ 514788 w 1782629"/>
                <a:gd name="connsiteY27" fmla="*/ 848360 h 1448119"/>
                <a:gd name="connsiteX28" fmla="*/ 348672 w 1782629"/>
                <a:gd name="connsiteY28" fmla="*/ 804672 h 1448119"/>
                <a:gd name="connsiteX29" fmla="*/ 253295 w 1782629"/>
                <a:gd name="connsiteY29" fmla="*/ 830199 h 1448119"/>
                <a:gd name="connsiteX30" fmla="*/ 247580 w 1782629"/>
                <a:gd name="connsiteY30" fmla="*/ 852043 h 1448119"/>
                <a:gd name="connsiteX31" fmla="*/ 210623 w 1782629"/>
                <a:gd name="connsiteY31" fmla="*/ 1111504 h 1448119"/>
                <a:gd name="connsiteX32" fmla="*/ 430206 w 1782629"/>
                <a:gd name="connsiteY32" fmla="*/ 1091058 h 1448119"/>
                <a:gd name="connsiteX33" fmla="*/ 426142 w 1782629"/>
                <a:gd name="connsiteY33" fmla="*/ 1057402 h 1448119"/>
                <a:gd name="connsiteX34" fmla="*/ 411918 w 1782629"/>
                <a:gd name="connsiteY34" fmla="*/ 984123 h 1448119"/>
                <a:gd name="connsiteX35" fmla="*/ 511994 w 1782629"/>
                <a:gd name="connsiteY35" fmla="*/ 974979 h 1448119"/>
                <a:gd name="connsiteX36" fmla="*/ 579939 w 1782629"/>
                <a:gd name="connsiteY36" fmla="*/ 976122 h 1448119"/>
                <a:gd name="connsiteX37" fmla="*/ 629215 w 1782629"/>
                <a:gd name="connsiteY37" fmla="*/ 1010920 h 1448119"/>
                <a:gd name="connsiteX38" fmla="*/ 596957 w 1782629"/>
                <a:gd name="connsiteY38" fmla="*/ 1085850 h 1448119"/>
                <a:gd name="connsiteX39" fmla="*/ 611308 w 1782629"/>
                <a:gd name="connsiteY39" fmla="*/ 1204595 h 1448119"/>
                <a:gd name="connsiteX40" fmla="*/ 697542 w 1782629"/>
                <a:gd name="connsiteY40" fmla="*/ 1380490 h 1448119"/>
                <a:gd name="connsiteX41" fmla="*/ 680650 w 1782629"/>
                <a:gd name="connsiteY41" fmla="*/ 1445133 h 1448119"/>
                <a:gd name="connsiteX42" fmla="*/ 400869 w 1782629"/>
                <a:gd name="connsiteY42" fmla="*/ 1447673 h 1448119"/>
                <a:gd name="connsiteX43" fmla="*/ 339655 w 1782629"/>
                <a:gd name="connsiteY43" fmla="*/ 1428242 h 1448119"/>
                <a:gd name="connsiteX44" fmla="*/ 349053 w 1782629"/>
                <a:gd name="connsiteY44" fmla="*/ 1340993 h 1448119"/>
                <a:gd name="connsiteX45" fmla="*/ 40443 w 1782629"/>
                <a:gd name="connsiteY45" fmla="*/ 1236980 h 1448119"/>
                <a:gd name="connsiteX46" fmla="*/ 94672 w 1782629"/>
                <a:gd name="connsiteY46" fmla="*/ 949325 h 1448119"/>
                <a:gd name="connsiteX47" fmla="*/ 286061 w 1782629"/>
                <a:gd name="connsiteY47" fmla="*/ 790067 h 1448119"/>
                <a:gd name="connsiteX48" fmla="*/ 194494 w 1782629"/>
                <a:gd name="connsiteY48" fmla="*/ 736092 h 1448119"/>
                <a:gd name="connsiteX49" fmla="*/ 101276 w 1782629"/>
                <a:gd name="connsiteY49" fmla="*/ 621411 h 1448119"/>
                <a:gd name="connsiteX50" fmla="*/ 43110 w 1782629"/>
                <a:gd name="connsiteY50" fmla="*/ 588264 h 1448119"/>
                <a:gd name="connsiteX51" fmla="*/ 21393 w 1782629"/>
                <a:gd name="connsiteY51" fmla="*/ 365379 h 1448119"/>
                <a:gd name="connsiteX52" fmla="*/ 92132 w 1782629"/>
                <a:gd name="connsiteY52" fmla="*/ 307594 h 1448119"/>
                <a:gd name="connsiteX53" fmla="*/ 317938 w 1782629"/>
                <a:gd name="connsiteY53" fmla="*/ 102997 h 1448119"/>
                <a:gd name="connsiteX54" fmla="*/ 696271 w 1782629"/>
                <a:gd name="connsiteY54" fmla="*/ 93726 h 1448119"/>
                <a:gd name="connsiteX55" fmla="*/ 828732 w 1782629"/>
                <a:gd name="connsiteY55" fmla="*/ 169291 h 1448119"/>
                <a:gd name="connsiteX56" fmla="*/ 943540 w 1782629"/>
                <a:gd name="connsiteY56" fmla="*/ 311785 h 1448119"/>
                <a:gd name="connsiteX57" fmla="*/ 1016057 w 1782629"/>
                <a:gd name="connsiteY57" fmla="*/ 364998 h 1448119"/>
                <a:gd name="connsiteX58" fmla="*/ 1012248 w 1782629"/>
                <a:gd name="connsiteY58" fmla="*/ 133858 h 1448119"/>
                <a:gd name="connsiteX59" fmla="*/ 1060380 w 1782629"/>
                <a:gd name="connsiteY59" fmla="*/ 17526 h 1448119"/>
                <a:gd name="connsiteX60" fmla="*/ 1149026 w 1782629"/>
                <a:gd name="connsiteY60" fmla="*/ 254 h 1448119"/>
                <a:gd name="connsiteX61" fmla="*/ 1035107 w 1782629"/>
                <a:gd name="connsiteY61" fmla="*/ 108077 h 1448119"/>
                <a:gd name="connsiteX62" fmla="*/ 1034345 w 1782629"/>
                <a:gd name="connsiteY62" fmla="*/ 623697 h 1448119"/>
                <a:gd name="connsiteX63" fmla="*/ 1670361 w 1782629"/>
                <a:gd name="connsiteY63" fmla="*/ 621538 h 1448119"/>
                <a:gd name="connsiteX64" fmla="*/ 1759135 w 1782629"/>
                <a:gd name="connsiteY64" fmla="*/ 528701 h 1448119"/>
                <a:gd name="connsiteX65" fmla="*/ 1758880 w 1782629"/>
                <a:gd name="connsiteY65" fmla="*/ 108712 h 1448119"/>
                <a:gd name="connsiteX66" fmla="*/ 1683188 w 1782629"/>
                <a:gd name="connsiteY66" fmla="*/ 25781 h 1448119"/>
                <a:gd name="connsiteX67" fmla="*/ 1110037 w 1782629"/>
                <a:gd name="connsiteY67" fmla="*/ 25908 h 1448119"/>
                <a:gd name="connsiteX68" fmla="*/ 1035107 w 1782629"/>
                <a:gd name="connsiteY68" fmla="*/ 108077 h 1448119"/>
                <a:gd name="connsiteX69" fmla="*/ 268027 w 1782629"/>
                <a:gd name="connsiteY69" fmla="*/ 155194 h 1448119"/>
                <a:gd name="connsiteX70" fmla="*/ 98482 w 1782629"/>
                <a:gd name="connsiteY70" fmla="*/ 394081 h 1448119"/>
                <a:gd name="connsiteX71" fmla="*/ 96450 w 1782629"/>
                <a:gd name="connsiteY71" fmla="*/ 396240 h 1448119"/>
                <a:gd name="connsiteX72" fmla="*/ 202114 w 1782629"/>
                <a:gd name="connsiteY72" fmla="*/ 709041 h 1448119"/>
                <a:gd name="connsiteX73" fmla="*/ 388042 w 1782629"/>
                <a:gd name="connsiteY73" fmla="*/ 780034 h 1448119"/>
                <a:gd name="connsiteX74" fmla="*/ 691954 w 1782629"/>
                <a:gd name="connsiteY74" fmla="*/ 777494 h 1448119"/>
                <a:gd name="connsiteX75" fmla="*/ 940746 w 1782629"/>
                <a:gd name="connsiteY75" fmla="*/ 490093 h 1448119"/>
                <a:gd name="connsiteX76" fmla="*/ 834574 w 1782629"/>
                <a:gd name="connsiteY76" fmla="*/ 207137 h 1448119"/>
                <a:gd name="connsiteX77" fmla="*/ 509708 w 1782629"/>
                <a:gd name="connsiteY77" fmla="*/ 102108 h 1448119"/>
                <a:gd name="connsiteX78" fmla="*/ 268027 w 1782629"/>
                <a:gd name="connsiteY78" fmla="*/ 155194 h 1448119"/>
                <a:gd name="connsiteX79" fmla="*/ 82480 w 1782629"/>
                <a:gd name="connsiteY79" fmla="*/ 586994 h 1448119"/>
                <a:gd name="connsiteX80" fmla="*/ 77146 w 1782629"/>
                <a:gd name="connsiteY80" fmla="*/ 335534 h 1448119"/>
                <a:gd name="connsiteX81" fmla="*/ 82480 w 1782629"/>
                <a:gd name="connsiteY81" fmla="*/ 586994 h 1448119"/>
                <a:gd name="connsiteX82" fmla="*/ 950144 w 1782629"/>
                <a:gd name="connsiteY82" fmla="*/ 334010 h 1448119"/>
                <a:gd name="connsiteX83" fmla="*/ 946969 w 1782629"/>
                <a:gd name="connsiteY83" fmla="*/ 589788 h 1448119"/>
                <a:gd name="connsiteX84" fmla="*/ 950144 w 1782629"/>
                <a:gd name="connsiteY84" fmla="*/ 334010 h 1448119"/>
                <a:gd name="connsiteX85" fmla="*/ 998912 w 1782629"/>
                <a:gd name="connsiteY85" fmla="*/ 780669 h 1448119"/>
                <a:gd name="connsiteX86" fmla="*/ 967670 w 1782629"/>
                <a:gd name="connsiteY86" fmla="*/ 872617 h 1448119"/>
                <a:gd name="connsiteX87" fmla="*/ 900361 w 1782629"/>
                <a:gd name="connsiteY87" fmla="*/ 1201293 h 1448119"/>
                <a:gd name="connsiteX88" fmla="*/ 1554792 w 1782629"/>
                <a:gd name="connsiteY88" fmla="*/ 1201293 h 1448119"/>
                <a:gd name="connsiteX89" fmla="*/ 1650804 w 1782629"/>
                <a:gd name="connsiteY89" fmla="*/ 777875 h 1448119"/>
                <a:gd name="connsiteX90" fmla="*/ 1060254 w 1782629"/>
                <a:gd name="connsiteY90" fmla="*/ 776097 h 1448119"/>
                <a:gd name="connsiteX91" fmla="*/ 998912 w 1782629"/>
                <a:gd name="connsiteY91" fmla="*/ 780669 h 1448119"/>
                <a:gd name="connsiteX92" fmla="*/ 436175 w 1782629"/>
                <a:gd name="connsiteY92" fmla="*/ 803910 h 1448119"/>
                <a:gd name="connsiteX93" fmla="*/ 593528 w 1782629"/>
                <a:gd name="connsiteY93" fmla="*/ 803656 h 1448119"/>
                <a:gd name="connsiteX94" fmla="*/ 436175 w 1782629"/>
                <a:gd name="connsiteY94" fmla="*/ 803910 h 1448119"/>
                <a:gd name="connsiteX95" fmla="*/ 50857 w 1782629"/>
                <a:gd name="connsiteY95" fmla="*/ 1151255 h 1448119"/>
                <a:gd name="connsiteX96" fmla="*/ 73336 w 1782629"/>
                <a:gd name="connsiteY96" fmla="*/ 1247775 h 1448119"/>
                <a:gd name="connsiteX97" fmla="*/ 363912 w 1782629"/>
                <a:gd name="connsiteY97" fmla="*/ 1318387 h 1448119"/>
                <a:gd name="connsiteX98" fmla="*/ 380168 w 1782629"/>
                <a:gd name="connsiteY98" fmla="*/ 1289558 h 1448119"/>
                <a:gd name="connsiteX99" fmla="*/ 362515 w 1782629"/>
                <a:gd name="connsiteY99" fmla="*/ 1120902 h 1448119"/>
                <a:gd name="connsiteX100" fmla="*/ 140011 w 1782629"/>
                <a:gd name="connsiteY100" fmla="*/ 1138809 h 1448119"/>
                <a:gd name="connsiteX101" fmla="*/ 185731 w 1782629"/>
                <a:gd name="connsiteY101" fmla="*/ 1111758 h 1448119"/>
                <a:gd name="connsiteX102" fmla="*/ 220910 w 1782629"/>
                <a:gd name="connsiteY102" fmla="*/ 846455 h 1448119"/>
                <a:gd name="connsiteX103" fmla="*/ 50857 w 1782629"/>
                <a:gd name="connsiteY103" fmla="*/ 1151255 h 1448119"/>
                <a:gd name="connsiteX104" fmla="*/ 825049 w 1782629"/>
                <a:gd name="connsiteY104" fmla="*/ 856108 h 1448119"/>
                <a:gd name="connsiteX105" fmla="*/ 857307 w 1782629"/>
                <a:gd name="connsiteY105" fmla="*/ 1201293 h 1448119"/>
                <a:gd name="connsiteX106" fmla="*/ 875468 w 1782629"/>
                <a:gd name="connsiteY106" fmla="*/ 1201293 h 1448119"/>
                <a:gd name="connsiteX107" fmla="*/ 922331 w 1782629"/>
                <a:gd name="connsiteY107" fmla="*/ 958470 h 1448119"/>
                <a:gd name="connsiteX108" fmla="*/ 825049 w 1782629"/>
                <a:gd name="connsiteY108" fmla="*/ 856108 h 1448119"/>
                <a:gd name="connsiteX109" fmla="*/ 433000 w 1782629"/>
                <a:gd name="connsiteY109" fmla="*/ 1003808 h 1448119"/>
                <a:gd name="connsiteX110" fmla="*/ 419538 w 1782629"/>
                <a:gd name="connsiteY110" fmla="*/ 1023493 h 1448119"/>
                <a:gd name="connsiteX111" fmla="*/ 492055 w 1782629"/>
                <a:gd name="connsiteY111" fmla="*/ 1035431 h 1448119"/>
                <a:gd name="connsiteX112" fmla="*/ 455860 w 1782629"/>
                <a:gd name="connsiteY112" fmla="*/ 1059942 h 1448119"/>
                <a:gd name="connsiteX113" fmla="*/ 453193 w 1782629"/>
                <a:gd name="connsiteY113" fmla="*/ 1082802 h 1448119"/>
                <a:gd name="connsiteX114" fmla="*/ 526853 w 1782629"/>
                <a:gd name="connsiteY114" fmla="*/ 1124712 h 1448119"/>
                <a:gd name="connsiteX115" fmla="*/ 527361 w 1782629"/>
                <a:gd name="connsiteY115" fmla="*/ 1271524 h 1448119"/>
                <a:gd name="connsiteX116" fmla="*/ 400615 w 1782629"/>
                <a:gd name="connsiteY116" fmla="*/ 1304671 h 1448119"/>
                <a:gd name="connsiteX117" fmla="*/ 361499 w 1782629"/>
                <a:gd name="connsiteY117" fmla="*/ 1418590 h 1448119"/>
                <a:gd name="connsiteX118" fmla="*/ 590988 w 1782629"/>
                <a:gd name="connsiteY118" fmla="*/ 1424305 h 1448119"/>
                <a:gd name="connsiteX119" fmla="*/ 675698 w 1782629"/>
                <a:gd name="connsiteY119" fmla="*/ 1413002 h 1448119"/>
                <a:gd name="connsiteX120" fmla="*/ 592893 w 1782629"/>
                <a:gd name="connsiteY120" fmla="*/ 1228979 h 1448119"/>
                <a:gd name="connsiteX121" fmla="*/ 572065 w 1782629"/>
                <a:gd name="connsiteY121" fmla="*/ 1137920 h 1448119"/>
                <a:gd name="connsiteX122" fmla="*/ 607244 w 1782629"/>
                <a:gd name="connsiteY122" fmla="*/ 1009396 h 1448119"/>
                <a:gd name="connsiteX123" fmla="*/ 433000 w 1782629"/>
                <a:gd name="connsiteY123" fmla="*/ 1003808 h 1448119"/>
                <a:gd name="connsiteX124" fmla="*/ 416744 w 1782629"/>
                <a:gd name="connsiteY124" fmla="*/ 1117727 h 1448119"/>
                <a:gd name="connsiteX125" fmla="*/ 387788 w 1782629"/>
                <a:gd name="connsiteY125" fmla="*/ 1266064 h 1448119"/>
                <a:gd name="connsiteX126" fmla="*/ 476815 w 1782629"/>
                <a:gd name="connsiteY126" fmla="*/ 1275715 h 1448119"/>
                <a:gd name="connsiteX127" fmla="*/ 520503 w 1782629"/>
                <a:gd name="connsiteY127" fmla="*/ 1176909 h 1448119"/>
                <a:gd name="connsiteX128" fmla="*/ 416744 w 1782629"/>
                <a:gd name="connsiteY128" fmla="*/ 1117727 h 1448119"/>
                <a:gd name="connsiteX129" fmla="*/ 695382 w 1782629"/>
                <a:gd name="connsiteY129" fmla="*/ 1228598 h 1448119"/>
                <a:gd name="connsiteX130" fmla="*/ 694493 w 1782629"/>
                <a:gd name="connsiteY130" fmla="*/ 1274064 h 1448119"/>
                <a:gd name="connsiteX131" fmla="*/ 1551998 w 1782629"/>
                <a:gd name="connsiteY131" fmla="*/ 1273556 h 1448119"/>
                <a:gd name="connsiteX132" fmla="*/ 1554664 w 1782629"/>
                <a:gd name="connsiteY132" fmla="*/ 1228345 h 1448119"/>
                <a:gd name="connsiteX133" fmla="*/ 695382 w 1782629"/>
                <a:gd name="connsiteY133" fmla="*/ 1228598 h 1448119"/>
                <a:gd name="connsiteX0" fmla="*/ 1537138 w 1782629"/>
                <a:gd name="connsiteY0" fmla="*/ 0 h 1448119"/>
                <a:gd name="connsiteX1" fmla="*/ 1693729 w 1782629"/>
                <a:gd name="connsiteY1" fmla="*/ 1905 h 1448119"/>
                <a:gd name="connsiteX2" fmla="*/ 1780217 w 1782629"/>
                <a:gd name="connsiteY2" fmla="*/ 96647 h 1448119"/>
                <a:gd name="connsiteX3" fmla="*/ 1782629 w 1782629"/>
                <a:gd name="connsiteY3" fmla="*/ 358648 h 1448119"/>
                <a:gd name="connsiteX4" fmla="*/ 1780089 w 1782629"/>
                <a:gd name="connsiteY4" fmla="*/ 552958 h 1448119"/>
                <a:gd name="connsiteX5" fmla="*/ 1743513 w 1782629"/>
                <a:gd name="connsiteY5" fmla="*/ 621284 h 1448119"/>
                <a:gd name="connsiteX6" fmla="*/ 1555680 w 1782629"/>
                <a:gd name="connsiteY6" fmla="*/ 645414 h 1448119"/>
                <a:gd name="connsiteX7" fmla="*/ 1069398 w 1782629"/>
                <a:gd name="connsiteY7" fmla="*/ 648843 h 1448119"/>
                <a:gd name="connsiteX8" fmla="*/ 1017708 w 1782629"/>
                <a:gd name="connsiteY8" fmla="*/ 647446 h 1448119"/>
                <a:gd name="connsiteX9" fmla="*/ 1012374 w 1782629"/>
                <a:gd name="connsiteY9" fmla="*/ 556895 h 1448119"/>
                <a:gd name="connsiteX10" fmla="*/ 936048 w 1782629"/>
                <a:gd name="connsiteY10" fmla="*/ 619379 h 1448119"/>
                <a:gd name="connsiteX11" fmla="*/ 742245 w 1782629"/>
                <a:gd name="connsiteY11" fmla="*/ 791464 h 1448119"/>
                <a:gd name="connsiteX12" fmla="*/ 932492 w 1782629"/>
                <a:gd name="connsiteY12" fmla="*/ 924687 h 1448119"/>
                <a:gd name="connsiteX13" fmla="*/ 1004881 w 1782629"/>
                <a:gd name="connsiteY13" fmla="*/ 751713 h 1448119"/>
                <a:gd name="connsiteX14" fmla="*/ 1183189 w 1782629"/>
                <a:gd name="connsiteY14" fmla="*/ 748284 h 1448119"/>
                <a:gd name="connsiteX15" fmla="*/ 1620197 w 1782629"/>
                <a:gd name="connsiteY15" fmla="*/ 750062 h 1448119"/>
                <a:gd name="connsiteX16" fmla="*/ 1680522 w 1782629"/>
                <a:gd name="connsiteY16" fmla="*/ 784479 h 1448119"/>
                <a:gd name="connsiteX17" fmla="*/ 1572825 w 1782629"/>
                <a:gd name="connsiteY17" fmla="*/ 1215517 h 1448119"/>
                <a:gd name="connsiteX18" fmla="*/ 1579556 w 1782629"/>
                <a:gd name="connsiteY18" fmla="*/ 1229995 h 1448119"/>
                <a:gd name="connsiteX19" fmla="*/ 1561904 w 1782629"/>
                <a:gd name="connsiteY19" fmla="*/ 1296036 h 1448119"/>
                <a:gd name="connsiteX20" fmla="*/ 1478718 w 1782629"/>
                <a:gd name="connsiteY20" fmla="*/ 1299592 h 1448119"/>
                <a:gd name="connsiteX21" fmla="*/ 704273 w 1782629"/>
                <a:gd name="connsiteY21" fmla="*/ 1299083 h 1448119"/>
                <a:gd name="connsiteX22" fmla="*/ 675189 w 1782629"/>
                <a:gd name="connsiteY22" fmla="*/ 1205358 h 1448119"/>
                <a:gd name="connsiteX23" fmla="*/ 834067 w 1782629"/>
                <a:gd name="connsiteY23" fmla="*/ 1201293 h 1448119"/>
                <a:gd name="connsiteX24" fmla="*/ 789743 w 1782629"/>
                <a:gd name="connsiteY24" fmla="*/ 838454 h 1448119"/>
                <a:gd name="connsiteX25" fmla="*/ 757612 w 1782629"/>
                <a:gd name="connsiteY25" fmla="*/ 824484 h 1448119"/>
                <a:gd name="connsiteX26" fmla="*/ 667696 w 1782629"/>
                <a:gd name="connsiteY26" fmla="*/ 804799 h 1448119"/>
                <a:gd name="connsiteX27" fmla="*/ 514788 w 1782629"/>
                <a:gd name="connsiteY27" fmla="*/ 848360 h 1448119"/>
                <a:gd name="connsiteX28" fmla="*/ 348672 w 1782629"/>
                <a:gd name="connsiteY28" fmla="*/ 804672 h 1448119"/>
                <a:gd name="connsiteX29" fmla="*/ 253295 w 1782629"/>
                <a:gd name="connsiteY29" fmla="*/ 830199 h 1448119"/>
                <a:gd name="connsiteX30" fmla="*/ 247580 w 1782629"/>
                <a:gd name="connsiteY30" fmla="*/ 852043 h 1448119"/>
                <a:gd name="connsiteX31" fmla="*/ 210623 w 1782629"/>
                <a:gd name="connsiteY31" fmla="*/ 1111504 h 1448119"/>
                <a:gd name="connsiteX32" fmla="*/ 430206 w 1782629"/>
                <a:gd name="connsiteY32" fmla="*/ 1091058 h 1448119"/>
                <a:gd name="connsiteX33" fmla="*/ 426142 w 1782629"/>
                <a:gd name="connsiteY33" fmla="*/ 1057402 h 1448119"/>
                <a:gd name="connsiteX34" fmla="*/ 411918 w 1782629"/>
                <a:gd name="connsiteY34" fmla="*/ 984123 h 1448119"/>
                <a:gd name="connsiteX35" fmla="*/ 511994 w 1782629"/>
                <a:gd name="connsiteY35" fmla="*/ 974979 h 1448119"/>
                <a:gd name="connsiteX36" fmla="*/ 579939 w 1782629"/>
                <a:gd name="connsiteY36" fmla="*/ 976122 h 1448119"/>
                <a:gd name="connsiteX37" fmla="*/ 629215 w 1782629"/>
                <a:gd name="connsiteY37" fmla="*/ 1010920 h 1448119"/>
                <a:gd name="connsiteX38" fmla="*/ 596957 w 1782629"/>
                <a:gd name="connsiteY38" fmla="*/ 1085850 h 1448119"/>
                <a:gd name="connsiteX39" fmla="*/ 611308 w 1782629"/>
                <a:gd name="connsiteY39" fmla="*/ 1204595 h 1448119"/>
                <a:gd name="connsiteX40" fmla="*/ 697542 w 1782629"/>
                <a:gd name="connsiteY40" fmla="*/ 1380490 h 1448119"/>
                <a:gd name="connsiteX41" fmla="*/ 680650 w 1782629"/>
                <a:gd name="connsiteY41" fmla="*/ 1445133 h 1448119"/>
                <a:gd name="connsiteX42" fmla="*/ 400869 w 1782629"/>
                <a:gd name="connsiteY42" fmla="*/ 1447673 h 1448119"/>
                <a:gd name="connsiteX43" fmla="*/ 339655 w 1782629"/>
                <a:gd name="connsiteY43" fmla="*/ 1428242 h 1448119"/>
                <a:gd name="connsiteX44" fmla="*/ 349053 w 1782629"/>
                <a:gd name="connsiteY44" fmla="*/ 1340993 h 1448119"/>
                <a:gd name="connsiteX45" fmla="*/ 40443 w 1782629"/>
                <a:gd name="connsiteY45" fmla="*/ 1236980 h 1448119"/>
                <a:gd name="connsiteX46" fmla="*/ 94672 w 1782629"/>
                <a:gd name="connsiteY46" fmla="*/ 949325 h 1448119"/>
                <a:gd name="connsiteX47" fmla="*/ 286061 w 1782629"/>
                <a:gd name="connsiteY47" fmla="*/ 790067 h 1448119"/>
                <a:gd name="connsiteX48" fmla="*/ 194494 w 1782629"/>
                <a:gd name="connsiteY48" fmla="*/ 736092 h 1448119"/>
                <a:gd name="connsiteX49" fmla="*/ 101276 w 1782629"/>
                <a:gd name="connsiteY49" fmla="*/ 621411 h 1448119"/>
                <a:gd name="connsiteX50" fmla="*/ 43110 w 1782629"/>
                <a:gd name="connsiteY50" fmla="*/ 588264 h 1448119"/>
                <a:gd name="connsiteX51" fmla="*/ 21393 w 1782629"/>
                <a:gd name="connsiteY51" fmla="*/ 365379 h 1448119"/>
                <a:gd name="connsiteX52" fmla="*/ 92132 w 1782629"/>
                <a:gd name="connsiteY52" fmla="*/ 307594 h 1448119"/>
                <a:gd name="connsiteX53" fmla="*/ 317938 w 1782629"/>
                <a:gd name="connsiteY53" fmla="*/ 102997 h 1448119"/>
                <a:gd name="connsiteX54" fmla="*/ 696271 w 1782629"/>
                <a:gd name="connsiteY54" fmla="*/ 93726 h 1448119"/>
                <a:gd name="connsiteX55" fmla="*/ 828732 w 1782629"/>
                <a:gd name="connsiteY55" fmla="*/ 169291 h 1448119"/>
                <a:gd name="connsiteX56" fmla="*/ 943540 w 1782629"/>
                <a:gd name="connsiteY56" fmla="*/ 311785 h 1448119"/>
                <a:gd name="connsiteX57" fmla="*/ 1016057 w 1782629"/>
                <a:gd name="connsiteY57" fmla="*/ 364998 h 1448119"/>
                <a:gd name="connsiteX58" fmla="*/ 1012248 w 1782629"/>
                <a:gd name="connsiteY58" fmla="*/ 133858 h 1448119"/>
                <a:gd name="connsiteX59" fmla="*/ 1060380 w 1782629"/>
                <a:gd name="connsiteY59" fmla="*/ 17526 h 1448119"/>
                <a:gd name="connsiteX60" fmla="*/ 1149026 w 1782629"/>
                <a:gd name="connsiteY60" fmla="*/ 254 h 1448119"/>
                <a:gd name="connsiteX61" fmla="*/ 1035107 w 1782629"/>
                <a:gd name="connsiteY61" fmla="*/ 108077 h 1448119"/>
                <a:gd name="connsiteX62" fmla="*/ 1034345 w 1782629"/>
                <a:gd name="connsiteY62" fmla="*/ 623697 h 1448119"/>
                <a:gd name="connsiteX63" fmla="*/ 1670361 w 1782629"/>
                <a:gd name="connsiteY63" fmla="*/ 621538 h 1448119"/>
                <a:gd name="connsiteX64" fmla="*/ 1759135 w 1782629"/>
                <a:gd name="connsiteY64" fmla="*/ 528701 h 1448119"/>
                <a:gd name="connsiteX65" fmla="*/ 1758880 w 1782629"/>
                <a:gd name="connsiteY65" fmla="*/ 108712 h 1448119"/>
                <a:gd name="connsiteX66" fmla="*/ 1683188 w 1782629"/>
                <a:gd name="connsiteY66" fmla="*/ 25781 h 1448119"/>
                <a:gd name="connsiteX67" fmla="*/ 1035107 w 1782629"/>
                <a:gd name="connsiteY67" fmla="*/ 108077 h 1448119"/>
                <a:gd name="connsiteX68" fmla="*/ 268027 w 1782629"/>
                <a:gd name="connsiteY68" fmla="*/ 155194 h 1448119"/>
                <a:gd name="connsiteX69" fmla="*/ 98482 w 1782629"/>
                <a:gd name="connsiteY69" fmla="*/ 394081 h 1448119"/>
                <a:gd name="connsiteX70" fmla="*/ 96450 w 1782629"/>
                <a:gd name="connsiteY70" fmla="*/ 396240 h 1448119"/>
                <a:gd name="connsiteX71" fmla="*/ 202114 w 1782629"/>
                <a:gd name="connsiteY71" fmla="*/ 709041 h 1448119"/>
                <a:gd name="connsiteX72" fmla="*/ 388042 w 1782629"/>
                <a:gd name="connsiteY72" fmla="*/ 780034 h 1448119"/>
                <a:gd name="connsiteX73" fmla="*/ 691954 w 1782629"/>
                <a:gd name="connsiteY73" fmla="*/ 777494 h 1448119"/>
                <a:gd name="connsiteX74" fmla="*/ 940746 w 1782629"/>
                <a:gd name="connsiteY74" fmla="*/ 490093 h 1448119"/>
                <a:gd name="connsiteX75" fmla="*/ 834574 w 1782629"/>
                <a:gd name="connsiteY75" fmla="*/ 207137 h 1448119"/>
                <a:gd name="connsiteX76" fmla="*/ 509708 w 1782629"/>
                <a:gd name="connsiteY76" fmla="*/ 102108 h 1448119"/>
                <a:gd name="connsiteX77" fmla="*/ 268027 w 1782629"/>
                <a:gd name="connsiteY77" fmla="*/ 155194 h 1448119"/>
                <a:gd name="connsiteX78" fmla="*/ 82480 w 1782629"/>
                <a:gd name="connsiteY78" fmla="*/ 586994 h 1448119"/>
                <a:gd name="connsiteX79" fmla="*/ 77146 w 1782629"/>
                <a:gd name="connsiteY79" fmla="*/ 335534 h 1448119"/>
                <a:gd name="connsiteX80" fmla="*/ 82480 w 1782629"/>
                <a:gd name="connsiteY80" fmla="*/ 586994 h 1448119"/>
                <a:gd name="connsiteX81" fmla="*/ 950144 w 1782629"/>
                <a:gd name="connsiteY81" fmla="*/ 334010 h 1448119"/>
                <a:gd name="connsiteX82" fmla="*/ 946969 w 1782629"/>
                <a:gd name="connsiteY82" fmla="*/ 589788 h 1448119"/>
                <a:gd name="connsiteX83" fmla="*/ 950144 w 1782629"/>
                <a:gd name="connsiteY83" fmla="*/ 334010 h 1448119"/>
                <a:gd name="connsiteX84" fmla="*/ 998912 w 1782629"/>
                <a:gd name="connsiteY84" fmla="*/ 780669 h 1448119"/>
                <a:gd name="connsiteX85" fmla="*/ 967670 w 1782629"/>
                <a:gd name="connsiteY85" fmla="*/ 872617 h 1448119"/>
                <a:gd name="connsiteX86" fmla="*/ 900361 w 1782629"/>
                <a:gd name="connsiteY86" fmla="*/ 1201293 h 1448119"/>
                <a:gd name="connsiteX87" fmla="*/ 1554792 w 1782629"/>
                <a:gd name="connsiteY87" fmla="*/ 1201293 h 1448119"/>
                <a:gd name="connsiteX88" fmla="*/ 1650804 w 1782629"/>
                <a:gd name="connsiteY88" fmla="*/ 777875 h 1448119"/>
                <a:gd name="connsiteX89" fmla="*/ 1060254 w 1782629"/>
                <a:gd name="connsiteY89" fmla="*/ 776097 h 1448119"/>
                <a:gd name="connsiteX90" fmla="*/ 998912 w 1782629"/>
                <a:gd name="connsiteY90" fmla="*/ 780669 h 1448119"/>
                <a:gd name="connsiteX91" fmla="*/ 436175 w 1782629"/>
                <a:gd name="connsiteY91" fmla="*/ 803910 h 1448119"/>
                <a:gd name="connsiteX92" fmla="*/ 593528 w 1782629"/>
                <a:gd name="connsiteY92" fmla="*/ 803656 h 1448119"/>
                <a:gd name="connsiteX93" fmla="*/ 436175 w 1782629"/>
                <a:gd name="connsiteY93" fmla="*/ 803910 h 1448119"/>
                <a:gd name="connsiteX94" fmla="*/ 50857 w 1782629"/>
                <a:gd name="connsiteY94" fmla="*/ 1151255 h 1448119"/>
                <a:gd name="connsiteX95" fmla="*/ 73336 w 1782629"/>
                <a:gd name="connsiteY95" fmla="*/ 1247775 h 1448119"/>
                <a:gd name="connsiteX96" fmla="*/ 363912 w 1782629"/>
                <a:gd name="connsiteY96" fmla="*/ 1318387 h 1448119"/>
                <a:gd name="connsiteX97" fmla="*/ 380168 w 1782629"/>
                <a:gd name="connsiteY97" fmla="*/ 1289558 h 1448119"/>
                <a:gd name="connsiteX98" fmla="*/ 362515 w 1782629"/>
                <a:gd name="connsiteY98" fmla="*/ 1120902 h 1448119"/>
                <a:gd name="connsiteX99" fmla="*/ 140011 w 1782629"/>
                <a:gd name="connsiteY99" fmla="*/ 1138809 h 1448119"/>
                <a:gd name="connsiteX100" fmla="*/ 185731 w 1782629"/>
                <a:gd name="connsiteY100" fmla="*/ 1111758 h 1448119"/>
                <a:gd name="connsiteX101" fmla="*/ 220910 w 1782629"/>
                <a:gd name="connsiteY101" fmla="*/ 846455 h 1448119"/>
                <a:gd name="connsiteX102" fmla="*/ 50857 w 1782629"/>
                <a:gd name="connsiteY102" fmla="*/ 1151255 h 1448119"/>
                <a:gd name="connsiteX103" fmla="*/ 825049 w 1782629"/>
                <a:gd name="connsiteY103" fmla="*/ 856108 h 1448119"/>
                <a:gd name="connsiteX104" fmla="*/ 857307 w 1782629"/>
                <a:gd name="connsiteY104" fmla="*/ 1201293 h 1448119"/>
                <a:gd name="connsiteX105" fmla="*/ 875468 w 1782629"/>
                <a:gd name="connsiteY105" fmla="*/ 1201293 h 1448119"/>
                <a:gd name="connsiteX106" fmla="*/ 922331 w 1782629"/>
                <a:gd name="connsiteY106" fmla="*/ 958470 h 1448119"/>
                <a:gd name="connsiteX107" fmla="*/ 825049 w 1782629"/>
                <a:gd name="connsiteY107" fmla="*/ 856108 h 1448119"/>
                <a:gd name="connsiteX108" fmla="*/ 433000 w 1782629"/>
                <a:gd name="connsiteY108" fmla="*/ 1003808 h 1448119"/>
                <a:gd name="connsiteX109" fmla="*/ 419538 w 1782629"/>
                <a:gd name="connsiteY109" fmla="*/ 1023493 h 1448119"/>
                <a:gd name="connsiteX110" fmla="*/ 492055 w 1782629"/>
                <a:gd name="connsiteY110" fmla="*/ 1035431 h 1448119"/>
                <a:gd name="connsiteX111" fmla="*/ 455860 w 1782629"/>
                <a:gd name="connsiteY111" fmla="*/ 1059942 h 1448119"/>
                <a:gd name="connsiteX112" fmla="*/ 453193 w 1782629"/>
                <a:gd name="connsiteY112" fmla="*/ 1082802 h 1448119"/>
                <a:gd name="connsiteX113" fmla="*/ 526853 w 1782629"/>
                <a:gd name="connsiteY113" fmla="*/ 1124712 h 1448119"/>
                <a:gd name="connsiteX114" fmla="*/ 527361 w 1782629"/>
                <a:gd name="connsiteY114" fmla="*/ 1271524 h 1448119"/>
                <a:gd name="connsiteX115" fmla="*/ 400615 w 1782629"/>
                <a:gd name="connsiteY115" fmla="*/ 1304671 h 1448119"/>
                <a:gd name="connsiteX116" fmla="*/ 361499 w 1782629"/>
                <a:gd name="connsiteY116" fmla="*/ 1418590 h 1448119"/>
                <a:gd name="connsiteX117" fmla="*/ 590988 w 1782629"/>
                <a:gd name="connsiteY117" fmla="*/ 1424305 h 1448119"/>
                <a:gd name="connsiteX118" fmla="*/ 675698 w 1782629"/>
                <a:gd name="connsiteY118" fmla="*/ 1413002 h 1448119"/>
                <a:gd name="connsiteX119" fmla="*/ 592893 w 1782629"/>
                <a:gd name="connsiteY119" fmla="*/ 1228979 h 1448119"/>
                <a:gd name="connsiteX120" fmla="*/ 572065 w 1782629"/>
                <a:gd name="connsiteY120" fmla="*/ 1137920 h 1448119"/>
                <a:gd name="connsiteX121" fmla="*/ 607244 w 1782629"/>
                <a:gd name="connsiteY121" fmla="*/ 1009396 h 1448119"/>
                <a:gd name="connsiteX122" fmla="*/ 433000 w 1782629"/>
                <a:gd name="connsiteY122" fmla="*/ 1003808 h 1448119"/>
                <a:gd name="connsiteX123" fmla="*/ 416744 w 1782629"/>
                <a:gd name="connsiteY123" fmla="*/ 1117727 h 1448119"/>
                <a:gd name="connsiteX124" fmla="*/ 387788 w 1782629"/>
                <a:gd name="connsiteY124" fmla="*/ 1266064 h 1448119"/>
                <a:gd name="connsiteX125" fmla="*/ 476815 w 1782629"/>
                <a:gd name="connsiteY125" fmla="*/ 1275715 h 1448119"/>
                <a:gd name="connsiteX126" fmla="*/ 520503 w 1782629"/>
                <a:gd name="connsiteY126" fmla="*/ 1176909 h 1448119"/>
                <a:gd name="connsiteX127" fmla="*/ 416744 w 1782629"/>
                <a:gd name="connsiteY127" fmla="*/ 1117727 h 1448119"/>
                <a:gd name="connsiteX128" fmla="*/ 695382 w 1782629"/>
                <a:gd name="connsiteY128" fmla="*/ 1228598 h 1448119"/>
                <a:gd name="connsiteX129" fmla="*/ 694493 w 1782629"/>
                <a:gd name="connsiteY129" fmla="*/ 1274064 h 1448119"/>
                <a:gd name="connsiteX130" fmla="*/ 1551998 w 1782629"/>
                <a:gd name="connsiteY130" fmla="*/ 1273556 h 1448119"/>
                <a:gd name="connsiteX131" fmla="*/ 1554664 w 1782629"/>
                <a:gd name="connsiteY131" fmla="*/ 1228345 h 1448119"/>
                <a:gd name="connsiteX132" fmla="*/ 695382 w 1782629"/>
                <a:gd name="connsiteY132" fmla="*/ 1228598 h 1448119"/>
                <a:gd name="connsiteX0" fmla="*/ 1693729 w 1782629"/>
                <a:gd name="connsiteY0" fmla="*/ 1651 h 1447865"/>
                <a:gd name="connsiteX1" fmla="*/ 1780217 w 1782629"/>
                <a:gd name="connsiteY1" fmla="*/ 96393 h 1447865"/>
                <a:gd name="connsiteX2" fmla="*/ 1782629 w 1782629"/>
                <a:gd name="connsiteY2" fmla="*/ 358394 h 1447865"/>
                <a:gd name="connsiteX3" fmla="*/ 1780089 w 1782629"/>
                <a:gd name="connsiteY3" fmla="*/ 552704 h 1447865"/>
                <a:gd name="connsiteX4" fmla="*/ 1743513 w 1782629"/>
                <a:gd name="connsiteY4" fmla="*/ 621030 h 1447865"/>
                <a:gd name="connsiteX5" fmla="*/ 1555680 w 1782629"/>
                <a:gd name="connsiteY5" fmla="*/ 645160 h 1447865"/>
                <a:gd name="connsiteX6" fmla="*/ 1069398 w 1782629"/>
                <a:gd name="connsiteY6" fmla="*/ 648589 h 1447865"/>
                <a:gd name="connsiteX7" fmla="*/ 1017708 w 1782629"/>
                <a:gd name="connsiteY7" fmla="*/ 647192 h 1447865"/>
                <a:gd name="connsiteX8" fmla="*/ 1012374 w 1782629"/>
                <a:gd name="connsiteY8" fmla="*/ 556641 h 1447865"/>
                <a:gd name="connsiteX9" fmla="*/ 936048 w 1782629"/>
                <a:gd name="connsiteY9" fmla="*/ 619125 h 1447865"/>
                <a:gd name="connsiteX10" fmla="*/ 742245 w 1782629"/>
                <a:gd name="connsiteY10" fmla="*/ 791210 h 1447865"/>
                <a:gd name="connsiteX11" fmla="*/ 932492 w 1782629"/>
                <a:gd name="connsiteY11" fmla="*/ 924433 h 1447865"/>
                <a:gd name="connsiteX12" fmla="*/ 1004881 w 1782629"/>
                <a:gd name="connsiteY12" fmla="*/ 751459 h 1447865"/>
                <a:gd name="connsiteX13" fmla="*/ 1183189 w 1782629"/>
                <a:gd name="connsiteY13" fmla="*/ 748030 h 1447865"/>
                <a:gd name="connsiteX14" fmla="*/ 1620197 w 1782629"/>
                <a:gd name="connsiteY14" fmla="*/ 749808 h 1447865"/>
                <a:gd name="connsiteX15" fmla="*/ 1680522 w 1782629"/>
                <a:gd name="connsiteY15" fmla="*/ 784225 h 1447865"/>
                <a:gd name="connsiteX16" fmla="*/ 1572825 w 1782629"/>
                <a:gd name="connsiteY16" fmla="*/ 1215263 h 1447865"/>
                <a:gd name="connsiteX17" fmla="*/ 1579556 w 1782629"/>
                <a:gd name="connsiteY17" fmla="*/ 1229741 h 1447865"/>
                <a:gd name="connsiteX18" fmla="*/ 1561904 w 1782629"/>
                <a:gd name="connsiteY18" fmla="*/ 1295782 h 1447865"/>
                <a:gd name="connsiteX19" fmla="*/ 1478718 w 1782629"/>
                <a:gd name="connsiteY19" fmla="*/ 1299338 h 1447865"/>
                <a:gd name="connsiteX20" fmla="*/ 704273 w 1782629"/>
                <a:gd name="connsiteY20" fmla="*/ 1298829 h 1447865"/>
                <a:gd name="connsiteX21" fmla="*/ 675189 w 1782629"/>
                <a:gd name="connsiteY21" fmla="*/ 1205104 h 1447865"/>
                <a:gd name="connsiteX22" fmla="*/ 834067 w 1782629"/>
                <a:gd name="connsiteY22" fmla="*/ 1201039 h 1447865"/>
                <a:gd name="connsiteX23" fmla="*/ 789743 w 1782629"/>
                <a:gd name="connsiteY23" fmla="*/ 838200 h 1447865"/>
                <a:gd name="connsiteX24" fmla="*/ 757612 w 1782629"/>
                <a:gd name="connsiteY24" fmla="*/ 824230 h 1447865"/>
                <a:gd name="connsiteX25" fmla="*/ 667696 w 1782629"/>
                <a:gd name="connsiteY25" fmla="*/ 804545 h 1447865"/>
                <a:gd name="connsiteX26" fmla="*/ 514788 w 1782629"/>
                <a:gd name="connsiteY26" fmla="*/ 848106 h 1447865"/>
                <a:gd name="connsiteX27" fmla="*/ 348672 w 1782629"/>
                <a:gd name="connsiteY27" fmla="*/ 804418 h 1447865"/>
                <a:gd name="connsiteX28" fmla="*/ 253295 w 1782629"/>
                <a:gd name="connsiteY28" fmla="*/ 829945 h 1447865"/>
                <a:gd name="connsiteX29" fmla="*/ 247580 w 1782629"/>
                <a:gd name="connsiteY29" fmla="*/ 851789 h 1447865"/>
                <a:gd name="connsiteX30" fmla="*/ 210623 w 1782629"/>
                <a:gd name="connsiteY30" fmla="*/ 1111250 h 1447865"/>
                <a:gd name="connsiteX31" fmla="*/ 430206 w 1782629"/>
                <a:gd name="connsiteY31" fmla="*/ 1090804 h 1447865"/>
                <a:gd name="connsiteX32" fmla="*/ 426142 w 1782629"/>
                <a:gd name="connsiteY32" fmla="*/ 1057148 h 1447865"/>
                <a:gd name="connsiteX33" fmla="*/ 411918 w 1782629"/>
                <a:gd name="connsiteY33" fmla="*/ 983869 h 1447865"/>
                <a:gd name="connsiteX34" fmla="*/ 511994 w 1782629"/>
                <a:gd name="connsiteY34" fmla="*/ 974725 h 1447865"/>
                <a:gd name="connsiteX35" fmla="*/ 579939 w 1782629"/>
                <a:gd name="connsiteY35" fmla="*/ 975868 h 1447865"/>
                <a:gd name="connsiteX36" fmla="*/ 629215 w 1782629"/>
                <a:gd name="connsiteY36" fmla="*/ 1010666 h 1447865"/>
                <a:gd name="connsiteX37" fmla="*/ 596957 w 1782629"/>
                <a:gd name="connsiteY37" fmla="*/ 1085596 h 1447865"/>
                <a:gd name="connsiteX38" fmla="*/ 611308 w 1782629"/>
                <a:gd name="connsiteY38" fmla="*/ 1204341 h 1447865"/>
                <a:gd name="connsiteX39" fmla="*/ 697542 w 1782629"/>
                <a:gd name="connsiteY39" fmla="*/ 1380236 h 1447865"/>
                <a:gd name="connsiteX40" fmla="*/ 680650 w 1782629"/>
                <a:gd name="connsiteY40" fmla="*/ 1444879 h 1447865"/>
                <a:gd name="connsiteX41" fmla="*/ 400869 w 1782629"/>
                <a:gd name="connsiteY41" fmla="*/ 1447419 h 1447865"/>
                <a:gd name="connsiteX42" fmla="*/ 339655 w 1782629"/>
                <a:gd name="connsiteY42" fmla="*/ 1427988 h 1447865"/>
                <a:gd name="connsiteX43" fmla="*/ 349053 w 1782629"/>
                <a:gd name="connsiteY43" fmla="*/ 1340739 h 1447865"/>
                <a:gd name="connsiteX44" fmla="*/ 40443 w 1782629"/>
                <a:gd name="connsiteY44" fmla="*/ 1236726 h 1447865"/>
                <a:gd name="connsiteX45" fmla="*/ 94672 w 1782629"/>
                <a:gd name="connsiteY45" fmla="*/ 949071 h 1447865"/>
                <a:gd name="connsiteX46" fmla="*/ 286061 w 1782629"/>
                <a:gd name="connsiteY46" fmla="*/ 789813 h 1447865"/>
                <a:gd name="connsiteX47" fmla="*/ 194494 w 1782629"/>
                <a:gd name="connsiteY47" fmla="*/ 735838 h 1447865"/>
                <a:gd name="connsiteX48" fmla="*/ 101276 w 1782629"/>
                <a:gd name="connsiteY48" fmla="*/ 621157 h 1447865"/>
                <a:gd name="connsiteX49" fmla="*/ 43110 w 1782629"/>
                <a:gd name="connsiteY49" fmla="*/ 588010 h 1447865"/>
                <a:gd name="connsiteX50" fmla="*/ 21393 w 1782629"/>
                <a:gd name="connsiteY50" fmla="*/ 365125 h 1447865"/>
                <a:gd name="connsiteX51" fmla="*/ 92132 w 1782629"/>
                <a:gd name="connsiteY51" fmla="*/ 307340 h 1447865"/>
                <a:gd name="connsiteX52" fmla="*/ 317938 w 1782629"/>
                <a:gd name="connsiteY52" fmla="*/ 102743 h 1447865"/>
                <a:gd name="connsiteX53" fmla="*/ 696271 w 1782629"/>
                <a:gd name="connsiteY53" fmla="*/ 93472 h 1447865"/>
                <a:gd name="connsiteX54" fmla="*/ 828732 w 1782629"/>
                <a:gd name="connsiteY54" fmla="*/ 169037 h 1447865"/>
                <a:gd name="connsiteX55" fmla="*/ 943540 w 1782629"/>
                <a:gd name="connsiteY55" fmla="*/ 311531 h 1447865"/>
                <a:gd name="connsiteX56" fmla="*/ 1016057 w 1782629"/>
                <a:gd name="connsiteY56" fmla="*/ 364744 h 1447865"/>
                <a:gd name="connsiteX57" fmla="*/ 1012248 w 1782629"/>
                <a:gd name="connsiteY57" fmla="*/ 133604 h 1447865"/>
                <a:gd name="connsiteX58" fmla="*/ 1060380 w 1782629"/>
                <a:gd name="connsiteY58" fmla="*/ 17272 h 1447865"/>
                <a:gd name="connsiteX59" fmla="*/ 1149026 w 1782629"/>
                <a:gd name="connsiteY59" fmla="*/ 0 h 1447865"/>
                <a:gd name="connsiteX60" fmla="*/ 1035107 w 1782629"/>
                <a:gd name="connsiteY60" fmla="*/ 107823 h 1447865"/>
                <a:gd name="connsiteX61" fmla="*/ 1034345 w 1782629"/>
                <a:gd name="connsiteY61" fmla="*/ 623443 h 1447865"/>
                <a:gd name="connsiteX62" fmla="*/ 1670361 w 1782629"/>
                <a:gd name="connsiteY62" fmla="*/ 621284 h 1447865"/>
                <a:gd name="connsiteX63" fmla="*/ 1759135 w 1782629"/>
                <a:gd name="connsiteY63" fmla="*/ 528447 h 1447865"/>
                <a:gd name="connsiteX64" fmla="*/ 1758880 w 1782629"/>
                <a:gd name="connsiteY64" fmla="*/ 108458 h 1447865"/>
                <a:gd name="connsiteX65" fmla="*/ 1683188 w 1782629"/>
                <a:gd name="connsiteY65" fmla="*/ 25527 h 1447865"/>
                <a:gd name="connsiteX66" fmla="*/ 1035107 w 1782629"/>
                <a:gd name="connsiteY66" fmla="*/ 107823 h 1447865"/>
                <a:gd name="connsiteX67" fmla="*/ 268027 w 1782629"/>
                <a:gd name="connsiteY67" fmla="*/ 154940 h 1447865"/>
                <a:gd name="connsiteX68" fmla="*/ 98482 w 1782629"/>
                <a:gd name="connsiteY68" fmla="*/ 393827 h 1447865"/>
                <a:gd name="connsiteX69" fmla="*/ 96450 w 1782629"/>
                <a:gd name="connsiteY69" fmla="*/ 395986 h 1447865"/>
                <a:gd name="connsiteX70" fmla="*/ 202114 w 1782629"/>
                <a:gd name="connsiteY70" fmla="*/ 708787 h 1447865"/>
                <a:gd name="connsiteX71" fmla="*/ 388042 w 1782629"/>
                <a:gd name="connsiteY71" fmla="*/ 779780 h 1447865"/>
                <a:gd name="connsiteX72" fmla="*/ 691954 w 1782629"/>
                <a:gd name="connsiteY72" fmla="*/ 777240 h 1447865"/>
                <a:gd name="connsiteX73" fmla="*/ 940746 w 1782629"/>
                <a:gd name="connsiteY73" fmla="*/ 489839 h 1447865"/>
                <a:gd name="connsiteX74" fmla="*/ 834574 w 1782629"/>
                <a:gd name="connsiteY74" fmla="*/ 206883 h 1447865"/>
                <a:gd name="connsiteX75" fmla="*/ 509708 w 1782629"/>
                <a:gd name="connsiteY75" fmla="*/ 101854 h 1447865"/>
                <a:gd name="connsiteX76" fmla="*/ 268027 w 1782629"/>
                <a:gd name="connsiteY76" fmla="*/ 154940 h 1447865"/>
                <a:gd name="connsiteX77" fmla="*/ 82480 w 1782629"/>
                <a:gd name="connsiteY77" fmla="*/ 586740 h 1447865"/>
                <a:gd name="connsiteX78" fmla="*/ 77146 w 1782629"/>
                <a:gd name="connsiteY78" fmla="*/ 335280 h 1447865"/>
                <a:gd name="connsiteX79" fmla="*/ 82480 w 1782629"/>
                <a:gd name="connsiteY79" fmla="*/ 586740 h 1447865"/>
                <a:gd name="connsiteX80" fmla="*/ 950144 w 1782629"/>
                <a:gd name="connsiteY80" fmla="*/ 333756 h 1447865"/>
                <a:gd name="connsiteX81" fmla="*/ 946969 w 1782629"/>
                <a:gd name="connsiteY81" fmla="*/ 589534 h 1447865"/>
                <a:gd name="connsiteX82" fmla="*/ 950144 w 1782629"/>
                <a:gd name="connsiteY82" fmla="*/ 333756 h 1447865"/>
                <a:gd name="connsiteX83" fmla="*/ 998912 w 1782629"/>
                <a:gd name="connsiteY83" fmla="*/ 780415 h 1447865"/>
                <a:gd name="connsiteX84" fmla="*/ 967670 w 1782629"/>
                <a:gd name="connsiteY84" fmla="*/ 872363 h 1447865"/>
                <a:gd name="connsiteX85" fmla="*/ 900361 w 1782629"/>
                <a:gd name="connsiteY85" fmla="*/ 1201039 h 1447865"/>
                <a:gd name="connsiteX86" fmla="*/ 1554792 w 1782629"/>
                <a:gd name="connsiteY86" fmla="*/ 1201039 h 1447865"/>
                <a:gd name="connsiteX87" fmla="*/ 1650804 w 1782629"/>
                <a:gd name="connsiteY87" fmla="*/ 777621 h 1447865"/>
                <a:gd name="connsiteX88" fmla="*/ 1060254 w 1782629"/>
                <a:gd name="connsiteY88" fmla="*/ 775843 h 1447865"/>
                <a:gd name="connsiteX89" fmla="*/ 998912 w 1782629"/>
                <a:gd name="connsiteY89" fmla="*/ 780415 h 1447865"/>
                <a:gd name="connsiteX90" fmla="*/ 436175 w 1782629"/>
                <a:gd name="connsiteY90" fmla="*/ 803656 h 1447865"/>
                <a:gd name="connsiteX91" fmla="*/ 593528 w 1782629"/>
                <a:gd name="connsiteY91" fmla="*/ 803402 h 1447865"/>
                <a:gd name="connsiteX92" fmla="*/ 436175 w 1782629"/>
                <a:gd name="connsiteY92" fmla="*/ 803656 h 1447865"/>
                <a:gd name="connsiteX93" fmla="*/ 50857 w 1782629"/>
                <a:gd name="connsiteY93" fmla="*/ 1151001 h 1447865"/>
                <a:gd name="connsiteX94" fmla="*/ 73336 w 1782629"/>
                <a:gd name="connsiteY94" fmla="*/ 1247521 h 1447865"/>
                <a:gd name="connsiteX95" fmla="*/ 363912 w 1782629"/>
                <a:gd name="connsiteY95" fmla="*/ 1318133 h 1447865"/>
                <a:gd name="connsiteX96" fmla="*/ 380168 w 1782629"/>
                <a:gd name="connsiteY96" fmla="*/ 1289304 h 1447865"/>
                <a:gd name="connsiteX97" fmla="*/ 362515 w 1782629"/>
                <a:gd name="connsiteY97" fmla="*/ 1120648 h 1447865"/>
                <a:gd name="connsiteX98" fmla="*/ 140011 w 1782629"/>
                <a:gd name="connsiteY98" fmla="*/ 1138555 h 1447865"/>
                <a:gd name="connsiteX99" fmla="*/ 185731 w 1782629"/>
                <a:gd name="connsiteY99" fmla="*/ 1111504 h 1447865"/>
                <a:gd name="connsiteX100" fmla="*/ 220910 w 1782629"/>
                <a:gd name="connsiteY100" fmla="*/ 846201 h 1447865"/>
                <a:gd name="connsiteX101" fmla="*/ 50857 w 1782629"/>
                <a:gd name="connsiteY101" fmla="*/ 1151001 h 1447865"/>
                <a:gd name="connsiteX102" fmla="*/ 825049 w 1782629"/>
                <a:gd name="connsiteY102" fmla="*/ 855854 h 1447865"/>
                <a:gd name="connsiteX103" fmla="*/ 857307 w 1782629"/>
                <a:gd name="connsiteY103" fmla="*/ 1201039 h 1447865"/>
                <a:gd name="connsiteX104" fmla="*/ 875468 w 1782629"/>
                <a:gd name="connsiteY104" fmla="*/ 1201039 h 1447865"/>
                <a:gd name="connsiteX105" fmla="*/ 922331 w 1782629"/>
                <a:gd name="connsiteY105" fmla="*/ 958216 h 1447865"/>
                <a:gd name="connsiteX106" fmla="*/ 825049 w 1782629"/>
                <a:gd name="connsiteY106" fmla="*/ 855854 h 1447865"/>
                <a:gd name="connsiteX107" fmla="*/ 433000 w 1782629"/>
                <a:gd name="connsiteY107" fmla="*/ 1003554 h 1447865"/>
                <a:gd name="connsiteX108" fmla="*/ 419538 w 1782629"/>
                <a:gd name="connsiteY108" fmla="*/ 1023239 h 1447865"/>
                <a:gd name="connsiteX109" fmla="*/ 492055 w 1782629"/>
                <a:gd name="connsiteY109" fmla="*/ 1035177 h 1447865"/>
                <a:gd name="connsiteX110" fmla="*/ 455860 w 1782629"/>
                <a:gd name="connsiteY110" fmla="*/ 1059688 h 1447865"/>
                <a:gd name="connsiteX111" fmla="*/ 453193 w 1782629"/>
                <a:gd name="connsiteY111" fmla="*/ 1082548 h 1447865"/>
                <a:gd name="connsiteX112" fmla="*/ 526853 w 1782629"/>
                <a:gd name="connsiteY112" fmla="*/ 1124458 h 1447865"/>
                <a:gd name="connsiteX113" fmla="*/ 527361 w 1782629"/>
                <a:gd name="connsiteY113" fmla="*/ 1271270 h 1447865"/>
                <a:gd name="connsiteX114" fmla="*/ 400615 w 1782629"/>
                <a:gd name="connsiteY114" fmla="*/ 1304417 h 1447865"/>
                <a:gd name="connsiteX115" fmla="*/ 361499 w 1782629"/>
                <a:gd name="connsiteY115" fmla="*/ 1418336 h 1447865"/>
                <a:gd name="connsiteX116" fmla="*/ 590988 w 1782629"/>
                <a:gd name="connsiteY116" fmla="*/ 1424051 h 1447865"/>
                <a:gd name="connsiteX117" fmla="*/ 675698 w 1782629"/>
                <a:gd name="connsiteY117" fmla="*/ 1412748 h 1447865"/>
                <a:gd name="connsiteX118" fmla="*/ 592893 w 1782629"/>
                <a:gd name="connsiteY118" fmla="*/ 1228725 h 1447865"/>
                <a:gd name="connsiteX119" fmla="*/ 572065 w 1782629"/>
                <a:gd name="connsiteY119" fmla="*/ 1137666 h 1447865"/>
                <a:gd name="connsiteX120" fmla="*/ 607244 w 1782629"/>
                <a:gd name="connsiteY120" fmla="*/ 1009142 h 1447865"/>
                <a:gd name="connsiteX121" fmla="*/ 433000 w 1782629"/>
                <a:gd name="connsiteY121" fmla="*/ 1003554 h 1447865"/>
                <a:gd name="connsiteX122" fmla="*/ 416744 w 1782629"/>
                <a:gd name="connsiteY122" fmla="*/ 1117473 h 1447865"/>
                <a:gd name="connsiteX123" fmla="*/ 387788 w 1782629"/>
                <a:gd name="connsiteY123" fmla="*/ 1265810 h 1447865"/>
                <a:gd name="connsiteX124" fmla="*/ 476815 w 1782629"/>
                <a:gd name="connsiteY124" fmla="*/ 1275461 h 1447865"/>
                <a:gd name="connsiteX125" fmla="*/ 520503 w 1782629"/>
                <a:gd name="connsiteY125" fmla="*/ 1176655 h 1447865"/>
                <a:gd name="connsiteX126" fmla="*/ 416744 w 1782629"/>
                <a:gd name="connsiteY126" fmla="*/ 1117473 h 1447865"/>
                <a:gd name="connsiteX127" fmla="*/ 695382 w 1782629"/>
                <a:gd name="connsiteY127" fmla="*/ 1228344 h 1447865"/>
                <a:gd name="connsiteX128" fmla="*/ 694493 w 1782629"/>
                <a:gd name="connsiteY128" fmla="*/ 1273810 h 1447865"/>
                <a:gd name="connsiteX129" fmla="*/ 1551998 w 1782629"/>
                <a:gd name="connsiteY129" fmla="*/ 1273302 h 1447865"/>
                <a:gd name="connsiteX130" fmla="*/ 1554664 w 1782629"/>
                <a:gd name="connsiteY130" fmla="*/ 1228091 h 1447865"/>
                <a:gd name="connsiteX131" fmla="*/ 695382 w 1782629"/>
                <a:gd name="connsiteY131" fmla="*/ 1228344 h 1447865"/>
                <a:gd name="connsiteX0" fmla="*/ 1693729 w 1782629"/>
                <a:gd name="connsiteY0" fmla="*/ 1651 h 1447865"/>
                <a:gd name="connsiteX1" fmla="*/ 1780217 w 1782629"/>
                <a:gd name="connsiteY1" fmla="*/ 96393 h 1447865"/>
                <a:gd name="connsiteX2" fmla="*/ 1782629 w 1782629"/>
                <a:gd name="connsiteY2" fmla="*/ 358394 h 1447865"/>
                <a:gd name="connsiteX3" fmla="*/ 1780089 w 1782629"/>
                <a:gd name="connsiteY3" fmla="*/ 552704 h 1447865"/>
                <a:gd name="connsiteX4" fmla="*/ 1743513 w 1782629"/>
                <a:gd name="connsiteY4" fmla="*/ 621030 h 1447865"/>
                <a:gd name="connsiteX5" fmla="*/ 1555680 w 1782629"/>
                <a:gd name="connsiteY5" fmla="*/ 645160 h 1447865"/>
                <a:gd name="connsiteX6" fmla="*/ 1069398 w 1782629"/>
                <a:gd name="connsiteY6" fmla="*/ 648589 h 1447865"/>
                <a:gd name="connsiteX7" fmla="*/ 1017708 w 1782629"/>
                <a:gd name="connsiteY7" fmla="*/ 647192 h 1447865"/>
                <a:gd name="connsiteX8" fmla="*/ 1012374 w 1782629"/>
                <a:gd name="connsiteY8" fmla="*/ 556641 h 1447865"/>
                <a:gd name="connsiteX9" fmla="*/ 936048 w 1782629"/>
                <a:gd name="connsiteY9" fmla="*/ 619125 h 1447865"/>
                <a:gd name="connsiteX10" fmla="*/ 742245 w 1782629"/>
                <a:gd name="connsiteY10" fmla="*/ 791210 h 1447865"/>
                <a:gd name="connsiteX11" fmla="*/ 932492 w 1782629"/>
                <a:gd name="connsiteY11" fmla="*/ 924433 h 1447865"/>
                <a:gd name="connsiteX12" fmla="*/ 1004881 w 1782629"/>
                <a:gd name="connsiteY12" fmla="*/ 751459 h 1447865"/>
                <a:gd name="connsiteX13" fmla="*/ 1183189 w 1782629"/>
                <a:gd name="connsiteY13" fmla="*/ 748030 h 1447865"/>
                <a:gd name="connsiteX14" fmla="*/ 1620197 w 1782629"/>
                <a:gd name="connsiteY14" fmla="*/ 749808 h 1447865"/>
                <a:gd name="connsiteX15" fmla="*/ 1680522 w 1782629"/>
                <a:gd name="connsiteY15" fmla="*/ 784225 h 1447865"/>
                <a:gd name="connsiteX16" fmla="*/ 1572825 w 1782629"/>
                <a:gd name="connsiteY16" fmla="*/ 1215263 h 1447865"/>
                <a:gd name="connsiteX17" fmla="*/ 1579556 w 1782629"/>
                <a:gd name="connsiteY17" fmla="*/ 1229741 h 1447865"/>
                <a:gd name="connsiteX18" fmla="*/ 1561904 w 1782629"/>
                <a:gd name="connsiteY18" fmla="*/ 1295782 h 1447865"/>
                <a:gd name="connsiteX19" fmla="*/ 1478718 w 1782629"/>
                <a:gd name="connsiteY19" fmla="*/ 1299338 h 1447865"/>
                <a:gd name="connsiteX20" fmla="*/ 704273 w 1782629"/>
                <a:gd name="connsiteY20" fmla="*/ 1298829 h 1447865"/>
                <a:gd name="connsiteX21" fmla="*/ 675189 w 1782629"/>
                <a:gd name="connsiteY21" fmla="*/ 1205104 h 1447865"/>
                <a:gd name="connsiteX22" fmla="*/ 834067 w 1782629"/>
                <a:gd name="connsiteY22" fmla="*/ 1201039 h 1447865"/>
                <a:gd name="connsiteX23" fmla="*/ 789743 w 1782629"/>
                <a:gd name="connsiteY23" fmla="*/ 838200 h 1447865"/>
                <a:gd name="connsiteX24" fmla="*/ 757612 w 1782629"/>
                <a:gd name="connsiteY24" fmla="*/ 824230 h 1447865"/>
                <a:gd name="connsiteX25" fmla="*/ 667696 w 1782629"/>
                <a:gd name="connsiteY25" fmla="*/ 804545 h 1447865"/>
                <a:gd name="connsiteX26" fmla="*/ 514788 w 1782629"/>
                <a:gd name="connsiteY26" fmla="*/ 848106 h 1447865"/>
                <a:gd name="connsiteX27" fmla="*/ 348672 w 1782629"/>
                <a:gd name="connsiteY27" fmla="*/ 804418 h 1447865"/>
                <a:gd name="connsiteX28" fmla="*/ 253295 w 1782629"/>
                <a:gd name="connsiteY28" fmla="*/ 829945 h 1447865"/>
                <a:gd name="connsiteX29" fmla="*/ 247580 w 1782629"/>
                <a:gd name="connsiteY29" fmla="*/ 851789 h 1447865"/>
                <a:gd name="connsiteX30" fmla="*/ 210623 w 1782629"/>
                <a:gd name="connsiteY30" fmla="*/ 1111250 h 1447865"/>
                <a:gd name="connsiteX31" fmla="*/ 430206 w 1782629"/>
                <a:gd name="connsiteY31" fmla="*/ 1090804 h 1447865"/>
                <a:gd name="connsiteX32" fmla="*/ 426142 w 1782629"/>
                <a:gd name="connsiteY32" fmla="*/ 1057148 h 1447865"/>
                <a:gd name="connsiteX33" fmla="*/ 411918 w 1782629"/>
                <a:gd name="connsiteY33" fmla="*/ 983869 h 1447865"/>
                <a:gd name="connsiteX34" fmla="*/ 511994 w 1782629"/>
                <a:gd name="connsiteY34" fmla="*/ 974725 h 1447865"/>
                <a:gd name="connsiteX35" fmla="*/ 579939 w 1782629"/>
                <a:gd name="connsiteY35" fmla="*/ 975868 h 1447865"/>
                <a:gd name="connsiteX36" fmla="*/ 629215 w 1782629"/>
                <a:gd name="connsiteY36" fmla="*/ 1010666 h 1447865"/>
                <a:gd name="connsiteX37" fmla="*/ 596957 w 1782629"/>
                <a:gd name="connsiteY37" fmla="*/ 1085596 h 1447865"/>
                <a:gd name="connsiteX38" fmla="*/ 611308 w 1782629"/>
                <a:gd name="connsiteY38" fmla="*/ 1204341 h 1447865"/>
                <a:gd name="connsiteX39" fmla="*/ 697542 w 1782629"/>
                <a:gd name="connsiteY39" fmla="*/ 1380236 h 1447865"/>
                <a:gd name="connsiteX40" fmla="*/ 680650 w 1782629"/>
                <a:gd name="connsiteY40" fmla="*/ 1444879 h 1447865"/>
                <a:gd name="connsiteX41" fmla="*/ 400869 w 1782629"/>
                <a:gd name="connsiteY41" fmla="*/ 1447419 h 1447865"/>
                <a:gd name="connsiteX42" fmla="*/ 339655 w 1782629"/>
                <a:gd name="connsiteY42" fmla="*/ 1427988 h 1447865"/>
                <a:gd name="connsiteX43" fmla="*/ 349053 w 1782629"/>
                <a:gd name="connsiteY43" fmla="*/ 1340739 h 1447865"/>
                <a:gd name="connsiteX44" fmla="*/ 40443 w 1782629"/>
                <a:gd name="connsiteY44" fmla="*/ 1236726 h 1447865"/>
                <a:gd name="connsiteX45" fmla="*/ 94672 w 1782629"/>
                <a:gd name="connsiteY45" fmla="*/ 949071 h 1447865"/>
                <a:gd name="connsiteX46" fmla="*/ 286061 w 1782629"/>
                <a:gd name="connsiteY46" fmla="*/ 789813 h 1447865"/>
                <a:gd name="connsiteX47" fmla="*/ 194494 w 1782629"/>
                <a:gd name="connsiteY47" fmla="*/ 735838 h 1447865"/>
                <a:gd name="connsiteX48" fmla="*/ 101276 w 1782629"/>
                <a:gd name="connsiteY48" fmla="*/ 621157 h 1447865"/>
                <a:gd name="connsiteX49" fmla="*/ 43110 w 1782629"/>
                <a:gd name="connsiteY49" fmla="*/ 588010 h 1447865"/>
                <a:gd name="connsiteX50" fmla="*/ 21393 w 1782629"/>
                <a:gd name="connsiteY50" fmla="*/ 365125 h 1447865"/>
                <a:gd name="connsiteX51" fmla="*/ 92132 w 1782629"/>
                <a:gd name="connsiteY51" fmla="*/ 307340 h 1447865"/>
                <a:gd name="connsiteX52" fmla="*/ 317938 w 1782629"/>
                <a:gd name="connsiteY52" fmla="*/ 102743 h 1447865"/>
                <a:gd name="connsiteX53" fmla="*/ 696271 w 1782629"/>
                <a:gd name="connsiteY53" fmla="*/ 93472 h 1447865"/>
                <a:gd name="connsiteX54" fmla="*/ 828732 w 1782629"/>
                <a:gd name="connsiteY54" fmla="*/ 169037 h 1447865"/>
                <a:gd name="connsiteX55" fmla="*/ 943540 w 1782629"/>
                <a:gd name="connsiteY55" fmla="*/ 311531 h 1447865"/>
                <a:gd name="connsiteX56" fmla="*/ 1016057 w 1782629"/>
                <a:gd name="connsiteY56" fmla="*/ 364744 h 1447865"/>
                <a:gd name="connsiteX57" fmla="*/ 1012248 w 1782629"/>
                <a:gd name="connsiteY57" fmla="*/ 133604 h 1447865"/>
                <a:gd name="connsiteX58" fmla="*/ 1060380 w 1782629"/>
                <a:gd name="connsiteY58" fmla="*/ 17272 h 1447865"/>
                <a:gd name="connsiteX59" fmla="*/ 1149026 w 1782629"/>
                <a:gd name="connsiteY59" fmla="*/ 0 h 1447865"/>
                <a:gd name="connsiteX60" fmla="*/ 1035107 w 1782629"/>
                <a:gd name="connsiteY60" fmla="*/ 107823 h 1447865"/>
                <a:gd name="connsiteX61" fmla="*/ 1034345 w 1782629"/>
                <a:gd name="connsiteY61" fmla="*/ 623443 h 1447865"/>
                <a:gd name="connsiteX62" fmla="*/ 1670361 w 1782629"/>
                <a:gd name="connsiteY62" fmla="*/ 621284 h 1447865"/>
                <a:gd name="connsiteX63" fmla="*/ 1759135 w 1782629"/>
                <a:gd name="connsiteY63" fmla="*/ 528447 h 1447865"/>
                <a:gd name="connsiteX64" fmla="*/ 1758880 w 1782629"/>
                <a:gd name="connsiteY64" fmla="*/ 108458 h 1447865"/>
                <a:gd name="connsiteX65" fmla="*/ 1035107 w 1782629"/>
                <a:gd name="connsiteY65" fmla="*/ 107823 h 1447865"/>
                <a:gd name="connsiteX66" fmla="*/ 268027 w 1782629"/>
                <a:gd name="connsiteY66" fmla="*/ 154940 h 1447865"/>
                <a:gd name="connsiteX67" fmla="*/ 98482 w 1782629"/>
                <a:gd name="connsiteY67" fmla="*/ 393827 h 1447865"/>
                <a:gd name="connsiteX68" fmla="*/ 96450 w 1782629"/>
                <a:gd name="connsiteY68" fmla="*/ 395986 h 1447865"/>
                <a:gd name="connsiteX69" fmla="*/ 202114 w 1782629"/>
                <a:gd name="connsiteY69" fmla="*/ 708787 h 1447865"/>
                <a:gd name="connsiteX70" fmla="*/ 388042 w 1782629"/>
                <a:gd name="connsiteY70" fmla="*/ 779780 h 1447865"/>
                <a:gd name="connsiteX71" fmla="*/ 691954 w 1782629"/>
                <a:gd name="connsiteY71" fmla="*/ 777240 h 1447865"/>
                <a:gd name="connsiteX72" fmla="*/ 940746 w 1782629"/>
                <a:gd name="connsiteY72" fmla="*/ 489839 h 1447865"/>
                <a:gd name="connsiteX73" fmla="*/ 834574 w 1782629"/>
                <a:gd name="connsiteY73" fmla="*/ 206883 h 1447865"/>
                <a:gd name="connsiteX74" fmla="*/ 509708 w 1782629"/>
                <a:gd name="connsiteY74" fmla="*/ 101854 h 1447865"/>
                <a:gd name="connsiteX75" fmla="*/ 268027 w 1782629"/>
                <a:gd name="connsiteY75" fmla="*/ 154940 h 1447865"/>
                <a:gd name="connsiteX76" fmla="*/ 82480 w 1782629"/>
                <a:gd name="connsiteY76" fmla="*/ 586740 h 1447865"/>
                <a:gd name="connsiteX77" fmla="*/ 77146 w 1782629"/>
                <a:gd name="connsiteY77" fmla="*/ 335280 h 1447865"/>
                <a:gd name="connsiteX78" fmla="*/ 82480 w 1782629"/>
                <a:gd name="connsiteY78" fmla="*/ 586740 h 1447865"/>
                <a:gd name="connsiteX79" fmla="*/ 950144 w 1782629"/>
                <a:gd name="connsiteY79" fmla="*/ 333756 h 1447865"/>
                <a:gd name="connsiteX80" fmla="*/ 946969 w 1782629"/>
                <a:gd name="connsiteY80" fmla="*/ 589534 h 1447865"/>
                <a:gd name="connsiteX81" fmla="*/ 950144 w 1782629"/>
                <a:gd name="connsiteY81" fmla="*/ 333756 h 1447865"/>
                <a:gd name="connsiteX82" fmla="*/ 998912 w 1782629"/>
                <a:gd name="connsiteY82" fmla="*/ 780415 h 1447865"/>
                <a:gd name="connsiteX83" fmla="*/ 967670 w 1782629"/>
                <a:gd name="connsiteY83" fmla="*/ 872363 h 1447865"/>
                <a:gd name="connsiteX84" fmla="*/ 900361 w 1782629"/>
                <a:gd name="connsiteY84" fmla="*/ 1201039 h 1447865"/>
                <a:gd name="connsiteX85" fmla="*/ 1554792 w 1782629"/>
                <a:gd name="connsiteY85" fmla="*/ 1201039 h 1447865"/>
                <a:gd name="connsiteX86" fmla="*/ 1650804 w 1782629"/>
                <a:gd name="connsiteY86" fmla="*/ 777621 h 1447865"/>
                <a:gd name="connsiteX87" fmla="*/ 1060254 w 1782629"/>
                <a:gd name="connsiteY87" fmla="*/ 775843 h 1447865"/>
                <a:gd name="connsiteX88" fmla="*/ 998912 w 1782629"/>
                <a:gd name="connsiteY88" fmla="*/ 780415 h 1447865"/>
                <a:gd name="connsiteX89" fmla="*/ 436175 w 1782629"/>
                <a:gd name="connsiteY89" fmla="*/ 803656 h 1447865"/>
                <a:gd name="connsiteX90" fmla="*/ 593528 w 1782629"/>
                <a:gd name="connsiteY90" fmla="*/ 803402 h 1447865"/>
                <a:gd name="connsiteX91" fmla="*/ 436175 w 1782629"/>
                <a:gd name="connsiteY91" fmla="*/ 803656 h 1447865"/>
                <a:gd name="connsiteX92" fmla="*/ 50857 w 1782629"/>
                <a:gd name="connsiteY92" fmla="*/ 1151001 h 1447865"/>
                <a:gd name="connsiteX93" fmla="*/ 73336 w 1782629"/>
                <a:gd name="connsiteY93" fmla="*/ 1247521 h 1447865"/>
                <a:gd name="connsiteX94" fmla="*/ 363912 w 1782629"/>
                <a:gd name="connsiteY94" fmla="*/ 1318133 h 1447865"/>
                <a:gd name="connsiteX95" fmla="*/ 380168 w 1782629"/>
                <a:gd name="connsiteY95" fmla="*/ 1289304 h 1447865"/>
                <a:gd name="connsiteX96" fmla="*/ 362515 w 1782629"/>
                <a:gd name="connsiteY96" fmla="*/ 1120648 h 1447865"/>
                <a:gd name="connsiteX97" fmla="*/ 140011 w 1782629"/>
                <a:gd name="connsiteY97" fmla="*/ 1138555 h 1447865"/>
                <a:gd name="connsiteX98" fmla="*/ 185731 w 1782629"/>
                <a:gd name="connsiteY98" fmla="*/ 1111504 h 1447865"/>
                <a:gd name="connsiteX99" fmla="*/ 220910 w 1782629"/>
                <a:gd name="connsiteY99" fmla="*/ 846201 h 1447865"/>
                <a:gd name="connsiteX100" fmla="*/ 50857 w 1782629"/>
                <a:gd name="connsiteY100" fmla="*/ 1151001 h 1447865"/>
                <a:gd name="connsiteX101" fmla="*/ 825049 w 1782629"/>
                <a:gd name="connsiteY101" fmla="*/ 855854 h 1447865"/>
                <a:gd name="connsiteX102" fmla="*/ 857307 w 1782629"/>
                <a:gd name="connsiteY102" fmla="*/ 1201039 h 1447865"/>
                <a:gd name="connsiteX103" fmla="*/ 875468 w 1782629"/>
                <a:gd name="connsiteY103" fmla="*/ 1201039 h 1447865"/>
                <a:gd name="connsiteX104" fmla="*/ 922331 w 1782629"/>
                <a:gd name="connsiteY104" fmla="*/ 958216 h 1447865"/>
                <a:gd name="connsiteX105" fmla="*/ 825049 w 1782629"/>
                <a:gd name="connsiteY105" fmla="*/ 855854 h 1447865"/>
                <a:gd name="connsiteX106" fmla="*/ 433000 w 1782629"/>
                <a:gd name="connsiteY106" fmla="*/ 1003554 h 1447865"/>
                <a:gd name="connsiteX107" fmla="*/ 419538 w 1782629"/>
                <a:gd name="connsiteY107" fmla="*/ 1023239 h 1447865"/>
                <a:gd name="connsiteX108" fmla="*/ 492055 w 1782629"/>
                <a:gd name="connsiteY108" fmla="*/ 1035177 h 1447865"/>
                <a:gd name="connsiteX109" fmla="*/ 455860 w 1782629"/>
                <a:gd name="connsiteY109" fmla="*/ 1059688 h 1447865"/>
                <a:gd name="connsiteX110" fmla="*/ 453193 w 1782629"/>
                <a:gd name="connsiteY110" fmla="*/ 1082548 h 1447865"/>
                <a:gd name="connsiteX111" fmla="*/ 526853 w 1782629"/>
                <a:gd name="connsiteY111" fmla="*/ 1124458 h 1447865"/>
                <a:gd name="connsiteX112" fmla="*/ 527361 w 1782629"/>
                <a:gd name="connsiteY112" fmla="*/ 1271270 h 1447865"/>
                <a:gd name="connsiteX113" fmla="*/ 400615 w 1782629"/>
                <a:gd name="connsiteY113" fmla="*/ 1304417 h 1447865"/>
                <a:gd name="connsiteX114" fmla="*/ 361499 w 1782629"/>
                <a:gd name="connsiteY114" fmla="*/ 1418336 h 1447865"/>
                <a:gd name="connsiteX115" fmla="*/ 590988 w 1782629"/>
                <a:gd name="connsiteY115" fmla="*/ 1424051 h 1447865"/>
                <a:gd name="connsiteX116" fmla="*/ 675698 w 1782629"/>
                <a:gd name="connsiteY116" fmla="*/ 1412748 h 1447865"/>
                <a:gd name="connsiteX117" fmla="*/ 592893 w 1782629"/>
                <a:gd name="connsiteY117" fmla="*/ 1228725 h 1447865"/>
                <a:gd name="connsiteX118" fmla="*/ 572065 w 1782629"/>
                <a:gd name="connsiteY118" fmla="*/ 1137666 h 1447865"/>
                <a:gd name="connsiteX119" fmla="*/ 607244 w 1782629"/>
                <a:gd name="connsiteY119" fmla="*/ 1009142 h 1447865"/>
                <a:gd name="connsiteX120" fmla="*/ 433000 w 1782629"/>
                <a:gd name="connsiteY120" fmla="*/ 1003554 h 1447865"/>
                <a:gd name="connsiteX121" fmla="*/ 416744 w 1782629"/>
                <a:gd name="connsiteY121" fmla="*/ 1117473 h 1447865"/>
                <a:gd name="connsiteX122" fmla="*/ 387788 w 1782629"/>
                <a:gd name="connsiteY122" fmla="*/ 1265810 h 1447865"/>
                <a:gd name="connsiteX123" fmla="*/ 476815 w 1782629"/>
                <a:gd name="connsiteY123" fmla="*/ 1275461 h 1447865"/>
                <a:gd name="connsiteX124" fmla="*/ 520503 w 1782629"/>
                <a:gd name="connsiteY124" fmla="*/ 1176655 h 1447865"/>
                <a:gd name="connsiteX125" fmla="*/ 416744 w 1782629"/>
                <a:gd name="connsiteY125" fmla="*/ 1117473 h 1447865"/>
                <a:gd name="connsiteX126" fmla="*/ 695382 w 1782629"/>
                <a:gd name="connsiteY126" fmla="*/ 1228344 h 1447865"/>
                <a:gd name="connsiteX127" fmla="*/ 694493 w 1782629"/>
                <a:gd name="connsiteY127" fmla="*/ 1273810 h 1447865"/>
                <a:gd name="connsiteX128" fmla="*/ 1551998 w 1782629"/>
                <a:gd name="connsiteY128" fmla="*/ 1273302 h 1447865"/>
                <a:gd name="connsiteX129" fmla="*/ 1554664 w 1782629"/>
                <a:gd name="connsiteY129" fmla="*/ 1228091 h 1447865"/>
                <a:gd name="connsiteX130" fmla="*/ 695382 w 1782629"/>
                <a:gd name="connsiteY130" fmla="*/ 1228344 h 1447865"/>
                <a:gd name="connsiteX0" fmla="*/ 1780217 w 1782629"/>
                <a:gd name="connsiteY0" fmla="*/ 96393 h 1447865"/>
                <a:gd name="connsiteX1" fmla="*/ 1782629 w 1782629"/>
                <a:gd name="connsiteY1" fmla="*/ 358394 h 1447865"/>
                <a:gd name="connsiteX2" fmla="*/ 1780089 w 1782629"/>
                <a:gd name="connsiteY2" fmla="*/ 552704 h 1447865"/>
                <a:gd name="connsiteX3" fmla="*/ 1743513 w 1782629"/>
                <a:gd name="connsiteY3" fmla="*/ 621030 h 1447865"/>
                <a:gd name="connsiteX4" fmla="*/ 1555680 w 1782629"/>
                <a:gd name="connsiteY4" fmla="*/ 645160 h 1447865"/>
                <a:gd name="connsiteX5" fmla="*/ 1069398 w 1782629"/>
                <a:gd name="connsiteY5" fmla="*/ 648589 h 1447865"/>
                <a:gd name="connsiteX6" fmla="*/ 1017708 w 1782629"/>
                <a:gd name="connsiteY6" fmla="*/ 647192 h 1447865"/>
                <a:gd name="connsiteX7" fmla="*/ 1012374 w 1782629"/>
                <a:gd name="connsiteY7" fmla="*/ 556641 h 1447865"/>
                <a:gd name="connsiteX8" fmla="*/ 936048 w 1782629"/>
                <a:gd name="connsiteY8" fmla="*/ 619125 h 1447865"/>
                <a:gd name="connsiteX9" fmla="*/ 742245 w 1782629"/>
                <a:gd name="connsiteY9" fmla="*/ 791210 h 1447865"/>
                <a:gd name="connsiteX10" fmla="*/ 932492 w 1782629"/>
                <a:gd name="connsiteY10" fmla="*/ 924433 h 1447865"/>
                <a:gd name="connsiteX11" fmla="*/ 1004881 w 1782629"/>
                <a:gd name="connsiteY11" fmla="*/ 751459 h 1447865"/>
                <a:gd name="connsiteX12" fmla="*/ 1183189 w 1782629"/>
                <a:gd name="connsiteY12" fmla="*/ 748030 h 1447865"/>
                <a:gd name="connsiteX13" fmla="*/ 1620197 w 1782629"/>
                <a:gd name="connsiteY13" fmla="*/ 749808 h 1447865"/>
                <a:gd name="connsiteX14" fmla="*/ 1680522 w 1782629"/>
                <a:gd name="connsiteY14" fmla="*/ 784225 h 1447865"/>
                <a:gd name="connsiteX15" fmla="*/ 1572825 w 1782629"/>
                <a:gd name="connsiteY15" fmla="*/ 1215263 h 1447865"/>
                <a:gd name="connsiteX16" fmla="*/ 1579556 w 1782629"/>
                <a:gd name="connsiteY16" fmla="*/ 1229741 h 1447865"/>
                <a:gd name="connsiteX17" fmla="*/ 1561904 w 1782629"/>
                <a:gd name="connsiteY17" fmla="*/ 1295782 h 1447865"/>
                <a:gd name="connsiteX18" fmla="*/ 1478718 w 1782629"/>
                <a:gd name="connsiteY18" fmla="*/ 1299338 h 1447865"/>
                <a:gd name="connsiteX19" fmla="*/ 704273 w 1782629"/>
                <a:gd name="connsiteY19" fmla="*/ 1298829 h 1447865"/>
                <a:gd name="connsiteX20" fmla="*/ 675189 w 1782629"/>
                <a:gd name="connsiteY20" fmla="*/ 1205104 h 1447865"/>
                <a:gd name="connsiteX21" fmla="*/ 834067 w 1782629"/>
                <a:gd name="connsiteY21" fmla="*/ 1201039 h 1447865"/>
                <a:gd name="connsiteX22" fmla="*/ 789743 w 1782629"/>
                <a:gd name="connsiteY22" fmla="*/ 838200 h 1447865"/>
                <a:gd name="connsiteX23" fmla="*/ 757612 w 1782629"/>
                <a:gd name="connsiteY23" fmla="*/ 824230 h 1447865"/>
                <a:gd name="connsiteX24" fmla="*/ 667696 w 1782629"/>
                <a:gd name="connsiteY24" fmla="*/ 804545 h 1447865"/>
                <a:gd name="connsiteX25" fmla="*/ 514788 w 1782629"/>
                <a:gd name="connsiteY25" fmla="*/ 848106 h 1447865"/>
                <a:gd name="connsiteX26" fmla="*/ 348672 w 1782629"/>
                <a:gd name="connsiteY26" fmla="*/ 804418 h 1447865"/>
                <a:gd name="connsiteX27" fmla="*/ 253295 w 1782629"/>
                <a:gd name="connsiteY27" fmla="*/ 829945 h 1447865"/>
                <a:gd name="connsiteX28" fmla="*/ 247580 w 1782629"/>
                <a:gd name="connsiteY28" fmla="*/ 851789 h 1447865"/>
                <a:gd name="connsiteX29" fmla="*/ 210623 w 1782629"/>
                <a:gd name="connsiteY29" fmla="*/ 1111250 h 1447865"/>
                <a:gd name="connsiteX30" fmla="*/ 430206 w 1782629"/>
                <a:gd name="connsiteY30" fmla="*/ 1090804 h 1447865"/>
                <a:gd name="connsiteX31" fmla="*/ 426142 w 1782629"/>
                <a:gd name="connsiteY31" fmla="*/ 1057148 h 1447865"/>
                <a:gd name="connsiteX32" fmla="*/ 411918 w 1782629"/>
                <a:gd name="connsiteY32" fmla="*/ 983869 h 1447865"/>
                <a:gd name="connsiteX33" fmla="*/ 511994 w 1782629"/>
                <a:gd name="connsiteY33" fmla="*/ 974725 h 1447865"/>
                <a:gd name="connsiteX34" fmla="*/ 579939 w 1782629"/>
                <a:gd name="connsiteY34" fmla="*/ 975868 h 1447865"/>
                <a:gd name="connsiteX35" fmla="*/ 629215 w 1782629"/>
                <a:gd name="connsiteY35" fmla="*/ 1010666 h 1447865"/>
                <a:gd name="connsiteX36" fmla="*/ 596957 w 1782629"/>
                <a:gd name="connsiteY36" fmla="*/ 1085596 h 1447865"/>
                <a:gd name="connsiteX37" fmla="*/ 611308 w 1782629"/>
                <a:gd name="connsiteY37" fmla="*/ 1204341 h 1447865"/>
                <a:gd name="connsiteX38" fmla="*/ 697542 w 1782629"/>
                <a:gd name="connsiteY38" fmla="*/ 1380236 h 1447865"/>
                <a:gd name="connsiteX39" fmla="*/ 680650 w 1782629"/>
                <a:gd name="connsiteY39" fmla="*/ 1444879 h 1447865"/>
                <a:gd name="connsiteX40" fmla="*/ 400869 w 1782629"/>
                <a:gd name="connsiteY40" fmla="*/ 1447419 h 1447865"/>
                <a:gd name="connsiteX41" fmla="*/ 339655 w 1782629"/>
                <a:gd name="connsiteY41" fmla="*/ 1427988 h 1447865"/>
                <a:gd name="connsiteX42" fmla="*/ 349053 w 1782629"/>
                <a:gd name="connsiteY42" fmla="*/ 1340739 h 1447865"/>
                <a:gd name="connsiteX43" fmla="*/ 40443 w 1782629"/>
                <a:gd name="connsiteY43" fmla="*/ 1236726 h 1447865"/>
                <a:gd name="connsiteX44" fmla="*/ 94672 w 1782629"/>
                <a:gd name="connsiteY44" fmla="*/ 949071 h 1447865"/>
                <a:gd name="connsiteX45" fmla="*/ 286061 w 1782629"/>
                <a:gd name="connsiteY45" fmla="*/ 789813 h 1447865"/>
                <a:gd name="connsiteX46" fmla="*/ 194494 w 1782629"/>
                <a:gd name="connsiteY46" fmla="*/ 735838 h 1447865"/>
                <a:gd name="connsiteX47" fmla="*/ 101276 w 1782629"/>
                <a:gd name="connsiteY47" fmla="*/ 621157 h 1447865"/>
                <a:gd name="connsiteX48" fmla="*/ 43110 w 1782629"/>
                <a:gd name="connsiteY48" fmla="*/ 588010 h 1447865"/>
                <a:gd name="connsiteX49" fmla="*/ 21393 w 1782629"/>
                <a:gd name="connsiteY49" fmla="*/ 365125 h 1447865"/>
                <a:gd name="connsiteX50" fmla="*/ 92132 w 1782629"/>
                <a:gd name="connsiteY50" fmla="*/ 307340 h 1447865"/>
                <a:gd name="connsiteX51" fmla="*/ 317938 w 1782629"/>
                <a:gd name="connsiteY51" fmla="*/ 102743 h 1447865"/>
                <a:gd name="connsiteX52" fmla="*/ 696271 w 1782629"/>
                <a:gd name="connsiteY52" fmla="*/ 93472 h 1447865"/>
                <a:gd name="connsiteX53" fmla="*/ 828732 w 1782629"/>
                <a:gd name="connsiteY53" fmla="*/ 169037 h 1447865"/>
                <a:gd name="connsiteX54" fmla="*/ 943540 w 1782629"/>
                <a:gd name="connsiteY54" fmla="*/ 311531 h 1447865"/>
                <a:gd name="connsiteX55" fmla="*/ 1016057 w 1782629"/>
                <a:gd name="connsiteY55" fmla="*/ 364744 h 1447865"/>
                <a:gd name="connsiteX56" fmla="*/ 1012248 w 1782629"/>
                <a:gd name="connsiteY56" fmla="*/ 133604 h 1447865"/>
                <a:gd name="connsiteX57" fmla="*/ 1060380 w 1782629"/>
                <a:gd name="connsiteY57" fmla="*/ 17272 h 1447865"/>
                <a:gd name="connsiteX58" fmla="*/ 1149026 w 1782629"/>
                <a:gd name="connsiteY58" fmla="*/ 0 h 1447865"/>
                <a:gd name="connsiteX59" fmla="*/ 1035107 w 1782629"/>
                <a:gd name="connsiteY59" fmla="*/ 107823 h 1447865"/>
                <a:gd name="connsiteX60" fmla="*/ 1034345 w 1782629"/>
                <a:gd name="connsiteY60" fmla="*/ 623443 h 1447865"/>
                <a:gd name="connsiteX61" fmla="*/ 1670361 w 1782629"/>
                <a:gd name="connsiteY61" fmla="*/ 621284 h 1447865"/>
                <a:gd name="connsiteX62" fmla="*/ 1759135 w 1782629"/>
                <a:gd name="connsiteY62" fmla="*/ 528447 h 1447865"/>
                <a:gd name="connsiteX63" fmla="*/ 1758880 w 1782629"/>
                <a:gd name="connsiteY63" fmla="*/ 108458 h 1447865"/>
                <a:gd name="connsiteX64" fmla="*/ 1035107 w 1782629"/>
                <a:gd name="connsiteY64" fmla="*/ 107823 h 1447865"/>
                <a:gd name="connsiteX65" fmla="*/ 268027 w 1782629"/>
                <a:gd name="connsiteY65" fmla="*/ 154940 h 1447865"/>
                <a:gd name="connsiteX66" fmla="*/ 98482 w 1782629"/>
                <a:gd name="connsiteY66" fmla="*/ 393827 h 1447865"/>
                <a:gd name="connsiteX67" fmla="*/ 96450 w 1782629"/>
                <a:gd name="connsiteY67" fmla="*/ 395986 h 1447865"/>
                <a:gd name="connsiteX68" fmla="*/ 202114 w 1782629"/>
                <a:gd name="connsiteY68" fmla="*/ 708787 h 1447865"/>
                <a:gd name="connsiteX69" fmla="*/ 388042 w 1782629"/>
                <a:gd name="connsiteY69" fmla="*/ 779780 h 1447865"/>
                <a:gd name="connsiteX70" fmla="*/ 691954 w 1782629"/>
                <a:gd name="connsiteY70" fmla="*/ 777240 h 1447865"/>
                <a:gd name="connsiteX71" fmla="*/ 940746 w 1782629"/>
                <a:gd name="connsiteY71" fmla="*/ 489839 h 1447865"/>
                <a:gd name="connsiteX72" fmla="*/ 834574 w 1782629"/>
                <a:gd name="connsiteY72" fmla="*/ 206883 h 1447865"/>
                <a:gd name="connsiteX73" fmla="*/ 509708 w 1782629"/>
                <a:gd name="connsiteY73" fmla="*/ 101854 h 1447865"/>
                <a:gd name="connsiteX74" fmla="*/ 268027 w 1782629"/>
                <a:gd name="connsiteY74" fmla="*/ 154940 h 1447865"/>
                <a:gd name="connsiteX75" fmla="*/ 82480 w 1782629"/>
                <a:gd name="connsiteY75" fmla="*/ 586740 h 1447865"/>
                <a:gd name="connsiteX76" fmla="*/ 77146 w 1782629"/>
                <a:gd name="connsiteY76" fmla="*/ 335280 h 1447865"/>
                <a:gd name="connsiteX77" fmla="*/ 82480 w 1782629"/>
                <a:gd name="connsiteY77" fmla="*/ 586740 h 1447865"/>
                <a:gd name="connsiteX78" fmla="*/ 950144 w 1782629"/>
                <a:gd name="connsiteY78" fmla="*/ 333756 h 1447865"/>
                <a:gd name="connsiteX79" fmla="*/ 946969 w 1782629"/>
                <a:gd name="connsiteY79" fmla="*/ 589534 h 1447865"/>
                <a:gd name="connsiteX80" fmla="*/ 950144 w 1782629"/>
                <a:gd name="connsiteY80" fmla="*/ 333756 h 1447865"/>
                <a:gd name="connsiteX81" fmla="*/ 998912 w 1782629"/>
                <a:gd name="connsiteY81" fmla="*/ 780415 h 1447865"/>
                <a:gd name="connsiteX82" fmla="*/ 967670 w 1782629"/>
                <a:gd name="connsiteY82" fmla="*/ 872363 h 1447865"/>
                <a:gd name="connsiteX83" fmla="*/ 900361 w 1782629"/>
                <a:gd name="connsiteY83" fmla="*/ 1201039 h 1447865"/>
                <a:gd name="connsiteX84" fmla="*/ 1554792 w 1782629"/>
                <a:gd name="connsiteY84" fmla="*/ 1201039 h 1447865"/>
                <a:gd name="connsiteX85" fmla="*/ 1650804 w 1782629"/>
                <a:gd name="connsiteY85" fmla="*/ 777621 h 1447865"/>
                <a:gd name="connsiteX86" fmla="*/ 1060254 w 1782629"/>
                <a:gd name="connsiteY86" fmla="*/ 775843 h 1447865"/>
                <a:gd name="connsiteX87" fmla="*/ 998912 w 1782629"/>
                <a:gd name="connsiteY87" fmla="*/ 780415 h 1447865"/>
                <a:gd name="connsiteX88" fmla="*/ 436175 w 1782629"/>
                <a:gd name="connsiteY88" fmla="*/ 803656 h 1447865"/>
                <a:gd name="connsiteX89" fmla="*/ 593528 w 1782629"/>
                <a:gd name="connsiteY89" fmla="*/ 803402 h 1447865"/>
                <a:gd name="connsiteX90" fmla="*/ 436175 w 1782629"/>
                <a:gd name="connsiteY90" fmla="*/ 803656 h 1447865"/>
                <a:gd name="connsiteX91" fmla="*/ 50857 w 1782629"/>
                <a:gd name="connsiteY91" fmla="*/ 1151001 h 1447865"/>
                <a:gd name="connsiteX92" fmla="*/ 73336 w 1782629"/>
                <a:gd name="connsiteY92" fmla="*/ 1247521 h 1447865"/>
                <a:gd name="connsiteX93" fmla="*/ 363912 w 1782629"/>
                <a:gd name="connsiteY93" fmla="*/ 1318133 h 1447865"/>
                <a:gd name="connsiteX94" fmla="*/ 380168 w 1782629"/>
                <a:gd name="connsiteY94" fmla="*/ 1289304 h 1447865"/>
                <a:gd name="connsiteX95" fmla="*/ 362515 w 1782629"/>
                <a:gd name="connsiteY95" fmla="*/ 1120648 h 1447865"/>
                <a:gd name="connsiteX96" fmla="*/ 140011 w 1782629"/>
                <a:gd name="connsiteY96" fmla="*/ 1138555 h 1447865"/>
                <a:gd name="connsiteX97" fmla="*/ 185731 w 1782629"/>
                <a:gd name="connsiteY97" fmla="*/ 1111504 h 1447865"/>
                <a:gd name="connsiteX98" fmla="*/ 220910 w 1782629"/>
                <a:gd name="connsiteY98" fmla="*/ 846201 h 1447865"/>
                <a:gd name="connsiteX99" fmla="*/ 50857 w 1782629"/>
                <a:gd name="connsiteY99" fmla="*/ 1151001 h 1447865"/>
                <a:gd name="connsiteX100" fmla="*/ 825049 w 1782629"/>
                <a:gd name="connsiteY100" fmla="*/ 855854 h 1447865"/>
                <a:gd name="connsiteX101" fmla="*/ 857307 w 1782629"/>
                <a:gd name="connsiteY101" fmla="*/ 1201039 h 1447865"/>
                <a:gd name="connsiteX102" fmla="*/ 875468 w 1782629"/>
                <a:gd name="connsiteY102" fmla="*/ 1201039 h 1447865"/>
                <a:gd name="connsiteX103" fmla="*/ 922331 w 1782629"/>
                <a:gd name="connsiteY103" fmla="*/ 958216 h 1447865"/>
                <a:gd name="connsiteX104" fmla="*/ 825049 w 1782629"/>
                <a:gd name="connsiteY104" fmla="*/ 855854 h 1447865"/>
                <a:gd name="connsiteX105" fmla="*/ 433000 w 1782629"/>
                <a:gd name="connsiteY105" fmla="*/ 1003554 h 1447865"/>
                <a:gd name="connsiteX106" fmla="*/ 419538 w 1782629"/>
                <a:gd name="connsiteY106" fmla="*/ 1023239 h 1447865"/>
                <a:gd name="connsiteX107" fmla="*/ 492055 w 1782629"/>
                <a:gd name="connsiteY107" fmla="*/ 1035177 h 1447865"/>
                <a:gd name="connsiteX108" fmla="*/ 455860 w 1782629"/>
                <a:gd name="connsiteY108" fmla="*/ 1059688 h 1447865"/>
                <a:gd name="connsiteX109" fmla="*/ 453193 w 1782629"/>
                <a:gd name="connsiteY109" fmla="*/ 1082548 h 1447865"/>
                <a:gd name="connsiteX110" fmla="*/ 526853 w 1782629"/>
                <a:gd name="connsiteY110" fmla="*/ 1124458 h 1447865"/>
                <a:gd name="connsiteX111" fmla="*/ 527361 w 1782629"/>
                <a:gd name="connsiteY111" fmla="*/ 1271270 h 1447865"/>
                <a:gd name="connsiteX112" fmla="*/ 400615 w 1782629"/>
                <a:gd name="connsiteY112" fmla="*/ 1304417 h 1447865"/>
                <a:gd name="connsiteX113" fmla="*/ 361499 w 1782629"/>
                <a:gd name="connsiteY113" fmla="*/ 1418336 h 1447865"/>
                <a:gd name="connsiteX114" fmla="*/ 590988 w 1782629"/>
                <a:gd name="connsiteY114" fmla="*/ 1424051 h 1447865"/>
                <a:gd name="connsiteX115" fmla="*/ 675698 w 1782629"/>
                <a:gd name="connsiteY115" fmla="*/ 1412748 h 1447865"/>
                <a:gd name="connsiteX116" fmla="*/ 592893 w 1782629"/>
                <a:gd name="connsiteY116" fmla="*/ 1228725 h 1447865"/>
                <a:gd name="connsiteX117" fmla="*/ 572065 w 1782629"/>
                <a:gd name="connsiteY117" fmla="*/ 1137666 h 1447865"/>
                <a:gd name="connsiteX118" fmla="*/ 607244 w 1782629"/>
                <a:gd name="connsiteY118" fmla="*/ 1009142 h 1447865"/>
                <a:gd name="connsiteX119" fmla="*/ 433000 w 1782629"/>
                <a:gd name="connsiteY119" fmla="*/ 1003554 h 1447865"/>
                <a:gd name="connsiteX120" fmla="*/ 416744 w 1782629"/>
                <a:gd name="connsiteY120" fmla="*/ 1117473 h 1447865"/>
                <a:gd name="connsiteX121" fmla="*/ 387788 w 1782629"/>
                <a:gd name="connsiteY121" fmla="*/ 1265810 h 1447865"/>
                <a:gd name="connsiteX122" fmla="*/ 476815 w 1782629"/>
                <a:gd name="connsiteY122" fmla="*/ 1275461 h 1447865"/>
                <a:gd name="connsiteX123" fmla="*/ 520503 w 1782629"/>
                <a:gd name="connsiteY123" fmla="*/ 1176655 h 1447865"/>
                <a:gd name="connsiteX124" fmla="*/ 416744 w 1782629"/>
                <a:gd name="connsiteY124" fmla="*/ 1117473 h 1447865"/>
                <a:gd name="connsiteX125" fmla="*/ 695382 w 1782629"/>
                <a:gd name="connsiteY125" fmla="*/ 1228344 h 1447865"/>
                <a:gd name="connsiteX126" fmla="*/ 694493 w 1782629"/>
                <a:gd name="connsiteY126" fmla="*/ 1273810 h 1447865"/>
                <a:gd name="connsiteX127" fmla="*/ 1551998 w 1782629"/>
                <a:gd name="connsiteY127" fmla="*/ 1273302 h 1447865"/>
                <a:gd name="connsiteX128" fmla="*/ 1554664 w 1782629"/>
                <a:gd name="connsiteY128" fmla="*/ 1228091 h 1447865"/>
                <a:gd name="connsiteX129" fmla="*/ 695382 w 1782629"/>
                <a:gd name="connsiteY129" fmla="*/ 1228344 h 1447865"/>
                <a:gd name="connsiteX0" fmla="*/ 1782629 w 1782629"/>
                <a:gd name="connsiteY0" fmla="*/ 358394 h 1447865"/>
                <a:gd name="connsiteX1" fmla="*/ 1780089 w 1782629"/>
                <a:gd name="connsiteY1" fmla="*/ 552704 h 1447865"/>
                <a:gd name="connsiteX2" fmla="*/ 1743513 w 1782629"/>
                <a:gd name="connsiteY2" fmla="*/ 621030 h 1447865"/>
                <a:gd name="connsiteX3" fmla="*/ 1555680 w 1782629"/>
                <a:gd name="connsiteY3" fmla="*/ 645160 h 1447865"/>
                <a:gd name="connsiteX4" fmla="*/ 1069398 w 1782629"/>
                <a:gd name="connsiteY4" fmla="*/ 648589 h 1447865"/>
                <a:gd name="connsiteX5" fmla="*/ 1017708 w 1782629"/>
                <a:gd name="connsiteY5" fmla="*/ 647192 h 1447865"/>
                <a:gd name="connsiteX6" fmla="*/ 1012374 w 1782629"/>
                <a:gd name="connsiteY6" fmla="*/ 556641 h 1447865"/>
                <a:gd name="connsiteX7" fmla="*/ 936048 w 1782629"/>
                <a:gd name="connsiteY7" fmla="*/ 619125 h 1447865"/>
                <a:gd name="connsiteX8" fmla="*/ 742245 w 1782629"/>
                <a:gd name="connsiteY8" fmla="*/ 791210 h 1447865"/>
                <a:gd name="connsiteX9" fmla="*/ 932492 w 1782629"/>
                <a:gd name="connsiteY9" fmla="*/ 924433 h 1447865"/>
                <a:gd name="connsiteX10" fmla="*/ 1004881 w 1782629"/>
                <a:gd name="connsiteY10" fmla="*/ 751459 h 1447865"/>
                <a:gd name="connsiteX11" fmla="*/ 1183189 w 1782629"/>
                <a:gd name="connsiteY11" fmla="*/ 748030 h 1447865"/>
                <a:gd name="connsiteX12" fmla="*/ 1620197 w 1782629"/>
                <a:gd name="connsiteY12" fmla="*/ 749808 h 1447865"/>
                <a:gd name="connsiteX13" fmla="*/ 1680522 w 1782629"/>
                <a:gd name="connsiteY13" fmla="*/ 784225 h 1447865"/>
                <a:gd name="connsiteX14" fmla="*/ 1572825 w 1782629"/>
                <a:gd name="connsiteY14" fmla="*/ 1215263 h 1447865"/>
                <a:gd name="connsiteX15" fmla="*/ 1579556 w 1782629"/>
                <a:gd name="connsiteY15" fmla="*/ 1229741 h 1447865"/>
                <a:gd name="connsiteX16" fmla="*/ 1561904 w 1782629"/>
                <a:gd name="connsiteY16" fmla="*/ 1295782 h 1447865"/>
                <a:gd name="connsiteX17" fmla="*/ 1478718 w 1782629"/>
                <a:gd name="connsiteY17" fmla="*/ 1299338 h 1447865"/>
                <a:gd name="connsiteX18" fmla="*/ 704273 w 1782629"/>
                <a:gd name="connsiteY18" fmla="*/ 1298829 h 1447865"/>
                <a:gd name="connsiteX19" fmla="*/ 675189 w 1782629"/>
                <a:gd name="connsiteY19" fmla="*/ 1205104 h 1447865"/>
                <a:gd name="connsiteX20" fmla="*/ 834067 w 1782629"/>
                <a:gd name="connsiteY20" fmla="*/ 1201039 h 1447865"/>
                <a:gd name="connsiteX21" fmla="*/ 789743 w 1782629"/>
                <a:gd name="connsiteY21" fmla="*/ 838200 h 1447865"/>
                <a:gd name="connsiteX22" fmla="*/ 757612 w 1782629"/>
                <a:gd name="connsiteY22" fmla="*/ 824230 h 1447865"/>
                <a:gd name="connsiteX23" fmla="*/ 667696 w 1782629"/>
                <a:gd name="connsiteY23" fmla="*/ 804545 h 1447865"/>
                <a:gd name="connsiteX24" fmla="*/ 514788 w 1782629"/>
                <a:gd name="connsiteY24" fmla="*/ 848106 h 1447865"/>
                <a:gd name="connsiteX25" fmla="*/ 348672 w 1782629"/>
                <a:gd name="connsiteY25" fmla="*/ 804418 h 1447865"/>
                <a:gd name="connsiteX26" fmla="*/ 253295 w 1782629"/>
                <a:gd name="connsiteY26" fmla="*/ 829945 h 1447865"/>
                <a:gd name="connsiteX27" fmla="*/ 247580 w 1782629"/>
                <a:gd name="connsiteY27" fmla="*/ 851789 h 1447865"/>
                <a:gd name="connsiteX28" fmla="*/ 210623 w 1782629"/>
                <a:gd name="connsiteY28" fmla="*/ 1111250 h 1447865"/>
                <a:gd name="connsiteX29" fmla="*/ 430206 w 1782629"/>
                <a:gd name="connsiteY29" fmla="*/ 1090804 h 1447865"/>
                <a:gd name="connsiteX30" fmla="*/ 426142 w 1782629"/>
                <a:gd name="connsiteY30" fmla="*/ 1057148 h 1447865"/>
                <a:gd name="connsiteX31" fmla="*/ 411918 w 1782629"/>
                <a:gd name="connsiteY31" fmla="*/ 983869 h 1447865"/>
                <a:gd name="connsiteX32" fmla="*/ 511994 w 1782629"/>
                <a:gd name="connsiteY32" fmla="*/ 974725 h 1447865"/>
                <a:gd name="connsiteX33" fmla="*/ 579939 w 1782629"/>
                <a:gd name="connsiteY33" fmla="*/ 975868 h 1447865"/>
                <a:gd name="connsiteX34" fmla="*/ 629215 w 1782629"/>
                <a:gd name="connsiteY34" fmla="*/ 1010666 h 1447865"/>
                <a:gd name="connsiteX35" fmla="*/ 596957 w 1782629"/>
                <a:gd name="connsiteY35" fmla="*/ 1085596 h 1447865"/>
                <a:gd name="connsiteX36" fmla="*/ 611308 w 1782629"/>
                <a:gd name="connsiteY36" fmla="*/ 1204341 h 1447865"/>
                <a:gd name="connsiteX37" fmla="*/ 697542 w 1782629"/>
                <a:gd name="connsiteY37" fmla="*/ 1380236 h 1447865"/>
                <a:gd name="connsiteX38" fmla="*/ 680650 w 1782629"/>
                <a:gd name="connsiteY38" fmla="*/ 1444879 h 1447865"/>
                <a:gd name="connsiteX39" fmla="*/ 400869 w 1782629"/>
                <a:gd name="connsiteY39" fmla="*/ 1447419 h 1447865"/>
                <a:gd name="connsiteX40" fmla="*/ 339655 w 1782629"/>
                <a:gd name="connsiteY40" fmla="*/ 1427988 h 1447865"/>
                <a:gd name="connsiteX41" fmla="*/ 349053 w 1782629"/>
                <a:gd name="connsiteY41" fmla="*/ 1340739 h 1447865"/>
                <a:gd name="connsiteX42" fmla="*/ 40443 w 1782629"/>
                <a:gd name="connsiteY42" fmla="*/ 1236726 h 1447865"/>
                <a:gd name="connsiteX43" fmla="*/ 94672 w 1782629"/>
                <a:gd name="connsiteY43" fmla="*/ 949071 h 1447865"/>
                <a:gd name="connsiteX44" fmla="*/ 286061 w 1782629"/>
                <a:gd name="connsiteY44" fmla="*/ 789813 h 1447865"/>
                <a:gd name="connsiteX45" fmla="*/ 194494 w 1782629"/>
                <a:gd name="connsiteY45" fmla="*/ 735838 h 1447865"/>
                <a:gd name="connsiteX46" fmla="*/ 101276 w 1782629"/>
                <a:gd name="connsiteY46" fmla="*/ 621157 h 1447865"/>
                <a:gd name="connsiteX47" fmla="*/ 43110 w 1782629"/>
                <a:gd name="connsiteY47" fmla="*/ 588010 h 1447865"/>
                <a:gd name="connsiteX48" fmla="*/ 21393 w 1782629"/>
                <a:gd name="connsiteY48" fmla="*/ 365125 h 1447865"/>
                <a:gd name="connsiteX49" fmla="*/ 92132 w 1782629"/>
                <a:gd name="connsiteY49" fmla="*/ 307340 h 1447865"/>
                <a:gd name="connsiteX50" fmla="*/ 317938 w 1782629"/>
                <a:gd name="connsiteY50" fmla="*/ 102743 h 1447865"/>
                <a:gd name="connsiteX51" fmla="*/ 696271 w 1782629"/>
                <a:gd name="connsiteY51" fmla="*/ 93472 h 1447865"/>
                <a:gd name="connsiteX52" fmla="*/ 828732 w 1782629"/>
                <a:gd name="connsiteY52" fmla="*/ 169037 h 1447865"/>
                <a:gd name="connsiteX53" fmla="*/ 943540 w 1782629"/>
                <a:gd name="connsiteY53" fmla="*/ 311531 h 1447865"/>
                <a:gd name="connsiteX54" fmla="*/ 1016057 w 1782629"/>
                <a:gd name="connsiteY54" fmla="*/ 364744 h 1447865"/>
                <a:gd name="connsiteX55" fmla="*/ 1012248 w 1782629"/>
                <a:gd name="connsiteY55" fmla="*/ 133604 h 1447865"/>
                <a:gd name="connsiteX56" fmla="*/ 1060380 w 1782629"/>
                <a:gd name="connsiteY56" fmla="*/ 17272 h 1447865"/>
                <a:gd name="connsiteX57" fmla="*/ 1149026 w 1782629"/>
                <a:gd name="connsiteY57" fmla="*/ 0 h 1447865"/>
                <a:gd name="connsiteX58" fmla="*/ 1035107 w 1782629"/>
                <a:gd name="connsiteY58" fmla="*/ 107823 h 1447865"/>
                <a:gd name="connsiteX59" fmla="*/ 1034345 w 1782629"/>
                <a:gd name="connsiteY59" fmla="*/ 623443 h 1447865"/>
                <a:gd name="connsiteX60" fmla="*/ 1670361 w 1782629"/>
                <a:gd name="connsiteY60" fmla="*/ 621284 h 1447865"/>
                <a:gd name="connsiteX61" fmla="*/ 1759135 w 1782629"/>
                <a:gd name="connsiteY61" fmla="*/ 528447 h 1447865"/>
                <a:gd name="connsiteX62" fmla="*/ 1758880 w 1782629"/>
                <a:gd name="connsiteY62" fmla="*/ 108458 h 1447865"/>
                <a:gd name="connsiteX63" fmla="*/ 1035107 w 1782629"/>
                <a:gd name="connsiteY63" fmla="*/ 107823 h 1447865"/>
                <a:gd name="connsiteX64" fmla="*/ 268027 w 1782629"/>
                <a:gd name="connsiteY64" fmla="*/ 154940 h 1447865"/>
                <a:gd name="connsiteX65" fmla="*/ 98482 w 1782629"/>
                <a:gd name="connsiteY65" fmla="*/ 393827 h 1447865"/>
                <a:gd name="connsiteX66" fmla="*/ 96450 w 1782629"/>
                <a:gd name="connsiteY66" fmla="*/ 395986 h 1447865"/>
                <a:gd name="connsiteX67" fmla="*/ 202114 w 1782629"/>
                <a:gd name="connsiteY67" fmla="*/ 708787 h 1447865"/>
                <a:gd name="connsiteX68" fmla="*/ 388042 w 1782629"/>
                <a:gd name="connsiteY68" fmla="*/ 779780 h 1447865"/>
                <a:gd name="connsiteX69" fmla="*/ 691954 w 1782629"/>
                <a:gd name="connsiteY69" fmla="*/ 777240 h 1447865"/>
                <a:gd name="connsiteX70" fmla="*/ 940746 w 1782629"/>
                <a:gd name="connsiteY70" fmla="*/ 489839 h 1447865"/>
                <a:gd name="connsiteX71" fmla="*/ 834574 w 1782629"/>
                <a:gd name="connsiteY71" fmla="*/ 206883 h 1447865"/>
                <a:gd name="connsiteX72" fmla="*/ 509708 w 1782629"/>
                <a:gd name="connsiteY72" fmla="*/ 101854 h 1447865"/>
                <a:gd name="connsiteX73" fmla="*/ 268027 w 1782629"/>
                <a:gd name="connsiteY73" fmla="*/ 154940 h 1447865"/>
                <a:gd name="connsiteX74" fmla="*/ 82480 w 1782629"/>
                <a:gd name="connsiteY74" fmla="*/ 586740 h 1447865"/>
                <a:gd name="connsiteX75" fmla="*/ 77146 w 1782629"/>
                <a:gd name="connsiteY75" fmla="*/ 335280 h 1447865"/>
                <a:gd name="connsiteX76" fmla="*/ 82480 w 1782629"/>
                <a:gd name="connsiteY76" fmla="*/ 586740 h 1447865"/>
                <a:gd name="connsiteX77" fmla="*/ 950144 w 1782629"/>
                <a:gd name="connsiteY77" fmla="*/ 333756 h 1447865"/>
                <a:gd name="connsiteX78" fmla="*/ 946969 w 1782629"/>
                <a:gd name="connsiteY78" fmla="*/ 589534 h 1447865"/>
                <a:gd name="connsiteX79" fmla="*/ 950144 w 1782629"/>
                <a:gd name="connsiteY79" fmla="*/ 333756 h 1447865"/>
                <a:gd name="connsiteX80" fmla="*/ 998912 w 1782629"/>
                <a:gd name="connsiteY80" fmla="*/ 780415 h 1447865"/>
                <a:gd name="connsiteX81" fmla="*/ 967670 w 1782629"/>
                <a:gd name="connsiteY81" fmla="*/ 872363 h 1447865"/>
                <a:gd name="connsiteX82" fmla="*/ 900361 w 1782629"/>
                <a:gd name="connsiteY82" fmla="*/ 1201039 h 1447865"/>
                <a:gd name="connsiteX83" fmla="*/ 1554792 w 1782629"/>
                <a:gd name="connsiteY83" fmla="*/ 1201039 h 1447865"/>
                <a:gd name="connsiteX84" fmla="*/ 1650804 w 1782629"/>
                <a:gd name="connsiteY84" fmla="*/ 777621 h 1447865"/>
                <a:gd name="connsiteX85" fmla="*/ 1060254 w 1782629"/>
                <a:gd name="connsiteY85" fmla="*/ 775843 h 1447865"/>
                <a:gd name="connsiteX86" fmla="*/ 998912 w 1782629"/>
                <a:gd name="connsiteY86" fmla="*/ 780415 h 1447865"/>
                <a:gd name="connsiteX87" fmla="*/ 436175 w 1782629"/>
                <a:gd name="connsiteY87" fmla="*/ 803656 h 1447865"/>
                <a:gd name="connsiteX88" fmla="*/ 593528 w 1782629"/>
                <a:gd name="connsiteY88" fmla="*/ 803402 h 1447865"/>
                <a:gd name="connsiteX89" fmla="*/ 436175 w 1782629"/>
                <a:gd name="connsiteY89" fmla="*/ 803656 h 1447865"/>
                <a:gd name="connsiteX90" fmla="*/ 50857 w 1782629"/>
                <a:gd name="connsiteY90" fmla="*/ 1151001 h 1447865"/>
                <a:gd name="connsiteX91" fmla="*/ 73336 w 1782629"/>
                <a:gd name="connsiteY91" fmla="*/ 1247521 h 1447865"/>
                <a:gd name="connsiteX92" fmla="*/ 363912 w 1782629"/>
                <a:gd name="connsiteY92" fmla="*/ 1318133 h 1447865"/>
                <a:gd name="connsiteX93" fmla="*/ 380168 w 1782629"/>
                <a:gd name="connsiteY93" fmla="*/ 1289304 h 1447865"/>
                <a:gd name="connsiteX94" fmla="*/ 362515 w 1782629"/>
                <a:gd name="connsiteY94" fmla="*/ 1120648 h 1447865"/>
                <a:gd name="connsiteX95" fmla="*/ 140011 w 1782629"/>
                <a:gd name="connsiteY95" fmla="*/ 1138555 h 1447865"/>
                <a:gd name="connsiteX96" fmla="*/ 185731 w 1782629"/>
                <a:gd name="connsiteY96" fmla="*/ 1111504 h 1447865"/>
                <a:gd name="connsiteX97" fmla="*/ 220910 w 1782629"/>
                <a:gd name="connsiteY97" fmla="*/ 846201 h 1447865"/>
                <a:gd name="connsiteX98" fmla="*/ 50857 w 1782629"/>
                <a:gd name="connsiteY98" fmla="*/ 1151001 h 1447865"/>
                <a:gd name="connsiteX99" fmla="*/ 825049 w 1782629"/>
                <a:gd name="connsiteY99" fmla="*/ 855854 h 1447865"/>
                <a:gd name="connsiteX100" fmla="*/ 857307 w 1782629"/>
                <a:gd name="connsiteY100" fmla="*/ 1201039 h 1447865"/>
                <a:gd name="connsiteX101" fmla="*/ 875468 w 1782629"/>
                <a:gd name="connsiteY101" fmla="*/ 1201039 h 1447865"/>
                <a:gd name="connsiteX102" fmla="*/ 922331 w 1782629"/>
                <a:gd name="connsiteY102" fmla="*/ 958216 h 1447865"/>
                <a:gd name="connsiteX103" fmla="*/ 825049 w 1782629"/>
                <a:gd name="connsiteY103" fmla="*/ 855854 h 1447865"/>
                <a:gd name="connsiteX104" fmla="*/ 433000 w 1782629"/>
                <a:gd name="connsiteY104" fmla="*/ 1003554 h 1447865"/>
                <a:gd name="connsiteX105" fmla="*/ 419538 w 1782629"/>
                <a:gd name="connsiteY105" fmla="*/ 1023239 h 1447865"/>
                <a:gd name="connsiteX106" fmla="*/ 492055 w 1782629"/>
                <a:gd name="connsiteY106" fmla="*/ 1035177 h 1447865"/>
                <a:gd name="connsiteX107" fmla="*/ 455860 w 1782629"/>
                <a:gd name="connsiteY107" fmla="*/ 1059688 h 1447865"/>
                <a:gd name="connsiteX108" fmla="*/ 453193 w 1782629"/>
                <a:gd name="connsiteY108" fmla="*/ 1082548 h 1447865"/>
                <a:gd name="connsiteX109" fmla="*/ 526853 w 1782629"/>
                <a:gd name="connsiteY109" fmla="*/ 1124458 h 1447865"/>
                <a:gd name="connsiteX110" fmla="*/ 527361 w 1782629"/>
                <a:gd name="connsiteY110" fmla="*/ 1271270 h 1447865"/>
                <a:gd name="connsiteX111" fmla="*/ 400615 w 1782629"/>
                <a:gd name="connsiteY111" fmla="*/ 1304417 h 1447865"/>
                <a:gd name="connsiteX112" fmla="*/ 361499 w 1782629"/>
                <a:gd name="connsiteY112" fmla="*/ 1418336 h 1447865"/>
                <a:gd name="connsiteX113" fmla="*/ 590988 w 1782629"/>
                <a:gd name="connsiteY113" fmla="*/ 1424051 h 1447865"/>
                <a:gd name="connsiteX114" fmla="*/ 675698 w 1782629"/>
                <a:gd name="connsiteY114" fmla="*/ 1412748 h 1447865"/>
                <a:gd name="connsiteX115" fmla="*/ 592893 w 1782629"/>
                <a:gd name="connsiteY115" fmla="*/ 1228725 h 1447865"/>
                <a:gd name="connsiteX116" fmla="*/ 572065 w 1782629"/>
                <a:gd name="connsiteY116" fmla="*/ 1137666 h 1447865"/>
                <a:gd name="connsiteX117" fmla="*/ 607244 w 1782629"/>
                <a:gd name="connsiteY117" fmla="*/ 1009142 h 1447865"/>
                <a:gd name="connsiteX118" fmla="*/ 433000 w 1782629"/>
                <a:gd name="connsiteY118" fmla="*/ 1003554 h 1447865"/>
                <a:gd name="connsiteX119" fmla="*/ 416744 w 1782629"/>
                <a:gd name="connsiteY119" fmla="*/ 1117473 h 1447865"/>
                <a:gd name="connsiteX120" fmla="*/ 387788 w 1782629"/>
                <a:gd name="connsiteY120" fmla="*/ 1265810 h 1447865"/>
                <a:gd name="connsiteX121" fmla="*/ 476815 w 1782629"/>
                <a:gd name="connsiteY121" fmla="*/ 1275461 h 1447865"/>
                <a:gd name="connsiteX122" fmla="*/ 520503 w 1782629"/>
                <a:gd name="connsiteY122" fmla="*/ 1176655 h 1447865"/>
                <a:gd name="connsiteX123" fmla="*/ 416744 w 1782629"/>
                <a:gd name="connsiteY123" fmla="*/ 1117473 h 1447865"/>
                <a:gd name="connsiteX124" fmla="*/ 695382 w 1782629"/>
                <a:gd name="connsiteY124" fmla="*/ 1228344 h 1447865"/>
                <a:gd name="connsiteX125" fmla="*/ 694493 w 1782629"/>
                <a:gd name="connsiteY125" fmla="*/ 1273810 h 1447865"/>
                <a:gd name="connsiteX126" fmla="*/ 1551998 w 1782629"/>
                <a:gd name="connsiteY126" fmla="*/ 1273302 h 1447865"/>
                <a:gd name="connsiteX127" fmla="*/ 1554664 w 1782629"/>
                <a:gd name="connsiteY127" fmla="*/ 1228091 h 1447865"/>
                <a:gd name="connsiteX128" fmla="*/ 695382 w 1782629"/>
                <a:gd name="connsiteY128" fmla="*/ 1228344 h 1447865"/>
                <a:gd name="connsiteX0" fmla="*/ 1782629 w 1782629"/>
                <a:gd name="connsiteY0" fmla="*/ 358394 h 1447865"/>
                <a:gd name="connsiteX1" fmla="*/ 1780089 w 1782629"/>
                <a:gd name="connsiteY1" fmla="*/ 552704 h 1447865"/>
                <a:gd name="connsiteX2" fmla="*/ 1743513 w 1782629"/>
                <a:gd name="connsiteY2" fmla="*/ 621030 h 1447865"/>
                <a:gd name="connsiteX3" fmla="*/ 1555680 w 1782629"/>
                <a:gd name="connsiteY3" fmla="*/ 645160 h 1447865"/>
                <a:gd name="connsiteX4" fmla="*/ 1069398 w 1782629"/>
                <a:gd name="connsiteY4" fmla="*/ 648589 h 1447865"/>
                <a:gd name="connsiteX5" fmla="*/ 1017708 w 1782629"/>
                <a:gd name="connsiteY5" fmla="*/ 647192 h 1447865"/>
                <a:gd name="connsiteX6" fmla="*/ 1012374 w 1782629"/>
                <a:gd name="connsiteY6" fmla="*/ 556641 h 1447865"/>
                <a:gd name="connsiteX7" fmla="*/ 936048 w 1782629"/>
                <a:gd name="connsiteY7" fmla="*/ 619125 h 1447865"/>
                <a:gd name="connsiteX8" fmla="*/ 742245 w 1782629"/>
                <a:gd name="connsiteY8" fmla="*/ 791210 h 1447865"/>
                <a:gd name="connsiteX9" fmla="*/ 932492 w 1782629"/>
                <a:gd name="connsiteY9" fmla="*/ 924433 h 1447865"/>
                <a:gd name="connsiteX10" fmla="*/ 1004881 w 1782629"/>
                <a:gd name="connsiteY10" fmla="*/ 751459 h 1447865"/>
                <a:gd name="connsiteX11" fmla="*/ 1183189 w 1782629"/>
                <a:gd name="connsiteY11" fmla="*/ 748030 h 1447865"/>
                <a:gd name="connsiteX12" fmla="*/ 1620197 w 1782629"/>
                <a:gd name="connsiteY12" fmla="*/ 749808 h 1447865"/>
                <a:gd name="connsiteX13" fmla="*/ 1680522 w 1782629"/>
                <a:gd name="connsiteY13" fmla="*/ 784225 h 1447865"/>
                <a:gd name="connsiteX14" fmla="*/ 1572825 w 1782629"/>
                <a:gd name="connsiteY14" fmla="*/ 1215263 h 1447865"/>
                <a:gd name="connsiteX15" fmla="*/ 1579556 w 1782629"/>
                <a:gd name="connsiteY15" fmla="*/ 1229741 h 1447865"/>
                <a:gd name="connsiteX16" fmla="*/ 1561904 w 1782629"/>
                <a:gd name="connsiteY16" fmla="*/ 1295782 h 1447865"/>
                <a:gd name="connsiteX17" fmla="*/ 1478718 w 1782629"/>
                <a:gd name="connsiteY17" fmla="*/ 1299338 h 1447865"/>
                <a:gd name="connsiteX18" fmla="*/ 704273 w 1782629"/>
                <a:gd name="connsiteY18" fmla="*/ 1298829 h 1447865"/>
                <a:gd name="connsiteX19" fmla="*/ 675189 w 1782629"/>
                <a:gd name="connsiteY19" fmla="*/ 1205104 h 1447865"/>
                <a:gd name="connsiteX20" fmla="*/ 834067 w 1782629"/>
                <a:gd name="connsiteY20" fmla="*/ 1201039 h 1447865"/>
                <a:gd name="connsiteX21" fmla="*/ 789743 w 1782629"/>
                <a:gd name="connsiteY21" fmla="*/ 838200 h 1447865"/>
                <a:gd name="connsiteX22" fmla="*/ 757612 w 1782629"/>
                <a:gd name="connsiteY22" fmla="*/ 824230 h 1447865"/>
                <a:gd name="connsiteX23" fmla="*/ 667696 w 1782629"/>
                <a:gd name="connsiteY23" fmla="*/ 804545 h 1447865"/>
                <a:gd name="connsiteX24" fmla="*/ 514788 w 1782629"/>
                <a:gd name="connsiteY24" fmla="*/ 848106 h 1447865"/>
                <a:gd name="connsiteX25" fmla="*/ 348672 w 1782629"/>
                <a:gd name="connsiteY25" fmla="*/ 804418 h 1447865"/>
                <a:gd name="connsiteX26" fmla="*/ 253295 w 1782629"/>
                <a:gd name="connsiteY26" fmla="*/ 829945 h 1447865"/>
                <a:gd name="connsiteX27" fmla="*/ 247580 w 1782629"/>
                <a:gd name="connsiteY27" fmla="*/ 851789 h 1447865"/>
                <a:gd name="connsiteX28" fmla="*/ 210623 w 1782629"/>
                <a:gd name="connsiteY28" fmla="*/ 1111250 h 1447865"/>
                <a:gd name="connsiteX29" fmla="*/ 430206 w 1782629"/>
                <a:gd name="connsiteY29" fmla="*/ 1090804 h 1447865"/>
                <a:gd name="connsiteX30" fmla="*/ 426142 w 1782629"/>
                <a:gd name="connsiteY30" fmla="*/ 1057148 h 1447865"/>
                <a:gd name="connsiteX31" fmla="*/ 411918 w 1782629"/>
                <a:gd name="connsiteY31" fmla="*/ 983869 h 1447865"/>
                <a:gd name="connsiteX32" fmla="*/ 511994 w 1782629"/>
                <a:gd name="connsiteY32" fmla="*/ 974725 h 1447865"/>
                <a:gd name="connsiteX33" fmla="*/ 579939 w 1782629"/>
                <a:gd name="connsiteY33" fmla="*/ 975868 h 1447865"/>
                <a:gd name="connsiteX34" fmla="*/ 629215 w 1782629"/>
                <a:gd name="connsiteY34" fmla="*/ 1010666 h 1447865"/>
                <a:gd name="connsiteX35" fmla="*/ 596957 w 1782629"/>
                <a:gd name="connsiteY35" fmla="*/ 1085596 h 1447865"/>
                <a:gd name="connsiteX36" fmla="*/ 611308 w 1782629"/>
                <a:gd name="connsiteY36" fmla="*/ 1204341 h 1447865"/>
                <a:gd name="connsiteX37" fmla="*/ 697542 w 1782629"/>
                <a:gd name="connsiteY37" fmla="*/ 1380236 h 1447865"/>
                <a:gd name="connsiteX38" fmla="*/ 680650 w 1782629"/>
                <a:gd name="connsiteY38" fmla="*/ 1444879 h 1447865"/>
                <a:gd name="connsiteX39" fmla="*/ 400869 w 1782629"/>
                <a:gd name="connsiteY39" fmla="*/ 1447419 h 1447865"/>
                <a:gd name="connsiteX40" fmla="*/ 339655 w 1782629"/>
                <a:gd name="connsiteY40" fmla="*/ 1427988 h 1447865"/>
                <a:gd name="connsiteX41" fmla="*/ 349053 w 1782629"/>
                <a:gd name="connsiteY41" fmla="*/ 1340739 h 1447865"/>
                <a:gd name="connsiteX42" fmla="*/ 40443 w 1782629"/>
                <a:gd name="connsiteY42" fmla="*/ 1236726 h 1447865"/>
                <a:gd name="connsiteX43" fmla="*/ 94672 w 1782629"/>
                <a:gd name="connsiteY43" fmla="*/ 949071 h 1447865"/>
                <a:gd name="connsiteX44" fmla="*/ 286061 w 1782629"/>
                <a:gd name="connsiteY44" fmla="*/ 789813 h 1447865"/>
                <a:gd name="connsiteX45" fmla="*/ 194494 w 1782629"/>
                <a:gd name="connsiteY45" fmla="*/ 735838 h 1447865"/>
                <a:gd name="connsiteX46" fmla="*/ 101276 w 1782629"/>
                <a:gd name="connsiteY46" fmla="*/ 621157 h 1447865"/>
                <a:gd name="connsiteX47" fmla="*/ 43110 w 1782629"/>
                <a:gd name="connsiteY47" fmla="*/ 588010 h 1447865"/>
                <a:gd name="connsiteX48" fmla="*/ 21393 w 1782629"/>
                <a:gd name="connsiteY48" fmla="*/ 365125 h 1447865"/>
                <a:gd name="connsiteX49" fmla="*/ 92132 w 1782629"/>
                <a:gd name="connsiteY49" fmla="*/ 307340 h 1447865"/>
                <a:gd name="connsiteX50" fmla="*/ 317938 w 1782629"/>
                <a:gd name="connsiteY50" fmla="*/ 102743 h 1447865"/>
                <a:gd name="connsiteX51" fmla="*/ 696271 w 1782629"/>
                <a:gd name="connsiteY51" fmla="*/ 93472 h 1447865"/>
                <a:gd name="connsiteX52" fmla="*/ 828732 w 1782629"/>
                <a:gd name="connsiteY52" fmla="*/ 169037 h 1447865"/>
                <a:gd name="connsiteX53" fmla="*/ 943540 w 1782629"/>
                <a:gd name="connsiteY53" fmla="*/ 311531 h 1447865"/>
                <a:gd name="connsiteX54" fmla="*/ 1016057 w 1782629"/>
                <a:gd name="connsiteY54" fmla="*/ 364744 h 1447865"/>
                <a:gd name="connsiteX55" fmla="*/ 1012248 w 1782629"/>
                <a:gd name="connsiteY55" fmla="*/ 133604 h 1447865"/>
                <a:gd name="connsiteX56" fmla="*/ 1060380 w 1782629"/>
                <a:gd name="connsiteY56" fmla="*/ 17272 h 1447865"/>
                <a:gd name="connsiteX57" fmla="*/ 1149026 w 1782629"/>
                <a:gd name="connsiteY57" fmla="*/ 0 h 1447865"/>
                <a:gd name="connsiteX58" fmla="*/ 1035107 w 1782629"/>
                <a:gd name="connsiteY58" fmla="*/ 107823 h 1447865"/>
                <a:gd name="connsiteX59" fmla="*/ 1034345 w 1782629"/>
                <a:gd name="connsiteY59" fmla="*/ 623443 h 1447865"/>
                <a:gd name="connsiteX60" fmla="*/ 1670361 w 1782629"/>
                <a:gd name="connsiteY60" fmla="*/ 621284 h 1447865"/>
                <a:gd name="connsiteX61" fmla="*/ 1759135 w 1782629"/>
                <a:gd name="connsiteY61" fmla="*/ 528447 h 1447865"/>
                <a:gd name="connsiteX62" fmla="*/ 1035107 w 1782629"/>
                <a:gd name="connsiteY62" fmla="*/ 107823 h 1447865"/>
                <a:gd name="connsiteX63" fmla="*/ 268027 w 1782629"/>
                <a:gd name="connsiteY63" fmla="*/ 154940 h 1447865"/>
                <a:gd name="connsiteX64" fmla="*/ 98482 w 1782629"/>
                <a:gd name="connsiteY64" fmla="*/ 393827 h 1447865"/>
                <a:gd name="connsiteX65" fmla="*/ 96450 w 1782629"/>
                <a:gd name="connsiteY65" fmla="*/ 395986 h 1447865"/>
                <a:gd name="connsiteX66" fmla="*/ 202114 w 1782629"/>
                <a:gd name="connsiteY66" fmla="*/ 708787 h 1447865"/>
                <a:gd name="connsiteX67" fmla="*/ 388042 w 1782629"/>
                <a:gd name="connsiteY67" fmla="*/ 779780 h 1447865"/>
                <a:gd name="connsiteX68" fmla="*/ 691954 w 1782629"/>
                <a:gd name="connsiteY68" fmla="*/ 777240 h 1447865"/>
                <a:gd name="connsiteX69" fmla="*/ 940746 w 1782629"/>
                <a:gd name="connsiteY69" fmla="*/ 489839 h 1447865"/>
                <a:gd name="connsiteX70" fmla="*/ 834574 w 1782629"/>
                <a:gd name="connsiteY70" fmla="*/ 206883 h 1447865"/>
                <a:gd name="connsiteX71" fmla="*/ 509708 w 1782629"/>
                <a:gd name="connsiteY71" fmla="*/ 101854 h 1447865"/>
                <a:gd name="connsiteX72" fmla="*/ 268027 w 1782629"/>
                <a:gd name="connsiteY72" fmla="*/ 154940 h 1447865"/>
                <a:gd name="connsiteX73" fmla="*/ 82480 w 1782629"/>
                <a:gd name="connsiteY73" fmla="*/ 586740 h 1447865"/>
                <a:gd name="connsiteX74" fmla="*/ 77146 w 1782629"/>
                <a:gd name="connsiteY74" fmla="*/ 335280 h 1447865"/>
                <a:gd name="connsiteX75" fmla="*/ 82480 w 1782629"/>
                <a:gd name="connsiteY75" fmla="*/ 586740 h 1447865"/>
                <a:gd name="connsiteX76" fmla="*/ 950144 w 1782629"/>
                <a:gd name="connsiteY76" fmla="*/ 333756 h 1447865"/>
                <a:gd name="connsiteX77" fmla="*/ 946969 w 1782629"/>
                <a:gd name="connsiteY77" fmla="*/ 589534 h 1447865"/>
                <a:gd name="connsiteX78" fmla="*/ 950144 w 1782629"/>
                <a:gd name="connsiteY78" fmla="*/ 333756 h 1447865"/>
                <a:gd name="connsiteX79" fmla="*/ 998912 w 1782629"/>
                <a:gd name="connsiteY79" fmla="*/ 780415 h 1447865"/>
                <a:gd name="connsiteX80" fmla="*/ 967670 w 1782629"/>
                <a:gd name="connsiteY80" fmla="*/ 872363 h 1447865"/>
                <a:gd name="connsiteX81" fmla="*/ 900361 w 1782629"/>
                <a:gd name="connsiteY81" fmla="*/ 1201039 h 1447865"/>
                <a:gd name="connsiteX82" fmla="*/ 1554792 w 1782629"/>
                <a:gd name="connsiteY82" fmla="*/ 1201039 h 1447865"/>
                <a:gd name="connsiteX83" fmla="*/ 1650804 w 1782629"/>
                <a:gd name="connsiteY83" fmla="*/ 777621 h 1447865"/>
                <a:gd name="connsiteX84" fmla="*/ 1060254 w 1782629"/>
                <a:gd name="connsiteY84" fmla="*/ 775843 h 1447865"/>
                <a:gd name="connsiteX85" fmla="*/ 998912 w 1782629"/>
                <a:gd name="connsiteY85" fmla="*/ 780415 h 1447865"/>
                <a:gd name="connsiteX86" fmla="*/ 436175 w 1782629"/>
                <a:gd name="connsiteY86" fmla="*/ 803656 h 1447865"/>
                <a:gd name="connsiteX87" fmla="*/ 593528 w 1782629"/>
                <a:gd name="connsiteY87" fmla="*/ 803402 h 1447865"/>
                <a:gd name="connsiteX88" fmla="*/ 436175 w 1782629"/>
                <a:gd name="connsiteY88" fmla="*/ 803656 h 1447865"/>
                <a:gd name="connsiteX89" fmla="*/ 50857 w 1782629"/>
                <a:gd name="connsiteY89" fmla="*/ 1151001 h 1447865"/>
                <a:gd name="connsiteX90" fmla="*/ 73336 w 1782629"/>
                <a:gd name="connsiteY90" fmla="*/ 1247521 h 1447865"/>
                <a:gd name="connsiteX91" fmla="*/ 363912 w 1782629"/>
                <a:gd name="connsiteY91" fmla="*/ 1318133 h 1447865"/>
                <a:gd name="connsiteX92" fmla="*/ 380168 w 1782629"/>
                <a:gd name="connsiteY92" fmla="*/ 1289304 h 1447865"/>
                <a:gd name="connsiteX93" fmla="*/ 362515 w 1782629"/>
                <a:gd name="connsiteY93" fmla="*/ 1120648 h 1447865"/>
                <a:gd name="connsiteX94" fmla="*/ 140011 w 1782629"/>
                <a:gd name="connsiteY94" fmla="*/ 1138555 h 1447865"/>
                <a:gd name="connsiteX95" fmla="*/ 185731 w 1782629"/>
                <a:gd name="connsiteY95" fmla="*/ 1111504 h 1447865"/>
                <a:gd name="connsiteX96" fmla="*/ 220910 w 1782629"/>
                <a:gd name="connsiteY96" fmla="*/ 846201 h 1447865"/>
                <a:gd name="connsiteX97" fmla="*/ 50857 w 1782629"/>
                <a:gd name="connsiteY97" fmla="*/ 1151001 h 1447865"/>
                <a:gd name="connsiteX98" fmla="*/ 825049 w 1782629"/>
                <a:gd name="connsiteY98" fmla="*/ 855854 h 1447865"/>
                <a:gd name="connsiteX99" fmla="*/ 857307 w 1782629"/>
                <a:gd name="connsiteY99" fmla="*/ 1201039 h 1447865"/>
                <a:gd name="connsiteX100" fmla="*/ 875468 w 1782629"/>
                <a:gd name="connsiteY100" fmla="*/ 1201039 h 1447865"/>
                <a:gd name="connsiteX101" fmla="*/ 922331 w 1782629"/>
                <a:gd name="connsiteY101" fmla="*/ 958216 h 1447865"/>
                <a:gd name="connsiteX102" fmla="*/ 825049 w 1782629"/>
                <a:gd name="connsiteY102" fmla="*/ 855854 h 1447865"/>
                <a:gd name="connsiteX103" fmla="*/ 433000 w 1782629"/>
                <a:gd name="connsiteY103" fmla="*/ 1003554 h 1447865"/>
                <a:gd name="connsiteX104" fmla="*/ 419538 w 1782629"/>
                <a:gd name="connsiteY104" fmla="*/ 1023239 h 1447865"/>
                <a:gd name="connsiteX105" fmla="*/ 492055 w 1782629"/>
                <a:gd name="connsiteY105" fmla="*/ 1035177 h 1447865"/>
                <a:gd name="connsiteX106" fmla="*/ 455860 w 1782629"/>
                <a:gd name="connsiteY106" fmla="*/ 1059688 h 1447865"/>
                <a:gd name="connsiteX107" fmla="*/ 453193 w 1782629"/>
                <a:gd name="connsiteY107" fmla="*/ 1082548 h 1447865"/>
                <a:gd name="connsiteX108" fmla="*/ 526853 w 1782629"/>
                <a:gd name="connsiteY108" fmla="*/ 1124458 h 1447865"/>
                <a:gd name="connsiteX109" fmla="*/ 527361 w 1782629"/>
                <a:gd name="connsiteY109" fmla="*/ 1271270 h 1447865"/>
                <a:gd name="connsiteX110" fmla="*/ 400615 w 1782629"/>
                <a:gd name="connsiteY110" fmla="*/ 1304417 h 1447865"/>
                <a:gd name="connsiteX111" fmla="*/ 361499 w 1782629"/>
                <a:gd name="connsiteY111" fmla="*/ 1418336 h 1447865"/>
                <a:gd name="connsiteX112" fmla="*/ 590988 w 1782629"/>
                <a:gd name="connsiteY112" fmla="*/ 1424051 h 1447865"/>
                <a:gd name="connsiteX113" fmla="*/ 675698 w 1782629"/>
                <a:gd name="connsiteY113" fmla="*/ 1412748 h 1447865"/>
                <a:gd name="connsiteX114" fmla="*/ 592893 w 1782629"/>
                <a:gd name="connsiteY114" fmla="*/ 1228725 h 1447865"/>
                <a:gd name="connsiteX115" fmla="*/ 572065 w 1782629"/>
                <a:gd name="connsiteY115" fmla="*/ 1137666 h 1447865"/>
                <a:gd name="connsiteX116" fmla="*/ 607244 w 1782629"/>
                <a:gd name="connsiteY116" fmla="*/ 1009142 h 1447865"/>
                <a:gd name="connsiteX117" fmla="*/ 433000 w 1782629"/>
                <a:gd name="connsiteY117" fmla="*/ 1003554 h 1447865"/>
                <a:gd name="connsiteX118" fmla="*/ 416744 w 1782629"/>
                <a:gd name="connsiteY118" fmla="*/ 1117473 h 1447865"/>
                <a:gd name="connsiteX119" fmla="*/ 387788 w 1782629"/>
                <a:gd name="connsiteY119" fmla="*/ 1265810 h 1447865"/>
                <a:gd name="connsiteX120" fmla="*/ 476815 w 1782629"/>
                <a:gd name="connsiteY120" fmla="*/ 1275461 h 1447865"/>
                <a:gd name="connsiteX121" fmla="*/ 520503 w 1782629"/>
                <a:gd name="connsiteY121" fmla="*/ 1176655 h 1447865"/>
                <a:gd name="connsiteX122" fmla="*/ 416744 w 1782629"/>
                <a:gd name="connsiteY122" fmla="*/ 1117473 h 1447865"/>
                <a:gd name="connsiteX123" fmla="*/ 695382 w 1782629"/>
                <a:gd name="connsiteY123" fmla="*/ 1228344 h 1447865"/>
                <a:gd name="connsiteX124" fmla="*/ 694493 w 1782629"/>
                <a:gd name="connsiteY124" fmla="*/ 1273810 h 1447865"/>
                <a:gd name="connsiteX125" fmla="*/ 1551998 w 1782629"/>
                <a:gd name="connsiteY125" fmla="*/ 1273302 h 1447865"/>
                <a:gd name="connsiteX126" fmla="*/ 1554664 w 1782629"/>
                <a:gd name="connsiteY126" fmla="*/ 1228091 h 1447865"/>
                <a:gd name="connsiteX127" fmla="*/ 695382 w 1782629"/>
                <a:gd name="connsiteY127" fmla="*/ 1228344 h 1447865"/>
                <a:gd name="connsiteX0" fmla="*/ 1780089 w 1780088"/>
                <a:gd name="connsiteY0" fmla="*/ 552704 h 1447865"/>
                <a:gd name="connsiteX1" fmla="*/ 1743513 w 1780088"/>
                <a:gd name="connsiteY1" fmla="*/ 621030 h 1447865"/>
                <a:gd name="connsiteX2" fmla="*/ 1555680 w 1780088"/>
                <a:gd name="connsiteY2" fmla="*/ 645160 h 1447865"/>
                <a:gd name="connsiteX3" fmla="*/ 1069398 w 1780088"/>
                <a:gd name="connsiteY3" fmla="*/ 648589 h 1447865"/>
                <a:gd name="connsiteX4" fmla="*/ 1017708 w 1780088"/>
                <a:gd name="connsiteY4" fmla="*/ 647192 h 1447865"/>
                <a:gd name="connsiteX5" fmla="*/ 1012374 w 1780088"/>
                <a:gd name="connsiteY5" fmla="*/ 556641 h 1447865"/>
                <a:gd name="connsiteX6" fmla="*/ 936048 w 1780088"/>
                <a:gd name="connsiteY6" fmla="*/ 619125 h 1447865"/>
                <a:gd name="connsiteX7" fmla="*/ 742245 w 1780088"/>
                <a:gd name="connsiteY7" fmla="*/ 791210 h 1447865"/>
                <a:gd name="connsiteX8" fmla="*/ 932492 w 1780088"/>
                <a:gd name="connsiteY8" fmla="*/ 924433 h 1447865"/>
                <a:gd name="connsiteX9" fmla="*/ 1004881 w 1780088"/>
                <a:gd name="connsiteY9" fmla="*/ 751459 h 1447865"/>
                <a:gd name="connsiteX10" fmla="*/ 1183189 w 1780088"/>
                <a:gd name="connsiteY10" fmla="*/ 748030 h 1447865"/>
                <a:gd name="connsiteX11" fmla="*/ 1620197 w 1780088"/>
                <a:gd name="connsiteY11" fmla="*/ 749808 h 1447865"/>
                <a:gd name="connsiteX12" fmla="*/ 1680522 w 1780088"/>
                <a:gd name="connsiteY12" fmla="*/ 784225 h 1447865"/>
                <a:gd name="connsiteX13" fmla="*/ 1572825 w 1780088"/>
                <a:gd name="connsiteY13" fmla="*/ 1215263 h 1447865"/>
                <a:gd name="connsiteX14" fmla="*/ 1579556 w 1780088"/>
                <a:gd name="connsiteY14" fmla="*/ 1229741 h 1447865"/>
                <a:gd name="connsiteX15" fmla="*/ 1561904 w 1780088"/>
                <a:gd name="connsiteY15" fmla="*/ 1295782 h 1447865"/>
                <a:gd name="connsiteX16" fmla="*/ 1478718 w 1780088"/>
                <a:gd name="connsiteY16" fmla="*/ 1299338 h 1447865"/>
                <a:gd name="connsiteX17" fmla="*/ 704273 w 1780088"/>
                <a:gd name="connsiteY17" fmla="*/ 1298829 h 1447865"/>
                <a:gd name="connsiteX18" fmla="*/ 675189 w 1780088"/>
                <a:gd name="connsiteY18" fmla="*/ 1205104 h 1447865"/>
                <a:gd name="connsiteX19" fmla="*/ 834067 w 1780088"/>
                <a:gd name="connsiteY19" fmla="*/ 1201039 h 1447865"/>
                <a:gd name="connsiteX20" fmla="*/ 789743 w 1780088"/>
                <a:gd name="connsiteY20" fmla="*/ 838200 h 1447865"/>
                <a:gd name="connsiteX21" fmla="*/ 757612 w 1780088"/>
                <a:gd name="connsiteY21" fmla="*/ 824230 h 1447865"/>
                <a:gd name="connsiteX22" fmla="*/ 667696 w 1780088"/>
                <a:gd name="connsiteY22" fmla="*/ 804545 h 1447865"/>
                <a:gd name="connsiteX23" fmla="*/ 514788 w 1780088"/>
                <a:gd name="connsiteY23" fmla="*/ 848106 h 1447865"/>
                <a:gd name="connsiteX24" fmla="*/ 348672 w 1780088"/>
                <a:gd name="connsiteY24" fmla="*/ 804418 h 1447865"/>
                <a:gd name="connsiteX25" fmla="*/ 253295 w 1780088"/>
                <a:gd name="connsiteY25" fmla="*/ 829945 h 1447865"/>
                <a:gd name="connsiteX26" fmla="*/ 247580 w 1780088"/>
                <a:gd name="connsiteY26" fmla="*/ 851789 h 1447865"/>
                <a:gd name="connsiteX27" fmla="*/ 210623 w 1780088"/>
                <a:gd name="connsiteY27" fmla="*/ 1111250 h 1447865"/>
                <a:gd name="connsiteX28" fmla="*/ 430206 w 1780088"/>
                <a:gd name="connsiteY28" fmla="*/ 1090804 h 1447865"/>
                <a:gd name="connsiteX29" fmla="*/ 426142 w 1780088"/>
                <a:gd name="connsiteY29" fmla="*/ 1057148 h 1447865"/>
                <a:gd name="connsiteX30" fmla="*/ 411918 w 1780088"/>
                <a:gd name="connsiteY30" fmla="*/ 983869 h 1447865"/>
                <a:gd name="connsiteX31" fmla="*/ 511994 w 1780088"/>
                <a:gd name="connsiteY31" fmla="*/ 974725 h 1447865"/>
                <a:gd name="connsiteX32" fmla="*/ 579939 w 1780088"/>
                <a:gd name="connsiteY32" fmla="*/ 975868 h 1447865"/>
                <a:gd name="connsiteX33" fmla="*/ 629215 w 1780088"/>
                <a:gd name="connsiteY33" fmla="*/ 1010666 h 1447865"/>
                <a:gd name="connsiteX34" fmla="*/ 596957 w 1780088"/>
                <a:gd name="connsiteY34" fmla="*/ 1085596 h 1447865"/>
                <a:gd name="connsiteX35" fmla="*/ 611308 w 1780088"/>
                <a:gd name="connsiteY35" fmla="*/ 1204341 h 1447865"/>
                <a:gd name="connsiteX36" fmla="*/ 697542 w 1780088"/>
                <a:gd name="connsiteY36" fmla="*/ 1380236 h 1447865"/>
                <a:gd name="connsiteX37" fmla="*/ 680650 w 1780088"/>
                <a:gd name="connsiteY37" fmla="*/ 1444879 h 1447865"/>
                <a:gd name="connsiteX38" fmla="*/ 400869 w 1780088"/>
                <a:gd name="connsiteY38" fmla="*/ 1447419 h 1447865"/>
                <a:gd name="connsiteX39" fmla="*/ 339655 w 1780088"/>
                <a:gd name="connsiteY39" fmla="*/ 1427988 h 1447865"/>
                <a:gd name="connsiteX40" fmla="*/ 349053 w 1780088"/>
                <a:gd name="connsiteY40" fmla="*/ 1340739 h 1447865"/>
                <a:gd name="connsiteX41" fmla="*/ 40443 w 1780088"/>
                <a:gd name="connsiteY41" fmla="*/ 1236726 h 1447865"/>
                <a:gd name="connsiteX42" fmla="*/ 94672 w 1780088"/>
                <a:gd name="connsiteY42" fmla="*/ 949071 h 1447865"/>
                <a:gd name="connsiteX43" fmla="*/ 286061 w 1780088"/>
                <a:gd name="connsiteY43" fmla="*/ 789813 h 1447865"/>
                <a:gd name="connsiteX44" fmla="*/ 194494 w 1780088"/>
                <a:gd name="connsiteY44" fmla="*/ 735838 h 1447865"/>
                <a:gd name="connsiteX45" fmla="*/ 101276 w 1780088"/>
                <a:gd name="connsiteY45" fmla="*/ 621157 h 1447865"/>
                <a:gd name="connsiteX46" fmla="*/ 43110 w 1780088"/>
                <a:gd name="connsiteY46" fmla="*/ 588010 h 1447865"/>
                <a:gd name="connsiteX47" fmla="*/ 21393 w 1780088"/>
                <a:gd name="connsiteY47" fmla="*/ 365125 h 1447865"/>
                <a:gd name="connsiteX48" fmla="*/ 92132 w 1780088"/>
                <a:gd name="connsiteY48" fmla="*/ 307340 h 1447865"/>
                <a:gd name="connsiteX49" fmla="*/ 317938 w 1780088"/>
                <a:gd name="connsiteY49" fmla="*/ 102743 h 1447865"/>
                <a:gd name="connsiteX50" fmla="*/ 696271 w 1780088"/>
                <a:gd name="connsiteY50" fmla="*/ 93472 h 1447865"/>
                <a:gd name="connsiteX51" fmla="*/ 828732 w 1780088"/>
                <a:gd name="connsiteY51" fmla="*/ 169037 h 1447865"/>
                <a:gd name="connsiteX52" fmla="*/ 943540 w 1780088"/>
                <a:gd name="connsiteY52" fmla="*/ 311531 h 1447865"/>
                <a:gd name="connsiteX53" fmla="*/ 1016057 w 1780088"/>
                <a:gd name="connsiteY53" fmla="*/ 364744 h 1447865"/>
                <a:gd name="connsiteX54" fmla="*/ 1012248 w 1780088"/>
                <a:gd name="connsiteY54" fmla="*/ 133604 h 1447865"/>
                <a:gd name="connsiteX55" fmla="*/ 1060380 w 1780088"/>
                <a:gd name="connsiteY55" fmla="*/ 17272 h 1447865"/>
                <a:gd name="connsiteX56" fmla="*/ 1149026 w 1780088"/>
                <a:gd name="connsiteY56" fmla="*/ 0 h 1447865"/>
                <a:gd name="connsiteX57" fmla="*/ 1035107 w 1780088"/>
                <a:gd name="connsiteY57" fmla="*/ 107823 h 1447865"/>
                <a:gd name="connsiteX58" fmla="*/ 1034345 w 1780088"/>
                <a:gd name="connsiteY58" fmla="*/ 623443 h 1447865"/>
                <a:gd name="connsiteX59" fmla="*/ 1670361 w 1780088"/>
                <a:gd name="connsiteY59" fmla="*/ 621284 h 1447865"/>
                <a:gd name="connsiteX60" fmla="*/ 1759135 w 1780088"/>
                <a:gd name="connsiteY60" fmla="*/ 528447 h 1447865"/>
                <a:gd name="connsiteX61" fmla="*/ 1035107 w 1780088"/>
                <a:gd name="connsiteY61" fmla="*/ 107823 h 1447865"/>
                <a:gd name="connsiteX62" fmla="*/ 268027 w 1780088"/>
                <a:gd name="connsiteY62" fmla="*/ 154940 h 1447865"/>
                <a:gd name="connsiteX63" fmla="*/ 98482 w 1780088"/>
                <a:gd name="connsiteY63" fmla="*/ 393827 h 1447865"/>
                <a:gd name="connsiteX64" fmla="*/ 96450 w 1780088"/>
                <a:gd name="connsiteY64" fmla="*/ 395986 h 1447865"/>
                <a:gd name="connsiteX65" fmla="*/ 202114 w 1780088"/>
                <a:gd name="connsiteY65" fmla="*/ 708787 h 1447865"/>
                <a:gd name="connsiteX66" fmla="*/ 388042 w 1780088"/>
                <a:gd name="connsiteY66" fmla="*/ 779780 h 1447865"/>
                <a:gd name="connsiteX67" fmla="*/ 691954 w 1780088"/>
                <a:gd name="connsiteY67" fmla="*/ 777240 h 1447865"/>
                <a:gd name="connsiteX68" fmla="*/ 940746 w 1780088"/>
                <a:gd name="connsiteY68" fmla="*/ 489839 h 1447865"/>
                <a:gd name="connsiteX69" fmla="*/ 834574 w 1780088"/>
                <a:gd name="connsiteY69" fmla="*/ 206883 h 1447865"/>
                <a:gd name="connsiteX70" fmla="*/ 509708 w 1780088"/>
                <a:gd name="connsiteY70" fmla="*/ 101854 h 1447865"/>
                <a:gd name="connsiteX71" fmla="*/ 268027 w 1780088"/>
                <a:gd name="connsiteY71" fmla="*/ 154940 h 1447865"/>
                <a:gd name="connsiteX72" fmla="*/ 82480 w 1780088"/>
                <a:gd name="connsiteY72" fmla="*/ 586740 h 1447865"/>
                <a:gd name="connsiteX73" fmla="*/ 77146 w 1780088"/>
                <a:gd name="connsiteY73" fmla="*/ 335280 h 1447865"/>
                <a:gd name="connsiteX74" fmla="*/ 82480 w 1780088"/>
                <a:gd name="connsiteY74" fmla="*/ 586740 h 1447865"/>
                <a:gd name="connsiteX75" fmla="*/ 950144 w 1780088"/>
                <a:gd name="connsiteY75" fmla="*/ 333756 h 1447865"/>
                <a:gd name="connsiteX76" fmla="*/ 946969 w 1780088"/>
                <a:gd name="connsiteY76" fmla="*/ 589534 h 1447865"/>
                <a:gd name="connsiteX77" fmla="*/ 950144 w 1780088"/>
                <a:gd name="connsiteY77" fmla="*/ 333756 h 1447865"/>
                <a:gd name="connsiteX78" fmla="*/ 998912 w 1780088"/>
                <a:gd name="connsiteY78" fmla="*/ 780415 h 1447865"/>
                <a:gd name="connsiteX79" fmla="*/ 967670 w 1780088"/>
                <a:gd name="connsiteY79" fmla="*/ 872363 h 1447865"/>
                <a:gd name="connsiteX80" fmla="*/ 900361 w 1780088"/>
                <a:gd name="connsiteY80" fmla="*/ 1201039 h 1447865"/>
                <a:gd name="connsiteX81" fmla="*/ 1554792 w 1780088"/>
                <a:gd name="connsiteY81" fmla="*/ 1201039 h 1447865"/>
                <a:gd name="connsiteX82" fmla="*/ 1650804 w 1780088"/>
                <a:gd name="connsiteY82" fmla="*/ 777621 h 1447865"/>
                <a:gd name="connsiteX83" fmla="*/ 1060254 w 1780088"/>
                <a:gd name="connsiteY83" fmla="*/ 775843 h 1447865"/>
                <a:gd name="connsiteX84" fmla="*/ 998912 w 1780088"/>
                <a:gd name="connsiteY84" fmla="*/ 780415 h 1447865"/>
                <a:gd name="connsiteX85" fmla="*/ 436175 w 1780088"/>
                <a:gd name="connsiteY85" fmla="*/ 803656 h 1447865"/>
                <a:gd name="connsiteX86" fmla="*/ 593528 w 1780088"/>
                <a:gd name="connsiteY86" fmla="*/ 803402 h 1447865"/>
                <a:gd name="connsiteX87" fmla="*/ 436175 w 1780088"/>
                <a:gd name="connsiteY87" fmla="*/ 803656 h 1447865"/>
                <a:gd name="connsiteX88" fmla="*/ 50857 w 1780088"/>
                <a:gd name="connsiteY88" fmla="*/ 1151001 h 1447865"/>
                <a:gd name="connsiteX89" fmla="*/ 73336 w 1780088"/>
                <a:gd name="connsiteY89" fmla="*/ 1247521 h 1447865"/>
                <a:gd name="connsiteX90" fmla="*/ 363912 w 1780088"/>
                <a:gd name="connsiteY90" fmla="*/ 1318133 h 1447865"/>
                <a:gd name="connsiteX91" fmla="*/ 380168 w 1780088"/>
                <a:gd name="connsiteY91" fmla="*/ 1289304 h 1447865"/>
                <a:gd name="connsiteX92" fmla="*/ 362515 w 1780088"/>
                <a:gd name="connsiteY92" fmla="*/ 1120648 h 1447865"/>
                <a:gd name="connsiteX93" fmla="*/ 140011 w 1780088"/>
                <a:gd name="connsiteY93" fmla="*/ 1138555 h 1447865"/>
                <a:gd name="connsiteX94" fmla="*/ 185731 w 1780088"/>
                <a:gd name="connsiteY94" fmla="*/ 1111504 h 1447865"/>
                <a:gd name="connsiteX95" fmla="*/ 220910 w 1780088"/>
                <a:gd name="connsiteY95" fmla="*/ 846201 h 1447865"/>
                <a:gd name="connsiteX96" fmla="*/ 50857 w 1780088"/>
                <a:gd name="connsiteY96" fmla="*/ 1151001 h 1447865"/>
                <a:gd name="connsiteX97" fmla="*/ 825049 w 1780088"/>
                <a:gd name="connsiteY97" fmla="*/ 855854 h 1447865"/>
                <a:gd name="connsiteX98" fmla="*/ 857307 w 1780088"/>
                <a:gd name="connsiteY98" fmla="*/ 1201039 h 1447865"/>
                <a:gd name="connsiteX99" fmla="*/ 875468 w 1780088"/>
                <a:gd name="connsiteY99" fmla="*/ 1201039 h 1447865"/>
                <a:gd name="connsiteX100" fmla="*/ 922331 w 1780088"/>
                <a:gd name="connsiteY100" fmla="*/ 958216 h 1447865"/>
                <a:gd name="connsiteX101" fmla="*/ 825049 w 1780088"/>
                <a:gd name="connsiteY101" fmla="*/ 855854 h 1447865"/>
                <a:gd name="connsiteX102" fmla="*/ 433000 w 1780088"/>
                <a:gd name="connsiteY102" fmla="*/ 1003554 h 1447865"/>
                <a:gd name="connsiteX103" fmla="*/ 419538 w 1780088"/>
                <a:gd name="connsiteY103" fmla="*/ 1023239 h 1447865"/>
                <a:gd name="connsiteX104" fmla="*/ 492055 w 1780088"/>
                <a:gd name="connsiteY104" fmla="*/ 1035177 h 1447865"/>
                <a:gd name="connsiteX105" fmla="*/ 455860 w 1780088"/>
                <a:gd name="connsiteY105" fmla="*/ 1059688 h 1447865"/>
                <a:gd name="connsiteX106" fmla="*/ 453193 w 1780088"/>
                <a:gd name="connsiteY106" fmla="*/ 1082548 h 1447865"/>
                <a:gd name="connsiteX107" fmla="*/ 526853 w 1780088"/>
                <a:gd name="connsiteY107" fmla="*/ 1124458 h 1447865"/>
                <a:gd name="connsiteX108" fmla="*/ 527361 w 1780088"/>
                <a:gd name="connsiteY108" fmla="*/ 1271270 h 1447865"/>
                <a:gd name="connsiteX109" fmla="*/ 400615 w 1780088"/>
                <a:gd name="connsiteY109" fmla="*/ 1304417 h 1447865"/>
                <a:gd name="connsiteX110" fmla="*/ 361499 w 1780088"/>
                <a:gd name="connsiteY110" fmla="*/ 1418336 h 1447865"/>
                <a:gd name="connsiteX111" fmla="*/ 590988 w 1780088"/>
                <a:gd name="connsiteY111" fmla="*/ 1424051 h 1447865"/>
                <a:gd name="connsiteX112" fmla="*/ 675698 w 1780088"/>
                <a:gd name="connsiteY112" fmla="*/ 1412748 h 1447865"/>
                <a:gd name="connsiteX113" fmla="*/ 592893 w 1780088"/>
                <a:gd name="connsiteY113" fmla="*/ 1228725 h 1447865"/>
                <a:gd name="connsiteX114" fmla="*/ 572065 w 1780088"/>
                <a:gd name="connsiteY114" fmla="*/ 1137666 h 1447865"/>
                <a:gd name="connsiteX115" fmla="*/ 607244 w 1780088"/>
                <a:gd name="connsiteY115" fmla="*/ 1009142 h 1447865"/>
                <a:gd name="connsiteX116" fmla="*/ 433000 w 1780088"/>
                <a:gd name="connsiteY116" fmla="*/ 1003554 h 1447865"/>
                <a:gd name="connsiteX117" fmla="*/ 416744 w 1780088"/>
                <a:gd name="connsiteY117" fmla="*/ 1117473 h 1447865"/>
                <a:gd name="connsiteX118" fmla="*/ 387788 w 1780088"/>
                <a:gd name="connsiteY118" fmla="*/ 1265810 h 1447865"/>
                <a:gd name="connsiteX119" fmla="*/ 476815 w 1780088"/>
                <a:gd name="connsiteY119" fmla="*/ 1275461 h 1447865"/>
                <a:gd name="connsiteX120" fmla="*/ 520503 w 1780088"/>
                <a:gd name="connsiteY120" fmla="*/ 1176655 h 1447865"/>
                <a:gd name="connsiteX121" fmla="*/ 416744 w 1780088"/>
                <a:gd name="connsiteY121" fmla="*/ 1117473 h 1447865"/>
                <a:gd name="connsiteX122" fmla="*/ 695382 w 1780088"/>
                <a:gd name="connsiteY122" fmla="*/ 1228344 h 1447865"/>
                <a:gd name="connsiteX123" fmla="*/ 694493 w 1780088"/>
                <a:gd name="connsiteY123" fmla="*/ 1273810 h 1447865"/>
                <a:gd name="connsiteX124" fmla="*/ 1551998 w 1780088"/>
                <a:gd name="connsiteY124" fmla="*/ 1273302 h 1447865"/>
                <a:gd name="connsiteX125" fmla="*/ 1554664 w 1780088"/>
                <a:gd name="connsiteY125" fmla="*/ 1228091 h 1447865"/>
                <a:gd name="connsiteX126" fmla="*/ 695382 w 1780088"/>
                <a:gd name="connsiteY126" fmla="*/ 1228344 h 1447865"/>
                <a:gd name="connsiteX0" fmla="*/ 1780089 w 1780089"/>
                <a:gd name="connsiteY0" fmla="*/ 552704 h 1447865"/>
                <a:gd name="connsiteX1" fmla="*/ 1743513 w 1780089"/>
                <a:gd name="connsiteY1" fmla="*/ 621030 h 1447865"/>
                <a:gd name="connsiteX2" fmla="*/ 1555680 w 1780089"/>
                <a:gd name="connsiteY2" fmla="*/ 645160 h 1447865"/>
                <a:gd name="connsiteX3" fmla="*/ 1069398 w 1780089"/>
                <a:gd name="connsiteY3" fmla="*/ 648589 h 1447865"/>
                <a:gd name="connsiteX4" fmla="*/ 1017708 w 1780089"/>
                <a:gd name="connsiteY4" fmla="*/ 647192 h 1447865"/>
                <a:gd name="connsiteX5" fmla="*/ 1012374 w 1780089"/>
                <a:gd name="connsiteY5" fmla="*/ 556641 h 1447865"/>
                <a:gd name="connsiteX6" fmla="*/ 936048 w 1780089"/>
                <a:gd name="connsiteY6" fmla="*/ 619125 h 1447865"/>
                <a:gd name="connsiteX7" fmla="*/ 742245 w 1780089"/>
                <a:gd name="connsiteY7" fmla="*/ 791210 h 1447865"/>
                <a:gd name="connsiteX8" fmla="*/ 932492 w 1780089"/>
                <a:gd name="connsiteY8" fmla="*/ 924433 h 1447865"/>
                <a:gd name="connsiteX9" fmla="*/ 1004881 w 1780089"/>
                <a:gd name="connsiteY9" fmla="*/ 751459 h 1447865"/>
                <a:gd name="connsiteX10" fmla="*/ 1183189 w 1780089"/>
                <a:gd name="connsiteY10" fmla="*/ 748030 h 1447865"/>
                <a:gd name="connsiteX11" fmla="*/ 1620197 w 1780089"/>
                <a:gd name="connsiteY11" fmla="*/ 749808 h 1447865"/>
                <a:gd name="connsiteX12" fmla="*/ 1680522 w 1780089"/>
                <a:gd name="connsiteY12" fmla="*/ 784225 h 1447865"/>
                <a:gd name="connsiteX13" fmla="*/ 1572825 w 1780089"/>
                <a:gd name="connsiteY13" fmla="*/ 1215263 h 1447865"/>
                <a:gd name="connsiteX14" fmla="*/ 1579556 w 1780089"/>
                <a:gd name="connsiteY14" fmla="*/ 1229741 h 1447865"/>
                <a:gd name="connsiteX15" fmla="*/ 1561904 w 1780089"/>
                <a:gd name="connsiteY15" fmla="*/ 1295782 h 1447865"/>
                <a:gd name="connsiteX16" fmla="*/ 1478718 w 1780089"/>
                <a:gd name="connsiteY16" fmla="*/ 1299338 h 1447865"/>
                <a:gd name="connsiteX17" fmla="*/ 704273 w 1780089"/>
                <a:gd name="connsiteY17" fmla="*/ 1298829 h 1447865"/>
                <a:gd name="connsiteX18" fmla="*/ 675189 w 1780089"/>
                <a:gd name="connsiteY18" fmla="*/ 1205104 h 1447865"/>
                <a:gd name="connsiteX19" fmla="*/ 834067 w 1780089"/>
                <a:gd name="connsiteY19" fmla="*/ 1201039 h 1447865"/>
                <a:gd name="connsiteX20" fmla="*/ 789743 w 1780089"/>
                <a:gd name="connsiteY20" fmla="*/ 838200 h 1447865"/>
                <a:gd name="connsiteX21" fmla="*/ 757612 w 1780089"/>
                <a:gd name="connsiteY21" fmla="*/ 824230 h 1447865"/>
                <a:gd name="connsiteX22" fmla="*/ 667696 w 1780089"/>
                <a:gd name="connsiteY22" fmla="*/ 804545 h 1447865"/>
                <a:gd name="connsiteX23" fmla="*/ 514788 w 1780089"/>
                <a:gd name="connsiteY23" fmla="*/ 848106 h 1447865"/>
                <a:gd name="connsiteX24" fmla="*/ 348672 w 1780089"/>
                <a:gd name="connsiteY24" fmla="*/ 804418 h 1447865"/>
                <a:gd name="connsiteX25" fmla="*/ 253295 w 1780089"/>
                <a:gd name="connsiteY25" fmla="*/ 829945 h 1447865"/>
                <a:gd name="connsiteX26" fmla="*/ 247580 w 1780089"/>
                <a:gd name="connsiteY26" fmla="*/ 851789 h 1447865"/>
                <a:gd name="connsiteX27" fmla="*/ 210623 w 1780089"/>
                <a:gd name="connsiteY27" fmla="*/ 1111250 h 1447865"/>
                <a:gd name="connsiteX28" fmla="*/ 430206 w 1780089"/>
                <a:gd name="connsiteY28" fmla="*/ 1090804 h 1447865"/>
                <a:gd name="connsiteX29" fmla="*/ 426142 w 1780089"/>
                <a:gd name="connsiteY29" fmla="*/ 1057148 h 1447865"/>
                <a:gd name="connsiteX30" fmla="*/ 411918 w 1780089"/>
                <a:gd name="connsiteY30" fmla="*/ 983869 h 1447865"/>
                <a:gd name="connsiteX31" fmla="*/ 511994 w 1780089"/>
                <a:gd name="connsiteY31" fmla="*/ 974725 h 1447865"/>
                <a:gd name="connsiteX32" fmla="*/ 579939 w 1780089"/>
                <a:gd name="connsiteY32" fmla="*/ 975868 h 1447865"/>
                <a:gd name="connsiteX33" fmla="*/ 629215 w 1780089"/>
                <a:gd name="connsiteY33" fmla="*/ 1010666 h 1447865"/>
                <a:gd name="connsiteX34" fmla="*/ 596957 w 1780089"/>
                <a:gd name="connsiteY34" fmla="*/ 1085596 h 1447865"/>
                <a:gd name="connsiteX35" fmla="*/ 611308 w 1780089"/>
                <a:gd name="connsiteY35" fmla="*/ 1204341 h 1447865"/>
                <a:gd name="connsiteX36" fmla="*/ 697542 w 1780089"/>
                <a:gd name="connsiteY36" fmla="*/ 1380236 h 1447865"/>
                <a:gd name="connsiteX37" fmla="*/ 680650 w 1780089"/>
                <a:gd name="connsiteY37" fmla="*/ 1444879 h 1447865"/>
                <a:gd name="connsiteX38" fmla="*/ 400869 w 1780089"/>
                <a:gd name="connsiteY38" fmla="*/ 1447419 h 1447865"/>
                <a:gd name="connsiteX39" fmla="*/ 339655 w 1780089"/>
                <a:gd name="connsiteY39" fmla="*/ 1427988 h 1447865"/>
                <a:gd name="connsiteX40" fmla="*/ 349053 w 1780089"/>
                <a:gd name="connsiteY40" fmla="*/ 1340739 h 1447865"/>
                <a:gd name="connsiteX41" fmla="*/ 40443 w 1780089"/>
                <a:gd name="connsiteY41" fmla="*/ 1236726 h 1447865"/>
                <a:gd name="connsiteX42" fmla="*/ 94672 w 1780089"/>
                <a:gd name="connsiteY42" fmla="*/ 949071 h 1447865"/>
                <a:gd name="connsiteX43" fmla="*/ 286061 w 1780089"/>
                <a:gd name="connsiteY43" fmla="*/ 789813 h 1447865"/>
                <a:gd name="connsiteX44" fmla="*/ 194494 w 1780089"/>
                <a:gd name="connsiteY44" fmla="*/ 735838 h 1447865"/>
                <a:gd name="connsiteX45" fmla="*/ 101276 w 1780089"/>
                <a:gd name="connsiteY45" fmla="*/ 621157 h 1447865"/>
                <a:gd name="connsiteX46" fmla="*/ 43110 w 1780089"/>
                <a:gd name="connsiteY46" fmla="*/ 588010 h 1447865"/>
                <a:gd name="connsiteX47" fmla="*/ 21393 w 1780089"/>
                <a:gd name="connsiteY47" fmla="*/ 365125 h 1447865"/>
                <a:gd name="connsiteX48" fmla="*/ 92132 w 1780089"/>
                <a:gd name="connsiteY48" fmla="*/ 307340 h 1447865"/>
                <a:gd name="connsiteX49" fmla="*/ 317938 w 1780089"/>
                <a:gd name="connsiteY49" fmla="*/ 102743 h 1447865"/>
                <a:gd name="connsiteX50" fmla="*/ 696271 w 1780089"/>
                <a:gd name="connsiteY50" fmla="*/ 93472 h 1447865"/>
                <a:gd name="connsiteX51" fmla="*/ 828732 w 1780089"/>
                <a:gd name="connsiteY51" fmla="*/ 169037 h 1447865"/>
                <a:gd name="connsiteX52" fmla="*/ 943540 w 1780089"/>
                <a:gd name="connsiteY52" fmla="*/ 311531 h 1447865"/>
                <a:gd name="connsiteX53" fmla="*/ 1016057 w 1780089"/>
                <a:gd name="connsiteY53" fmla="*/ 364744 h 1447865"/>
                <a:gd name="connsiteX54" fmla="*/ 1012248 w 1780089"/>
                <a:gd name="connsiteY54" fmla="*/ 133604 h 1447865"/>
                <a:gd name="connsiteX55" fmla="*/ 1060380 w 1780089"/>
                <a:gd name="connsiteY55" fmla="*/ 17272 h 1447865"/>
                <a:gd name="connsiteX56" fmla="*/ 1149026 w 1780089"/>
                <a:gd name="connsiteY56" fmla="*/ 0 h 1447865"/>
                <a:gd name="connsiteX57" fmla="*/ 1035107 w 1780089"/>
                <a:gd name="connsiteY57" fmla="*/ 107823 h 1447865"/>
                <a:gd name="connsiteX58" fmla="*/ 1034345 w 1780089"/>
                <a:gd name="connsiteY58" fmla="*/ 623443 h 1447865"/>
                <a:gd name="connsiteX59" fmla="*/ 1670361 w 1780089"/>
                <a:gd name="connsiteY59" fmla="*/ 621284 h 1447865"/>
                <a:gd name="connsiteX60" fmla="*/ 1035107 w 1780089"/>
                <a:gd name="connsiteY60" fmla="*/ 107823 h 1447865"/>
                <a:gd name="connsiteX61" fmla="*/ 268027 w 1780089"/>
                <a:gd name="connsiteY61" fmla="*/ 154940 h 1447865"/>
                <a:gd name="connsiteX62" fmla="*/ 98482 w 1780089"/>
                <a:gd name="connsiteY62" fmla="*/ 393827 h 1447865"/>
                <a:gd name="connsiteX63" fmla="*/ 96450 w 1780089"/>
                <a:gd name="connsiteY63" fmla="*/ 395986 h 1447865"/>
                <a:gd name="connsiteX64" fmla="*/ 202114 w 1780089"/>
                <a:gd name="connsiteY64" fmla="*/ 708787 h 1447865"/>
                <a:gd name="connsiteX65" fmla="*/ 388042 w 1780089"/>
                <a:gd name="connsiteY65" fmla="*/ 779780 h 1447865"/>
                <a:gd name="connsiteX66" fmla="*/ 691954 w 1780089"/>
                <a:gd name="connsiteY66" fmla="*/ 777240 h 1447865"/>
                <a:gd name="connsiteX67" fmla="*/ 940746 w 1780089"/>
                <a:gd name="connsiteY67" fmla="*/ 489839 h 1447865"/>
                <a:gd name="connsiteX68" fmla="*/ 834574 w 1780089"/>
                <a:gd name="connsiteY68" fmla="*/ 206883 h 1447865"/>
                <a:gd name="connsiteX69" fmla="*/ 509708 w 1780089"/>
                <a:gd name="connsiteY69" fmla="*/ 101854 h 1447865"/>
                <a:gd name="connsiteX70" fmla="*/ 268027 w 1780089"/>
                <a:gd name="connsiteY70" fmla="*/ 154940 h 1447865"/>
                <a:gd name="connsiteX71" fmla="*/ 82480 w 1780089"/>
                <a:gd name="connsiteY71" fmla="*/ 586740 h 1447865"/>
                <a:gd name="connsiteX72" fmla="*/ 77146 w 1780089"/>
                <a:gd name="connsiteY72" fmla="*/ 335280 h 1447865"/>
                <a:gd name="connsiteX73" fmla="*/ 82480 w 1780089"/>
                <a:gd name="connsiteY73" fmla="*/ 586740 h 1447865"/>
                <a:gd name="connsiteX74" fmla="*/ 950144 w 1780089"/>
                <a:gd name="connsiteY74" fmla="*/ 333756 h 1447865"/>
                <a:gd name="connsiteX75" fmla="*/ 946969 w 1780089"/>
                <a:gd name="connsiteY75" fmla="*/ 589534 h 1447865"/>
                <a:gd name="connsiteX76" fmla="*/ 950144 w 1780089"/>
                <a:gd name="connsiteY76" fmla="*/ 333756 h 1447865"/>
                <a:gd name="connsiteX77" fmla="*/ 998912 w 1780089"/>
                <a:gd name="connsiteY77" fmla="*/ 780415 h 1447865"/>
                <a:gd name="connsiteX78" fmla="*/ 967670 w 1780089"/>
                <a:gd name="connsiteY78" fmla="*/ 872363 h 1447865"/>
                <a:gd name="connsiteX79" fmla="*/ 900361 w 1780089"/>
                <a:gd name="connsiteY79" fmla="*/ 1201039 h 1447865"/>
                <a:gd name="connsiteX80" fmla="*/ 1554792 w 1780089"/>
                <a:gd name="connsiteY80" fmla="*/ 1201039 h 1447865"/>
                <a:gd name="connsiteX81" fmla="*/ 1650804 w 1780089"/>
                <a:gd name="connsiteY81" fmla="*/ 777621 h 1447865"/>
                <a:gd name="connsiteX82" fmla="*/ 1060254 w 1780089"/>
                <a:gd name="connsiteY82" fmla="*/ 775843 h 1447865"/>
                <a:gd name="connsiteX83" fmla="*/ 998912 w 1780089"/>
                <a:gd name="connsiteY83" fmla="*/ 780415 h 1447865"/>
                <a:gd name="connsiteX84" fmla="*/ 436175 w 1780089"/>
                <a:gd name="connsiteY84" fmla="*/ 803656 h 1447865"/>
                <a:gd name="connsiteX85" fmla="*/ 593528 w 1780089"/>
                <a:gd name="connsiteY85" fmla="*/ 803402 h 1447865"/>
                <a:gd name="connsiteX86" fmla="*/ 436175 w 1780089"/>
                <a:gd name="connsiteY86" fmla="*/ 803656 h 1447865"/>
                <a:gd name="connsiteX87" fmla="*/ 50857 w 1780089"/>
                <a:gd name="connsiteY87" fmla="*/ 1151001 h 1447865"/>
                <a:gd name="connsiteX88" fmla="*/ 73336 w 1780089"/>
                <a:gd name="connsiteY88" fmla="*/ 1247521 h 1447865"/>
                <a:gd name="connsiteX89" fmla="*/ 363912 w 1780089"/>
                <a:gd name="connsiteY89" fmla="*/ 1318133 h 1447865"/>
                <a:gd name="connsiteX90" fmla="*/ 380168 w 1780089"/>
                <a:gd name="connsiteY90" fmla="*/ 1289304 h 1447865"/>
                <a:gd name="connsiteX91" fmla="*/ 362515 w 1780089"/>
                <a:gd name="connsiteY91" fmla="*/ 1120648 h 1447865"/>
                <a:gd name="connsiteX92" fmla="*/ 140011 w 1780089"/>
                <a:gd name="connsiteY92" fmla="*/ 1138555 h 1447865"/>
                <a:gd name="connsiteX93" fmla="*/ 185731 w 1780089"/>
                <a:gd name="connsiteY93" fmla="*/ 1111504 h 1447865"/>
                <a:gd name="connsiteX94" fmla="*/ 220910 w 1780089"/>
                <a:gd name="connsiteY94" fmla="*/ 846201 h 1447865"/>
                <a:gd name="connsiteX95" fmla="*/ 50857 w 1780089"/>
                <a:gd name="connsiteY95" fmla="*/ 1151001 h 1447865"/>
                <a:gd name="connsiteX96" fmla="*/ 825049 w 1780089"/>
                <a:gd name="connsiteY96" fmla="*/ 855854 h 1447865"/>
                <a:gd name="connsiteX97" fmla="*/ 857307 w 1780089"/>
                <a:gd name="connsiteY97" fmla="*/ 1201039 h 1447865"/>
                <a:gd name="connsiteX98" fmla="*/ 875468 w 1780089"/>
                <a:gd name="connsiteY98" fmla="*/ 1201039 h 1447865"/>
                <a:gd name="connsiteX99" fmla="*/ 922331 w 1780089"/>
                <a:gd name="connsiteY99" fmla="*/ 958216 h 1447865"/>
                <a:gd name="connsiteX100" fmla="*/ 825049 w 1780089"/>
                <a:gd name="connsiteY100" fmla="*/ 855854 h 1447865"/>
                <a:gd name="connsiteX101" fmla="*/ 433000 w 1780089"/>
                <a:gd name="connsiteY101" fmla="*/ 1003554 h 1447865"/>
                <a:gd name="connsiteX102" fmla="*/ 419538 w 1780089"/>
                <a:gd name="connsiteY102" fmla="*/ 1023239 h 1447865"/>
                <a:gd name="connsiteX103" fmla="*/ 492055 w 1780089"/>
                <a:gd name="connsiteY103" fmla="*/ 1035177 h 1447865"/>
                <a:gd name="connsiteX104" fmla="*/ 455860 w 1780089"/>
                <a:gd name="connsiteY104" fmla="*/ 1059688 h 1447865"/>
                <a:gd name="connsiteX105" fmla="*/ 453193 w 1780089"/>
                <a:gd name="connsiteY105" fmla="*/ 1082548 h 1447865"/>
                <a:gd name="connsiteX106" fmla="*/ 526853 w 1780089"/>
                <a:gd name="connsiteY106" fmla="*/ 1124458 h 1447865"/>
                <a:gd name="connsiteX107" fmla="*/ 527361 w 1780089"/>
                <a:gd name="connsiteY107" fmla="*/ 1271270 h 1447865"/>
                <a:gd name="connsiteX108" fmla="*/ 400615 w 1780089"/>
                <a:gd name="connsiteY108" fmla="*/ 1304417 h 1447865"/>
                <a:gd name="connsiteX109" fmla="*/ 361499 w 1780089"/>
                <a:gd name="connsiteY109" fmla="*/ 1418336 h 1447865"/>
                <a:gd name="connsiteX110" fmla="*/ 590988 w 1780089"/>
                <a:gd name="connsiteY110" fmla="*/ 1424051 h 1447865"/>
                <a:gd name="connsiteX111" fmla="*/ 675698 w 1780089"/>
                <a:gd name="connsiteY111" fmla="*/ 1412748 h 1447865"/>
                <a:gd name="connsiteX112" fmla="*/ 592893 w 1780089"/>
                <a:gd name="connsiteY112" fmla="*/ 1228725 h 1447865"/>
                <a:gd name="connsiteX113" fmla="*/ 572065 w 1780089"/>
                <a:gd name="connsiteY113" fmla="*/ 1137666 h 1447865"/>
                <a:gd name="connsiteX114" fmla="*/ 607244 w 1780089"/>
                <a:gd name="connsiteY114" fmla="*/ 1009142 h 1447865"/>
                <a:gd name="connsiteX115" fmla="*/ 433000 w 1780089"/>
                <a:gd name="connsiteY115" fmla="*/ 1003554 h 1447865"/>
                <a:gd name="connsiteX116" fmla="*/ 416744 w 1780089"/>
                <a:gd name="connsiteY116" fmla="*/ 1117473 h 1447865"/>
                <a:gd name="connsiteX117" fmla="*/ 387788 w 1780089"/>
                <a:gd name="connsiteY117" fmla="*/ 1265810 h 1447865"/>
                <a:gd name="connsiteX118" fmla="*/ 476815 w 1780089"/>
                <a:gd name="connsiteY118" fmla="*/ 1275461 h 1447865"/>
                <a:gd name="connsiteX119" fmla="*/ 520503 w 1780089"/>
                <a:gd name="connsiteY119" fmla="*/ 1176655 h 1447865"/>
                <a:gd name="connsiteX120" fmla="*/ 416744 w 1780089"/>
                <a:gd name="connsiteY120" fmla="*/ 1117473 h 1447865"/>
                <a:gd name="connsiteX121" fmla="*/ 695382 w 1780089"/>
                <a:gd name="connsiteY121" fmla="*/ 1228344 h 1447865"/>
                <a:gd name="connsiteX122" fmla="*/ 694493 w 1780089"/>
                <a:gd name="connsiteY122" fmla="*/ 1273810 h 1447865"/>
                <a:gd name="connsiteX123" fmla="*/ 1551998 w 1780089"/>
                <a:gd name="connsiteY123" fmla="*/ 1273302 h 1447865"/>
                <a:gd name="connsiteX124" fmla="*/ 1554664 w 1780089"/>
                <a:gd name="connsiteY124" fmla="*/ 1228091 h 1447865"/>
                <a:gd name="connsiteX125" fmla="*/ 695382 w 1780089"/>
                <a:gd name="connsiteY125" fmla="*/ 1228344 h 1447865"/>
                <a:gd name="connsiteX0" fmla="*/ 1743513 w 1743513"/>
                <a:gd name="connsiteY0" fmla="*/ 621030 h 1447865"/>
                <a:gd name="connsiteX1" fmla="*/ 1555680 w 1743513"/>
                <a:gd name="connsiteY1" fmla="*/ 645160 h 1447865"/>
                <a:gd name="connsiteX2" fmla="*/ 1069398 w 1743513"/>
                <a:gd name="connsiteY2" fmla="*/ 648589 h 1447865"/>
                <a:gd name="connsiteX3" fmla="*/ 1017708 w 1743513"/>
                <a:gd name="connsiteY3" fmla="*/ 647192 h 1447865"/>
                <a:gd name="connsiteX4" fmla="*/ 1012374 w 1743513"/>
                <a:gd name="connsiteY4" fmla="*/ 556641 h 1447865"/>
                <a:gd name="connsiteX5" fmla="*/ 936048 w 1743513"/>
                <a:gd name="connsiteY5" fmla="*/ 619125 h 1447865"/>
                <a:gd name="connsiteX6" fmla="*/ 742245 w 1743513"/>
                <a:gd name="connsiteY6" fmla="*/ 791210 h 1447865"/>
                <a:gd name="connsiteX7" fmla="*/ 932492 w 1743513"/>
                <a:gd name="connsiteY7" fmla="*/ 924433 h 1447865"/>
                <a:gd name="connsiteX8" fmla="*/ 1004881 w 1743513"/>
                <a:gd name="connsiteY8" fmla="*/ 751459 h 1447865"/>
                <a:gd name="connsiteX9" fmla="*/ 1183189 w 1743513"/>
                <a:gd name="connsiteY9" fmla="*/ 748030 h 1447865"/>
                <a:gd name="connsiteX10" fmla="*/ 1620197 w 1743513"/>
                <a:gd name="connsiteY10" fmla="*/ 749808 h 1447865"/>
                <a:gd name="connsiteX11" fmla="*/ 1680522 w 1743513"/>
                <a:gd name="connsiteY11" fmla="*/ 784225 h 1447865"/>
                <a:gd name="connsiteX12" fmla="*/ 1572825 w 1743513"/>
                <a:gd name="connsiteY12" fmla="*/ 1215263 h 1447865"/>
                <a:gd name="connsiteX13" fmla="*/ 1579556 w 1743513"/>
                <a:gd name="connsiteY13" fmla="*/ 1229741 h 1447865"/>
                <a:gd name="connsiteX14" fmla="*/ 1561904 w 1743513"/>
                <a:gd name="connsiteY14" fmla="*/ 1295782 h 1447865"/>
                <a:gd name="connsiteX15" fmla="*/ 1478718 w 1743513"/>
                <a:gd name="connsiteY15" fmla="*/ 1299338 h 1447865"/>
                <a:gd name="connsiteX16" fmla="*/ 704273 w 1743513"/>
                <a:gd name="connsiteY16" fmla="*/ 1298829 h 1447865"/>
                <a:gd name="connsiteX17" fmla="*/ 675189 w 1743513"/>
                <a:gd name="connsiteY17" fmla="*/ 1205104 h 1447865"/>
                <a:gd name="connsiteX18" fmla="*/ 834067 w 1743513"/>
                <a:gd name="connsiteY18" fmla="*/ 1201039 h 1447865"/>
                <a:gd name="connsiteX19" fmla="*/ 789743 w 1743513"/>
                <a:gd name="connsiteY19" fmla="*/ 838200 h 1447865"/>
                <a:gd name="connsiteX20" fmla="*/ 757612 w 1743513"/>
                <a:gd name="connsiteY20" fmla="*/ 824230 h 1447865"/>
                <a:gd name="connsiteX21" fmla="*/ 667696 w 1743513"/>
                <a:gd name="connsiteY21" fmla="*/ 804545 h 1447865"/>
                <a:gd name="connsiteX22" fmla="*/ 514788 w 1743513"/>
                <a:gd name="connsiteY22" fmla="*/ 848106 h 1447865"/>
                <a:gd name="connsiteX23" fmla="*/ 348672 w 1743513"/>
                <a:gd name="connsiteY23" fmla="*/ 804418 h 1447865"/>
                <a:gd name="connsiteX24" fmla="*/ 253295 w 1743513"/>
                <a:gd name="connsiteY24" fmla="*/ 829945 h 1447865"/>
                <a:gd name="connsiteX25" fmla="*/ 247580 w 1743513"/>
                <a:gd name="connsiteY25" fmla="*/ 851789 h 1447865"/>
                <a:gd name="connsiteX26" fmla="*/ 210623 w 1743513"/>
                <a:gd name="connsiteY26" fmla="*/ 1111250 h 1447865"/>
                <a:gd name="connsiteX27" fmla="*/ 430206 w 1743513"/>
                <a:gd name="connsiteY27" fmla="*/ 1090804 h 1447865"/>
                <a:gd name="connsiteX28" fmla="*/ 426142 w 1743513"/>
                <a:gd name="connsiteY28" fmla="*/ 1057148 h 1447865"/>
                <a:gd name="connsiteX29" fmla="*/ 411918 w 1743513"/>
                <a:gd name="connsiteY29" fmla="*/ 983869 h 1447865"/>
                <a:gd name="connsiteX30" fmla="*/ 511994 w 1743513"/>
                <a:gd name="connsiteY30" fmla="*/ 974725 h 1447865"/>
                <a:gd name="connsiteX31" fmla="*/ 579939 w 1743513"/>
                <a:gd name="connsiteY31" fmla="*/ 975868 h 1447865"/>
                <a:gd name="connsiteX32" fmla="*/ 629215 w 1743513"/>
                <a:gd name="connsiteY32" fmla="*/ 1010666 h 1447865"/>
                <a:gd name="connsiteX33" fmla="*/ 596957 w 1743513"/>
                <a:gd name="connsiteY33" fmla="*/ 1085596 h 1447865"/>
                <a:gd name="connsiteX34" fmla="*/ 611308 w 1743513"/>
                <a:gd name="connsiteY34" fmla="*/ 1204341 h 1447865"/>
                <a:gd name="connsiteX35" fmla="*/ 697542 w 1743513"/>
                <a:gd name="connsiteY35" fmla="*/ 1380236 h 1447865"/>
                <a:gd name="connsiteX36" fmla="*/ 680650 w 1743513"/>
                <a:gd name="connsiteY36" fmla="*/ 1444879 h 1447865"/>
                <a:gd name="connsiteX37" fmla="*/ 400869 w 1743513"/>
                <a:gd name="connsiteY37" fmla="*/ 1447419 h 1447865"/>
                <a:gd name="connsiteX38" fmla="*/ 339655 w 1743513"/>
                <a:gd name="connsiteY38" fmla="*/ 1427988 h 1447865"/>
                <a:gd name="connsiteX39" fmla="*/ 349053 w 1743513"/>
                <a:gd name="connsiteY39" fmla="*/ 1340739 h 1447865"/>
                <a:gd name="connsiteX40" fmla="*/ 40443 w 1743513"/>
                <a:gd name="connsiteY40" fmla="*/ 1236726 h 1447865"/>
                <a:gd name="connsiteX41" fmla="*/ 94672 w 1743513"/>
                <a:gd name="connsiteY41" fmla="*/ 949071 h 1447865"/>
                <a:gd name="connsiteX42" fmla="*/ 286061 w 1743513"/>
                <a:gd name="connsiteY42" fmla="*/ 789813 h 1447865"/>
                <a:gd name="connsiteX43" fmla="*/ 194494 w 1743513"/>
                <a:gd name="connsiteY43" fmla="*/ 735838 h 1447865"/>
                <a:gd name="connsiteX44" fmla="*/ 101276 w 1743513"/>
                <a:gd name="connsiteY44" fmla="*/ 621157 h 1447865"/>
                <a:gd name="connsiteX45" fmla="*/ 43110 w 1743513"/>
                <a:gd name="connsiteY45" fmla="*/ 588010 h 1447865"/>
                <a:gd name="connsiteX46" fmla="*/ 21393 w 1743513"/>
                <a:gd name="connsiteY46" fmla="*/ 365125 h 1447865"/>
                <a:gd name="connsiteX47" fmla="*/ 92132 w 1743513"/>
                <a:gd name="connsiteY47" fmla="*/ 307340 h 1447865"/>
                <a:gd name="connsiteX48" fmla="*/ 317938 w 1743513"/>
                <a:gd name="connsiteY48" fmla="*/ 102743 h 1447865"/>
                <a:gd name="connsiteX49" fmla="*/ 696271 w 1743513"/>
                <a:gd name="connsiteY49" fmla="*/ 93472 h 1447865"/>
                <a:gd name="connsiteX50" fmla="*/ 828732 w 1743513"/>
                <a:gd name="connsiteY50" fmla="*/ 169037 h 1447865"/>
                <a:gd name="connsiteX51" fmla="*/ 943540 w 1743513"/>
                <a:gd name="connsiteY51" fmla="*/ 311531 h 1447865"/>
                <a:gd name="connsiteX52" fmla="*/ 1016057 w 1743513"/>
                <a:gd name="connsiteY52" fmla="*/ 364744 h 1447865"/>
                <a:gd name="connsiteX53" fmla="*/ 1012248 w 1743513"/>
                <a:gd name="connsiteY53" fmla="*/ 133604 h 1447865"/>
                <a:gd name="connsiteX54" fmla="*/ 1060380 w 1743513"/>
                <a:gd name="connsiteY54" fmla="*/ 17272 h 1447865"/>
                <a:gd name="connsiteX55" fmla="*/ 1149026 w 1743513"/>
                <a:gd name="connsiteY55" fmla="*/ 0 h 1447865"/>
                <a:gd name="connsiteX56" fmla="*/ 1035107 w 1743513"/>
                <a:gd name="connsiteY56" fmla="*/ 107823 h 1447865"/>
                <a:gd name="connsiteX57" fmla="*/ 1034345 w 1743513"/>
                <a:gd name="connsiteY57" fmla="*/ 623443 h 1447865"/>
                <a:gd name="connsiteX58" fmla="*/ 1670361 w 1743513"/>
                <a:gd name="connsiteY58" fmla="*/ 621284 h 1447865"/>
                <a:gd name="connsiteX59" fmla="*/ 1035107 w 1743513"/>
                <a:gd name="connsiteY59" fmla="*/ 107823 h 1447865"/>
                <a:gd name="connsiteX60" fmla="*/ 268027 w 1743513"/>
                <a:gd name="connsiteY60" fmla="*/ 154940 h 1447865"/>
                <a:gd name="connsiteX61" fmla="*/ 98482 w 1743513"/>
                <a:gd name="connsiteY61" fmla="*/ 393827 h 1447865"/>
                <a:gd name="connsiteX62" fmla="*/ 96450 w 1743513"/>
                <a:gd name="connsiteY62" fmla="*/ 395986 h 1447865"/>
                <a:gd name="connsiteX63" fmla="*/ 202114 w 1743513"/>
                <a:gd name="connsiteY63" fmla="*/ 708787 h 1447865"/>
                <a:gd name="connsiteX64" fmla="*/ 388042 w 1743513"/>
                <a:gd name="connsiteY64" fmla="*/ 779780 h 1447865"/>
                <a:gd name="connsiteX65" fmla="*/ 691954 w 1743513"/>
                <a:gd name="connsiteY65" fmla="*/ 777240 h 1447865"/>
                <a:gd name="connsiteX66" fmla="*/ 940746 w 1743513"/>
                <a:gd name="connsiteY66" fmla="*/ 489839 h 1447865"/>
                <a:gd name="connsiteX67" fmla="*/ 834574 w 1743513"/>
                <a:gd name="connsiteY67" fmla="*/ 206883 h 1447865"/>
                <a:gd name="connsiteX68" fmla="*/ 509708 w 1743513"/>
                <a:gd name="connsiteY68" fmla="*/ 101854 h 1447865"/>
                <a:gd name="connsiteX69" fmla="*/ 268027 w 1743513"/>
                <a:gd name="connsiteY69" fmla="*/ 154940 h 1447865"/>
                <a:gd name="connsiteX70" fmla="*/ 82480 w 1743513"/>
                <a:gd name="connsiteY70" fmla="*/ 586740 h 1447865"/>
                <a:gd name="connsiteX71" fmla="*/ 77146 w 1743513"/>
                <a:gd name="connsiteY71" fmla="*/ 335280 h 1447865"/>
                <a:gd name="connsiteX72" fmla="*/ 82480 w 1743513"/>
                <a:gd name="connsiteY72" fmla="*/ 586740 h 1447865"/>
                <a:gd name="connsiteX73" fmla="*/ 950144 w 1743513"/>
                <a:gd name="connsiteY73" fmla="*/ 333756 h 1447865"/>
                <a:gd name="connsiteX74" fmla="*/ 946969 w 1743513"/>
                <a:gd name="connsiteY74" fmla="*/ 589534 h 1447865"/>
                <a:gd name="connsiteX75" fmla="*/ 950144 w 1743513"/>
                <a:gd name="connsiteY75" fmla="*/ 333756 h 1447865"/>
                <a:gd name="connsiteX76" fmla="*/ 998912 w 1743513"/>
                <a:gd name="connsiteY76" fmla="*/ 780415 h 1447865"/>
                <a:gd name="connsiteX77" fmla="*/ 967670 w 1743513"/>
                <a:gd name="connsiteY77" fmla="*/ 872363 h 1447865"/>
                <a:gd name="connsiteX78" fmla="*/ 900361 w 1743513"/>
                <a:gd name="connsiteY78" fmla="*/ 1201039 h 1447865"/>
                <a:gd name="connsiteX79" fmla="*/ 1554792 w 1743513"/>
                <a:gd name="connsiteY79" fmla="*/ 1201039 h 1447865"/>
                <a:gd name="connsiteX80" fmla="*/ 1650804 w 1743513"/>
                <a:gd name="connsiteY80" fmla="*/ 777621 h 1447865"/>
                <a:gd name="connsiteX81" fmla="*/ 1060254 w 1743513"/>
                <a:gd name="connsiteY81" fmla="*/ 775843 h 1447865"/>
                <a:gd name="connsiteX82" fmla="*/ 998912 w 1743513"/>
                <a:gd name="connsiteY82" fmla="*/ 780415 h 1447865"/>
                <a:gd name="connsiteX83" fmla="*/ 436175 w 1743513"/>
                <a:gd name="connsiteY83" fmla="*/ 803656 h 1447865"/>
                <a:gd name="connsiteX84" fmla="*/ 593528 w 1743513"/>
                <a:gd name="connsiteY84" fmla="*/ 803402 h 1447865"/>
                <a:gd name="connsiteX85" fmla="*/ 436175 w 1743513"/>
                <a:gd name="connsiteY85" fmla="*/ 803656 h 1447865"/>
                <a:gd name="connsiteX86" fmla="*/ 50857 w 1743513"/>
                <a:gd name="connsiteY86" fmla="*/ 1151001 h 1447865"/>
                <a:gd name="connsiteX87" fmla="*/ 73336 w 1743513"/>
                <a:gd name="connsiteY87" fmla="*/ 1247521 h 1447865"/>
                <a:gd name="connsiteX88" fmla="*/ 363912 w 1743513"/>
                <a:gd name="connsiteY88" fmla="*/ 1318133 h 1447865"/>
                <a:gd name="connsiteX89" fmla="*/ 380168 w 1743513"/>
                <a:gd name="connsiteY89" fmla="*/ 1289304 h 1447865"/>
                <a:gd name="connsiteX90" fmla="*/ 362515 w 1743513"/>
                <a:gd name="connsiteY90" fmla="*/ 1120648 h 1447865"/>
                <a:gd name="connsiteX91" fmla="*/ 140011 w 1743513"/>
                <a:gd name="connsiteY91" fmla="*/ 1138555 h 1447865"/>
                <a:gd name="connsiteX92" fmla="*/ 185731 w 1743513"/>
                <a:gd name="connsiteY92" fmla="*/ 1111504 h 1447865"/>
                <a:gd name="connsiteX93" fmla="*/ 220910 w 1743513"/>
                <a:gd name="connsiteY93" fmla="*/ 846201 h 1447865"/>
                <a:gd name="connsiteX94" fmla="*/ 50857 w 1743513"/>
                <a:gd name="connsiteY94" fmla="*/ 1151001 h 1447865"/>
                <a:gd name="connsiteX95" fmla="*/ 825049 w 1743513"/>
                <a:gd name="connsiteY95" fmla="*/ 855854 h 1447865"/>
                <a:gd name="connsiteX96" fmla="*/ 857307 w 1743513"/>
                <a:gd name="connsiteY96" fmla="*/ 1201039 h 1447865"/>
                <a:gd name="connsiteX97" fmla="*/ 875468 w 1743513"/>
                <a:gd name="connsiteY97" fmla="*/ 1201039 h 1447865"/>
                <a:gd name="connsiteX98" fmla="*/ 922331 w 1743513"/>
                <a:gd name="connsiteY98" fmla="*/ 958216 h 1447865"/>
                <a:gd name="connsiteX99" fmla="*/ 825049 w 1743513"/>
                <a:gd name="connsiteY99" fmla="*/ 855854 h 1447865"/>
                <a:gd name="connsiteX100" fmla="*/ 433000 w 1743513"/>
                <a:gd name="connsiteY100" fmla="*/ 1003554 h 1447865"/>
                <a:gd name="connsiteX101" fmla="*/ 419538 w 1743513"/>
                <a:gd name="connsiteY101" fmla="*/ 1023239 h 1447865"/>
                <a:gd name="connsiteX102" fmla="*/ 492055 w 1743513"/>
                <a:gd name="connsiteY102" fmla="*/ 1035177 h 1447865"/>
                <a:gd name="connsiteX103" fmla="*/ 455860 w 1743513"/>
                <a:gd name="connsiteY103" fmla="*/ 1059688 h 1447865"/>
                <a:gd name="connsiteX104" fmla="*/ 453193 w 1743513"/>
                <a:gd name="connsiteY104" fmla="*/ 1082548 h 1447865"/>
                <a:gd name="connsiteX105" fmla="*/ 526853 w 1743513"/>
                <a:gd name="connsiteY105" fmla="*/ 1124458 h 1447865"/>
                <a:gd name="connsiteX106" fmla="*/ 527361 w 1743513"/>
                <a:gd name="connsiteY106" fmla="*/ 1271270 h 1447865"/>
                <a:gd name="connsiteX107" fmla="*/ 400615 w 1743513"/>
                <a:gd name="connsiteY107" fmla="*/ 1304417 h 1447865"/>
                <a:gd name="connsiteX108" fmla="*/ 361499 w 1743513"/>
                <a:gd name="connsiteY108" fmla="*/ 1418336 h 1447865"/>
                <a:gd name="connsiteX109" fmla="*/ 590988 w 1743513"/>
                <a:gd name="connsiteY109" fmla="*/ 1424051 h 1447865"/>
                <a:gd name="connsiteX110" fmla="*/ 675698 w 1743513"/>
                <a:gd name="connsiteY110" fmla="*/ 1412748 h 1447865"/>
                <a:gd name="connsiteX111" fmla="*/ 592893 w 1743513"/>
                <a:gd name="connsiteY111" fmla="*/ 1228725 h 1447865"/>
                <a:gd name="connsiteX112" fmla="*/ 572065 w 1743513"/>
                <a:gd name="connsiteY112" fmla="*/ 1137666 h 1447865"/>
                <a:gd name="connsiteX113" fmla="*/ 607244 w 1743513"/>
                <a:gd name="connsiteY113" fmla="*/ 1009142 h 1447865"/>
                <a:gd name="connsiteX114" fmla="*/ 433000 w 1743513"/>
                <a:gd name="connsiteY114" fmla="*/ 1003554 h 1447865"/>
                <a:gd name="connsiteX115" fmla="*/ 416744 w 1743513"/>
                <a:gd name="connsiteY115" fmla="*/ 1117473 h 1447865"/>
                <a:gd name="connsiteX116" fmla="*/ 387788 w 1743513"/>
                <a:gd name="connsiteY116" fmla="*/ 1265810 h 1447865"/>
                <a:gd name="connsiteX117" fmla="*/ 476815 w 1743513"/>
                <a:gd name="connsiteY117" fmla="*/ 1275461 h 1447865"/>
                <a:gd name="connsiteX118" fmla="*/ 520503 w 1743513"/>
                <a:gd name="connsiteY118" fmla="*/ 1176655 h 1447865"/>
                <a:gd name="connsiteX119" fmla="*/ 416744 w 1743513"/>
                <a:gd name="connsiteY119" fmla="*/ 1117473 h 1447865"/>
                <a:gd name="connsiteX120" fmla="*/ 695382 w 1743513"/>
                <a:gd name="connsiteY120" fmla="*/ 1228344 h 1447865"/>
                <a:gd name="connsiteX121" fmla="*/ 694493 w 1743513"/>
                <a:gd name="connsiteY121" fmla="*/ 1273810 h 1447865"/>
                <a:gd name="connsiteX122" fmla="*/ 1551998 w 1743513"/>
                <a:gd name="connsiteY122" fmla="*/ 1273302 h 1447865"/>
                <a:gd name="connsiteX123" fmla="*/ 1554664 w 1743513"/>
                <a:gd name="connsiteY123" fmla="*/ 1228091 h 1447865"/>
                <a:gd name="connsiteX124" fmla="*/ 695382 w 1743513"/>
                <a:gd name="connsiteY124" fmla="*/ 1228344 h 1447865"/>
                <a:gd name="connsiteX0" fmla="*/ 1555680 w 1680523"/>
                <a:gd name="connsiteY0" fmla="*/ 645160 h 1447865"/>
                <a:gd name="connsiteX1" fmla="*/ 1069398 w 1680523"/>
                <a:gd name="connsiteY1" fmla="*/ 648589 h 1447865"/>
                <a:gd name="connsiteX2" fmla="*/ 1017708 w 1680523"/>
                <a:gd name="connsiteY2" fmla="*/ 647192 h 1447865"/>
                <a:gd name="connsiteX3" fmla="*/ 1012374 w 1680523"/>
                <a:gd name="connsiteY3" fmla="*/ 556641 h 1447865"/>
                <a:gd name="connsiteX4" fmla="*/ 936048 w 1680523"/>
                <a:gd name="connsiteY4" fmla="*/ 619125 h 1447865"/>
                <a:gd name="connsiteX5" fmla="*/ 742245 w 1680523"/>
                <a:gd name="connsiteY5" fmla="*/ 791210 h 1447865"/>
                <a:gd name="connsiteX6" fmla="*/ 932492 w 1680523"/>
                <a:gd name="connsiteY6" fmla="*/ 924433 h 1447865"/>
                <a:gd name="connsiteX7" fmla="*/ 1004881 w 1680523"/>
                <a:gd name="connsiteY7" fmla="*/ 751459 h 1447865"/>
                <a:gd name="connsiteX8" fmla="*/ 1183189 w 1680523"/>
                <a:gd name="connsiteY8" fmla="*/ 748030 h 1447865"/>
                <a:gd name="connsiteX9" fmla="*/ 1620197 w 1680523"/>
                <a:gd name="connsiteY9" fmla="*/ 749808 h 1447865"/>
                <a:gd name="connsiteX10" fmla="*/ 1680522 w 1680523"/>
                <a:gd name="connsiteY10" fmla="*/ 784225 h 1447865"/>
                <a:gd name="connsiteX11" fmla="*/ 1572825 w 1680523"/>
                <a:gd name="connsiteY11" fmla="*/ 1215263 h 1447865"/>
                <a:gd name="connsiteX12" fmla="*/ 1579556 w 1680523"/>
                <a:gd name="connsiteY12" fmla="*/ 1229741 h 1447865"/>
                <a:gd name="connsiteX13" fmla="*/ 1561904 w 1680523"/>
                <a:gd name="connsiteY13" fmla="*/ 1295782 h 1447865"/>
                <a:gd name="connsiteX14" fmla="*/ 1478718 w 1680523"/>
                <a:gd name="connsiteY14" fmla="*/ 1299338 h 1447865"/>
                <a:gd name="connsiteX15" fmla="*/ 704273 w 1680523"/>
                <a:gd name="connsiteY15" fmla="*/ 1298829 h 1447865"/>
                <a:gd name="connsiteX16" fmla="*/ 675189 w 1680523"/>
                <a:gd name="connsiteY16" fmla="*/ 1205104 h 1447865"/>
                <a:gd name="connsiteX17" fmla="*/ 834067 w 1680523"/>
                <a:gd name="connsiteY17" fmla="*/ 1201039 h 1447865"/>
                <a:gd name="connsiteX18" fmla="*/ 789743 w 1680523"/>
                <a:gd name="connsiteY18" fmla="*/ 838200 h 1447865"/>
                <a:gd name="connsiteX19" fmla="*/ 757612 w 1680523"/>
                <a:gd name="connsiteY19" fmla="*/ 824230 h 1447865"/>
                <a:gd name="connsiteX20" fmla="*/ 667696 w 1680523"/>
                <a:gd name="connsiteY20" fmla="*/ 804545 h 1447865"/>
                <a:gd name="connsiteX21" fmla="*/ 514788 w 1680523"/>
                <a:gd name="connsiteY21" fmla="*/ 848106 h 1447865"/>
                <a:gd name="connsiteX22" fmla="*/ 348672 w 1680523"/>
                <a:gd name="connsiteY22" fmla="*/ 804418 h 1447865"/>
                <a:gd name="connsiteX23" fmla="*/ 253295 w 1680523"/>
                <a:gd name="connsiteY23" fmla="*/ 829945 h 1447865"/>
                <a:gd name="connsiteX24" fmla="*/ 247580 w 1680523"/>
                <a:gd name="connsiteY24" fmla="*/ 851789 h 1447865"/>
                <a:gd name="connsiteX25" fmla="*/ 210623 w 1680523"/>
                <a:gd name="connsiteY25" fmla="*/ 1111250 h 1447865"/>
                <a:gd name="connsiteX26" fmla="*/ 430206 w 1680523"/>
                <a:gd name="connsiteY26" fmla="*/ 1090804 h 1447865"/>
                <a:gd name="connsiteX27" fmla="*/ 426142 w 1680523"/>
                <a:gd name="connsiteY27" fmla="*/ 1057148 h 1447865"/>
                <a:gd name="connsiteX28" fmla="*/ 411918 w 1680523"/>
                <a:gd name="connsiteY28" fmla="*/ 983869 h 1447865"/>
                <a:gd name="connsiteX29" fmla="*/ 511994 w 1680523"/>
                <a:gd name="connsiteY29" fmla="*/ 974725 h 1447865"/>
                <a:gd name="connsiteX30" fmla="*/ 579939 w 1680523"/>
                <a:gd name="connsiteY30" fmla="*/ 975868 h 1447865"/>
                <a:gd name="connsiteX31" fmla="*/ 629215 w 1680523"/>
                <a:gd name="connsiteY31" fmla="*/ 1010666 h 1447865"/>
                <a:gd name="connsiteX32" fmla="*/ 596957 w 1680523"/>
                <a:gd name="connsiteY32" fmla="*/ 1085596 h 1447865"/>
                <a:gd name="connsiteX33" fmla="*/ 611308 w 1680523"/>
                <a:gd name="connsiteY33" fmla="*/ 1204341 h 1447865"/>
                <a:gd name="connsiteX34" fmla="*/ 697542 w 1680523"/>
                <a:gd name="connsiteY34" fmla="*/ 1380236 h 1447865"/>
                <a:gd name="connsiteX35" fmla="*/ 680650 w 1680523"/>
                <a:gd name="connsiteY35" fmla="*/ 1444879 h 1447865"/>
                <a:gd name="connsiteX36" fmla="*/ 400869 w 1680523"/>
                <a:gd name="connsiteY36" fmla="*/ 1447419 h 1447865"/>
                <a:gd name="connsiteX37" fmla="*/ 339655 w 1680523"/>
                <a:gd name="connsiteY37" fmla="*/ 1427988 h 1447865"/>
                <a:gd name="connsiteX38" fmla="*/ 349053 w 1680523"/>
                <a:gd name="connsiteY38" fmla="*/ 1340739 h 1447865"/>
                <a:gd name="connsiteX39" fmla="*/ 40443 w 1680523"/>
                <a:gd name="connsiteY39" fmla="*/ 1236726 h 1447865"/>
                <a:gd name="connsiteX40" fmla="*/ 94672 w 1680523"/>
                <a:gd name="connsiteY40" fmla="*/ 949071 h 1447865"/>
                <a:gd name="connsiteX41" fmla="*/ 286061 w 1680523"/>
                <a:gd name="connsiteY41" fmla="*/ 789813 h 1447865"/>
                <a:gd name="connsiteX42" fmla="*/ 194494 w 1680523"/>
                <a:gd name="connsiteY42" fmla="*/ 735838 h 1447865"/>
                <a:gd name="connsiteX43" fmla="*/ 101276 w 1680523"/>
                <a:gd name="connsiteY43" fmla="*/ 621157 h 1447865"/>
                <a:gd name="connsiteX44" fmla="*/ 43110 w 1680523"/>
                <a:gd name="connsiteY44" fmla="*/ 588010 h 1447865"/>
                <a:gd name="connsiteX45" fmla="*/ 21393 w 1680523"/>
                <a:gd name="connsiteY45" fmla="*/ 365125 h 1447865"/>
                <a:gd name="connsiteX46" fmla="*/ 92132 w 1680523"/>
                <a:gd name="connsiteY46" fmla="*/ 307340 h 1447865"/>
                <a:gd name="connsiteX47" fmla="*/ 317938 w 1680523"/>
                <a:gd name="connsiteY47" fmla="*/ 102743 h 1447865"/>
                <a:gd name="connsiteX48" fmla="*/ 696271 w 1680523"/>
                <a:gd name="connsiteY48" fmla="*/ 93472 h 1447865"/>
                <a:gd name="connsiteX49" fmla="*/ 828732 w 1680523"/>
                <a:gd name="connsiteY49" fmla="*/ 169037 h 1447865"/>
                <a:gd name="connsiteX50" fmla="*/ 943540 w 1680523"/>
                <a:gd name="connsiteY50" fmla="*/ 311531 h 1447865"/>
                <a:gd name="connsiteX51" fmla="*/ 1016057 w 1680523"/>
                <a:gd name="connsiteY51" fmla="*/ 364744 h 1447865"/>
                <a:gd name="connsiteX52" fmla="*/ 1012248 w 1680523"/>
                <a:gd name="connsiteY52" fmla="*/ 133604 h 1447865"/>
                <a:gd name="connsiteX53" fmla="*/ 1060380 w 1680523"/>
                <a:gd name="connsiteY53" fmla="*/ 17272 h 1447865"/>
                <a:gd name="connsiteX54" fmla="*/ 1149026 w 1680523"/>
                <a:gd name="connsiteY54" fmla="*/ 0 h 1447865"/>
                <a:gd name="connsiteX55" fmla="*/ 1035107 w 1680523"/>
                <a:gd name="connsiteY55" fmla="*/ 107823 h 1447865"/>
                <a:gd name="connsiteX56" fmla="*/ 1034345 w 1680523"/>
                <a:gd name="connsiteY56" fmla="*/ 623443 h 1447865"/>
                <a:gd name="connsiteX57" fmla="*/ 1670361 w 1680523"/>
                <a:gd name="connsiteY57" fmla="*/ 621284 h 1447865"/>
                <a:gd name="connsiteX58" fmla="*/ 1035107 w 1680523"/>
                <a:gd name="connsiteY58" fmla="*/ 107823 h 1447865"/>
                <a:gd name="connsiteX59" fmla="*/ 268027 w 1680523"/>
                <a:gd name="connsiteY59" fmla="*/ 154940 h 1447865"/>
                <a:gd name="connsiteX60" fmla="*/ 98482 w 1680523"/>
                <a:gd name="connsiteY60" fmla="*/ 393827 h 1447865"/>
                <a:gd name="connsiteX61" fmla="*/ 96450 w 1680523"/>
                <a:gd name="connsiteY61" fmla="*/ 395986 h 1447865"/>
                <a:gd name="connsiteX62" fmla="*/ 202114 w 1680523"/>
                <a:gd name="connsiteY62" fmla="*/ 708787 h 1447865"/>
                <a:gd name="connsiteX63" fmla="*/ 388042 w 1680523"/>
                <a:gd name="connsiteY63" fmla="*/ 779780 h 1447865"/>
                <a:gd name="connsiteX64" fmla="*/ 691954 w 1680523"/>
                <a:gd name="connsiteY64" fmla="*/ 777240 h 1447865"/>
                <a:gd name="connsiteX65" fmla="*/ 940746 w 1680523"/>
                <a:gd name="connsiteY65" fmla="*/ 489839 h 1447865"/>
                <a:gd name="connsiteX66" fmla="*/ 834574 w 1680523"/>
                <a:gd name="connsiteY66" fmla="*/ 206883 h 1447865"/>
                <a:gd name="connsiteX67" fmla="*/ 509708 w 1680523"/>
                <a:gd name="connsiteY67" fmla="*/ 101854 h 1447865"/>
                <a:gd name="connsiteX68" fmla="*/ 268027 w 1680523"/>
                <a:gd name="connsiteY68" fmla="*/ 154940 h 1447865"/>
                <a:gd name="connsiteX69" fmla="*/ 82480 w 1680523"/>
                <a:gd name="connsiteY69" fmla="*/ 586740 h 1447865"/>
                <a:gd name="connsiteX70" fmla="*/ 77146 w 1680523"/>
                <a:gd name="connsiteY70" fmla="*/ 335280 h 1447865"/>
                <a:gd name="connsiteX71" fmla="*/ 82480 w 1680523"/>
                <a:gd name="connsiteY71" fmla="*/ 586740 h 1447865"/>
                <a:gd name="connsiteX72" fmla="*/ 950144 w 1680523"/>
                <a:gd name="connsiteY72" fmla="*/ 333756 h 1447865"/>
                <a:gd name="connsiteX73" fmla="*/ 946969 w 1680523"/>
                <a:gd name="connsiteY73" fmla="*/ 589534 h 1447865"/>
                <a:gd name="connsiteX74" fmla="*/ 950144 w 1680523"/>
                <a:gd name="connsiteY74" fmla="*/ 333756 h 1447865"/>
                <a:gd name="connsiteX75" fmla="*/ 998912 w 1680523"/>
                <a:gd name="connsiteY75" fmla="*/ 780415 h 1447865"/>
                <a:gd name="connsiteX76" fmla="*/ 967670 w 1680523"/>
                <a:gd name="connsiteY76" fmla="*/ 872363 h 1447865"/>
                <a:gd name="connsiteX77" fmla="*/ 900361 w 1680523"/>
                <a:gd name="connsiteY77" fmla="*/ 1201039 h 1447865"/>
                <a:gd name="connsiteX78" fmla="*/ 1554792 w 1680523"/>
                <a:gd name="connsiteY78" fmla="*/ 1201039 h 1447865"/>
                <a:gd name="connsiteX79" fmla="*/ 1650804 w 1680523"/>
                <a:gd name="connsiteY79" fmla="*/ 777621 h 1447865"/>
                <a:gd name="connsiteX80" fmla="*/ 1060254 w 1680523"/>
                <a:gd name="connsiteY80" fmla="*/ 775843 h 1447865"/>
                <a:gd name="connsiteX81" fmla="*/ 998912 w 1680523"/>
                <a:gd name="connsiteY81" fmla="*/ 780415 h 1447865"/>
                <a:gd name="connsiteX82" fmla="*/ 436175 w 1680523"/>
                <a:gd name="connsiteY82" fmla="*/ 803656 h 1447865"/>
                <a:gd name="connsiteX83" fmla="*/ 593528 w 1680523"/>
                <a:gd name="connsiteY83" fmla="*/ 803402 h 1447865"/>
                <a:gd name="connsiteX84" fmla="*/ 436175 w 1680523"/>
                <a:gd name="connsiteY84" fmla="*/ 803656 h 1447865"/>
                <a:gd name="connsiteX85" fmla="*/ 50857 w 1680523"/>
                <a:gd name="connsiteY85" fmla="*/ 1151001 h 1447865"/>
                <a:gd name="connsiteX86" fmla="*/ 73336 w 1680523"/>
                <a:gd name="connsiteY86" fmla="*/ 1247521 h 1447865"/>
                <a:gd name="connsiteX87" fmla="*/ 363912 w 1680523"/>
                <a:gd name="connsiteY87" fmla="*/ 1318133 h 1447865"/>
                <a:gd name="connsiteX88" fmla="*/ 380168 w 1680523"/>
                <a:gd name="connsiteY88" fmla="*/ 1289304 h 1447865"/>
                <a:gd name="connsiteX89" fmla="*/ 362515 w 1680523"/>
                <a:gd name="connsiteY89" fmla="*/ 1120648 h 1447865"/>
                <a:gd name="connsiteX90" fmla="*/ 140011 w 1680523"/>
                <a:gd name="connsiteY90" fmla="*/ 1138555 h 1447865"/>
                <a:gd name="connsiteX91" fmla="*/ 185731 w 1680523"/>
                <a:gd name="connsiteY91" fmla="*/ 1111504 h 1447865"/>
                <a:gd name="connsiteX92" fmla="*/ 220910 w 1680523"/>
                <a:gd name="connsiteY92" fmla="*/ 846201 h 1447865"/>
                <a:gd name="connsiteX93" fmla="*/ 50857 w 1680523"/>
                <a:gd name="connsiteY93" fmla="*/ 1151001 h 1447865"/>
                <a:gd name="connsiteX94" fmla="*/ 825049 w 1680523"/>
                <a:gd name="connsiteY94" fmla="*/ 855854 h 1447865"/>
                <a:gd name="connsiteX95" fmla="*/ 857307 w 1680523"/>
                <a:gd name="connsiteY95" fmla="*/ 1201039 h 1447865"/>
                <a:gd name="connsiteX96" fmla="*/ 875468 w 1680523"/>
                <a:gd name="connsiteY96" fmla="*/ 1201039 h 1447865"/>
                <a:gd name="connsiteX97" fmla="*/ 922331 w 1680523"/>
                <a:gd name="connsiteY97" fmla="*/ 958216 h 1447865"/>
                <a:gd name="connsiteX98" fmla="*/ 825049 w 1680523"/>
                <a:gd name="connsiteY98" fmla="*/ 855854 h 1447865"/>
                <a:gd name="connsiteX99" fmla="*/ 433000 w 1680523"/>
                <a:gd name="connsiteY99" fmla="*/ 1003554 h 1447865"/>
                <a:gd name="connsiteX100" fmla="*/ 419538 w 1680523"/>
                <a:gd name="connsiteY100" fmla="*/ 1023239 h 1447865"/>
                <a:gd name="connsiteX101" fmla="*/ 492055 w 1680523"/>
                <a:gd name="connsiteY101" fmla="*/ 1035177 h 1447865"/>
                <a:gd name="connsiteX102" fmla="*/ 455860 w 1680523"/>
                <a:gd name="connsiteY102" fmla="*/ 1059688 h 1447865"/>
                <a:gd name="connsiteX103" fmla="*/ 453193 w 1680523"/>
                <a:gd name="connsiteY103" fmla="*/ 1082548 h 1447865"/>
                <a:gd name="connsiteX104" fmla="*/ 526853 w 1680523"/>
                <a:gd name="connsiteY104" fmla="*/ 1124458 h 1447865"/>
                <a:gd name="connsiteX105" fmla="*/ 527361 w 1680523"/>
                <a:gd name="connsiteY105" fmla="*/ 1271270 h 1447865"/>
                <a:gd name="connsiteX106" fmla="*/ 400615 w 1680523"/>
                <a:gd name="connsiteY106" fmla="*/ 1304417 h 1447865"/>
                <a:gd name="connsiteX107" fmla="*/ 361499 w 1680523"/>
                <a:gd name="connsiteY107" fmla="*/ 1418336 h 1447865"/>
                <a:gd name="connsiteX108" fmla="*/ 590988 w 1680523"/>
                <a:gd name="connsiteY108" fmla="*/ 1424051 h 1447865"/>
                <a:gd name="connsiteX109" fmla="*/ 675698 w 1680523"/>
                <a:gd name="connsiteY109" fmla="*/ 1412748 h 1447865"/>
                <a:gd name="connsiteX110" fmla="*/ 592893 w 1680523"/>
                <a:gd name="connsiteY110" fmla="*/ 1228725 h 1447865"/>
                <a:gd name="connsiteX111" fmla="*/ 572065 w 1680523"/>
                <a:gd name="connsiteY111" fmla="*/ 1137666 h 1447865"/>
                <a:gd name="connsiteX112" fmla="*/ 607244 w 1680523"/>
                <a:gd name="connsiteY112" fmla="*/ 1009142 h 1447865"/>
                <a:gd name="connsiteX113" fmla="*/ 433000 w 1680523"/>
                <a:gd name="connsiteY113" fmla="*/ 1003554 h 1447865"/>
                <a:gd name="connsiteX114" fmla="*/ 416744 w 1680523"/>
                <a:gd name="connsiteY114" fmla="*/ 1117473 h 1447865"/>
                <a:gd name="connsiteX115" fmla="*/ 387788 w 1680523"/>
                <a:gd name="connsiteY115" fmla="*/ 1265810 h 1447865"/>
                <a:gd name="connsiteX116" fmla="*/ 476815 w 1680523"/>
                <a:gd name="connsiteY116" fmla="*/ 1275461 h 1447865"/>
                <a:gd name="connsiteX117" fmla="*/ 520503 w 1680523"/>
                <a:gd name="connsiteY117" fmla="*/ 1176655 h 1447865"/>
                <a:gd name="connsiteX118" fmla="*/ 416744 w 1680523"/>
                <a:gd name="connsiteY118" fmla="*/ 1117473 h 1447865"/>
                <a:gd name="connsiteX119" fmla="*/ 695382 w 1680523"/>
                <a:gd name="connsiteY119" fmla="*/ 1228344 h 1447865"/>
                <a:gd name="connsiteX120" fmla="*/ 694493 w 1680523"/>
                <a:gd name="connsiteY120" fmla="*/ 1273810 h 1447865"/>
                <a:gd name="connsiteX121" fmla="*/ 1551998 w 1680523"/>
                <a:gd name="connsiteY121" fmla="*/ 1273302 h 1447865"/>
                <a:gd name="connsiteX122" fmla="*/ 1554664 w 1680523"/>
                <a:gd name="connsiteY122" fmla="*/ 1228091 h 1447865"/>
                <a:gd name="connsiteX123" fmla="*/ 695382 w 1680523"/>
                <a:gd name="connsiteY123" fmla="*/ 1228344 h 1447865"/>
                <a:gd name="connsiteX0" fmla="*/ 1555680 w 1680522"/>
                <a:gd name="connsiteY0" fmla="*/ 645160 h 1447865"/>
                <a:gd name="connsiteX1" fmla="*/ 1069398 w 1680522"/>
                <a:gd name="connsiteY1" fmla="*/ 648589 h 1447865"/>
                <a:gd name="connsiteX2" fmla="*/ 1017708 w 1680522"/>
                <a:gd name="connsiteY2" fmla="*/ 647192 h 1447865"/>
                <a:gd name="connsiteX3" fmla="*/ 1012374 w 1680522"/>
                <a:gd name="connsiteY3" fmla="*/ 556641 h 1447865"/>
                <a:gd name="connsiteX4" fmla="*/ 936048 w 1680522"/>
                <a:gd name="connsiteY4" fmla="*/ 619125 h 1447865"/>
                <a:gd name="connsiteX5" fmla="*/ 742245 w 1680522"/>
                <a:gd name="connsiteY5" fmla="*/ 791210 h 1447865"/>
                <a:gd name="connsiteX6" fmla="*/ 932492 w 1680522"/>
                <a:gd name="connsiteY6" fmla="*/ 924433 h 1447865"/>
                <a:gd name="connsiteX7" fmla="*/ 1004881 w 1680522"/>
                <a:gd name="connsiteY7" fmla="*/ 751459 h 1447865"/>
                <a:gd name="connsiteX8" fmla="*/ 1183189 w 1680522"/>
                <a:gd name="connsiteY8" fmla="*/ 748030 h 1447865"/>
                <a:gd name="connsiteX9" fmla="*/ 1620197 w 1680522"/>
                <a:gd name="connsiteY9" fmla="*/ 749808 h 1447865"/>
                <a:gd name="connsiteX10" fmla="*/ 1680522 w 1680522"/>
                <a:gd name="connsiteY10" fmla="*/ 784225 h 1447865"/>
                <a:gd name="connsiteX11" fmla="*/ 1572825 w 1680522"/>
                <a:gd name="connsiteY11" fmla="*/ 1215263 h 1447865"/>
                <a:gd name="connsiteX12" fmla="*/ 1579556 w 1680522"/>
                <a:gd name="connsiteY12" fmla="*/ 1229741 h 1447865"/>
                <a:gd name="connsiteX13" fmla="*/ 1561904 w 1680522"/>
                <a:gd name="connsiteY13" fmla="*/ 1295782 h 1447865"/>
                <a:gd name="connsiteX14" fmla="*/ 1478718 w 1680522"/>
                <a:gd name="connsiteY14" fmla="*/ 1299338 h 1447865"/>
                <a:gd name="connsiteX15" fmla="*/ 704273 w 1680522"/>
                <a:gd name="connsiteY15" fmla="*/ 1298829 h 1447865"/>
                <a:gd name="connsiteX16" fmla="*/ 675189 w 1680522"/>
                <a:gd name="connsiteY16" fmla="*/ 1205104 h 1447865"/>
                <a:gd name="connsiteX17" fmla="*/ 834067 w 1680522"/>
                <a:gd name="connsiteY17" fmla="*/ 1201039 h 1447865"/>
                <a:gd name="connsiteX18" fmla="*/ 789743 w 1680522"/>
                <a:gd name="connsiteY18" fmla="*/ 838200 h 1447865"/>
                <a:gd name="connsiteX19" fmla="*/ 757612 w 1680522"/>
                <a:gd name="connsiteY19" fmla="*/ 824230 h 1447865"/>
                <a:gd name="connsiteX20" fmla="*/ 667696 w 1680522"/>
                <a:gd name="connsiteY20" fmla="*/ 804545 h 1447865"/>
                <a:gd name="connsiteX21" fmla="*/ 514788 w 1680522"/>
                <a:gd name="connsiteY21" fmla="*/ 848106 h 1447865"/>
                <a:gd name="connsiteX22" fmla="*/ 348672 w 1680522"/>
                <a:gd name="connsiteY22" fmla="*/ 804418 h 1447865"/>
                <a:gd name="connsiteX23" fmla="*/ 253295 w 1680522"/>
                <a:gd name="connsiteY23" fmla="*/ 829945 h 1447865"/>
                <a:gd name="connsiteX24" fmla="*/ 247580 w 1680522"/>
                <a:gd name="connsiteY24" fmla="*/ 851789 h 1447865"/>
                <a:gd name="connsiteX25" fmla="*/ 210623 w 1680522"/>
                <a:gd name="connsiteY25" fmla="*/ 1111250 h 1447865"/>
                <a:gd name="connsiteX26" fmla="*/ 430206 w 1680522"/>
                <a:gd name="connsiteY26" fmla="*/ 1090804 h 1447865"/>
                <a:gd name="connsiteX27" fmla="*/ 426142 w 1680522"/>
                <a:gd name="connsiteY27" fmla="*/ 1057148 h 1447865"/>
                <a:gd name="connsiteX28" fmla="*/ 411918 w 1680522"/>
                <a:gd name="connsiteY28" fmla="*/ 983869 h 1447865"/>
                <a:gd name="connsiteX29" fmla="*/ 511994 w 1680522"/>
                <a:gd name="connsiteY29" fmla="*/ 974725 h 1447865"/>
                <a:gd name="connsiteX30" fmla="*/ 579939 w 1680522"/>
                <a:gd name="connsiteY30" fmla="*/ 975868 h 1447865"/>
                <a:gd name="connsiteX31" fmla="*/ 629215 w 1680522"/>
                <a:gd name="connsiteY31" fmla="*/ 1010666 h 1447865"/>
                <a:gd name="connsiteX32" fmla="*/ 596957 w 1680522"/>
                <a:gd name="connsiteY32" fmla="*/ 1085596 h 1447865"/>
                <a:gd name="connsiteX33" fmla="*/ 611308 w 1680522"/>
                <a:gd name="connsiteY33" fmla="*/ 1204341 h 1447865"/>
                <a:gd name="connsiteX34" fmla="*/ 697542 w 1680522"/>
                <a:gd name="connsiteY34" fmla="*/ 1380236 h 1447865"/>
                <a:gd name="connsiteX35" fmla="*/ 680650 w 1680522"/>
                <a:gd name="connsiteY35" fmla="*/ 1444879 h 1447865"/>
                <a:gd name="connsiteX36" fmla="*/ 400869 w 1680522"/>
                <a:gd name="connsiteY36" fmla="*/ 1447419 h 1447865"/>
                <a:gd name="connsiteX37" fmla="*/ 339655 w 1680522"/>
                <a:gd name="connsiteY37" fmla="*/ 1427988 h 1447865"/>
                <a:gd name="connsiteX38" fmla="*/ 349053 w 1680522"/>
                <a:gd name="connsiteY38" fmla="*/ 1340739 h 1447865"/>
                <a:gd name="connsiteX39" fmla="*/ 40443 w 1680522"/>
                <a:gd name="connsiteY39" fmla="*/ 1236726 h 1447865"/>
                <a:gd name="connsiteX40" fmla="*/ 94672 w 1680522"/>
                <a:gd name="connsiteY40" fmla="*/ 949071 h 1447865"/>
                <a:gd name="connsiteX41" fmla="*/ 286061 w 1680522"/>
                <a:gd name="connsiteY41" fmla="*/ 789813 h 1447865"/>
                <a:gd name="connsiteX42" fmla="*/ 194494 w 1680522"/>
                <a:gd name="connsiteY42" fmla="*/ 735838 h 1447865"/>
                <a:gd name="connsiteX43" fmla="*/ 101276 w 1680522"/>
                <a:gd name="connsiteY43" fmla="*/ 621157 h 1447865"/>
                <a:gd name="connsiteX44" fmla="*/ 43110 w 1680522"/>
                <a:gd name="connsiteY44" fmla="*/ 588010 h 1447865"/>
                <a:gd name="connsiteX45" fmla="*/ 21393 w 1680522"/>
                <a:gd name="connsiteY45" fmla="*/ 365125 h 1447865"/>
                <a:gd name="connsiteX46" fmla="*/ 92132 w 1680522"/>
                <a:gd name="connsiteY46" fmla="*/ 307340 h 1447865"/>
                <a:gd name="connsiteX47" fmla="*/ 317938 w 1680522"/>
                <a:gd name="connsiteY47" fmla="*/ 102743 h 1447865"/>
                <a:gd name="connsiteX48" fmla="*/ 696271 w 1680522"/>
                <a:gd name="connsiteY48" fmla="*/ 93472 h 1447865"/>
                <a:gd name="connsiteX49" fmla="*/ 828732 w 1680522"/>
                <a:gd name="connsiteY49" fmla="*/ 169037 h 1447865"/>
                <a:gd name="connsiteX50" fmla="*/ 943540 w 1680522"/>
                <a:gd name="connsiteY50" fmla="*/ 311531 h 1447865"/>
                <a:gd name="connsiteX51" fmla="*/ 1016057 w 1680522"/>
                <a:gd name="connsiteY51" fmla="*/ 364744 h 1447865"/>
                <a:gd name="connsiteX52" fmla="*/ 1012248 w 1680522"/>
                <a:gd name="connsiteY52" fmla="*/ 133604 h 1447865"/>
                <a:gd name="connsiteX53" fmla="*/ 1060380 w 1680522"/>
                <a:gd name="connsiteY53" fmla="*/ 17272 h 1447865"/>
                <a:gd name="connsiteX54" fmla="*/ 1149026 w 1680522"/>
                <a:gd name="connsiteY54" fmla="*/ 0 h 1447865"/>
                <a:gd name="connsiteX55" fmla="*/ 1035107 w 1680522"/>
                <a:gd name="connsiteY55" fmla="*/ 107823 h 1447865"/>
                <a:gd name="connsiteX56" fmla="*/ 1034345 w 1680522"/>
                <a:gd name="connsiteY56" fmla="*/ 623443 h 1447865"/>
                <a:gd name="connsiteX57" fmla="*/ 1035107 w 1680522"/>
                <a:gd name="connsiteY57" fmla="*/ 107823 h 1447865"/>
                <a:gd name="connsiteX58" fmla="*/ 268027 w 1680522"/>
                <a:gd name="connsiteY58" fmla="*/ 154940 h 1447865"/>
                <a:gd name="connsiteX59" fmla="*/ 98482 w 1680522"/>
                <a:gd name="connsiteY59" fmla="*/ 393827 h 1447865"/>
                <a:gd name="connsiteX60" fmla="*/ 96450 w 1680522"/>
                <a:gd name="connsiteY60" fmla="*/ 395986 h 1447865"/>
                <a:gd name="connsiteX61" fmla="*/ 202114 w 1680522"/>
                <a:gd name="connsiteY61" fmla="*/ 708787 h 1447865"/>
                <a:gd name="connsiteX62" fmla="*/ 388042 w 1680522"/>
                <a:gd name="connsiteY62" fmla="*/ 779780 h 1447865"/>
                <a:gd name="connsiteX63" fmla="*/ 691954 w 1680522"/>
                <a:gd name="connsiteY63" fmla="*/ 777240 h 1447865"/>
                <a:gd name="connsiteX64" fmla="*/ 940746 w 1680522"/>
                <a:gd name="connsiteY64" fmla="*/ 489839 h 1447865"/>
                <a:gd name="connsiteX65" fmla="*/ 834574 w 1680522"/>
                <a:gd name="connsiteY65" fmla="*/ 206883 h 1447865"/>
                <a:gd name="connsiteX66" fmla="*/ 509708 w 1680522"/>
                <a:gd name="connsiteY66" fmla="*/ 101854 h 1447865"/>
                <a:gd name="connsiteX67" fmla="*/ 268027 w 1680522"/>
                <a:gd name="connsiteY67" fmla="*/ 154940 h 1447865"/>
                <a:gd name="connsiteX68" fmla="*/ 82480 w 1680522"/>
                <a:gd name="connsiteY68" fmla="*/ 586740 h 1447865"/>
                <a:gd name="connsiteX69" fmla="*/ 77146 w 1680522"/>
                <a:gd name="connsiteY69" fmla="*/ 335280 h 1447865"/>
                <a:gd name="connsiteX70" fmla="*/ 82480 w 1680522"/>
                <a:gd name="connsiteY70" fmla="*/ 586740 h 1447865"/>
                <a:gd name="connsiteX71" fmla="*/ 950144 w 1680522"/>
                <a:gd name="connsiteY71" fmla="*/ 333756 h 1447865"/>
                <a:gd name="connsiteX72" fmla="*/ 946969 w 1680522"/>
                <a:gd name="connsiteY72" fmla="*/ 589534 h 1447865"/>
                <a:gd name="connsiteX73" fmla="*/ 950144 w 1680522"/>
                <a:gd name="connsiteY73" fmla="*/ 333756 h 1447865"/>
                <a:gd name="connsiteX74" fmla="*/ 998912 w 1680522"/>
                <a:gd name="connsiteY74" fmla="*/ 780415 h 1447865"/>
                <a:gd name="connsiteX75" fmla="*/ 967670 w 1680522"/>
                <a:gd name="connsiteY75" fmla="*/ 872363 h 1447865"/>
                <a:gd name="connsiteX76" fmla="*/ 900361 w 1680522"/>
                <a:gd name="connsiteY76" fmla="*/ 1201039 h 1447865"/>
                <a:gd name="connsiteX77" fmla="*/ 1554792 w 1680522"/>
                <a:gd name="connsiteY77" fmla="*/ 1201039 h 1447865"/>
                <a:gd name="connsiteX78" fmla="*/ 1650804 w 1680522"/>
                <a:gd name="connsiteY78" fmla="*/ 777621 h 1447865"/>
                <a:gd name="connsiteX79" fmla="*/ 1060254 w 1680522"/>
                <a:gd name="connsiteY79" fmla="*/ 775843 h 1447865"/>
                <a:gd name="connsiteX80" fmla="*/ 998912 w 1680522"/>
                <a:gd name="connsiteY80" fmla="*/ 780415 h 1447865"/>
                <a:gd name="connsiteX81" fmla="*/ 436175 w 1680522"/>
                <a:gd name="connsiteY81" fmla="*/ 803656 h 1447865"/>
                <a:gd name="connsiteX82" fmla="*/ 593528 w 1680522"/>
                <a:gd name="connsiteY82" fmla="*/ 803402 h 1447865"/>
                <a:gd name="connsiteX83" fmla="*/ 436175 w 1680522"/>
                <a:gd name="connsiteY83" fmla="*/ 803656 h 1447865"/>
                <a:gd name="connsiteX84" fmla="*/ 50857 w 1680522"/>
                <a:gd name="connsiteY84" fmla="*/ 1151001 h 1447865"/>
                <a:gd name="connsiteX85" fmla="*/ 73336 w 1680522"/>
                <a:gd name="connsiteY85" fmla="*/ 1247521 h 1447865"/>
                <a:gd name="connsiteX86" fmla="*/ 363912 w 1680522"/>
                <a:gd name="connsiteY86" fmla="*/ 1318133 h 1447865"/>
                <a:gd name="connsiteX87" fmla="*/ 380168 w 1680522"/>
                <a:gd name="connsiteY87" fmla="*/ 1289304 h 1447865"/>
                <a:gd name="connsiteX88" fmla="*/ 362515 w 1680522"/>
                <a:gd name="connsiteY88" fmla="*/ 1120648 h 1447865"/>
                <a:gd name="connsiteX89" fmla="*/ 140011 w 1680522"/>
                <a:gd name="connsiteY89" fmla="*/ 1138555 h 1447865"/>
                <a:gd name="connsiteX90" fmla="*/ 185731 w 1680522"/>
                <a:gd name="connsiteY90" fmla="*/ 1111504 h 1447865"/>
                <a:gd name="connsiteX91" fmla="*/ 220910 w 1680522"/>
                <a:gd name="connsiteY91" fmla="*/ 846201 h 1447865"/>
                <a:gd name="connsiteX92" fmla="*/ 50857 w 1680522"/>
                <a:gd name="connsiteY92" fmla="*/ 1151001 h 1447865"/>
                <a:gd name="connsiteX93" fmla="*/ 825049 w 1680522"/>
                <a:gd name="connsiteY93" fmla="*/ 855854 h 1447865"/>
                <a:gd name="connsiteX94" fmla="*/ 857307 w 1680522"/>
                <a:gd name="connsiteY94" fmla="*/ 1201039 h 1447865"/>
                <a:gd name="connsiteX95" fmla="*/ 875468 w 1680522"/>
                <a:gd name="connsiteY95" fmla="*/ 1201039 h 1447865"/>
                <a:gd name="connsiteX96" fmla="*/ 922331 w 1680522"/>
                <a:gd name="connsiteY96" fmla="*/ 958216 h 1447865"/>
                <a:gd name="connsiteX97" fmla="*/ 825049 w 1680522"/>
                <a:gd name="connsiteY97" fmla="*/ 855854 h 1447865"/>
                <a:gd name="connsiteX98" fmla="*/ 433000 w 1680522"/>
                <a:gd name="connsiteY98" fmla="*/ 1003554 h 1447865"/>
                <a:gd name="connsiteX99" fmla="*/ 419538 w 1680522"/>
                <a:gd name="connsiteY99" fmla="*/ 1023239 h 1447865"/>
                <a:gd name="connsiteX100" fmla="*/ 492055 w 1680522"/>
                <a:gd name="connsiteY100" fmla="*/ 1035177 h 1447865"/>
                <a:gd name="connsiteX101" fmla="*/ 455860 w 1680522"/>
                <a:gd name="connsiteY101" fmla="*/ 1059688 h 1447865"/>
                <a:gd name="connsiteX102" fmla="*/ 453193 w 1680522"/>
                <a:gd name="connsiteY102" fmla="*/ 1082548 h 1447865"/>
                <a:gd name="connsiteX103" fmla="*/ 526853 w 1680522"/>
                <a:gd name="connsiteY103" fmla="*/ 1124458 h 1447865"/>
                <a:gd name="connsiteX104" fmla="*/ 527361 w 1680522"/>
                <a:gd name="connsiteY104" fmla="*/ 1271270 h 1447865"/>
                <a:gd name="connsiteX105" fmla="*/ 400615 w 1680522"/>
                <a:gd name="connsiteY105" fmla="*/ 1304417 h 1447865"/>
                <a:gd name="connsiteX106" fmla="*/ 361499 w 1680522"/>
                <a:gd name="connsiteY106" fmla="*/ 1418336 h 1447865"/>
                <a:gd name="connsiteX107" fmla="*/ 590988 w 1680522"/>
                <a:gd name="connsiteY107" fmla="*/ 1424051 h 1447865"/>
                <a:gd name="connsiteX108" fmla="*/ 675698 w 1680522"/>
                <a:gd name="connsiteY108" fmla="*/ 1412748 h 1447865"/>
                <a:gd name="connsiteX109" fmla="*/ 592893 w 1680522"/>
                <a:gd name="connsiteY109" fmla="*/ 1228725 h 1447865"/>
                <a:gd name="connsiteX110" fmla="*/ 572065 w 1680522"/>
                <a:gd name="connsiteY110" fmla="*/ 1137666 h 1447865"/>
                <a:gd name="connsiteX111" fmla="*/ 607244 w 1680522"/>
                <a:gd name="connsiteY111" fmla="*/ 1009142 h 1447865"/>
                <a:gd name="connsiteX112" fmla="*/ 433000 w 1680522"/>
                <a:gd name="connsiteY112" fmla="*/ 1003554 h 1447865"/>
                <a:gd name="connsiteX113" fmla="*/ 416744 w 1680522"/>
                <a:gd name="connsiteY113" fmla="*/ 1117473 h 1447865"/>
                <a:gd name="connsiteX114" fmla="*/ 387788 w 1680522"/>
                <a:gd name="connsiteY114" fmla="*/ 1265810 h 1447865"/>
                <a:gd name="connsiteX115" fmla="*/ 476815 w 1680522"/>
                <a:gd name="connsiteY115" fmla="*/ 1275461 h 1447865"/>
                <a:gd name="connsiteX116" fmla="*/ 520503 w 1680522"/>
                <a:gd name="connsiteY116" fmla="*/ 1176655 h 1447865"/>
                <a:gd name="connsiteX117" fmla="*/ 416744 w 1680522"/>
                <a:gd name="connsiteY117" fmla="*/ 1117473 h 1447865"/>
                <a:gd name="connsiteX118" fmla="*/ 695382 w 1680522"/>
                <a:gd name="connsiteY118" fmla="*/ 1228344 h 1447865"/>
                <a:gd name="connsiteX119" fmla="*/ 694493 w 1680522"/>
                <a:gd name="connsiteY119" fmla="*/ 1273810 h 1447865"/>
                <a:gd name="connsiteX120" fmla="*/ 1551998 w 1680522"/>
                <a:gd name="connsiteY120" fmla="*/ 1273302 h 1447865"/>
                <a:gd name="connsiteX121" fmla="*/ 1554664 w 1680522"/>
                <a:gd name="connsiteY121" fmla="*/ 1228091 h 1447865"/>
                <a:gd name="connsiteX122" fmla="*/ 695382 w 1680522"/>
                <a:gd name="connsiteY122" fmla="*/ 1228344 h 1447865"/>
                <a:gd name="connsiteX0" fmla="*/ 1069398 w 1680522"/>
                <a:gd name="connsiteY0" fmla="*/ 648589 h 1447865"/>
                <a:gd name="connsiteX1" fmla="*/ 1017708 w 1680522"/>
                <a:gd name="connsiteY1" fmla="*/ 647192 h 1447865"/>
                <a:gd name="connsiteX2" fmla="*/ 1012374 w 1680522"/>
                <a:gd name="connsiteY2" fmla="*/ 556641 h 1447865"/>
                <a:gd name="connsiteX3" fmla="*/ 936048 w 1680522"/>
                <a:gd name="connsiteY3" fmla="*/ 619125 h 1447865"/>
                <a:gd name="connsiteX4" fmla="*/ 742245 w 1680522"/>
                <a:gd name="connsiteY4" fmla="*/ 791210 h 1447865"/>
                <a:gd name="connsiteX5" fmla="*/ 932492 w 1680522"/>
                <a:gd name="connsiteY5" fmla="*/ 924433 h 1447865"/>
                <a:gd name="connsiteX6" fmla="*/ 1004881 w 1680522"/>
                <a:gd name="connsiteY6" fmla="*/ 751459 h 1447865"/>
                <a:gd name="connsiteX7" fmla="*/ 1183189 w 1680522"/>
                <a:gd name="connsiteY7" fmla="*/ 748030 h 1447865"/>
                <a:gd name="connsiteX8" fmla="*/ 1620197 w 1680522"/>
                <a:gd name="connsiteY8" fmla="*/ 749808 h 1447865"/>
                <a:gd name="connsiteX9" fmla="*/ 1680522 w 1680522"/>
                <a:gd name="connsiteY9" fmla="*/ 784225 h 1447865"/>
                <a:gd name="connsiteX10" fmla="*/ 1572825 w 1680522"/>
                <a:gd name="connsiteY10" fmla="*/ 1215263 h 1447865"/>
                <a:gd name="connsiteX11" fmla="*/ 1579556 w 1680522"/>
                <a:gd name="connsiteY11" fmla="*/ 1229741 h 1447865"/>
                <a:gd name="connsiteX12" fmla="*/ 1561904 w 1680522"/>
                <a:gd name="connsiteY12" fmla="*/ 1295782 h 1447865"/>
                <a:gd name="connsiteX13" fmla="*/ 1478718 w 1680522"/>
                <a:gd name="connsiteY13" fmla="*/ 1299338 h 1447865"/>
                <a:gd name="connsiteX14" fmla="*/ 704273 w 1680522"/>
                <a:gd name="connsiteY14" fmla="*/ 1298829 h 1447865"/>
                <a:gd name="connsiteX15" fmla="*/ 675189 w 1680522"/>
                <a:gd name="connsiteY15" fmla="*/ 1205104 h 1447865"/>
                <a:gd name="connsiteX16" fmla="*/ 834067 w 1680522"/>
                <a:gd name="connsiteY16" fmla="*/ 1201039 h 1447865"/>
                <a:gd name="connsiteX17" fmla="*/ 789743 w 1680522"/>
                <a:gd name="connsiteY17" fmla="*/ 838200 h 1447865"/>
                <a:gd name="connsiteX18" fmla="*/ 757612 w 1680522"/>
                <a:gd name="connsiteY18" fmla="*/ 824230 h 1447865"/>
                <a:gd name="connsiteX19" fmla="*/ 667696 w 1680522"/>
                <a:gd name="connsiteY19" fmla="*/ 804545 h 1447865"/>
                <a:gd name="connsiteX20" fmla="*/ 514788 w 1680522"/>
                <a:gd name="connsiteY20" fmla="*/ 848106 h 1447865"/>
                <a:gd name="connsiteX21" fmla="*/ 348672 w 1680522"/>
                <a:gd name="connsiteY21" fmla="*/ 804418 h 1447865"/>
                <a:gd name="connsiteX22" fmla="*/ 253295 w 1680522"/>
                <a:gd name="connsiteY22" fmla="*/ 829945 h 1447865"/>
                <a:gd name="connsiteX23" fmla="*/ 247580 w 1680522"/>
                <a:gd name="connsiteY23" fmla="*/ 851789 h 1447865"/>
                <a:gd name="connsiteX24" fmla="*/ 210623 w 1680522"/>
                <a:gd name="connsiteY24" fmla="*/ 1111250 h 1447865"/>
                <a:gd name="connsiteX25" fmla="*/ 430206 w 1680522"/>
                <a:gd name="connsiteY25" fmla="*/ 1090804 h 1447865"/>
                <a:gd name="connsiteX26" fmla="*/ 426142 w 1680522"/>
                <a:gd name="connsiteY26" fmla="*/ 1057148 h 1447865"/>
                <a:gd name="connsiteX27" fmla="*/ 411918 w 1680522"/>
                <a:gd name="connsiteY27" fmla="*/ 983869 h 1447865"/>
                <a:gd name="connsiteX28" fmla="*/ 511994 w 1680522"/>
                <a:gd name="connsiteY28" fmla="*/ 974725 h 1447865"/>
                <a:gd name="connsiteX29" fmla="*/ 579939 w 1680522"/>
                <a:gd name="connsiteY29" fmla="*/ 975868 h 1447865"/>
                <a:gd name="connsiteX30" fmla="*/ 629215 w 1680522"/>
                <a:gd name="connsiteY30" fmla="*/ 1010666 h 1447865"/>
                <a:gd name="connsiteX31" fmla="*/ 596957 w 1680522"/>
                <a:gd name="connsiteY31" fmla="*/ 1085596 h 1447865"/>
                <a:gd name="connsiteX32" fmla="*/ 611308 w 1680522"/>
                <a:gd name="connsiteY32" fmla="*/ 1204341 h 1447865"/>
                <a:gd name="connsiteX33" fmla="*/ 697542 w 1680522"/>
                <a:gd name="connsiteY33" fmla="*/ 1380236 h 1447865"/>
                <a:gd name="connsiteX34" fmla="*/ 680650 w 1680522"/>
                <a:gd name="connsiteY34" fmla="*/ 1444879 h 1447865"/>
                <a:gd name="connsiteX35" fmla="*/ 400869 w 1680522"/>
                <a:gd name="connsiteY35" fmla="*/ 1447419 h 1447865"/>
                <a:gd name="connsiteX36" fmla="*/ 339655 w 1680522"/>
                <a:gd name="connsiteY36" fmla="*/ 1427988 h 1447865"/>
                <a:gd name="connsiteX37" fmla="*/ 349053 w 1680522"/>
                <a:gd name="connsiteY37" fmla="*/ 1340739 h 1447865"/>
                <a:gd name="connsiteX38" fmla="*/ 40443 w 1680522"/>
                <a:gd name="connsiteY38" fmla="*/ 1236726 h 1447865"/>
                <a:gd name="connsiteX39" fmla="*/ 94672 w 1680522"/>
                <a:gd name="connsiteY39" fmla="*/ 949071 h 1447865"/>
                <a:gd name="connsiteX40" fmla="*/ 286061 w 1680522"/>
                <a:gd name="connsiteY40" fmla="*/ 789813 h 1447865"/>
                <a:gd name="connsiteX41" fmla="*/ 194494 w 1680522"/>
                <a:gd name="connsiteY41" fmla="*/ 735838 h 1447865"/>
                <a:gd name="connsiteX42" fmla="*/ 101276 w 1680522"/>
                <a:gd name="connsiteY42" fmla="*/ 621157 h 1447865"/>
                <a:gd name="connsiteX43" fmla="*/ 43110 w 1680522"/>
                <a:gd name="connsiteY43" fmla="*/ 588010 h 1447865"/>
                <a:gd name="connsiteX44" fmla="*/ 21393 w 1680522"/>
                <a:gd name="connsiteY44" fmla="*/ 365125 h 1447865"/>
                <a:gd name="connsiteX45" fmla="*/ 92132 w 1680522"/>
                <a:gd name="connsiteY45" fmla="*/ 307340 h 1447865"/>
                <a:gd name="connsiteX46" fmla="*/ 317938 w 1680522"/>
                <a:gd name="connsiteY46" fmla="*/ 102743 h 1447865"/>
                <a:gd name="connsiteX47" fmla="*/ 696271 w 1680522"/>
                <a:gd name="connsiteY47" fmla="*/ 93472 h 1447865"/>
                <a:gd name="connsiteX48" fmla="*/ 828732 w 1680522"/>
                <a:gd name="connsiteY48" fmla="*/ 169037 h 1447865"/>
                <a:gd name="connsiteX49" fmla="*/ 943540 w 1680522"/>
                <a:gd name="connsiteY49" fmla="*/ 311531 h 1447865"/>
                <a:gd name="connsiteX50" fmla="*/ 1016057 w 1680522"/>
                <a:gd name="connsiteY50" fmla="*/ 364744 h 1447865"/>
                <a:gd name="connsiteX51" fmla="*/ 1012248 w 1680522"/>
                <a:gd name="connsiteY51" fmla="*/ 133604 h 1447865"/>
                <a:gd name="connsiteX52" fmla="*/ 1060380 w 1680522"/>
                <a:gd name="connsiteY52" fmla="*/ 17272 h 1447865"/>
                <a:gd name="connsiteX53" fmla="*/ 1149026 w 1680522"/>
                <a:gd name="connsiteY53" fmla="*/ 0 h 1447865"/>
                <a:gd name="connsiteX54" fmla="*/ 1035107 w 1680522"/>
                <a:gd name="connsiteY54" fmla="*/ 107823 h 1447865"/>
                <a:gd name="connsiteX55" fmla="*/ 1034345 w 1680522"/>
                <a:gd name="connsiteY55" fmla="*/ 623443 h 1447865"/>
                <a:gd name="connsiteX56" fmla="*/ 1035107 w 1680522"/>
                <a:gd name="connsiteY56" fmla="*/ 107823 h 1447865"/>
                <a:gd name="connsiteX57" fmla="*/ 268027 w 1680522"/>
                <a:gd name="connsiteY57" fmla="*/ 154940 h 1447865"/>
                <a:gd name="connsiteX58" fmla="*/ 98482 w 1680522"/>
                <a:gd name="connsiteY58" fmla="*/ 393827 h 1447865"/>
                <a:gd name="connsiteX59" fmla="*/ 96450 w 1680522"/>
                <a:gd name="connsiteY59" fmla="*/ 395986 h 1447865"/>
                <a:gd name="connsiteX60" fmla="*/ 202114 w 1680522"/>
                <a:gd name="connsiteY60" fmla="*/ 708787 h 1447865"/>
                <a:gd name="connsiteX61" fmla="*/ 388042 w 1680522"/>
                <a:gd name="connsiteY61" fmla="*/ 779780 h 1447865"/>
                <a:gd name="connsiteX62" fmla="*/ 691954 w 1680522"/>
                <a:gd name="connsiteY62" fmla="*/ 777240 h 1447865"/>
                <a:gd name="connsiteX63" fmla="*/ 940746 w 1680522"/>
                <a:gd name="connsiteY63" fmla="*/ 489839 h 1447865"/>
                <a:gd name="connsiteX64" fmla="*/ 834574 w 1680522"/>
                <a:gd name="connsiteY64" fmla="*/ 206883 h 1447865"/>
                <a:gd name="connsiteX65" fmla="*/ 509708 w 1680522"/>
                <a:gd name="connsiteY65" fmla="*/ 101854 h 1447865"/>
                <a:gd name="connsiteX66" fmla="*/ 268027 w 1680522"/>
                <a:gd name="connsiteY66" fmla="*/ 154940 h 1447865"/>
                <a:gd name="connsiteX67" fmla="*/ 82480 w 1680522"/>
                <a:gd name="connsiteY67" fmla="*/ 586740 h 1447865"/>
                <a:gd name="connsiteX68" fmla="*/ 77146 w 1680522"/>
                <a:gd name="connsiteY68" fmla="*/ 335280 h 1447865"/>
                <a:gd name="connsiteX69" fmla="*/ 82480 w 1680522"/>
                <a:gd name="connsiteY69" fmla="*/ 586740 h 1447865"/>
                <a:gd name="connsiteX70" fmla="*/ 950144 w 1680522"/>
                <a:gd name="connsiteY70" fmla="*/ 333756 h 1447865"/>
                <a:gd name="connsiteX71" fmla="*/ 946969 w 1680522"/>
                <a:gd name="connsiteY71" fmla="*/ 589534 h 1447865"/>
                <a:gd name="connsiteX72" fmla="*/ 950144 w 1680522"/>
                <a:gd name="connsiteY72" fmla="*/ 333756 h 1447865"/>
                <a:gd name="connsiteX73" fmla="*/ 998912 w 1680522"/>
                <a:gd name="connsiteY73" fmla="*/ 780415 h 1447865"/>
                <a:gd name="connsiteX74" fmla="*/ 967670 w 1680522"/>
                <a:gd name="connsiteY74" fmla="*/ 872363 h 1447865"/>
                <a:gd name="connsiteX75" fmla="*/ 900361 w 1680522"/>
                <a:gd name="connsiteY75" fmla="*/ 1201039 h 1447865"/>
                <a:gd name="connsiteX76" fmla="*/ 1554792 w 1680522"/>
                <a:gd name="connsiteY76" fmla="*/ 1201039 h 1447865"/>
                <a:gd name="connsiteX77" fmla="*/ 1650804 w 1680522"/>
                <a:gd name="connsiteY77" fmla="*/ 777621 h 1447865"/>
                <a:gd name="connsiteX78" fmla="*/ 1060254 w 1680522"/>
                <a:gd name="connsiteY78" fmla="*/ 775843 h 1447865"/>
                <a:gd name="connsiteX79" fmla="*/ 998912 w 1680522"/>
                <a:gd name="connsiteY79" fmla="*/ 780415 h 1447865"/>
                <a:gd name="connsiteX80" fmla="*/ 436175 w 1680522"/>
                <a:gd name="connsiteY80" fmla="*/ 803656 h 1447865"/>
                <a:gd name="connsiteX81" fmla="*/ 593528 w 1680522"/>
                <a:gd name="connsiteY81" fmla="*/ 803402 h 1447865"/>
                <a:gd name="connsiteX82" fmla="*/ 436175 w 1680522"/>
                <a:gd name="connsiteY82" fmla="*/ 803656 h 1447865"/>
                <a:gd name="connsiteX83" fmla="*/ 50857 w 1680522"/>
                <a:gd name="connsiteY83" fmla="*/ 1151001 h 1447865"/>
                <a:gd name="connsiteX84" fmla="*/ 73336 w 1680522"/>
                <a:gd name="connsiteY84" fmla="*/ 1247521 h 1447865"/>
                <a:gd name="connsiteX85" fmla="*/ 363912 w 1680522"/>
                <a:gd name="connsiteY85" fmla="*/ 1318133 h 1447865"/>
                <a:gd name="connsiteX86" fmla="*/ 380168 w 1680522"/>
                <a:gd name="connsiteY86" fmla="*/ 1289304 h 1447865"/>
                <a:gd name="connsiteX87" fmla="*/ 362515 w 1680522"/>
                <a:gd name="connsiteY87" fmla="*/ 1120648 h 1447865"/>
                <a:gd name="connsiteX88" fmla="*/ 140011 w 1680522"/>
                <a:gd name="connsiteY88" fmla="*/ 1138555 h 1447865"/>
                <a:gd name="connsiteX89" fmla="*/ 185731 w 1680522"/>
                <a:gd name="connsiteY89" fmla="*/ 1111504 h 1447865"/>
                <a:gd name="connsiteX90" fmla="*/ 220910 w 1680522"/>
                <a:gd name="connsiteY90" fmla="*/ 846201 h 1447865"/>
                <a:gd name="connsiteX91" fmla="*/ 50857 w 1680522"/>
                <a:gd name="connsiteY91" fmla="*/ 1151001 h 1447865"/>
                <a:gd name="connsiteX92" fmla="*/ 825049 w 1680522"/>
                <a:gd name="connsiteY92" fmla="*/ 855854 h 1447865"/>
                <a:gd name="connsiteX93" fmla="*/ 857307 w 1680522"/>
                <a:gd name="connsiteY93" fmla="*/ 1201039 h 1447865"/>
                <a:gd name="connsiteX94" fmla="*/ 875468 w 1680522"/>
                <a:gd name="connsiteY94" fmla="*/ 1201039 h 1447865"/>
                <a:gd name="connsiteX95" fmla="*/ 922331 w 1680522"/>
                <a:gd name="connsiteY95" fmla="*/ 958216 h 1447865"/>
                <a:gd name="connsiteX96" fmla="*/ 825049 w 1680522"/>
                <a:gd name="connsiteY96" fmla="*/ 855854 h 1447865"/>
                <a:gd name="connsiteX97" fmla="*/ 433000 w 1680522"/>
                <a:gd name="connsiteY97" fmla="*/ 1003554 h 1447865"/>
                <a:gd name="connsiteX98" fmla="*/ 419538 w 1680522"/>
                <a:gd name="connsiteY98" fmla="*/ 1023239 h 1447865"/>
                <a:gd name="connsiteX99" fmla="*/ 492055 w 1680522"/>
                <a:gd name="connsiteY99" fmla="*/ 1035177 h 1447865"/>
                <a:gd name="connsiteX100" fmla="*/ 455860 w 1680522"/>
                <a:gd name="connsiteY100" fmla="*/ 1059688 h 1447865"/>
                <a:gd name="connsiteX101" fmla="*/ 453193 w 1680522"/>
                <a:gd name="connsiteY101" fmla="*/ 1082548 h 1447865"/>
                <a:gd name="connsiteX102" fmla="*/ 526853 w 1680522"/>
                <a:gd name="connsiteY102" fmla="*/ 1124458 h 1447865"/>
                <a:gd name="connsiteX103" fmla="*/ 527361 w 1680522"/>
                <a:gd name="connsiteY103" fmla="*/ 1271270 h 1447865"/>
                <a:gd name="connsiteX104" fmla="*/ 400615 w 1680522"/>
                <a:gd name="connsiteY104" fmla="*/ 1304417 h 1447865"/>
                <a:gd name="connsiteX105" fmla="*/ 361499 w 1680522"/>
                <a:gd name="connsiteY105" fmla="*/ 1418336 h 1447865"/>
                <a:gd name="connsiteX106" fmla="*/ 590988 w 1680522"/>
                <a:gd name="connsiteY106" fmla="*/ 1424051 h 1447865"/>
                <a:gd name="connsiteX107" fmla="*/ 675698 w 1680522"/>
                <a:gd name="connsiteY107" fmla="*/ 1412748 h 1447865"/>
                <a:gd name="connsiteX108" fmla="*/ 592893 w 1680522"/>
                <a:gd name="connsiteY108" fmla="*/ 1228725 h 1447865"/>
                <a:gd name="connsiteX109" fmla="*/ 572065 w 1680522"/>
                <a:gd name="connsiteY109" fmla="*/ 1137666 h 1447865"/>
                <a:gd name="connsiteX110" fmla="*/ 607244 w 1680522"/>
                <a:gd name="connsiteY110" fmla="*/ 1009142 h 1447865"/>
                <a:gd name="connsiteX111" fmla="*/ 433000 w 1680522"/>
                <a:gd name="connsiteY111" fmla="*/ 1003554 h 1447865"/>
                <a:gd name="connsiteX112" fmla="*/ 416744 w 1680522"/>
                <a:gd name="connsiteY112" fmla="*/ 1117473 h 1447865"/>
                <a:gd name="connsiteX113" fmla="*/ 387788 w 1680522"/>
                <a:gd name="connsiteY113" fmla="*/ 1265810 h 1447865"/>
                <a:gd name="connsiteX114" fmla="*/ 476815 w 1680522"/>
                <a:gd name="connsiteY114" fmla="*/ 1275461 h 1447865"/>
                <a:gd name="connsiteX115" fmla="*/ 520503 w 1680522"/>
                <a:gd name="connsiteY115" fmla="*/ 1176655 h 1447865"/>
                <a:gd name="connsiteX116" fmla="*/ 416744 w 1680522"/>
                <a:gd name="connsiteY116" fmla="*/ 1117473 h 1447865"/>
                <a:gd name="connsiteX117" fmla="*/ 695382 w 1680522"/>
                <a:gd name="connsiteY117" fmla="*/ 1228344 h 1447865"/>
                <a:gd name="connsiteX118" fmla="*/ 694493 w 1680522"/>
                <a:gd name="connsiteY118" fmla="*/ 1273810 h 1447865"/>
                <a:gd name="connsiteX119" fmla="*/ 1551998 w 1680522"/>
                <a:gd name="connsiteY119" fmla="*/ 1273302 h 1447865"/>
                <a:gd name="connsiteX120" fmla="*/ 1554664 w 1680522"/>
                <a:gd name="connsiteY120" fmla="*/ 1228091 h 1447865"/>
                <a:gd name="connsiteX121" fmla="*/ 695382 w 1680522"/>
                <a:gd name="connsiteY121" fmla="*/ 1228344 h 1447865"/>
                <a:gd name="connsiteX0" fmla="*/ 1069398 w 1680522"/>
                <a:gd name="connsiteY0" fmla="*/ 631316 h 1430592"/>
                <a:gd name="connsiteX1" fmla="*/ 1017708 w 1680522"/>
                <a:gd name="connsiteY1" fmla="*/ 629919 h 1430592"/>
                <a:gd name="connsiteX2" fmla="*/ 1012374 w 1680522"/>
                <a:gd name="connsiteY2" fmla="*/ 539368 h 1430592"/>
                <a:gd name="connsiteX3" fmla="*/ 936048 w 1680522"/>
                <a:gd name="connsiteY3" fmla="*/ 601852 h 1430592"/>
                <a:gd name="connsiteX4" fmla="*/ 742245 w 1680522"/>
                <a:gd name="connsiteY4" fmla="*/ 773937 h 1430592"/>
                <a:gd name="connsiteX5" fmla="*/ 932492 w 1680522"/>
                <a:gd name="connsiteY5" fmla="*/ 907160 h 1430592"/>
                <a:gd name="connsiteX6" fmla="*/ 1004881 w 1680522"/>
                <a:gd name="connsiteY6" fmla="*/ 734186 h 1430592"/>
                <a:gd name="connsiteX7" fmla="*/ 1183189 w 1680522"/>
                <a:gd name="connsiteY7" fmla="*/ 730757 h 1430592"/>
                <a:gd name="connsiteX8" fmla="*/ 1620197 w 1680522"/>
                <a:gd name="connsiteY8" fmla="*/ 732535 h 1430592"/>
                <a:gd name="connsiteX9" fmla="*/ 1680522 w 1680522"/>
                <a:gd name="connsiteY9" fmla="*/ 766952 h 1430592"/>
                <a:gd name="connsiteX10" fmla="*/ 1572825 w 1680522"/>
                <a:gd name="connsiteY10" fmla="*/ 1197990 h 1430592"/>
                <a:gd name="connsiteX11" fmla="*/ 1579556 w 1680522"/>
                <a:gd name="connsiteY11" fmla="*/ 1212468 h 1430592"/>
                <a:gd name="connsiteX12" fmla="*/ 1561904 w 1680522"/>
                <a:gd name="connsiteY12" fmla="*/ 1278509 h 1430592"/>
                <a:gd name="connsiteX13" fmla="*/ 1478718 w 1680522"/>
                <a:gd name="connsiteY13" fmla="*/ 1282065 h 1430592"/>
                <a:gd name="connsiteX14" fmla="*/ 704273 w 1680522"/>
                <a:gd name="connsiteY14" fmla="*/ 1281556 h 1430592"/>
                <a:gd name="connsiteX15" fmla="*/ 675189 w 1680522"/>
                <a:gd name="connsiteY15" fmla="*/ 1187831 h 1430592"/>
                <a:gd name="connsiteX16" fmla="*/ 834067 w 1680522"/>
                <a:gd name="connsiteY16" fmla="*/ 1183766 h 1430592"/>
                <a:gd name="connsiteX17" fmla="*/ 789743 w 1680522"/>
                <a:gd name="connsiteY17" fmla="*/ 820927 h 1430592"/>
                <a:gd name="connsiteX18" fmla="*/ 757612 w 1680522"/>
                <a:gd name="connsiteY18" fmla="*/ 806957 h 1430592"/>
                <a:gd name="connsiteX19" fmla="*/ 667696 w 1680522"/>
                <a:gd name="connsiteY19" fmla="*/ 787272 h 1430592"/>
                <a:gd name="connsiteX20" fmla="*/ 514788 w 1680522"/>
                <a:gd name="connsiteY20" fmla="*/ 830833 h 1430592"/>
                <a:gd name="connsiteX21" fmla="*/ 348672 w 1680522"/>
                <a:gd name="connsiteY21" fmla="*/ 787145 h 1430592"/>
                <a:gd name="connsiteX22" fmla="*/ 253295 w 1680522"/>
                <a:gd name="connsiteY22" fmla="*/ 812672 h 1430592"/>
                <a:gd name="connsiteX23" fmla="*/ 247580 w 1680522"/>
                <a:gd name="connsiteY23" fmla="*/ 834516 h 1430592"/>
                <a:gd name="connsiteX24" fmla="*/ 210623 w 1680522"/>
                <a:gd name="connsiteY24" fmla="*/ 1093977 h 1430592"/>
                <a:gd name="connsiteX25" fmla="*/ 430206 w 1680522"/>
                <a:gd name="connsiteY25" fmla="*/ 1073531 h 1430592"/>
                <a:gd name="connsiteX26" fmla="*/ 426142 w 1680522"/>
                <a:gd name="connsiteY26" fmla="*/ 1039875 h 1430592"/>
                <a:gd name="connsiteX27" fmla="*/ 411918 w 1680522"/>
                <a:gd name="connsiteY27" fmla="*/ 966596 h 1430592"/>
                <a:gd name="connsiteX28" fmla="*/ 511994 w 1680522"/>
                <a:gd name="connsiteY28" fmla="*/ 957452 h 1430592"/>
                <a:gd name="connsiteX29" fmla="*/ 579939 w 1680522"/>
                <a:gd name="connsiteY29" fmla="*/ 958595 h 1430592"/>
                <a:gd name="connsiteX30" fmla="*/ 629215 w 1680522"/>
                <a:gd name="connsiteY30" fmla="*/ 993393 h 1430592"/>
                <a:gd name="connsiteX31" fmla="*/ 596957 w 1680522"/>
                <a:gd name="connsiteY31" fmla="*/ 1068323 h 1430592"/>
                <a:gd name="connsiteX32" fmla="*/ 611308 w 1680522"/>
                <a:gd name="connsiteY32" fmla="*/ 1187068 h 1430592"/>
                <a:gd name="connsiteX33" fmla="*/ 697542 w 1680522"/>
                <a:gd name="connsiteY33" fmla="*/ 1362963 h 1430592"/>
                <a:gd name="connsiteX34" fmla="*/ 680650 w 1680522"/>
                <a:gd name="connsiteY34" fmla="*/ 1427606 h 1430592"/>
                <a:gd name="connsiteX35" fmla="*/ 400869 w 1680522"/>
                <a:gd name="connsiteY35" fmla="*/ 1430146 h 1430592"/>
                <a:gd name="connsiteX36" fmla="*/ 339655 w 1680522"/>
                <a:gd name="connsiteY36" fmla="*/ 1410715 h 1430592"/>
                <a:gd name="connsiteX37" fmla="*/ 349053 w 1680522"/>
                <a:gd name="connsiteY37" fmla="*/ 1323466 h 1430592"/>
                <a:gd name="connsiteX38" fmla="*/ 40443 w 1680522"/>
                <a:gd name="connsiteY38" fmla="*/ 1219453 h 1430592"/>
                <a:gd name="connsiteX39" fmla="*/ 94672 w 1680522"/>
                <a:gd name="connsiteY39" fmla="*/ 931798 h 1430592"/>
                <a:gd name="connsiteX40" fmla="*/ 286061 w 1680522"/>
                <a:gd name="connsiteY40" fmla="*/ 772540 h 1430592"/>
                <a:gd name="connsiteX41" fmla="*/ 194494 w 1680522"/>
                <a:gd name="connsiteY41" fmla="*/ 718565 h 1430592"/>
                <a:gd name="connsiteX42" fmla="*/ 101276 w 1680522"/>
                <a:gd name="connsiteY42" fmla="*/ 603884 h 1430592"/>
                <a:gd name="connsiteX43" fmla="*/ 43110 w 1680522"/>
                <a:gd name="connsiteY43" fmla="*/ 570737 h 1430592"/>
                <a:gd name="connsiteX44" fmla="*/ 21393 w 1680522"/>
                <a:gd name="connsiteY44" fmla="*/ 347852 h 1430592"/>
                <a:gd name="connsiteX45" fmla="*/ 92132 w 1680522"/>
                <a:gd name="connsiteY45" fmla="*/ 290067 h 1430592"/>
                <a:gd name="connsiteX46" fmla="*/ 317938 w 1680522"/>
                <a:gd name="connsiteY46" fmla="*/ 85470 h 1430592"/>
                <a:gd name="connsiteX47" fmla="*/ 696271 w 1680522"/>
                <a:gd name="connsiteY47" fmla="*/ 76199 h 1430592"/>
                <a:gd name="connsiteX48" fmla="*/ 828732 w 1680522"/>
                <a:gd name="connsiteY48" fmla="*/ 151764 h 1430592"/>
                <a:gd name="connsiteX49" fmla="*/ 943540 w 1680522"/>
                <a:gd name="connsiteY49" fmla="*/ 294258 h 1430592"/>
                <a:gd name="connsiteX50" fmla="*/ 1016057 w 1680522"/>
                <a:gd name="connsiteY50" fmla="*/ 347471 h 1430592"/>
                <a:gd name="connsiteX51" fmla="*/ 1012248 w 1680522"/>
                <a:gd name="connsiteY51" fmla="*/ 116331 h 1430592"/>
                <a:gd name="connsiteX52" fmla="*/ 1060380 w 1680522"/>
                <a:gd name="connsiteY52" fmla="*/ -1 h 1430592"/>
                <a:gd name="connsiteX53" fmla="*/ 1035107 w 1680522"/>
                <a:gd name="connsiteY53" fmla="*/ 90550 h 1430592"/>
                <a:gd name="connsiteX54" fmla="*/ 1034345 w 1680522"/>
                <a:gd name="connsiteY54" fmla="*/ 606170 h 1430592"/>
                <a:gd name="connsiteX55" fmla="*/ 1035107 w 1680522"/>
                <a:gd name="connsiteY55" fmla="*/ 90550 h 1430592"/>
                <a:gd name="connsiteX56" fmla="*/ 268027 w 1680522"/>
                <a:gd name="connsiteY56" fmla="*/ 137667 h 1430592"/>
                <a:gd name="connsiteX57" fmla="*/ 98482 w 1680522"/>
                <a:gd name="connsiteY57" fmla="*/ 376554 h 1430592"/>
                <a:gd name="connsiteX58" fmla="*/ 96450 w 1680522"/>
                <a:gd name="connsiteY58" fmla="*/ 378713 h 1430592"/>
                <a:gd name="connsiteX59" fmla="*/ 202114 w 1680522"/>
                <a:gd name="connsiteY59" fmla="*/ 691514 h 1430592"/>
                <a:gd name="connsiteX60" fmla="*/ 388042 w 1680522"/>
                <a:gd name="connsiteY60" fmla="*/ 762507 h 1430592"/>
                <a:gd name="connsiteX61" fmla="*/ 691954 w 1680522"/>
                <a:gd name="connsiteY61" fmla="*/ 759967 h 1430592"/>
                <a:gd name="connsiteX62" fmla="*/ 940746 w 1680522"/>
                <a:gd name="connsiteY62" fmla="*/ 472566 h 1430592"/>
                <a:gd name="connsiteX63" fmla="*/ 834574 w 1680522"/>
                <a:gd name="connsiteY63" fmla="*/ 189610 h 1430592"/>
                <a:gd name="connsiteX64" fmla="*/ 509708 w 1680522"/>
                <a:gd name="connsiteY64" fmla="*/ 84581 h 1430592"/>
                <a:gd name="connsiteX65" fmla="*/ 268027 w 1680522"/>
                <a:gd name="connsiteY65" fmla="*/ 137667 h 1430592"/>
                <a:gd name="connsiteX66" fmla="*/ 82480 w 1680522"/>
                <a:gd name="connsiteY66" fmla="*/ 569467 h 1430592"/>
                <a:gd name="connsiteX67" fmla="*/ 77146 w 1680522"/>
                <a:gd name="connsiteY67" fmla="*/ 318007 h 1430592"/>
                <a:gd name="connsiteX68" fmla="*/ 82480 w 1680522"/>
                <a:gd name="connsiteY68" fmla="*/ 569467 h 1430592"/>
                <a:gd name="connsiteX69" fmla="*/ 950144 w 1680522"/>
                <a:gd name="connsiteY69" fmla="*/ 316483 h 1430592"/>
                <a:gd name="connsiteX70" fmla="*/ 946969 w 1680522"/>
                <a:gd name="connsiteY70" fmla="*/ 572261 h 1430592"/>
                <a:gd name="connsiteX71" fmla="*/ 950144 w 1680522"/>
                <a:gd name="connsiteY71" fmla="*/ 316483 h 1430592"/>
                <a:gd name="connsiteX72" fmla="*/ 998912 w 1680522"/>
                <a:gd name="connsiteY72" fmla="*/ 763142 h 1430592"/>
                <a:gd name="connsiteX73" fmla="*/ 967670 w 1680522"/>
                <a:gd name="connsiteY73" fmla="*/ 855090 h 1430592"/>
                <a:gd name="connsiteX74" fmla="*/ 900361 w 1680522"/>
                <a:gd name="connsiteY74" fmla="*/ 1183766 h 1430592"/>
                <a:gd name="connsiteX75" fmla="*/ 1554792 w 1680522"/>
                <a:gd name="connsiteY75" fmla="*/ 1183766 h 1430592"/>
                <a:gd name="connsiteX76" fmla="*/ 1650804 w 1680522"/>
                <a:gd name="connsiteY76" fmla="*/ 760348 h 1430592"/>
                <a:gd name="connsiteX77" fmla="*/ 1060254 w 1680522"/>
                <a:gd name="connsiteY77" fmla="*/ 758570 h 1430592"/>
                <a:gd name="connsiteX78" fmla="*/ 998912 w 1680522"/>
                <a:gd name="connsiteY78" fmla="*/ 763142 h 1430592"/>
                <a:gd name="connsiteX79" fmla="*/ 436175 w 1680522"/>
                <a:gd name="connsiteY79" fmla="*/ 786383 h 1430592"/>
                <a:gd name="connsiteX80" fmla="*/ 593528 w 1680522"/>
                <a:gd name="connsiteY80" fmla="*/ 786129 h 1430592"/>
                <a:gd name="connsiteX81" fmla="*/ 436175 w 1680522"/>
                <a:gd name="connsiteY81" fmla="*/ 786383 h 1430592"/>
                <a:gd name="connsiteX82" fmla="*/ 50857 w 1680522"/>
                <a:gd name="connsiteY82" fmla="*/ 1133728 h 1430592"/>
                <a:gd name="connsiteX83" fmla="*/ 73336 w 1680522"/>
                <a:gd name="connsiteY83" fmla="*/ 1230248 h 1430592"/>
                <a:gd name="connsiteX84" fmla="*/ 363912 w 1680522"/>
                <a:gd name="connsiteY84" fmla="*/ 1300860 h 1430592"/>
                <a:gd name="connsiteX85" fmla="*/ 380168 w 1680522"/>
                <a:gd name="connsiteY85" fmla="*/ 1272031 h 1430592"/>
                <a:gd name="connsiteX86" fmla="*/ 362515 w 1680522"/>
                <a:gd name="connsiteY86" fmla="*/ 1103375 h 1430592"/>
                <a:gd name="connsiteX87" fmla="*/ 140011 w 1680522"/>
                <a:gd name="connsiteY87" fmla="*/ 1121282 h 1430592"/>
                <a:gd name="connsiteX88" fmla="*/ 185731 w 1680522"/>
                <a:gd name="connsiteY88" fmla="*/ 1094231 h 1430592"/>
                <a:gd name="connsiteX89" fmla="*/ 220910 w 1680522"/>
                <a:gd name="connsiteY89" fmla="*/ 828928 h 1430592"/>
                <a:gd name="connsiteX90" fmla="*/ 50857 w 1680522"/>
                <a:gd name="connsiteY90" fmla="*/ 1133728 h 1430592"/>
                <a:gd name="connsiteX91" fmla="*/ 825049 w 1680522"/>
                <a:gd name="connsiteY91" fmla="*/ 838581 h 1430592"/>
                <a:gd name="connsiteX92" fmla="*/ 857307 w 1680522"/>
                <a:gd name="connsiteY92" fmla="*/ 1183766 h 1430592"/>
                <a:gd name="connsiteX93" fmla="*/ 875468 w 1680522"/>
                <a:gd name="connsiteY93" fmla="*/ 1183766 h 1430592"/>
                <a:gd name="connsiteX94" fmla="*/ 922331 w 1680522"/>
                <a:gd name="connsiteY94" fmla="*/ 940943 h 1430592"/>
                <a:gd name="connsiteX95" fmla="*/ 825049 w 1680522"/>
                <a:gd name="connsiteY95" fmla="*/ 838581 h 1430592"/>
                <a:gd name="connsiteX96" fmla="*/ 433000 w 1680522"/>
                <a:gd name="connsiteY96" fmla="*/ 986281 h 1430592"/>
                <a:gd name="connsiteX97" fmla="*/ 419538 w 1680522"/>
                <a:gd name="connsiteY97" fmla="*/ 1005966 h 1430592"/>
                <a:gd name="connsiteX98" fmla="*/ 492055 w 1680522"/>
                <a:gd name="connsiteY98" fmla="*/ 1017904 h 1430592"/>
                <a:gd name="connsiteX99" fmla="*/ 455860 w 1680522"/>
                <a:gd name="connsiteY99" fmla="*/ 1042415 h 1430592"/>
                <a:gd name="connsiteX100" fmla="*/ 453193 w 1680522"/>
                <a:gd name="connsiteY100" fmla="*/ 1065275 h 1430592"/>
                <a:gd name="connsiteX101" fmla="*/ 526853 w 1680522"/>
                <a:gd name="connsiteY101" fmla="*/ 1107185 h 1430592"/>
                <a:gd name="connsiteX102" fmla="*/ 527361 w 1680522"/>
                <a:gd name="connsiteY102" fmla="*/ 1253997 h 1430592"/>
                <a:gd name="connsiteX103" fmla="*/ 400615 w 1680522"/>
                <a:gd name="connsiteY103" fmla="*/ 1287144 h 1430592"/>
                <a:gd name="connsiteX104" fmla="*/ 361499 w 1680522"/>
                <a:gd name="connsiteY104" fmla="*/ 1401063 h 1430592"/>
                <a:gd name="connsiteX105" fmla="*/ 590988 w 1680522"/>
                <a:gd name="connsiteY105" fmla="*/ 1406778 h 1430592"/>
                <a:gd name="connsiteX106" fmla="*/ 675698 w 1680522"/>
                <a:gd name="connsiteY106" fmla="*/ 1395475 h 1430592"/>
                <a:gd name="connsiteX107" fmla="*/ 592893 w 1680522"/>
                <a:gd name="connsiteY107" fmla="*/ 1211452 h 1430592"/>
                <a:gd name="connsiteX108" fmla="*/ 572065 w 1680522"/>
                <a:gd name="connsiteY108" fmla="*/ 1120393 h 1430592"/>
                <a:gd name="connsiteX109" fmla="*/ 607244 w 1680522"/>
                <a:gd name="connsiteY109" fmla="*/ 991869 h 1430592"/>
                <a:gd name="connsiteX110" fmla="*/ 433000 w 1680522"/>
                <a:gd name="connsiteY110" fmla="*/ 986281 h 1430592"/>
                <a:gd name="connsiteX111" fmla="*/ 416744 w 1680522"/>
                <a:gd name="connsiteY111" fmla="*/ 1100200 h 1430592"/>
                <a:gd name="connsiteX112" fmla="*/ 387788 w 1680522"/>
                <a:gd name="connsiteY112" fmla="*/ 1248537 h 1430592"/>
                <a:gd name="connsiteX113" fmla="*/ 476815 w 1680522"/>
                <a:gd name="connsiteY113" fmla="*/ 1258188 h 1430592"/>
                <a:gd name="connsiteX114" fmla="*/ 520503 w 1680522"/>
                <a:gd name="connsiteY114" fmla="*/ 1159382 h 1430592"/>
                <a:gd name="connsiteX115" fmla="*/ 416744 w 1680522"/>
                <a:gd name="connsiteY115" fmla="*/ 1100200 h 1430592"/>
                <a:gd name="connsiteX116" fmla="*/ 695382 w 1680522"/>
                <a:gd name="connsiteY116" fmla="*/ 1211071 h 1430592"/>
                <a:gd name="connsiteX117" fmla="*/ 694493 w 1680522"/>
                <a:gd name="connsiteY117" fmla="*/ 1256537 h 1430592"/>
                <a:gd name="connsiteX118" fmla="*/ 1551998 w 1680522"/>
                <a:gd name="connsiteY118" fmla="*/ 1256029 h 1430592"/>
                <a:gd name="connsiteX119" fmla="*/ 1554664 w 1680522"/>
                <a:gd name="connsiteY119" fmla="*/ 1210818 h 1430592"/>
                <a:gd name="connsiteX120" fmla="*/ 695382 w 1680522"/>
                <a:gd name="connsiteY120" fmla="*/ 1211071 h 1430592"/>
                <a:gd name="connsiteX0" fmla="*/ 1069398 w 1680522"/>
                <a:gd name="connsiteY0" fmla="*/ 574865 h 1374141"/>
                <a:gd name="connsiteX1" fmla="*/ 1017708 w 1680522"/>
                <a:gd name="connsiteY1" fmla="*/ 573468 h 1374141"/>
                <a:gd name="connsiteX2" fmla="*/ 1012374 w 1680522"/>
                <a:gd name="connsiteY2" fmla="*/ 482917 h 1374141"/>
                <a:gd name="connsiteX3" fmla="*/ 936048 w 1680522"/>
                <a:gd name="connsiteY3" fmla="*/ 545401 h 1374141"/>
                <a:gd name="connsiteX4" fmla="*/ 742245 w 1680522"/>
                <a:gd name="connsiteY4" fmla="*/ 717486 h 1374141"/>
                <a:gd name="connsiteX5" fmla="*/ 932492 w 1680522"/>
                <a:gd name="connsiteY5" fmla="*/ 850709 h 1374141"/>
                <a:gd name="connsiteX6" fmla="*/ 1004881 w 1680522"/>
                <a:gd name="connsiteY6" fmla="*/ 677735 h 1374141"/>
                <a:gd name="connsiteX7" fmla="*/ 1183189 w 1680522"/>
                <a:gd name="connsiteY7" fmla="*/ 674306 h 1374141"/>
                <a:gd name="connsiteX8" fmla="*/ 1620197 w 1680522"/>
                <a:gd name="connsiteY8" fmla="*/ 676084 h 1374141"/>
                <a:gd name="connsiteX9" fmla="*/ 1680522 w 1680522"/>
                <a:gd name="connsiteY9" fmla="*/ 710501 h 1374141"/>
                <a:gd name="connsiteX10" fmla="*/ 1572825 w 1680522"/>
                <a:gd name="connsiteY10" fmla="*/ 1141539 h 1374141"/>
                <a:gd name="connsiteX11" fmla="*/ 1579556 w 1680522"/>
                <a:gd name="connsiteY11" fmla="*/ 1156017 h 1374141"/>
                <a:gd name="connsiteX12" fmla="*/ 1561904 w 1680522"/>
                <a:gd name="connsiteY12" fmla="*/ 1222058 h 1374141"/>
                <a:gd name="connsiteX13" fmla="*/ 1478718 w 1680522"/>
                <a:gd name="connsiteY13" fmla="*/ 1225614 h 1374141"/>
                <a:gd name="connsiteX14" fmla="*/ 704273 w 1680522"/>
                <a:gd name="connsiteY14" fmla="*/ 1225105 h 1374141"/>
                <a:gd name="connsiteX15" fmla="*/ 675189 w 1680522"/>
                <a:gd name="connsiteY15" fmla="*/ 1131380 h 1374141"/>
                <a:gd name="connsiteX16" fmla="*/ 834067 w 1680522"/>
                <a:gd name="connsiteY16" fmla="*/ 1127315 h 1374141"/>
                <a:gd name="connsiteX17" fmla="*/ 789743 w 1680522"/>
                <a:gd name="connsiteY17" fmla="*/ 764476 h 1374141"/>
                <a:gd name="connsiteX18" fmla="*/ 757612 w 1680522"/>
                <a:gd name="connsiteY18" fmla="*/ 750506 h 1374141"/>
                <a:gd name="connsiteX19" fmla="*/ 667696 w 1680522"/>
                <a:gd name="connsiteY19" fmla="*/ 730821 h 1374141"/>
                <a:gd name="connsiteX20" fmla="*/ 514788 w 1680522"/>
                <a:gd name="connsiteY20" fmla="*/ 774382 h 1374141"/>
                <a:gd name="connsiteX21" fmla="*/ 348672 w 1680522"/>
                <a:gd name="connsiteY21" fmla="*/ 730694 h 1374141"/>
                <a:gd name="connsiteX22" fmla="*/ 253295 w 1680522"/>
                <a:gd name="connsiteY22" fmla="*/ 756221 h 1374141"/>
                <a:gd name="connsiteX23" fmla="*/ 247580 w 1680522"/>
                <a:gd name="connsiteY23" fmla="*/ 778065 h 1374141"/>
                <a:gd name="connsiteX24" fmla="*/ 210623 w 1680522"/>
                <a:gd name="connsiteY24" fmla="*/ 1037526 h 1374141"/>
                <a:gd name="connsiteX25" fmla="*/ 430206 w 1680522"/>
                <a:gd name="connsiteY25" fmla="*/ 1017080 h 1374141"/>
                <a:gd name="connsiteX26" fmla="*/ 426142 w 1680522"/>
                <a:gd name="connsiteY26" fmla="*/ 983424 h 1374141"/>
                <a:gd name="connsiteX27" fmla="*/ 411918 w 1680522"/>
                <a:gd name="connsiteY27" fmla="*/ 910145 h 1374141"/>
                <a:gd name="connsiteX28" fmla="*/ 511994 w 1680522"/>
                <a:gd name="connsiteY28" fmla="*/ 901001 h 1374141"/>
                <a:gd name="connsiteX29" fmla="*/ 579939 w 1680522"/>
                <a:gd name="connsiteY29" fmla="*/ 902144 h 1374141"/>
                <a:gd name="connsiteX30" fmla="*/ 629215 w 1680522"/>
                <a:gd name="connsiteY30" fmla="*/ 936942 h 1374141"/>
                <a:gd name="connsiteX31" fmla="*/ 596957 w 1680522"/>
                <a:gd name="connsiteY31" fmla="*/ 1011872 h 1374141"/>
                <a:gd name="connsiteX32" fmla="*/ 611308 w 1680522"/>
                <a:gd name="connsiteY32" fmla="*/ 1130617 h 1374141"/>
                <a:gd name="connsiteX33" fmla="*/ 697542 w 1680522"/>
                <a:gd name="connsiteY33" fmla="*/ 1306512 h 1374141"/>
                <a:gd name="connsiteX34" fmla="*/ 680650 w 1680522"/>
                <a:gd name="connsiteY34" fmla="*/ 1371155 h 1374141"/>
                <a:gd name="connsiteX35" fmla="*/ 400869 w 1680522"/>
                <a:gd name="connsiteY35" fmla="*/ 1373695 h 1374141"/>
                <a:gd name="connsiteX36" fmla="*/ 339655 w 1680522"/>
                <a:gd name="connsiteY36" fmla="*/ 1354264 h 1374141"/>
                <a:gd name="connsiteX37" fmla="*/ 349053 w 1680522"/>
                <a:gd name="connsiteY37" fmla="*/ 1267015 h 1374141"/>
                <a:gd name="connsiteX38" fmla="*/ 40443 w 1680522"/>
                <a:gd name="connsiteY38" fmla="*/ 1163002 h 1374141"/>
                <a:gd name="connsiteX39" fmla="*/ 94672 w 1680522"/>
                <a:gd name="connsiteY39" fmla="*/ 875347 h 1374141"/>
                <a:gd name="connsiteX40" fmla="*/ 286061 w 1680522"/>
                <a:gd name="connsiteY40" fmla="*/ 716089 h 1374141"/>
                <a:gd name="connsiteX41" fmla="*/ 194494 w 1680522"/>
                <a:gd name="connsiteY41" fmla="*/ 662114 h 1374141"/>
                <a:gd name="connsiteX42" fmla="*/ 101276 w 1680522"/>
                <a:gd name="connsiteY42" fmla="*/ 547433 h 1374141"/>
                <a:gd name="connsiteX43" fmla="*/ 43110 w 1680522"/>
                <a:gd name="connsiteY43" fmla="*/ 514286 h 1374141"/>
                <a:gd name="connsiteX44" fmla="*/ 21393 w 1680522"/>
                <a:gd name="connsiteY44" fmla="*/ 291401 h 1374141"/>
                <a:gd name="connsiteX45" fmla="*/ 92132 w 1680522"/>
                <a:gd name="connsiteY45" fmla="*/ 233616 h 1374141"/>
                <a:gd name="connsiteX46" fmla="*/ 317938 w 1680522"/>
                <a:gd name="connsiteY46" fmla="*/ 29019 h 1374141"/>
                <a:gd name="connsiteX47" fmla="*/ 696271 w 1680522"/>
                <a:gd name="connsiteY47" fmla="*/ 19748 h 1374141"/>
                <a:gd name="connsiteX48" fmla="*/ 828732 w 1680522"/>
                <a:gd name="connsiteY48" fmla="*/ 95313 h 1374141"/>
                <a:gd name="connsiteX49" fmla="*/ 943540 w 1680522"/>
                <a:gd name="connsiteY49" fmla="*/ 237807 h 1374141"/>
                <a:gd name="connsiteX50" fmla="*/ 1016057 w 1680522"/>
                <a:gd name="connsiteY50" fmla="*/ 291020 h 1374141"/>
                <a:gd name="connsiteX51" fmla="*/ 1012248 w 1680522"/>
                <a:gd name="connsiteY51" fmla="*/ 59880 h 1374141"/>
                <a:gd name="connsiteX52" fmla="*/ 1035107 w 1680522"/>
                <a:gd name="connsiteY52" fmla="*/ 34099 h 1374141"/>
                <a:gd name="connsiteX53" fmla="*/ 1034345 w 1680522"/>
                <a:gd name="connsiteY53" fmla="*/ 549719 h 1374141"/>
                <a:gd name="connsiteX54" fmla="*/ 1035107 w 1680522"/>
                <a:gd name="connsiteY54" fmla="*/ 34099 h 1374141"/>
                <a:gd name="connsiteX55" fmla="*/ 268027 w 1680522"/>
                <a:gd name="connsiteY55" fmla="*/ 81216 h 1374141"/>
                <a:gd name="connsiteX56" fmla="*/ 98482 w 1680522"/>
                <a:gd name="connsiteY56" fmla="*/ 320103 h 1374141"/>
                <a:gd name="connsiteX57" fmla="*/ 96450 w 1680522"/>
                <a:gd name="connsiteY57" fmla="*/ 322262 h 1374141"/>
                <a:gd name="connsiteX58" fmla="*/ 202114 w 1680522"/>
                <a:gd name="connsiteY58" fmla="*/ 635063 h 1374141"/>
                <a:gd name="connsiteX59" fmla="*/ 388042 w 1680522"/>
                <a:gd name="connsiteY59" fmla="*/ 706056 h 1374141"/>
                <a:gd name="connsiteX60" fmla="*/ 691954 w 1680522"/>
                <a:gd name="connsiteY60" fmla="*/ 703516 h 1374141"/>
                <a:gd name="connsiteX61" fmla="*/ 940746 w 1680522"/>
                <a:gd name="connsiteY61" fmla="*/ 416115 h 1374141"/>
                <a:gd name="connsiteX62" fmla="*/ 834574 w 1680522"/>
                <a:gd name="connsiteY62" fmla="*/ 133159 h 1374141"/>
                <a:gd name="connsiteX63" fmla="*/ 509708 w 1680522"/>
                <a:gd name="connsiteY63" fmla="*/ 28130 h 1374141"/>
                <a:gd name="connsiteX64" fmla="*/ 268027 w 1680522"/>
                <a:gd name="connsiteY64" fmla="*/ 81216 h 1374141"/>
                <a:gd name="connsiteX65" fmla="*/ 82480 w 1680522"/>
                <a:gd name="connsiteY65" fmla="*/ 513016 h 1374141"/>
                <a:gd name="connsiteX66" fmla="*/ 77146 w 1680522"/>
                <a:gd name="connsiteY66" fmla="*/ 261556 h 1374141"/>
                <a:gd name="connsiteX67" fmla="*/ 82480 w 1680522"/>
                <a:gd name="connsiteY67" fmla="*/ 513016 h 1374141"/>
                <a:gd name="connsiteX68" fmla="*/ 950144 w 1680522"/>
                <a:gd name="connsiteY68" fmla="*/ 260032 h 1374141"/>
                <a:gd name="connsiteX69" fmla="*/ 946969 w 1680522"/>
                <a:gd name="connsiteY69" fmla="*/ 515810 h 1374141"/>
                <a:gd name="connsiteX70" fmla="*/ 950144 w 1680522"/>
                <a:gd name="connsiteY70" fmla="*/ 260032 h 1374141"/>
                <a:gd name="connsiteX71" fmla="*/ 998912 w 1680522"/>
                <a:gd name="connsiteY71" fmla="*/ 706691 h 1374141"/>
                <a:gd name="connsiteX72" fmla="*/ 967670 w 1680522"/>
                <a:gd name="connsiteY72" fmla="*/ 798639 h 1374141"/>
                <a:gd name="connsiteX73" fmla="*/ 900361 w 1680522"/>
                <a:gd name="connsiteY73" fmla="*/ 1127315 h 1374141"/>
                <a:gd name="connsiteX74" fmla="*/ 1554792 w 1680522"/>
                <a:gd name="connsiteY74" fmla="*/ 1127315 h 1374141"/>
                <a:gd name="connsiteX75" fmla="*/ 1650804 w 1680522"/>
                <a:gd name="connsiteY75" fmla="*/ 703897 h 1374141"/>
                <a:gd name="connsiteX76" fmla="*/ 1060254 w 1680522"/>
                <a:gd name="connsiteY76" fmla="*/ 702119 h 1374141"/>
                <a:gd name="connsiteX77" fmla="*/ 998912 w 1680522"/>
                <a:gd name="connsiteY77" fmla="*/ 706691 h 1374141"/>
                <a:gd name="connsiteX78" fmla="*/ 436175 w 1680522"/>
                <a:gd name="connsiteY78" fmla="*/ 729932 h 1374141"/>
                <a:gd name="connsiteX79" fmla="*/ 593528 w 1680522"/>
                <a:gd name="connsiteY79" fmla="*/ 729678 h 1374141"/>
                <a:gd name="connsiteX80" fmla="*/ 436175 w 1680522"/>
                <a:gd name="connsiteY80" fmla="*/ 729932 h 1374141"/>
                <a:gd name="connsiteX81" fmla="*/ 50857 w 1680522"/>
                <a:gd name="connsiteY81" fmla="*/ 1077277 h 1374141"/>
                <a:gd name="connsiteX82" fmla="*/ 73336 w 1680522"/>
                <a:gd name="connsiteY82" fmla="*/ 1173797 h 1374141"/>
                <a:gd name="connsiteX83" fmla="*/ 363912 w 1680522"/>
                <a:gd name="connsiteY83" fmla="*/ 1244409 h 1374141"/>
                <a:gd name="connsiteX84" fmla="*/ 380168 w 1680522"/>
                <a:gd name="connsiteY84" fmla="*/ 1215580 h 1374141"/>
                <a:gd name="connsiteX85" fmla="*/ 362515 w 1680522"/>
                <a:gd name="connsiteY85" fmla="*/ 1046924 h 1374141"/>
                <a:gd name="connsiteX86" fmla="*/ 140011 w 1680522"/>
                <a:gd name="connsiteY86" fmla="*/ 1064831 h 1374141"/>
                <a:gd name="connsiteX87" fmla="*/ 185731 w 1680522"/>
                <a:gd name="connsiteY87" fmla="*/ 1037780 h 1374141"/>
                <a:gd name="connsiteX88" fmla="*/ 220910 w 1680522"/>
                <a:gd name="connsiteY88" fmla="*/ 772477 h 1374141"/>
                <a:gd name="connsiteX89" fmla="*/ 50857 w 1680522"/>
                <a:gd name="connsiteY89" fmla="*/ 1077277 h 1374141"/>
                <a:gd name="connsiteX90" fmla="*/ 825049 w 1680522"/>
                <a:gd name="connsiteY90" fmla="*/ 782130 h 1374141"/>
                <a:gd name="connsiteX91" fmla="*/ 857307 w 1680522"/>
                <a:gd name="connsiteY91" fmla="*/ 1127315 h 1374141"/>
                <a:gd name="connsiteX92" fmla="*/ 875468 w 1680522"/>
                <a:gd name="connsiteY92" fmla="*/ 1127315 h 1374141"/>
                <a:gd name="connsiteX93" fmla="*/ 922331 w 1680522"/>
                <a:gd name="connsiteY93" fmla="*/ 884492 h 1374141"/>
                <a:gd name="connsiteX94" fmla="*/ 825049 w 1680522"/>
                <a:gd name="connsiteY94" fmla="*/ 782130 h 1374141"/>
                <a:gd name="connsiteX95" fmla="*/ 433000 w 1680522"/>
                <a:gd name="connsiteY95" fmla="*/ 929830 h 1374141"/>
                <a:gd name="connsiteX96" fmla="*/ 419538 w 1680522"/>
                <a:gd name="connsiteY96" fmla="*/ 949515 h 1374141"/>
                <a:gd name="connsiteX97" fmla="*/ 492055 w 1680522"/>
                <a:gd name="connsiteY97" fmla="*/ 961453 h 1374141"/>
                <a:gd name="connsiteX98" fmla="*/ 455860 w 1680522"/>
                <a:gd name="connsiteY98" fmla="*/ 985964 h 1374141"/>
                <a:gd name="connsiteX99" fmla="*/ 453193 w 1680522"/>
                <a:gd name="connsiteY99" fmla="*/ 1008824 h 1374141"/>
                <a:gd name="connsiteX100" fmla="*/ 526853 w 1680522"/>
                <a:gd name="connsiteY100" fmla="*/ 1050734 h 1374141"/>
                <a:gd name="connsiteX101" fmla="*/ 527361 w 1680522"/>
                <a:gd name="connsiteY101" fmla="*/ 1197546 h 1374141"/>
                <a:gd name="connsiteX102" fmla="*/ 400615 w 1680522"/>
                <a:gd name="connsiteY102" fmla="*/ 1230693 h 1374141"/>
                <a:gd name="connsiteX103" fmla="*/ 361499 w 1680522"/>
                <a:gd name="connsiteY103" fmla="*/ 1344612 h 1374141"/>
                <a:gd name="connsiteX104" fmla="*/ 590988 w 1680522"/>
                <a:gd name="connsiteY104" fmla="*/ 1350327 h 1374141"/>
                <a:gd name="connsiteX105" fmla="*/ 675698 w 1680522"/>
                <a:gd name="connsiteY105" fmla="*/ 1339024 h 1374141"/>
                <a:gd name="connsiteX106" fmla="*/ 592893 w 1680522"/>
                <a:gd name="connsiteY106" fmla="*/ 1155001 h 1374141"/>
                <a:gd name="connsiteX107" fmla="*/ 572065 w 1680522"/>
                <a:gd name="connsiteY107" fmla="*/ 1063942 h 1374141"/>
                <a:gd name="connsiteX108" fmla="*/ 607244 w 1680522"/>
                <a:gd name="connsiteY108" fmla="*/ 935418 h 1374141"/>
                <a:gd name="connsiteX109" fmla="*/ 433000 w 1680522"/>
                <a:gd name="connsiteY109" fmla="*/ 929830 h 1374141"/>
                <a:gd name="connsiteX110" fmla="*/ 416744 w 1680522"/>
                <a:gd name="connsiteY110" fmla="*/ 1043749 h 1374141"/>
                <a:gd name="connsiteX111" fmla="*/ 387788 w 1680522"/>
                <a:gd name="connsiteY111" fmla="*/ 1192086 h 1374141"/>
                <a:gd name="connsiteX112" fmla="*/ 476815 w 1680522"/>
                <a:gd name="connsiteY112" fmla="*/ 1201737 h 1374141"/>
                <a:gd name="connsiteX113" fmla="*/ 520503 w 1680522"/>
                <a:gd name="connsiteY113" fmla="*/ 1102931 h 1374141"/>
                <a:gd name="connsiteX114" fmla="*/ 416744 w 1680522"/>
                <a:gd name="connsiteY114" fmla="*/ 1043749 h 1374141"/>
                <a:gd name="connsiteX115" fmla="*/ 695382 w 1680522"/>
                <a:gd name="connsiteY115" fmla="*/ 1154620 h 1374141"/>
                <a:gd name="connsiteX116" fmla="*/ 694493 w 1680522"/>
                <a:gd name="connsiteY116" fmla="*/ 1200086 h 1374141"/>
                <a:gd name="connsiteX117" fmla="*/ 1551998 w 1680522"/>
                <a:gd name="connsiteY117" fmla="*/ 1199578 h 1374141"/>
                <a:gd name="connsiteX118" fmla="*/ 1554664 w 1680522"/>
                <a:gd name="connsiteY118" fmla="*/ 1154367 h 1374141"/>
                <a:gd name="connsiteX119" fmla="*/ 695382 w 1680522"/>
                <a:gd name="connsiteY119" fmla="*/ 1154620 h 1374141"/>
                <a:gd name="connsiteX0" fmla="*/ 1069398 w 1680522"/>
                <a:gd name="connsiteY0" fmla="*/ 574865 h 1374141"/>
                <a:gd name="connsiteX1" fmla="*/ 1017708 w 1680522"/>
                <a:gd name="connsiteY1" fmla="*/ 573468 h 1374141"/>
                <a:gd name="connsiteX2" fmla="*/ 1012374 w 1680522"/>
                <a:gd name="connsiteY2" fmla="*/ 482917 h 1374141"/>
                <a:gd name="connsiteX3" fmla="*/ 936048 w 1680522"/>
                <a:gd name="connsiteY3" fmla="*/ 545401 h 1374141"/>
                <a:gd name="connsiteX4" fmla="*/ 742245 w 1680522"/>
                <a:gd name="connsiteY4" fmla="*/ 717486 h 1374141"/>
                <a:gd name="connsiteX5" fmla="*/ 932492 w 1680522"/>
                <a:gd name="connsiteY5" fmla="*/ 850709 h 1374141"/>
                <a:gd name="connsiteX6" fmla="*/ 1004881 w 1680522"/>
                <a:gd name="connsiteY6" fmla="*/ 677735 h 1374141"/>
                <a:gd name="connsiteX7" fmla="*/ 1183189 w 1680522"/>
                <a:gd name="connsiteY7" fmla="*/ 674306 h 1374141"/>
                <a:gd name="connsiteX8" fmla="*/ 1620197 w 1680522"/>
                <a:gd name="connsiteY8" fmla="*/ 676084 h 1374141"/>
                <a:gd name="connsiteX9" fmla="*/ 1680522 w 1680522"/>
                <a:gd name="connsiteY9" fmla="*/ 710501 h 1374141"/>
                <a:gd name="connsiteX10" fmla="*/ 1572825 w 1680522"/>
                <a:gd name="connsiteY10" fmla="*/ 1141539 h 1374141"/>
                <a:gd name="connsiteX11" fmla="*/ 1579556 w 1680522"/>
                <a:gd name="connsiteY11" fmla="*/ 1156017 h 1374141"/>
                <a:gd name="connsiteX12" fmla="*/ 1561904 w 1680522"/>
                <a:gd name="connsiteY12" fmla="*/ 1222058 h 1374141"/>
                <a:gd name="connsiteX13" fmla="*/ 1478718 w 1680522"/>
                <a:gd name="connsiteY13" fmla="*/ 1225614 h 1374141"/>
                <a:gd name="connsiteX14" fmla="*/ 704273 w 1680522"/>
                <a:gd name="connsiteY14" fmla="*/ 1225105 h 1374141"/>
                <a:gd name="connsiteX15" fmla="*/ 675189 w 1680522"/>
                <a:gd name="connsiteY15" fmla="*/ 1131380 h 1374141"/>
                <a:gd name="connsiteX16" fmla="*/ 834067 w 1680522"/>
                <a:gd name="connsiteY16" fmla="*/ 1127315 h 1374141"/>
                <a:gd name="connsiteX17" fmla="*/ 789743 w 1680522"/>
                <a:gd name="connsiteY17" fmla="*/ 764476 h 1374141"/>
                <a:gd name="connsiteX18" fmla="*/ 757612 w 1680522"/>
                <a:gd name="connsiteY18" fmla="*/ 750506 h 1374141"/>
                <a:gd name="connsiteX19" fmla="*/ 667696 w 1680522"/>
                <a:gd name="connsiteY19" fmla="*/ 730821 h 1374141"/>
                <a:gd name="connsiteX20" fmla="*/ 514788 w 1680522"/>
                <a:gd name="connsiteY20" fmla="*/ 774382 h 1374141"/>
                <a:gd name="connsiteX21" fmla="*/ 348672 w 1680522"/>
                <a:gd name="connsiteY21" fmla="*/ 730694 h 1374141"/>
                <a:gd name="connsiteX22" fmla="*/ 253295 w 1680522"/>
                <a:gd name="connsiteY22" fmla="*/ 756221 h 1374141"/>
                <a:gd name="connsiteX23" fmla="*/ 247580 w 1680522"/>
                <a:gd name="connsiteY23" fmla="*/ 778065 h 1374141"/>
                <a:gd name="connsiteX24" fmla="*/ 210623 w 1680522"/>
                <a:gd name="connsiteY24" fmla="*/ 1037526 h 1374141"/>
                <a:gd name="connsiteX25" fmla="*/ 430206 w 1680522"/>
                <a:gd name="connsiteY25" fmla="*/ 1017080 h 1374141"/>
                <a:gd name="connsiteX26" fmla="*/ 426142 w 1680522"/>
                <a:gd name="connsiteY26" fmla="*/ 983424 h 1374141"/>
                <a:gd name="connsiteX27" fmla="*/ 411918 w 1680522"/>
                <a:gd name="connsiteY27" fmla="*/ 910145 h 1374141"/>
                <a:gd name="connsiteX28" fmla="*/ 511994 w 1680522"/>
                <a:gd name="connsiteY28" fmla="*/ 901001 h 1374141"/>
                <a:gd name="connsiteX29" fmla="*/ 579939 w 1680522"/>
                <a:gd name="connsiteY29" fmla="*/ 902144 h 1374141"/>
                <a:gd name="connsiteX30" fmla="*/ 629215 w 1680522"/>
                <a:gd name="connsiteY30" fmla="*/ 936942 h 1374141"/>
                <a:gd name="connsiteX31" fmla="*/ 596957 w 1680522"/>
                <a:gd name="connsiteY31" fmla="*/ 1011872 h 1374141"/>
                <a:gd name="connsiteX32" fmla="*/ 611308 w 1680522"/>
                <a:gd name="connsiteY32" fmla="*/ 1130617 h 1374141"/>
                <a:gd name="connsiteX33" fmla="*/ 697542 w 1680522"/>
                <a:gd name="connsiteY33" fmla="*/ 1306512 h 1374141"/>
                <a:gd name="connsiteX34" fmla="*/ 680650 w 1680522"/>
                <a:gd name="connsiteY34" fmla="*/ 1371155 h 1374141"/>
                <a:gd name="connsiteX35" fmla="*/ 400869 w 1680522"/>
                <a:gd name="connsiteY35" fmla="*/ 1373695 h 1374141"/>
                <a:gd name="connsiteX36" fmla="*/ 339655 w 1680522"/>
                <a:gd name="connsiteY36" fmla="*/ 1354264 h 1374141"/>
                <a:gd name="connsiteX37" fmla="*/ 349053 w 1680522"/>
                <a:gd name="connsiteY37" fmla="*/ 1267015 h 1374141"/>
                <a:gd name="connsiteX38" fmla="*/ 40443 w 1680522"/>
                <a:gd name="connsiteY38" fmla="*/ 1163002 h 1374141"/>
                <a:gd name="connsiteX39" fmla="*/ 94672 w 1680522"/>
                <a:gd name="connsiteY39" fmla="*/ 875347 h 1374141"/>
                <a:gd name="connsiteX40" fmla="*/ 286061 w 1680522"/>
                <a:gd name="connsiteY40" fmla="*/ 716089 h 1374141"/>
                <a:gd name="connsiteX41" fmla="*/ 194494 w 1680522"/>
                <a:gd name="connsiteY41" fmla="*/ 662114 h 1374141"/>
                <a:gd name="connsiteX42" fmla="*/ 101276 w 1680522"/>
                <a:gd name="connsiteY42" fmla="*/ 547433 h 1374141"/>
                <a:gd name="connsiteX43" fmla="*/ 43110 w 1680522"/>
                <a:gd name="connsiteY43" fmla="*/ 514286 h 1374141"/>
                <a:gd name="connsiteX44" fmla="*/ 21393 w 1680522"/>
                <a:gd name="connsiteY44" fmla="*/ 291401 h 1374141"/>
                <a:gd name="connsiteX45" fmla="*/ 92132 w 1680522"/>
                <a:gd name="connsiteY45" fmla="*/ 233616 h 1374141"/>
                <a:gd name="connsiteX46" fmla="*/ 317938 w 1680522"/>
                <a:gd name="connsiteY46" fmla="*/ 29019 h 1374141"/>
                <a:gd name="connsiteX47" fmla="*/ 696271 w 1680522"/>
                <a:gd name="connsiteY47" fmla="*/ 19748 h 1374141"/>
                <a:gd name="connsiteX48" fmla="*/ 828732 w 1680522"/>
                <a:gd name="connsiteY48" fmla="*/ 95313 h 1374141"/>
                <a:gd name="connsiteX49" fmla="*/ 943540 w 1680522"/>
                <a:gd name="connsiteY49" fmla="*/ 237807 h 1374141"/>
                <a:gd name="connsiteX50" fmla="*/ 1016057 w 1680522"/>
                <a:gd name="connsiteY50" fmla="*/ 291020 h 1374141"/>
                <a:gd name="connsiteX51" fmla="*/ 1012248 w 1680522"/>
                <a:gd name="connsiteY51" fmla="*/ 59880 h 1374141"/>
                <a:gd name="connsiteX52" fmla="*/ 1035107 w 1680522"/>
                <a:gd name="connsiteY52" fmla="*/ 34099 h 1374141"/>
                <a:gd name="connsiteX53" fmla="*/ 1034345 w 1680522"/>
                <a:gd name="connsiteY53" fmla="*/ 549719 h 1374141"/>
                <a:gd name="connsiteX54" fmla="*/ 268027 w 1680522"/>
                <a:gd name="connsiteY54" fmla="*/ 81216 h 1374141"/>
                <a:gd name="connsiteX55" fmla="*/ 98482 w 1680522"/>
                <a:gd name="connsiteY55" fmla="*/ 320103 h 1374141"/>
                <a:gd name="connsiteX56" fmla="*/ 96450 w 1680522"/>
                <a:gd name="connsiteY56" fmla="*/ 322262 h 1374141"/>
                <a:gd name="connsiteX57" fmla="*/ 202114 w 1680522"/>
                <a:gd name="connsiteY57" fmla="*/ 635063 h 1374141"/>
                <a:gd name="connsiteX58" fmla="*/ 388042 w 1680522"/>
                <a:gd name="connsiteY58" fmla="*/ 706056 h 1374141"/>
                <a:gd name="connsiteX59" fmla="*/ 691954 w 1680522"/>
                <a:gd name="connsiteY59" fmla="*/ 703516 h 1374141"/>
                <a:gd name="connsiteX60" fmla="*/ 940746 w 1680522"/>
                <a:gd name="connsiteY60" fmla="*/ 416115 h 1374141"/>
                <a:gd name="connsiteX61" fmla="*/ 834574 w 1680522"/>
                <a:gd name="connsiteY61" fmla="*/ 133159 h 1374141"/>
                <a:gd name="connsiteX62" fmla="*/ 509708 w 1680522"/>
                <a:gd name="connsiteY62" fmla="*/ 28130 h 1374141"/>
                <a:gd name="connsiteX63" fmla="*/ 268027 w 1680522"/>
                <a:gd name="connsiteY63" fmla="*/ 81216 h 1374141"/>
                <a:gd name="connsiteX64" fmla="*/ 82480 w 1680522"/>
                <a:gd name="connsiteY64" fmla="*/ 513016 h 1374141"/>
                <a:gd name="connsiteX65" fmla="*/ 77146 w 1680522"/>
                <a:gd name="connsiteY65" fmla="*/ 261556 h 1374141"/>
                <a:gd name="connsiteX66" fmla="*/ 82480 w 1680522"/>
                <a:gd name="connsiteY66" fmla="*/ 513016 h 1374141"/>
                <a:gd name="connsiteX67" fmla="*/ 950144 w 1680522"/>
                <a:gd name="connsiteY67" fmla="*/ 260032 h 1374141"/>
                <a:gd name="connsiteX68" fmla="*/ 946969 w 1680522"/>
                <a:gd name="connsiteY68" fmla="*/ 515810 h 1374141"/>
                <a:gd name="connsiteX69" fmla="*/ 950144 w 1680522"/>
                <a:gd name="connsiteY69" fmla="*/ 260032 h 1374141"/>
                <a:gd name="connsiteX70" fmla="*/ 998912 w 1680522"/>
                <a:gd name="connsiteY70" fmla="*/ 706691 h 1374141"/>
                <a:gd name="connsiteX71" fmla="*/ 967670 w 1680522"/>
                <a:gd name="connsiteY71" fmla="*/ 798639 h 1374141"/>
                <a:gd name="connsiteX72" fmla="*/ 900361 w 1680522"/>
                <a:gd name="connsiteY72" fmla="*/ 1127315 h 1374141"/>
                <a:gd name="connsiteX73" fmla="*/ 1554792 w 1680522"/>
                <a:gd name="connsiteY73" fmla="*/ 1127315 h 1374141"/>
                <a:gd name="connsiteX74" fmla="*/ 1650804 w 1680522"/>
                <a:gd name="connsiteY74" fmla="*/ 703897 h 1374141"/>
                <a:gd name="connsiteX75" fmla="*/ 1060254 w 1680522"/>
                <a:gd name="connsiteY75" fmla="*/ 702119 h 1374141"/>
                <a:gd name="connsiteX76" fmla="*/ 998912 w 1680522"/>
                <a:gd name="connsiteY76" fmla="*/ 706691 h 1374141"/>
                <a:gd name="connsiteX77" fmla="*/ 436175 w 1680522"/>
                <a:gd name="connsiteY77" fmla="*/ 729932 h 1374141"/>
                <a:gd name="connsiteX78" fmla="*/ 593528 w 1680522"/>
                <a:gd name="connsiteY78" fmla="*/ 729678 h 1374141"/>
                <a:gd name="connsiteX79" fmla="*/ 436175 w 1680522"/>
                <a:gd name="connsiteY79" fmla="*/ 729932 h 1374141"/>
                <a:gd name="connsiteX80" fmla="*/ 50857 w 1680522"/>
                <a:gd name="connsiteY80" fmla="*/ 1077277 h 1374141"/>
                <a:gd name="connsiteX81" fmla="*/ 73336 w 1680522"/>
                <a:gd name="connsiteY81" fmla="*/ 1173797 h 1374141"/>
                <a:gd name="connsiteX82" fmla="*/ 363912 w 1680522"/>
                <a:gd name="connsiteY82" fmla="*/ 1244409 h 1374141"/>
                <a:gd name="connsiteX83" fmla="*/ 380168 w 1680522"/>
                <a:gd name="connsiteY83" fmla="*/ 1215580 h 1374141"/>
                <a:gd name="connsiteX84" fmla="*/ 362515 w 1680522"/>
                <a:gd name="connsiteY84" fmla="*/ 1046924 h 1374141"/>
                <a:gd name="connsiteX85" fmla="*/ 140011 w 1680522"/>
                <a:gd name="connsiteY85" fmla="*/ 1064831 h 1374141"/>
                <a:gd name="connsiteX86" fmla="*/ 185731 w 1680522"/>
                <a:gd name="connsiteY86" fmla="*/ 1037780 h 1374141"/>
                <a:gd name="connsiteX87" fmla="*/ 220910 w 1680522"/>
                <a:gd name="connsiteY87" fmla="*/ 772477 h 1374141"/>
                <a:gd name="connsiteX88" fmla="*/ 50857 w 1680522"/>
                <a:gd name="connsiteY88" fmla="*/ 1077277 h 1374141"/>
                <a:gd name="connsiteX89" fmla="*/ 825049 w 1680522"/>
                <a:gd name="connsiteY89" fmla="*/ 782130 h 1374141"/>
                <a:gd name="connsiteX90" fmla="*/ 857307 w 1680522"/>
                <a:gd name="connsiteY90" fmla="*/ 1127315 h 1374141"/>
                <a:gd name="connsiteX91" fmla="*/ 875468 w 1680522"/>
                <a:gd name="connsiteY91" fmla="*/ 1127315 h 1374141"/>
                <a:gd name="connsiteX92" fmla="*/ 922331 w 1680522"/>
                <a:gd name="connsiteY92" fmla="*/ 884492 h 1374141"/>
                <a:gd name="connsiteX93" fmla="*/ 825049 w 1680522"/>
                <a:gd name="connsiteY93" fmla="*/ 782130 h 1374141"/>
                <a:gd name="connsiteX94" fmla="*/ 433000 w 1680522"/>
                <a:gd name="connsiteY94" fmla="*/ 929830 h 1374141"/>
                <a:gd name="connsiteX95" fmla="*/ 419538 w 1680522"/>
                <a:gd name="connsiteY95" fmla="*/ 949515 h 1374141"/>
                <a:gd name="connsiteX96" fmla="*/ 492055 w 1680522"/>
                <a:gd name="connsiteY96" fmla="*/ 961453 h 1374141"/>
                <a:gd name="connsiteX97" fmla="*/ 455860 w 1680522"/>
                <a:gd name="connsiteY97" fmla="*/ 985964 h 1374141"/>
                <a:gd name="connsiteX98" fmla="*/ 453193 w 1680522"/>
                <a:gd name="connsiteY98" fmla="*/ 1008824 h 1374141"/>
                <a:gd name="connsiteX99" fmla="*/ 526853 w 1680522"/>
                <a:gd name="connsiteY99" fmla="*/ 1050734 h 1374141"/>
                <a:gd name="connsiteX100" fmla="*/ 527361 w 1680522"/>
                <a:gd name="connsiteY100" fmla="*/ 1197546 h 1374141"/>
                <a:gd name="connsiteX101" fmla="*/ 400615 w 1680522"/>
                <a:gd name="connsiteY101" fmla="*/ 1230693 h 1374141"/>
                <a:gd name="connsiteX102" fmla="*/ 361499 w 1680522"/>
                <a:gd name="connsiteY102" fmla="*/ 1344612 h 1374141"/>
                <a:gd name="connsiteX103" fmla="*/ 590988 w 1680522"/>
                <a:gd name="connsiteY103" fmla="*/ 1350327 h 1374141"/>
                <a:gd name="connsiteX104" fmla="*/ 675698 w 1680522"/>
                <a:gd name="connsiteY104" fmla="*/ 1339024 h 1374141"/>
                <a:gd name="connsiteX105" fmla="*/ 592893 w 1680522"/>
                <a:gd name="connsiteY105" fmla="*/ 1155001 h 1374141"/>
                <a:gd name="connsiteX106" fmla="*/ 572065 w 1680522"/>
                <a:gd name="connsiteY106" fmla="*/ 1063942 h 1374141"/>
                <a:gd name="connsiteX107" fmla="*/ 607244 w 1680522"/>
                <a:gd name="connsiteY107" fmla="*/ 935418 h 1374141"/>
                <a:gd name="connsiteX108" fmla="*/ 433000 w 1680522"/>
                <a:gd name="connsiteY108" fmla="*/ 929830 h 1374141"/>
                <a:gd name="connsiteX109" fmla="*/ 416744 w 1680522"/>
                <a:gd name="connsiteY109" fmla="*/ 1043749 h 1374141"/>
                <a:gd name="connsiteX110" fmla="*/ 387788 w 1680522"/>
                <a:gd name="connsiteY110" fmla="*/ 1192086 h 1374141"/>
                <a:gd name="connsiteX111" fmla="*/ 476815 w 1680522"/>
                <a:gd name="connsiteY111" fmla="*/ 1201737 h 1374141"/>
                <a:gd name="connsiteX112" fmla="*/ 520503 w 1680522"/>
                <a:gd name="connsiteY112" fmla="*/ 1102931 h 1374141"/>
                <a:gd name="connsiteX113" fmla="*/ 416744 w 1680522"/>
                <a:gd name="connsiteY113" fmla="*/ 1043749 h 1374141"/>
                <a:gd name="connsiteX114" fmla="*/ 695382 w 1680522"/>
                <a:gd name="connsiteY114" fmla="*/ 1154620 h 1374141"/>
                <a:gd name="connsiteX115" fmla="*/ 694493 w 1680522"/>
                <a:gd name="connsiteY115" fmla="*/ 1200086 h 1374141"/>
                <a:gd name="connsiteX116" fmla="*/ 1551998 w 1680522"/>
                <a:gd name="connsiteY116" fmla="*/ 1199578 h 1374141"/>
                <a:gd name="connsiteX117" fmla="*/ 1554664 w 1680522"/>
                <a:gd name="connsiteY117" fmla="*/ 1154367 h 1374141"/>
                <a:gd name="connsiteX118" fmla="*/ 695382 w 1680522"/>
                <a:gd name="connsiteY118" fmla="*/ 1154620 h 1374141"/>
                <a:gd name="connsiteX0" fmla="*/ 1069398 w 1680522"/>
                <a:gd name="connsiteY0" fmla="*/ 574865 h 1374141"/>
                <a:gd name="connsiteX1" fmla="*/ 1017708 w 1680522"/>
                <a:gd name="connsiteY1" fmla="*/ 573468 h 1374141"/>
                <a:gd name="connsiteX2" fmla="*/ 1012374 w 1680522"/>
                <a:gd name="connsiteY2" fmla="*/ 482917 h 1374141"/>
                <a:gd name="connsiteX3" fmla="*/ 936048 w 1680522"/>
                <a:gd name="connsiteY3" fmla="*/ 545401 h 1374141"/>
                <a:gd name="connsiteX4" fmla="*/ 742245 w 1680522"/>
                <a:gd name="connsiteY4" fmla="*/ 717486 h 1374141"/>
                <a:gd name="connsiteX5" fmla="*/ 932492 w 1680522"/>
                <a:gd name="connsiteY5" fmla="*/ 850709 h 1374141"/>
                <a:gd name="connsiteX6" fmla="*/ 1004881 w 1680522"/>
                <a:gd name="connsiteY6" fmla="*/ 677735 h 1374141"/>
                <a:gd name="connsiteX7" fmla="*/ 1183189 w 1680522"/>
                <a:gd name="connsiteY7" fmla="*/ 674306 h 1374141"/>
                <a:gd name="connsiteX8" fmla="*/ 1620197 w 1680522"/>
                <a:gd name="connsiteY8" fmla="*/ 676084 h 1374141"/>
                <a:gd name="connsiteX9" fmla="*/ 1680522 w 1680522"/>
                <a:gd name="connsiteY9" fmla="*/ 710501 h 1374141"/>
                <a:gd name="connsiteX10" fmla="*/ 1572825 w 1680522"/>
                <a:gd name="connsiteY10" fmla="*/ 1141539 h 1374141"/>
                <a:gd name="connsiteX11" fmla="*/ 1579556 w 1680522"/>
                <a:gd name="connsiteY11" fmla="*/ 1156017 h 1374141"/>
                <a:gd name="connsiteX12" fmla="*/ 1561904 w 1680522"/>
                <a:gd name="connsiteY12" fmla="*/ 1222058 h 1374141"/>
                <a:gd name="connsiteX13" fmla="*/ 1478718 w 1680522"/>
                <a:gd name="connsiteY13" fmla="*/ 1225614 h 1374141"/>
                <a:gd name="connsiteX14" fmla="*/ 704273 w 1680522"/>
                <a:gd name="connsiteY14" fmla="*/ 1225105 h 1374141"/>
                <a:gd name="connsiteX15" fmla="*/ 675189 w 1680522"/>
                <a:gd name="connsiteY15" fmla="*/ 1131380 h 1374141"/>
                <a:gd name="connsiteX16" fmla="*/ 834067 w 1680522"/>
                <a:gd name="connsiteY16" fmla="*/ 1127315 h 1374141"/>
                <a:gd name="connsiteX17" fmla="*/ 789743 w 1680522"/>
                <a:gd name="connsiteY17" fmla="*/ 764476 h 1374141"/>
                <a:gd name="connsiteX18" fmla="*/ 757612 w 1680522"/>
                <a:gd name="connsiteY18" fmla="*/ 750506 h 1374141"/>
                <a:gd name="connsiteX19" fmla="*/ 667696 w 1680522"/>
                <a:gd name="connsiteY19" fmla="*/ 730821 h 1374141"/>
                <a:gd name="connsiteX20" fmla="*/ 514788 w 1680522"/>
                <a:gd name="connsiteY20" fmla="*/ 774382 h 1374141"/>
                <a:gd name="connsiteX21" fmla="*/ 348672 w 1680522"/>
                <a:gd name="connsiteY21" fmla="*/ 730694 h 1374141"/>
                <a:gd name="connsiteX22" fmla="*/ 253295 w 1680522"/>
                <a:gd name="connsiteY22" fmla="*/ 756221 h 1374141"/>
                <a:gd name="connsiteX23" fmla="*/ 247580 w 1680522"/>
                <a:gd name="connsiteY23" fmla="*/ 778065 h 1374141"/>
                <a:gd name="connsiteX24" fmla="*/ 210623 w 1680522"/>
                <a:gd name="connsiteY24" fmla="*/ 1037526 h 1374141"/>
                <a:gd name="connsiteX25" fmla="*/ 430206 w 1680522"/>
                <a:gd name="connsiteY25" fmla="*/ 1017080 h 1374141"/>
                <a:gd name="connsiteX26" fmla="*/ 426142 w 1680522"/>
                <a:gd name="connsiteY26" fmla="*/ 983424 h 1374141"/>
                <a:gd name="connsiteX27" fmla="*/ 411918 w 1680522"/>
                <a:gd name="connsiteY27" fmla="*/ 910145 h 1374141"/>
                <a:gd name="connsiteX28" fmla="*/ 511994 w 1680522"/>
                <a:gd name="connsiteY28" fmla="*/ 901001 h 1374141"/>
                <a:gd name="connsiteX29" fmla="*/ 579939 w 1680522"/>
                <a:gd name="connsiteY29" fmla="*/ 902144 h 1374141"/>
                <a:gd name="connsiteX30" fmla="*/ 629215 w 1680522"/>
                <a:gd name="connsiteY30" fmla="*/ 936942 h 1374141"/>
                <a:gd name="connsiteX31" fmla="*/ 596957 w 1680522"/>
                <a:gd name="connsiteY31" fmla="*/ 1011872 h 1374141"/>
                <a:gd name="connsiteX32" fmla="*/ 611308 w 1680522"/>
                <a:gd name="connsiteY32" fmla="*/ 1130617 h 1374141"/>
                <a:gd name="connsiteX33" fmla="*/ 697542 w 1680522"/>
                <a:gd name="connsiteY33" fmla="*/ 1306512 h 1374141"/>
                <a:gd name="connsiteX34" fmla="*/ 680650 w 1680522"/>
                <a:gd name="connsiteY34" fmla="*/ 1371155 h 1374141"/>
                <a:gd name="connsiteX35" fmla="*/ 400869 w 1680522"/>
                <a:gd name="connsiteY35" fmla="*/ 1373695 h 1374141"/>
                <a:gd name="connsiteX36" fmla="*/ 339655 w 1680522"/>
                <a:gd name="connsiteY36" fmla="*/ 1354264 h 1374141"/>
                <a:gd name="connsiteX37" fmla="*/ 349053 w 1680522"/>
                <a:gd name="connsiteY37" fmla="*/ 1267015 h 1374141"/>
                <a:gd name="connsiteX38" fmla="*/ 40443 w 1680522"/>
                <a:gd name="connsiteY38" fmla="*/ 1163002 h 1374141"/>
                <a:gd name="connsiteX39" fmla="*/ 94672 w 1680522"/>
                <a:gd name="connsiteY39" fmla="*/ 875347 h 1374141"/>
                <a:gd name="connsiteX40" fmla="*/ 286061 w 1680522"/>
                <a:gd name="connsiteY40" fmla="*/ 716089 h 1374141"/>
                <a:gd name="connsiteX41" fmla="*/ 194494 w 1680522"/>
                <a:gd name="connsiteY41" fmla="*/ 662114 h 1374141"/>
                <a:gd name="connsiteX42" fmla="*/ 101276 w 1680522"/>
                <a:gd name="connsiteY42" fmla="*/ 547433 h 1374141"/>
                <a:gd name="connsiteX43" fmla="*/ 43110 w 1680522"/>
                <a:gd name="connsiteY43" fmla="*/ 514286 h 1374141"/>
                <a:gd name="connsiteX44" fmla="*/ 21393 w 1680522"/>
                <a:gd name="connsiteY44" fmla="*/ 291401 h 1374141"/>
                <a:gd name="connsiteX45" fmla="*/ 92132 w 1680522"/>
                <a:gd name="connsiteY45" fmla="*/ 233616 h 1374141"/>
                <a:gd name="connsiteX46" fmla="*/ 317938 w 1680522"/>
                <a:gd name="connsiteY46" fmla="*/ 29019 h 1374141"/>
                <a:gd name="connsiteX47" fmla="*/ 696271 w 1680522"/>
                <a:gd name="connsiteY47" fmla="*/ 19748 h 1374141"/>
                <a:gd name="connsiteX48" fmla="*/ 828732 w 1680522"/>
                <a:gd name="connsiteY48" fmla="*/ 95313 h 1374141"/>
                <a:gd name="connsiteX49" fmla="*/ 943540 w 1680522"/>
                <a:gd name="connsiteY49" fmla="*/ 237807 h 1374141"/>
                <a:gd name="connsiteX50" fmla="*/ 1016057 w 1680522"/>
                <a:gd name="connsiteY50" fmla="*/ 291020 h 1374141"/>
                <a:gd name="connsiteX51" fmla="*/ 1035107 w 1680522"/>
                <a:gd name="connsiteY51" fmla="*/ 34099 h 1374141"/>
                <a:gd name="connsiteX52" fmla="*/ 1034345 w 1680522"/>
                <a:gd name="connsiteY52" fmla="*/ 549719 h 1374141"/>
                <a:gd name="connsiteX53" fmla="*/ 268027 w 1680522"/>
                <a:gd name="connsiteY53" fmla="*/ 81216 h 1374141"/>
                <a:gd name="connsiteX54" fmla="*/ 98482 w 1680522"/>
                <a:gd name="connsiteY54" fmla="*/ 320103 h 1374141"/>
                <a:gd name="connsiteX55" fmla="*/ 96450 w 1680522"/>
                <a:gd name="connsiteY55" fmla="*/ 322262 h 1374141"/>
                <a:gd name="connsiteX56" fmla="*/ 202114 w 1680522"/>
                <a:gd name="connsiteY56" fmla="*/ 635063 h 1374141"/>
                <a:gd name="connsiteX57" fmla="*/ 388042 w 1680522"/>
                <a:gd name="connsiteY57" fmla="*/ 706056 h 1374141"/>
                <a:gd name="connsiteX58" fmla="*/ 691954 w 1680522"/>
                <a:gd name="connsiteY58" fmla="*/ 703516 h 1374141"/>
                <a:gd name="connsiteX59" fmla="*/ 940746 w 1680522"/>
                <a:gd name="connsiteY59" fmla="*/ 416115 h 1374141"/>
                <a:gd name="connsiteX60" fmla="*/ 834574 w 1680522"/>
                <a:gd name="connsiteY60" fmla="*/ 133159 h 1374141"/>
                <a:gd name="connsiteX61" fmla="*/ 509708 w 1680522"/>
                <a:gd name="connsiteY61" fmla="*/ 28130 h 1374141"/>
                <a:gd name="connsiteX62" fmla="*/ 268027 w 1680522"/>
                <a:gd name="connsiteY62" fmla="*/ 81216 h 1374141"/>
                <a:gd name="connsiteX63" fmla="*/ 82480 w 1680522"/>
                <a:gd name="connsiteY63" fmla="*/ 513016 h 1374141"/>
                <a:gd name="connsiteX64" fmla="*/ 77146 w 1680522"/>
                <a:gd name="connsiteY64" fmla="*/ 261556 h 1374141"/>
                <a:gd name="connsiteX65" fmla="*/ 82480 w 1680522"/>
                <a:gd name="connsiteY65" fmla="*/ 513016 h 1374141"/>
                <a:gd name="connsiteX66" fmla="*/ 950144 w 1680522"/>
                <a:gd name="connsiteY66" fmla="*/ 260032 h 1374141"/>
                <a:gd name="connsiteX67" fmla="*/ 946969 w 1680522"/>
                <a:gd name="connsiteY67" fmla="*/ 515810 h 1374141"/>
                <a:gd name="connsiteX68" fmla="*/ 950144 w 1680522"/>
                <a:gd name="connsiteY68" fmla="*/ 260032 h 1374141"/>
                <a:gd name="connsiteX69" fmla="*/ 998912 w 1680522"/>
                <a:gd name="connsiteY69" fmla="*/ 706691 h 1374141"/>
                <a:gd name="connsiteX70" fmla="*/ 967670 w 1680522"/>
                <a:gd name="connsiteY70" fmla="*/ 798639 h 1374141"/>
                <a:gd name="connsiteX71" fmla="*/ 900361 w 1680522"/>
                <a:gd name="connsiteY71" fmla="*/ 1127315 h 1374141"/>
                <a:gd name="connsiteX72" fmla="*/ 1554792 w 1680522"/>
                <a:gd name="connsiteY72" fmla="*/ 1127315 h 1374141"/>
                <a:gd name="connsiteX73" fmla="*/ 1650804 w 1680522"/>
                <a:gd name="connsiteY73" fmla="*/ 703897 h 1374141"/>
                <a:gd name="connsiteX74" fmla="*/ 1060254 w 1680522"/>
                <a:gd name="connsiteY74" fmla="*/ 702119 h 1374141"/>
                <a:gd name="connsiteX75" fmla="*/ 998912 w 1680522"/>
                <a:gd name="connsiteY75" fmla="*/ 706691 h 1374141"/>
                <a:gd name="connsiteX76" fmla="*/ 436175 w 1680522"/>
                <a:gd name="connsiteY76" fmla="*/ 729932 h 1374141"/>
                <a:gd name="connsiteX77" fmla="*/ 593528 w 1680522"/>
                <a:gd name="connsiteY77" fmla="*/ 729678 h 1374141"/>
                <a:gd name="connsiteX78" fmla="*/ 436175 w 1680522"/>
                <a:gd name="connsiteY78" fmla="*/ 729932 h 1374141"/>
                <a:gd name="connsiteX79" fmla="*/ 50857 w 1680522"/>
                <a:gd name="connsiteY79" fmla="*/ 1077277 h 1374141"/>
                <a:gd name="connsiteX80" fmla="*/ 73336 w 1680522"/>
                <a:gd name="connsiteY80" fmla="*/ 1173797 h 1374141"/>
                <a:gd name="connsiteX81" fmla="*/ 363912 w 1680522"/>
                <a:gd name="connsiteY81" fmla="*/ 1244409 h 1374141"/>
                <a:gd name="connsiteX82" fmla="*/ 380168 w 1680522"/>
                <a:gd name="connsiteY82" fmla="*/ 1215580 h 1374141"/>
                <a:gd name="connsiteX83" fmla="*/ 362515 w 1680522"/>
                <a:gd name="connsiteY83" fmla="*/ 1046924 h 1374141"/>
                <a:gd name="connsiteX84" fmla="*/ 140011 w 1680522"/>
                <a:gd name="connsiteY84" fmla="*/ 1064831 h 1374141"/>
                <a:gd name="connsiteX85" fmla="*/ 185731 w 1680522"/>
                <a:gd name="connsiteY85" fmla="*/ 1037780 h 1374141"/>
                <a:gd name="connsiteX86" fmla="*/ 220910 w 1680522"/>
                <a:gd name="connsiteY86" fmla="*/ 772477 h 1374141"/>
                <a:gd name="connsiteX87" fmla="*/ 50857 w 1680522"/>
                <a:gd name="connsiteY87" fmla="*/ 1077277 h 1374141"/>
                <a:gd name="connsiteX88" fmla="*/ 825049 w 1680522"/>
                <a:gd name="connsiteY88" fmla="*/ 782130 h 1374141"/>
                <a:gd name="connsiteX89" fmla="*/ 857307 w 1680522"/>
                <a:gd name="connsiteY89" fmla="*/ 1127315 h 1374141"/>
                <a:gd name="connsiteX90" fmla="*/ 875468 w 1680522"/>
                <a:gd name="connsiteY90" fmla="*/ 1127315 h 1374141"/>
                <a:gd name="connsiteX91" fmla="*/ 922331 w 1680522"/>
                <a:gd name="connsiteY91" fmla="*/ 884492 h 1374141"/>
                <a:gd name="connsiteX92" fmla="*/ 825049 w 1680522"/>
                <a:gd name="connsiteY92" fmla="*/ 782130 h 1374141"/>
                <a:gd name="connsiteX93" fmla="*/ 433000 w 1680522"/>
                <a:gd name="connsiteY93" fmla="*/ 929830 h 1374141"/>
                <a:gd name="connsiteX94" fmla="*/ 419538 w 1680522"/>
                <a:gd name="connsiteY94" fmla="*/ 949515 h 1374141"/>
                <a:gd name="connsiteX95" fmla="*/ 492055 w 1680522"/>
                <a:gd name="connsiteY95" fmla="*/ 961453 h 1374141"/>
                <a:gd name="connsiteX96" fmla="*/ 455860 w 1680522"/>
                <a:gd name="connsiteY96" fmla="*/ 985964 h 1374141"/>
                <a:gd name="connsiteX97" fmla="*/ 453193 w 1680522"/>
                <a:gd name="connsiteY97" fmla="*/ 1008824 h 1374141"/>
                <a:gd name="connsiteX98" fmla="*/ 526853 w 1680522"/>
                <a:gd name="connsiteY98" fmla="*/ 1050734 h 1374141"/>
                <a:gd name="connsiteX99" fmla="*/ 527361 w 1680522"/>
                <a:gd name="connsiteY99" fmla="*/ 1197546 h 1374141"/>
                <a:gd name="connsiteX100" fmla="*/ 400615 w 1680522"/>
                <a:gd name="connsiteY100" fmla="*/ 1230693 h 1374141"/>
                <a:gd name="connsiteX101" fmla="*/ 361499 w 1680522"/>
                <a:gd name="connsiteY101" fmla="*/ 1344612 h 1374141"/>
                <a:gd name="connsiteX102" fmla="*/ 590988 w 1680522"/>
                <a:gd name="connsiteY102" fmla="*/ 1350327 h 1374141"/>
                <a:gd name="connsiteX103" fmla="*/ 675698 w 1680522"/>
                <a:gd name="connsiteY103" fmla="*/ 1339024 h 1374141"/>
                <a:gd name="connsiteX104" fmla="*/ 592893 w 1680522"/>
                <a:gd name="connsiteY104" fmla="*/ 1155001 h 1374141"/>
                <a:gd name="connsiteX105" fmla="*/ 572065 w 1680522"/>
                <a:gd name="connsiteY105" fmla="*/ 1063942 h 1374141"/>
                <a:gd name="connsiteX106" fmla="*/ 607244 w 1680522"/>
                <a:gd name="connsiteY106" fmla="*/ 935418 h 1374141"/>
                <a:gd name="connsiteX107" fmla="*/ 433000 w 1680522"/>
                <a:gd name="connsiteY107" fmla="*/ 929830 h 1374141"/>
                <a:gd name="connsiteX108" fmla="*/ 416744 w 1680522"/>
                <a:gd name="connsiteY108" fmla="*/ 1043749 h 1374141"/>
                <a:gd name="connsiteX109" fmla="*/ 387788 w 1680522"/>
                <a:gd name="connsiteY109" fmla="*/ 1192086 h 1374141"/>
                <a:gd name="connsiteX110" fmla="*/ 476815 w 1680522"/>
                <a:gd name="connsiteY110" fmla="*/ 1201737 h 1374141"/>
                <a:gd name="connsiteX111" fmla="*/ 520503 w 1680522"/>
                <a:gd name="connsiteY111" fmla="*/ 1102931 h 1374141"/>
                <a:gd name="connsiteX112" fmla="*/ 416744 w 1680522"/>
                <a:gd name="connsiteY112" fmla="*/ 1043749 h 1374141"/>
                <a:gd name="connsiteX113" fmla="*/ 695382 w 1680522"/>
                <a:gd name="connsiteY113" fmla="*/ 1154620 h 1374141"/>
                <a:gd name="connsiteX114" fmla="*/ 694493 w 1680522"/>
                <a:gd name="connsiteY114" fmla="*/ 1200086 h 1374141"/>
                <a:gd name="connsiteX115" fmla="*/ 1551998 w 1680522"/>
                <a:gd name="connsiteY115" fmla="*/ 1199578 h 1374141"/>
                <a:gd name="connsiteX116" fmla="*/ 1554664 w 1680522"/>
                <a:gd name="connsiteY116" fmla="*/ 1154367 h 1374141"/>
                <a:gd name="connsiteX117" fmla="*/ 695382 w 1680522"/>
                <a:gd name="connsiteY117" fmla="*/ 1154620 h 1374141"/>
                <a:gd name="connsiteX0" fmla="*/ 1069398 w 1680522"/>
                <a:gd name="connsiteY0" fmla="*/ 574865 h 1374141"/>
                <a:gd name="connsiteX1" fmla="*/ 1017708 w 1680522"/>
                <a:gd name="connsiteY1" fmla="*/ 573468 h 1374141"/>
                <a:gd name="connsiteX2" fmla="*/ 1012374 w 1680522"/>
                <a:gd name="connsiteY2" fmla="*/ 482917 h 1374141"/>
                <a:gd name="connsiteX3" fmla="*/ 936048 w 1680522"/>
                <a:gd name="connsiteY3" fmla="*/ 545401 h 1374141"/>
                <a:gd name="connsiteX4" fmla="*/ 742245 w 1680522"/>
                <a:gd name="connsiteY4" fmla="*/ 717486 h 1374141"/>
                <a:gd name="connsiteX5" fmla="*/ 932492 w 1680522"/>
                <a:gd name="connsiteY5" fmla="*/ 850709 h 1374141"/>
                <a:gd name="connsiteX6" fmla="*/ 1004881 w 1680522"/>
                <a:gd name="connsiteY6" fmla="*/ 677735 h 1374141"/>
                <a:gd name="connsiteX7" fmla="*/ 1183189 w 1680522"/>
                <a:gd name="connsiteY7" fmla="*/ 674306 h 1374141"/>
                <a:gd name="connsiteX8" fmla="*/ 1620197 w 1680522"/>
                <a:gd name="connsiteY8" fmla="*/ 676084 h 1374141"/>
                <a:gd name="connsiteX9" fmla="*/ 1680522 w 1680522"/>
                <a:gd name="connsiteY9" fmla="*/ 710501 h 1374141"/>
                <a:gd name="connsiteX10" fmla="*/ 1572825 w 1680522"/>
                <a:gd name="connsiteY10" fmla="*/ 1141539 h 1374141"/>
                <a:gd name="connsiteX11" fmla="*/ 1579556 w 1680522"/>
                <a:gd name="connsiteY11" fmla="*/ 1156017 h 1374141"/>
                <a:gd name="connsiteX12" fmla="*/ 1561904 w 1680522"/>
                <a:gd name="connsiteY12" fmla="*/ 1222058 h 1374141"/>
                <a:gd name="connsiteX13" fmla="*/ 1478718 w 1680522"/>
                <a:gd name="connsiteY13" fmla="*/ 1225614 h 1374141"/>
                <a:gd name="connsiteX14" fmla="*/ 704273 w 1680522"/>
                <a:gd name="connsiteY14" fmla="*/ 1225105 h 1374141"/>
                <a:gd name="connsiteX15" fmla="*/ 675189 w 1680522"/>
                <a:gd name="connsiteY15" fmla="*/ 1131380 h 1374141"/>
                <a:gd name="connsiteX16" fmla="*/ 834067 w 1680522"/>
                <a:gd name="connsiteY16" fmla="*/ 1127315 h 1374141"/>
                <a:gd name="connsiteX17" fmla="*/ 789743 w 1680522"/>
                <a:gd name="connsiteY17" fmla="*/ 764476 h 1374141"/>
                <a:gd name="connsiteX18" fmla="*/ 757612 w 1680522"/>
                <a:gd name="connsiteY18" fmla="*/ 750506 h 1374141"/>
                <a:gd name="connsiteX19" fmla="*/ 667696 w 1680522"/>
                <a:gd name="connsiteY19" fmla="*/ 730821 h 1374141"/>
                <a:gd name="connsiteX20" fmla="*/ 514788 w 1680522"/>
                <a:gd name="connsiteY20" fmla="*/ 774382 h 1374141"/>
                <a:gd name="connsiteX21" fmla="*/ 348672 w 1680522"/>
                <a:gd name="connsiteY21" fmla="*/ 730694 h 1374141"/>
                <a:gd name="connsiteX22" fmla="*/ 253295 w 1680522"/>
                <a:gd name="connsiteY22" fmla="*/ 756221 h 1374141"/>
                <a:gd name="connsiteX23" fmla="*/ 247580 w 1680522"/>
                <a:gd name="connsiteY23" fmla="*/ 778065 h 1374141"/>
                <a:gd name="connsiteX24" fmla="*/ 210623 w 1680522"/>
                <a:gd name="connsiteY24" fmla="*/ 1037526 h 1374141"/>
                <a:gd name="connsiteX25" fmla="*/ 430206 w 1680522"/>
                <a:gd name="connsiteY25" fmla="*/ 1017080 h 1374141"/>
                <a:gd name="connsiteX26" fmla="*/ 426142 w 1680522"/>
                <a:gd name="connsiteY26" fmla="*/ 983424 h 1374141"/>
                <a:gd name="connsiteX27" fmla="*/ 411918 w 1680522"/>
                <a:gd name="connsiteY27" fmla="*/ 910145 h 1374141"/>
                <a:gd name="connsiteX28" fmla="*/ 511994 w 1680522"/>
                <a:gd name="connsiteY28" fmla="*/ 901001 h 1374141"/>
                <a:gd name="connsiteX29" fmla="*/ 579939 w 1680522"/>
                <a:gd name="connsiteY29" fmla="*/ 902144 h 1374141"/>
                <a:gd name="connsiteX30" fmla="*/ 629215 w 1680522"/>
                <a:gd name="connsiteY30" fmla="*/ 936942 h 1374141"/>
                <a:gd name="connsiteX31" fmla="*/ 596957 w 1680522"/>
                <a:gd name="connsiteY31" fmla="*/ 1011872 h 1374141"/>
                <a:gd name="connsiteX32" fmla="*/ 611308 w 1680522"/>
                <a:gd name="connsiteY32" fmla="*/ 1130617 h 1374141"/>
                <a:gd name="connsiteX33" fmla="*/ 697542 w 1680522"/>
                <a:gd name="connsiteY33" fmla="*/ 1306512 h 1374141"/>
                <a:gd name="connsiteX34" fmla="*/ 680650 w 1680522"/>
                <a:gd name="connsiteY34" fmla="*/ 1371155 h 1374141"/>
                <a:gd name="connsiteX35" fmla="*/ 400869 w 1680522"/>
                <a:gd name="connsiteY35" fmla="*/ 1373695 h 1374141"/>
                <a:gd name="connsiteX36" fmla="*/ 339655 w 1680522"/>
                <a:gd name="connsiteY36" fmla="*/ 1354264 h 1374141"/>
                <a:gd name="connsiteX37" fmla="*/ 349053 w 1680522"/>
                <a:gd name="connsiteY37" fmla="*/ 1267015 h 1374141"/>
                <a:gd name="connsiteX38" fmla="*/ 40443 w 1680522"/>
                <a:gd name="connsiteY38" fmla="*/ 1163002 h 1374141"/>
                <a:gd name="connsiteX39" fmla="*/ 94672 w 1680522"/>
                <a:gd name="connsiteY39" fmla="*/ 875347 h 1374141"/>
                <a:gd name="connsiteX40" fmla="*/ 286061 w 1680522"/>
                <a:gd name="connsiteY40" fmla="*/ 716089 h 1374141"/>
                <a:gd name="connsiteX41" fmla="*/ 194494 w 1680522"/>
                <a:gd name="connsiteY41" fmla="*/ 662114 h 1374141"/>
                <a:gd name="connsiteX42" fmla="*/ 101276 w 1680522"/>
                <a:gd name="connsiteY42" fmla="*/ 547433 h 1374141"/>
                <a:gd name="connsiteX43" fmla="*/ 43110 w 1680522"/>
                <a:gd name="connsiteY43" fmla="*/ 514286 h 1374141"/>
                <a:gd name="connsiteX44" fmla="*/ 21393 w 1680522"/>
                <a:gd name="connsiteY44" fmla="*/ 291401 h 1374141"/>
                <a:gd name="connsiteX45" fmla="*/ 92132 w 1680522"/>
                <a:gd name="connsiteY45" fmla="*/ 233616 h 1374141"/>
                <a:gd name="connsiteX46" fmla="*/ 317938 w 1680522"/>
                <a:gd name="connsiteY46" fmla="*/ 29019 h 1374141"/>
                <a:gd name="connsiteX47" fmla="*/ 696271 w 1680522"/>
                <a:gd name="connsiteY47" fmla="*/ 19748 h 1374141"/>
                <a:gd name="connsiteX48" fmla="*/ 828732 w 1680522"/>
                <a:gd name="connsiteY48" fmla="*/ 95313 h 1374141"/>
                <a:gd name="connsiteX49" fmla="*/ 943540 w 1680522"/>
                <a:gd name="connsiteY49" fmla="*/ 237807 h 1374141"/>
                <a:gd name="connsiteX50" fmla="*/ 1016057 w 1680522"/>
                <a:gd name="connsiteY50" fmla="*/ 291020 h 1374141"/>
                <a:gd name="connsiteX51" fmla="*/ 268027 w 1680522"/>
                <a:gd name="connsiteY51" fmla="*/ 81216 h 1374141"/>
                <a:gd name="connsiteX52" fmla="*/ 98482 w 1680522"/>
                <a:gd name="connsiteY52" fmla="*/ 320103 h 1374141"/>
                <a:gd name="connsiteX53" fmla="*/ 96450 w 1680522"/>
                <a:gd name="connsiteY53" fmla="*/ 322262 h 1374141"/>
                <a:gd name="connsiteX54" fmla="*/ 202114 w 1680522"/>
                <a:gd name="connsiteY54" fmla="*/ 635063 h 1374141"/>
                <a:gd name="connsiteX55" fmla="*/ 388042 w 1680522"/>
                <a:gd name="connsiteY55" fmla="*/ 706056 h 1374141"/>
                <a:gd name="connsiteX56" fmla="*/ 691954 w 1680522"/>
                <a:gd name="connsiteY56" fmla="*/ 703516 h 1374141"/>
                <a:gd name="connsiteX57" fmla="*/ 940746 w 1680522"/>
                <a:gd name="connsiteY57" fmla="*/ 416115 h 1374141"/>
                <a:gd name="connsiteX58" fmla="*/ 834574 w 1680522"/>
                <a:gd name="connsiteY58" fmla="*/ 133159 h 1374141"/>
                <a:gd name="connsiteX59" fmla="*/ 509708 w 1680522"/>
                <a:gd name="connsiteY59" fmla="*/ 28130 h 1374141"/>
                <a:gd name="connsiteX60" fmla="*/ 268027 w 1680522"/>
                <a:gd name="connsiteY60" fmla="*/ 81216 h 1374141"/>
                <a:gd name="connsiteX61" fmla="*/ 82480 w 1680522"/>
                <a:gd name="connsiteY61" fmla="*/ 513016 h 1374141"/>
                <a:gd name="connsiteX62" fmla="*/ 77146 w 1680522"/>
                <a:gd name="connsiteY62" fmla="*/ 261556 h 1374141"/>
                <a:gd name="connsiteX63" fmla="*/ 82480 w 1680522"/>
                <a:gd name="connsiteY63" fmla="*/ 513016 h 1374141"/>
                <a:gd name="connsiteX64" fmla="*/ 950144 w 1680522"/>
                <a:gd name="connsiteY64" fmla="*/ 260032 h 1374141"/>
                <a:gd name="connsiteX65" fmla="*/ 946969 w 1680522"/>
                <a:gd name="connsiteY65" fmla="*/ 515810 h 1374141"/>
                <a:gd name="connsiteX66" fmla="*/ 950144 w 1680522"/>
                <a:gd name="connsiteY66" fmla="*/ 260032 h 1374141"/>
                <a:gd name="connsiteX67" fmla="*/ 998912 w 1680522"/>
                <a:gd name="connsiteY67" fmla="*/ 706691 h 1374141"/>
                <a:gd name="connsiteX68" fmla="*/ 967670 w 1680522"/>
                <a:gd name="connsiteY68" fmla="*/ 798639 h 1374141"/>
                <a:gd name="connsiteX69" fmla="*/ 900361 w 1680522"/>
                <a:gd name="connsiteY69" fmla="*/ 1127315 h 1374141"/>
                <a:gd name="connsiteX70" fmla="*/ 1554792 w 1680522"/>
                <a:gd name="connsiteY70" fmla="*/ 1127315 h 1374141"/>
                <a:gd name="connsiteX71" fmla="*/ 1650804 w 1680522"/>
                <a:gd name="connsiteY71" fmla="*/ 703897 h 1374141"/>
                <a:gd name="connsiteX72" fmla="*/ 1060254 w 1680522"/>
                <a:gd name="connsiteY72" fmla="*/ 702119 h 1374141"/>
                <a:gd name="connsiteX73" fmla="*/ 998912 w 1680522"/>
                <a:gd name="connsiteY73" fmla="*/ 706691 h 1374141"/>
                <a:gd name="connsiteX74" fmla="*/ 436175 w 1680522"/>
                <a:gd name="connsiteY74" fmla="*/ 729932 h 1374141"/>
                <a:gd name="connsiteX75" fmla="*/ 593528 w 1680522"/>
                <a:gd name="connsiteY75" fmla="*/ 729678 h 1374141"/>
                <a:gd name="connsiteX76" fmla="*/ 436175 w 1680522"/>
                <a:gd name="connsiteY76" fmla="*/ 729932 h 1374141"/>
                <a:gd name="connsiteX77" fmla="*/ 50857 w 1680522"/>
                <a:gd name="connsiteY77" fmla="*/ 1077277 h 1374141"/>
                <a:gd name="connsiteX78" fmla="*/ 73336 w 1680522"/>
                <a:gd name="connsiteY78" fmla="*/ 1173797 h 1374141"/>
                <a:gd name="connsiteX79" fmla="*/ 363912 w 1680522"/>
                <a:gd name="connsiteY79" fmla="*/ 1244409 h 1374141"/>
                <a:gd name="connsiteX80" fmla="*/ 380168 w 1680522"/>
                <a:gd name="connsiteY80" fmla="*/ 1215580 h 1374141"/>
                <a:gd name="connsiteX81" fmla="*/ 362515 w 1680522"/>
                <a:gd name="connsiteY81" fmla="*/ 1046924 h 1374141"/>
                <a:gd name="connsiteX82" fmla="*/ 140011 w 1680522"/>
                <a:gd name="connsiteY82" fmla="*/ 1064831 h 1374141"/>
                <a:gd name="connsiteX83" fmla="*/ 185731 w 1680522"/>
                <a:gd name="connsiteY83" fmla="*/ 1037780 h 1374141"/>
                <a:gd name="connsiteX84" fmla="*/ 220910 w 1680522"/>
                <a:gd name="connsiteY84" fmla="*/ 772477 h 1374141"/>
                <a:gd name="connsiteX85" fmla="*/ 50857 w 1680522"/>
                <a:gd name="connsiteY85" fmla="*/ 1077277 h 1374141"/>
                <a:gd name="connsiteX86" fmla="*/ 825049 w 1680522"/>
                <a:gd name="connsiteY86" fmla="*/ 782130 h 1374141"/>
                <a:gd name="connsiteX87" fmla="*/ 857307 w 1680522"/>
                <a:gd name="connsiteY87" fmla="*/ 1127315 h 1374141"/>
                <a:gd name="connsiteX88" fmla="*/ 875468 w 1680522"/>
                <a:gd name="connsiteY88" fmla="*/ 1127315 h 1374141"/>
                <a:gd name="connsiteX89" fmla="*/ 922331 w 1680522"/>
                <a:gd name="connsiteY89" fmla="*/ 884492 h 1374141"/>
                <a:gd name="connsiteX90" fmla="*/ 825049 w 1680522"/>
                <a:gd name="connsiteY90" fmla="*/ 782130 h 1374141"/>
                <a:gd name="connsiteX91" fmla="*/ 433000 w 1680522"/>
                <a:gd name="connsiteY91" fmla="*/ 929830 h 1374141"/>
                <a:gd name="connsiteX92" fmla="*/ 419538 w 1680522"/>
                <a:gd name="connsiteY92" fmla="*/ 949515 h 1374141"/>
                <a:gd name="connsiteX93" fmla="*/ 492055 w 1680522"/>
                <a:gd name="connsiteY93" fmla="*/ 961453 h 1374141"/>
                <a:gd name="connsiteX94" fmla="*/ 455860 w 1680522"/>
                <a:gd name="connsiteY94" fmla="*/ 985964 h 1374141"/>
                <a:gd name="connsiteX95" fmla="*/ 453193 w 1680522"/>
                <a:gd name="connsiteY95" fmla="*/ 1008824 h 1374141"/>
                <a:gd name="connsiteX96" fmla="*/ 526853 w 1680522"/>
                <a:gd name="connsiteY96" fmla="*/ 1050734 h 1374141"/>
                <a:gd name="connsiteX97" fmla="*/ 527361 w 1680522"/>
                <a:gd name="connsiteY97" fmla="*/ 1197546 h 1374141"/>
                <a:gd name="connsiteX98" fmla="*/ 400615 w 1680522"/>
                <a:gd name="connsiteY98" fmla="*/ 1230693 h 1374141"/>
                <a:gd name="connsiteX99" fmla="*/ 361499 w 1680522"/>
                <a:gd name="connsiteY99" fmla="*/ 1344612 h 1374141"/>
                <a:gd name="connsiteX100" fmla="*/ 590988 w 1680522"/>
                <a:gd name="connsiteY100" fmla="*/ 1350327 h 1374141"/>
                <a:gd name="connsiteX101" fmla="*/ 675698 w 1680522"/>
                <a:gd name="connsiteY101" fmla="*/ 1339024 h 1374141"/>
                <a:gd name="connsiteX102" fmla="*/ 592893 w 1680522"/>
                <a:gd name="connsiteY102" fmla="*/ 1155001 h 1374141"/>
                <a:gd name="connsiteX103" fmla="*/ 572065 w 1680522"/>
                <a:gd name="connsiteY103" fmla="*/ 1063942 h 1374141"/>
                <a:gd name="connsiteX104" fmla="*/ 607244 w 1680522"/>
                <a:gd name="connsiteY104" fmla="*/ 935418 h 1374141"/>
                <a:gd name="connsiteX105" fmla="*/ 433000 w 1680522"/>
                <a:gd name="connsiteY105" fmla="*/ 929830 h 1374141"/>
                <a:gd name="connsiteX106" fmla="*/ 416744 w 1680522"/>
                <a:gd name="connsiteY106" fmla="*/ 1043749 h 1374141"/>
                <a:gd name="connsiteX107" fmla="*/ 387788 w 1680522"/>
                <a:gd name="connsiteY107" fmla="*/ 1192086 h 1374141"/>
                <a:gd name="connsiteX108" fmla="*/ 476815 w 1680522"/>
                <a:gd name="connsiteY108" fmla="*/ 1201737 h 1374141"/>
                <a:gd name="connsiteX109" fmla="*/ 520503 w 1680522"/>
                <a:gd name="connsiteY109" fmla="*/ 1102931 h 1374141"/>
                <a:gd name="connsiteX110" fmla="*/ 416744 w 1680522"/>
                <a:gd name="connsiteY110" fmla="*/ 1043749 h 1374141"/>
                <a:gd name="connsiteX111" fmla="*/ 695382 w 1680522"/>
                <a:gd name="connsiteY111" fmla="*/ 1154620 h 1374141"/>
                <a:gd name="connsiteX112" fmla="*/ 694493 w 1680522"/>
                <a:gd name="connsiteY112" fmla="*/ 1200086 h 1374141"/>
                <a:gd name="connsiteX113" fmla="*/ 1551998 w 1680522"/>
                <a:gd name="connsiteY113" fmla="*/ 1199578 h 1374141"/>
                <a:gd name="connsiteX114" fmla="*/ 1554664 w 1680522"/>
                <a:gd name="connsiteY114" fmla="*/ 1154367 h 1374141"/>
                <a:gd name="connsiteX115" fmla="*/ 695382 w 1680522"/>
                <a:gd name="connsiteY115" fmla="*/ 1154620 h 1374141"/>
                <a:gd name="connsiteX0" fmla="*/ 1017708 w 1680522"/>
                <a:gd name="connsiteY0" fmla="*/ 573468 h 1374141"/>
                <a:gd name="connsiteX1" fmla="*/ 1012374 w 1680522"/>
                <a:gd name="connsiteY1" fmla="*/ 482917 h 1374141"/>
                <a:gd name="connsiteX2" fmla="*/ 936048 w 1680522"/>
                <a:gd name="connsiteY2" fmla="*/ 545401 h 1374141"/>
                <a:gd name="connsiteX3" fmla="*/ 742245 w 1680522"/>
                <a:gd name="connsiteY3" fmla="*/ 717486 h 1374141"/>
                <a:gd name="connsiteX4" fmla="*/ 932492 w 1680522"/>
                <a:gd name="connsiteY4" fmla="*/ 850709 h 1374141"/>
                <a:gd name="connsiteX5" fmla="*/ 1004881 w 1680522"/>
                <a:gd name="connsiteY5" fmla="*/ 677735 h 1374141"/>
                <a:gd name="connsiteX6" fmla="*/ 1183189 w 1680522"/>
                <a:gd name="connsiteY6" fmla="*/ 674306 h 1374141"/>
                <a:gd name="connsiteX7" fmla="*/ 1620197 w 1680522"/>
                <a:gd name="connsiteY7" fmla="*/ 676084 h 1374141"/>
                <a:gd name="connsiteX8" fmla="*/ 1680522 w 1680522"/>
                <a:gd name="connsiteY8" fmla="*/ 710501 h 1374141"/>
                <a:gd name="connsiteX9" fmla="*/ 1572825 w 1680522"/>
                <a:gd name="connsiteY9" fmla="*/ 1141539 h 1374141"/>
                <a:gd name="connsiteX10" fmla="*/ 1579556 w 1680522"/>
                <a:gd name="connsiteY10" fmla="*/ 1156017 h 1374141"/>
                <a:gd name="connsiteX11" fmla="*/ 1561904 w 1680522"/>
                <a:gd name="connsiteY11" fmla="*/ 1222058 h 1374141"/>
                <a:gd name="connsiteX12" fmla="*/ 1478718 w 1680522"/>
                <a:gd name="connsiteY12" fmla="*/ 1225614 h 1374141"/>
                <a:gd name="connsiteX13" fmla="*/ 704273 w 1680522"/>
                <a:gd name="connsiteY13" fmla="*/ 1225105 h 1374141"/>
                <a:gd name="connsiteX14" fmla="*/ 675189 w 1680522"/>
                <a:gd name="connsiteY14" fmla="*/ 1131380 h 1374141"/>
                <a:gd name="connsiteX15" fmla="*/ 834067 w 1680522"/>
                <a:gd name="connsiteY15" fmla="*/ 1127315 h 1374141"/>
                <a:gd name="connsiteX16" fmla="*/ 789743 w 1680522"/>
                <a:gd name="connsiteY16" fmla="*/ 764476 h 1374141"/>
                <a:gd name="connsiteX17" fmla="*/ 757612 w 1680522"/>
                <a:gd name="connsiteY17" fmla="*/ 750506 h 1374141"/>
                <a:gd name="connsiteX18" fmla="*/ 667696 w 1680522"/>
                <a:gd name="connsiteY18" fmla="*/ 730821 h 1374141"/>
                <a:gd name="connsiteX19" fmla="*/ 514788 w 1680522"/>
                <a:gd name="connsiteY19" fmla="*/ 774382 h 1374141"/>
                <a:gd name="connsiteX20" fmla="*/ 348672 w 1680522"/>
                <a:gd name="connsiteY20" fmla="*/ 730694 h 1374141"/>
                <a:gd name="connsiteX21" fmla="*/ 253295 w 1680522"/>
                <a:gd name="connsiteY21" fmla="*/ 756221 h 1374141"/>
                <a:gd name="connsiteX22" fmla="*/ 247580 w 1680522"/>
                <a:gd name="connsiteY22" fmla="*/ 778065 h 1374141"/>
                <a:gd name="connsiteX23" fmla="*/ 210623 w 1680522"/>
                <a:gd name="connsiteY23" fmla="*/ 1037526 h 1374141"/>
                <a:gd name="connsiteX24" fmla="*/ 430206 w 1680522"/>
                <a:gd name="connsiteY24" fmla="*/ 1017080 h 1374141"/>
                <a:gd name="connsiteX25" fmla="*/ 426142 w 1680522"/>
                <a:gd name="connsiteY25" fmla="*/ 983424 h 1374141"/>
                <a:gd name="connsiteX26" fmla="*/ 411918 w 1680522"/>
                <a:gd name="connsiteY26" fmla="*/ 910145 h 1374141"/>
                <a:gd name="connsiteX27" fmla="*/ 511994 w 1680522"/>
                <a:gd name="connsiteY27" fmla="*/ 901001 h 1374141"/>
                <a:gd name="connsiteX28" fmla="*/ 579939 w 1680522"/>
                <a:gd name="connsiteY28" fmla="*/ 902144 h 1374141"/>
                <a:gd name="connsiteX29" fmla="*/ 629215 w 1680522"/>
                <a:gd name="connsiteY29" fmla="*/ 936942 h 1374141"/>
                <a:gd name="connsiteX30" fmla="*/ 596957 w 1680522"/>
                <a:gd name="connsiteY30" fmla="*/ 1011872 h 1374141"/>
                <a:gd name="connsiteX31" fmla="*/ 611308 w 1680522"/>
                <a:gd name="connsiteY31" fmla="*/ 1130617 h 1374141"/>
                <a:gd name="connsiteX32" fmla="*/ 697542 w 1680522"/>
                <a:gd name="connsiteY32" fmla="*/ 1306512 h 1374141"/>
                <a:gd name="connsiteX33" fmla="*/ 680650 w 1680522"/>
                <a:gd name="connsiteY33" fmla="*/ 1371155 h 1374141"/>
                <a:gd name="connsiteX34" fmla="*/ 400869 w 1680522"/>
                <a:gd name="connsiteY34" fmla="*/ 1373695 h 1374141"/>
                <a:gd name="connsiteX35" fmla="*/ 339655 w 1680522"/>
                <a:gd name="connsiteY35" fmla="*/ 1354264 h 1374141"/>
                <a:gd name="connsiteX36" fmla="*/ 349053 w 1680522"/>
                <a:gd name="connsiteY36" fmla="*/ 1267015 h 1374141"/>
                <a:gd name="connsiteX37" fmla="*/ 40443 w 1680522"/>
                <a:gd name="connsiteY37" fmla="*/ 1163002 h 1374141"/>
                <a:gd name="connsiteX38" fmla="*/ 94672 w 1680522"/>
                <a:gd name="connsiteY38" fmla="*/ 875347 h 1374141"/>
                <a:gd name="connsiteX39" fmla="*/ 286061 w 1680522"/>
                <a:gd name="connsiteY39" fmla="*/ 716089 h 1374141"/>
                <a:gd name="connsiteX40" fmla="*/ 194494 w 1680522"/>
                <a:gd name="connsiteY40" fmla="*/ 662114 h 1374141"/>
                <a:gd name="connsiteX41" fmla="*/ 101276 w 1680522"/>
                <a:gd name="connsiteY41" fmla="*/ 547433 h 1374141"/>
                <a:gd name="connsiteX42" fmla="*/ 43110 w 1680522"/>
                <a:gd name="connsiteY42" fmla="*/ 514286 h 1374141"/>
                <a:gd name="connsiteX43" fmla="*/ 21393 w 1680522"/>
                <a:gd name="connsiteY43" fmla="*/ 291401 h 1374141"/>
                <a:gd name="connsiteX44" fmla="*/ 92132 w 1680522"/>
                <a:gd name="connsiteY44" fmla="*/ 233616 h 1374141"/>
                <a:gd name="connsiteX45" fmla="*/ 317938 w 1680522"/>
                <a:gd name="connsiteY45" fmla="*/ 29019 h 1374141"/>
                <a:gd name="connsiteX46" fmla="*/ 696271 w 1680522"/>
                <a:gd name="connsiteY46" fmla="*/ 19748 h 1374141"/>
                <a:gd name="connsiteX47" fmla="*/ 828732 w 1680522"/>
                <a:gd name="connsiteY47" fmla="*/ 95313 h 1374141"/>
                <a:gd name="connsiteX48" fmla="*/ 943540 w 1680522"/>
                <a:gd name="connsiteY48" fmla="*/ 237807 h 1374141"/>
                <a:gd name="connsiteX49" fmla="*/ 1016057 w 1680522"/>
                <a:gd name="connsiteY49" fmla="*/ 291020 h 1374141"/>
                <a:gd name="connsiteX50" fmla="*/ 268027 w 1680522"/>
                <a:gd name="connsiteY50" fmla="*/ 81216 h 1374141"/>
                <a:gd name="connsiteX51" fmla="*/ 98482 w 1680522"/>
                <a:gd name="connsiteY51" fmla="*/ 320103 h 1374141"/>
                <a:gd name="connsiteX52" fmla="*/ 96450 w 1680522"/>
                <a:gd name="connsiteY52" fmla="*/ 322262 h 1374141"/>
                <a:gd name="connsiteX53" fmla="*/ 202114 w 1680522"/>
                <a:gd name="connsiteY53" fmla="*/ 635063 h 1374141"/>
                <a:gd name="connsiteX54" fmla="*/ 388042 w 1680522"/>
                <a:gd name="connsiteY54" fmla="*/ 706056 h 1374141"/>
                <a:gd name="connsiteX55" fmla="*/ 691954 w 1680522"/>
                <a:gd name="connsiteY55" fmla="*/ 703516 h 1374141"/>
                <a:gd name="connsiteX56" fmla="*/ 940746 w 1680522"/>
                <a:gd name="connsiteY56" fmla="*/ 416115 h 1374141"/>
                <a:gd name="connsiteX57" fmla="*/ 834574 w 1680522"/>
                <a:gd name="connsiteY57" fmla="*/ 133159 h 1374141"/>
                <a:gd name="connsiteX58" fmla="*/ 509708 w 1680522"/>
                <a:gd name="connsiteY58" fmla="*/ 28130 h 1374141"/>
                <a:gd name="connsiteX59" fmla="*/ 268027 w 1680522"/>
                <a:gd name="connsiteY59" fmla="*/ 81216 h 1374141"/>
                <a:gd name="connsiteX60" fmla="*/ 82480 w 1680522"/>
                <a:gd name="connsiteY60" fmla="*/ 513016 h 1374141"/>
                <a:gd name="connsiteX61" fmla="*/ 77146 w 1680522"/>
                <a:gd name="connsiteY61" fmla="*/ 261556 h 1374141"/>
                <a:gd name="connsiteX62" fmla="*/ 82480 w 1680522"/>
                <a:gd name="connsiteY62" fmla="*/ 513016 h 1374141"/>
                <a:gd name="connsiteX63" fmla="*/ 950144 w 1680522"/>
                <a:gd name="connsiteY63" fmla="*/ 260032 h 1374141"/>
                <a:gd name="connsiteX64" fmla="*/ 946969 w 1680522"/>
                <a:gd name="connsiteY64" fmla="*/ 515810 h 1374141"/>
                <a:gd name="connsiteX65" fmla="*/ 950144 w 1680522"/>
                <a:gd name="connsiteY65" fmla="*/ 260032 h 1374141"/>
                <a:gd name="connsiteX66" fmla="*/ 998912 w 1680522"/>
                <a:gd name="connsiteY66" fmla="*/ 706691 h 1374141"/>
                <a:gd name="connsiteX67" fmla="*/ 967670 w 1680522"/>
                <a:gd name="connsiteY67" fmla="*/ 798639 h 1374141"/>
                <a:gd name="connsiteX68" fmla="*/ 900361 w 1680522"/>
                <a:gd name="connsiteY68" fmla="*/ 1127315 h 1374141"/>
                <a:gd name="connsiteX69" fmla="*/ 1554792 w 1680522"/>
                <a:gd name="connsiteY69" fmla="*/ 1127315 h 1374141"/>
                <a:gd name="connsiteX70" fmla="*/ 1650804 w 1680522"/>
                <a:gd name="connsiteY70" fmla="*/ 703897 h 1374141"/>
                <a:gd name="connsiteX71" fmla="*/ 1060254 w 1680522"/>
                <a:gd name="connsiteY71" fmla="*/ 702119 h 1374141"/>
                <a:gd name="connsiteX72" fmla="*/ 998912 w 1680522"/>
                <a:gd name="connsiteY72" fmla="*/ 706691 h 1374141"/>
                <a:gd name="connsiteX73" fmla="*/ 436175 w 1680522"/>
                <a:gd name="connsiteY73" fmla="*/ 729932 h 1374141"/>
                <a:gd name="connsiteX74" fmla="*/ 593528 w 1680522"/>
                <a:gd name="connsiteY74" fmla="*/ 729678 h 1374141"/>
                <a:gd name="connsiteX75" fmla="*/ 436175 w 1680522"/>
                <a:gd name="connsiteY75" fmla="*/ 729932 h 1374141"/>
                <a:gd name="connsiteX76" fmla="*/ 50857 w 1680522"/>
                <a:gd name="connsiteY76" fmla="*/ 1077277 h 1374141"/>
                <a:gd name="connsiteX77" fmla="*/ 73336 w 1680522"/>
                <a:gd name="connsiteY77" fmla="*/ 1173797 h 1374141"/>
                <a:gd name="connsiteX78" fmla="*/ 363912 w 1680522"/>
                <a:gd name="connsiteY78" fmla="*/ 1244409 h 1374141"/>
                <a:gd name="connsiteX79" fmla="*/ 380168 w 1680522"/>
                <a:gd name="connsiteY79" fmla="*/ 1215580 h 1374141"/>
                <a:gd name="connsiteX80" fmla="*/ 362515 w 1680522"/>
                <a:gd name="connsiteY80" fmla="*/ 1046924 h 1374141"/>
                <a:gd name="connsiteX81" fmla="*/ 140011 w 1680522"/>
                <a:gd name="connsiteY81" fmla="*/ 1064831 h 1374141"/>
                <a:gd name="connsiteX82" fmla="*/ 185731 w 1680522"/>
                <a:gd name="connsiteY82" fmla="*/ 1037780 h 1374141"/>
                <a:gd name="connsiteX83" fmla="*/ 220910 w 1680522"/>
                <a:gd name="connsiteY83" fmla="*/ 772477 h 1374141"/>
                <a:gd name="connsiteX84" fmla="*/ 50857 w 1680522"/>
                <a:gd name="connsiteY84" fmla="*/ 1077277 h 1374141"/>
                <a:gd name="connsiteX85" fmla="*/ 825049 w 1680522"/>
                <a:gd name="connsiteY85" fmla="*/ 782130 h 1374141"/>
                <a:gd name="connsiteX86" fmla="*/ 857307 w 1680522"/>
                <a:gd name="connsiteY86" fmla="*/ 1127315 h 1374141"/>
                <a:gd name="connsiteX87" fmla="*/ 875468 w 1680522"/>
                <a:gd name="connsiteY87" fmla="*/ 1127315 h 1374141"/>
                <a:gd name="connsiteX88" fmla="*/ 922331 w 1680522"/>
                <a:gd name="connsiteY88" fmla="*/ 884492 h 1374141"/>
                <a:gd name="connsiteX89" fmla="*/ 825049 w 1680522"/>
                <a:gd name="connsiteY89" fmla="*/ 782130 h 1374141"/>
                <a:gd name="connsiteX90" fmla="*/ 433000 w 1680522"/>
                <a:gd name="connsiteY90" fmla="*/ 929830 h 1374141"/>
                <a:gd name="connsiteX91" fmla="*/ 419538 w 1680522"/>
                <a:gd name="connsiteY91" fmla="*/ 949515 h 1374141"/>
                <a:gd name="connsiteX92" fmla="*/ 492055 w 1680522"/>
                <a:gd name="connsiteY92" fmla="*/ 961453 h 1374141"/>
                <a:gd name="connsiteX93" fmla="*/ 455860 w 1680522"/>
                <a:gd name="connsiteY93" fmla="*/ 985964 h 1374141"/>
                <a:gd name="connsiteX94" fmla="*/ 453193 w 1680522"/>
                <a:gd name="connsiteY94" fmla="*/ 1008824 h 1374141"/>
                <a:gd name="connsiteX95" fmla="*/ 526853 w 1680522"/>
                <a:gd name="connsiteY95" fmla="*/ 1050734 h 1374141"/>
                <a:gd name="connsiteX96" fmla="*/ 527361 w 1680522"/>
                <a:gd name="connsiteY96" fmla="*/ 1197546 h 1374141"/>
                <a:gd name="connsiteX97" fmla="*/ 400615 w 1680522"/>
                <a:gd name="connsiteY97" fmla="*/ 1230693 h 1374141"/>
                <a:gd name="connsiteX98" fmla="*/ 361499 w 1680522"/>
                <a:gd name="connsiteY98" fmla="*/ 1344612 h 1374141"/>
                <a:gd name="connsiteX99" fmla="*/ 590988 w 1680522"/>
                <a:gd name="connsiteY99" fmla="*/ 1350327 h 1374141"/>
                <a:gd name="connsiteX100" fmla="*/ 675698 w 1680522"/>
                <a:gd name="connsiteY100" fmla="*/ 1339024 h 1374141"/>
                <a:gd name="connsiteX101" fmla="*/ 592893 w 1680522"/>
                <a:gd name="connsiteY101" fmla="*/ 1155001 h 1374141"/>
                <a:gd name="connsiteX102" fmla="*/ 572065 w 1680522"/>
                <a:gd name="connsiteY102" fmla="*/ 1063942 h 1374141"/>
                <a:gd name="connsiteX103" fmla="*/ 607244 w 1680522"/>
                <a:gd name="connsiteY103" fmla="*/ 935418 h 1374141"/>
                <a:gd name="connsiteX104" fmla="*/ 433000 w 1680522"/>
                <a:gd name="connsiteY104" fmla="*/ 929830 h 1374141"/>
                <a:gd name="connsiteX105" fmla="*/ 416744 w 1680522"/>
                <a:gd name="connsiteY105" fmla="*/ 1043749 h 1374141"/>
                <a:gd name="connsiteX106" fmla="*/ 387788 w 1680522"/>
                <a:gd name="connsiteY106" fmla="*/ 1192086 h 1374141"/>
                <a:gd name="connsiteX107" fmla="*/ 476815 w 1680522"/>
                <a:gd name="connsiteY107" fmla="*/ 1201737 h 1374141"/>
                <a:gd name="connsiteX108" fmla="*/ 520503 w 1680522"/>
                <a:gd name="connsiteY108" fmla="*/ 1102931 h 1374141"/>
                <a:gd name="connsiteX109" fmla="*/ 416744 w 1680522"/>
                <a:gd name="connsiteY109" fmla="*/ 1043749 h 1374141"/>
                <a:gd name="connsiteX110" fmla="*/ 695382 w 1680522"/>
                <a:gd name="connsiteY110" fmla="*/ 1154620 h 1374141"/>
                <a:gd name="connsiteX111" fmla="*/ 694493 w 1680522"/>
                <a:gd name="connsiteY111" fmla="*/ 1200086 h 1374141"/>
                <a:gd name="connsiteX112" fmla="*/ 1551998 w 1680522"/>
                <a:gd name="connsiteY112" fmla="*/ 1199578 h 1374141"/>
                <a:gd name="connsiteX113" fmla="*/ 1554664 w 1680522"/>
                <a:gd name="connsiteY113" fmla="*/ 1154367 h 1374141"/>
                <a:gd name="connsiteX114" fmla="*/ 695382 w 1680522"/>
                <a:gd name="connsiteY114" fmla="*/ 1154620 h 1374141"/>
                <a:gd name="connsiteX0" fmla="*/ 1054617 w 1680522"/>
                <a:gd name="connsiteY0" fmla="*/ 383643 h 1374141"/>
                <a:gd name="connsiteX1" fmla="*/ 1012374 w 1680522"/>
                <a:gd name="connsiteY1" fmla="*/ 482917 h 1374141"/>
                <a:gd name="connsiteX2" fmla="*/ 936048 w 1680522"/>
                <a:gd name="connsiteY2" fmla="*/ 545401 h 1374141"/>
                <a:gd name="connsiteX3" fmla="*/ 742245 w 1680522"/>
                <a:gd name="connsiteY3" fmla="*/ 717486 h 1374141"/>
                <a:gd name="connsiteX4" fmla="*/ 932492 w 1680522"/>
                <a:gd name="connsiteY4" fmla="*/ 850709 h 1374141"/>
                <a:gd name="connsiteX5" fmla="*/ 1004881 w 1680522"/>
                <a:gd name="connsiteY5" fmla="*/ 677735 h 1374141"/>
                <a:gd name="connsiteX6" fmla="*/ 1183189 w 1680522"/>
                <a:gd name="connsiteY6" fmla="*/ 674306 h 1374141"/>
                <a:gd name="connsiteX7" fmla="*/ 1620197 w 1680522"/>
                <a:gd name="connsiteY7" fmla="*/ 676084 h 1374141"/>
                <a:gd name="connsiteX8" fmla="*/ 1680522 w 1680522"/>
                <a:gd name="connsiteY8" fmla="*/ 710501 h 1374141"/>
                <a:gd name="connsiteX9" fmla="*/ 1572825 w 1680522"/>
                <a:gd name="connsiteY9" fmla="*/ 1141539 h 1374141"/>
                <a:gd name="connsiteX10" fmla="*/ 1579556 w 1680522"/>
                <a:gd name="connsiteY10" fmla="*/ 1156017 h 1374141"/>
                <a:gd name="connsiteX11" fmla="*/ 1561904 w 1680522"/>
                <a:gd name="connsiteY11" fmla="*/ 1222058 h 1374141"/>
                <a:gd name="connsiteX12" fmla="*/ 1478718 w 1680522"/>
                <a:gd name="connsiteY12" fmla="*/ 1225614 h 1374141"/>
                <a:gd name="connsiteX13" fmla="*/ 704273 w 1680522"/>
                <a:gd name="connsiteY13" fmla="*/ 1225105 h 1374141"/>
                <a:gd name="connsiteX14" fmla="*/ 675189 w 1680522"/>
                <a:gd name="connsiteY14" fmla="*/ 1131380 h 1374141"/>
                <a:gd name="connsiteX15" fmla="*/ 834067 w 1680522"/>
                <a:gd name="connsiteY15" fmla="*/ 1127315 h 1374141"/>
                <a:gd name="connsiteX16" fmla="*/ 789743 w 1680522"/>
                <a:gd name="connsiteY16" fmla="*/ 764476 h 1374141"/>
                <a:gd name="connsiteX17" fmla="*/ 757612 w 1680522"/>
                <a:gd name="connsiteY17" fmla="*/ 750506 h 1374141"/>
                <a:gd name="connsiteX18" fmla="*/ 667696 w 1680522"/>
                <a:gd name="connsiteY18" fmla="*/ 730821 h 1374141"/>
                <a:gd name="connsiteX19" fmla="*/ 514788 w 1680522"/>
                <a:gd name="connsiteY19" fmla="*/ 774382 h 1374141"/>
                <a:gd name="connsiteX20" fmla="*/ 348672 w 1680522"/>
                <a:gd name="connsiteY20" fmla="*/ 730694 h 1374141"/>
                <a:gd name="connsiteX21" fmla="*/ 253295 w 1680522"/>
                <a:gd name="connsiteY21" fmla="*/ 756221 h 1374141"/>
                <a:gd name="connsiteX22" fmla="*/ 247580 w 1680522"/>
                <a:gd name="connsiteY22" fmla="*/ 778065 h 1374141"/>
                <a:gd name="connsiteX23" fmla="*/ 210623 w 1680522"/>
                <a:gd name="connsiteY23" fmla="*/ 1037526 h 1374141"/>
                <a:gd name="connsiteX24" fmla="*/ 430206 w 1680522"/>
                <a:gd name="connsiteY24" fmla="*/ 1017080 h 1374141"/>
                <a:gd name="connsiteX25" fmla="*/ 426142 w 1680522"/>
                <a:gd name="connsiteY25" fmla="*/ 983424 h 1374141"/>
                <a:gd name="connsiteX26" fmla="*/ 411918 w 1680522"/>
                <a:gd name="connsiteY26" fmla="*/ 910145 h 1374141"/>
                <a:gd name="connsiteX27" fmla="*/ 511994 w 1680522"/>
                <a:gd name="connsiteY27" fmla="*/ 901001 h 1374141"/>
                <a:gd name="connsiteX28" fmla="*/ 579939 w 1680522"/>
                <a:gd name="connsiteY28" fmla="*/ 902144 h 1374141"/>
                <a:gd name="connsiteX29" fmla="*/ 629215 w 1680522"/>
                <a:gd name="connsiteY29" fmla="*/ 936942 h 1374141"/>
                <a:gd name="connsiteX30" fmla="*/ 596957 w 1680522"/>
                <a:gd name="connsiteY30" fmla="*/ 1011872 h 1374141"/>
                <a:gd name="connsiteX31" fmla="*/ 611308 w 1680522"/>
                <a:gd name="connsiteY31" fmla="*/ 1130617 h 1374141"/>
                <a:gd name="connsiteX32" fmla="*/ 697542 w 1680522"/>
                <a:gd name="connsiteY32" fmla="*/ 1306512 h 1374141"/>
                <a:gd name="connsiteX33" fmla="*/ 680650 w 1680522"/>
                <a:gd name="connsiteY33" fmla="*/ 1371155 h 1374141"/>
                <a:gd name="connsiteX34" fmla="*/ 400869 w 1680522"/>
                <a:gd name="connsiteY34" fmla="*/ 1373695 h 1374141"/>
                <a:gd name="connsiteX35" fmla="*/ 339655 w 1680522"/>
                <a:gd name="connsiteY35" fmla="*/ 1354264 h 1374141"/>
                <a:gd name="connsiteX36" fmla="*/ 349053 w 1680522"/>
                <a:gd name="connsiteY36" fmla="*/ 1267015 h 1374141"/>
                <a:gd name="connsiteX37" fmla="*/ 40443 w 1680522"/>
                <a:gd name="connsiteY37" fmla="*/ 1163002 h 1374141"/>
                <a:gd name="connsiteX38" fmla="*/ 94672 w 1680522"/>
                <a:gd name="connsiteY38" fmla="*/ 875347 h 1374141"/>
                <a:gd name="connsiteX39" fmla="*/ 286061 w 1680522"/>
                <a:gd name="connsiteY39" fmla="*/ 716089 h 1374141"/>
                <a:gd name="connsiteX40" fmla="*/ 194494 w 1680522"/>
                <a:gd name="connsiteY40" fmla="*/ 662114 h 1374141"/>
                <a:gd name="connsiteX41" fmla="*/ 101276 w 1680522"/>
                <a:gd name="connsiteY41" fmla="*/ 547433 h 1374141"/>
                <a:gd name="connsiteX42" fmla="*/ 43110 w 1680522"/>
                <a:gd name="connsiteY42" fmla="*/ 514286 h 1374141"/>
                <a:gd name="connsiteX43" fmla="*/ 21393 w 1680522"/>
                <a:gd name="connsiteY43" fmla="*/ 291401 h 1374141"/>
                <a:gd name="connsiteX44" fmla="*/ 92132 w 1680522"/>
                <a:gd name="connsiteY44" fmla="*/ 233616 h 1374141"/>
                <a:gd name="connsiteX45" fmla="*/ 317938 w 1680522"/>
                <a:gd name="connsiteY45" fmla="*/ 29019 h 1374141"/>
                <a:gd name="connsiteX46" fmla="*/ 696271 w 1680522"/>
                <a:gd name="connsiteY46" fmla="*/ 19748 h 1374141"/>
                <a:gd name="connsiteX47" fmla="*/ 828732 w 1680522"/>
                <a:gd name="connsiteY47" fmla="*/ 95313 h 1374141"/>
                <a:gd name="connsiteX48" fmla="*/ 943540 w 1680522"/>
                <a:gd name="connsiteY48" fmla="*/ 237807 h 1374141"/>
                <a:gd name="connsiteX49" fmla="*/ 1016057 w 1680522"/>
                <a:gd name="connsiteY49" fmla="*/ 291020 h 1374141"/>
                <a:gd name="connsiteX50" fmla="*/ 268027 w 1680522"/>
                <a:gd name="connsiteY50" fmla="*/ 81216 h 1374141"/>
                <a:gd name="connsiteX51" fmla="*/ 98482 w 1680522"/>
                <a:gd name="connsiteY51" fmla="*/ 320103 h 1374141"/>
                <a:gd name="connsiteX52" fmla="*/ 96450 w 1680522"/>
                <a:gd name="connsiteY52" fmla="*/ 322262 h 1374141"/>
                <a:gd name="connsiteX53" fmla="*/ 202114 w 1680522"/>
                <a:gd name="connsiteY53" fmla="*/ 635063 h 1374141"/>
                <a:gd name="connsiteX54" fmla="*/ 388042 w 1680522"/>
                <a:gd name="connsiteY54" fmla="*/ 706056 h 1374141"/>
                <a:gd name="connsiteX55" fmla="*/ 691954 w 1680522"/>
                <a:gd name="connsiteY55" fmla="*/ 703516 h 1374141"/>
                <a:gd name="connsiteX56" fmla="*/ 940746 w 1680522"/>
                <a:gd name="connsiteY56" fmla="*/ 416115 h 1374141"/>
                <a:gd name="connsiteX57" fmla="*/ 834574 w 1680522"/>
                <a:gd name="connsiteY57" fmla="*/ 133159 h 1374141"/>
                <a:gd name="connsiteX58" fmla="*/ 509708 w 1680522"/>
                <a:gd name="connsiteY58" fmla="*/ 28130 h 1374141"/>
                <a:gd name="connsiteX59" fmla="*/ 268027 w 1680522"/>
                <a:gd name="connsiteY59" fmla="*/ 81216 h 1374141"/>
                <a:gd name="connsiteX60" fmla="*/ 82480 w 1680522"/>
                <a:gd name="connsiteY60" fmla="*/ 513016 h 1374141"/>
                <a:gd name="connsiteX61" fmla="*/ 77146 w 1680522"/>
                <a:gd name="connsiteY61" fmla="*/ 261556 h 1374141"/>
                <a:gd name="connsiteX62" fmla="*/ 82480 w 1680522"/>
                <a:gd name="connsiteY62" fmla="*/ 513016 h 1374141"/>
                <a:gd name="connsiteX63" fmla="*/ 950144 w 1680522"/>
                <a:gd name="connsiteY63" fmla="*/ 260032 h 1374141"/>
                <a:gd name="connsiteX64" fmla="*/ 946969 w 1680522"/>
                <a:gd name="connsiteY64" fmla="*/ 515810 h 1374141"/>
                <a:gd name="connsiteX65" fmla="*/ 950144 w 1680522"/>
                <a:gd name="connsiteY65" fmla="*/ 260032 h 1374141"/>
                <a:gd name="connsiteX66" fmla="*/ 998912 w 1680522"/>
                <a:gd name="connsiteY66" fmla="*/ 706691 h 1374141"/>
                <a:gd name="connsiteX67" fmla="*/ 967670 w 1680522"/>
                <a:gd name="connsiteY67" fmla="*/ 798639 h 1374141"/>
                <a:gd name="connsiteX68" fmla="*/ 900361 w 1680522"/>
                <a:gd name="connsiteY68" fmla="*/ 1127315 h 1374141"/>
                <a:gd name="connsiteX69" fmla="*/ 1554792 w 1680522"/>
                <a:gd name="connsiteY69" fmla="*/ 1127315 h 1374141"/>
                <a:gd name="connsiteX70" fmla="*/ 1650804 w 1680522"/>
                <a:gd name="connsiteY70" fmla="*/ 703897 h 1374141"/>
                <a:gd name="connsiteX71" fmla="*/ 1060254 w 1680522"/>
                <a:gd name="connsiteY71" fmla="*/ 702119 h 1374141"/>
                <a:gd name="connsiteX72" fmla="*/ 998912 w 1680522"/>
                <a:gd name="connsiteY72" fmla="*/ 706691 h 1374141"/>
                <a:gd name="connsiteX73" fmla="*/ 436175 w 1680522"/>
                <a:gd name="connsiteY73" fmla="*/ 729932 h 1374141"/>
                <a:gd name="connsiteX74" fmla="*/ 593528 w 1680522"/>
                <a:gd name="connsiteY74" fmla="*/ 729678 h 1374141"/>
                <a:gd name="connsiteX75" fmla="*/ 436175 w 1680522"/>
                <a:gd name="connsiteY75" fmla="*/ 729932 h 1374141"/>
                <a:gd name="connsiteX76" fmla="*/ 50857 w 1680522"/>
                <a:gd name="connsiteY76" fmla="*/ 1077277 h 1374141"/>
                <a:gd name="connsiteX77" fmla="*/ 73336 w 1680522"/>
                <a:gd name="connsiteY77" fmla="*/ 1173797 h 1374141"/>
                <a:gd name="connsiteX78" fmla="*/ 363912 w 1680522"/>
                <a:gd name="connsiteY78" fmla="*/ 1244409 h 1374141"/>
                <a:gd name="connsiteX79" fmla="*/ 380168 w 1680522"/>
                <a:gd name="connsiteY79" fmla="*/ 1215580 h 1374141"/>
                <a:gd name="connsiteX80" fmla="*/ 362515 w 1680522"/>
                <a:gd name="connsiteY80" fmla="*/ 1046924 h 1374141"/>
                <a:gd name="connsiteX81" fmla="*/ 140011 w 1680522"/>
                <a:gd name="connsiteY81" fmla="*/ 1064831 h 1374141"/>
                <a:gd name="connsiteX82" fmla="*/ 185731 w 1680522"/>
                <a:gd name="connsiteY82" fmla="*/ 1037780 h 1374141"/>
                <a:gd name="connsiteX83" fmla="*/ 220910 w 1680522"/>
                <a:gd name="connsiteY83" fmla="*/ 772477 h 1374141"/>
                <a:gd name="connsiteX84" fmla="*/ 50857 w 1680522"/>
                <a:gd name="connsiteY84" fmla="*/ 1077277 h 1374141"/>
                <a:gd name="connsiteX85" fmla="*/ 825049 w 1680522"/>
                <a:gd name="connsiteY85" fmla="*/ 782130 h 1374141"/>
                <a:gd name="connsiteX86" fmla="*/ 857307 w 1680522"/>
                <a:gd name="connsiteY86" fmla="*/ 1127315 h 1374141"/>
                <a:gd name="connsiteX87" fmla="*/ 875468 w 1680522"/>
                <a:gd name="connsiteY87" fmla="*/ 1127315 h 1374141"/>
                <a:gd name="connsiteX88" fmla="*/ 922331 w 1680522"/>
                <a:gd name="connsiteY88" fmla="*/ 884492 h 1374141"/>
                <a:gd name="connsiteX89" fmla="*/ 825049 w 1680522"/>
                <a:gd name="connsiteY89" fmla="*/ 782130 h 1374141"/>
                <a:gd name="connsiteX90" fmla="*/ 433000 w 1680522"/>
                <a:gd name="connsiteY90" fmla="*/ 929830 h 1374141"/>
                <a:gd name="connsiteX91" fmla="*/ 419538 w 1680522"/>
                <a:gd name="connsiteY91" fmla="*/ 949515 h 1374141"/>
                <a:gd name="connsiteX92" fmla="*/ 492055 w 1680522"/>
                <a:gd name="connsiteY92" fmla="*/ 961453 h 1374141"/>
                <a:gd name="connsiteX93" fmla="*/ 455860 w 1680522"/>
                <a:gd name="connsiteY93" fmla="*/ 985964 h 1374141"/>
                <a:gd name="connsiteX94" fmla="*/ 453193 w 1680522"/>
                <a:gd name="connsiteY94" fmla="*/ 1008824 h 1374141"/>
                <a:gd name="connsiteX95" fmla="*/ 526853 w 1680522"/>
                <a:gd name="connsiteY95" fmla="*/ 1050734 h 1374141"/>
                <a:gd name="connsiteX96" fmla="*/ 527361 w 1680522"/>
                <a:gd name="connsiteY96" fmla="*/ 1197546 h 1374141"/>
                <a:gd name="connsiteX97" fmla="*/ 400615 w 1680522"/>
                <a:gd name="connsiteY97" fmla="*/ 1230693 h 1374141"/>
                <a:gd name="connsiteX98" fmla="*/ 361499 w 1680522"/>
                <a:gd name="connsiteY98" fmla="*/ 1344612 h 1374141"/>
                <a:gd name="connsiteX99" fmla="*/ 590988 w 1680522"/>
                <a:gd name="connsiteY99" fmla="*/ 1350327 h 1374141"/>
                <a:gd name="connsiteX100" fmla="*/ 675698 w 1680522"/>
                <a:gd name="connsiteY100" fmla="*/ 1339024 h 1374141"/>
                <a:gd name="connsiteX101" fmla="*/ 592893 w 1680522"/>
                <a:gd name="connsiteY101" fmla="*/ 1155001 h 1374141"/>
                <a:gd name="connsiteX102" fmla="*/ 572065 w 1680522"/>
                <a:gd name="connsiteY102" fmla="*/ 1063942 h 1374141"/>
                <a:gd name="connsiteX103" fmla="*/ 607244 w 1680522"/>
                <a:gd name="connsiteY103" fmla="*/ 935418 h 1374141"/>
                <a:gd name="connsiteX104" fmla="*/ 433000 w 1680522"/>
                <a:gd name="connsiteY104" fmla="*/ 929830 h 1374141"/>
                <a:gd name="connsiteX105" fmla="*/ 416744 w 1680522"/>
                <a:gd name="connsiteY105" fmla="*/ 1043749 h 1374141"/>
                <a:gd name="connsiteX106" fmla="*/ 387788 w 1680522"/>
                <a:gd name="connsiteY106" fmla="*/ 1192086 h 1374141"/>
                <a:gd name="connsiteX107" fmla="*/ 476815 w 1680522"/>
                <a:gd name="connsiteY107" fmla="*/ 1201737 h 1374141"/>
                <a:gd name="connsiteX108" fmla="*/ 520503 w 1680522"/>
                <a:gd name="connsiteY108" fmla="*/ 1102931 h 1374141"/>
                <a:gd name="connsiteX109" fmla="*/ 416744 w 1680522"/>
                <a:gd name="connsiteY109" fmla="*/ 1043749 h 1374141"/>
                <a:gd name="connsiteX110" fmla="*/ 695382 w 1680522"/>
                <a:gd name="connsiteY110" fmla="*/ 1154620 h 1374141"/>
                <a:gd name="connsiteX111" fmla="*/ 694493 w 1680522"/>
                <a:gd name="connsiteY111" fmla="*/ 1200086 h 1374141"/>
                <a:gd name="connsiteX112" fmla="*/ 1551998 w 1680522"/>
                <a:gd name="connsiteY112" fmla="*/ 1199578 h 1374141"/>
                <a:gd name="connsiteX113" fmla="*/ 1554664 w 1680522"/>
                <a:gd name="connsiteY113" fmla="*/ 1154367 h 1374141"/>
                <a:gd name="connsiteX114" fmla="*/ 695382 w 1680522"/>
                <a:gd name="connsiteY114" fmla="*/ 1154620 h 1374141"/>
                <a:gd name="connsiteX0" fmla="*/ 1022980 w 1680522"/>
                <a:gd name="connsiteY0" fmla="*/ 378370 h 1374141"/>
                <a:gd name="connsiteX1" fmla="*/ 1012374 w 1680522"/>
                <a:gd name="connsiteY1" fmla="*/ 482917 h 1374141"/>
                <a:gd name="connsiteX2" fmla="*/ 936048 w 1680522"/>
                <a:gd name="connsiteY2" fmla="*/ 545401 h 1374141"/>
                <a:gd name="connsiteX3" fmla="*/ 742245 w 1680522"/>
                <a:gd name="connsiteY3" fmla="*/ 717486 h 1374141"/>
                <a:gd name="connsiteX4" fmla="*/ 932492 w 1680522"/>
                <a:gd name="connsiteY4" fmla="*/ 850709 h 1374141"/>
                <a:gd name="connsiteX5" fmla="*/ 1004881 w 1680522"/>
                <a:gd name="connsiteY5" fmla="*/ 677735 h 1374141"/>
                <a:gd name="connsiteX6" fmla="*/ 1183189 w 1680522"/>
                <a:gd name="connsiteY6" fmla="*/ 674306 h 1374141"/>
                <a:gd name="connsiteX7" fmla="*/ 1620197 w 1680522"/>
                <a:gd name="connsiteY7" fmla="*/ 676084 h 1374141"/>
                <a:gd name="connsiteX8" fmla="*/ 1680522 w 1680522"/>
                <a:gd name="connsiteY8" fmla="*/ 710501 h 1374141"/>
                <a:gd name="connsiteX9" fmla="*/ 1572825 w 1680522"/>
                <a:gd name="connsiteY9" fmla="*/ 1141539 h 1374141"/>
                <a:gd name="connsiteX10" fmla="*/ 1579556 w 1680522"/>
                <a:gd name="connsiteY10" fmla="*/ 1156017 h 1374141"/>
                <a:gd name="connsiteX11" fmla="*/ 1561904 w 1680522"/>
                <a:gd name="connsiteY11" fmla="*/ 1222058 h 1374141"/>
                <a:gd name="connsiteX12" fmla="*/ 1478718 w 1680522"/>
                <a:gd name="connsiteY12" fmla="*/ 1225614 h 1374141"/>
                <a:gd name="connsiteX13" fmla="*/ 704273 w 1680522"/>
                <a:gd name="connsiteY13" fmla="*/ 1225105 h 1374141"/>
                <a:gd name="connsiteX14" fmla="*/ 675189 w 1680522"/>
                <a:gd name="connsiteY14" fmla="*/ 1131380 h 1374141"/>
                <a:gd name="connsiteX15" fmla="*/ 834067 w 1680522"/>
                <a:gd name="connsiteY15" fmla="*/ 1127315 h 1374141"/>
                <a:gd name="connsiteX16" fmla="*/ 789743 w 1680522"/>
                <a:gd name="connsiteY16" fmla="*/ 764476 h 1374141"/>
                <a:gd name="connsiteX17" fmla="*/ 757612 w 1680522"/>
                <a:gd name="connsiteY17" fmla="*/ 750506 h 1374141"/>
                <a:gd name="connsiteX18" fmla="*/ 667696 w 1680522"/>
                <a:gd name="connsiteY18" fmla="*/ 730821 h 1374141"/>
                <a:gd name="connsiteX19" fmla="*/ 514788 w 1680522"/>
                <a:gd name="connsiteY19" fmla="*/ 774382 h 1374141"/>
                <a:gd name="connsiteX20" fmla="*/ 348672 w 1680522"/>
                <a:gd name="connsiteY20" fmla="*/ 730694 h 1374141"/>
                <a:gd name="connsiteX21" fmla="*/ 253295 w 1680522"/>
                <a:gd name="connsiteY21" fmla="*/ 756221 h 1374141"/>
                <a:gd name="connsiteX22" fmla="*/ 247580 w 1680522"/>
                <a:gd name="connsiteY22" fmla="*/ 778065 h 1374141"/>
                <a:gd name="connsiteX23" fmla="*/ 210623 w 1680522"/>
                <a:gd name="connsiteY23" fmla="*/ 1037526 h 1374141"/>
                <a:gd name="connsiteX24" fmla="*/ 430206 w 1680522"/>
                <a:gd name="connsiteY24" fmla="*/ 1017080 h 1374141"/>
                <a:gd name="connsiteX25" fmla="*/ 426142 w 1680522"/>
                <a:gd name="connsiteY25" fmla="*/ 983424 h 1374141"/>
                <a:gd name="connsiteX26" fmla="*/ 411918 w 1680522"/>
                <a:gd name="connsiteY26" fmla="*/ 910145 h 1374141"/>
                <a:gd name="connsiteX27" fmla="*/ 511994 w 1680522"/>
                <a:gd name="connsiteY27" fmla="*/ 901001 h 1374141"/>
                <a:gd name="connsiteX28" fmla="*/ 579939 w 1680522"/>
                <a:gd name="connsiteY28" fmla="*/ 902144 h 1374141"/>
                <a:gd name="connsiteX29" fmla="*/ 629215 w 1680522"/>
                <a:gd name="connsiteY29" fmla="*/ 936942 h 1374141"/>
                <a:gd name="connsiteX30" fmla="*/ 596957 w 1680522"/>
                <a:gd name="connsiteY30" fmla="*/ 1011872 h 1374141"/>
                <a:gd name="connsiteX31" fmla="*/ 611308 w 1680522"/>
                <a:gd name="connsiteY31" fmla="*/ 1130617 h 1374141"/>
                <a:gd name="connsiteX32" fmla="*/ 697542 w 1680522"/>
                <a:gd name="connsiteY32" fmla="*/ 1306512 h 1374141"/>
                <a:gd name="connsiteX33" fmla="*/ 680650 w 1680522"/>
                <a:gd name="connsiteY33" fmla="*/ 1371155 h 1374141"/>
                <a:gd name="connsiteX34" fmla="*/ 400869 w 1680522"/>
                <a:gd name="connsiteY34" fmla="*/ 1373695 h 1374141"/>
                <a:gd name="connsiteX35" fmla="*/ 339655 w 1680522"/>
                <a:gd name="connsiteY35" fmla="*/ 1354264 h 1374141"/>
                <a:gd name="connsiteX36" fmla="*/ 349053 w 1680522"/>
                <a:gd name="connsiteY36" fmla="*/ 1267015 h 1374141"/>
                <a:gd name="connsiteX37" fmla="*/ 40443 w 1680522"/>
                <a:gd name="connsiteY37" fmla="*/ 1163002 h 1374141"/>
                <a:gd name="connsiteX38" fmla="*/ 94672 w 1680522"/>
                <a:gd name="connsiteY38" fmla="*/ 875347 h 1374141"/>
                <a:gd name="connsiteX39" fmla="*/ 286061 w 1680522"/>
                <a:gd name="connsiteY39" fmla="*/ 716089 h 1374141"/>
                <a:gd name="connsiteX40" fmla="*/ 194494 w 1680522"/>
                <a:gd name="connsiteY40" fmla="*/ 662114 h 1374141"/>
                <a:gd name="connsiteX41" fmla="*/ 101276 w 1680522"/>
                <a:gd name="connsiteY41" fmla="*/ 547433 h 1374141"/>
                <a:gd name="connsiteX42" fmla="*/ 43110 w 1680522"/>
                <a:gd name="connsiteY42" fmla="*/ 514286 h 1374141"/>
                <a:gd name="connsiteX43" fmla="*/ 21393 w 1680522"/>
                <a:gd name="connsiteY43" fmla="*/ 291401 h 1374141"/>
                <a:gd name="connsiteX44" fmla="*/ 92132 w 1680522"/>
                <a:gd name="connsiteY44" fmla="*/ 233616 h 1374141"/>
                <a:gd name="connsiteX45" fmla="*/ 317938 w 1680522"/>
                <a:gd name="connsiteY45" fmla="*/ 29019 h 1374141"/>
                <a:gd name="connsiteX46" fmla="*/ 696271 w 1680522"/>
                <a:gd name="connsiteY46" fmla="*/ 19748 h 1374141"/>
                <a:gd name="connsiteX47" fmla="*/ 828732 w 1680522"/>
                <a:gd name="connsiteY47" fmla="*/ 95313 h 1374141"/>
                <a:gd name="connsiteX48" fmla="*/ 943540 w 1680522"/>
                <a:gd name="connsiteY48" fmla="*/ 237807 h 1374141"/>
                <a:gd name="connsiteX49" fmla="*/ 1016057 w 1680522"/>
                <a:gd name="connsiteY49" fmla="*/ 291020 h 1374141"/>
                <a:gd name="connsiteX50" fmla="*/ 268027 w 1680522"/>
                <a:gd name="connsiteY50" fmla="*/ 81216 h 1374141"/>
                <a:gd name="connsiteX51" fmla="*/ 98482 w 1680522"/>
                <a:gd name="connsiteY51" fmla="*/ 320103 h 1374141"/>
                <a:gd name="connsiteX52" fmla="*/ 96450 w 1680522"/>
                <a:gd name="connsiteY52" fmla="*/ 322262 h 1374141"/>
                <a:gd name="connsiteX53" fmla="*/ 202114 w 1680522"/>
                <a:gd name="connsiteY53" fmla="*/ 635063 h 1374141"/>
                <a:gd name="connsiteX54" fmla="*/ 388042 w 1680522"/>
                <a:gd name="connsiteY54" fmla="*/ 706056 h 1374141"/>
                <a:gd name="connsiteX55" fmla="*/ 691954 w 1680522"/>
                <a:gd name="connsiteY55" fmla="*/ 703516 h 1374141"/>
                <a:gd name="connsiteX56" fmla="*/ 940746 w 1680522"/>
                <a:gd name="connsiteY56" fmla="*/ 416115 h 1374141"/>
                <a:gd name="connsiteX57" fmla="*/ 834574 w 1680522"/>
                <a:gd name="connsiteY57" fmla="*/ 133159 h 1374141"/>
                <a:gd name="connsiteX58" fmla="*/ 509708 w 1680522"/>
                <a:gd name="connsiteY58" fmla="*/ 28130 h 1374141"/>
                <a:gd name="connsiteX59" fmla="*/ 268027 w 1680522"/>
                <a:gd name="connsiteY59" fmla="*/ 81216 h 1374141"/>
                <a:gd name="connsiteX60" fmla="*/ 82480 w 1680522"/>
                <a:gd name="connsiteY60" fmla="*/ 513016 h 1374141"/>
                <a:gd name="connsiteX61" fmla="*/ 77146 w 1680522"/>
                <a:gd name="connsiteY61" fmla="*/ 261556 h 1374141"/>
                <a:gd name="connsiteX62" fmla="*/ 82480 w 1680522"/>
                <a:gd name="connsiteY62" fmla="*/ 513016 h 1374141"/>
                <a:gd name="connsiteX63" fmla="*/ 950144 w 1680522"/>
                <a:gd name="connsiteY63" fmla="*/ 260032 h 1374141"/>
                <a:gd name="connsiteX64" fmla="*/ 946969 w 1680522"/>
                <a:gd name="connsiteY64" fmla="*/ 515810 h 1374141"/>
                <a:gd name="connsiteX65" fmla="*/ 950144 w 1680522"/>
                <a:gd name="connsiteY65" fmla="*/ 260032 h 1374141"/>
                <a:gd name="connsiteX66" fmla="*/ 998912 w 1680522"/>
                <a:gd name="connsiteY66" fmla="*/ 706691 h 1374141"/>
                <a:gd name="connsiteX67" fmla="*/ 967670 w 1680522"/>
                <a:gd name="connsiteY67" fmla="*/ 798639 h 1374141"/>
                <a:gd name="connsiteX68" fmla="*/ 900361 w 1680522"/>
                <a:gd name="connsiteY68" fmla="*/ 1127315 h 1374141"/>
                <a:gd name="connsiteX69" fmla="*/ 1554792 w 1680522"/>
                <a:gd name="connsiteY69" fmla="*/ 1127315 h 1374141"/>
                <a:gd name="connsiteX70" fmla="*/ 1650804 w 1680522"/>
                <a:gd name="connsiteY70" fmla="*/ 703897 h 1374141"/>
                <a:gd name="connsiteX71" fmla="*/ 1060254 w 1680522"/>
                <a:gd name="connsiteY71" fmla="*/ 702119 h 1374141"/>
                <a:gd name="connsiteX72" fmla="*/ 998912 w 1680522"/>
                <a:gd name="connsiteY72" fmla="*/ 706691 h 1374141"/>
                <a:gd name="connsiteX73" fmla="*/ 436175 w 1680522"/>
                <a:gd name="connsiteY73" fmla="*/ 729932 h 1374141"/>
                <a:gd name="connsiteX74" fmla="*/ 593528 w 1680522"/>
                <a:gd name="connsiteY74" fmla="*/ 729678 h 1374141"/>
                <a:gd name="connsiteX75" fmla="*/ 436175 w 1680522"/>
                <a:gd name="connsiteY75" fmla="*/ 729932 h 1374141"/>
                <a:gd name="connsiteX76" fmla="*/ 50857 w 1680522"/>
                <a:gd name="connsiteY76" fmla="*/ 1077277 h 1374141"/>
                <a:gd name="connsiteX77" fmla="*/ 73336 w 1680522"/>
                <a:gd name="connsiteY77" fmla="*/ 1173797 h 1374141"/>
                <a:gd name="connsiteX78" fmla="*/ 363912 w 1680522"/>
                <a:gd name="connsiteY78" fmla="*/ 1244409 h 1374141"/>
                <a:gd name="connsiteX79" fmla="*/ 380168 w 1680522"/>
                <a:gd name="connsiteY79" fmla="*/ 1215580 h 1374141"/>
                <a:gd name="connsiteX80" fmla="*/ 362515 w 1680522"/>
                <a:gd name="connsiteY80" fmla="*/ 1046924 h 1374141"/>
                <a:gd name="connsiteX81" fmla="*/ 140011 w 1680522"/>
                <a:gd name="connsiteY81" fmla="*/ 1064831 h 1374141"/>
                <a:gd name="connsiteX82" fmla="*/ 185731 w 1680522"/>
                <a:gd name="connsiteY82" fmla="*/ 1037780 h 1374141"/>
                <a:gd name="connsiteX83" fmla="*/ 220910 w 1680522"/>
                <a:gd name="connsiteY83" fmla="*/ 772477 h 1374141"/>
                <a:gd name="connsiteX84" fmla="*/ 50857 w 1680522"/>
                <a:gd name="connsiteY84" fmla="*/ 1077277 h 1374141"/>
                <a:gd name="connsiteX85" fmla="*/ 825049 w 1680522"/>
                <a:gd name="connsiteY85" fmla="*/ 782130 h 1374141"/>
                <a:gd name="connsiteX86" fmla="*/ 857307 w 1680522"/>
                <a:gd name="connsiteY86" fmla="*/ 1127315 h 1374141"/>
                <a:gd name="connsiteX87" fmla="*/ 875468 w 1680522"/>
                <a:gd name="connsiteY87" fmla="*/ 1127315 h 1374141"/>
                <a:gd name="connsiteX88" fmla="*/ 922331 w 1680522"/>
                <a:gd name="connsiteY88" fmla="*/ 884492 h 1374141"/>
                <a:gd name="connsiteX89" fmla="*/ 825049 w 1680522"/>
                <a:gd name="connsiteY89" fmla="*/ 782130 h 1374141"/>
                <a:gd name="connsiteX90" fmla="*/ 433000 w 1680522"/>
                <a:gd name="connsiteY90" fmla="*/ 929830 h 1374141"/>
                <a:gd name="connsiteX91" fmla="*/ 419538 w 1680522"/>
                <a:gd name="connsiteY91" fmla="*/ 949515 h 1374141"/>
                <a:gd name="connsiteX92" fmla="*/ 492055 w 1680522"/>
                <a:gd name="connsiteY92" fmla="*/ 961453 h 1374141"/>
                <a:gd name="connsiteX93" fmla="*/ 455860 w 1680522"/>
                <a:gd name="connsiteY93" fmla="*/ 985964 h 1374141"/>
                <a:gd name="connsiteX94" fmla="*/ 453193 w 1680522"/>
                <a:gd name="connsiteY94" fmla="*/ 1008824 h 1374141"/>
                <a:gd name="connsiteX95" fmla="*/ 526853 w 1680522"/>
                <a:gd name="connsiteY95" fmla="*/ 1050734 h 1374141"/>
                <a:gd name="connsiteX96" fmla="*/ 527361 w 1680522"/>
                <a:gd name="connsiteY96" fmla="*/ 1197546 h 1374141"/>
                <a:gd name="connsiteX97" fmla="*/ 400615 w 1680522"/>
                <a:gd name="connsiteY97" fmla="*/ 1230693 h 1374141"/>
                <a:gd name="connsiteX98" fmla="*/ 361499 w 1680522"/>
                <a:gd name="connsiteY98" fmla="*/ 1344612 h 1374141"/>
                <a:gd name="connsiteX99" fmla="*/ 590988 w 1680522"/>
                <a:gd name="connsiteY99" fmla="*/ 1350327 h 1374141"/>
                <a:gd name="connsiteX100" fmla="*/ 675698 w 1680522"/>
                <a:gd name="connsiteY100" fmla="*/ 1339024 h 1374141"/>
                <a:gd name="connsiteX101" fmla="*/ 592893 w 1680522"/>
                <a:gd name="connsiteY101" fmla="*/ 1155001 h 1374141"/>
                <a:gd name="connsiteX102" fmla="*/ 572065 w 1680522"/>
                <a:gd name="connsiteY102" fmla="*/ 1063942 h 1374141"/>
                <a:gd name="connsiteX103" fmla="*/ 607244 w 1680522"/>
                <a:gd name="connsiteY103" fmla="*/ 935418 h 1374141"/>
                <a:gd name="connsiteX104" fmla="*/ 433000 w 1680522"/>
                <a:gd name="connsiteY104" fmla="*/ 929830 h 1374141"/>
                <a:gd name="connsiteX105" fmla="*/ 416744 w 1680522"/>
                <a:gd name="connsiteY105" fmla="*/ 1043749 h 1374141"/>
                <a:gd name="connsiteX106" fmla="*/ 387788 w 1680522"/>
                <a:gd name="connsiteY106" fmla="*/ 1192086 h 1374141"/>
                <a:gd name="connsiteX107" fmla="*/ 476815 w 1680522"/>
                <a:gd name="connsiteY107" fmla="*/ 1201737 h 1374141"/>
                <a:gd name="connsiteX108" fmla="*/ 520503 w 1680522"/>
                <a:gd name="connsiteY108" fmla="*/ 1102931 h 1374141"/>
                <a:gd name="connsiteX109" fmla="*/ 416744 w 1680522"/>
                <a:gd name="connsiteY109" fmla="*/ 1043749 h 1374141"/>
                <a:gd name="connsiteX110" fmla="*/ 695382 w 1680522"/>
                <a:gd name="connsiteY110" fmla="*/ 1154620 h 1374141"/>
                <a:gd name="connsiteX111" fmla="*/ 694493 w 1680522"/>
                <a:gd name="connsiteY111" fmla="*/ 1200086 h 1374141"/>
                <a:gd name="connsiteX112" fmla="*/ 1551998 w 1680522"/>
                <a:gd name="connsiteY112" fmla="*/ 1199578 h 1374141"/>
                <a:gd name="connsiteX113" fmla="*/ 1554664 w 1680522"/>
                <a:gd name="connsiteY113" fmla="*/ 1154367 h 1374141"/>
                <a:gd name="connsiteX114" fmla="*/ 695382 w 1680522"/>
                <a:gd name="connsiteY114" fmla="*/ 1154620 h 1374141"/>
                <a:gd name="connsiteX0" fmla="*/ 1038799 w 1680522"/>
                <a:gd name="connsiteY0" fmla="*/ 394189 h 1374141"/>
                <a:gd name="connsiteX1" fmla="*/ 1012374 w 1680522"/>
                <a:gd name="connsiteY1" fmla="*/ 482917 h 1374141"/>
                <a:gd name="connsiteX2" fmla="*/ 936048 w 1680522"/>
                <a:gd name="connsiteY2" fmla="*/ 545401 h 1374141"/>
                <a:gd name="connsiteX3" fmla="*/ 742245 w 1680522"/>
                <a:gd name="connsiteY3" fmla="*/ 717486 h 1374141"/>
                <a:gd name="connsiteX4" fmla="*/ 932492 w 1680522"/>
                <a:gd name="connsiteY4" fmla="*/ 850709 h 1374141"/>
                <a:gd name="connsiteX5" fmla="*/ 1004881 w 1680522"/>
                <a:gd name="connsiteY5" fmla="*/ 677735 h 1374141"/>
                <a:gd name="connsiteX6" fmla="*/ 1183189 w 1680522"/>
                <a:gd name="connsiteY6" fmla="*/ 674306 h 1374141"/>
                <a:gd name="connsiteX7" fmla="*/ 1620197 w 1680522"/>
                <a:gd name="connsiteY7" fmla="*/ 676084 h 1374141"/>
                <a:gd name="connsiteX8" fmla="*/ 1680522 w 1680522"/>
                <a:gd name="connsiteY8" fmla="*/ 710501 h 1374141"/>
                <a:gd name="connsiteX9" fmla="*/ 1572825 w 1680522"/>
                <a:gd name="connsiteY9" fmla="*/ 1141539 h 1374141"/>
                <a:gd name="connsiteX10" fmla="*/ 1579556 w 1680522"/>
                <a:gd name="connsiteY10" fmla="*/ 1156017 h 1374141"/>
                <a:gd name="connsiteX11" fmla="*/ 1561904 w 1680522"/>
                <a:gd name="connsiteY11" fmla="*/ 1222058 h 1374141"/>
                <a:gd name="connsiteX12" fmla="*/ 1478718 w 1680522"/>
                <a:gd name="connsiteY12" fmla="*/ 1225614 h 1374141"/>
                <a:gd name="connsiteX13" fmla="*/ 704273 w 1680522"/>
                <a:gd name="connsiteY13" fmla="*/ 1225105 h 1374141"/>
                <a:gd name="connsiteX14" fmla="*/ 675189 w 1680522"/>
                <a:gd name="connsiteY14" fmla="*/ 1131380 h 1374141"/>
                <a:gd name="connsiteX15" fmla="*/ 834067 w 1680522"/>
                <a:gd name="connsiteY15" fmla="*/ 1127315 h 1374141"/>
                <a:gd name="connsiteX16" fmla="*/ 789743 w 1680522"/>
                <a:gd name="connsiteY16" fmla="*/ 764476 h 1374141"/>
                <a:gd name="connsiteX17" fmla="*/ 757612 w 1680522"/>
                <a:gd name="connsiteY17" fmla="*/ 750506 h 1374141"/>
                <a:gd name="connsiteX18" fmla="*/ 667696 w 1680522"/>
                <a:gd name="connsiteY18" fmla="*/ 730821 h 1374141"/>
                <a:gd name="connsiteX19" fmla="*/ 514788 w 1680522"/>
                <a:gd name="connsiteY19" fmla="*/ 774382 h 1374141"/>
                <a:gd name="connsiteX20" fmla="*/ 348672 w 1680522"/>
                <a:gd name="connsiteY20" fmla="*/ 730694 h 1374141"/>
                <a:gd name="connsiteX21" fmla="*/ 253295 w 1680522"/>
                <a:gd name="connsiteY21" fmla="*/ 756221 h 1374141"/>
                <a:gd name="connsiteX22" fmla="*/ 247580 w 1680522"/>
                <a:gd name="connsiteY22" fmla="*/ 778065 h 1374141"/>
                <a:gd name="connsiteX23" fmla="*/ 210623 w 1680522"/>
                <a:gd name="connsiteY23" fmla="*/ 1037526 h 1374141"/>
                <a:gd name="connsiteX24" fmla="*/ 430206 w 1680522"/>
                <a:gd name="connsiteY24" fmla="*/ 1017080 h 1374141"/>
                <a:gd name="connsiteX25" fmla="*/ 426142 w 1680522"/>
                <a:gd name="connsiteY25" fmla="*/ 983424 h 1374141"/>
                <a:gd name="connsiteX26" fmla="*/ 411918 w 1680522"/>
                <a:gd name="connsiteY26" fmla="*/ 910145 h 1374141"/>
                <a:gd name="connsiteX27" fmla="*/ 511994 w 1680522"/>
                <a:gd name="connsiteY27" fmla="*/ 901001 h 1374141"/>
                <a:gd name="connsiteX28" fmla="*/ 579939 w 1680522"/>
                <a:gd name="connsiteY28" fmla="*/ 902144 h 1374141"/>
                <a:gd name="connsiteX29" fmla="*/ 629215 w 1680522"/>
                <a:gd name="connsiteY29" fmla="*/ 936942 h 1374141"/>
                <a:gd name="connsiteX30" fmla="*/ 596957 w 1680522"/>
                <a:gd name="connsiteY30" fmla="*/ 1011872 h 1374141"/>
                <a:gd name="connsiteX31" fmla="*/ 611308 w 1680522"/>
                <a:gd name="connsiteY31" fmla="*/ 1130617 h 1374141"/>
                <a:gd name="connsiteX32" fmla="*/ 697542 w 1680522"/>
                <a:gd name="connsiteY32" fmla="*/ 1306512 h 1374141"/>
                <a:gd name="connsiteX33" fmla="*/ 680650 w 1680522"/>
                <a:gd name="connsiteY33" fmla="*/ 1371155 h 1374141"/>
                <a:gd name="connsiteX34" fmla="*/ 400869 w 1680522"/>
                <a:gd name="connsiteY34" fmla="*/ 1373695 h 1374141"/>
                <a:gd name="connsiteX35" fmla="*/ 339655 w 1680522"/>
                <a:gd name="connsiteY35" fmla="*/ 1354264 h 1374141"/>
                <a:gd name="connsiteX36" fmla="*/ 349053 w 1680522"/>
                <a:gd name="connsiteY36" fmla="*/ 1267015 h 1374141"/>
                <a:gd name="connsiteX37" fmla="*/ 40443 w 1680522"/>
                <a:gd name="connsiteY37" fmla="*/ 1163002 h 1374141"/>
                <a:gd name="connsiteX38" fmla="*/ 94672 w 1680522"/>
                <a:gd name="connsiteY38" fmla="*/ 875347 h 1374141"/>
                <a:gd name="connsiteX39" fmla="*/ 286061 w 1680522"/>
                <a:gd name="connsiteY39" fmla="*/ 716089 h 1374141"/>
                <a:gd name="connsiteX40" fmla="*/ 194494 w 1680522"/>
                <a:gd name="connsiteY40" fmla="*/ 662114 h 1374141"/>
                <a:gd name="connsiteX41" fmla="*/ 101276 w 1680522"/>
                <a:gd name="connsiteY41" fmla="*/ 547433 h 1374141"/>
                <a:gd name="connsiteX42" fmla="*/ 43110 w 1680522"/>
                <a:gd name="connsiteY42" fmla="*/ 514286 h 1374141"/>
                <a:gd name="connsiteX43" fmla="*/ 21393 w 1680522"/>
                <a:gd name="connsiteY43" fmla="*/ 291401 h 1374141"/>
                <a:gd name="connsiteX44" fmla="*/ 92132 w 1680522"/>
                <a:gd name="connsiteY44" fmla="*/ 233616 h 1374141"/>
                <a:gd name="connsiteX45" fmla="*/ 317938 w 1680522"/>
                <a:gd name="connsiteY45" fmla="*/ 29019 h 1374141"/>
                <a:gd name="connsiteX46" fmla="*/ 696271 w 1680522"/>
                <a:gd name="connsiteY46" fmla="*/ 19748 h 1374141"/>
                <a:gd name="connsiteX47" fmla="*/ 828732 w 1680522"/>
                <a:gd name="connsiteY47" fmla="*/ 95313 h 1374141"/>
                <a:gd name="connsiteX48" fmla="*/ 943540 w 1680522"/>
                <a:gd name="connsiteY48" fmla="*/ 237807 h 1374141"/>
                <a:gd name="connsiteX49" fmla="*/ 1016057 w 1680522"/>
                <a:gd name="connsiteY49" fmla="*/ 291020 h 1374141"/>
                <a:gd name="connsiteX50" fmla="*/ 268027 w 1680522"/>
                <a:gd name="connsiteY50" fmla="*/ 81216 h 1374141"/>
                <a:gd name="connsiteX51" fmla="*/ 98482 w 1680522"/>
                <a:gd name="connsiteY51" fmla="*/ 320103 h 1374141"/>
                <a:gd name="connsiteX52" fmla="*/ 96450 w 1680522"/>
                <a:gd name="connsiteY52" fmla="*/ 322262 h 1374141"/>
                <a:gd name="connsiteX53" fmla="*/ 202114 w 1680522"/>
                <a:gd name="connsiteY53" fmla="*/ 635063 h 1374141"/>
                <a:gd name="connsiteX54" fmla="*/ 388042 w 1680522"/>
                <a:gd name="connsiteY54" fmla="*/ 706056 h 1374141"/>
                <a:gd name="connsiteX55" fmla="*/ 691954 w 1680522"/>
                <a:gd name="connsiteY55" fmla="*/ 703516 h 1374141"/>
                <a:gd name="connsiteX56" fmla="*/ 940746 w 1680522"/>
                <a:gd name="connsiteY56" fmla="*/ 416115 h 1374141"/>
                <a:gd name="connsiteX57" fmla="*/ 834574 w 1680522"/>
                <a:gd name="connsiteY57" fmla="*/ 133159 h 1374141"/>
                <a:gd name="connsiteX58" fmla="*/ 509708 w 1680522"/>
                <a:gd name="connsiteY58" fmla="*/ 28130 h 1374141"/>
                <a:gd name="connsiteX59" fmla="*/ 268027 w 1680522"/>
                <a:gd name="connsiteY59" fmla="*/ 81216 h 1374141"/>
                <a:gd name="connsiteX60" fmla="*/ 82480 w 1680522"/>
                <a:gd name="connsiteY60" fmla="*/ 513016 h 1374141"/>
                <a:gd name="connsiteX61" fmla="*/ 77146 w 1680522"/>
                <a:gd name="connsiteY61" fmla="*/ 261556 h 1374141"/>
                <a:gd name="connsiteX62" fmla="*/ 82480 w 1680522"/>
                <a:gd name="connsiteY62" fmla="*/ 513016 h 1374141"/>
                <a:gd name="connsiteX63" fmla="*/ 950144 w 1680522"/>
                <a:gd name="connsiteY63" fmla="*/ 260032 h 1374141"/>
                <a:gd name="connsiteX64" fmla="*/ 946969 w 1680522"/>
                <a:gd name="connsiteY64" fmla="*/ 515810 h 1374141"/>
                <a:gd name="connsiteX65" fmla="*/ 950144 w 1680522"/>
                <a:gd name="connsiteY65" fmla="*/ 260032 h 1374141"/>
                <a:gd name="connsiteX66" fmla="*/ 998912 w 1680522"/>
                <a:gd name="connsiteY66" fmla="*/ 706691 h 1374141"/>
                <a:gd name="connsiteX67" fmla="*/ 967670 w 1680522"/>
                <a:gd name="connsiteY67" fmla="*/ 798639 h 1374141"/>
                <a:gd name="connsiteX68" fmla="*/ 900361 w 1680522"/>
                <a:gd name="connsiteY68" fmla="*/ 1127315 h 1374141"/>
                <a:gd name="connsiteX69" fmla="*/ 1554792 w 1680522"/>
                <a:gd name="connsiteY69" fmla="*/ 1127315 h 1374141"/>
                <a:gd name="connsiteX70" fmla="*/ 1650804 w 1680522"/>
                <a:gd name="connsiteY70" fmla="*/ 703897 h 1374141"/>
                <a:gd name="connsiteX71" fmla="*/ 1060254 w 1680522"/>
                <a:gd name="connsiteY71" fmla="*/ 702119 h 1374141"/>
                <a:gd name="connsiteX72" fmla="*/ 998912 w 1680522"/>
                <a:gd name="connsiteY72" fmla="*/ 706691 h 1374141"/>
                <a:gd name="connsiteX73" fmla="*/ 436175 w 1680522"/>
                <a:gd name="connsiteY73" fmla="*/ 729932 h 1374141"/>
                <a:gd name="connsiteX74" fmla="*/ 593528 w 1680522"/>
                <a:gd name="connsiteY74" fmla="*/ 729678 h 1374141"/>
                <a:gd name="connsiteX75" fmla="*/ 436175 w 1680522"/>
                <a:gd name="connsiteY75" fmla="*/ 729932 h 1374141"/>
                <a:gd name="connsiteX76" fmla="*/ 50857 w 1680522"/>
                <a:gd name="connsiteY76" fmla="*/ 1077277 h 1374141"/>
                <a:gd name="connsiteX77" fmla="*/ 73336 w 1680522"/>
                <a:gd name="connsiteY77" fmla="*/ 1173797 h 1374141"/>
                <a:gd name="connsiteX78" fmla="*/ 363912 w 1680522"/>
                <a:gd name="connsiteY78" fmla="*/ 1244409 h 1374141"/>
                <a:gd name="connsiteX79" fmla="*/ 380168 w 1680522"/>
                <a:gd name="connsiteY79" fmla="*/ 1215580 h 1374141"/>
                <a:gd name="connsiteX80" fmla="*/ 362515 w 1680522"/>
                <a:gd name="connsiteY80" fmla="*/ 1046924 h 1374141"/>
                <a:gd name="connsiteX81" fmla="*/ 140011 w 1680522"/>
                <a:gd name="connsiteY81" fmla="*/ 1064831 h 1374141"/>
                <a:gd name="connsiteX82" fmla="*/ 185731 w 1680522"/>
                <a:gd name="connsiteY82" fmla="*/ 1037780 h 1374141"/>
                <a:gd name="connsiteX83" fmla="*/ 220910 w 1680522"/>
                <a:gd name="connsiteY83" fmla="*/ 772477 h 1374141"/>
                <a:gd name="connsiteX84" fmla="*/ 50857 w 1680522"/>
                <a:gd name="connsiteY84" fmla="*/ 1077277 h 1374141"/>
                <a:gd name="connsiteX85" fmla="*/ 825049 w 1680522"/>
                <a:gd name="connsiteY85" fmla="*/ 782130 h 1374141"/>
                <a:gd name="connsiteX86" fmla="*/ 857307 w 1680522"/>
                <a:gd name="connsiteY86" fmla="*/ 1127315 h 1374141"/>
                <a:gd name="connsiteX87" fmla="*/ 875468 w 1680522"/>
                <a:gd name="connsiteY87" fmla="*/ 1127315 h 1374141"/>
                <a:gd name="connsiteX88" fmla="*/ 922331 w 1680522"/>
                <a:gd name="connsiteY88" fmla="*/ 884492 h 1374141"/>
                <a:gd name="connsiteX89" fmla="*/ 825049 w 1680522"/>
                <a:gd name="connsiteY89" fmla="*/ 782130 h 1374141"/>
                <a:gd name="connsiteX90" fmla="*/ 433000 w 1680522"/>
                <a:gd name="connsiteY90" fmla="*/ 929830 h 1374141"/>
                <a:gd name="connsiteX91" fmla="*/ 419538 w 1680522"/>
                <a:gd name="connsiteY91" fmla="*/ 949515 h 1374141"/>
                <a:gd name="connsiteX92" fmla="*/ 492055 w 1680522"/>
                <a:gd name="connsiteY92" fmla="*/ 961453 h 1374141"/>
                <a:gd name="connsiteX93" fmla="*/ 455860 w 1680522"/>
                <a:gd name="connsiteY93" fmla="*/ 985964 h 1374141"/>
                <a:gd name="connsiteX94" fmla="*/ 453193 w 1680522"/>
                <a:gd name="connsiteY94" fmla="*/ 1008824 h 1374141"/>
                <a:gd name="connsiteX95" fmla="*/ 526853 w 1680522"/>
                <a:gd name="connsiteY95" fmla="*/ 1050734 h 1374141"/>
                <a:gd name="connsiteX96" fmla="*/ 527361 w 1680522"/>
                <a:gd name="connsiteY96" fmla="*/ 1197546 h 1374141"/>
                <a:gd name="connsiteX97" fmla="*/ 400615 w 1680522"/>
                <a:gd name="connsiteY97" fmla="*/ 1230693 h 1374141"/>
                <a:gd name="connsiteX98" fmla="*/ 361499 w 1680522"/>
                <a:gd name="connsiteY98" fmla="*/ 1344612 h 1374141"/>
                <a:gd name="connsiteX99" fmla="*/ 590988 w 1680522"/>
                <a:gd name="connsiteY99" fmla="*/ 1350327 h 1374141"/>
                <a:gd name="connsiteX100" fmla="*/ 675698 w 1680522"/>
                <a:gd name="connsiteY100" fmla="*/ 1339024 h 1374141"/>
                <a:gd name="connsiteX101" fmla="*/ 592893 w 1680522"/>
                <a:gd name="connsiteY101" fmla="*/ 1155001 h 1374141"/>
                <a:gd name="connsiteX102" fmla="*/ 572065 w 1680522"/>
                <a:gd name="connsiteY102" fmla="*/ 1063942 h 1374141"/>
                <a:gd name="connsiteX103" fmla="*/ 607244 w 1680522"/>
                <a:gd name="connsiteY103" fmla="*/ 935418 h 1374141"/>
                <a:gd name="connsiteX104" fmla="*/ 433000 w 1680522"/>
                <a:gd name="connsiteY104" fmla="*/ 929830 h 1374141"/>
                <a:gd name="connsiteX105" fmla="*/ 416744 w 1680522"/>
                <a:gd name="connsiteY105" fmla="*/ 1043749 h 1374141"/>
                <a:gd name="connsiteX106" fmla="*/ 387788 w 1680522"/>
                <a:gd name="connsiteY106" fmla="*/ 1192086 h 1374141"/>
                <a:gd name="connsiteX107" fmla="*/ 476815 w 1680522"/>
                <a:gd name="connsiteY107" fmla="*/ 1201737 h 1374141"/>
                <a:gd name="connsiteX108" fmla="*/ 520503 w 1680522"/>
                <a:gd name="connsiteY108" fmla="*/ 1102931 h 1374141"/>
                <a:gd name="connsiteX109" fmla="*/ 416744 w 1680522"/>
                <a:gd name="connsiteY109" fmla="*/ 1043749 h 1374141"/>
                <a:gd name="connsiteX110" fmla="*/ 695382 w 1680522"/>
                <a:gd name="connsiteY110" fmla="*/ 1154620 h 1374141"/>
                <a:gd name="connsiteX111" fmla="*/ 694493 w 1680522"/>
                <a:gd name="connsiteY111" fmla="*/ 1200086 h 1374141"/>
                <a:gd name="connsiteX112" fmla="*/ 1551998 w 1680522"/>
                <a:gd name="connsiteY112" fmla="*/ 1199578 h 1374141"/>
                <a:gd name="connsiteX113" fmla="*/ 1554664 w 1680522"/>
                <a:gd name="connsiteY113" fmla="*/ 1154367 h 1374141"/>
                <a:gd name="connsiteX114" fmla="*/ 695382 w 1680522"/>
                <a:gd name="connsiteY114" fmla="*/ 1154620 h 1374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680522" h="1374141">
                  <a:moveTo>
                    <a:pt x="1038799" y="394189"/>
                  </a:moveTo>
                  <a:cubicBezTo>
                    <a:pt x="1034862" y="364090"/>
                    <a:pt x="1011739" y="513143"/>
                    <a:pt x="1012374" y="482917"/>
                  </a:cubicBezTo>
                  <a:cubicBezTo>
                    <a:pt x="994721" y="512127"/>
                    <a:pt x="966908" y="531812"/>
                    <a:pt x="936048" y="545401"/>
                  </a:cubicBezTo>
                  <a:cubicBezTo>
                    <a:pt x="893756" y="623506"/>
                    <a:pt x="823652" y="683196"/>
                    <a:pt x="742245" y="717486"/>
                  </a:cubicBezTo>
                  <a:cubicBezTo>
                    <a:pt x="816413" y="743521"/>
                    <a:pt x="887279" y="784542"/>
                    <a:pt x="932492" y="850709"/>
                  </a:cubicBezTo>
                  <a:cubicBezTo>
                    <a:pt x="949129" y="792543"/>
                    <a:pt x="939223" y="705930"/>
                    <a:pt x="1004881" y="677735"/>
                  </a:cubicBezTo>
                  <a:cubicBezTo>
                    <a:pt x="1063682" y="670115"/>
                    <a:pt x="1123880" y="677989"/>
                    <a:pt x="1183189" y="674306"/>
                  </a:cubicBezTo>
                  <a:cubicBezTo>
                    <a:pt x="1328858" y="676973"/>
                    <a:pt x="1474527" y="673798"/>
                    <a:pt x="1620197" y="676084"/>
                  </a:cubicBezTo>
                  <a:cubicBezTo>
                    <a:pt x="1646231" y="673290"/>
                    <a:pt x="1663376" y="694753"/>
                    <a:pt x="1680522" y="710501"/>
                  </a:cubicBezTo>
                  <a:cubicBezTo>
                    <a:pt x="1637468" y="852361"/>
                    <a:pt x="1613592" y="999172"/>
                    <a:pt x="1572825" y="1141539"/>
                  </a:cubicBezTo>
                  <a:cubicBezTo>
                    <a:pt x="1574476" y="1145222"/>
                    <a:pt x="1577905" y="1152461"/>
                    <a:pt x="1579556" y="1156017"/>
                  </a:cubicBezTo>
                  <a:cubicBezTo>
                    <a:pt x="1579429" y="1179005"/>
                    <a:pt x="1579302" y="1204658"/>
                    <a:pt x="1561904" y="1222058"/>
                  </a:cubicBezTo>
                  <a:cubicBezTo>
                    <a:pt x="1534472" y="1227264"/>
                    <a:pt x="1506277" y="1225233"/>
                    <a:pt x="1478718" y="1225614"/>
                  </a:cubicBezTo>
                  <a:lnTo>
                    <a:pt x="704273" y="1225105"/>
                  </a:lnTo>
                  <a:cubicBezTo>
                    <a:pt x="650170" y="1230567"/>
                    <a:pt x="673030" y="1163764"/>
                    <a:pt x="675189" y="1131380"/>
                  </a:cubicBezTo>
                  <a:cubicBezTo>
                    <a:pt x="728021" y="1126808"/>
                    <a:pt x="781107" y="1127061"/>
                    <a:pt x="834067" y="1127315"/>
                  </a:cubicBezTo>
                  <a:cubicBezTo>
                    <a:pt x="826192" y="1006030"/>
                    <a:pt x="828098" y="881189"/>
                    <a:pt x="789743" y="764476"/>
                  </a:cubicBezTo>
                  <a:lnTo>
                    <a:pt x="757612" y="750506"/>
                  </a:lnTo>
                  <a:cubicBezTo>
                    <a:pt x="729292" y="738695"/>
                    <a:pt x="699319" y="720026"/>
                    <a:pt x="667696" y="730821"/>
                  </a:cubicBezTo>
                  <a:cubicBezTo>
                    <a:pt x="616388" y="744156"/>
                    <a:pt x="567747" y="767651"/>
                    <a:pt x="514788" y="774382"/>
                  </a:cubicBezTo>
                  <a:cubicBezTo>
                    <a:pt x="457003" y="769683"/>
                    <a:pt x="404171" y="744537"/>
                    <a:pt x="348672" y="730694"/>
                  </a:cubicBezTo>
                  <a:cubicBezTo>
                    <a:pt x="315525" y="732345"/>
                    <a:pt x="285045" y="747712"/>
                    <a:pt x="253295" y="756221"/>
                  </a:cubicBezTo>
                  <a:cubicBezTo>
                    <a:pt x="251898" y="761682"/>
                    <a:pt x="249104" y="772605"/>
                    <a:pt x="247580" y="778065"/>
                  </a:cubicBezTo>
                  <a:cubicBezTo>
                    <a:pt x="224466" y="862647"/>
                    <a:pt x="219640" y="950658"/>
                    <a:pt x="210623" y="1037526"/>
                  </a:cubicBezTo>
                  <a:cubicBezTo>
                    <a:pt x="283394" y="1025969"/>
                    <a:pt x="356927" y="1022414"/>
                    <a:pt x="430206" y="1017080"/>
                  </a:cubicBezTo>
                  <a:cubicBezTo>
                    <a:pt x="429190" y="1008697"/>
                    <a:pt x="427158" y="991806"/>
                    <a:pt x="426142" y="983424"/>
                  </a:cubicBezTo>
                  <a:cubicBezTo>
                    <a:pt x="403536" y="967042"/>
                    <a:pt x="380803" y="930339"/>
                    <a:pt x="411918" y="910145"/>
                  </a:cubicBezTo>
                  <a:cubicBezTo>
                    <a:pt x="442906" y="896302"/>
                    <a:pt x="478974" y="903033"/>
                    <a:pt x="511994" y="901001"/>
                  </a:cubicBezTo>
                  <a:cubicBezTo>
                    <a:pt x="534600" y="901001"/>
                    <a:pt x="557333" y="901255"/>
                    <a:pt x="579939" y="902144"/>
                  </a:cubicBezTo>
                  <a:cubicBezTo>
                    <a:pt x="601402" y="904684"/>
                    <a:pt x="620579" y="916622"/>
                    <a:pt x="629215" y="936942"/>
                  </a:cubicBezTo>
                  <a:cubicBezTo>
                    <a:pt x="625786" y="964755"/>
                    <a:pt x="597084" y="982917"/>
                    <a:pt x="596957" y="1011872"/>
                  </a:cubicBezTo>
                  <a:cubicBezTo>
                    <a:pt x="593909" y="1051877"/>
                    <a:pt x="592385" y="1093914"/>
                    <a:pt x="611308" y="1130617"/>
                  </a:cubicBezTo>
                  <a:cubicBezTo>
                    <a:pt x="638740" y="1189926"/>
                    <a:pt x="671506" y="1246568"/>
                    <a:pt x="697542" y="1306512"/>
                  </a:cubicBezTo>
                  <a:cubicBezTo>
                    <a:pt x="709352" y="1330134"/>
                    <a:pt x="696652" y="1353502"/>
                    <a:pt x="680650" y="1371155"/>
                  </a:cubicBezTo>
                  <a:cubicBezTo>
                    <a:pt x="587432" y="1375855"/>
                    <a:pt x="494087" y="1373568"/>
                    <a:pt x="400869" y="1373695"/>
                  </a:cubicBezTo>
                  <a:cubicBezTo>
                    <a:pt x="379787" y="1371409"/>
                    <a:pt x="351466" y="1376489"/>
                    <a:pt x="339655" y="1354264"/>
                  </a:cubicBezTo>
                  <a:cubicBezTo>
                    <a:pt x="314763" y="1327721"/>
                    <a:pt x="340036" y="1294447"/>
                    <a:pt x="349053" y="1267015"/>
                  </a:cubicBezTo>
                  <a:cubicBezTo>
                    <a:pt x="241103" y="1268286"/>
                    <a:pt x="107372" y="1261046"/>
                    <a:pt x="40443" y="1163002"/>
                  </a:cubicBezTo>
                  <a:cubicBezTo>
                    <a:pt x="6407" y="1065339"/>
                    <a:pt x="41840" y="959167"/>
                    <a:pt x="94672" y="875347"/>
                  </a:cubicBezTo>
                  <a:cubicBezTo>
                    <a:pt x="142678" y="806767"/>
                    <a:pt x="202495" y="739584"/>
                    <a:pt x="286061" y="716089"/>
                  </a:cubicBezTo>
                  <a:cubicBezTo>
                    <a:pt x="254311" y="700087"/>
                    <a:pt x="222815" y="683577"/>
                    <a:pt x="194494" y="662114"/>
                  </a:cubicBezTo>
                  <a:cubicBezTo>
                    <a:pt x="156140" y="630364"/>
                    <a:pt x="126422" y="589978"/>
                    <a:pt x="101276" y="547433"/>
                  </a:cubicBezTo>
                  <a:cubicBezTo>
                    <a:pt x="81464" y="536892"/>
                    <a:pt x="61779" y="526478"/>
                    <a:pt x="43110" y="514286"/>
                  </a:cubicBezTo>
                  <a:cubicBezTo>
                    <a:pt x="-7944" y="452945"/>
                    <a:pt x="-11627" y="361886"/>
                    <a:pt x="21393" y="291401"/>
                  </a:cubicBezTo>
                  <a:cubicBezTo>
                    <a:pt x="35363" y="262445"/>
                    <a:pt x="62795" y="244411"/>
                    <a:pt x="92132" y="233616"/>
                  </a:cubicBezTo>
                  <a:cubicBezTo>
                    <a:pt x="135185" y="137858"/>
                    <a:pt x="219767" y="64325"/>
                    <a:pt x="317938" y="29019"/>
                  </a:cubicBezTo>
                  <a:cubicBezTo>
                    <a:pt x="438842" y="-12637"/>
                    <a:pt x="572446" y="-3620"/>
                    <a:pt x="696271" y="19748"/>
                  </a:cubicBezTo>
                  <a:cubicBezTo>
                    <a:pt x="742754" y="40322"/>
                    <a:pt x="789108" y="62801"/>
                    <a:pt x="828732" y="95313"/>
                  </a:cubicBezTo>
                  <a:cubicBezTo>
                    <a:pt x="877246" y="133667"/>
                    <a:pt x="914711" y="183451"/>
                    <a:pt x="943540" y="237807"/>
                  </a:cubicBezTo>
                  <a:cubicBezTo>
                    <a:pt x="971988" y="249110"/>
                    <a:pt x="996754" y="267144"/>
                    <a:pt x="1016057" y="291020"/>
                  </a:cubicBezTo>
                  <a:moveTo>
                    <a:pt x="268027" y="81216"/>
                  </a:moveTo>
                  <a:cubicBezTo>
                    <a:pt x="177349" y="127190"/>
                    <a:pt x="106610" y="217106"/>
                    <a:pt x="98482" y="320103"/>
                  </a:cubicBezTo>
                  <a:lnTo>
                    <a:pt x="96450" y="322262"/>
                  </a:lnTo>
                  <a:cubicBezTo>
                    <a:pt x="84004" y="435419"/>
                    <a:pt x="106229" y="562292"/>
                    <a:pt x="202114" y="635063"/>
                  </a:cubicBezTo>
                  <a:cubicBezTo>
                    <a:pt x="253676" y="678243"/>
                    <a:pt x="319081" y="710882"/>
                    <a:pt x="388042" y="706056"/>
                  </a:cubicBezTo>
                  <a:cubicBezTo>
                    <a:pt x="489261" y="702500"/>
                    <a:pt x="590734" y="707453"/>
                    <a:pt x="691954" y="703516"/>
                  </a:cubicBezTo>
                  <a:cubicBezTo>
                    <a:pt x="824033" y="673417"/>
                    <a:pt x="940492" y="556831"/>
                    <a:pt x="940746" y="416115"/>
                  </a:cubicBezTo>
                  <a:cubicBezTo>
                    <a:pt x="952049" y="311467"/>
                    <a:pt x="912679" y="204025"/>
                    <a:pt x="834574" y="133159"/>
                  </a:cubicBezTo>
                  <a:cubicBezTo>
                    <a:pt x="748468" y="51371"/>
                    <a:pt x="626167" y="17970"/>
                    <a:pt x="509708" y="28130"/>
                  </a:cubicBezTo>
                  <a:cubicBezTo>
                    <a:pt x="426523" y="25590"/>
                    <a:pt x="340798" y="38798"/>
                    <a:pt x="268027" y="81216"/>
                  </a:cubicBezTo>
                  <a:moveTo>
                    <a:pt x="82480" y="513016"/>
                  </a:moveTo>
                  <a:cubicBezTo>
                    <a:pt x="64954" y="430212"/>
                    <a:pt x="68129" y="345249"/>
                    <a:pt x="77146" y="261556"/>
                  </a:cubicBezTo>
                  <a:cubicBezTo>
                    <a:pt x="7931" y="325818"/>
                    <a:pt x="4756" y="454215"/>
                    <a:pt x="82480" y="513016"/>
                  </a:cubicBezTo>
                  <a:moveTo>
                    <a:pt x="950144" y="260032"/>
                  </a:moveTo>
                  <a:cubicBezTo>
                    <a:pt x="973767" y="343598"/>
                    <a:pt x="972242" y="432752"/>
                    <a:pt x="946969" y="515810"/>
                  </a:cubicBezTo>
                  <a:cubicBezTo>
                    <a:pt x="1030154" y="459549"/>
                    <a:pt x="1034345" y="317436"/>
                    <a:pt x="950144" y="260032"/>
                  </a:cubicBezTo>
                  <a:moveTo>
                    <a:pt x="998912" y="706691"/>
                  </a:moveTo>
                  <a:cubicBezTo>
                    <a:pt x="976433" y="731710"/>
                    <a:pt x="975036" y="767524"/>
                    <a:pt x="967670" y="798639"/>
                  </a:cubicBezTo>
                  <a:cubicBezTo>
                    <a:pt x="942779" y="907605"/>
                    <a:pt x="918394" y="1016952"/>
                    <a:pt x="900361" y="1127315"/>
                  </a:cubicBezTo>
                  <a:lnTo>
                    <a:pt x="1554792" y="1127315"/>
                  </a:lnTo>
                  <a:cubicBezTo>
                    <a:pt x="1583239" y="985456"/>
                    <a:pt x="1622991" y="845883"/>
                    <a:pt x="1650804" y="703897"/>
                  </a:cubicBezTo>
                  <a:cubicBezTo>
                    <a:pt x="1453954" y="700341"/>
                    <a:pt x="1257104" y="703897"/>
                    <a:pt x="1060254" y="702119"/>
                  </a:cubicBezTo>
                  <a:cubicBezTo>
                    <a:pt x="1039806" y="702755"/>
                    <a:pt x="1018598" y="700468"/>
                    <a:pt x="998912" y="706691"/>
                  </a:cubicBezTo>
                  <a:moveTo>
                    <a:pt x="436175" y="729932"/>
                  </a:moveTo>
                  <a:cubicBezTo>
                    <a:pt x="485959" y="752665"/>
                    <a:pt x="543998" y="754062"/>
                    <a:pt x="593528" y="729678"/>
                  </a:cubicBezTo>
                  <a:lnTo>
                    <a:pt x="436175" y="729932"/>
                  </a:lnTo>
                  <a:moveTo>
                    <a:pt x="50857" y="1077277"/>
                  </a:moveTo>
                  <a:cubicBezTo>
                    <a:pt x="50476" y="1109789"/>
                    <a:pt x="48952" y="1148651"/>
                    <a:pt x="73336" y="1173797"/>
                  </a:cubicBezTo>
                  <a:cubicBezTo>
                    <a:pt x="156013" y="1236408"/>
                    <a:pt x="263836" y="1243647"/>
                    <a:pt x="363912" y="1244409"/>
                  </a:cubicBezTo>
                  <a:lnTo>
                    <a:pt x="380168" y="1215580"/>
                  </a:lnTo>
                  <a:cubicBezTo>
                    <a:pt x="327844" y="1175194"/>
                    <a:pt x="339147" y="1100518"/>
                    <a:pt x="362515" y="1046924"/>
                  </a:cubicBezTo>
                  <a:cubicBezTo>
                    <a:pt x="288347" y="1053147"/>
                    <a:pt x="214560" y="1063815"/>
                    <a:pt x="140011" y="1064831"/>
                  </a:cubicBezTo>
                  <a:cubicBezTo>
                    <a:pt x="145980" y="1042861"/>
                    <a:pt x="167697" y="1042225"/>
                    <a:pt x="185731" y="1037780"/>
                  </a:cubicBezTo>
                  <a:cubicBezTo>
                    <a:pt x="189795" y="948372"/>
                    <a:pt x="203892" y="860234"/>
                    <a:pt x="220910" y="772477"/>
                  </a:cubicBezTo>
                  <a:cubicBezTo>
                    <a:pt x="131375" y="849820"/>
                    <a:pt x="57969" y="955992"/>
                    <a:pt x="50857" y="1077277"/>
                  </a:cubicBezTo>
                  <a:moveTo>
                    <a:pt x="825049" y="782130"/>
                  </a:moveTo>
                  <a:cubicBezTo>
                    <a:pt x="851719" y="895033"/>
                    <a:pt x="855402" y="1011745"/>
                    <a:pt x="857307" y="1127315"/>
                  </a:cubicBezTo>
                  <a:lnTo>
                    <a:pt x="875468" y="1127315"/>
                  </a:lnTo>
                  <a:cubicBezTo>
                    <a:pt x="886898" y="1045655"/>
                    <a:pt x="907980" y="965644"/>
                    <a:pt x="922331" y="884492"/>
                  </a:cubicBezTo>
                  <a:cubicBezTo>
                    <a:pt x="897439" y="843978"/>
                    <a:pt x="865181" y="808164"/>
                    <a:pt x="825049" y="782130"/>
                  </a:cubicBezTo>
                  <a:moveTo>
                    <a:pt x="433000" y="929830"/>
                  </a:moveTo>
                  <a:cubicBezTo>
                    <a:pt x="429571" y="934783"/>
                    <a:pt x="422967" y="944689"/>
                    <a:pt x="419538" y="949515"/>
                  </a:cubicBezTo>
                  <a:cubicBezTo>
                    <a:pt x="443795" y="952944"/>
                    <a:pt x="468179" y="955611"/>
                    <a:pt x="492055" y="961453"/>
                  </a:cubicBezTo>
                  <a:lnTo>
                    <a:pt x="455860" y="985964"/>
                  </a:lnTo>
                  <a:cubicBezTo>
                    <a:pt x="455225" y="991680"/>
                    <a:pt x="453955" y="1003109"/>
                    <a:pt x="453193" y="1008824"/>
                  </a:cubicBezTo>
                  <a:cubicBezTo>
                    <a:pt x="480752" y="1016444"/>
                    <a:pt x="511105" y="1024572"/>
                    <a:pt x="526853" y="1050734"/>
                  </a:cubicBezTo>
                  <a:cubicBezTo>
                    <a:pt x="562286" y="1092898"/>
                    <a:pt x="549586" y="1152461"/>
                    <a:pt x="527361" y="1197546"/>
                  </a:cubicBezTo>
                  <a:cubicBezTo>
                    <a:pt x="494468" y="1233361"/>
                    <a:pt x="445573" y="1233614"/>
                    <a:pt x="400615" y="1230693"/>
                  </a:cubicBezTo>
                  <a:cubicBezTo>
                    <a:pt x="384613" y="1265745"/>
                    <a:pt x="343592" y="1306005"/>
                    <a:pt x="361499" y="1344612"/>
                  </a:cubicBezTo>
                  <a:cubicBezTo>
                    <a:pt x="437318" y="1355280"/>
                    <a:pt x="514534" y="1347406"/>
                    <a:pt x="590988" y="1350327"/>
                  </a:cubicBezTo>
                  <a:cubicBezTo>
                    <a:pt x="618801" y="1347787"/>
                    <a:pt x="651440" y="1356296"/>
                    <a:pt x="675698" y="1339024"/>
                  </a:cubicBezTo>
                  <a:cubicBezTo>
                    <a:pt x="667442" y="1271587"/>
                    <a:pt x="619563" y="1216215"/>
                    <a:pt x="592893" y="1155001"/>
                  </a:cubicBezTo>
                  <a:cubicBezTo>
                    <a:pt x="580066" y="1126299"/>
                    <a:pt x="569906" y="1095692"/>
                    <a:pt x="572065" y="1063942"/>
                  </a:cubicBezTo>
                  <a:cubicBezTo>
                    <a:pt x="574478" y="1018476"/>
                    <a:pt x="565715" y="966152"/>
                    <a:pt x="607244" y="935418"/>
                  </a:cubicBezTo>
                  <a:cubicBezTo>
                    <a:pt x="549967" y="923989"/>
                    <a:pt x="490785" y="925639"/>
                    <a:pt x="433000" y="929830"/>
                  </a:cubicBezTo>
                  <a:moveTo>
                    <a:pt x="416744" y="1043749"/>
                  </a:moveTo>
                  <a:cubicBezTo>
                    <a:pt x="363150" y="1069149"/>
                    <a:pt x="353498" y="1148017"/>
                    <a:pt x="387788" y="1192086"/>
                  </a:cubicBezTo>
                  <a:cubicBezTo>
                    <a:pt x="413315" y="1208722"/>
                    <a:pt x="447986" y="1209103"/>
                    <a:pt x="476815" y="1201737"/>
                  </a:cubicBezTo>
                  <a:cubicBezTo>
                    <a:pt x="510851" y="1182942"/>
                    <a:pt x="527361" y="1140523"/>
                    <a:pt x="520503" y="1102931"/>
                  </a:cubicBezTo>
                  <a:cubicBezTo>
                    <a:pt x="517328" y="1054417"/>
                    <a:pt x="460051" y="1023048"/>
                    <a:pt x="416744" y="1043749"/>
                  </a:cubicBezTo>
                  <a:moveTo>
                    <a:pt x="695382" y="1154620"/>
                  </a:moveTo>
                  <a:cubicBezTo>
                    <a:pt x="695001" y="1169733"/>
                    <a:pt x="694748" y="1184846"/>
                    <a:pt x="694493" y="1200086"/>
                  </a:cubicBezTo>
                  <a:lnTo>
                    <a:pt x="1551998" y="1199578"/>
                  </a:lnTo>
                  <a:cubicBezTo>
                    <a:pt x="1552886" y="1184465"/>
                    <a:pt x="1553775" y="1169480"/>
                    <a:pt x="1554664" y="1154367"/>
                  </a:cubicBezTo>
                  <a:lnTo>
                    <a:pt x="695382" y="1154620"/>
                  </a:lnTo>
                  <a:close/>
                </a:path>
              </a:pathLst>
            </a:custGeom>
            <a:solidFill>
              <a:srgbClr val="0000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</p:grpSp>
      <p:pic>
        <p:nvPicPr>
          <p:cNvPr id="1334" name="图片 1333">
            <a:extLst>
              <a:ext uri="{FF2B5EF4-FFF2-40B4-BE49-F238E27FC236}">
                <a16:creationId xmlns:a16="http://schemas.microsoft.com/office/drawing/2014/main" id="{DFE7857F-65F3-50A4-FDFD-7F79F1EB44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3915" y="4789374"/>
            <a:ext cx="369333" cy="369333"/>
          </a:xfrm>
          <a:prstGeom prst="rect">
            <a:avLst/>
          </a:prstGeom>
        </p:spPr>
      </p:pic>
      <p:pic>
        <p:nvPicPr>
          <p:cNvPr id="1335" name="图片 1334">
            <a:extLst>
              <a:ext uri="{FF2B5EF4-FFF2-40B4-BE49-F238E27FC236}">
                <a16:creationId xmlns:a16="http://schemas.microsoft.com/office/drawing/2014/main" id="{8073E6CC-37F1-914F-E079-93017D12595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01239" y="5154836"/>
            <a:ext cx="385857" cy="385857"/>
          </a:xfrm>
          <a:prstGeom prst="rect">
            <a:avLst/>
          </a:prstGeom>
        </p:spPr>
      </p:pic>
      <p:sp>
        <p:nvSpPr>
          <p:cNvPr id="1336" name="椭圆 1335">
            <a:extLst>
              <a:ext uri="{FF2B5EF4-FFF2-40B4-BE49-F238E27FC236}">
                <a16:creationId xmlns:a16="http://schemas.microsoft.com/office/drawing/2014/main" id="{026AA258-828E-33FB-B4A2-67732E1303E4}"/>
              </a:ext>
            </a:extLst>
          </p:cNvPr>
          <p:cNvSpPr/>
          <p:nvPr/>
        </p:nvSpPr>
        <p:spPr>
          <a:xfrm>
            <a:off x="4764424" y="645006"/>
            <a:ext cx="860297" cy="67801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400"/>
          </a:p>
        </p:txBody>
      </p:sp>
      <p:sp>
        <p:nvSpPr>
          <p:cNvPr id="1337" name="椭圆 1336">
            <a:extLst>
              <a:ext uri="{FF2B5EF4-FFF2-40B4-BE49-F238E27FC236}">
                <a16:creationId xmlns:a16="http://schemas.microsoft.com/office/drawing/2014/main" id="{43C0C27F-D9A9-F4E7-28D0-5219E1697480}"/>
              </a:ext>
            </a:extLst>
          </p:cNvPr>
          <p:cNvSpPr/>
          <p:nvPr/>
        </p:nvSpPr>
        <p:spPr>
          <a:xfrm>
            <a:off x="4806364" y="800358"/>
            <a:ext cx="693628" cy="3857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400"/>
          </a:p>
        </p:txBody>
      </p:sp>
      <p:pic>
        <p:nvPicPr>
          <p:cNvPr id="1338" name="Picture 12">
            <a:extLst>
              <a:ext uri="{FF2B5EF4-FFF2-40B4-BE49-F238E27FC236}">
                <a16:creationId xmlns:a16="http://schemas.microsoft.com/office/drawing/2014/main" id="{91778084-AEDD-C32B-82FA-D7055A89F1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721" b="99880" l="29968" r="74279">
                        <a14:foregroundMark x1="46474" y1="20072" x2="47676" y2="41106"/>
                        <a14:foregroundMark x1="52484" y1="26803" x2="51282" y2="55048"/>
                        <a14:foregroundMark x1="42308" y1="17308" x2="40224" y2="63462"/>
                        <a14:foregroundMark x1="50080" y1="25361" x2="44151" y2="37019"/>
                        <a14:foregroundMark x1="46234" y1="30288" x2="57853" y2="41947"/>
                        <a14:foregroundMark x1="53686" y1="33053" x2="59615" y2="36659"/>
                        <a14:foregroundMark x1="57853" y1="28125" x2="48878" y2="59976"/>
                        <a14:foregroundMark x1="61779" y1="32572" x2="52484" y2="66707"/>
                        <a14:foregroundMark x1="48317" y1="46514" x2="47997" y2="59495"/>
                        <a14:foregroundMark x1="44151" y1="33894" x2="43830" y2="35216"/>
                        <a14:foregroundMark x1="33093" y1="34375" x2="34535" y2="48678"/>
                        <a14:foregroundMark x1="32772" y1="24519" x2="32772" y2="52764"/>
                        <a14:foregroundMark x1="31250" y1="32572" x2="43510" y2="56370"/>
                        <a14:foregroundMark x1="42949" y1="41587" x2="45032" y2="56370"/>
                        <a14:foregroundMark x1="31250" y1="33894" x2="30369" y2="38822"/>
                        <a14:foregroundMark x1="32131" y1="25000" x2="35176" y2="52284"/>
                        <a14:foregroundMark x1="34215" y1="28125" x2="45272" y2="15505"/>
                        <a14:foregroundMark x1="45032" y1="15144" x2="62660" y2="17788"/>
                        <a14:foregroundMark x1="53686" y1="8774" x2="66506" y2="27163"/>
                        <a14:foregroundMark x1="69551" y1="47356" x2="70433" y2="70192"/>
                        <a14:foregroundMark x1="71635" y1="46875" x2="70673" y2="71635"/>
                        <a14:foregroundMark x1="74279" y1="53606" x2="67388" y2="72476"/>
                        <a14:foregroundMark x1="70112" y1="56370" x2="62901" y2="65745"/>
                        <a14:foregroundMark x1="67147" y1="58534" x2="74279" y2="43389"/>
                        <a14:foregroundMark x1="32452" y1="79207" x2="31250" y2="94471"/>
                        <a14:foregroundMark x1="35176" y1="86779" x2="33333" y2="99880"/>
                        <a14:foregroundMark x1="33974" y1="12861" x2="38141" y2="721"/>
                        <a14:foregroundMark x1="40224" y1="94952" x2="38702" y2="99399"/>
                        <a14:foregroundMark x1="50080" y1="95313" x2="50721" y2="98438"/>
                        <a14:foregroundMark x1="54006" y1="93510" x2="54247" y2="97596"/>
                        <a14:foregroundMark x1="52163" y1="98918" x2="52163" y2="98918"/>
                        <a14:foregroundMark x1="54006" y1="98438" x2="54006" y2="99880"/>
                        <a14:foregroundMark x1="55449" y1="91707" x2="57532" y2="99399"/>
                        <a14:foregroundMark x1="48878" y1="91707" x2="47436" y2="993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025" t="6228" r="24219"/>
          <a:stretch/>
        </p:blipFill>
        <p:spPr bwMode="auto">
          <a:xfrm>
            <a:off x="4676035" y="573434"/>
            <a:ext cx="609689" cy="75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F938304F-E73D-482E-42FC-3A49AC1794AB}"/>
              </a:ext>
            </a:extLst>
          </p:cNvPr>
          <p:cNvCxnSpPr/>
          <p:nvPr/>
        </p:nvCxnSpPr>
        <p:spPr>
          <a:xfrm flipV="1">
            <a:off x="5732594" y="1178524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336D741E-9A95-765F-1761-BD77AC4E0DA6}"/>
              </a:ext>
            </a:extLst>
          </p:cNvPr>
          <p:cNvCxnSpPr/>
          <p:nvPr/>
        </p:nvCxnSpPr>
        <p:spPr>
          <a:xfrm flipV="1">
            <a:off x="5729469" y="3127197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31F7FA63-0D82-70DC-3A50-114B234A4F12}"/>
              </a:ext>
            </a:extLst>
          </p:cNvPr>
          <p:cNvSpPr/>
          <p:nvPr/>
        </p:nvSpPr>
        <p:spPr>
          <a:xfrm>
            <a:off x="5958052" y="2461488"/>
            <a:ext cx="744609" cy="1292909"/>
          </a:xfrm>
          <a:prstGeom prst="roundRect">
            <a:avLst>
              <a:gd name="adj" fmla="val 5554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F552B8BA-EC3F-AD3B-9BDF-5AFB06DFC94E}"/>
              </a:ext>
            </a:extLst>
          </p:cNvPr>
          <p:cNvSpPr/>
          <p:nvPr/>
        </p:nvSpPr>
        <p:spPr>
          <a:xfrm>
            <a:off x="5885847" y="2399484"/>
            <a:ext cx="744609" cy="1292909"/>
          </a:xfrm>
          <a:prstGeom prst="roundRect">
            <a:avLst>
              <a:gd name="adj" fmla="val 555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72D6A636-AAAA-4F90-805D-C8B400CAB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469" y="2602394"/>
            <a:ext cx="693187" cy="693187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28A0DF64-215E-C3C5-AAE7-9875851B9389}"/>
              </a:ext>
            </a:extLst>
          </p:cNvPr>
          <p:cNvSpPr txBox="1"/>
          <p:nvPr/>
        </p:nvSpPr>
        <p:spPr>
          <a:xfrm>
            <a:off x="5940269" y="3367373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STIX Two Text" pitchFamily="2" charset="0"/>
              </a:rPr>
              <a:t>Paper</a:t>
            </a:r>
            <a:endParaRPr kumimoji="1" lang="zh-CN" altLang="en-US" sz="1400" dirty="0">
              <a:latin typeface="STIX Two Text" pitchFamily="2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C107534-AB79-F4B4-E1D8-2F7BE62B52C6}"/>
              </a:ext>
            </a:extLst>
          </p:cNvPr>
          <p:cNvSpPr txBox="1"/>
          <p:nvPr/>
        </p:nvSpPr>
        <p:spPr>
          <a:xfrm>
            <a:off x="8548125" y="1238187"/>
            <a:ext cx="1594991" cy="614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1400" dirty="0">
                <a:solidFill>
                  <a:srgbClr val="C00000"/>
                </a:solidFill>
                <a:latin typeface="STIX Two Text Medium" pitchFamily="2" charset="0"/>
              </a:rPr>
              <a:t>Time</a:t>
            </a:r>
          </a:p>
          <a:p>
            <a:pPr>
              <a:lnSpc>
                <a:spcPct val="125000"/>
              </a:lnSpc>
            </a:pPr>
            <a:r>
              <a:rPr kumimoji="1" lang="en-US" altLang="zh-CN" sz="1400" dirty="0">
                <a:solidFill>
                  <a:srgbClr val="C00000"/>
                </a:solidFill>
                <a:latin typeface="STIX Two Text Medium" pitchFamily="2" charset="0"/>
              </a:rPr>
              <a:t>Money</a:t>
            </a:r>
            <a:endParaRPr kumimoji="1" lang="zh-CN" altLang="en-US" sz="1400" dirty="0">
              <a:solidFill>
                <a:srgbClr val="C00000"/>
              </a:solidFill>
              <a:latin typeface="STIX Two Text Medium" pitchFamily="2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78960E3-C82C-09A2-D5E0-5AEC40319FFB}"/>
              </a:ext>
            </a:extLst>
          </p:cNvPr>
          <p:cNvSpPr txBox="1"/>
          <p:nvPr/>
        </p:nvSpPr>
        <p:spPr>
          <a:xfrm>
            <a:off x="8573986" y="539793"/>
            <a:ext cx="965329" cy="6148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1400" b="1" dirty="0">
                <a:solidFill>
                  <a:srgbClr val="C00000"/>
                </a:solidFill>
                <a:latin typeface="STIX Two Text SemiBold" pitchFamily="2" charset="0"/>
              </a:rPr>
              <a:t>Influence</a:t>
            </a:r>
          </a:p>
          <a:p>
            <a:pPr>
              <a:lnSpc>
                <a:spcPct val="125000"/>
              </a:lnSpc>
            </a:pPr>
            <a:r>
              <a:rPr kumimoji="1" lang="en-US" altLang="zh-CN" sz="1400" b="1" dirty="0">
                <a:solidFill>
                  <a:srgbClr val="C00000"/>
                </a:solidFill>
                <a:latin typeface="STIX Two Text SemiBold" pitchFamily="2" charset="0"/>
              </a:rPr>
              <a:t>Citation</a:t>
            </a:r>
            <a:endParaRPr kumimoji="1" lang="zh-CN" altLang="en-US" sz="1400" b="1" dirty="0">
              <a:solidFill>
                <a:srgbClr val="C00000"/>
              </a:solidFill>
              <a:latin typeface="STIX Two Text SemiBold" pitchFamily="2" charset="0"/>
            </a:endParaRPr>
          </a:p>
        </p:txBody>
      </p:sp>
      <p:sp>
        <p:nvSpPr>
          <p:cNvPr id="50" name="下箭头 49">
            <a:extLst>
              <a:ext uri="{FF2B5EF4-FFF2-40B4-BE49-F238E27FC236}">
                <a16:creationId xmlns:a16="http://schemas.microsoft.com/office/drawing/2014/main" id="{43F67D6C-F3AE-F1F1-0D99-0EEB8FA9E6D6}"/>
              </a:ext>
            </a:extLst>
          </p:cNvPr>
          <p:cNvSpPr/>
          <p:nvPr/>
        </p:nvSpPr>
        <p:spPr>
          <a:xfrm>
            <a:off x="9744734" y="592892"/>
            <a:ext cx="134302" cy="220191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2" name="下箭头 51">
            <a:extLst>
              <a:ext uri="{FF2B5EF4-FFF2-40B4-BE49-F238E27FC236}">
                <a16:creationId xmlns:a16="http://schemas.microsoft.com/office/drawing/2014/main" id="{CE8DB1ED-4373-29B9-A056-21A03DD66AC9}"/>
              </a:ext>
            </a:extLst>
          </p:cNvPr>
          <p:cNvSpPr/>
          <p:nvPr/>
        </p:nvSpPr>
        <p:spPr>
          <a:xfrm>
            <a:off x="9743643" y="883819"/>
            <a:ext cx="134302" cy="220191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3" name="下箭头 52">
            <a:extLst>
              <a:ext uri="{FF2B5EF4-FFF2-40B4-BE49-F238E27FC236}">
                <a16:creationId xmlns:a16="http://schemas.microsoft.com/office/drawing/2014/main" id="{2F00877E-3FF6-76BA-621E-3EB3C1E07532}"/>
              </a:ext>
            </a:extLst>
          </p:cNvPr>
          <p:cNvSpPr/>
          <p:nvPr/>
        </p:nvSpPr>
        <p:spPr>
          <a:xfrm rot="10800000">
            <a:off x="9739967" y="1296213"/>
            <a:ext cx="134302" cy="220191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4" name="下箭头 53">
            <a:extLst>
              <a:ext uri="{FF2B5EF4-FFF2-40B4-BE49-F238E27FC236}">
                <a16:creationId xmlns:a16="http://schemas.microsoft.com/office/drawing/2014/main" id="{FC68EDBA-1FD5-9A9C-7F07-184D1BB12D88}"/>
              </a:ext>
            </a:extLst>
          </p:cNvPr>
          <p:cNvSpPr/>
          <p:nvPr/>
        </p:nvSpPr>
        <p:spPr>
          <a:xfrm rot="10800000">
            <a:off x="9738876" y="1587140"/>
            <a:ext cx="134302" cy="220191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5" name="任意形状 54">
            <a:extLst>
              <a:ext uri="{FF2B5EF4-FFF2-40B4-BE49-F238E27FC236}">
                <a16:creationId xmlns:a16="http://schemas.microsoft.com/office/drawing/2014/main" id="{3E9FCD3E-CA5F-D887-F5A7-08A6B8BD9272}"/>
              </a:ext>
            </a:extLst>
          </p:cNvPr>
          <p:cNvSpPr/>
          <p:nvPr/>
        </p:nvSpPr>
        <p:spPr>
          <a:xfrm>
            <a:off x="6631089" y="811143"/>
            <a:ext cx="261688" cy="369332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45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76756" y="1089"/>
                  <a:pt x="38345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6" name="任意形状 55">
            <a:extLst>
              <a:ext uri="{FF2B5EF4-FFF2-40B4-BE49-F238E27FC236}">
                <a16:creationId xmlns:a16="http://schemas.microsoft.com/office/drawing/2014/main" id="{2B926787-12A9-4465-D98B-8EA9B9A6EC5C}"/>
              </a:ext>
            </a:extLst>
          </p:cNvPr>
          <p:cNvSpPr/>
          <p:nvPr/>
        </p:nvSpPr>
        <p:spPr>
          <a:xfrm flipV="1">
            <a:off x="6634840" y="1178765"/>
            <a:ext cx="252980" cy="442966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70690"/>
              <a:gd name="connsiteY0" fmla="*/ 541180 h 541180"/>
              <a:gd name="connsiteX1" fmla="*/ 133350 w 370690"/>
              <a:gd name="connsiteY1" fmla="*/ 540722 h 541180"/>
              <a:gd name="connsiteX2" fmla="*/ 170362 w 370690"/>
              <a:gd name="connsiteY2" fmla="*/ 501447 h 541180"/>
              <a:gd name="connsiteX3" fmla="*/ 164375 w 370690"/>
              <a:gd name="connsiteY3" fmla="*/ 51867 h 541180"/>
              <a:gd name="connsiteX4" fmla="*/ 222613 w 370690"/>
              <a:gd name="connsiteY4" fmla="*/ 160 h 541180"/>
              <a:gd name="connsiteX5" fmla="*/ 370690 w 37069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69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63996" y="1089"/>
                  <a:pt x="37069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7" name="任意形状 56">
            <a:extLst>
              <a:ext uri="{FF2B5EF4-FFF2-40B4-BE49-F238E27FC236}">
                <a16:creationId xmlns:a16="http://schemas.microsoft.com/office/drawing/2014/main" id="{3E33BDD1-3E60-A435-40E1-7CBB379A773F}"/>
              </a:ext>
            </a:extLst>
          </p:cNvPr>
          <p:cNvSpPr/>
          <p:nvPr/>
        </p:nvSpPr>
        <p:spPr>
          <a:xfrm>
            <a:off x="8327452" y="1413723"/>
            <a:ext cx="261688" cy="142351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45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76756" y="1089"/>
                  <a:pt x="38345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8" name="任意形状 57">
            <a:extLst>
              <a:ext uri="{FF2B5EF4-FFF2-40B4-BE49-F238E27FC236}">
                <a16:creationId xmlns:a16="http://schemas.microsoft.com/office/drawing/2014/main" id="{F1DA9E5E-F199-9FD0-93A3-76B62A8EFD3E}"/>
              </a:ext>
            </a:extLst>
          </p:cNvPr>
          <p:cNvSpPr/>
          <p:nvPr/>
        </p:nvSpPr>
        <p:spPr>
          <a:xfrm flipV="1">
            <a:off x="8331203" y="1554365"/>
            <a:ext cx="252980" cy="159831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70690"/>
              <a:gd name="connsiteY0" fmla="*/ 541180 h 541180"/>
              <a:gd name="connsiteX1" fmla="*/ 133350 w 370690"/>
              <a:gd name="connsiteY1" fmla="*/ 540722 h 541180"/>
              <a:gd name="connsiteX2" fmla="*/ 170362 w 370690"/>
              <a:gd name="connsiteY2" fmla="*/ 501447 h 541180"/>
              <a:gd name="connsiteX3" fmla="*/ 164375 w 370690"/>
              <a:gd name="connsiteY3" fmla="*/ 51867 h 541180"/>
              <a:gd name="connsiteX4" fmla="*/ 222613 w 370690"/>
              <a:gd name="connsiteY4" fmla="*/ 160 h 541180"/>
              <a:gd name="connsiteX5" fmla="*/ 370690 w 37069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69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63996" y="1089"/>
                  <a:pt x="37069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9" name="任意形状 58">
            <a:extLst>
              <a:ext uri="{FF2B5EF4-FFF2-40B4-BE49-F238E27FC236}">
                <a16:creationId xmlns:a16="http://schemas.microsoft.com/office/drawing/2014/main" id="{B938E462-2EB0-57B8-0000-1FD2BC1D1903}"/>
              </a:ext>
            </a:extLst>
          </p:cNvPr>
          <p:cNvSpPr/>
          <p:nvPr/>
        </p:nvSpPr>
        <p:spPr>
          <a:xfrm>
            <a:off x="8331447" y="699842"/>
            <a:ext cx="261688" cy="142351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45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76756" y="1089"/>
                  <a:pt x="38345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0" name="任意形状 59">
            <a:extLst>
              <a:ext uri="{FF2B5EF4-FFF2-40B4-BE49-F238E27FC236}">
                <a16:creationId xmlns:a16="http://schemas.microsoft.com/office/drawing/2014/main" id="{C292147E-BC49-7E22-2D5B-5A1EDEA7770A}"/>
              </a:ext>
            </a:extLst>
          </p:cNvPr>
          <p:cNvSpPr/>
          <p:nvPr/>
        </p:nvSpPr>
        <p:spPr>
          <a:xfrm flipV="1">
            <a:off x="8335198" y="840484"/>
            <a:ext cx="252980" cy="159831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70690"/>
              <a:gd name="connsiteY0" fmla="*/ 541180 h 541180"/>
              <a:gd name="connsiteX1" fmla="*/ 133350 w 370690"/>
              <a:gd name="connsiteY1" fmla="*/ 540722 h 541180"/>
              <a:gd name="connsiteX2" fmla="*/ 170362 w 370690"/>
              <a:gd name="connsiteY2" fmla="*/ 501447 h 541180"/>
              <a:gd name="connsiteX3" fmla="*/ 164375 w 370690"/>
              <a:gd name="connsiteY3" fmla="*/ 51867 h 541180"/>
              <a:gd name="connsiteX4" fmla="*/ 222613 w 370690"/>
              <a:gd name="connsiteY4" fmla="*/ 160 h 541180"/>
              <a:gd name="connsiteX5" fmla="*/ 370690 w 37069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69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63996" y="1089"/>
                  <a:pt x="37069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A9FD7E4E-BC78-98B3-64E3-28F9EA4E9C79}"/>
              </a:ext>
            </a:extLst>
          </p:cNvPr>
          <p:cNvCxnSpPr/>
          <p:nvPr/>
        </p:nvCxnSpPr>
        <p:spPr>
          <a:xfrm flipV="1">
            <a:off x="7535864" y="792032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55671C8D-5D1D-2E39-3B46-9D9D26E52C0E}"/>
              </a:ext>
            </a:extLst>
          </p:cNvPr>
          <p:cNvCxnSpPr/>
          <p:nvPr/>
        </p:nvCxnSpPr>
        <p:spPr>
          <a:xfrm flipV="1">
            <a:off x="7492573" y="1618603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8289A5E9-EE10-65A1-ADA4-3B0F96400440}"/>
              </a:ext>
            </a:extLst>
          </p:cNvPr>
          <p:cNvCxnSpPr/>
          <p:nvPr/>
        </p:nvCxnSpPr>
        <p:spPr>
          <a:xfrm flipV="1">
            <a:off x="7688264" y="944432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直线箭头连接符 1023">
            <a:extLst>
              <a:ext uri="{FF2B5EF4-FFF2-40B4-BE49-F238E27FC236}">
                <a16:creationId xmlns:a16="http://schemas.microsoft.com/office/drawing/2014/main" id="{59CBD991-D471-BE64-BDE1-CFCFB48CDC37}"/>
              </a:ext>
            </a:extLst>
          </p:cNvPr>
          <p:cNvCxnSpPr/>
          <p:nvPr/>
        </p:nvCxnSpPr>
        <p:spPr>
          <a:xfrm flipV="1">
            <a:off x="6626456" y="3133718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下箭头 1025">
            <a:extLst>
              <a:ext uri="{FF2B5EF4-FFF2-40B4-BE49-F238E27FC236}">
                <a16:creationId xmlns:a16="http://schemas.microsoft.com/office/drawing/2014/main" id="{07545C7F-A54E-95E0-964F-FFC7676B8F16}"/>
              </a:ext>
            </a:extLst>
          </p:cNvPr>
          <p:cNvSpPr/>
          <p:nvPr/>
        </p:nvSpPr>
        <p:spPr>
          <a:xfrm>
            <a:off x="9747259" y="2452926"/>
            <a:ext cx="134302" cy="220191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029" name="圆角矩形 1028">
            <a:extLst>
              <a:ext uri="{FF2B5EF4-FFF2-40B4-BE49-F238E27FC236}">
                <a16:creationId xmlns:a16="http://schemas.microsoft.com/office/drawing/2014/main" id="{842EF5BC-5170-0BAD-088F-9AFE61AF5587}"/>
              </a:ext>
            </a:extLst>
          </p:cNvPr>
          <p:cNvSpPr/>
          <p:nvPr/>
        </p:nvSpPr>
        <p:spPr>
          <a:xfrm>
            <a:off x="8208377" y="2794384"/>
            <a:ext cx="1786077" cy="949732"/>
          </a:xfrm>
          <a:prstGeom prst="roundRect">
            <a:avLst>
              <a:gd name="adj" fmla="val 0"/>
            </a:avLst>
          </a:prstGeom>
          <a:solidFill>
            <a:schemeClr val="bg1">
              <a:alpha val="606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sp>
        <p:nvSpPr>
          <p:cNvPr id="1030" name="文本框 1029">
            <a:extLst>
              <a:ext uri="{FF2B5EF4-FFF2-40B4-BE49-F238E27FC236}">
                <a16:creationId xmlns:a16="http://schemas.microsoft.com/office/drawing/2014/main" id="{9E74A692-9180-C86B-D38E-2CD3C0354319}"/>
              </a:ext>
            </a:extLst>
          </p:cNvPr>
          <p:cNvSpPr txBox="1"/>
          <p:nvPr/>
        </p:nvSpPr>
        <p:spPr>
          <a:xfrm>
            <a:off x="8240777" y="2770194"/>
            <a:ext cx="1699504" cy="1031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1"/>
                </a:solidFill>
                <a:latin typeface="STIX Two Text" pitchFamily="2" charset="0"/>
              </a:rPr>
              <a:t>Quality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kumimoji="1" lang="en-US" altLang="zh-CN" sz="1400" dirty="0">
                <a:solidFill>
                  <a:schemeClr val="accent1"/>
                </a:solidFill>
                <a:latin typeface="STIX Two Text" pitchFamily="2" charset="0"/>
              </a:rPr>
              <a:t>Fidelity:            ?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kumimoji="1" lang="en-US" altLang="zh-CN" sz="1400" dirty="0">
                <a:solidFill>
                  <a:schemeClr val="accent1"/>
                </a:solidFill>
                <a:latin typeface="STIX Two Text" pitchFamily="2" charset="0"/>
              </a:rPr>
              <a:t>Engagement:   </a:t>
            </a:r>
            <a:r>
              <a:rPr kumimoji="1" lang="en-US" altLang="zh-CN" sz="700" dirty="0">
                <a:solidFill>
                  <a:schemeClr val="accent1"/>
                </a:solidFill>
                <a:latin typeface="STIX Two Text" pitchFamily="2" charset="0"/>
              </a:rPr>
              <a:t> </a:t>
            </a:r>
            <a:r>
              <a:rPr kumimoji="1" lang="en-US" altLang="zh-CN" sz="1400" dirty="0">
                <a:solidFill>
                  <a:schemeClr val="accent1"/>
                </a:solidFill>
                <a:latin typeface="STIX Two Text" pitchFamily="2" charset="0"/>
              </a:rPr>
              <a:t>?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kumimoji="1" lang="en-US" altLang="zh-CN" sz="1400" dirty="0">
                <a:solidFill>
                  <a:schemeClr val="accent1"/>
                </a:solidFill>
                <a:latin typeface="STIX Two Text" pitchFamily="2" charset="0"/>
              </a:rPr>
              <a:t>Alignment:       ?</a:t>
            </a:r>
          </a:p>
        </p:txBody>
      </p:sp>
      <p:sp>
        <p:nvSpPr>
          <p:cNvPr id="1031" name="任意形状 1030">
            <a:extLst>
              <a:ext uri="{FF2B5EF4-FFF2-40B4-BE49-F238E27FC236}">
                <a16:creationId xmlns:a16="http://schemas.microsoft.com/office/drawing/2014/main" id="{D5E1485A-8298-7D00-26DC-1833B50A746F}"/>
              </a:ext>
            </a:extLst>
          </p:cNvPr>
          <p:cNvSpPr/>
          <p:nvPr/>
        </p:nvSpPr>
        <p:spPr>
          <a:xfrm>
            <a:off x="7967661" y="2616113"/>
            <a:ext cx="261688" cy="528298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45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76756" y="1089"/>
                  <a:pt x="38345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032" name="任意形状 1031">
            <a:extLst>
              <a:ext uri="{FF2B5EF4-FFF2-40B4-BE49-F238E27FC236}">
                <a16:creationId xmlns:a16="http://schemas.microsoft.com/office/drawing/2014/main" id="{5D846A02-1628-44DB-0844-2A03C66A43EC}"/>
              </a:ext>
            </a:extLst>
          </p:cNvPr>
          <p:cNvSpPr/>
          <p:nvPr/>
        </p:nvSpPr>
        <p:spPr>
          <a:xfrm flipV="1">
            <a:off x="7971412" y="3142700"/>
            <a:ext cx="252980" cy="259043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70690"/>
              <a:gd name="connsiteY0" fmla="*/ 541180 h 541180"/>
              <a:gd name="connsiteX1" fmla="*/ 133350 w 370690"/>
              <a:gd name="connsiteY1" fmla="*/ 540722 h 541180"/>
              <a:gd name="connsiteX2" fmla="*/ 170362 w 370690"/>
              <a:gd name="connsiteY2" fmla="*/ 501447 h 541180"/>
              <a:gd name="connsiteX3" fmla="*/ 164375 w 370690"/>
              <a:gd name="connsiteY3" fmla="*/ 51867 h 541180"/>
              <a:gd name="connsiteX4" fmla="*/ 222613 w 370690"/>
              <a:gd name="connsiteY4" fmla="*/ 160 h 541180"/>
              <a:gd name="connsiteX5" fmla="*/ 370690 w 37069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69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63996" y="1089"/>
                  <a:pt x="37069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8FFC5B9-F6EE-A304-C9A3-3CF3B2201E7C}"/>
              </a:ext>
            </a:extLst>
          </p:cNvPr>
          <p:cNvGrpSpPr/>
          <p:nvPr/>
        </p:nvGrpSpPr>
        <p:grpSpPr>
          <a:xfrm>
            <a:off x="-148827" y="3336290"/>
            <a:ext cx="4716000" cy="2168070"/>
            <a:chOff x="390225" y="3336290"/>
            <a:chExt cx="3750162" cy="1795624"/>
          </a:xfrm>
        </p:grpSpPr>
        <p:graphicFrame>
          <p:nvGraphicFramePr>
            <p:cNvPr id="36" name="图表 35">
              <a:extLst>
                <a:ext uri="{FF2B5EF4-FFF2-40B4-BE49-F238E27FC236}">
                  <a16:creationId xmlns:a16="http://schemas.microsoft.com/office/drawing/2014/main" id="{98744DCA-24A1-E777-E967-7876C8D58A1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165208092"/>
                </p:ext>
              </p:extLst>
            </p:nvPr>
          </p:nvGraphicFramePr>
          <p:xfrm>
            <a:off x="390225" y="3336290"/>
            <a:ext cx="3750162" cy="1795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  <p:sp>
          <p:nvSpPr>
            <p:cNvPr id="1038" name="任意形状 1037">
              <a:extLst>
                <a:ext uri="{FF2B5EF4-FFF2-40B4-BE49-F238E27FC236}">
                  <a16:creationId xmlns:a16="http://schemas.microsoft.com/office/drawing/2014/main" id="{43DAA488-6AB9-53B1-584E-D0D23B701112}"/>
                </a:ext>
              </a:extLst>
            </p:cNvPr>
            <p:cNvSpPr/>
            <p:nvPr/>
          </p:nvSpPr>
          <p:spPr>
            <a:xfrm>
              <a:off x="1186072" y="3576185"/>
              <a:ext cx="2245160" cy="1156152"/>
            </a:xfrm>
            <a:custGeom>
              <a:avLst/>
              <a:gdLst>
                <a:gd name="connsiteX0" fmla="*/ 0 w 1765300"/>
                <a:gd name="connsiteY0" fmla="*/ 927259 h 1016468"/>
                <a:gd name="connsiteX1" fmla="*/ 469900 w 1765300"/>
                <a:gd name="connsiteY1" fmla="*/ 927259 h 1016468"/>
                <a:gd name="connsiteX2" fmla="*/ 889000 w 1765300"/>
                <a:gd name="connsiteY2" fmla="*/ 159 h 1016468"/>
                <a:gd name="connsiteX3" fmla="*/ 1308100 w 1765300"/>
                <a:gd name="connsiteY3" fmla="*/ 851059 h 1016468"/>
                <a:gd name="connsiteX4" fmla="*/ 1765300 w 1765300"/>
                <a:gd name="connsiteY4" fmla="*/ 685959 h 1016468"/>
                <a:gd name="connsiteX0" fmla="*/ 0 w 1765300"/>
                <a:gd name="connsiteY0" fmla="*/ 927138 h 994347"/>
                <a:gd name="connsiteX1" fmla="*/ 438369 w 1765300"/>
                <a:gd name="connsiteY1" fmla="*/ 887724 h 994347"/>
                <a:gd name="connsiteX2" fmla="*/ 889000 w 1765300"/>
                <a:gd name="connsiteY2" fmla="*/ 38 h 994347"/>
                <a:gd name="connsiteX3" fmla="*/ 1308100 w 1765300"/>
                <a:gd name="connsiteY3" fmla="*/ 850938 h 994347"/>
                <a:gd name="connsiteX4" fmla="*/ 1765300 w 1765300"/>
                <a:gd name="connsiteY4" fmla="*/ 685838 h 994347"/>
                <a:gd name="connsiteX0" fmla="*/ 0 w 1765300"/>
                <a:gd name="connsiteY0" fmla="*/ 927138 h 956064"/>
                <a:gd name="connsiteX1" fmla="*/ 438369 w 1765300"/>
                <a:gd name="connsiteY1" fmla="*/ 887724 h 956064"/>
                <a:gd name="connsiteX2" fmla="*/ 889000 w 1765300"/>
                <a:gd name="connsiteY2" fmla="*/ 38 h 956064"/>
                <a:gd name="connsiteX3" fmla="*/ 1308100 w 1765300"/>
                <a:gd name="connsiteY3" fmla="*/ 850938 h 956064"/>
                <a:gd name="connsiteX4" fmla="*/ 1765300 w 1765300"/>
                <a:gd name="connsiteY4" fmla="*/ 685838 h 956064"/>
                <a:gd name="connsiteX0" fmla="*/ 0 w 1765300"/>
                <a:gd name="connsiteY0" fmla="*/ 927138 h 929070"/>
                <a:gd name="connsiteX1" fmla="*/ 438369 w 1765300"/>
                <a:gd name="connsiteY1" fmla="*/ 887724 h 929070"/>
                <a:gd name="connsiteX2" fmla="*/ 889000 w 1765300"/>
                <a:gd name="connsiteY2" fmla="*/ 38 h 929070"/>
                <a:gd name="connsiteX3" fmla="*/ 1308100 w 1765300"/>
                <a:gd name="connsiteY3" fmla="*/ 850938 h 929070"/>
                <a:gd name="connsiteX4" fmla="*/ 1765300 w 1765300"/>
                <a:gd name="connsiteY4" fmla="*/ 685838 h 929070"/>
                <a:gd name="connsiteX0" fmla="*/ 0 w 1765300"/>
                <a:gd name="connsiteY0" fmla="*/ 927138 h 932237"/>
                <a:gd name="connsiteX1" fmla="*/ 438369 w 1765300"/>
                <a:gd name="connsiteY1" fmla="*/ 887724 h 932237"/>
                <a:gd name="connsiteX2" fmla="*/ 889000 w 1765300"/>
                <a:gd name="connsiteY2" fmla="*/ 38 h 932237"/>
                <a:gd name="connsiteX3" fmla="*/ 1308100 w 1765300"/>
                <a:gd name="connsiteY3" fmla="*/ 850938 h 932237"/>
                <a:gd name="connsiteX4" fmla="*/ 1765300 w 1765300"/>
                <a:gd name="connsiteY4" fmla="*/ 685838 h 932237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46252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35047 h 943644"/>
                <a:gd name="connsiteX1" fmla="*/ 446252 w 1765300"/>
                <a:gd name="connsiteY1" fmla="*/ 907457 h 943644"/>
                <a:gd name="connsiteX2" fmla="*/ 877176 w 1765300"/>
                <a:gd name="connsiteY2" fmla="*/ 64 h 943644"/>
                <a:gd name="connsiteX3" fmla="*/ 1308100 w 1765300"/>
                <a:gd name="connsiteY3" fmla="*/ 858847 h 943644"/>
                <a:gd name="connsiteX4" fmla="*/ 1765300 w 1765300"/>
                <a:gd name="connsiteY4" fmla="*/ 693747 h 943644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51525 h 960122"/>
                <a:gd name="connsiteX1" fmla="*/ 446252 w 1737710"/>
                <a:gd name="connsiteY1" fmla="*/ 923935 h 960122"/>
                <a:gd name="connsiteX2" fmla="*/ 877176 w 1737710"/>
                <a:gd name="connsiteY2" fmla="*/ 16542 h 960122"/>
                <a:gd name="connsiteX3" fmla="*/ 1216015 w 1737710"/>
                <a:gd name="connsiteY3" fmla="*/ 317790 h 960122"/>
                <a:gd name="connsiteX4" fmla="*/ 1737710 w 1737710"/>
                <a:gd name="connsiteY4" fmla="*/ 757522 h 960122"/>
                <a:gd name="connsiteX0" fmla="*/ 0 w 1737710"/>
                <a:gd name="connsiteY0" fmla="*/ 954435 h 963032"/>
                <a:gd name="connsiteX1" fmla="*/ 446252 w 1737710"/>
                <a:gd name="connsiteY1" fmla="*/ 926845 h 963032"/>
                <a:gd name="connsiteX2" fmla="*/ 877176 w 1737710"/>
                <a:gd name="connsiteY2" fmla="*/ 19452 h 963032"/>
                <a:gd name="connsiteX3" fmla="*/ 1216015 w 1737710"/>
                <a:gd name="connsiteY3" fmla="*/ 320700 h 963032"/>
                <a:gd name="connsiteX4" fmla="*/ 1737710 w 1737710"/>
                <a:gd name="connsiteY4" fmla="*/ 760432 h 963032"/>
                <a:gd name="connsiteX0" fmla="*/ 0 w 1737710"/>
                <a:gd name="connsiteY0" fmla="*/ 935681 h 944278"/>
                <a:gd name="connsiteX1" fmla="*/ 446252 w 1737710"/>
                <a:gd name="connsiteY1" fmla="*/ 908091 h 944278"/>
                <a:gd name="connsiteX2" fmla="*/ 877176 w 1737710"/>
                <a:gd name="connsiteY2" fmla="*/ 698 h 944278"/>
                <a:gd name="connsiteX3" fmla="*/ 1216015 w 1737710"/>
                <a:gd name="connsiteY3" fmla="*/ 301946 h 944278"/>
                <a:gd name="connsiteX4" fmla="*/ 1737710 w 1737710"/>
                <a:gd name="connsiteY4" fmla="*/ 741678 h 944278"/>
                <a:gd name="connsiteX0" fmla="*/ 0 w 1737710"/>
                <a:gd name="connsiteY0" fmla="*/ 935001 h 943598"/>
                <a:gd name="connsiteX1" fmla="*/ 446252 w 1737710"/>
                <a:gd name="connsiteY1" fmla="*/ 907411 h 943598"/>
                <a:gd name="connsiteX2" fmla="*/ 877176 w 1737710"/>
                <a:gd name="connsiteY2" fmla="*/ 18 h 943598"/>
                <a:gd name="connsiteX3" fmla="*/ 1216015 w 1737710"/>
                <a:gd name="connsiteY3" fmla="*/ 301266 h 943598"/>
                <a:gd name="connsiteX4" fmla="*/ 1737710 w 1737710"/>
                <a:gd name="connsiteY4" fmla="*/ 740998 h 943598"/>
                <a:gd name="connsiteX0" fmla="*/ 0 w 1737710"/>
                <a:gd name="connsiteY0" fmla="*/ 935079 h 943676"/>
                <a:gd name="connsiteX1" fmla="*/ 446252 w 1737710"/>
                <a:gd name="connsiteY1" fmla="*/ 907489 h 943676"/>
                <a:gd name="connsiteX2" fmla="*/ 877176 w 1737710"/>
                <a:gd name="connsiteY2" fmla="*/ 96 h 943676"/>
                <a:gd name="connsiteX3" fmla="*/ 1216015 w 1737710"/>
                <a:gd name="connsiteY3" fmla="*/ 301344 h 943676"/>
                <a:gd name="connsiteX4" fmla="*/ 1737710 w 1737710"/>
                <a:gd name="connsiteY4" fmla="*/ 741076 h 943676"/>
                <a:gd name="connsiteX0" fmla="*/ 0 w 1737710"/>
                <a:gd name="connsiteY0" fmla="*/ 935352 h 943949"/>
                <a:gd name="connsiteX1" fmla="*/ 446252 w 1737710"/>
                <a:gd name="connsiteY1" fmla="*/ 907762 h 943949"/>
                <a:gd name="connsiteX2" fmla="*/ 877176 w 1737710"/>
                <a:gd name="connsiteY2" fmla="*/ 369 h 943949"/>
                <a:gd name="connsiteX3" fmla="*/ 1216015 w 1737710"/>
                <a:gd name="connsiteY3" fmla="*/ 301617 h 943949"/>
                <a:gd name="connsiteX4" fmla="*/ 1737710 w 1737710"/>
                <a:gd name="connsiteY4" fmla="*/ 741349 h 943949"/>
                <a:gd name="connsiteX0" fmla="*/ 0 w 1737710"/>
                <a:gd name="connsiteY0" fmla="*/ 935288 h 943885"/>
                <a:gd name="connsiteX1" fmla="*/ 446252 w 1737710"/>
                <a:gd name="connsiteY1" fmla="*/ 907698 h 943885"/>
                <a:gd name="connsiteX2" fmla="*/ 877176 w 1737710"/>
                <a:gd name="connsiteY2" fmla="*/ 305 h 943885"/>
                <a:gd name="connsiteX3" fmla="*/ 1216015 w 1737710"/>
                <a:gd name="connsiteY3" fmla="*/ 301553 h 943885"/>
                <a:gd name="connsiteX4" fmla="*/ 1737710 w 1737710"/>
                <a:gd name="connsiteY4" fmla="*/ 741285 h 943885"/>
                <a:gd name="connsiteX0" fmla="*/ 0 w 1737710"/>
                <a:gd name="connsiteY0" fmla="*/ 935288 h 943885"/>
                <a:gd name="connsiteX1" fmla="*/ 446252 w 1737710"/>
                <a:gd name="connsiteY1" fmla="*/ 907698 h 943885"/>
                <a:gd name="connsiteX2" fmla="*/ 877176 w 1737710"/>
                <a:gd name="connsiteY2" fmla="*/ 305 h 943885"/>
                <a:gd name="connsiteX3" fmla="*/ 1216015 w 1737710"/>
                <a:gd name="connsiteY3" fmla="*/ 301553 h 943885"/>
                <a:gd name="connsiteX4" fmla="*/ 1737710 w 1737710"/>
                <a:gd name="connsiteY4" fmla="*/ 741285 h 943885"/>
                <a:gd name="connsiteX0" fmla="*/ 0 w 1644192"/>
                <a:gd name="connsiteY0" fmla="*/ 935288 h 943885"/>
                <a:gd name="connsiteX1" fmla="*/ 446252 w 1644192"/>
                <a:gd name="connsiteY1" fmla="*/ 907698 h 943885"/>
                <a:gd name="connsiteX2" fmla="*/ 877176 w 1644192"/>
                <a:gd name="connsiteY2" fmla="*/ 305 h 943885"/>
                <a:gd name="connsiteX3" fmla="*/ 1216015 w 1644192"/>
                <a:gd name="connsiteY3" fmla="*/ 301553 h 943885"/>
                <a:gd name="connsiteX4" fmla="*/ 1644192 w 1644192"/>
                <a:gd name="connsiteY4" fmla="*/ 784227 h 943885"/>
                <a:gd name="connsiteX0" fmla="*/ 0 w 1940333"/>
                <a:gd name="connsiteY0" fmla="*/ 935288 h 951700"/>
                <a:gd name="connsiteX1" fmla="*/ 446252 w 1940333"/>
                <a:gd name="connsiteY1" fmla="*/ 907698 h 951700"/>
                <a:gd name="connsiteX2" fmla="*/ 877176 w 1940333"/>
                <a:gd name="connsiteY2" fmla="*/ 305 h 951700"/>
                <a:gd name="connsiteX3" fmla="*/ 1216015 w 1940333"/>
                <a:gd name="connsiteY3" fmla="*/ 301553 h 951700"/>
                <a:gd name="connsiteX4" fmla="*/ 1940333 w 1940333"/>
                <a:gd name="connsiteY4" fmla="*/ 951700 h 951700"/>
                <a:gd name="connsiteX0" fmla="*/ 0 w 1940333"/>
                <a:gd name="connsiteY0" fmla="*/ 935288 h 951700"/>
                <a:gd name="connsiteX1" fmla="*/ 446252 w 1940333"/>
                <a:gd name="connsiteY1" fmla="*/ 907698 h 951700"/>
                <a:gd name="connsiteX2" fmla="*/ 877176 w 1940333"/>
                <a:gd name="connsiteY2" fmla="*/ 305 h 951700"/>
                <a:gd name="connsiteX3" fmla="*/ 1216015 w 1940333"/>
                <a:gd name="connsiteY3" fmla="*/ 301553 h 951700"/>
                <a:gd name="connsiteX4" fmla="*/ 1940333 w 1940333"/>
                <a:gd name="connsiteY4" fmla="*/ 951700 h 951700"/>
                <a:gd name="connsiteX0" fmla="*/ 0 w 1940333"/>
                <a:gd name="connsiteY0" fmla="*/ 951505 h 967917"/>
                <a:gd name="connsiteX1" fmla="*/ 181284 w 1940333"/>
                <a:gd name="connsiteY1" fmla="*/ 906739 h 967917"/>
                <a:gd name="connsiteX2" fmla="*/ 877176 w 1940333"/>
                <a:gd name="connsiteY2" fmla="*/ 16522 h 967917"/>
                <a:gd name="connsiteX3" fmla="*/ 1216015 w 1940333"/>
                <a:gd name="connsiteY3" fmla="*/ 317770 h 967917"/>
                <a:gd name="connsiteX4" fmla="*/ 1940333 w 1940333"/>
                <a:gd name="connsiteY4" fmla="*/ 967917 h 967917"/>
                <a:gd name="connsiteX0" fmla="*/ 0 w 1940333"/>
                <a:gd name="connsiteY0" fmla="*/ 935057 h 951469"/>
                <a:gd name="connsiteX1" fmla="*/ 181284 w 1940333"/>
                <a:gd name="connsiteY1" fmla="*/ 890291 h 951469"/>
                <a:gd name="connsiteX2" fmla="*/ 877176 w 1940333"/>
                <a:gd name="connsiteY2" fmla="*/ 74 h 951469"/>
                <a:gd name="connsiteX3" fmla="*/ 1216015 w 1940333"/>
                <a:gd name="connsiteY3" fmla="*/ 301322 h 951469"/>
                <a:gd name="connsiteX4" fmla="*/ 1940333 w 1940333"/>
                <a:gd name="connsiteY4" fmla="*/ 951469 h 951469"/>
                <a:gd name="connsiteX0" fmla="*/ 0 w 1940333"/>
                <a:gd name="connsiteY0" fmla="*/ 951865 h 968277"/>
                <a:gd name="connsiteX1" fmla="*/ 181284 w 1940333"/>
                <a:gd name="connsiteY1" fmla="*/ 907099 h 968277"/>
                <a:gd name="connsiteX2" fmla="*/ 877176 w 1940333"/>
                <a:gd name="connsiteY2" fmla="*/ 16882 h 968277"/>
                <a:gd name="connsiteX3" fmla="*/ 1190038 w 1940333"/>
                <a:gd name="connsiteY3" fmla="*/ 313835 h 968277"/>
                <a:gd name="connsiteX4" fmla="*/ 1940333 w 1940333"/>
                <a:gd name="connsiteY4" fmla="*/ 968277 h 968277"/>
                <a:gd name="connsiteX0" fmla="*/ 0 w 1940333"/>
                <a:gd name="connsiteY0" fmla="*/ 935125 h 951537"/>
                <a:gd name="connsiteX1" fmla="*/ 181284 w 1940333"/>
                <a:gd name="connsiteY1" fmla="*/ 890359 h 951537"/>
                <a:gd name="connsiteX2" fmla="*/ 877176 w 1940333"/>
                <a:gd name="connsiteY2" fmla="*/ 142 h 951537"/>
                <a:gd name="connsiteX3" fmla="*/ 1190038 w 1940333"/>
                <a:gd name="connsiteY3" fmla="*/ 297095 h 951537"/>
                <a:gd name="connsiteX4" fmla="*/ 1940333 w 1940333"/>
                <a:gd name="connsiteY4" fmla="*/ 951537 h 951537"/>
                <a:gd name="connsiteX0" fmla="*/ 0 w 1940333"/>
                <a:gd name="connsiteY0" fmla="*/ 935125 h 951537"/>
                <a:gd name="connsiteX1" fmla="*/ 181284 w 1940333"/>
                <a:gd name="connsiteY1" fmla="*/ 890359 h 951537"/>
                <a:gd name="connsiteX2" fmla="*/ 877176 w 1940333"/>
                <a:gd name="connsiteY2" fmla="*/ 142 h 951537"/>
                <a:gd name="connsiteX3" fmla="*/ 1190038 w 1940333"/>
                <a:gd name="connsiteY3" fmla="*/ 297095 h 951537"/>
                <a:gd name="connsiteX4" fmla="*/ 1940333 w 1940333"/>
                <a:gd name="connsiteY4" fmla="*/ 951537 h 951537"/>
                <a:gd name="connsiteX0" fmla="*/ 0 w 1940333"/>
                <a:gd name="connsiteY0" fmla="*/ 936132 h 952544"/>
                <a:gd name="connsiteX1" fmla="*/ 181284 w 1940333"/>
                <a:gd name="connsiteY1" fmla="*/ 891366 h 952544"/>
                <a:gd name="connsiteX2" fmla="*/ 877176 w 1940333"/>
                <a:gd name="connsiteY2" fmla="*/ 1149 h 952544"/>
                <a:gd name="connsiteX3" fmla="*/ 1190038 w 1940333"/>
                <a:gd name="connsiteY3" fmla="*/ 298102 h 952544"/>
                <a:gd name="connsiteX4" fmla="*/ 1940333 w 1940333"/>
                <a:gd name="connsiteY4" fmla="*/ 952544 h 952544"/>
                <a:gd name="connsiteX0" fmla="*/ 0 w 1940333"/>
                <a:gd name="connsiteY0" fmla="*/ 936132 h 952544"/>
                <a:gd name="connsiteX1" fmla="*/ 181284 w 1940333"/>
                <a:gd name="connsiteY1" fmla="*/ 891366 h 952544"/>
                <a:gd name="connsiteX2" fmla="*/ 877176 w 1940333"/>
                <a:gd name="connsiteY2" fmla="*/ 1149 h 952544"/>
                <a:gd name="connsiteX3" fmla="*/ 1210819 w 1940333"/>
                <a:gd name="connsiteY3" fmla="*/ 298102 h 952544"/>
                <a:gd name="connsiteX4" fmla="*/ 1940333 w 1940333"/>
                <a:gd name="connsiteY4" fmla="*/ 952544 h 952544"/>
                <a:gd name="connsiteX0" fmla="*/ 0 w 1940333"/>
                <a:gd name="connsiteY0" fmla="*/ 941277 h 957689"/>
                <a:gd name="connsiteX1" fmla="*/ 181284 w 1940333"/>
                <a:gd name="connsiteY1" fmla="*/ 896511 h 957689"/>
                <a:gd name="connsiteX2" fmla="*/ 725660 w 1940333"/>
                <a:gd name="connsiteY2" fmla="*/ 193998 h 957689"/>
                <a:gd name="connsiteX3" fmla="*/ 877176 w 1940333"/>
                <a:gd name="connsiteY3" fmla="*/ 6294 h 957689"/>
                <a:gd name="connsiteX4" fmla="*/ 1210819 w 1940333"/>
                <a:gd name="connsiteY4" fmla="*/ 303247 h 957689"/>
                <a:gd name="connsiteX5" fmla="*/ 1940333 w 1940333"/>
                <a:gd name="connsiteY5" fmla="*/ 957689 h 957689"/>
                <a:gd name="connsiteX0" fmla="*/ 0 w 1940333"/>
                <a:gd name="connsiteY0" fmla="*/ 936133 h 952545"/>
                <a:gd name="connsiteX1" fmla="*/ 181284 w 1940333"/>
                <a:gd name="connsiteY1" fmla="*/ 891367 h 952545"/>
                <a:gd name="connsiteX2" fmla="*/ 725660 w 1940333"/>
                <a:gd name="connsiteY2" fmla="*/ 188854 h 952545"/>
                <a:gd name="connsiteX3" fmla="*/ 877176 w 1940333"/>
                <a:gd name="connsiteY3" fmla="*/ 1150 h 952545"/>
                <a:gd name="connsiteX4" fmla="*/ 1210819 w 1940333"/>
                <a:gd name="connsiteY4" fmla="*/ 298103 h 952545"/>
                <a:gd name="connsiteX5" fmla="*/ 1940333 w 1940333"/>
                <a:gd name="connsiteY5" fmla="*/ 952545 h 95254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725660 w 1940333"/>
                <a:gd name="connsiteY1" fmla="*/ 187704 h 951395"/>
                <a:gd name="connsiteX2" fmla="*/ 877176 w 1940333"/>
                <a:gd name="connsiteY2" fmla="*/ 0 h 951395"/>
                <a:gd name="connsiteX3" fmla="*/ 1210819 w 1940333"/>
                <a:gd name="connsiteY3" fmla="*/ 296953 h 951395"/>
                <a:gd name="connsiteX4" fmla="*/ 1940333 w 1940333"/>
                <a:gd name="connsiteY4" fmla="*/ 951395 h 951395"/>
                <a:gd name="connsiteX0" fmla="*/ 0 w 1286307"/>
                <a:gd name="connsiteY0" fmla="*/ 431135 h 951395"/>
                <a:gd name="connsiteX1" fmla="*/ 71634 w 1286307"/>
                <a:gd name="connsiteY1" fmla="*/ 187704 h 951395"/>
                <a:gd name="connsiteX2" fmla="*/ 223150 w 1286307"/>
                <a:gd name="connsiteY2" fmla="*/ 0 h 951395"/>
                <a:gd name="connsiteX3" fmla="*/ 556793 w 1286307"/>
                <a:gd name="connsiteY3" fmla="*/ 296953 h 951395"/>
                <a:gd name="connsiteX4" fmla="*/ 1286307 w 1286307"/>
                <a:gd name="connsiteY4" fmla="*/ 951395 h 951395"/>
                <a:gd name="connsiteX0" fmla="*/ 0 w 1270037"/>
                <a:gd name="connsiteY0" fmla="*/ 436611 h 951395"/>
                <a:gd name="connsiteX1" fmla="*/ 55364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83 h 951467"/>
                <a:gd name="connsiteX1" fmla="*/ 61872 w 1270037"/>
                <a:gd name="connsiteY1" fmla="*/ 187776 h 951467"/>
                <a:gd name="connsiteX2" fmla="*/ 206880 w 1270037"/>
                <a:gd name="connsiteY2" fmla="*/ 72 h 951467"/>
                <a:gd name="connsiteX3" fmla="*/ 540523 w 1270037"/>
                <a:gd name="connsiteY3" fmla="*/ 297025 h 951467"/>
                <a:gd name="connsiteX4" fmla="*/ 1270037 w 1270037"/>
                <a:gd name="connsiteY4" fmla="*/ 951467 h 951467"/>
                <a:gd name="connsiteX0" fmla="*/ 0 w 1121460"/>
                <a:gd name="connsiteY0" fmla="*/ 436683 h 951467"/>
                <a:gd name="connsiteX1" fmla="*/ 61872 w 1121460"/>
                <a:gd name="connsiteY1" fmla="*/ 187776 h 951467"/>
                <a:gd name="connsiteX2" fmla="*/ 206880 w 1121460"/>
                <a:gd name="connsiteY2" fmla="*/ 72 h 951467"/>
                <a:gd name="connsiteX3" fmla="*/ 540523 w 1121460"/>
                <a:gd name="connsiteY3" fmla="*/ 297025 h 951467"/>
                <a:gd name="connsiteX4" fmla="*/ 1121460 w 1121460"/>
                <a:gd name="connsiteY4" fmla="*/ 951467 h 951467"/>
                <a:gd name="connsiteX0" fmla="*/ 0 w 1121460"/>
                <a:gd name="connsiteY0" fmla="*/ 436683 h 951467"/>
                <a:gd name="connsiteX1" fmla="*/ 61872 w 1121460"/>
                <a:gd name="connsiteY1" fmla="*/ 187776 h 951467"/>
                <a:gd name="connsiteX2" fmla="*/ 206880 w 1121460"/>
                <a:gd name="connsiteY2" fmla="*/ 72 h 951467"/>
                <a:gd name="connsiteX3" fmla="*/ 540523 w 1121460"/>
                <a:gd name="connsiteY3" fmla="*/ 297025 h 951467"/>
                <a:gd name="connsiteX4" fmla="*/ 1121460 w 1121460"/>
                <a:gd name="connsiteY4" fmla="*/ 951467 h 951467"/>
                <a:gd name="connsiteX0" fmla="*/ 0 w 1102528"/>
                <a:gd name="connsiteY0" fmla="*/ 436683 h 955585"/>
                <a:gd name="connsiteX1" fmla="*/ 61872 w 1102528"/>
                <a:gd name="connsiteY1" fmla="*/ 187776 h 955585"/>
                <a:gd name="connsiteX2" fmla="*/ 206880 w 1102528"/>
                <a:gd name="connsiteY2" fmla="*/ 72 h 955585"/>
                <a:gd name="connsiteX3" fmla="*/ 540523 w 1102528"/>
                <a:gd name="connsiteY3" fmla="*/ 297025 h 955585"/>
                <a:gd name="connsiteX4" fmla="*/ 1102528 w 1102528"/>
                <a:gd name="connsiteY4" fmla="*/ 955585 h 955585"/>
                <a:gd name="connsiteX0" fmla="*/ 0 w 1102528"/>
                <a:gd name="connsiteY0" fmla="*/ 436683 h 955585"/>
                <a:gd name="connsiteX1" fmla="*/ 61872 w 1102528"/>
                <a:gd name="connsiteY1" fmla="*/ 187776 h 955585"/>
                <a:gd name="connsiteX2" fmla="*/ 206880 w 1102528"/>
                <a:gd name="connsiteY2" fmla="*/ 72 h 955585"/>
                <a:gd name="connsiteX3" fmla="*/ 540523 w 1102528"/>
                <a:gd name="connsiteY3" fmla="*/ 297025 h 955585"/>
                <a:gd name="connsiteX4" fmla="*/ 1102528 w 1102528"/>
                <a:gd name="connsiteY4" fmla="*/ 955585 h 955585"/>
                <a:gd name="connsiteX0" fmla="*/ 0 w 1102528"/>
                <a:gd name="connsiteY0" fmla="*/ 436683 h 955585"/>
                <a:gd name="connsiteX1" fmla="*/ 61872 w 1102528"/>
                <a:gd name="connsiteY1" fmla="*/ 187776 h 955585"/>
                <a:gd name="connsiteX2" fmla="*/ 206880 w 1102528"/>
                <a:gd name="connsiteY2" fmla="*/ 72 h 955585"/>
                <a:gd name="connsiteX3" fmla="*/ 540523 w 1102528"/>
                <a:gd name="connsiteY3" fmla="*/ 297025 h 955585"/>
                <a:gd name="connsiteX4" fmla="*/ 1102528 w 1102528"/>
                <a:gd name="connsiteY4" fmla="*/ 955585 h 95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28" h="955585">
                  <a:moveTo>
                    <a:pt x="0" y="436683"/>
                  </a:moveTo>
                  <a:lnTo>
                    <a:pt x="61872" y="187776"/>
                  </a:lnTo>
                  <a:cubicBezTo>
                    <a:pt x="95324" y="105125"/>
                    <a:pt x="153847" y="4683"/>
                    <a:pt x="206880" y="72"/>
                  </a:cubicBezTo>
                  <a:cubicBezTo>
                    <a:pt x="304275" y="-5081"/>
                    <a:pt x="520596" y="267673"/>
                    <a:pt x="540523" y="297025"/>
                  </a:cubicBezTo>
                  <a:cubicBezTo>
                    <a:pt x="589293" y="345319"/>
                    <a:pt x="951612" y="797956"/>
                    <a:pt x="1102528" y="955585"/>
                  </a:cubicBezTo>
                </a:path>
              </a:pathLst>
            </a:custGeom>
            <a:noFill/>
            <a:ln>
              <a:solidFill>
                <a:srgbClr val="5757A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5757AF"/>
                </a:solidFill>
              </a:endParaRPr>
            </a:p>
          </p:txBody>
        </p:sp>
        <p:sp>
          <p:nvSpPr>
            <p:cNvPr id="1043" name="任意形状 1042">
              <a:extLst>
                <a:ext uri="{FF2B5EF4-FFF2-40B4-BE49-F238E27FC236}">
                  <a16:creationId xmlns:a16="http://schemas.microsoft.com/office/drawing/2014/main" id="{062DF453-48C6-0FFE-7635-E84AA55287E8}"/>
                </a:ext>
              </a:extLst>
            </p:cNvPr>
            <p:cNvSpPr/>
            <p:nvPr/>
          </p:nvSpPr>
          <p:spPr>
            <a:xfrm>
              <a:off x="1178992" y="3576186"/>
              <a:ext cx="2273017" cy="1171068"/>
            </a:xfrm>
            <a:custGeom>
              <a:avLst/>
              <a:gdLst>
                <a:gd name="connsiteX0" fmla="*/ 0 w 1765300"/>
                <a:gd name="connsiteY0" fmla="*/ 927259 h 1016468"/>
                <a:gd name="connsiteX1" fmla="*/ 469900 w 1765300"/>
                <a:gd name="connsiteY1" fmla="*/ 927259 h 1016468"/>
                <a:gd name="connsiteX2" fmla="*/ 889000 w 1765300"/>
                <a:gd name="connsiteY2" fmla="*/ 159 h 1016468"/>
                <a:gd name="connsiteX3" fmla="*/ 1308100 w 1765300"/>
                <a:gd name="connsiteY3" fmla="*/ 851059 h 1016468"/>
                <a:gd name="connsiteX4" fmla="*/ 1765300 w 1765300"/>
                <a:gd name="connsiteY4" fmla="*/ 685959 h 1016468"/>
                <a:gd name="connsiteX0" fmla="*/ 0 w 1765300"/>
                <a:gd name="connsiteY0" fmla="*/ 927138 h 994347"/>
                <a:gd name="connsiteX1" fmla="*/ 438369 w 1765300"/>
                <a:gd name="connsiteY1" fmla="*/ 887724 h 994347"/>
                <a:gd name="connsiteX2" fmla="*/ 889000 w 1765300"/>
                <a:gd name="connsiteY2" fmla="*/ 38 h 994347"/>
                <a:gd name="connsiteX3" fmla="*/ 1308100 w 1765300"/>
                <a:gd name="connsiteY3" fmla="*/ 850938 h 994347"/>
                <a:gd name="connsiteX4" fmla="*/ 1765300 w 1765300"/>
                <a:gd name="connsiteY4" fmla="*/ 685838 h 994347"/>
                <a:gd name="connsiteX0" fmla="*/ 0 w 1765300"/>
                <a:gd name="connsiteY0" fmla="*/ 927138 h 956064"/>
                <a:gd name="connsiteX1" fmla="*/ 438369 w 1765300"/>
                <a:gd name="connsiteY1" fmla="*/ 887724 h 956064"/>
                <a:gd name="connsiteX2" fmla="*/ 889000 w 1765300"/>
                <a:gd name="connsiteY2" fmla="*/ 38 h 956064"/>
                <a:gd name="connsiteX3" fmla="*/ 1308100 w 1765300"/>
                <a:gd name="connsiteY3" fmla="*/ 850938 h 956064"/>
                <a:gd name="connsiteX4" fmla="*/ 1765300 w 1765300"/>
                <a:gd name="connsiteY4" fmla="*/ 685838 h 956064"/>
                <a:gd name="connsiteX0" fmla="*/ 0 w 1765300"/>
                <a:gd name="connsiteY0" fmla="*/ 927138 h 929070"/>
                <a:gd name="connsiteX1" fmla="*/ 438369 w 1765300"/>
                <a:gd name="connsiteY1" fmla="*/ 887724 h 929070"/>
                <a:gd name="connsiteX2" fmla="*/ 889000 w 1765300"/>
                <a:gd name="connsiteY2" fmla="*/ 38 h 929070"/>
                <a:gd name="connsiteX3" fmla="*/ 1308100 w 1765300"/>
                <a:gd name="connsiteY3" fmla="*/ 850938 h 929070"/>
                <a:gd name="connsiteX4" fmla="*/ 1765300 w 1765300"/>
                <a:gd name="connsiteY4" fmla="*/ 685838 h 929070"/>
                <a:gd name="connsiteX0" fmla="*/ 0 w 1765300"/>
                <a:gd name="connsiteY0" fmla="*/ 927138 h 932237"/>
                <a:gd name="connsiteX1" fmla="*/ 438369 w 1765300"/>
                <a:gd name="connsiteY1" fmla="*/ 887724 h 932237"/>
                <a:gd name="connsiteX2" fmla="*/ 889000 w 1765300"/>
                <a:gd name="connsiteY2" fmla="*/ 38 h 932237"/>
                <a:gd name="connsiteX3" fmla="*/ 1308100 w 1765300"/>
                <a:gd name="connsiteY3" fmla="*/ 850938 h 932237"/>
                <a:gd name="connsiteX4" fmla="*/ 1765300 w 1765300"/>
                <a:gd name="connsiteY4" fmla="*/ 685838 h 932237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46252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35047 h 943644"/>
                <a:gd name="connsiteX1" fmla="*/ 446252 w 1765300"/>
                <a:gd name="connsiteY1" fmla="*/ 907457 h 943644"/>
                <a:gd name="connsiteX2" fmla="*/ 877176 w 1765300"/>
                <a:gd name="connsiteY2" fmla="*/ 64 h 943644"/>
                <a:gd name="connsiteX3" fmla="*/ 1308100 w 1765300"/>
                <a:gd name="connsiteY3" fmla="*/ 858847 h 943644"/>
                <a:gd name="connsiteX4" fmla="*/ 1765300 w 1765300"/>
                <a:gd name="connsiteY4" fmla="*/ 693747 h 943644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51525 h 960122"/>
                <a:gd name="connsiteX1" fmla="*/ 446252 w 1737710"/>
                <a:gd name="connsiteY1" fmla="*/ 923935 h 960122"/>
                <a:gd name="connsiteX2" fmla="*/ 877176 w 1737710"/>
                <a:gd name="connsiteY2" fmla="*/ 16542 h 960122"/>
                <a:gd name="connsiteX3" fmla="*/ 1216015 w 1737710"/>
                <a:gd name="connsiteY3" fmla="*/ 317790 h 960122"/>
                <a:gd name="connsiteX4" fmla="*/ 1737710 w 1737710"/>
                <a:gd name="connsiteY4" fmla="*/ 757522 h 960122"/>
                <a:gd name="connsiteX0" fmla="*/ 0 w 1737710"/>
                <a:gd name="connsiteY0" fmla="*/ 954435 h 963032"/>
                <a:gd name="connsiteX1" fmla="*/ 446252 w 1737710"/>
                <a:gd name="connsiteY1" fmla="*/ 926845 h 963032"/>
                <a:gd name="connsiteX2" fmla="*/ 877176 w 1737710"/>
                <a:gd name="connsiteY2" fmla="*/ 19452 h 963032"/>
                <a:gd name="connsiteX3" fmla="*/ 1216015 w 1737710"/>
                <a:gd name="connsiteY3" fmla="*/ 320700 h 963032"/>
                <a:gd name="connsiteX4" fmla="*/ 1737710 w 1737710"/>
                <a:gd name="connsiteY4" fmla="*/ 760432 h 963032"/>
                <a:gd name="connsiteX0" fmla="*/ 0 w 1737710"/>
                <a:gd name="connsiteY0" fmla="*/ 935681 h 944278"/>
                <a:gd name="connsiteX1" fmla="*/ 446252 w 1737710"/>
                <a:gd name="connsiteY1" fmla="*/ 908091 h 944278"/>
                <a:gd name="connsiteX2" fmla="*/ 877176 w 1737710"/>
                <a:gd name="connsiteY2" fmla="*/ 698 h 944278"/>
                <a:gd name="connsiteX3" fmla="*/ 1216015 w 1737710"/>
                <a:gd name="connsiteY3" fmla="*/ 301946 h 944278"/>
                <a:gd name="connsiteX4" fmla="*/ 1737710 w 1737710"/>
                <a:gd name="connsiteY4" fmla="*/ 741678 h 944278"/>
                <a:gd name="connsiteX0" fmla="*/ 0 w 1737710"/>
                <a:gd name="connsiteY0" fmla="*/ 935001 h 943598"/>
                <a:gd name="connsiteX1" fmla="*/ 446252 w 1737710"/>
                <a:gd name="connsiteY1" fmla="*/ 907411 h 943598"/>
                <a:gd name="connsiteX2" fmla="*/ 877176 w 1737710"/>
                <a:gd name="connsiteY2" fmla="*/ 18 h 943598"/>
                <a:gd name="connsiteX3" fmla="*/ 1216015 w 1737710"/>
                <a:gd name="connsiteY3" fmla="*/ 301266 h 943598"/>
                <a:gd name="connsiteX4" fmla="*/ 1737710 w 1737710"/>
                <a:gd name="connsiteY4" fmla="*/ 740998 h 943598"/>
                <a:gd name="connsiteX0" fmla="*/ 0 w 1737710"/>
                <a:gd name="connsiteY0" fmla="*/ 935079 h 943676"/>
                <a:gd name="connsiteX1" fmla="*/ 446252 w 1737710"/>
                <a:gd name="connsiteY1" fmla="*/ 907489 h 943676"/>
                <a:gd name="connsiteX2" fmla="*/ 877176 w 1737710"/>
                <a:gd name="connsiteY2" fmla="*/ 96 h 943676"/>
                <a:gd name="connsiteX3" fmla="*/ 1216015 w 1737710"/>
                <a:gd name="connsiteY3" fmla="*/ 301344 h 943676"/>
                <a:gd name="connsiteX4" fmla="*/ 1737710 w 1737710"/>
                <a:gd name="connsiteY4" fmla="*/ 741076 h 943676"/>
                <a:gd name="connsiteX0" fmla="*/ 0 w 1737710"/>
                <a:gd name="connsiteY0" fmla="*/ 935352 h 943949"/>
                <a:gd name="connsiteX1" fmla="*/ 446252 w 1737710"/>
                <a:gd name="connsiteY1" fmla="*/ 907762 h 943949"/>
                <a:gd name="connsiteX2" fmla="*/ 877176 w 1737710"/>
                <a:gd name="connsiteY2" fmla="*/ 369 h 943949"/>
                <a:gd name="connsiteX3" fmla="*/ 1216015 w 1737710"/>
                <a:gd name="connsiteY3" fmla="*/ 301617 h 943949"/>
                <a:gd name="connsiteX4" fmla="*/ 1737710 w 1737710"/>
                <a:gd name="connsiteY4" fmla="*/ 741349 h 943949"/>
                <a:gd name="connsiteX0" fmla="*/ 0 w 1737710"/>
                <a:gd name="connsiteY0" fmla="*/ 935288 h 943885"/>
                <a:gd name="connsiteX1" fmla="*/ 446252 w 1737710"/>
                <a:gd name="connsiteY1" fmla="*/ 907698 h 943885"/>
                <a:gd name="connsiteX2" fmla="*/ 877176 w 1737710"/>
                <a:gd name="connsiteY2" fmla="*/ 305 h 943885"/>
                <a:gd name="connsiteX3" fmla="*/ 1216015 w 1737710"/>
                <a:gd name="connsiteY3" fmla="*/ 301553 h 943885"/>
                <a:gd name="connsiteX4" fmla="*/ 1737710 w 1737710"/>
                <a:gd name="connsiteY4" fmla="*/ 741285 h 943885"/>
                <a:gd name="connsiteX0" fmla="*/ 0 w 1737710"/>
                <a:gd name="connsiteY0" fmla="*/ 935288 h 943885"/>
                <a:gd name="connsiteX1" fmla="*/ 446252 w 1737710"/>
                <a:gd name="connsiteY1" fmla="*/ 907698 h 943885"/>
                <a:gd name="connsiteX2" fmla="*/ 877176 w 1737710"/>
                <a:gd name="connsiteY2" fmla="*/ 305 h 943885"/>
                <a:gd name="connsiteX3" fmla="*/ 1216015 w 1737710"/>
                <a:gd name="connsiteY3" fmla="*/ 301553 h 943885"/>
                <a:gd name="connsiteX4" fmla="*/ 1737710 w 1737710"/>
                <a:gd name="connsiteY4" fmla="*/ 741285 h 943885"/>
                <a:gd name="connsiteX0" fmla="*/ 0 w 1644192"/>
                <a:gd name="connsiteY0" fmla="*/ 935288 h 943885"/>
                <a:gd name="connsiteX1" fmla="*/ 446252 w 1644192"/>
                <a:gd name="connsiteY1" fmla="*/ 907698 h 943885"/>
                <a:gd name="connsiteX2" fmla="*/ 877176 w 1644192"/>
                <a:gd name="connsiteY2" fmla="*/ 305 h 943885"/>
                <a:gd name="connsiteX3" fmla="*/ 1216015 w 1644192"/>
                <a:gd name="connsiteY3" fmla="*/ 301553 h 943885"/>
                <a:gd name="connsiteX4" fmla="*/ 1644192 w 1644192"/>
                <a:gd name="connsiteY4" fmla="*/ 784227 h 943885"/>
                <a:gd name="connsiteX0" fmla="*/ 0 w 1940333"/>
                <a:gd name="connsiteY0" fmla="*/ 935288 h 951700"/>
                <a:gd name="connsiteX1" fmla="*/ 446252 w 1940333"/>
                <a:gd name="connsiteY1" fmla="*/ 907698 h 951700"/>
                <a:gd name="connsiteX2" fmla="*/ 877176 w 1940333"/>
                <a:gd name="connsiteY2" fmla="*/ 305 h 951700"/>
                <a:gd name="connsiteX3" fmla="*/ 1216015 w 1940333"/>
                <a:gd name="connsiteY3" fmla="*/ 301553 h 951700"/>
                <a:gd name="connsiteX4" fmla="*/ 1940333 w 1940333"/>
                <a:gd name="connsiteY4" fmla="*/ 951700 h 951700"/>
                <a:gd name="connsiteX0" fmla="*/ 0 w 1940333"/>
                <a:gd name="connsiteY0" fmla="*/ 935288 h 951700"/>
                <a:gd name="connsiteX1" fmla="*/ 446252 w 1940333"/>
                <a:gd name="connsiteY1" fmla="*/ 907698 h 951700"/>
                <a:gd name="connsiteX2" fmla="*/ 877176 w 1940333"/>
                <a:gd name="connsiteY2" fmla="*/ 305 h 951700"/>
                <a:gd name="connsiteX3" fmla="*/ 1216015 w 1940333"/>
                <a:gd name="connsiteY3" fmla="*/ 301553 h 951700"/>
                <a:gd name="connsiteX4" fmla="*/ 1940333 w 1940333"/>
                <a:gd name="connsiteY4" fmla="*/ 951700 h 951700"/>
                <a:gd name="connsiteX0" fmla="*/ 0 w 1940333"/>
                <a:gd name="connsiteY0" fmla="*/ 951505 h 967917"/>
                <a:gd name="connsiteX1" fmla="*/ 181284 w 1940333"/>
                <a:gd name="connsiteY1" fmla="*/ 906739 h 967917"/>
                <a:gd name="connsiteX2" fmla="*/ 877176 w 1940333"/>
                <a:gd name="connsiteY2" fmla="*/ 16522 h 967917"/>
                <a:gd name="connsiteX3" fmla="*/ 1216015 w 1940333"/>
                <a:gd name="connsiteY3" fmla="*/ 317770 h 967917"/>
                <a:gd name="connsiteX4" fmla="*/ 1940333 w 1940333"/>
                <a:gd name="connsiteY4" fmla="*/ 967917 h 967917"/>
                <a:gd name="connsiteX0" fmla="*/ 0 w 1940333"/>
                <a:gd name="connsiteY0" fmla="*/ 935057 h 951469"/>
                <a:gd name="connsiteX1" fmla="*/ 181284 w 1940333"/>
                <a:gd name="connsiteY1" fmla="*/ 890291 h 951469"/>
                <a:gd name="connsiteX2" fmla="*/ 877176 w 1940333"/>
                <a:gd name="connsiteY2" fmla="*/ 74 h 951469"/>
                <a:gd name="connsiteX3" fmla="*/ 1216015 w 1940333"/>
                <a:gd name="connsiteY3" fmla="*/ 301322 h 951469"/>
                <a:gd name="connsiteX4" fmla="*/ 1940333 w 1940333"/>
                <a:gd name="connsiteY4" fmla="*/ 951469 h 951469"/>
                <a:gd name="connsiteX0" fmla="*/ 0 w 1940333"/>
                <a:gd name="connsiteY0" fmla="*/ 951865 h 968277"/>
                <a:gd name="connsiteX1" fmla="*/ 181284 w 1940333"/>
                <a:gd name="connsiteY1" fmla="*/ 907099 h 968277"/>
                <a:gd name="connsiteX2" fmla="*/ 877176 w 1940333"/>
                <a:gd name="connsiteY2" fmla="*/ 16882 h 968277"/>
                <a:gd name="connsiteX3" fmla="*/ 1190038 w 1940333"/>
                <a:gd name="connsiteY3" fmla="*/ 313835 h 968277"/>
                <a:gd name="connsiteX4" fmla="*/ 1940333 w 1940333"/>
                <a:gd name="connsiteY4" fmla="*/ 968277 h 968277"/>
                <a:gd name="connsiteX0" fmla="*/ 0 w 1940333"/>
                <a:gd name="connsiteY0" fmla="*/ 935125 h 951537"/>
                <a:gd name="connsiteX1" fmla="*/ 181284 w 1940333"/>
                <a:gd name="connsiteY1" fmla="*/ 890359 h 951537"/>
                <a:gd name="connsiteX2" fmla="*/ 877176 w 1940333"/>
                <a:gd name="connsiteY2" fmla="*/ 142 h 951537"/>
                <a:gd name="connsiteX3" fmla="*/ 1190038 w 1940333"/>
                <a:gd name="connsiteY3" fmla="*/ 297095 h 951537"/>
                <a:gd name="connsiteX4" fmla="*/ 1940333 w 1940333"/>
                <a:gd name="connsiteY4" fmla="*/ 951537 h 951537"/>
                <a:gd name="connsiteX0" fmla="*/ 0 w 1940333"/>
                <a:gd name="connsiteY0" fmla="*/ 935125 h 951537"/>
                <a:gd name="connsiteX1" fmla="*/ 181284 w 1940333"/>
                <a:gd name="connsiteY1" fmla="*/ 890359 h 951537"/>
                <a:gd name="connsiteX2" fmla="*/ 877176 w 1940333"/>
                <a:gd name="connsiteY2" fmla="*/ 142 h 951537"/>
                <a:gd name="connsiteX3" fmla="*/ 1190038 w 1940333"/>
                <a:gd name="connsiteY3" fmla="*/ 297095 h 951537"/>
                <a:gd name="connsiteX4" fmla="*/ 1940333 w 1940333"/>
                <a:gd name="connsiteY4" fmla="*/ 951537 h 951537"/>
                <a:gd name="connsiteX0" fmla="*/ 0 w 1940333"/>
                <a:gd name="connsiteY0" fmla="*/ 936132 h 952544"/>
                <a:gd name="connsiteX1" fmla="*/ 181284 w 1940333"/>
                <a:gd name="connsiteY1" fmla="*/ 891366 h 952544"/>
                <a:gd name="connsiteX2" fmla="*/ 877176 w 1940333"/>
                <a:gd name="connsiteY2" fmla="*/ 1149 h 952544"/>
                <a:gd name="connsiteX3" fmla="*/ 1190038 w 1940333"/>
                <a:gd name="connsiteY3" fmla="*/ 298102 h 952544"/>
                <a:gd name="connsiteX4" fmla="*/ 1940333 w 1940333"/>
                <a:gd name="connsiteY4" fmla="*/ 952544 h 952544"/>
                <a:gd name="connsiteX0" fmla="*/ 0 w 1940333"/>
                <a:gd name="connsiteY0" fmla="*/ 936132 h 952544"/>
                <a:gd name="connsiteX1" fmla="*/ 181284 w 1940333"/>
                <a:gd name="connsiteY1" fmla="*/ 891366 h 952544"/>
                <a:gd name="connsiteX2" fmla="*/ 877176 w 1940333"/>
                <a:gd name="connsiteY2" fmla="*/ 1149 h 952544"/>
                <a:gd name="connsiteX3" fmla="*/ 1210819 w 1940333"/>
                <a:gd name="connsiteY3" fmla="*/ 298102 h 952544"/>
                <a:gd name="connsiteX4" fmla="*/ 1940333 w 1940333"/>
                <a:gd name="connsiteY4" fmla="*/ 952544 h 952544"/>
                <a:gd name="connsiteX0" fmla="*/ 0 w 1940333"/>
                <a:gd name="connsiteY0" fmla="*/ 941277 h 957689"/>
                <a:gd name="connsiteX1" fmla="*/ 181284 w 1940333"/>
                <a:gd name="connsiteY1" fmla="*/ 896511 h 957689"/>
                <a:gd name="connsiteX2" fmla="*/ 725660 w 1940333"/>
                <a:gd name="connsiteY2" fmla="*/ 193998 h 957689"/>
                <a:gd name="connsiteX3" fmla="*/ 877176 w 1940333"/>
                <a:gd name="connsiteY3" fmla="*/ 6294 h 957689"/>
                <a:gd name="connsiteX4" fmla="*/ 1210819 w 1940333"/>
                <a:gd name="connsiteY4" fmla="*/ 303247 h 957689"/>
                <a:gd name="connsiteX5" fmla="*/ 1940333 w 1940333"/>
                <a:gd name="connsiteY5" fmla="*/ 957689 h 957689"/>
                <a:gd name="connsiteX0" fmla="*/ 0 w 1940333"/>
                <a:gd name="connsiteY0" fmla="*/ 936133 h 952545"/>
                <a:gd name="connsiteX1" fmla="*/ 181284 w 1940333"/>
                <a:gd name="connsiteY1" fmla="*/ 891367 h 952545"/>
                <a:gd name="connsiteX2" fmla="*/ 725660 w 1940333"/>
                <a:gd name="connsiteY2" fmla="*/ 188854 h 952545"/>
                <a:gd name="connsiteX3" fmla="*/ 877176 w 1940333"/>
                <a:gd name="connsiteY3" fmla="*/ 1150 h 952545"/>
                <a:gd name="connsiteX4" fmla="*/ 1210819 w 1940333"/>
                <a:gd name="connsiteY4" fmla="*/ 298103 h 952545"/>
                <a:gd name="connsiteX5" fmla="*/ 1940333 w 1940333"/>
                <a:gd name="connsiteY5" fmla="*/ 952545 h 95254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725660 w 1940333"/>
                <a:gd name="connsiteY1" fmla="*/ 187704 h 951395"/>
                <a:gd name="connsiteX2" fmla="*/ 877176 w 1940333"/>
                <a:gd name="connsiteY2" fmla="*/ 0 h 951395"/>
                <a:gd name="connsiteX3" fmla="*/ 1210819 w 1940333"/>
                <a:gd name="connsiteY3" fmla="*/ 296953 h 951395"/>
                <a:gd name="connsiteX4" fmla="*/ 1940333 w 1940333"/>
                <a:gd name="connsiteY4" fmla="*/ 951395 h 951395"/>
                <a:gd name="connsiteX0" fmla="*/ 0 w 1286307"/>
                <a:gd name="connsiteY0" fmla="*/ 431135 h 951395"/>
                <a:gd name="connsiteX1" fmla="*/ 71634 w 1286307"/>
                <a:gd name="connsiteY1" fmla="*/ 187704 h 951395"/>
                <a:gd name="connsiteX2" fmla="*/ 223150 w 1286307"/>
                <a:gd name="connsiteY2" fmla="*/ 0 h 951395"/>
                <a:gd name="connsiteX3" fmla="*/ 556793 w 1286307"/>
                <a:gd name="connsiteY3" fmla="*/ 296953 h 951395"/>
                <a:gd name="connsiteX4" fmla="*/ 1286307 w 1286307"/>
                <a:gd name="connsiteY4" fmla="*/ 951395 h 951395"/>
                <a:gd name="connsiteX0" fmla="*/ 0 w 1270037"/>
                <a:gd name="connsiteY0" fmla="*/ 436611 h 951395"/>
                <a:gd name="connsiteX1" fmla="*/ 55364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83 h 951467"/>
                <a:gd name="connsiteX1" fmla="*/ 61872 w 1270037"/>
                <a:gd name="connsiteY1" fmla="*/ 187776 h 951467"/>
                <a:gd name="connsiteX2" fmla="*/ 206880 w 1270037"/>
                <a:gd name="connsiteY2" fmla="*/ 72 h 951467"/>
                <a:gd name="connsiteX3" fmla="*/ 540523 w 1270037"/>
                <a:gd name="connsiteY3" fmla="*/ 297025 h 951467"/>
                <a:gd name="connsiteX4" fmla="*/ 1270037 w 1270037"/>
                <a:gd name="connsiteY4" fmla="*/ 951467 h 951467"/>
                <a:gd name="connsiteX0" fmla="*/ 0 w 1273291"/>
                <a:gd name="connsiteY0" fmla="*/ 967914 h 967914"/>
                <a:gd name="connsiteX1" fmla="*/ 65126 w 1273291"/>
                <a:gd name="connsiteY1" fmla="*/ 187776 h 967914"/>
                <a:gd name="connsiteX2" fmla="*/ 210134 w 1273291"/>
                <a:gd name="connsiteY2" fmla="*/ 72 h 967914"/>
                <a:gd name="connsiteX3" fmla="*/ 543777 w 1273291"/>
                <a:gd name="connsiteY3" fmla="*/ 297025 h 967914"/>
                <a:gd name="connsiteX4" fmla="*/ 1273291 w 1273291"/>
                <a:gd name="connsiteY4" fmla="*/ 951467 h 967914"/>
                <a:gd name="connsiteX0" fmla="*/ 3327 w 1276618"/>
                <a:gd name="connsiteY0" fmla="*/ 967914 h 967914"/>
                <a:gd name="connsiteX1" fmla="*/ 3475 w 1276618"/>
                <a:gd name="connsiteY1" fmla="*/ 434223 h 967914"/>
                <a:gd name="connsiteX2" fmla="*/ 68453 w 1276618"/>
                <a:gd name="connsiteY2" fmla="*/ 187776 h 967914"/>
                <a:gd name="connsiteX3" fmla="*/ 213461 w 1276618"/>
                <a:gd name="connsiteY3" fmla="*/ 72 h 967914"/>
                <a:gd name="connsiteX4" fmla="*/ 547104 w 1276618"/>
                <a:gd name="connsiteY4" fmla="*/ 297025 h 967914"/>
                <a:gd name="connsiteX5" fmla="*/ 1276618 w 1276618"/>
                <a:gd name="connsiteY5" fmla="*/ 951467 h 967914"/>
                <a:gd name="connsiteX0" fmla="*/ 3327 w 1128041"/>
                <a:gd name="connsiteY0" fmla="*/ 967914 h 967914"/>
                <a:gd name="connsiteX1" fmla="*/ 3475 w 1128041"/>
                <a:gd name="connsiteY1" fmla="*/ 434223 h 967914"/>
                <a:gd name="connsiteX2" fmla="*/ 68453 w 1128041"/>
                <a:gd name="connsiteY2" fmla="*/ 187776 h 967914"/>
                <a:gd name="connsiteX3" fmla="*/ 213461 w 1128041"/>
                <a:gd name="connsiteY3" fmla="*/ 72 h 967914"/>
                <a:gd name="connsiteX4" fmla="*/ 547104 w 1128041"/>
                <a:gd name="connsiteY4" fmla="*/ 297025 h 967914"/>
                <a:gd name="connsiteX5" fmla="*/ 1128041 w 1128041"/>
                <a:gd name="connsiteY5" fmla="*/ 951467 h 967914"/>
                <a:gd name="connsiteX0" fmla="*/ 3327 w 1128041"/>
                <a:gd name="connsiteY0" fmla="*/ 967914 h 967914"/>
                <a:gd name="connsiteX1" fmla="*/ 3475 w 1128041"/>
                <a:gd name="connsiteY1" fmla="*/ 434223 h 967914"/>
                <a:gd name="connsiteX2" fmla="*/ 68453 w 1128041"/>
                <a:gd name="connsiteY2" fmla="*/ 187776 h 967914"/>
                <a:gd name="connsiteX3" fmla="*/ 213461 w 1128041"/>
                <a:gd name="connsiteY3" fmla="*/ 72 h 967914"/>
                <a:gd name="connsiteX4" fmla="*/ 547104 w 1128041"/>
                <a:gd name="connsiteY4" fmla="*/ 297025 h 967914"/>
                <a:gd name="connsiteX5" fmla="*/ 1128041 w 1128041"/>
                <a:gd name="connsiteY5" fmla="*/ 951467 h 967914"/>
                <a:gd name="connsiteX0" fmla="*/ 3327 w 1116208"/>
                <a:gd name="connsiteY0" fmla="*/ 967914 h 967914"/>
                <a:gd name="connsiteX1" fmla="*/ 3475 w 1116208"/>
                <a:gd name="connsiteY1" fmla="*/ 434223 h 967914"/>
                <a:gd name="connsiteX2" fmla="*/ 68453 w 1116208"/>
                <a:gd name="connsiteY2" fmla="*/ 187776 h 967914"/>
                <a:gd name="connsiteX3" fmla="*/ 213461 w 1116208"/>
                <a:gd name="connsiteY3" fmla="*/ 72 h 967914"/>
                <a:gd name="connsiteX4" fmla="*/ 547104 w 1116208"/>
                <a:gd name="connsiteY4" fmla="*/ 297025 h 967914"/>
                <a:gd name="connsiteX5" fmla="*/ 1116208 w 1116208"/>
                <a:gd name="connsiteY5" fmla="*/ 963821 h 967914"/>
                <a:gd name="connsiteX0" fmla="*/ 3327 w 1116208"/>
                <a:gd name="connsiteY0" fmla="*/ 967914 h 967914"/>
                <a:gd name="connsiteX1" fmla="*/ 3475 w 1116208"/>
                <a:gd name="connsiteY1" fmla="*/ 434223 h 967914"/>
                <a:gd name="connsiteX2" fmla="*/ 68453 w 1116208"/>
                <a:gd name="connsiteY2" fmla="*/ 187776 h 967914"/>
                <a:gd name="connsiteX3" fmla="*/ 213461 w 1116208"/>
                <a:gd name="connsiteY3" fmla="*/ 72 h 967914"/>
                <a:gd name="connsiteX4" fmla="*/ 547104 w 1116208"/>
                <a:gd name="connsiteY4" fmla="*/ 297025 h 967914"/>
                <a:gd name="connsiteX5" fmla="*/ 1116208 w 1116208"/>
                <a:gd name="connsiteY5" fmla="*/ 963821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6208" h="967914">
                  <a:moveTo>
                    <a:pt x="3327" y="967914"/>
                  </a:moveTo>
                  <a:cubicBezTo>
                    <a:pt x="15307" y="804622"/>
                    <a:pt x="-8505" y="597515"/>
                    <a:pt x="3475" y="434223"/>
                  </a:cubicBezTo>
                  <a:lnTo>
                    <a:pt x="68453" y="187776"/>
                  </a:lnTo>
                  <a:cubicBezTo>
                    <a:pt x="101905" y="105125"/>
                    <a:pt x="160428" y="4683"/>
                    <a:pt x="213461" y="72"/>
                  </a:cubicBezTo>
                  <a:cubicBezTo>
                    <a:pt x="310856" y="-5081"/>
                    <a:pt x="527177" y="267673"/>
                    <a:pt x="547104" y="297025"/>
                  </a:cubicBezTo>
                  <a:cubicBezTo>
                    <a:pt x="595874" y="345319"/>
                    <a:pt x="925474" y="780947"/>
                    <a:pt x="1116208" y="963821"/>
                  </a:cubicBezTo>
                </a:path>
              </a:pathLst>
            </a:custGeom>
            <a:solidFill>
              <a:srgbClr val="5757AF">
                <a:alpha val="1948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5757AF"/>
                </a:solidFill>
              </a:endParaRPr>
            </a:p>
          </p:txBody>
        </p:sp>
        <p:sp>
          <p:nvSpPr>
            <p:cNvPr id="1045" name="任意形状 1044">
              <a:extLst>
                <a:ext uri="{FF2B5EF4-FFF2-40B4-BE49-F238E27FC236}">
                  <a16:creationId xmlns:a16="http://schemas.microsoft.com/office/drawing/2014/main" id="{27161B72-93C3-2173-00E6-3D9BE8CFC167}"/>
                </a:ext>
              </a:extLst>
            </p:cNvPr>
            <p:cNvSpPr/>
            <p:nvPr/>
          </p:nvSpPr>
          <p:spPr>
            <a:xfrm>
              <a:off x="1184093" y="4021332"/>
              <a:ext cx="2200490" cy="722855"/>
            </a:xfrm>
            <a:custGeom>
              <a:avLst/>
              <a:gdLst>
                <a:gd name="connsiteX0" fmla="*/ 0 w 1765300"/>
                <a:gd name="connsiteY0" fmla="*/ 927259 h 1016468"/>
                <a:gd name="connsiteX1" fmla="*/ 469900 w 1765300"/>
                <a:gd name="connsiteY1" fmla="*/ 927259 h 1016468"/>
                <a:gd name="connsiteX2" fmla="*/ 889000 w 1765300"/>
                <a:gd name="connsiteY2" fmla="*/ 159 h 1016468"/>
                <a:gd name="connsiteX3" fmla="*/ 1308100 w 1765300"/>
                <a:gd name="connsiteY3" fmla="*/ 851059 h 1016468"/>
                <a:gd name="connsiteX4" fmla="*/ 1765300 w 1765300"/>
                <a:gd name="connsiteY4" fmla="*/ 685959 h 1016468"/>
                <a:gd name="connsiteX0" fmla="*/ 0 w 1765300"/>
                <a:gd name="connsiteY0" fmla="*/ 927138 h 994347"/>
                <a:gd name="connsiteX1" fmla="*/ 438369 w 1765300"/>
                <a:gd name="connsiteY1" fmla="*/ 887724 h 994347"/>
                <a:gd name="connsiteX2" fmla="*/ 889000 w 1765300"/>
                <a:gd name="connsiteY2" fmla="*/ 38 h 994347"/>
                <a:gd name="connsiteX3" fmla="*/ 1308100 w 1765300"/>
                <a:gd name="connsiteY3" fmla="*/ 850938 h 994347"/>
                <a:gd name="connsiteX4" fmla="*/ 1765300 w 1765300"/>
                <a:gd name="connsiteY4" fmla="*/ 685838 h 994347"/>
                <a:gd name="connsiteX0" fmla="*/ 0 w 1765300"/>
                <a:gd name="connsiteY0" fmla="*/ 927138 h 956064"/>
                <a:gd name="connsiteX1" fmla="*/ 438369 w 1765300"/>
                <a:gd name="connsiteY1" fmla="*/ 887724 h 956064"/>
                <a:gd name="connsiteX2" fmla="*/ 889000 w 1765300"/>
                <a:gd name="connsiteY2" fmla="*/ 38 h 956064"/>
                <a:gd name="connsiteX3" fmla="*/ 1308100 w 1765300"/>
                <a:gd name="connsiteY3" fmla="*/ 850938 h 956064"/>
                <a:gd name="connsiteX4" fmla="*/ 1765300 w 1765300"/>
                <a:gd name="connsiteY4" fmla="*/ 685838 h 956064"/>
                <a:gd name="connsiteX0" fmla="*/ 0 w 1765300"/>
                <a:gd name="connsiteY0" fmla="*/ 927138 h 929070"/>
                <a:gd name="connsiteX1" fmla="*/ 438369 w 1765300"/>
                <a:gd name="connsiteY1" fmla="*/ 887724 h 929070"/>
                <a:gd name="connsiteX2" fmla="*/ 889000 w 1765300"/>
                <a:gd name="connsiteY2" fmla="*/ 38 h 929070"/>
                <a:gd name="connsiteX3" fmla="*/ 1308100 w 1765300"/>
                <a:gd name="connsiteY3" fmla="*/ 850938 h 929070"/>
                <a:gd name="connsiteX4" fmla="*/ 1765300 w 1765300"/>
                <a:gd name="connsiteY4" fmla="*/ 685838 h 929070"/>
                <a:gd name="connsiteX0" fmla="*/ 0 w 1765300"/>
                <a:gd name="connsiteY0" fmla="*/ 927138 h 932237"/>
                <a:gd name="connsiteX1" fmla="*/ 438369 w 1765300"/>
                <a:gd name="connsiteY1" fmla="*/ 887724 h 932237"/>
                <a:gd name="connsiteX2" fmla="*/ 889000 w 1765300"/>
                <a:gd name="connsiteY2" fmla="*/ 38 h 932237"/>
                <a:gd name="connsiteX3" fmla="*/ 1308100 w 1765300"/>
                <a:gd name="connsiteY3" fmla="*/ 850938 h 932237"/>
                <a:gd name="connsiteX4" fmla="*/ 1765300 w 1765300"/>
                <a:gd name="connsiteY4" fmla="*/ 685838 h 932237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46252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35047 h 943644"/>
                <a:gd name="connsiteX1" fmla="*/ 446252 w 1765300"/>
                <a:gd name="connsiteY1" fmla="*/ 907457 h 943644"/>
                <a:gd name="connsiteX2" fmla="*/ 877176 w 1765300"/>
                <a:gd name="connsiteY2" fmla="*/ 64 h 943644"/>
                <a:gd name="connsiteX3" fmla="*/ 1308100 w 1765300"/>
                <a:gd name="connsiteY3" fmla="*/ 858847 h 943644"/>
                <a:gd name="connsiteX4" fmla="*/ 1765300 w 1765300"/>
                <a:gd name="connsiteY4" fmla="*/ 693747 h 943644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3620336 h 3620356"/>
                <a:gd name="connsiteX1" fmla="*/ 435009 w 1737710"/>
                <a:gd name="connsiteY1" fmla="*/ 800 h 3620356"/>
                <a:gd name="connsiteX2" fmla="*/ 877176 w 1737710"/>
                <a:gd name="connsiteY2" fmla="*/ 2685353 h 3620356"/>
                <a:gd name="connsiteX3" fmla="*/ 1319924 w 1737710"/>
                <a:gd name="connsiteY3" fmla="*/ 3536253 h 3620356"/>
                <a:gd name="connsiteX4" fmla="*/ 1737710 w 1737710"/>
                <a:gd name="connsiteY4" fmla="*/ 3426333 h 3620356"/>
                <a:gd name="connsiteX0" fmla="*/ 0 w 1737710"/>
                <a:gd name="connsiteY0" fmla="*/ 3619575 h 3619595"/>
                <a:gd name="connsiteX1" fmla="*/ 435009 w 1737710"/>
                <a:gd name="connsiteY1" fmla="*/ 39 h 3619595"/>
                <a:gd name="connsiteX2" fmla="*/ 877176 w 1737710"/>
                <a:gd name="connsiteY2" fmla="*/ 2684592 h 3619595"/>
                <a:gd name="connsiteX3" fmla="*/ 1319924 w 1737710"/>
                <a:gd name="connsiteY3" fmla="*/ 3535492 h 3619595"/>
                <a:gd name="connsiteX4" fmla="*/ 1737710 w 1737710"/>
                <a:gd name="connsiteY4" fmla="*/ 3425572 h 3619595"/>
                <a:gd name="connsiteX0" fmla="*/ 0 w 1737710"/>
                <a:gd name="connsiteY0" fmla="*/ 3619575 h 3619595"/>
                <a:gd name="connsiteX1" fmla="*/ 435009 w 1737710"/>
                <a:gd name="connsiteY1" fmla="*/ 39 h 3619595"/>
                <a:gd name="connsiteX2" fmla="*/ 877176 w 1737710"/>
                <a:gd name="connsiteY2" fmla="*/ 2684592 h 3619595"/>
                <a:gd name="connsiteX3" fmla="*/ 1319924 w 1737710"/>
                <a:gd name="connsiteY3" fmla="*/ 3535492 h 3619595"/>
                <a:gd name="connsiteX4" fmla="*/ 1737710 w 1737710"/>
                <a:gd name="connsiteY4" fmla="*/ 3425572 h 3619595"/>
                <a:gd name="connsiteX0" fmla="*/ 0 w 1745205"/>
                <a:gd name="connsiteY0" fmla="*/ 2323513 h 3535496"/>
                <a:gd name="connsiteX1" fmla="*/ 442504 w 1745205"/>
                <a:gd name="connsiteY1" fmla="*/ 39 h 3535496"/>
                <a:gd name="connsiteX2" fmla="*/ 884671 w 1745205"/>
                <a:gd name="connsiteY2" fmla="*/ 2684592 h 3535496"/>
                <a:gd name="connsiteX3" fmla="*/ 1327419 w 1745205"/>
                <a:gd name="connsiteY3" fmla="*/ 3535492 h 3535496"/>
                <a:gd name="connsiteX4" fmla="*/ 1745205 w 1745205"/>
                <a:gd name="connsiteY4" fmla="*/ 3425572 h 3535496"/>
                <a:gd name="connsiteX0" fmla="*/ 0 w 1745205"/>
                <a:gd name="connsiteY0" fmla="*/ 2323513 h 3535492"/>
                <a:gd name="connsiteX1" fmla="*/ 442504 w 1745205"/>
                <a:gd name="connsiteY1" fmla="*/ 39 h 3535492"/>
                <a:gd name="connsiteX2" fmla="*/ 879476 w 1745205"/>
                <a:gd name="connsiteY2" fmla="*/ 2922560 h 3535492"/>
                <a:gd name="connsiteX3" fmla="*/ 1327419 w 1745205"/>
                <a:gd name="connsiteY3" fmla="*/ 3535492 h 3535492"/>
                <a:gd name="connsiteX4" fmla="*/ 1745205 w 1745205"/>
                <a:gd name="connsiteY4" fmla="*/ 3425572 h 3535492"/>
                <a:gd name="connsiteX0" fmla="*/ 0 w 1745205"/>
                <a:gd name="connsiteY0" fmla="*/ 2323513 h 3425571"/>
                <a:gd name="connsiteX1" fmla="*/ 442504 w 1745205"/>
                <a:gd name="connsiteY1" fmla="*/ 39 h 3425571"/>
                <a:gd name="connsiteX2" fmla="*/ 879476 w 1745205"/>
                <a:gd name="connsiteY2" fmla="*/ 2922560 h 3425571"/>
                <a:gd name="connsiteX3" fmla="*/ 1265073 w 1745205"/>
                <a:gd name="connsiteY3" fmla="*/ 3279216 h 3425571"/>
                <a:gd name="connsiteX4" fmla="*/ 1745205 w 1745205"/>
                <a:gd name="connsiteY4" fmla="*/ 3425572 h 3425571"/>
                <a:gd name="connsiteX0" fmla="*/ 0 w 1745205"/>
                <a:gd name="connsiteY0" fmla="*/ 2323513 h 3475909"/>
                <a:gd name="connsiteX1" fmla="*/ 442504 w 1745205"/>
                <a:gd name="connsiteY1" fmla="*/ 39 h 3475909"/>
                <a:gd name="connsiteX2" fmla="*/ 879476 w 1745205"/>
                <a:gd name="connsiteY2" fmla="*/ 2922560 h 3475909"/>
                <a:gd name="connsiteX3" fmla="*/ 1265073 w 1745205"/>
                <a:gd name="connsiteY3" fmla="*/ 3279216 h 3475909"/>
                <a:gd name="connsiteX4" fmla="*/ 1745205 w 1745205"/>
                <a:gd name="connsiteY4" fmla="*/ 3425572 h 3475909"/>
                <a:gd name="connsiteX0" fmla="*/ 0 w 1745205"/>
                <a:gd name="connsiteY0" fmla="*/ 2323513 h 3425571"/>
                <a:gd name="connsiteX1" fmla="*/ 442504 w 1745205"/>
                <a:gd name="connsiteY1" fmla="*/ 39 h 3425571"/>
                <a:gd name="connsiteX2" fmla="*/ 879476 w 1745205"/>
                <a:gd name="connsiteY2" fmla="*/ 2922560 h 3425571"/>
                <a:gd name="connsiteX3" fmla="*/ 1265073 w 1745205"/>
                <a:gd name="connsiteY3" fmla="*/ 3279216 h 3425571"/>
                <a:gd name="connsiteX4" fmla="*/ 1745205 w 1745205"/>
                <a:gd name="connsiteY4" fmla="*/ 3425572 h 3425571"/>
                <a:gd name="connsiteX0" fmla="*/ 0 w 1745205"/>
                <a:gd name="connsiteY0" fmla="*/ 2323513 h 3439139"/>
                <a:gd name="connsiteX1" fmla="*/ 442504 w 1745205"/>
                <a:gd name="connsiteY1" fmla="*/ 39 h 3439139"/>
                <a:gd name="connsiteX2" fmla="*/ 879476 w 1745205"/>
                <a:gd name="connsiteY2" fmla="*/ 2922560 h 3439139"/>
                <a:gd name="connsiteX3" fmla="*/ 1265073 w 1745205"/>
                <a:gd name="connsiteY3" fmla="*/ 3279216 h 3439139"/>
                <a:gd name="connsiteX4" fmla="*/ 1745205 w 1745205"/>
                <a:gd name="connsiteY4" fmla="*/ 3425572 h 3439139"/>
                <a:gd name="connsiteX0" fmla="*/ 0 w 1745205"/>
                <a:gd name="connsiteY0" fmla="*/ 2323513 h 3437370"/>
                <a:gd name="connsiteX1" fmla="*/ 442504 w 1745205"/>
                <a:gd name="connsiteY1" fmla="*/ 39 h 3437370"/>
                <a:gd name="connsiteX2" fmla="*/ 879476 w 1745205"/>
                <a:gd name="connsiteY2" fmla="*/ 2922560 h 3437370"/>
                <a:gd name="connsiteX3" fmla="*/ 1265073 w 1745205"/>
                <a:gd name="connsiteY3" fmla="*/ 3279216 h 3437370"/>
                <a:gd name="connsiteX4" fmla="*/ 1745205 w 1745205"/>
                <a:gd name="connsiteY4" fmla="*/ 3425572 h 3437370"/>
                <a:gd name="connsiteX0" fmla="*/ 0 w 1745205"/>
                <a:gd name="connsiteY0" fmla="*/ 2323513 h 3435351"/>
                <a:gd name="connsiteX1" fmla="*/ 442504 w 1745205"/>
                <a:gd name="connsiteY1" fmla="*/ 39 h 3435351"/>
                <a:gd name="connsiteX2" fmla="*/ 879476 w 1745205"/>
                <a:gd name="connsiteY2" fmla="*/ 2922560 h 3435351"/>
                <a:gd name="connsiteX3" fmla="*/ 1213118 w 1745205"/>
                <a:gd name="connsiteY3" fmla="*/ 3224300 h 3435351"/>
                <a:gd name="connsiteX4" fmla="*/ 1745205 w 1745205"/>
                <a:gd name="connsiteY4" fmla="*/ 3425572 h 3435351"/>
                <a:gd name="connsiteX0" fmla="*/ 0 w 2103691"/>
                <a:gd name="connsiteY0" fmla="*/ 3055723 h 3435351"/>
                <a:gd name="connsiteX1" fmla="*/ 800990 w 2103691"/>
                <a:gd name="connsiteY1" fmla="*/ 39 h 3435351"/>
                <a:gd name="connsiteX2" fmla="*/ 1237962 w 2103691"/>
                <a:gd name="connsiteY2" fmla="*/ 2922560 h 3435351"/>
                <a:gd name="connsiteX3" fmla="*/ 1571604 w 2103691"/>
                <a:gd name="connsiteY3" fmla="*/ 3224300 h 3435351"/>
                <a:gd name="connsiteX4" fmla="*/ 2103691 w 2103691"/>
                <a:gd name="connsiteY4" fmla="*/ 3425572 h 3435351"/>
                <a:gd name="connsiteX0" fmla="*/ 0 w 1745204"/>
                <a:gd name="connsiteY0" fmla="*/ 2817754 h 3435351"/>
                <a:gd name="connsiteX1" fmla="*/ 442503 w 1745204"/>
                <a:gd name="connsiteY1" fmla="*/ 39 h 3435351"/>
                <a:gd name="connsiteX2" fmla="*/ 879475 w 1745204"/>
                <a:gd name="connsiteY2" fmla="*/ 2922560 h 3435351"/>
                <a:gd name="connsiteX3" fmla="*/ 1213117 w 1745204"/>
                <a:gd name="connsiteY3" fmla="*/ 3224300 h 3435351"/>
                <a:gd name="connsiteX4" fmla="*/ 1745204 w 1745204"/>
                <a:gd name="connsiteY4" fmla="*/ 3425572 h 3435351"/>
                <a:gd name="connsiteX0" fmla="*/ 0 w 1745204"/>
                <a:gd name="connsiteY0" fmla="*/ 2819576 h 3437173"/>
                <a:gd name="connsiteX1" fmla="*/ 66224 w 1745204"/>
                <a:gd name="connsiteY1" fmla="*/ 2569990 h 3437173"/>
                <a:gd name="connsiteX2" fmla="*/ 442503 w 1745204"/>
                <a:gd name="connsiteY2" fmla="*/ 1861 h 3437173"/>
                <a:gd name="connsiteX3" fmla="*/ 879475 w 1745204"/>
                <a:gd name="connsiteY3" fmla="*/ 2924382 h 3437173"/>
                <a:gd name="connsiteX4" fmla="*/ 1213117 w 1745204"/>
                <a:gd name="connsiteY4" fmla="*/ 3226122 h 3437173"/>
                <a:gd name="connsiteX5" fmla="*/ 1745204 w 1745204"/>
                <a:gd name="connsiteY5" fmla="*/ 3427394 h 3437173"/>
                <a:gd name="connsiteX0" fmla="*/ 0 w 2098495"/>
                <a:gd name="connsiteY0" fmla="*/ 3075852 h 3437173"/>
                <a:gd name="connsiteX1" fmla="*/ 419515 w 2098495"/>
                <a:gd name="connsiteY1" fmla="*/ 2569990 h 3437173"/>
                <a:gd name="connsiteX2" fmla="*/ 795794 w 2098495"/>
                <a:gd name="connsiteY2" fmla="*/ 1861 h 3437173"/>
                <a:gd name="connsiteX3" fmla="*/ 1232766 w 2098495"/>
                <a:gd name="connsiteY3" fmla="*/ 2924382 h 3437173"/>
                <a:gd name="connsiteX4" fmla="*/ 1566408 w 2098495"/>
                <a:gd name="connsiteY4" fmla="*/ 3226122 h 3437173"/>
                <a:gd name="connsiteX5" fmla="*/ 2098495 w 2098495"/>
                <a:gd name="connsiteY5" fmla="*/ 3427394 h 3437173"/>
                <a:gd name="connsiteX0" fmla="*/ 0 w 2082908"/>
                <a:gd name="connsiteY0" fmla="*/ 3149074 h 3437173"/>
                <a:gd name="connsiteX1" fmla="*/ 403928 w 2082908"/>
                <a:gd name="connsiteY1" fmla="*/ 2569990 h 3437173"/>
                <a:gd name="connsiteX2" fmla="*/ 780207 w 2082908"/>
                <a:gd name="connsiteY2" fmla="*/ 1861 h 3437173"/>
                <a:gd name="connsiteX3" fmla="*/ 1217179 w 2082908"/>
                <a:gd name="connsiteY3" fmla="*/ 2924382 h 3437173"/>
                <a:gd name="connsiteX4" fmla="*/ 1550821 w 2082908"/>
                <a:gd name="connsiteY4" fmla="*/ 3226122 h 3437173"/>
                <a:gd name="connsiteX5" fmla="*/ 2082908 w 2082908"/>
                <a:gd name="connsiteY5" fmla="*/ 3427394 h 3437173"/>
                <a:gd name="connsiteX0" fmla="*/ 0 w 2082908"/>
                <a:gd name="connsiteY0" fmla="*/ 3149342 h 3437441"/>
                <a:gd name="connsiteX1" fmla="*/ 353128 w 2082908"/>
                <a:gd name="connsiteY1" fmla="*/ 2288998 h 3437441"/>
                <a:gd name="connsiteX2" fmla="*/ 780207 w 2082908"/>
                <a:gd name="connsiteY2" fmla="*/ 2129 h 3437441"/>
                <a:gd name="connsiteX3" fmla="*/ 1217179 w 2082908"/>
                <a:gd name="connsiteY3" fmla="*/ 2924650 h 3437441"/>
                <a:gd name="connsiteX4" fmla="*/ 1550821 w 2082908"/>
                <a:gd name="connsiteY4" fmla="*/ 3226390 h 3437441"/>
                <a:gd name="connsiteX5" fmla="*/ 2082908 w 2082908"/>
                <a:gd name="connsiteY5" fmla="*/ 3427662 h 3437441"/>
                <a:gd name="connsiteX0" fmla="*/ 0 w 2082908"/>
                <a:gd name="connsiteY0" fmla="*/ 3149342 h 3437441"/>
                <a:gd name="connsiteX1" fmla="*/ 353128 w 2082908"/>
                <a:gd name="connsiteY1" fmla="*/ 2288998 h 3437441"/>
                <a:gd name="connsiteX2" fmla="*/ 780207 w 2082908"/>
                <a:gd name="connsiteY2" fmla="*/ 2129 h 3437441"/>
                <a:gd name="connsiteX3" fmla="*/ 1217179 w 2082908"/>
                <a:gd name="connsiteY3" fmla="*/ 2924650 h 3437441"/>
                <a:gd name="connsiteX4" fmla="*/ 1550821 w 2082908"/>
                <a:gd name="connsiteY4" fmla="*/ 3226390 h 3437441"/>
                <a:gd name="connsiteX5" fmla="*/ 2082908 w 2082908"/>
                <a:gd name="connsiteY5" fmla="*/ 3427662 h 3437441"/>
                <a:gd name="connsiteX0" fmla="*/ 0 w 2082908"/>
                <a:gd name="connsiteY0" fmla="*/ 3149166 h 3437265"/>
                <a:gd name="connsiteX1" fmla="*/ 353128 w 2082908"/>
                <a:gd name="connsiteY1" fmla="*/ 2288822 h 3437265"/>
                <a:gd name="connsiteX2" fmla="*/ 780207 w 2082908"/>
                <a:gd name="connsiteY2" fmla="*/ 1953 h 3437265"/>
                <a:gd name="connsiteX3" fmla="*/ 1217179 w 2082908"/>
                <a:gd name="connsiteY3" fmla="*/ 2924474 h 3437265"/>
                <a:gd name="connsiteX4" fmla="*/ 1550821 w 2082908"/>
                <a:gd name="connsiteY4" fmla="*/ 3226214 h 3437265"/>
                <a:gd name="connsiteX5" fmla="*/ 2082908 w 2082908"/>
                <a:gd name="connsiteY5" fmla="*/ 3427486 h 3437265"/>
                <a:gd name="connsiteX0" fmla="*/ 0 w 2082908"/>
                <a:gd name="connsiteY0" fmla="*/ 3149166 h 3437265"/>
                <a:gd name="connsiteX1" fmla="*/ 353128 w 2082908"/>
                <a:gd name="connsiteY1" fmla="*/ 2288822 h 3437265"/>
                <a:gd name="connsiteX2" fmla="*/ 780207 w 2082908"/>
                <a:gd name="connsiteY2" fmla="*/ 1953 h 3437265"/>
                <a:gd name="connsiteX3" fmla="*/ 1217179 w 2082908"/>
                <a:gd name="connsiteY3" fmla="*/ 2924474 h 3437265"/>
                <a:gd name="connsiteX4" fmla="*/ 1550821 w 2082908"/>
                <a:gd name="connsiteY4" fmla="*/ 3226214 h 3437265"/>
                <a:gd name="connsiteX5" fmla="*/ 2082908 w 2082908"/>
                <a:gd name="connsiteY5" fmla="*/ 3427486 h 3437265"/>
                <a:gd name="connsiteX0" fmla="*/ 0 w 2082908"/>
                <a:gd name="connsiteY0" fmla="*/ 3147644 h 3435743"/>
                <a:gd name="connsiteX1" fmla="*/ 780207 w 2082908"/>
                <a:gd name="connsiteY1" fmla="*/ 431 h 3435743"/>
                <a:gd name="connsiteX2" fmla="*/ 1217179 w 2082908"/>
                <a:gd name="connsiteY2" fmla="*/ 2922952 h 3435743"/>
                <a:gd name="connsiteX3" fmla="*/ 1550821 w 2082908"/>
                <a:gd name="connsiteY3" fmla="*/ 3224692 h 3435743"/>
                <a:gd name="connsiteX4" fmla="*/ 2082908 w 2082908"/>
                <a:gd name="connsiteY4" fmla="*/ 3425964 h 3435743"/>
                <a:gd name="connsiteX0" fmla="*/ 24688 w 1372528"/>
                <a:gd name="connsiteY0" fmla="*/ 951206 h 3435743"/>
                <a:gd name="connsiteX1" fmla="*/ 69827 w 1372528"/>
                <a:gd name="connsiteY1" fmla="*/ 431 h 3435743"/>
                <a:gd name="connsiteX2" fmla="*/ 506799 w 1372528"/>
                <a:gd name="connsiteY2" fmla="*/ 2922952 h 3435743"/>
                <a:gd name="connsiteX3" fmla="*/ 840441 w 1372528"/>
                <a:gd name="connsiteY3" fmla="*/ 3224692 h 3435743"/>
                <a:gd name="connsiteX4" fmla="*/ 1372528 w 1372528"/>
                <a:gd name="connsiteY4" fmla="*/ 3425964 h 3435743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495 h 3402032"/>
                <a:gd name="connsiteX1" fmla="*/ 84775 w 1347840"/>
                <a:gd name="connsiteY1" fmla="*/ 0 h 3402032"/>
                <a:gd name="connsiteX2" fmla="*/ 482111 w 1347840"/>
                <a:gd name="connsiteY2" fmla="*/ 2889241 h 3402032"/>
                <a:gd name="connsiteX3" fmla="*/ 815753 w 1347840"/>
                <a:gd name="connsiteY3" fmla="*/ 3190981 h 3402032"/>
                <a:gd name="connsiteX4" fmla="*/ 1347840 w 1347840"/>
                <a:gd name="connsiteY4" fmla="*/ 3392253 h 3402032"/>
                <a:gd name="connsiteX0" fmla="*/ 0 w 1347840"/>
                <a:gd name="connsiteY0" fmla="*/ 917495 h 3402032"/>
                <a:gd name="connsiteX1" fmla="*/ 84775 w 1347840"/>
                <a:gd name="connsiteY1" fmla="*/ 0 h 3402032"/>
                <a:gd name="connsiteX2" fmla="*/ 460491 w 1347840"/>
                <a:gd name="connsiteY2" fmla="*/ 2689569 h 3402032"/>
                <a:gd name="connsiteX3" fmla="*/ 815753 w 1347840"/>
                <a:gd name="connsiteY3" fmla="*/ 3190981 h 3402032"/>
                <a:gd name="connsiteX4" fmla="*/ 1347840 w 1347840"/>
                <a:gd name="connsiteY4" fmla="*/ 3392253 h 3402032"/>
                <a:gd name="connsiteX0" fmla="*/ 0 w 1391079"/>
                <a:gd name="connsiteY0" fmla="*/ 917495 h 3532285"/>
                <a:gd name="connsiteX1" fmla="*/ 84775 w 1391079"/>
                <a:gd name="connsiteY1" fmla="*/ 0 h 3532285"/>
                <a:gd name="connsiteX2" fmla="*/ 460491 w 1391079"/>
                <a:gd name="connsiteY2" fmla="*/ 2689569 h 3532285"/>
                <a:gd name="connsiteX3" fmla="*/ 815753 w 1391079"/>
                <a:gd name="connsiteY3" fmla="*/ 3190981 h 3532285"/>
                <a:gd name="connsiteX4" fmla="*/ 1391079 w 1391079"/>
                <a:gd name="connsiteY4" fmla="*/ 3525374 h 3532285"/>
                <a:gd name="connsiteX0" fmla="*/ 0 w 1391079"/>
                <a:gd name="connsiteY0" fmla="*/ 917495 h 3532285"/>
                <a:gd name="connsiteX1" fmla="*/ 84775 w 1391079"/>
                <a:gd name="connsiteY1" fmla="*/ 0 h 3532285"/>
                <a:gd name="connsiteX2" fmla="*/ 438871 w 1391079"/>
                <a:gd name="connsiteY2" fmla="*/ 2623012 h 3532285"/>
                <a:gd name="connsiteX3" fmla="*/ 815753 w 1391079"/>
                <a:gd name="connsiteY3" fmla="*/ 3190981 h 3532285"/>
                <a:gd name="connsiteX4" fmla="*/ 1391079 w 1391079"/>
                <a:gd name="connsiteY4" fmla="*/ 3525374 h 3532285"/>
                <a:gd name="connsiteX0" fmla="*/ 0 w 1391079"/>
                <a:gd name="connsiteY0" fmla="*/ 917495 h 3536283"/>
                <a:gd name="connsiteX1" fmla="*/ 84775 w 1391079"/>
                <a:gd name="connsiteY1" fmla="*/ 0 h 3536283"/>
                <a:gd name="connsiteX2" fmla="*/ 438871 w 1391079"/>
                <a:gd name="connsiteY2" fmla="*/ 2623012 h 3536283"/>
                <a:gd name="connsiteX3" fmla="*/ 819356 w 1391079"/>
                <a:gd name="connsiteY3" fmla="*/ 3357377 h 3536283"/>
                <a:gd name="connsiteX4" fmla="*/ 1391079 w 1391079"/>
                <a:gd name="connsiteY4" fmla="*/ 3525374 h 3536283"/>
                <a:gd name="connsiteX0" fmla="*/ 0 w 1391079"/>
                <a:gd name="connsiteY0" fmla="*/ 917495 h 3534234"/>
                <a:gd name="connsiteX1" fmla="*/ 84775 w 1391079"/>
                <a:gd name="connsiteY1" fmla="*/ 0 h 3534234"/>
                <a:gd name="connsiteX2" fmla="*/ 438871 w 1391079"/>
                <a:gd name="connsiteY2" fmla="*/ 2623012 h 3534234"/>
                <a:gd name="connsiteX3" fmla="*/ 819356 w 1391079"/>
                <a:gd name="connsiteY3" fmla="*/ 3290820 h 3534234"/>
                <a:gd name="connsiteX4" fmla="*/ 1391079 w 1391079"/>
                <a:gd name="connsiteY4" fmla="*/ 3525374 h 3534234"/>
                <a:gd name="connsiteX0" fmla="*/ 0 w 1401889"/>
                <a:gd name="connsiteY0" fmla="*/ 2980813 h 3534234"/>
                <a:gd name="connsiteX1" fmla="*/ 95585 w 1401889"/>
                <a:gd name="connsiteY1" fmla="*/ 0 h 3534234"/>
                <a:gd name="connsiteX2" fmla="*/ 449681 w 1401889"/>
                <a:gd name="connsiteY2" fmla="*/ 2623012 h 3534234"/>
                <a:gd name="connsiteX3" fmla="*/ 830166 w 1401889"/>
                <a:gd name="connsiteY3" fmla="*/ 3290820 h 3534234"/>
                <a:gd name="connsiteX4" fmla="*/ 1401889 w 1401889"/>
                <a:gd name="connsiteY4" fmla="*/ 3525374 h 3534234"/>
                <a:gd name="connsiteX0" fmla="*/ 8277 w 1410166"/>
                <a:gd name="connsiteY0" fmla="*/ 3006910 h 3560331"/>
                <a:gd name="connsiteX1" fmla="*/ 5613 w 1410166"/>
                <a:gd name="connsiteY1" fmla="*/ 1136023 h 3560331"/>
                <a:gd name="connsiteX2" fmla="*/ 103862 w 1410166"/>
                <a:gd name="connsiteY2" fmla="*/ 26097 h 3560331"/>
                <a:gd name="connsiteX3" fmla="*/ 457958 w 1410166"/>
                <a:gd name="connsiteY3" fmla="*/ 2649109 h 3560331"/>
                <a:gd name="connsiteX4" fmla="*/ 838443 w 1410166"/>
                <a:gd name="connsiteY4" fmla="*/ 3316917 h 3560331"/>
                <a:gd name="connsiteX5" fmla="*/ 1410166 w 1410166"/>
                <a:gd name="connsiteY5" fmla="*/ 3551471 h 3560331"/>
                <a:gd name="connsiteX0" fmla="*/ 39076 w 1407367"/>
                <a:gd name="connsiteY0" fmla="*/ 3565464 h 3565464"/>
                <a:gd name="connsiteX1" fmla="*/ 2814 w 1407367"/>
                <a:gd name="connsiteY1" fmla="*/ 1136023 h 3565464"/>
                <a:gd name="connsiteX2" fmla="*/ 101063 w 1407367"/>
                <a:gd name="connsiteY2" fmla="*/ 26097 h 3565464"/>
                <a:gd name="connsiteX3" fmla="*/ 455159 w 1407367"/>
                <a:gd name="connsiteY3" fmla="*/ 2649109 h 3565464"/>
                <a:gd name="connsiteX4" fmla="*/ 835644 w 1407367"/>
                <a:gd name="connsiteY4" fmla="*/ 3316917 h 3565464"/>
                <a:gd name="connsiteX5" fmla="*/ 1407367 w 1407367"/>
                <a:gd name="connsiteY5" fmla="*/ 3551471 h 3565464"/>
                <a:gd name="connsiteX0" fmla="*/ 17063 w 1385354"/>
                <a:gd name="connsiteY0" fmla="*/ 3627341 h 3627341"/>
                <a:gd name="connsiteX1" fmla="*/ 4320 w 1385354"/>
                <a:gd name="connsiteY1" fmla="*/ 484197 h 3627341"/>
                <a:gd name="connsiteX2" fmla="*/ 79050 w 1385354"/>
                <a:gd name="connsiteY2" fmla="*/ 87974 h 3627341"/>
                <a:gd name="connsiteX3" fmla="*/ 433146 w 1385354"/>
                <a:gd name="connsiteY3" fmla="*/ 2710986 h 3627341"/>
                <a:gd name="connsiteX4" fmla="*/ 813631 w 1385354"/>
                <a:gd name="connsiteY4" fmla="*/ 3378794 h 3627341"/>
                <a:gd name="connsiteX5" fmla="*/ 1385354 w 1385354"/>
                <a:gd name="connsiteY5" fmla="*/ 3613348 h 3627341"/>
                <a:gd name="connsiteX0" fmla="*/ 2974 w 1388064"/>
                <a:gd name="connsiteY0" fmla="*/ 3627341 h 3627341"/>
                <a:gd name="connsiteX1" fmla="*/ 7030 w 1388064"/>
                <a:gd name="connsiteY1" fmla="*/ 484197 h 3627341"/>
                <a:gd name="connsiteX2" fmla="*/ 81760 w 1388064"/>
                <a:gd name="connsiteY2" fmla="*/ 87974 h 3627341"/>
                <a:gd name="connsiteX3" fmla="*/ 435856 w 1388064"/>
                <a:gd name="connsiteY3" fmla="*/ 2710986 h 3627341"/>
                <a:gd name="connsiteX4" fmla="*/ 816341 w 1388064"/>
                <a:gd name="connsiteY4" fmla="*/ 3378794 h 3627341"/>
                <a:gd name="connsiteX5" fmla="*/ 1388064 w 1388064"/>
                <a:gd name="connsiteY5" fmla="*/ 3613348 h 3627341"/>
                <a:gd name="connsiteX0" fmla="*/ 2974 w 1388064"/>
                <a:gd name="connsiteY0" fmla="*/ 3627341 h 3627341"/>
                <a:gd name="connsiteX1" fmla="*/ 7030 w 1388064"/>
                <a:gd name="connsiteY1" fmla="*/ 484197 h 3627341"/>
                <a:gd name="connsiteX2" fmla="*/ 81760 w 1388064"/>
                <a:gd name="connsiteY2" fmla="*/ 87974 h 3627341"/>
                <a:gd name="connsiteX3" fmla="*/ 435856 w 1388064"/>
                <a:gd name="connsiteY3" fmla="*/ 2710986 h 3627341"/>
                <a:gd name="connsiteX4" fmla="*/ 836500 w 1388064"/>
                <a:gd name="connsiteY4" fmla="*/ 3254673 h 3627341"/>
                <a:gd name="connsiteX5" fmla="*/ 1388064 w 1388064"/>
                <a:gd name="connsiteY5" fmla="*/ 3613348 h 3627341"/>
                <a:gd name="connsiteX0" fmla="*/ 2974 w 1388064"/>
                <a:gd name="connsiteY0" fmla="*/ 3627341 h 3627341"/>
                <a:gd name="connsiteX1" fmla="*/ 7030 w 1388064"/>
                <a:gd name="connsiteY1" fmla="*/ 484197 h 3627341"/>
                <a:gd name="connsiteX2" fmla="*/ 81760 w 1388064"/>
                <a:gd name="connsiteY2" fmla="*/ 87974 h 3627341"/>
                <a:gd name="connsiteX3" fmla="*/ 435856 w 1388064"/>
                <a:gd name="connsiteY3" fmla="*/ 2710986 h 3627341"/>
                <a:gd name="connsiteX4" fmla="*/ 836500 w 1388064"/>
                <a:gd name="connsiteY4" fmla="*/ 3254673 h 3627341"/>
                <a:gd name="connsiteX5" fmla="*/ 1388064 w 1388064"/>
                <a:gd name="connsiteY5" fmla="*/ 3489228 h 3627341"/>
                <a:gd name="connsiteX0" fmla="*/ 2974 w 1413881"/>
                <a:gd name="connsiteY0" fmla="*/ 3627341 h 3627341"/>
                <a:gd name="connsiteX1" fmla="*/ 7030 w 1413881"/>
                <a:gd name="connsiteY1" fmla="*/ 484197 h 3627341"/>
                <a:gd name="connsiteX2" fmla="*/ 81760 w 1413881"/>
                <a:gd name="connsiteY2" fmla="*/ 87974 h 3627341"/>
                <a:gd name="connsiteX3" fmla="*/ 435856 w 1413881"/>
                <a:gd name="connsiteY3" fmla="*/ 2710986 h 3627341"/>
                <a:gd name="connsiteX4" fmla="*/ 836500 w 1413881"/>
                <a:gd name="connsiteY4" fmla="*/ 3254673 h 3627341"/>
                <a:gd name="connsiteX5" fmla="*/ 1369437 w 1413881"/>
                <a:gd name="connsiteY5" fmla="*/ 3259023 h 3627341"/>
                <a:gd name="connsiteX6" fmla="*/ 1388064 w 1413881"/>
                <a:gd name="connsiteY6" fmla="*/ 3489228 h 3627341"/>
                <a:gd name="connsiteX0" fmla="*/ 2974 w 1412865"/>
                <a:gd name="connsiteY0" fmla="*/ 3627341 h 3706440"/>
                <a:gd name="connsiteX1" fmla="*/ 7030 w 1412865"/>
                <a:gd name="connsiteY1" fmla="*/ 484197 h 3706440"/>
                <a:gd name="connsiteX2" fmla="*/ 81760 w 1412865"/>
                <a:gd name="connsiteY2" fmla="*/ 87974 h 3706440"/>
                <a:gd name="connsiteX3" fmla="*/ 435856 w 1412865"/>
                <a:gd name="connsiteY3" fmla="*/ 2710986 h 3706440"/>
                <a:gd name="connsiteX4" fmla="*/ 836500 w 1412865"/>
                <a:gd name="connsiteY4" fmla="*/ 3254673 h 3706440"/>
                <a:gd name="connsiteX5" fmla="*/ 1369437 w 1412865"/>
                <a:gd name="connsiteY5" fmla="*/ 3259023 h 3706440"/>
                <a:gd name="connsiteX6" fmla="*/ 1384704 w 1412865"/>
                <a:gd name="connsiteY6" fmla="*/ 3706440 h 3706440"/>
                <a:gd name="connsiteX0" fmla="*/ 2974 w 1417685"/>
                <a:gd name="connsiteY0" fmla="*/ 3627341 h 3706440"/>
                <a:gd name="connsiteX1" fmla="*/ 7030 w 1417685"/>
                <a:gd name="connsiteY1" fmla="*/ 484197 h 3706440"/>
                <a:gd name="connsiteX2" fmla="*/ 81760 w 1417685"/>
                <a:gd name="connsiteY2" fmla="*/ 87974 h 3706440"/>
                <a:gd name="connsiteX3" fmla="*/ 435856 w 1417685"/>
                <a:gd name="connsiteY3" fmla="*/ 2710986 h 3706440"/>
                <a:gd name="connsiteX4" fmla="*/ 836500 w 1417685"/>
                <a:gd name="connsiteY4" fmla="*/ 3254673 h 3706440"/>
                <a:gd name="connsiteX5" fmla="*/ 1376156 w 1417685"/>
                <a:gd name="connsiteY5" fmla="*/ 3538298 h 3706440"/>
                <a:gd name="connsiteX6" fmla="*/ 1384704 w 1417685"/>
                <a:gd name="connsiteY6" fmla="*/ 3706440 h 3706440"/>
                <a:gd name="connsiteX0" fmla="*/ 2974 w 1384704"/>
                <a:gd name="connsiteY0" fmla="*/ 3627341 h 3706440"/>
                <a:gd name="connsiteX1" fmla="*/ 7030 w 1384704"/>
                <a:gd name="connsiteY1" fmla="*/ 484197 h 3706440"/>
                <a:gd name="connsiteX2" fmla="*/ 81760 w 1384704"/>
                <a:gd name="connsiteY2" fmla="*/ 87974 h 3706440"/>
                <a:gd name="connsiteX3" fmla="*/ 435856 w 1384704"/>
                <a:gd name="connsiteY3" fmla="*/ 2710986 h 3706440"/>
                <a:gd name="connsiteX4" fmla="*/ 836500 w 1384704"/>
                <a:gd name="connsiteY4" fmla="*/ 3254673 h 3706440"/>
                <a:gd name="connsiteX5" fmla="*/ 1376156 w 1384704"/>
                <a:gd name="connsiteY5" fmla="*/ 3538298 h 3706440"/>
                <a:gd name="connsiteX6" fmla="*/ 1384704 w 1384704"/>
                <a:gd name="connsiteY6" fmla="*/ 3706440 h 3706440"/>
                <a:gd name="connsiteX0" fmla="*/ 1372 w 1383102"/>
                <a:gd name="connsiteY0" fmla="*/ 3717911 h 3797010"/>
                <a:gd name="connsiteX1" fmla="*/ 5428 w 1383102"/>
                <a:gd name="connsiteY1" fmla="*/ 574767 h 3797010"/>
                <a:gd name="connsiteX2" fmla="*/ 75307 w 1383102"/>
                <a:gd name="connsiteY2" fmla="*/ 88938 h 3797010"/>
                <a:gd name="connsiteX3" fmla="*/ 434254 w 1383102"/>
                <a:gd name="connsiteY3" fmla="*/ 2801556 h 3797010"/>
                <a:gd name="connsiteX4" fmla="*/ 834898 w 1383102"/>
                <a:gd name="connsiteY4" fmla="*/ 3345243 h 3797010"/>
                <a:gd name="connsiteX5" fmla="*/ 1374554 w 1383102"/>
                <a:gd name="connsiteY5" fmla="*/ 3628868 h 3797010"/>
                <a:gd name="connsiteX6" fmla="*/ 1383102 w 1383102"/>
                <a:gd name="connsiteY6" fmla="*/ 3797010 h 3797010"/>
                <a:gd name="connsiteX0" fmla="*/ 1372 w 1383102"/>
                <a:gd name="connsiteY0" fmla="*/ 3648641 h 3727740"/>
                <a:gd name="connsiteX1" fmla="*/ 5428 w 1383102"/>
                <a:gd name="connsiteY1" fmla="*/ 505497 h 3727740"/>
                <a:gd name="connsiteX2" fmla="*/ 75307 w 1383102"/>
                <a:gd name="connsiteY2" fmla="*/ 19668 h 3727740"/>
                <a:gd name="connsiteX3" fmla="*/ 434254 w 1383102"/>
                <a:gd name="connsiteY3" fmla="*/ 2732286 h 3727740"/>
                <a:gd name="connsiteX4" fmla="*/ 834898 w 1383102"/>
                <a:gd name="connsiteY4" fmla="*/ 3275973 h 3727740"/>
                <a:gd name="connsiteX5" fmla="*/ 1374554 w 1383102"/>
                <a:gd name="connsiteY5" fmla="*/ 3559598 h 3727740"/>
                <a:gd name="connsiteX6" fmla="*/ 1383102 w 1383102"/>
                <a:gd name="connsiteY6" fmla="*/ 3727740 h 3727740"/>
                <a:gd name="connsiteX0" fmla="*/ 3218 w 1384948"/>
                <a:gd name="connsiteY0" fmla="*/ 3636431 h 3715530"/>
                <a:gd name="connsiteX1" fmla="*/ 4848 w 1384948"/>
                <a:gd name="connsiteY1" fmla="*/ 582898 h 3715530"/>
                <a:gd name="connsiteX2" fmla="*/ 77153 w 1384948"/>
                <a:gd name="connsiteY2" fmla="*/ 7458 h 3715530"/>
                <a:gd name="connsiteX3" fmla="*/ 436100 w 1384948"/>
                <a:gd name="connsiteY3" fmla="*/ 2720076 h 3715530"/>
                <a:gd name="connsiteX4" fmla="*/ 836744 w 1384948"/>
                <a:gd name="connsiteY4" fmla="*/ 3263763 h 3715530"/>
                <a:gd name="connsiteX5" fmla="*/ 1376400 w 1384948"/>
                <a:gd name="connsiteY5" fmla="*/ 3547388 h 3715530"/>
                <a:gd name="connsiteX6" fmla="*/ 1384948 w 1384948"/>
                <a:gd name="connsiteY6" fmla="*/ 3715530 h 3715530"/>
                <a:gd name="connsiteX0" fmla="*/ 2154 w 1383884"/>
                <a:gd name="connsiteY0" fmla="*/ 3630525 h 3709624"/>
                <a:gd name="connsiteX1" fmla="*/ 3784 w 1383884"/>
                <a:gd name="connsiteY1" fmla="*/ 576992 h 3709624"/>
                <a:gd name="connsiteX2" fmla="*/ 76089 w 1383884"/>
                <a:gd name="connsiteY2" fmla="*/ 1552 h 3709624"/>
                <a:gd name="connsiteX3" fmla="*/ 435036 w 1383884"/>
                <a:gd name="connsiteY3" fmla="*/ 2714170 h 3709624"/>
                <a:gd name="connsiteX4" fmla="*/ 835680 w 1383884"/>
                <a:gd name="connsiteY4" fmla="*/ 3257857 h 3709624"/>
                <a:gd name="connsiteX5" fmla="*/ 1375336 w 1383884"/>
                <a:gd name="connsiteY5" fmla="*/ 3541482 h 3709624"/>
                <a:gd name="connsiteX6" fmla="*/ 1383884 w 1383884"/>
                <a:gd name="connsiteY6" fmla="*/ 3709624 h 3709624"/>
                <a:gd name="connsiteX0" fmla="*/ 2154 w 1383884"/>
                <a:gd name="connsiteY0" fmla="*/ 3630525 h 3709624"/>
                <a:gd name="connsiteX1" fmla="*/ 3784 w 1383884"/>
                <a:gd name="connsiteY1" fmla="*/ 576992 h 3709624"/>
                <a:gd name="connsiteX2" fmla="*/ 76089 w 1383884"/>
                <a:gd name="connsiteY2" fmla="*/ 1552 h 3709624"/>
                <a:gd name="connsiteX3" fmla="*/ 435036 w 1383884"/>
                <a:gd name="connsiteY3" fmla="*/ 2714170 h 3709624"/>
                <a:gd name="connsiteX4" fmla="*/ 835680 w 1383884"/>
                <a:gd name="connsiteY4" fmla="*/ 3257857 h 3709624"/>
                <a:gd name="connsiteX5" fmla="*/ 1188082 w 1383884"/>
                <a:gd name="connsiteY5" fmla="*/ 3541481 h 3709624"/>
                <a:gd name="connsiteX6" fmla="*/ 1383884 w 1383884"/>
                <a:gd name="connsiteY6" fmla="*/ 3709624 h 3709624"/>
                <a:gd name="connsiteX0" fmla="*/ 2154 w 1196630"/>
                <a:gd name="connsiteY0" fmla="*/ 3630525 h 3630524"/>
                <a:gd name="connsiteX1" fmla="*/ 3784 w 1196630"/>
                <a:gd name="connsiteY1" fmla="*/ 576992 h 3630524"/>
                <a:gd name="connsiteX2" fmla="*/ 76089 w 1196630"/>
                <a:gd name="connsiteY2" fmla="*/ 1552 h 3630524"/>
                <a:gd name="connsiteX3" fmla="*/ 435036 w 1196630"/>
                <a:gd name="connsiteY3" fmla="*/ 2714170 h 3630524"/>
                <a:gd name="connsiteX4" fmla="*/ 835680 w 1196630"/>
                <a:gd name="connsiteY4" fmla="*/ 3257857 h 3630524"/>
                <a:gd name="connsiteX5" fmla="*/ 1188082 w 1196630"/>
                <a:gd name="connsiteY5" fmla="*/ 3541481 h 3630524"/>
                <a:gd name="connsiteX6" fmla="*/ 1196630 w 1196630"/>
                <a:gd name="connsiteY6" fmla="*/ 3579588 h 3630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96630" h="3630524">
                  <a:moveTo>
                    <a:pt x="2154" y="3630525"/>
                  </a:moveTo>
                  <a:cubicBezTo>
                    <a:pt x="7115" y="3390816"/>
                    <a:pt x="-6112" y="935396"/>
                    <a:pt x="3784" y="576992"/>
                  </a:cubicBezTo>
                  <a:cubicBezTo>
                    <a:pt x="13680" y="218588"/>
                    <a:pt x="37637" y="-21702"/>
                    <a:pt x="76089" y="1552"/>
                  </a:cubicBezTo>
                  <a:cubicBezTo>
                    <a:pt x="160044" y="30667"/>
                    <a:pt x="308438" y="2171453"/>
                    <a:pt x="435036" y="2714170"/>
                  </a:cubicBezTo>
                  <a:cubicBezTo>
                    <a:pt x="561634" y="3256887"/>
                    <a:pt x="710172" y="3119972"/>
                    <a:pt x="835680" y="3257857"/>
                  </a:cubicBezTo>
                  <a:cubicBezTo>
                    <a:pt x="961188" y="3395742"/>
                    <a:pt x="1096155" y="3502389"/>
                    <a:pt x="1188082" y="3541481"/>
                  </a:cubicBezTo>
                  <a:cubicBezTo>
                    <a:pt x="1179214" y="3580576"/>
                    <a:pt x="1189606" y="3572251"/>
                    <a:pt x="1196630" y="3579588"/>
                  </a:cubicBezTo>
                </a:path>
              </a:pathLst>
            </a:custGeom>
            <a:solidFill>
              <a:srgbClr val="4EF0AC">
                <a:alpha val="3187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5757AF"/>
                </a:solidFill>
              </a:endParaRPr>
            </a:p>
          </p:txBody>
        </p:sp>
        <p:sp>
          <p:nvSpPr>
            <p:cNvPr id="1042" name="任意形状 1041">
              <a:extLst>
                <a:ext uri="{FF2B5EF4-FFF2-40B4-BE49-F238E27FC236}">
                  <a16:creationId xmlns:a16="http://schemas.microsoft.com/office/drawing/2014/main" id="{CBF5ABCF-5AC1-BEC2-C470-9A5CEB92D508}"/>
                </a:ext>
              </a:extLst>
            </p:cNvPr>
            <p:cNvSpPr/>
            <p:nvPr/>
          </p:nvSpPr>
          <p:spPr>
            <a:xfrm>
              <a:off x="1177683" y="4023304"/>
              <a:ext cx="2148451" cy="710406"/>
            </a:xfrm>
            <a:custGeom>
              <a:avLst/>
              <a:gdLst>
                <a:gd name="connsiteX0" fmla="*/ 0 w 1765300"/>
                <a:gd name="connsiteY0" fmla="*/ 927259 h 1016468"/>
                <a:gd name="connsiteX1" fmla="*/ 469900 w 1765300"/>
                <a:gd name="connsiteY1" fmla="*/ 927259 h 1016468"/>
                <a:gd name="connsiteX2" fmla="*/ 889000 w 1765300"/>
                <a:gd name="connsiteY2" fmla="*/ 159 h 1016468"/>
                <a:gd name="connsiteX3" fmla="*/ 1308100 w 1765300"/>
                <a:gd name="connsiteY3" fmla="*/ 851059 h 1016468"/>
                <a:gd name="connsiteX4" fmla="*/ 1765300 w 1765300"/>
                <a:gd name="connsiteY4" fmla="*/ 685959 h 1016468"/>
                <a:gd name="connsiteX0" fmla="*/ 0 w 1765300"/>
                <a:gd name="connsiteY0" fmla="*/ 927138 h 994347"/>
                <a:gd name="connsiteX1" fmla="*/ 438369 w 1765300"/>
                <a:gd name="connsiteY1" fmla="*/ 887724 h 994347"/>
                <a:gd name="connsiteX2" fmla="*/ 889000 w 1765300"/>
                <a:gd name="connsiteY2" fmla="*/ 38 h 994347"/>
                <a:gd name="connsiteX3" fmla="*/ 1308100 w 1765300"/>
                <a:gd name="connsiteY3" fmla="*/ 850938 h 994347"/>
                <a:gd name="connsiteX4" fmla="*/ 1765300 w 1765300"/>
                <a:gd name="connsiteY4" fmla="*/ 685838 h 994347"/>
                <a:gd name="connsiteX0" fmla="*/ 0 w 1765300"/>
                <a:gd name="connsiteY0" fmla="*/ 927138 h 956064"/>
                <a:gd name="connsiteX1" fmla="*/ 438369 w 1765300"/>
                <a:gd name="connsiteY1" fmla="*/ 887724 h 956064"/>
                <a:gd name="connsiteX2" fmla="*/ 889000 w 1765300"/>
                <a:gd name="connsiteY2" fmla="*/ 38 h 956064"/>
                <a:gd name="connsiteX3" fmla="*/ 1308100 w 1765300"/>
                <a:gd name="connsiteY3" fmla="*/ 850938 h 956064"/>
                <a:gd name="connsiteX4" fmla="*/ 1765300 w 1765300"/>
                <a:gd name="connsiteY4" fmla="*/ 685838 h 956064"/>
                <a:gd name="connsiteX0" fmla="*/ 0 w 1765300"/>
                <a:gd name="connsiteY0" fmla="*/ 927138 h 929070"/>
                <a:gd name="connsiteX1" fmla="*/ 438369 w 1765300"/>
                <a:gd name="connsiteY1" fmla="*/ 887724 h 929070"/>
                <a:gd name="connsiteX2" fmla="*/ 889000 w 1765300"/>
                <a:gd name="connsiteY2" fmla="*/ 38 h 929070"/>
                <a:gd name="connsiteX3" fmla="*/ 1308100 w 1765300"/>
                <a:gd name="connsiteY3" fmla="*/ 850938 h 929070"/>
                <a:gd name="connsiteX4" fmla="*/ 1765300 w 1765300"/>
                <a:gd name="connsiteY4" fmla="*/ 685838 h 929070"/>
                <a:gd name="connsiteX0" fmla="*/ 0 w 1765300"/>
                <a:gd name="connsiteY0" fmla="*/ 927138 h 932237"/>
                <a:gd name="connsiteX1" fmla="*/ 438369 w 1765300"/>
                <a:gd name="connsiteY1" fmla="*/ 887724 h 932237"/>
                <a:gd name="connsiteX2" fmla="*/ 889000 w 1765300"/>
                <a:gd name="connsiteY2" fmla="*/ 38 h 932237"/>
                <a:gd name="connsiteX3" fmla="*/ 1308100 w 1765300"/>
                <a:gd name="connsiteY3" fmla="*/ 850938 h 932237"/>
                <a:gd name="connsiteX4" fmla="*/ 1765300 w 1765300"/>
                <a:gd name="connsiteY4" fmla="*/ 685838 h 932237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46252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35047 h 943644"/>
                <a:gd name="connsiteX1" fmla="*/ 446252 w 1765300"/>
                <a:gd name="connsiteY1" fmla="*/ 907457 h 943644"/>
                <a:gd name="connsiteX2" fmla="*/ 877176 w 1765300"/>
                <a:gd name="connsiteY2" fmla="*/ 64 h 943644"/>
                <a:gd name="connsiteX3" fmla="*/ 1308100 w 1765300"/>
                <a:gd name="connsiteY3" fmla="*/ 858847 h 943644"/>
                <a:gd name="connsiteX4" fmla="*/ 1765300 w 1765300"/>
                <a:gd name="connsiteY4" fmla="*/ 693747 h 943644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3620336 h 3620356"/>
                <a:gd name="connsiteX1" fmla="*/ 435009 w 1737710"/>
                <a:gd name="connsiteY1" fmla="*/ 800 h 3620356"/>
                <a:gd name="connsiteX2" fmla="*/ 877176 w 1737710"/>
                <a:gd name="connsiteY2" fmla="*/ 2685353 h 3620356"/>
                <a:gd name="connsiteX3" fmla="*/ 1319924 w 1737710"/>
                <a:gd name="connsiteY3" fmla="*/ 3536253 h 3620356"/>
                <a:gd name="connsiteX4" fmla="*/ 1737710 w 1737710"/>
                <a:gd name="connsiteY4" fmla="*/ 3426333 h 3620356"/>
                <a:gd name="connsiteX0" fmla="*/ 0 w 1737710"/>
                <a:gd name="connsiteY0" fmla="*/ 3619575 h 3619595"/>
                <a:gd name="connsiteX1" fmla="*/ 435009 w 1737710"/>
                <a:gd name="connsiteY1" fmla="*/ 39 h 3619595"/>
                <a:gd name="connsiteX2" fmla="*/ 877176 w 1737710"/>
                <a:gd name="connsiteY2" fmla="*/ 2684592 h 3619595"/>
                <a:gd name="connsiteX3" fmla="*/ 1319924 w 1737710"/>
                <a:gd name="connsiteY3" fmla="*/ 3535492 h 3619595"/>
                <a:gd name="connsiteX4" fmla="*/ 1737710 w 1737710"/>
                <a:gd name="connsiteY4" fmla="*/ 3425572 h 3619595"/>
                <a:gd name="connsiteX0" fmla="*/ 0 w 1737710"/>
                <a:gd name="connsiteY0" fmla="*/ 3619575 h 3619595"/>
                <a:gd name="connsiteX1" fmla="*/ 435009 w 1737710"/>
                <a:gd name="connsiteY1" fmla="*/ 39 h 3619595"/>
                <a:gd name="connsiteX2" fmla="*/ 877176 w 1737710"/>
                <a:gd name="connsiteY2" fmla="*/ 2684592 h 3619595"/>
                <a:gd name="connsiteX3" fmla="*/ 1319924 w 1737710"/>
                <a:gd name="connsiteY3" fmla="*/ 3535492 h 3619595"/>
                <a:gd name="connsiteX4" fmla="*/ 1737710 w 1737710"/>
                <a:gd name="connsiteY4" fmla="*/ 3425572 h 3619595"/>
                <a:gd name="connsiteX0" fmla="*/ 0 w 1745205"/>
                <a:gd name="connsiteY0" fmla="*/ 2323513 h 3535496"/>
                <a:gd name="connsiteX1" fmla="*/ 442504 w 1745205"/>
                <a:gd name="connsiteY1" fmla="*/ 39 h 3535496"/>
                <a:gd name="connsiteX2" fmla="*/ 884671 w 1745205"/>
                <a:gd name="connsiteY2" fmla="*/ 2684592 h 3535496"/>
                <a:gd name="connsiteX3" fmla="*/ 1327419 w 1745205"/>
                <a:gd name="connsiteY3" fmla="*/ 3535492 h 3535496"/>
                <a:gd name="connsiteX4" fmla="*/ 1745205 w 1745205"/>
                <a:gd name="connsiteY4" fmla="*/ 3425572 h 3535496"/>
                <a:gd name="connsiteX0" fmla="*/ 0 w 1745205"/>
                <a:gd name="connsiteY0" fmla="*/ 2323513 h 3535492"/>
                <a:gd name="connsiteX1" fmla="*/ 442504 w 1745205"/>
                <a:gd name="connsiteY1" fmla="*/ 39 h 3535492"/>
                <a:gd name="connsiteX2" fmla="*/ 879476 w 1745205"/>
                <a:gd name="connsiteY2" fmla="*/ 2922560 h 3535492"/>
                <a:gd name="connsiteX3" fmla="*/ 1327419 w 1745205"/>
                <a:gd name="connsiteY3" fmla="*/ 3535492 h 3535492"/>
                <a:gd name="connsiteX4" fmla="*/ 1745205 w 1745205"/>
                <a:gd name="connsiteY4" fmla="*/ 3425572 h 3535492"/>
                <a:gd name="connsiteX0" fmla="*/ 0 w 1745205"/>
                <a:gd name="connsiteY0" fmla="*/ 2323513 h 3425571"/>
                <a:gd name="connsiteX1" fmla="*/ 442504 w 1745205"/>
                <a:gd name="connsiteY1" fmla="*/ 39 h 3425571"/>
                <a:gd name="connsiteX2" fmla="*/ 879476 w 1745205"/>
                <a:gd name="connsiteY2" fmla="*/ 2922560 h 3425571"/>
                <a:gd name="connsiteX3" fmla="*/ 1265073 w 1745205"/>
                <a:gd name="connsiteY3" fmla="*/ 3279216 h 3425571"/>
                <a:gd name="connsiteX4" fmla="*/ 1745205 w 1745205"/>
                <a:gd name="connsiteY4" fmla="*/ 3425572 h 3425571"/>
                <a:gd name="connsiteX0" fmla="*/ 0 w 1745205"/>
                <a:gd name="connsiteY0" fmla="*/ 2323513 h 3475909"/>
                <a:gd name="connsiteX1" fmla="*/ 442504 w 1745205"/>
                <a:gd name="connsiteY1" fmla="*/ 39 h 3475909"/>
                <a:gd name="connsiteX2" fmla="*/ 879476 w 1745205"/>
                <a:gd name="connsiteY2" fmla="*/ 2922560 h 3475909"/>
                <a:gd name="connsiteX3" fmla="*/ 1265073 w 1745205"/>
                <a:gd name="connsiteY3" fmla="*/ 3279216 h 3475909"/>
                <a:gd name="connsiteX4" fmla="*/ 1745205 w 1745205"/>
                <a:gd name="connsiteY4" fmla="*/ 3425572 h 3475909"/>
                <a:gd name="connsiteX0" fmla="*/ 0 w 1745205"/>
                <a:gd name="connsiteY0" fmla="*/ 2323513 h 3425571"/>
                <a:gd name="connsiteX1" fmla="*/ 442504 w 1745205"/>
                <a:gd name="connsiteY1" fmla="*/ 39 h 3425571"/>
                <a:gd name="connsiteX2" fmla="*/ 879476 w 1745205"/>
                <a:gd name="connsiteY2" fmla="*/ 2922560 h 3425571"/>
                <a:gd name="connsiteX3" fmla="*/ 1265073 w 1745205"/>
                <a:gd name="connsiteY3" fmla="*/ 3279216 h 3425571"/>
                <a:gd name="connsiteX4" fmla="*/ 1745205 w 1745205"/>
                <a:gd name="connsiteY4" fmla="*/ 3425572 h 3425571"/>
                <a:gd name="connsiteX0" fmla="*/ 0 w 1745205"/>
                <a:gd name="connsiteY0" fmla="*/ 2323513 h 3439139"/>
                <a:gd name="connsiteX1" fmla="*/ 442504 w 1745205"/>
                <a:gd name="connsiteY1" fmla="*/ 39 h 3439139"/>
                <a:gd name="connsiteX2" fmla="*/ 879476 w 1745205"/>
                <a:gd name="connsiteY2" fmla="*/ 2922560 h 3439139"/>
                <a:gd name="connsiteX3" fmla="*/ 1265073 w 1745205"/>
                <a:gd name="connsiteY3" fmla="*/ 3279216 h 3439139"/>
                <a:gd name="connsiteX4" fmla="*/ 1745205 w 1745205"/>
                <a:gd name="connsiteY4" fmla="*/ 3425572 h 3439139"/>
                <a:gd name="connsiteX0" fmla="*/ 0 w 1745205"/>
                <a:gd name="connsiteY0" fmla="*/ 2323513 h 3437370"/>
                <a:gd name="connsiteX1" fmla="*/ 442504 w 1745205"/>
                <a:gd name="connsiteY1" fmla="*/ 39 h 3437370"/>
                <a:gd name="connsiteX2" fmla="*/ 879476 w 1745205"/>
                <a:gd name="connsiteY2" fmla="*/ 2922560 h 3437370"/>
                <a:gd name="connsiteX3" fmla="*/ 1265073 w 1745205"/>
                <a:gd name="connsiteY3" fmla="*/ 3279216 h 3437370"/>
                <a:gd name="connsiteX4" fmla="*/ 1745205 w 1745205"/>
                <a:gd name="connsiteY4" fmla="*/ 3425572 h 3437370"/>
                <a:gd name="connsiteX0" fmla="*/ 0 w 1745205"/>
                <a:gd name="connsiteY0" fmla="*/ 2323513 h 3435351"/>
                <a:gd name="connsiteX1" fmla="*/ 442504 w 1745205"/>
                <a:gd name="connsiteY1" fmla="*/ 39 h 3435351"/>
                <a:gd name="connsiteX2" fmla="*/ 879476 w 1745205"/>
                <a:gd name="connsiteY2" fmla="*/ 2922560 h 3435351"/>
                <a:gd name="connsiteX3" fmla="*/ 1213118 w 1745205"/>
                <a:gd name="connsiteY3" fmla="*/ 3224300 h 3435351"/>
                <a:gd name="connsiteX4" fmla="*/ 1745205 w 1745205"/>
                <a:gd name="connsiteY4" fmla="*/ 3425572 h 3435351"/>
                <a:gd name="connsiteX0" fmla="*/ 0 w 2103691"/>
                <a:gd name="connsiteY0" fmla="*/ 3055723 h 3435351"/>
                <a:gd name="connsiteX1" fmla="*/ 800990 w 2103691"/>
                <a:gd name="connsiteY1" fmla="*/ 39 h 3435351"/>
                <a:gd name="connsiteX2" fmla="*/ 1237962 w 2103691"/>
                <a:gd name="connsiteY2" fmla="*/ 2922560 h 3435351"/>
                <a:gd name="connsiteX3" fmla="*/ 1571604 w 2103691"/>
                <a:gd name="connsiteY3" fmla="*/ 3224300 h 3435351"/>
                <a:gd name="connsiteX4" fmla="*/ 2103691 w 2103691"/>
                <a:gd name="connsiteY4" fmla="*/ 3425572 h 3435351"/>
                <a:gd name="connsiteX0" fmla="*/ 0 w 1745204"/>
                <a:gd name="connsiteY0" fmla="*/ 2817754 h 3435351"/>
                <a:gd name="connsiteX1" fmla="*/ 442503 w 1745204"/>
                <a:gd name="connsiteY1" fmla="*/ 39 h 3435351"/>
                <a:gd name="connsiteX2" fmla="*/ 879475 w 1745204"/>
                <a:gd name="connsiteY2" fmla="*/ 2922560 h 3435351"/>
                <a:gd name="connsiteX3" fmla="*/ 1213117 w 1745204"/>
                <a:gd name="connsiteY3" fmla="*/ 3224300 h 3435351"/>
                <a:gd name="connsiteX4" fmla="*/ 1745204 w 1745204"/>
                <a:gd name="connsiteY4" fmla="*/ 3425572 h 3435351"/>
                <a:gd name="connsiteX0" fmla="*/ 0 w 1745204"/>
                <a:gd name="connsiteY0" fmla="*/ 2819576 h 3437173"/>
                <a:gd name="connsiteX1" fmla="*/ 66224 w 1745204"/>
                <a:gd name="connsiteY1" fmla="*/ 2569990 h 3437173"/>
                <a:gd name="connsiteX2" fmla="*/ 442503 w 1745204"/>
                <a:gd name="connsiteY2" fmla="*/ 1861 h 3437173"/>
                <a:gd name="connsiteX3" fmla="*/ 879475 w 1745204"/>
                <a:gd name="connsiteY3" fmla="*/ 2924382 h 3437173"/>
                <a:gd name="connsiteX4" fmla="*/ 1213117 w 1745204"/>
                <a:gd name="connsiteY4" fmla="*/ 3226122 h 3437173"/>
                <a:gd name="connsiteX5" fmla="*/ 1745204 w 1745204"/>
                <a:gd name="connsiteY5" fmla="*/ 3427394 h 3437173"/>
                <a:gd name="connsiteX0" fmla="*/ 0 w 2098495"/>
                <a:gd name="connsiteY0" fmla="*/ 3075852 h 3437173"/>
                <a:gd name="connsiteX1" fmla="*/ 419515 w 2098495"/>
                <a:gd name="connsiteY1" fmla="*/ 2569990 h 3437173"/>
                <a:gd name="connsiteX2" fmla="*/ 795794 w 2098495"/>
                <a:gd name="connsiteY2" fmla="*/ 1861 h 3437173"/>
                <a:gd name="connsiteX3" fmla="*/ 1232766 w 2098495"/>
                <a:gd name="connsiteY3" fmla="*/ 2924382 h 3437173"/>
                <a:gd name="connsiteX4" fmla="*/ 1566408 w 2098495"/>
                <a:gd name="connsiteY4" fmla="*/ 3226122 h 3437173"/>
                <a:gd name="connsiteX5" fmla="*/ 2098495 w 2098495"/>
                <a:gd name="connsiteY5" fmla="*/ 3427394 h 3437173"/>
                <a:gd name="connsiteX0" fmla="*/ 0 w 2082908"/>
                <a:gd name="connsiteY0" fmla="*/ 3149074 h 3437173"/>
                <a:gd name="connsiteX1" fmla="*/ 403928 w 2082908"/>
                <a:gd name="connsiteY1" fmla="*/ 2569990 h 3437173"/>
                <a:gd name="connsiteX2" fmla="*/ 780207 w 2082908"/>
                <a:gd name="connsiteY2" fmla="*/ 1861 h 3437173"/>
                <a:gd name="connsiteX3" fmla="*/ 1217179 w 2082908"/>
                <a:gd name="connsiteY3" fmla="*/ 2924382 h 3437173"/>
                <a:gd name="connsiteX4" fmla="*/ 1550821 w 2082908"/>
                <a:gd name="connsiteY4" fmla="*/ 3226122 h 3437173"/>
                <a:gd name="connsiteX5" fmla="*/ 2082908 w 2082908"/>
                <a:gd name="connsiteY5" fmla="*/ 3427394 h 3437173"/>
                <a:gd name="connsiteX0" fmla="*/ 0 w 2082908"/>
                <a:gd name="connsiteY0" fmla="*/ 3149342 h 3437441"/>
                <a:gd name="connsiteX1" fmla="*/ 353128 w 2082908"/>
                <a:gd name="connsiteY1" fmla="*/ 2288998 h 3437441"/>
                <a:gd name="connsiteX2" fmla="*/ 780207 w 2082908"/>
                <a:gd name="connsiteY2" fmla="*/ 2129 h 3437441"/>
                <a:gd name="connsiteX3" fmla="*/ 1217179 w 2082908"/>
                <a:gd name="connsiteY3" fmla="*/ 2924650 h 3437441"/>
                <a:gd name="connsiteX4" fmla="*/ 1550821 w 2082908"/>
                <a:gd name="connsiteY4" fmla="*/ 3226390 h 3437441"/>
                <a:gd name="connsiteX5" fmla="*/ 2082908 w 2082908"/>
                <a:gd name="connsiteY5" fmla="*/ 3427662 h 3437441"/>
                <a:gd name="connsiteX0" fmla="*/ 0 w 2082908"/>
                <a:gd name="connsiteY0" fmla="*/ 3149342 h 3437441"/>
                <a:gd name="connsiteX1" fmla="*/ 353128 w 2082908"/>
                <a:gd name="connsiteY1" fmla="*/ 2288998 h 3437441"/>
                <a:gd name="connsiteX2" fmla="*/ 780207 w 2082908"/>
                <a:gd name="connsiteY2" fmla="*/ 2129 h 3437441"/>
                <a:gd name="connsiteX3" fmla="*/ 1217179 w 2082908"/>
                <a:gd name="connsiteY3" fmla="*/ 2924650 h 3437441"/>
                <a:gd name="connsiteX4" fmla="*/ 1550821 w 2082908"/>
                <a:gd name="connsiteY4" fmla="*/ 3226390 h 3437441"/>
                <a:gd name="connsiteX5" fmla="*/ 2082908 w 2082908"/>
                <a:gd name="connsiteY5" fmla="*/ 3427662 h 3437441"/>
                <a:gd name="connsiteX0" fmla="*/ 0 w 2082908"/>
                <a:gd name="connsiteY0" fmla="*/ 3149166 h 3437265"/>
                <a:gd name="connsiteX1" fmla="*/ 353128 w 2082908"/>
                <a:gd name="connsiteY1" fmla="*/ 2288822 h 3437265"/>
                <a:gd name="connsiteX2" fmla="*/ 780207 w 2082908"/>
                <a:gd name="connsiteY2" fmla="*/ 1953 h 3437265"/>
                <a:gd name="connsiteX3" fmla="*/ 1217179 w 2082908"/>
                <a:gd name="connsiteY3" fmla="*/ 2924474 h 3437265"/>
                <a:gd name="connsiteX4" fmla="*/ 1550821 w 2082908"/>
                <a:gd name="connsiteY4" fmla="*/ 3226214 h 3437265"/>
                <a:gd name="connsiteX5" fmla="*/ 2082908 w 2082908"/>
                <a:gd name="connsiteY5" fmla="*/ 3427486 h 3437265"/>
                <a:gd name="connsiteX0" fmla="*/ 0 w 2082908"/>
                <a:gd name="connsiteY0" fmla="*/ 3149166 h 3437265"/>
                <a:gd name="connsiteX1" fmla="*/ 353128 w 2082908"/>
                <a:gd name="connsiteY1" fmla="*/ 2288822 h 3437265"/>
                <a:gd name="connsiteX2" fmla="*/ 780207 w 2082908"/>
                <a:gd name="connsiteY2" fmla="*/ 1953 h 3437265"/>
                <a:gd name="connsiteX3" fmla="*/ 1217179 w 2082908"/>
                <a:gd name="connsiteY3" fmla="*/ 2924474 h 3437265"/>
                <a:gd name="connsiteX4" fmla="*/ 1550821 w 2082908"/>
                <a:gd name="connsiteY4" fmla="*/ 3226214 h 3437265"/>
                <a:gd name="connsiteX5" fmla="*/ 2082908 w 2082908"/>
                <a:gd name="connsiteY5" fmla="*/ 3427486 h 3437265"/>
                <a:gd name="connsiteX0" fmla="*/ 0 w 2082908"/>
                <a:gd name="connsiteY0" fmla="*/ 3147644 h 3435743"/>
                <a:gd name="connsiteX1" fmla="*/ 780207 w 2082908"/>
                <a:gd name="connsiteY1" fmla="*/ 431 h 3435743"/>
                <a:gd name="connsiteX2" fmla="*/ 1217179 w 2082908"/>
                <a:gd name="connsiteY2" fmla="*/ 2922952 h 3435743"/>
                <a:gd name="connsiteX3" fmla="*/ 1550821 w 2082908"/>
                <a:gd name="connsiteY3" fmla="*/ 3224692 h 3435743"/>
                <a:gd name="connsiteX4" fmla="*/ 2082908 w 2082908"/>
                <a:gd name="connsiteY4" fmla="*/ 3425964 h 3435743"/>
                <a:gd name="connsiteX0" fmla="*/ 24688 w 1372528"/>
                <a:gd name="connsiteY0" fmla="*/ 951206 h 3435743"/>
                <a:gd name="connsiteX1" fmla="*/ 69827 w 1372528"/>
                <a:gd name="connsiteY1" fmla="*/ 431 h 3435743"/>
                <a:gd name="connsiteX2" fmla="*/ 506799 w 1372528"/>
                <a:gd name="connsiteY2" fmla="*/ 2922952 h 3435743"/>
                <a:gd name="connsiteX3" fmla="*/ 840441 w 1372528"/>
                <a:gd name="connsiteY3" fmla="*/ 3224692 h 3435743"/>
                <a:gd name="connsiteX4" fmla="*/ 1372528 w 1372528"/>
                <a:gd name="connsiteY4" fmla="*/ 3425964 h 3435743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495 h 3402032"/>
                <a:gd name="connsiteX1" fmla="*/ 84775 w 1347840"/>
                <a:gd name="connsiteY1" fmla="*/ 0 h 3402032"/>
                <a:gd name="connsiteX2" fmla="*/ 482111 w 1347840"/>
                <a:gd name="connsiteY2" fmla="*/ 2889241 h 3402032"/>
                <a:gd name="connsiteX3" fmla="*/ 815753 w 1347840"/>
                <a:gd name="connsiteY3" fmla="*/ 3190981 h 3402032"/>
                <a:gd name="connsiteX4" fmla="*/ 1347840 w 1347840"/>
                <a:gd name="connsiteY4" fmla="*/ 3392253 h 3402032"/>
                <a:gd name="connsiteX0" fmla="*/ 0 w 1347840"/>
                <a:gd name="connsiteY0" fmla="*/ 917495 h 3402032"/>
                <a:gd name="connsiteX1" fmla="*/ 84775 w 1347840"/>
                <a:gd name="connsiteY1" fmla="*/ 0 h 3402032"/>
                <a:gd name="connsiteX2" fmla="*/ 460491 w 1347840"/>
                <a:gd name="connsiteY2" fmla="*/ 2689569 h 3402032"/>
                <a:gd name="connsiteX3" fmla="*/ 815753 w 1347840"/>
                <a:gd name="connsiteY3" fmla="*/ 3190981 h 3402032"/>
                <a:gd name="connsiteX4" fmla="*/ 1347840 w 1347840"/>
                <a:gd name="connsiteY4" fmla="*/ 3392253 h 3402032"/>
                <a:gd name="connsiteX0" fmla="*/ 0 w 1391079"/>
                <a:gd name="connsiteY0" fmla="*/ 917495 h 3532285"/>
                <a:gd name="connsiteX1" fmla="*/ 84775 w 1391079"/>
                <a:gd name="connsiteY1" fmla="*/ 0 h 3532285"/>
                <a:gd name="connsiteX2" fmla="*/ 460491 w 1391079"/>
                <a:gd name="connsiteY2" fmla="*/ 2689569 h 3532285"/>
                <a:gd name="connsiteX3" fmla="*/ 815753 w 1391079"/>
                <a:gd name="connsiteY3" fmla="*/ 3190981 h 3532285"/>
                <a:gd name="connsiteX4" fmla="*/ 1391079 w 1391079"/>
                <a:gd name="connsiteY4" fmla="*/ 3525374 h 3532285"/>
                <a:gd name="connsiteX0" fmla="*/ 0 w 1391079"/>
                <a:gd name="connsiteY0" fmla="*/ 917495 h 3532285"/>
                <a:gd name="connsiteX1" fmla="*/ 84775 w 1391079"/>
                <a:gd name="connsiteY1" fmla="*/ 0 h 3532285"/>
                <a:gd name="connsiteX2" fmla="*/ 438871 w 1391079"/>
                <a:gd name="connsiteY2" fmla="*/ 2623012 h 3532285"/>
                <a:gd name="connsiteX3" fmla="*/ 815753 w 1391079"/>
                <a:gd name="connsiteY3" fmla="*/ 3190981 h 3532285"/>
                <a:gd name="connsiteX4" fmla="*/ 1391079 w 1391079"/>
                <a:gd name="connsiteY4" fmla="*/ 3525374 h 3532285"/>
                <a:gd name="connsiteX0" fmla="*/ 0 w 1391079"/>
                <a:gd name="connsiteY0" fmla="*/ 917495 h 3536283"/>
                <a:gd name="connsiteX1" fmla="*/ 84775 w 1391079"/>
                <a:gd name="connsiteY1" fmla="*/ 0 h 3536283"/>
                <a:gd name="connsiteX2" fmla="*/ 438871 w 1391079"/>
                <a:gd name="connsiteY2" fmla="*/ 2623012 h 3536283"/>
                <a:gd name="connsiteX3" fmla="*/ 819356 w 1391079"/>
                <a:gd name="connsiteY3" fmla="*/ 3357377 h 3536283"/>
                <a:gd name="connsiteX4" fmla="*/ 1391079 w 1391079"/>
                <a:gd name="connsiteY4" fmla="*/ 3525374 h 3536283"/>
                <a:gd name="connsiteX0" fmla="*/ 0 w 1391079"/>
                <a:gd name="connsiteY0" fmla="*/ 917495 h 3534234"/>
                <a:gd name="connsiteX1" fmla="*/ 84775 w 1391079"/>
                <a:gd name="connsiteY1" fmla="*/ 0 h 3534234"/>
                <a:gd name="connsiteX2" fmla="*/ 438871 w 1391079"/>
                <a:gd name="connsiteY2" fmla="*/ 2623012 h 3534234"/>
                <a:gd name="connsiteX3" fmla="*/ 819356 w 1391079"/>
                <a:gd name="connsiteY3" fmla="*/ 3290820 h 3534234"/>
                <a:gd name="connsiteX4" fmla="*/ 1391079 w 1391079"/>
                <a:gd name="connsiteY4" fmla="*/ 3525374 h 3534234"/>
                <a:gd name="connsiteX0" fmla="*/ 0 w 1386228"/>
                <a:gd name="connsiteY0" fmla="*/ 738278 h 3534234"/>
                <a:gd name="connsiteX1" fmla="*/ 79924 w 1386228"/>
                <a:gd name="connsiteY1" fmla="*/ 0 h 3534234"/>
                <a:gd name="connsiteX2" fmla="*/ 434020 w 1386228"/>
                <a:gd name="connsiteY2" fmla="*/ 2623012 h 3534234"/>
                <a:gd name="connsiteX3" fmla="*/ 814505 w 1386228"/>
                <a:gd name="connsiteY3" fmla="*/ 3290820 h 3534234"/>
                <a:gd name="connsiteX4" fmla="*/ 1386228 w 1386228"/>
                <a:gd name="connsiteY4" fmla="*/ 3525374 h 3534234"/>
                <a:gd name="connsiteX0" fmla="*/ 0 w 1386228"/>
                <a:gd name="connsiteY0" fmla="*/ 738278 h 3534234"/>
                <a:gd name="connsiteX1" fmla="*/ 79924 w 1386228"/>
                <a:gd name="connsiteY1" fmla="*/ 0 h 3534234"/>
                <a:gd name="connsiteX2" fmla="*/ 434020 w 1386228"/>
                <a:gd name="connsiteY2" fmla="*/ 2623012 h 3534234"/>
                <a:gd name="connsiteX3" fmla="*/ 814505 w 1386228"/>
                <a:gd name="connsiteY3" fmla="*/ 3290820 h 3534234"/>
                <a:gd name="connsiteX4" fmla="*/ 1386228 w 1386228"/>
                <a:gd name="connsiteY4" fmla="*/ 3525374 h 3534234"/>
                <a:gd name="connsiteX0" fmla="*/ 0 w 1386228"/>
                <a:gd name="connsiteY0" fmla="*/ 715873 h 3511829"/>
                <a:gd name="connsiteX1" fmla="*/ 72647 w 1386228"/>
                <a:gd name="connsiteY1" fmla="*/ 0 h 3511829"/>
                <a:gd name="connsiteX2" fmla="*/ 434020 w 1386228"/>
                <a:gd name="connsiteY2" fmla="*/ 2600607 h 3511829"/>
                <a:gd name="connsiteX3" fmla="*/ 814505 w 1386228"/>
                <a:gd name="connsiteY3" fmla="*/ 3268415 h 3511829"/>
                <a:gd name="connsiteX4" fmla="*/ 1386228 w 1386228"/>
                <a:gd name="connsiteY4" fmla="*/ 3502969 h 3511829"/>
                <a:gd name="connsiteX0" fmla="*/ 0 w 1188760"/>
                <a:gd name="connsiteY0" fmla="*/ 715873 h 3543596"/>
                <a:gd name="connsiteX1" fmla="*/ 72647 w 1188760"/>
                <a:gd name="connsiteY1" fmla="*/ 0 h 3543596"/>
                <a:gd name="connsiteX2" fmla="*/ 434020 w 1188760"/>
                <a:gd name="connsiteY2" fmla="*/ 2600607 h 3543596"/>
                <a:gd name="connsiteX3" fmla="*/ 814505 w 1188760"/>
                <a:gd name="connsiteY3" fmla="*/ 3268415 h 3543596"/>
                <a:gd name="connsiteX4" fmla="*/ 1188760 w 1188760"/>
                <a:gd name="connsiteY4" fmla="*/ 3535481 h 3543596"/>
                <a:gd name="connsiteX0" fmla="*/ 0 w 1188760"/>
                <a:gd name="connsiteY0" fmla="*/ 715873 h 3535480"/>
                <a:gd name="connsiteX1" fmla="*/ 72647 w 1188760"/>
                <a:gd name="connsiteY1" fmla="*/ 0 h 3535480"/>
                <a:gd name="connsiteX2" fmla="*/ 434020 w 1188760"/>
                <a:gd name="connsiteY2" fmla="*/ 2600607 h 3535480"/>
                <a:gd name="connsiteX3" fmla="*/ 814505 w 1188760"/>
                <a:gd name="connsiteY3" fmla="*/ 3268415 h 3535480"/>
                <a:gd name="connsiteX4" fmla="*/ 1188760 w 1188760"/>
                <a:gd name="connsiteY4" fmla="*/ 3535481 h 3535480"/>
                <a:gd name="connsiteX0" fmla="*/ 0 w 1168332"/>
                <a:gd name="connsiteY0" fmla="*/ 715873 h 3567992"/>
                <a:gd name="connsiteX1" fmla="*/ 72647 w 1168332"/>
                <a:gd name="connsiteY1" fmla="*/ 0 h 3567992"/>
                <a:gd name="connsiteX2" fmla="*/ 434020 w 1168332"/>
                <a:gd name="connsiteY2" fmla="*/ 2600607 h 3567992"/>
                <a:gd name="connsiteX3" fmla="*/ 814505 w 1168332"/>
                <a:gd name="connsiteY3" fmla="*/ 3268415 h 3567992"/>
                <a:gd name="connsiteX4" fmla="*/ 1168332 w 1168332"/>
                <a:gd name="connsiteY4" fmla="*/ 3567992 h 356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332" h="3567992">
                  <a:moveTo>
                    <a:pt x="0" y="715873"/>
                  </a:moveTo>
                  <a:cubicBezTo>
                    <a:pt x="19659" y="16695"/>
                    <a:pt x="46345" y="37448"/>
                    <a:pt x="72647" y="0"/>
                  </a:cubicBezTo>
                  <a:cubicBezTo>
                    <a:pt x="156602" y="29115"/>
                    <a:pt x="310377" y="2055871"/>
                    <a:pt x="434020" y="2600607"/>
                  </a:cubicBezTo>
                  <a:cubicBezTo>
                    <a:pt x="557663" y="3145343"/>
                    <a:pt x="680278" y="3260533"/>
                    <a:pt x="814505" y="3268415"/>
                  </a:cubicBezTo>
                  <a:cubicBezTo>
                    <a:pt x="873665" y="3256590"/>
                    <a:pt x="1150256" y="3502630"/>
                    <a:pt x="1168332" y="3567992"/>
                  </a:cubicBezTo>
                </a:path>
              </a:pathLst>
            </a:custGeom>
            <a:noFill/>
            <a:ln>
              <a:solidFill>
                <a:srgbClr val="2EE1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5757AF"/>
                </a:solidFill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C8716CDB-F55F-17D3-F62A-3372D148F15B}"/>
              </a:ext>
            </a:extLst>
          </p:cNvPr>
          <p:cNvSpPr txBox="1"/>
          <p:nvPr/>
        </p:nvSpPr>
        <p:spPr>
          <a:xfrm>
            <a:off x="2216268" y="5210549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Year</a:t>
            </a:r>
            <a:endParaRPr kumimoji="1" lang="zh-CN" altLang="en-US" sz="1200" dirty="0">
              <a:latin typeface="STIX Two Text" pitchFamily="2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DD0A0E-59EE-467E-5FB8-8F88EF1B1AC4}"/>
              </a:ext>
            </a:extLst>
          </p:cNvPr>
          <p:cNvSpPr txBox="1"/>
          <p:nvPr/>
        </p:nvSpPr>
        <p:spPr>
          <a:xfrm rot="16200000">
            <a:off x="-13155" y="4133617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Citation</a:t>
            </a:r>
            <a:endParaRPr kumimoji="1" lang="zh-CN" altLang="en-US" sz="1200" dirty="0">
              <a:latin typeface="STIX Two Text" pitchFamily="2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E3D2808-D497-E054-6612-5126885E49F6}"/>
              </a:ext>
            </a:extLst>
          </p:cNvPr>
          <p:cNvSpPr txBox="1"/>
          <p:nvPr/>
        </p:nvSpPr>
        <p:spPr>
          <a:xfrm rot="16200000">
            <a:off x="-523709" y="1179944"/>
            <a:ext cx="1731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Number of Publications</a:t>
            </a:r>
            <a:endParaRPr kumimoji="1" lang="zh-CN" altLang="en-US" sz="1200" dirty="0">
              <a:latin typeface="STIX Two Text" pitchFamily="2" charset="0"/>
            </a:endParaRP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83F919F0-F827-97FF-B93A-8B06628B0FA2}"/>
              </a:ext>
            </a:extLst>
          </p:cNvPr>
          <p:cNvSpPr/>
          <p:nvPr/>
        </p:nvSpPr>
        <p:spPr>
          <a:xfrm>
            <a:off x="6778447" y="2374855"/>
            <a:ext cx="1184429" cy="1364648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E5E4E82-6756-F892-34FA-18C7ECF9F549}"/>
              </a:ext>
            </a:extLst>
          </p:cNvPr>
          <p:cNvGrpSpPr/>
          <p:nvPr/>
        </p:nvGrpSpPr>
        <p:grpSpPr>
          <a:xfrm>
            <a:off x="6862922" y="2914253"/>
            <a:ext cx="1009552" cy="800865"/>
            <a:chOff x="6503268" y="4504602"/>
            <a:chExt cx="1324756" cy="1050913"/>
          </a:xfrm>
        </p:grpSpPr>
        <p:sp>
          <p:nvSpPr>
            <p:cNvPr id="1025" name="椭圆 1024">
              <a:extLst>
                <a:ext uri="{FF2B5EF4-FFF2-40B4-BE49-F238E27FC236}">
                  <a16:creationId xmlns:a16="http://schemas.microsoft.com/office/drawing/2014/main" id="{183D6C56-6806-6DB3-3C02-A29F2C3537E0}"/>
                </a:ext>
              </a:extLst>
            </p:cNvPr>
            <p:cNvSpPr/>
            <p:nvPr/>
          </p:nvSpPr>
          <p:spPr>
            <a:xfrm>
              <a:off x="6525156" y="4638388"/>
              <a:ext cx="1302868" cy="917127"/>
            </a:xfrm>
            <a:prstGeom prst="ellipse">
              <a:avLst/>
            </a:prstGeom>
            <a:solidFill>
              <a:srgbClr val="BDD7EF"/>
            </a:solidFill>
            <a:ln w="1270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sz="1400"/>
            </a:p>
          </p:txBody>
        </p:sp>
        <p:sp>
          <p:nvSpPr>
            <p:cNvPr id="1027" name="椭圆 1026">
              <a:extLst>
                <a:ext uri="{FF2B5EF4-FFF2-40B4-BE49-F238E27FC236}">
                  <a16:creationId xmlns:a16="http://schemas.microsoft.com/office/drawing/2014/main" id="{9502914E-ED3D-C73F-CB77-A9120F41A29D}"/>
                </a:ext>
              </a:extLst>
            </p:cNvPr>
            <p:cNvSpPr/>
            <p:nvPr/>
          </p:nvSpPr>
          <p:spPr>
            <a:xfrm>
              <a:off x="6607887" y="4793601"/>
              <a:ext cx="997244" cy="635950"/>
            </a:xfrm>
            <a:prstGeom prst="ellipse">
              <a:avLst/>
            </a:prstGeom>
            <a:solidFill>
              <a:srgbClr val="A7C3DE"/>
            </a:solidFill>
            <a:ln w="1270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sz="1400"/>
            </a:p>
          </p:txBody>
        </p:sp>
        <p:sp>
          <p:nvSpPr>
            <p:cNvPr id="1028" name="任意形状 1027">
              <a:extLst>
                <a:ext uri="{FF2B5EF4-FFF2-40B4-BE49-F238E27FC236}">
                  <a16:creationId xmlns:a16="http://schemas.microsoft.com/office/drawing/2014/main" id="{D7FFFFEF-E2EB-2E08-6F24-D0D0BD1CB9D3}"/>
                </a:ext>
              </a:extLst>
            </p:cNvPr>
            <p:cNvSpPr/>
            <p:nvPr/>
          </p:nvSpPr>
          <p:spPr>
            <a:xfrm>
              <a:off x="6598353" y="4802969"/>
              <a:ext cx="48401" cy="136945"/>
            </a:xfrm>
            <a:custGeom>
              <a:avLst/>
              <a:gdLst>
                <a:gd name="connsiteX0" fmla="*/ 6844 w 60646"/>
                <a:gd name="connsiteY0" fmla="*/ 40274 h 171592"/>
                <a:gd name="connsiteX1" fmla="*/ 39102 w 60646"/>
                <a:gd name="connsiteY1" fmla="*/ 397 h 171592"/>
                <a:gd name="connsiteX2" fmla="*/ 42277 w 60646"/>
                <a:gd name="connsiteY2" fmla="*/ 171592 h 171592"/>
                <a:gd name="connsiteX3" fmla="*/ 6844 w 60646"/>
                <a:gd name="connsiteY3" fmla="*/ 40274 h 171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46" h="171592">
                  <a:moveTo>
                    <a:pt x="6844" y="40274"/>
                  </a:moveTo>
                  <a:cubicBezTo>
                    <a:pt x="15226" y="26304"/>
                    <a:pt x="16369" y="-3795"/>
                    <a:pt x="39102" y="397"/>
                  </a:cubicBezTo>
                  <a:cubicBezTo>
                    <a:pt x="71487" y="51197"/>
                    <a:pt x="62978" y="117744"/>
                    <a:pt x="42277" y="171592"/>
                  </a:cubicBezTo>
                  <a:cubicBezTo>
                    <a:pt x="-2046" y="147971"/>
                    <a:pt x="-6999" y="83709"/>
                    <a:pt x="6844" y="40274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33" name="任意形状 1032">
              <a:extLst>
                <a:ext uri="{FF2B5EF4-FFF2-40B4-BE49-F238E27FC236}">
                  <a16:creationId xmlns:a16="http://schemas.microsoft.com/office/drawing/2014/main" id="{E3BB703B-7095-7980-74E7-1D263283D9C4}"/>
                </a:ext>
              </a:extLst>
            </p:cNvPr>
            <p:cNvSpPr/>
            <p:nvPr/>
          </p:nvSpPr>
          <p:spPr>
            <a:xfrm>
              <a:off x="6661487" y="4532516"/>
              <a:ext cx="405831" cy="214516"/>
            </a:xfrm>
            <a:custGeom>
              <a:avLst/>
              <a:gdLst>
                <a:gd name="connsiteX0" fmla="*/ 263906 w 490854"/>
                <a:gd name="connsiteY0" fmla="*/ 12620 h 228138"/>
                <a:gd name="connsiteX1" fmla="*/ 490855 w 490854"/>
                <a:gd name="connsiteY1" fmla="*/ 2079 h 228138"/>
                <a:gd name="connsiteX2" fmla="*/ 298069 w 490854"/>
                <a:gd name="connsiteY2" fmla="*/ 47545 h 228138"/>
                <a:gd name="connsiteX3" fmla="*/ 23622 w 490854"/>
                <a:gd name="connsiteY3" fmla="*/ 228139 h 228138"/>
                <a:gd name="connsiteX4" fmla="*/ 0 w 490854"/>
                <a:gd name="connsiteY4" fmla="*/ 217724 h 228138"/>
                <a:gd name="connsiteX5" fmla="*/ 263906 w 490854"/>
                <a:gd name="connsiteY5" fmla="*/ 12620 h 22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0854" h="228138">
                  <a:moveTo>
                    <a:pt x="263906" y="12620"/>
                  </a:moveTo>
                  <a:cubicBezTo>
                    <a:pt x="338455" y="-3255"/>
                    <a:pt x="415163" y="-715"/>
                    <a:pt x="490855" y="2079"/>
                  </a:cubicBezTo>
                  <a:cubicBezTo>
                    <a:pt x="432181" y="37004"/>
                    <a:pt x="359537" y="19986"/>
                    <a:pt x="298069" y="47545"/>
                  </a:cubicBezTo>
                  <a:cubicBezTo>
                    <a:pt x="196596" y="88566"/>
                    <a:pt x="83058" y="129079"/>
                    <a:pt x="23622" y="228139"/>
                  </a:cubicBezTo>
                  <a:cubicBezTo>
                    <a:pt x="17780" y="225472"/>
                    <a:pt x="5969" y="220265"/>
                    <a:pt x="0" y="217724"/>
                  </a:cubicBezTo>
                  <a:cubicBezTo>
                    <a:pt x="52832" y="115236"/>
                    <a:pt x="151384" y="38020"/>
                    <a:pt x="263906" y="12620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34" name="任意形状 1033">
              <a:extLst>
                <a:ext uri="{FF2B5EF4-FFF2-40B4-BE49-F238E27FC236}">
                  <a16:creationId xmlns:a16="http://schemas.microsoft.com/office/drawing/2014/main" id="{1D7BA580-0E3E-5264-7414-A13DBC8F8FE5}"/>
                </a:ext>
              </a:extLst>
            </p:cNvPr>
            <p:cNvSpPr/>
            <p:nvPr/>
          </p:nvSpPr>
          <p:spPr>
            <a:xfrm>
              <a:off x="7331457" y="4758892"/>
              <a:ext cx="47109" cy="234337"/>
            </a:xfrm>
            <a:custGeom>
              <a:avLst/>
              <a:gdLst>
                <a:gd name="connsiteX0" fmla="*/ 1905 w 59027"/>
                <a:gd name="connsiteY0" fmla="*/ 0 h 293623"/>
                <a:gd name="connsiteX1" fmla="*/ 0 w 59027"/>
                <a:gd name="connsiteY1" fmla="*/ 293624 h 293623"/>
                <a:gd name="connsiteX2" fmla="*/ 1905 w 59027"/>
                <a:gd name="connsiteY2" fmla="*/ 0 h 29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027" h="293623">
                  <a:moveTo>
                    <a:pt x="1905" y="0"/>
                  </a:moveTo>
                  <a:cubicBezTo>
                    <a:pt x="74549" y="78740"/>
                    <a:pt x="82169" y="218567"/>
                    <a:pt x="0" y="293624"/>
                  </a:cubicBezTo>
                  <a:cubicBezTo>
                    <a:pt x="35560" y="199390"/>
                    <a:pt x="33909" y="94869"/>
                    <a:pt x="1905" y="0"/>
                  </a:cubicBezTo>
                  <a:close/>
                </a:path>
              </a:pathLst>
            </a:custGeom>
            <a:solidFill>
              <a:srgbClr val="92B2C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35" name="任意形状 1034">
              <a:extLst>
                <a:ext uri="{FF2B5EF4-FFF2-40B4-BE49-F238E27FC236}">
                  <a16:creationId xmlns:a16="http://schemas.microsoft.com/office/drawing/2014/main" id="{ECCC1175-108A-3563-B0E1-FA09CDCF0C65}"/>
                </a:ext>
              </a:extLst>
            </p:cNvPr>
            <p:cNvSpPr/>
            <p:nvPr/>
          </p:nvSpPr>
          <p:spPr>
            <a:xfrm>
              <a:off x="6660372" y="4994039"/>
              <a:ext cx="629629" cy="155226"/>
            </a:xfrm>
            <a:custGeom>
              <a:avLst/>
              <a:gdLst>
                <a:gd name="connsiteX0" fmla="*/ 0 w 788923"/>
                <a:gd name="connsiteY0" fmla="*/ 20828 h 194498"/>
                <a:gd name="connsiteX1" fmla="*/ 34798 w 788923"/>
                <a:gd name="connsiteY1" fmla="*/ 0 h 194498"/>
                <a:gd name="connsiteX2" fmla="*/ 254762 w 788923"/>
                <a:gd name="connsiteY2" fmla="*/ 93472 h 194498"/>
                <a:gd name="connsiteX3" fmla="*/ 584327 w 788923"/>
                <a:gd name="connsiteY3" fmla="*/ 102235 h 194498"/>
                <a:gd name="connsiteX4" fmla="*/ 788924 w 788923"/>
                <a:gd name="connsiteY4" fmla="*/ 31877 h 194498"/>
                <a:gd name="connsiteX5" fmla="*/ 538226 w 788923"/>
                <a:gd name="connsiteY5" fmla="*/ 188849 h 194498"/>
                <a:gd name="connsiteX6" fmla="*/ 113792 w 788923"/>
                <a:gd name="connsiteY6" fmla="*/ 121539 h 194498"/>
                <a:gd name="connsiteX7" fmla="*/ 0 w 788923"/>
                <a:gd name="connsiteY7" fmla="*/ 20828 h 19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923" h="194498">
                  <a:moveTo>
                    <a:pt x="0" y="20828"/>
                  </a:moveTo>
                  <a:cubicBezTo>
                    <a:pt x="8763" y="15621"/>
                    <a:pt x="26162" y="5207"/>
                    <a:pt x="34798" y="0"/>
                  </a:cubicBezTo>
                  <a:cubicBezTo>
                    <a:pt x="107823" y="31750"/>
                    <a:pt x="176403" y="75565"/>
                    <a:pt x="254762" y="93472"/>
                  </a:cubicBezTo>
                  <a:cubicBezTo>
                    <a:pt x="362585" y="119253"/>
                    <a:pt x="475107" y="115443"/>
                    <a:pt x="584327" y="102235"/>
                  </a:cubicBezTo>
                  <a:cubicBezTo>
                    <a:pt x="657479" y="95123"/>
                    <a:pt x="721741" y="57785"/>
                    <a:pt x="788924" y="31877"/>
                  </a:cubicBezTo>
                  <a:cubicBezTo>
                    <a:pt x="736981" y="120142"/>
                    <a:pt x="637032" y="172593"/>
                    <a:pt x="538226" y="188849"/>
                  </a:cubicBezTo>
                  <a:cubicBezTo>
                    <a:pt x="395097" y="202565"/>
                    <a:pt x="241173" y="195326"/>
                    <a:pt x="113792" y="121539"/>
                  </a:cubicBezTo>
                  <a:cubicBezTo>
                    <a:pt x="68961" y="96647"/>
                    <a:pt x="32893" y="59563"/>
                    <a:pt x="0" y="20828"/>
                  </a:cubicBezTo>
                  <a:close/>
                </a:path>
              </a:pathLst>
            </a:custGeom>
            <a:solidFill>
              <a:srgbClr val="E3EFF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 dirty="0"/>
            </a:p>
          </p:txBody>
        </p:sp>
        <p:sp>
          <p:nvSpPr>
            <p:cNvPr id="1036" name="任意形状 1035">
              <a:extLst>
                <a:ext uri="{FF2B5EF4-FFF2-40B4-BE49-F238E27FC236}">
                  <a16:creationId xmlns:a16="http://schemas.microsoft.com/office/drawing/2014/main" id="{632DA281-52ED-2A41-811E-711602364CD7}"/>
                </a:ext>
              </a:extLst>
            </p:cNvPr>
            <p:cNvSpPr/>
            <p:nvPr/>
          </p:nvSpPr>
          <p:spPr>
            <a:xfrm>
              <a:off x="6773790" y="5172631"/>
              <a:ext cx="480128" cy="334434"/>
            </a:xfrm>
            <a:custGeom>
              <a:avLst/>
              <a:gdLst>
                <a:gd name="connsiteX0" fmla="*/ 0 w 601599"/>
                <a:gd name="connsiteY0" fmla="*/ 20066 h 419045"/>
                <a:gd name="connsiteX1" fmla="*/ 63246 w 601599"/>
                <a:gd name="connsiteY1" fmla="*/ 0 h 419045"/>
                <a:gd name="connsiteX2" fmla="*/ 515239 w 601599"/>
                <a:gd name="connsiteY2" fmla="*/ 1270 h 419045"/>
                <a:gd name="connsiteX3" fmla="*/ 575945 w 601599"/>
                <a:gd name="connsiteY3" fmla="*/ 114300 h 419045"/>
                <a:gd name="connsiteX4" fmla="*/ 601599 w 601599"/>
                <a:gd name="connsiteY4" fmla="*/ 314071 h 419045"/>
                <a:gd name="connsiteX5" fmla="*/ 513334 w 601599"/>
                <a:gd name="connsiteY5" fmla="*/ 416814 h 419045"/>
                <a:gd name="connsiteX6" fmla="*/ 52324 w 601599"/>
                <a:gd name="connsiteY6" fmla="*/ 417068 h 419045"/>
                <a:gd name="connsiteX7" fmla="*/ 3556 w 601599"/>
                <a:gd name="connsiteY7" fmla="*/ 361696 h 419045"/>
                <a:gd name="connsiteX8" fmla="*/ 3937 w 601599"/>
                <a:gd name="connsiteY8" fmla="*/ 247142 h 419045"/>
                <a:gd name="connsiteX9" fmla="*/ 37084 w 601599"/>
                <a:gd name="connsiteY9" fmla="*/ 115443 h 419045"/>
                <a:gd name="connsiteX10" fmla="*/ 0 w 601599"/>
                <a:gd name="connsiteY10" fmla="*/ 20066 h 419045"/>
                <a:gd name="connsiteX11" fmla="*/ 294132 w 601599"/>
                <a:gd name="connsiteY11" fmla="*/ 111125 h 419045"/>
                <a:gd name="connsiteX12" fmla="*/ 249047 w 601599"/>
                <a:gd name="connsiteY12" fmla="*/ 166243 h 419045"/>
                <a:gd name="connsiteX13" fmla="*/ 291973 w 601599"/>
                <a:gd name="connsiteY13" fmla="*/ 253492 h 419045"/>
                <a:gd name="connsiteX14" fmla="*/ 404495 w 601599"/>
                <a:gd name="connsiteY14" fmla="*/ 204343 h 419045"/>
                <a:gd name="connsiteX15" fmla="*/ 294132 w 601599"/>
                <a:gd name="connsiteY15" fmla="*/ 111125 h 41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01599" h="419045">
                  <a:moveTo>
                    <a:pt x="0" y="20066"/>
                  </a:moveTo>
                  <a:cubicBezTo>
                    <a:pt x="21082" y="13462"/>
                    <a:pt x="42164" y="6604"/>
                    <a:pt x="63246" y="0"/>
                  </a:cubicBezTo>
                  <a:cubicBezTo>
                    <a:pt x="208280" y="47625"/>
                    <a:pt x="369062" y="40386"/>
                    <a:pt x="515239" y="1270"/>
                  </a:cubicBezTo>
                  <a:cubicBezTo>
                    <a:pt x="553339" y="25908"/>
                    <a:pt x="568452" y="71755"/>
                    <a:pt x="575945" y="114300"/>
                  </a:cubicBezTo>
                  <a:cubicBezTo>
                    <a:pt x="586994" y="180594"/>
                    <a:pt x="598424" y="246888"/>
                    <a:pt x="601599" y="314071"/>
                  </a:cubicBezTo>
                  <a:cubicBezTo>
                    <a:pt x="570865" y="347091"/>
                    <a:pt x="541528" y="381508"/>
                    <a:pt x="513334" y="416814"/>
                  </a:cubicBezTo>
                  <a:cubicBezTo>
                    <a:pt x="359664" y="418465"/>
                    <a:pt x="205867" y="420751"/>
                    <a:pt x="52324" y="417068"/>
                  </a:cubicBezTo>
                  <a:cubicBezTo>
                    <a:pt x="32893" y="402590"/>
                    <a:pt x="3810" y="389763"/>
                    <a:pt x="3556" y="361696"/>
                  </a:cubicBezTo>
                  <a:cubicBezTo>
                    <a:pt x="381" y="323596"/>
                    <a:pt x="3048" y="285242"/>
                    <a:pt x="3937" y="247142"/>
                  </a:cubicBezTo>
                  <a:cubicBezTo>
                    <a:pt x="19685" y="204724"/>
                    <a:pt x="37846" y="161544"/>
                    <a:pt x="37084" y="115443"/>
                  </a:cubicBezTo>
                  <a:cubicBezTo>
                    <a:pt x="38735" y="79629"/>
                    <a:pt x="16002" y="49911"/>
                    <a:pt x="0" y="20066"/>
                  </a:cubicBezTo>
                  <a:moveTo>
                    <a:pt x="294132" y="111125"/>
                  </a:moveTo>
                  <a:cubicBezTo>
                    <a:pt x="272923" y="122555"/>
                    <a:pt x="256286" y="143129"/>
                    <a:pt x="249047" y="166243"/>
                  </a:cubicBezTo>
                  <a:cubicBezTo>
                    <a:pt x="242062" y="201168"/>
                    <a:pt x="265176" y="233807"/>
                    <a:pt x="291973" y="253492"/>
                  </a:cubicBezTo>
                  <a:cubicBezTo>
                    <a:pt x="334264" y="276225"/>
                    <a:pt x="395351" y="254000"/>
                    <a:pt x="404495" y="204343"/>
                  </a:cubicBezTo>
                  <a:cubicBezTo>
                    <a:pt x="424561" y="143129"/>
                    <a:pt x="352171" y="79502"/>
                    <a:pt x="294132" y="111125"/>
                  </a:cubicBez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37" name="任意形状 1036">
              <a:extLst>
                <a:ext uri="{FF2B5EF4-FFF2-40B4-BE49-F238E27FC236}">
                  <a16:creationId xmlns:a16="http://schemas.microsoft.com/office/drawing/2014/main" id="{C2F5FF72-C67C-BCC1-269A-4B44E0C88A84}"/>
                </a:ext>
              </a:extLst>
            </p:cNvPr>
            <p:cNvSpPr/>
            <p:nvPr/>
          </p:nvSpPr>
          <p:spPr>
            <a:xfrm>
              <a:off x="6519992" y="5197767"/>
              <a:ext cx="263563" cy="309342"/>
            </a:xfrm>
            <a:custGeom>
              <a:avLst/>
              <a:gdLst>
                <a:gd name="connsiteX0" fmla="*/ 0 w 330244"/>
                <a:gd name="connsiteY0" fmla="*/ 383032 h 387604"/>
                <a:gd name="connsiteX1" fmla="*/ 290576 w 330244"/>
                <a:gd name="connsiteY1" fmla="*/ 0 h 387604"/>
                <a:gd name="connsiteX2" fmla="*/ 328422 w 330244"/>
                <a:gd name="connsiteY2" fmla="*/ 101727 h 387604"/>
                <a:gd name="connsiteX3" fmla="*/ 219202 w 330244"/>
                <a:gd name="connsiteY3" fmla="*/ 387604 h 387604"/>
                <a:gd name="connsiteX4" fmla="*/ 0 w 330244"/>
                <a:gd name="connsiteY4" fmla="*/ 383032 h 387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0244" h="387604">
                  <a:moveTo>
                    <a:pt x="0" y="383032"/>
                  </a:moveTo>
                  <a:cubicBezTo>
                    <a:pt x="71755" y="240411"/>
                    <a:pt x="141859" y="78359"/>
                    <a:pt x="290576" y="0"/>
                  </a:cubicBezTo>
                  <a:cubicBezTo>
                    <a:pt x="313436" y="28702"/>
                    <a:pt x="337058" y="62865"/>
                    <a:pt x="328422" y="101727"/>
                  </a:cubicBezTo>
                  <a:cubicBezTo>
                    <a:pt x="311150" y="203454"/>
                    <a:pt x="251206" y="290576"/>
                    <a:pt x="219202" y="387604"/>
                  </a:cubicBezTo>
                  <a:cubicBezTo>
                    <a:pt x="146177" y="382651"/>
                    <a:pt x="73025" y="389509"/>
                    <a:pt x="0" y="383032"/>
                  </a:cubicBez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0" name="任意形状 1039">
              <a:extLst>
                <a:ext uri="{FF2B5EF4-FFF2-40B4-BE49-F238E27FC236}">
                  <a16:creationId xmlns:a16="http://schemas.microsoft.com/office/drawing/2014/main" id="{1D01E72C-92EB-F5D6-6B2F-2BC3203D6653}"/>
                </a:ext>
              </a:extLst>
            </p:cNvPr>
            <p:cNvSpPr/>
            <p:nvPr/>
          </p:nvSpPr>
          <p:spPr>
            <a:xfrm>
              <a:off x="7232430" y="5181549"/>
              <a:ext cx="340964" cy="239617"/>
            </a:xfrm>
            <a:custGeom>
              <a:avLst/>
              <a:gdLst>
                <a:gd name="connsiteX0" fmla="*/ 167894 w 427227"/>
                <a:gd name="connsiteY0" fmla="*/ 100965 h 300240"/>
                <a:gd name="connsiteX1" fmla="*/ 267970 w 427227"/>
                <a:gd name="connsiteY1" fmla="*/ 0 h 300240"/>
                <a:gd name="connsiteX2" fmla="*/ 427228 w 427227"/>
                <a:gd name="connsiteY2" fmla="*/ 114554 h 300240"/>
                <a:gd name="connsiteX3" fmla="*/ 184277 w 427227"/>
                <a:gd name="connsiteY3" fmla="*/ 295275 h 300240"/>
                <a:gd name="connsiteX4" fmla="*/ 50419 w 427227"/>
                <a:gd name="connsiteY4" fmla="*/ 267716 h 300240"/>
                <a:gd name="connsiteX5" fmla="*/ 0 w 427227"/>
                <a:gd name="connsiteY5" fmla="*/ 18796 h 300240"/>
                <a:gd name="connsiteX6" fmla="*/ 128397 w 427227"/>
                <a:gd name="connsiteY6" fmla="*/ 97028 h 300240"/>
                <a:gd name="connsiteX7" fmla="*/ 112014 w 427227"/>
                <a:gd name="connsiteY7" fmla="*/ 121666 h 300240"/>
                <a:gd name="connsiteX8" fmla="*/ 167894 w 427227"/>
                <a:gd name="connsiteY8" fmla="*/ 100965 h 30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7227" h="300240">
                  <a:moveTo>
                    <a:pt x="167894" y="100965"/>
                  </a:moveTo>
                  <a:cubicBezTo>
                    <a:pt x="206121" y="72263"/>
                    <a:pt x="235966" y="34925"/>
                    <a:pt x="267970" y="0"/>
                  </a:cubicBezTo>
                  <a:cubicBezTo>
                    <a:pt x="301498" y="58547"/>
                    <a:pt x="357505" y="108204"/>
                    <a:pt x="427228" y="114554"/>
                  </a:cubicBezTo>
                  <a:cubicBezTo>
                    <a:pt x="361569" y="191643"/>
                    <a:pt x="283591" y="265938"/>
                    <a:pt x="184277" y="295275"/>
                  </a:cubicBezTo>
                  <a:cubicBezTo>
                    <a:pt x="137541" y="311023"/>
                    <a:pt x="92202" y="285877"/>
                    <a:pt x="50419" y="267716"/>
                  </a:cubicBezTo>
                  <a:cubicBezTo>
                    <a:pt x="37719" y="184150"/>
                    <a:pt x="37592" y="96266"/>
                    <a:pt x="0" y="18796"/>
                  </a:cubicBezTo>
                  <a:cubicBezTo>
                    <a:pt x="43307" y="43942"/>
                    <a:pt x="85725" y="70612"/>
                    <a:pt x="128397" y="97028"/>
                  </a:cubicBezTo>
                  <a:cubicBezTo>
                    <a:pt x="124333" y="103251"/>
                    <a:pt x="116205" y="115443"/>
                    <a:pt x="112014" y="121666"/>
                  </a:cubicBezTo>
                  <a:cubicBezTo>
                    <a:pt x="134493" y="130937"/>
                    <a:pt x="151638" y="112268"/>
                    <a:pt x="167894" y="100965"/>
                  </a:cubicBez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1" name="任意形状 1040">
              <a:extLst>
                <a:ext uri="{FF2B5EF4-FFF2-40B4-BE49-F238E27FC236}">
                  <a16:creationId xmlns:a16="http://schemas.microsoft.com/office/drawing/2014/main" id="{404AF5A4-B29C-A284-EED0-4E7869982F2D}"/>
                </a:ext>
              </a:extLst>
            </p:cNvPr>
            <p:cNvSpPr/>
            <p:nvPr/>
          </p:nvSpPr>
          <p:spPr>
            <a:xfrm>
              <a:off x="6680340" y="4537323"/>
              <a:ext cx="651255" cy="546528"/>
            </a:xfrm>
            <a:custGeom>
              <a:avLst/>
              <a:gdLst>
                <a:gd name="connsiteX0" fmla="*/ 467233 w 816020"/>
                <a:gd name="connsiteY0" fmla="*/ 0 h 648093"/>
                <a:gd name="connsiteX1" fmla="*/ 708152 w 816020"/>
                <a:gd name="connsiteY1" fmla="*/ 115316 h 648093"/>
                <a:gd name="connsiteX2" fmla="*/ 769620 w 816020"/>
                <a:gd name="connsiteY2" fmla="*/ 565150 h 648093"/>
                <a:gd name="connsiteX3" fmla="*/ 763905 w 816020"/>
                <a:gd name="connsiteY3" fmla="*/ 567436 h 648093"/>
                <a:gd name="connsiteX4" fmla="*/ 559308 w 816020"/>
                <a:gd name="connsiteY4" fmla="*/ 637794 h 648093"/>
                <a:gd name="connsiteX5" fmla="*/ 229743 w 816020"/>
                <a:gd name="connsiteY5" fmla="*/ 629031 h 648093"/>
                <a:gd name="connsiteX6" fmla="*/ 9779 w 816020"/>
                <a:gd name="connsiteY6" fmla="*/ 535559 h 648093"/>
                <a:gd name="connsiteX7" fmla="*/ 40132 w 816020"/>
                <a:gd name="connsiteY7" fmla="*/ 309245 h 648093"/>
                <a:gd name="connsiteX8" fmla="*/ 0 w 816020"/>
                <a:gd name="connsiteY8" fmla="*/ 226060 h 648093"/>
                <a:gd name="connsiteX9" fmla="*/ 274447 w 816020"/>
                <a:gd name="connsiteY9" fmla="*/ 45466 h 648093"/>
                <a:gd name="connsiteX10" fmla="*/ 467233 w 816020"/>
                <a:gd name="connsiteY10" fmla="*/ 0 h 648093"/>
                <a:gd name="connsiteX11" fmla="*/ 268351 w 816020"/>
                <a:gd name="connsiteY11" fmla="*/ 193929 h 648093"/>
                <a:gd name="connsiteX12" fmla="*/ 132334 w 816020"/>
                <a:gd name="connsiteY12" fmla="*/ 290703 h 648093"/>
                <a:gd name="connsiteX13" fmla="*/ 138557 w 816020"/>
                <a:gd name="connsiteY13" fmla="*/ 505714 h 648093"/>
                <a:gd name="connsiteX14" fmla="*/ 329692 w 816020"/>
                <a:gd name="connsiteY14" fmla="*/ 599186 h 648093"/>
                <a:gd name="connsiteX15" fmla="*/ 664210 w 816020"/>
                <a:gd name="connsiteY15" fmla="*/ 561848 h 648093"/>
                <a:gd name="connsiteX16" fmla="*/ 715899 w 816020"/>
                <a:gd name="connsiteY16" fmla="*/ 258191 h 648093"/>
                <a:gd name="connsiteX17" fmla="*/ 519811 w 816020"/>
                <a:gd name="connsiteY17" fmla="*/ 186690 h 648093"/>
                <a:gd name="connsiteX18" fmla="*/ 268351 w 816020"/>
                <a:gd name="connsiteY18" fmla="*/ 193929 h 648093"/>
                <a:gd name="connsiteX0" fmla="*/ 467233 w 816020"/>
                <a:gd name="connsiteY0" fmla="*/ 0 h 648093"/>
                <a:gd name="connsiteX1" fmla="*/ 708152 w 816020"/>
                <a:gd name="connsiteY1" fmla="*/ 115316 h 648093"/>
                <a:gd name="connsiteX2" fmla="*/ 769620 w 816020"/>
                <a:gd name="connsiteY2" fmla="*/ 565150 h 648093"/>
                <a:gd name="connsiteX3" fmla="*/ 763905 w 816020"/>
                <a:gd name="connsiteY3" fmla="*/ 567436 h 648093"/>
                <a:gd name="connsiteX4" fmla="*/ 559308 w 816020"/>
                <a:gd name="connsiteY4" fmla="*/ 637794 h 648093"/>
                <a:gd name="connsiteX5" fmla="*/ 229743 w 816020"/>
                <a:gd name="connsiteY5" fmla="*/ 629031 h 648093"/>
                <a:gd name="connsiteX6" fmla="*/ 9779 w 816020"/>
                <a:gd name="connsiteY6" fmla="*/ 535559 h 648093"/>
                <a:gd name="connsiteX7" fmla="*/ 40132 w 816020"/>
                <a:gd name="connsiteY7" fmla="*/ 309245 h 648093"/>
                <a:gd name="connsiteX8" fmla="*/ 0 w 816020"/>
                <a:gd name="connsiteY8" fmla="*/ 226060 h 648093"/>
                <a:gd name="connsiteX9" fmla="*/ 274447 w 816020"/>
                <a:gd name="connsiteY9" fmla="*/ 45466 h 648093"/>
                <a:gd name="connsiteX10" fmla="*/ 467233 w 816020"/>
                <a:gd name="connsiteY10" fmla="*/ 0 h 648093"/>
                <a:gd name="connsiteX11" fmla="*/ 268351 w 816020"/>
                <a:gd name="connsiteY11" fmla="*/ 193929 h 648093"/>
                <a:gd name="connsiteX12" fmla="*/ 132334 w 816020"/>
                <a:gd name="connsiteY12" fmla="*/ 290703 h 648093"/>
                <a:gd name="connsiteX13" fmla="*/ 303215 w 816020"/>
                <a:gd name="connsiteY13" fmla="*/ 434291 h 648093"/>
                <a:gd name="connsiteX14" fmla="*/ 329692 w 816020"/>
                <a:gd name="connsiteY14" fmla="*/ 599186 h 648093"/>
                <a:gd name="connsiteX15" fmla="*/ 664210 w 816020"/>
                <a:gd name="connsiteY15" fmla="*/ 561848 h 648093"/>
                <a:gd name="connsiteX16" fmla="*/ 715899 w 816020"/>
                <a:gd name="connsiteY16" fmla="*/ 258191 h 648093"/>
                <a:gd name="connsiteX17" fmla="*/ 519811 w 816020"/>
                <a:gd name="connsiteY17" fmla="*/ 186690 h 648093"/>
                <a:gd name="connsiteX18" fmla="*/ 268351 w 816020"/>
                <a:gd name="connsiteY18" fmla="*/ 193929 h 648093"/>
                <a:gd name="connsiteX0" fmla="*/ 467233 w 816020"/>
                <a:gd name="connsiteY0" fmla="*/ 0 h 648093"/>
                <a:gd name="connsiteX1" fmla="*/ 708152 w 816020"/>
                <a:gd name="connsiteY1" fmla="*/ 115316 h 648093"/>
                <a:gd name="connsiteX2" fmla="*/ 769620 w 816020"/>
                <a:gd name="connsiteY2" fmla="*/ 565150 h 648093"/>
                <a:gd name="connsiteX3" fmla="*/ 763905 w 816020"/>
                <a:gd name="connsiteY3" fmla="*/ 567436 h 648093"/>
                <a:gd name="connsiteX4" fmla="*/ 559308 w 816020"/>
                <a:gd name="connsiteY4" fmla="*/ 637794 h 648093"/>
                <a:gd name="connsiteX5" fmla="*/ 229743 w 816020"/>
                <a:gd name="connsiteY5" fmla="*/ 629031 h 648093"/>
                <a:gd name="connsiteX6" fmla="*/ 9779 w 816020"/>
                <a:gd name="connsiteY6" fmla="*/ 535559 h 648093"/>
                <a:gd name="connsiteX7" fmla="*/ 40132 w 816020"/>
                <a:gd name="connsiteY7" fmla="*/ 309245 h 648093"/>
                <a:gd name="connsiteX8" fmla="*/ 0 w 816020"/>
                <a:gd name="connsiteY8" fmla="*/ 226060 h 648093"/>
                <a:gd name="connsiteX9" fmla="*/ 274447 w 816020"/>
                <a:gd name="connsiteY9" fmla="*/ 45466 h 648093"/>
                <a:gd name="connsiteX10" fmla="*/ 467233 w 816020"/>
                <a:gd name="connsiteY10" fmla="*/ 0 h 648093"/>
                <a:gd name="connsiteX11" fmla="*/ 268351 w 816020"/>
                <a:gd name="connsiteY11" fmla="*/ 193929 h 648093"/>
                <a:gd name="connsiteX12" fmla="*/ 221523 w 816020"/>
                <a:gd name="connsiteY12" fmla="*/ 336154 h 648093"/>
                <a:gd name="connsiteX13" fmla="*/ 303215 w 816020"/>
                <a:gd name="connsiteY13" fmla="*/ 434291 h 648093"/>
                <a:gd name="connsiteX14" fmla="*/ 329692 w 816020"/>
                <a:gd name="connsiteY14" fmla="*/ 599186 h 648093"/>
                <a:gd name="connsiteX15" fmla="*/ 664210 w 816020"/>
                <a:gd name="connsiteY15" fmla="*/ 561848 h 648093"/>
                <a:gd name="connsiteX16" fmla="*/ 715899 w 816020"/>
                <a:gd name="connsiteY16" fmla="*/ 258191 h 648093"/>
                <a:gd name="connsiteX17" fmla="*/ 519811 w 816020"/>
                <a:gd name="connsiteY17" fmla="*/ 186690 h 648093"/>
                <a:gd name="connsiteX18" fmla="*/ 268351 w 816020"/>
                <a:gd name="connsiteY18" fmla="*/ 193929 h 648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6020" h="648093">
                  <a:moveTo>
                    <a:pt x="467233" y="0"/>
                  </a:moveTo>
                  <a:cubicBezTo>
                    <a:pt x="557530" y="9906"/>
                    <a:pt x="645668" y="48514"/>
                    <a:pt x="708152" y="115316"/>
                  </a:cubicBezTo>
                  <a:cubicBezTo>
                    <a:pt x="820039" y="231902"/>
                    <a:pt x="852297" y="423545"/>
                    <a:pt x="769620" y="565150"/>
                  </a:cubicBezTo>
                  <a:lnTo>
                    <a:pt x="763905" y="567436"/>
                  </a:lnTo>
                  <a:cubicBezTo>
                    <a:pt x="696722" y="593344"/>
                    <a:pt x="632460" y="630682"/>
                    <a:pt x="559308" y="637794"/>
                  </a:cubicBezTo>
                  <a:cubicBezTo>
                    <a:pt x="450088" y="651002"/>
                    <a:pt x="337566" y="654812"/>
                    <a:pt x="229743" y="629031"/>
                  </a:cubicBezTo>
                  <a:cubicBezTo>
                    <a:pt x="151384" y="611124"/>
                    <a:pt x="82804" y="567309"/>
                    <a:pt x="9779" y="535559"/>
                  </a:cubicBezTo>
                  <a:cubicBezTo>
                    <a:pt x="55118" y="469900"/>
                    <a:pt x="53467" y="384683"/>
                    <a:pt x="40132" y="309245"/>
                  </a:cubicBezTo>
                  <a:cubicBezTo>
                    <a:pt x="35814" y="277876"/>
                    <a:pt x="18923" y="250698"/>
                    <a:pt x="0" y="226060"/>
                  </a:cubicBezTo>
                  <a:cubicBezTo>
                    <a:pt x="59436" y="127000"/>
                    <a:pt x="172974" y="86487"/>
                    <a:pt x="274447" y="45466"/>
                  </a:cubicBezTo>
                  <a:cubicBezTo>
                    <a:pt x="335915" y="17907"/>
                    <a:pt x="408559" y="34925"/>
                    <a:pt x="467233" y="0"/>
                  </a:cubicBezTo>
                  <a:moveTo>
                    <a:pt x="268351" y="193929"/>
                  </a:moveTo>
                  <a:cubicBezTo>
                    <a:pt x="211328" y="202438"/>
                    <a:pt x="245526" y="282306"/>
                    <a:pt x="221523" y="336154"/>
                  </a:cubicBezTo>
                  <a:cubicBezTo>
                    <a:pt x="195869" y="404861"/>
                    <a:pt x="269814" y="367997"/>
                    <a:pt x="303215" y="434291"/>
                  </a:cubicBezTo>
                  <a:cubicBezTo>
                    <a:pt x="341188" y="500712"/>
                    <a:pt x="258191" y="595376"/>
                    <a:pt x="329692" y="599186"/>
                  </a:cubicBezTo>
                  <a:cubicBezTo>
                    <a:pt x="441579" y="600329"/>
                    <a:pt x="559943" y="610489"/>
                    <a:pt x="664210" y="561848"/>
                  </a:cubicBezTo>
                  <a:cubicBezTo>
                    <a:pt x="773430" y="506984"/>
                    <a:pt x="785876" y="348742"/>
                    <a:pt x="715899" y="258191"/>
                  </a:cubicBezTo>
                  <a:cubicBezTo>
                    <a:pt x="669290" y="200660"/>
                    <a:pt x="590296" y="185039"/>
                    <a:pt x="519811" y="186690"/>
                  </a:cubicBezTo>
                  <a:lnTo>
                    <a:pt x="268351" y="193929"/>
                  </a:ln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4" name="任意形状 1043">
              <a:extLst>
                <a:ext uri="{FF2B5EF4-FFF2-40B4-BE49-F238E27FC236}">
                  <a16:creationId xmlns:a16="http://schemas.microsoft.com/office/drawing/2014/main" id="{CAA0FEB4-C367-5140-E464-D1AB070DAF45}"/>
                </a:ext>
              </a:extLst>
            </p:cNvPr>
            <p:cNvSpPr/>
            <p:nvPr/>
          </p:nvSpPr>
          <p:spPr>
            <a:xfrm>
              <a:off x="6971545" y="5254620"/>
              <a:ext cx="127794" cy="127442"/>
            </a:xfrm>
            <a:custGeom>
              <a:avLst/>
              <a:gdLst>
                <a:gd name="connsiteX0" fmla="*/ 46346 w 160125"/>
                <a:gd name="connsiteY0" fmla="*/ 8390 h 159684"/>
                <a:gd name="connsiteX1" fmla="*/ 156709 w 160125"/>
                <a:gd name="connsiteY1" fmla="*/ 101608 h 159684"/>
                <a:gd name="connsiteX2" fmla="*/ 44187 w 160125"/>
                <a:gd name="connsiteY2" fmla="*/ 150757 h 159684"/>
                <a:gd name="connsiteX3" fmla="*/ 1261 w 160125"/>
                <a:gd name="connsiteY3" fmla="*/ 63508 h 159684"/>
                <a:gd name="connsiteX4" fmla="*/ 46346 w 160125"/>
                <a:gd name="connsiteY4" fmla="*/ 8390 h 15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25" h="159684">
                  <a:moveTo>
                    <a:pt x="46346" y="8390"/>
                  </a:moveTo>
                  <a:cubicBezTo>
                    <a:pt x="104385" y="-23233"/>
                    <a:pt x="176775" y="40394"/>
                    <a:pt x="156709" y="101608"/>
                  </a:cubicBezTo>
                  <a:cubicBezTo>
                    <a:pt x="147565" y="151265"/>
                    <a:pt x="86478" y="173490"/>
                    <a:pt x="44187" y="150757"/>
                  </a:cubicBezTo>
                  <a:cubicBezTo>
                    <a:pt x="17390" y="131072"/>
                    <a:pt x="-5725" y="98433"/>
                    <a:pt x="1261" y="63508"/>
                  </a:cubicBezTo>
                  <a:cubicBezTo>
                    <a:pt x="8500" y="40394"/>
                    <a:pt x="25137" y="19820"/>
                    <a:pt x="46346" y="8390"/>
                  </a:cubicBezTo>
                  <a:close/>
                </a:path>
              </a:pathLst>
            </a:custGeom>
            <a:solidFill>
              <a:srgbClr val="4FBFE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6" name="圆角矩形 4248">
              <a:extLst>
                <a:ext uri="{FF2B5EF4-FFF2-40B4-BE49-F238E27FC236}">
                  <a16:creationId xmlns:a16="http://schemas.microsoft.com/office/drawing/2014/main" id="{DD9B73DD-5AAD-2AF0-9D5B-7F3B805F43DE}"/>
                </a:ext>
              </a:extLst>
            </p:cNvPr>
            <p:cNvSpPr/>
            <p:nvPr/>
          </p:nvSpPr>
          <p:spPr>
            <a:xfrm>
              <a:off x="6785637" y="4672322"/>
              <a:ext cx="534714" cy="383366"/>
            </a:xfrm>
            <a:custGeom>
              <a:avLst/>
              <a:gdLst>
                <a:gd name="connsiteX0" fmla="*/ 0 w 490416"/>
                <a:gd name="connsiteY0" fmla="*/ 189010 h 378019"/>
                <a:gd name="connsiteX1" fmla="*/ 189010 w 490416"/>
                <a:gd name="connsiteY1" fmla="*/ 0 h 378019"/>
                <a:gd name="connsiteX2" fmla="*/ 301407 w 490416"/>
                <a:gd name="connsiteY2" fmla="*/ 0 h 378019"/>
                <a:gd name="connsiteX3" fmla="*/ 490417 w 490416"/>
                <a:gd name="connsiteY3" fmla="*/ 189010 h 378019"/>
                <a:gd name="connsiteX4" fmla="*/ 490416 w 490416"/>
                <a:gd name="connsiteY4" fmla="*/ 189010 h 378019"/>
                <a:gd name="connsiteX5" fmla="*/ 301406 w 490416"/>
                <a:gd name="connsiteY5" fmla="*/ 378020 h 378019"/>
                <a:gd name="connsiteX6" fmla="*/ 189010 w 490416"/>
                <a:gd name="connsiteY6" fmla="*/ 378019 h 378019"/>
                <a:gd name="connsiteX7" fmla="*/ 0 w 490416"/>
                <a:gd name="connsiteY7" fmla="*/ 189009 h 378019"/>
                <a:gd name="connsiteX8" fmla="*/ 0 w 490416"/>
                <a:gd name="connsiteY8" fmla="*/ 189010 h 378019"/>
                <a:gd name="connsiteX0" fmla="*/ 0 w 490417"/>
                <a:gd name="connsiteY0" fmla="*/ 189010 h 394061"/>
                <a:gd name="connsiteX1" fmla="*/ 189010 w 490417"/>
                <a:gd name="connsiteY1" fmla="*/ 0 h 394061"/>
                <a:gd name="connsiteX2" fmla="*/ 301407 w 490417"/>
                <a:gd name="connsiteY2" fmla="*/ 0 h 394061"/>
                <a:gd name="connsiteX3" fmla="*/ 490417 w 490417"/>
                <a:gd name="connsiteY3" fmla="*/ 189010 h 394061"/>
                <a:gd name="connsiteX4" fmla="*/ 490416 w 490417"/>
                <a:gd name="connsiteY4" fmla="*/ 189010 h 394061"/>
                <a:gd name="connsiteX5" fmla="*/ 301406 w 490417"/>
                <a:gd name="connsiteY5" fmla="*/ 378020 h 394061"/>
                <a:gd name="connsiteX6" fmla="*/ 221095 w 490417"/>
                <a:gd name="connsiteY6" fmla="*/ 394061 h 394061"/>
                <a:gd name="connsiteX7" fmla="*/ 0 w 490417"/>
                <a:gd name="connsiteY7" fmla="*/ 189009 h 394061"/>
                <a:gd name="connsiteX8" fmla="*/ 0 w 490417"/>
                <a:gd name="connsiteY8" fmla="*/ 189010 h 394061"/>
                <a:gd name="connsiteX0" fmla="*/ 0 w 522500"/>
                <a:gd name="connsiteY0" fmla="*/ 189010 h 394061"/>
                <a:gd name="connsiteX1" fmla="*/ 189010 w 522500"/>
                <a:gd name="connsiteY1" fmla="*/ 0 h 394061"/>
                <a:gd name="connsiteX2" fmla="*/ 301407 w 522500"/>
                <a:gd name="connsiteY2" fmla="*/ 0 h 394061"/>
                <a:gd name="connsiteX3" fmla="*/ 490417 w 522500"/>
                <a:gd name="connsiteY3" fmla="*/ 189010 h 394061"/>
                <a:gd name="connsiteX4" fmla="*/ 522500 w 522500"/>
                <a:gd name="connsiteY4" fmla="*/ 124841 h 394061"/>
                <a:gd name="connsiteX5" fmla="*/ 301406 w 522500"/>
                <a:gd name="connsiteY5" fmla="*/ 378020 h 394061"/>
                <a:gd name="connsiteX6" fmla="*/ 221095 w 522500"/>
                <a:gd name="connsiteY6" fmla="*/ 394061 h 394061"/>
                <a:gd name="connsiteX7" fmla="*/ 0 w 522500"/>
                <a:gd name="connsiteY7" fmla="*/ 189009 h 394061"/>
                <a:gd name="connsiteX8" fmla="*/ 0 w 522500"/>
                <a:gd name="connsiteY8" fmla="*/ 189010 h 394061"/>
                <a:gd name="connsiteX0" fmla="*/ 0 w 522500"/>
                <a:gd name="connsiteY0" fmla="*/ 189010 h 394061"/>
                <a:gd name="connsiteX1" fmla="*/ 189010 w 522500"/>
                <a:gd name="connsiteY1" fmla="*/ 0 h 394061"/>
                <a:gd name="connsiteX2" fmla="*/ 301407 w 522500"/>
                <a:gd name="connsiteY2" fmla="*/ 0 h 394061"/>
                <a:gd name="connsiteX3" fmla="*/ 517154 w 522500"/>
                <a:gd name="connsiteY3" fmla="*/ 103453 h 394061"/>
                <a:gd name="connsiteX4" fmla="*/ 522500 w 522500"/>
                <a:gd name="connsiteY4" fmla="*/ 124841 h 394061"/>
                <a:gd name="connsiteX5" fmla="*/ 301406 w 522500"/>
                <a:gd name="connsiteY5" fmla="*/ 378020 h 394061"/>
                <a:gd name="connsiteX6" fmla="*/ 221095 w 522500"/>
                <a:gd name="connsiteY6" fmla="*/ 394061 h 394061"/>
                <a:gd name="connsiteX7" fmla="*/ 0 w 522500"/>
                <a:gd name="connsiteY7" fmla="*/ 189009 h 394061"/>
                <a:gd name="connsiteX8" fmla="*/ 0 w 522500"/>
                <a:gd name="connsiteY8" fmla="*/ 189010 h 394061"/>
                <a:gd name="connsiteX0" fmla="*/ 0 w 517154"/>
                <a:gd name="connsiteY0" fmla="*/ 189010 h 394061"/>
                <a:gd name="connsiteX1" fmla="*/ 189010 w 517154"/>
                <a:gd name="connsiteY1" fmla="*/ 0 h 394061"/>
                <a:gd name="connsiteX2" fmla="*/ 301407 w 517154"/>
                <a:gd name="connsiteY2" fmla="*/ 0 h 394061"/>
                <a:gd name="connsiteX3" fmla="*/ 517154 w 517154"/>
                <a:gd name="connsiteY3" fmla="*/ 103453 h 394061"/>
                <a:gd name="connsiteX4" fmla="*/ 485069 w 517154"/>
                <a:gd name="connsiteY4" fmla="*/ 146231 h 394061"/>
                <a:gd name="connsiteX5" fmla="*/ 301406 w 517154"/>
                <a:gd name="connsiteY5" fmla="*/ 378020 h 394061"/>
                <a:gd name="connsiteX6" fmla="*/ 221095 w 517154"/>
                <a:gd name="connsiteY6" fmla="*/ 394061 h 394061"/>
                <a:gd name="connsiteX7" fmla="*/ 0 w 517154"/>
                <a:gd name="connsiteY7" fmla="*/ 189009 h 394061"/>
                <a:gd name="connsiteX8" fmla="*/ 0 w 517154"/>
                <a:gd name="connsiteY8" fmla="*/ 189010 h 394061"/>
                <a:gd name="connsiteX0" fmla="*/ 0 w 485069"/>
                <a:gd name="connsiteY0" fmla="*/ 189010 h 394061"/>
                <a:gd name="connsiteX1" fmla="*/ 189010 w 485069"/>
                <a:gd name="connsiteY1" fmla="*/ 0 h 394061"/>
                <a:gd name="connsiteX2" fmla="*/ 301407 w 485069"/>
                <a:gd name="connsiteY2" fmla="*/ 0 h 394061"/>
                <a:gd name="connsiteX3" fmla="*/ 463680 w 485069"/>
                <a:gd name="connsiteY3" fmla="*/ 135537 h 394061"/>
                <a:gd name="connsiteX4" fmla="*/ 485069 w 485069"/>
                <a:gd name="connsiteY4" fmla="*/ 146231 h 394061"/>
                <a:gd name="connsiteX5" fmla="*/ 301406 w 485069"/>
                <a:gd name="connsiteY5" fmla="*/ 378020 h 394061"/>
                <a:gd name="connsiteX6" fmla="*/ 221095 w 485069"/>
                <a:gd name="connsiteY6" fmla="*/ 394061 h 394061"/>
                <a:gd name="connsiteX7" fmla="*/ 0 w 485069"/>
                <a:gd name="connsiteY7" fmla="*/ 189009 h 394061"/>
                <a:gd name="connsiteX8" fmla="*/ 0 w 485069"/>
                <a:gd name="connsiteY8" fmla="*/ 189010 h 394061"/>
                <a:gd name="connsiteX0" fmla="*/ 0 w 490417"/>
                <a:gd name="connsiteY0" fmla="*/ 189010 h 394061"/>
                <a:gd name="connsiteX1" fmla="*/ 189010 w 490417"/>
                <a:gd name="connsiteY1" fmla="*/ 0 h 394061"/>
                <a:gd name="connsiteX2" fmla="*/ 301407 w 490417"/>
                <a:gd name="connsiteY2" fmla="*/ 0 h 394061"/>
                <a:gd name="connsiteX3" fmla="*/ 490417 w 490417"/>
                <a:gd name="connsiteY3" fmla="*/ 151579 h 394061"/>
                <a:gd name="connsiteX4" fmla="*/ 485069 w 490417"/>
                <a:gd name="connsiteY4" fmla="*/ 146231 h 394061"/>
                <a:gd name="connsiteX5" fmla="*/ 301406 w 490417"/>
                <a:gd name="connsiteY5" fmla="*/ 378020 h 394061"/>
                <a:gd name="connsiteX6" fmla="*/ 221095 w 490417"/>
                <a:gd name="connsiteY6" fmla="*/ 394061 h 394061"/>
                <a:gd name="connsiteX7" fmla="*/ 0 w 490417"/>
                <a:gd name="connsiteY7" fmla="*/ 189009 h 394061"/>
                <a:gd name="connsiteX8" fmla="*/ 0 w 490417"/>
                <a:gd name="connsiteY8" fmla="*/ 189010 h 394061"/>
                <a:gd name="connsiteX0" fmla="*/ 0 w 495764"/>
                <a:gd name="connsiteY0" fmla="*/ 146231 h 394061"/>
                <a:gd name="connsiteX1" fmla="*/ 194357 w 495764"/>
                <a:gd name="connsiteY1" fmla="*/ 0 h 394061"/>
                <a:gd name="connsiteX2" fmla="*/ 306754 w 495764"/>
                <a:gd name="connsiteY2" fmla="*/ 0 h 394061"/>
                <a:gd name="connsiteX3" fmla="*/ 495764 w 495764"/>
                <a:gd name="connsiteY3" fmla="*/ 151579 h 394061"/>
                <a:gd name="connsiteX4" fmla="*/ 490416 w 495764"/>
                <a:gd name="connsiteY4" fmla="*/ 146231 h 394061"/>
                <a:gd name="connsiteX5" fmla="*/ 306753 w 495764"/>
                <a:gd name="connsiteY5" fmla="*/ 378020 h 394061"/>
                <a:gd name="connsiteX6" fmla="*/ 226442 w 495764"/>
                <a:gd name="connsiteY6" fmla="*/ 394061 h 394061"/>
                <a:gd name="connsiteX7" fmla="*/ 5347 w 495764"/>
                <a:gd name="connsiteY7" fmla="*/ 189009 h 394061"/>
                <a:gd name="connsiteX8" fmla="*/ 0 w 495764"/>
                <a:gd name="connsiteY8" fmla="*/ 146231 h 394061"/>
                <a:gd name="connsiteX0" fmla="*/ 0 w 495764"/>
                <a:gd name="connsiteY0" fmla="*/ 146231 h 394061"/>
                <a:gd name="connsiteX1" fmla="*/ 194357 w 495764"/>
                <a:gd name="connsiteY1" fmla="*/ 0 h 394061"/>
                <a:gd name="connsiteX2" fmla="*/ 306754 w 495764"/>
                <a:gd name="connsiteY2" fmla="*/ 0 h 394061"/>
                <a:gd name="connsiteX3" fmla="*/ 495764 w 495764"/>
                <a:gd name="connsiteY3" fmla="*/ 151579 h 394061"/>
                <a:gd name="connsiteX4" fmla="*/ 490416 w 495764"/>
                <a:gd name="connsiteY4" fmla="*/ 146231 h 394061"/>
                <a:gd name="connsiteX5" fmla="*/ 306753 w 495764"/>
                <a:gd name="connsiteY5" fmla="*/ 378020 h 394061"/>
                <a:gd name="connsiteX6" fmla="*/ 226442 w 495764"/>
                <a:gd name="connsiteY6" fmla="*/ 394061 h 394061"/>
                <a:gd name="connsiteX7" fmla="*/ 0 w 495764"/>
                <a:gd name="connsiteY7" fmla="*/ 146230 h 394061"/>
                <a:gd name="connsiteX8" fmla="*/ 0 w 495764"/>
                <a:gd name="connsiteY8" fmla="*/ 146231 h 394061"/>
                <a:gd name="connsiteX0" fmla="*/ 162 w 495926"/>
                <a:gd name="connsiteY0" fmla="*/ 146231 h 394061"/>
                <a:gd name="connsiteX1" fmla="*/ 194519 w 495926"/>
                <a:gd name="connsiteY1" fmla="*/ 0 h 394061"/>
                <a:gd name="connsiteX2" fmla="*/ 306916 w 495926"/>
                <a:gd name="connsiteY2" fmla="*/ 0 h 394061"/>
                <a:gd name="connsiteX3" fmla="*/ 495926 w 495926"/>
                <a:gd name="connsiteY3" fmla="*/ 151579 h 394061"/>
                <a:gd name="connsiteX4" fmla="*/ 490578 w 495926"/>
                <a:gd name="connsiteY4" fmla="*/ 146231 h 394061"/>
                <a:gd name="connsiteX5" fmla="*/ 306915 w 495926"/>
                <a:gd name="connsiteY5" fmla="*/ 378020 h 394061"/>
                <a:gd name="connsiteX6" fmla="*/ 226604 w 495926"/>
                <a:gd name="connsiteY6" fmla="*/ 394061 h 394061"/>
                <a:gd name="connsiteX7" fmla="*/ 162 w 495926"/>
                <a:gd name="connsiteY7" fmla="*/ 146230 h 394061"/>
                <a:gd name="connsiteX8" fmla="*/ 162 w 495926"/>
                <a:gd name="connsiteY8" fmla="*/ 146231 h 394061"/>
                <a:gd name="connsiteX0" fmla="*/ 162 w 495926"/>
                <a:gd name="connsiteY0" fmla="*/ 146231 h 383366"/>
                <a:gd name="connsiteX1" fmla="*/ 194519 w 495926"/>
                <a:gd name="connsiteY1" fmla="*/ 0 h 383366"/>
                <a:gd name="connsiteX2" fmla="*/ 306916 w 495926"/>
                <a:gd name="connsiteY2" fmla="*/ 0 h 383366"/>
                <a:gd name="connsiteX3" fmla="*/ 495926 w 495926"/>
                <a:gd name="connsiteY3" fmla="*/ 151579 h 383366"/>
                <a:gd name="connsiteX4" fmla="*/ 490578 w 495926"/>
                <a:gd name="connsiteY4" fmla="*/ 146231 h 383366"/>
                <a:gd name="connsiteX5" fmla="*/ 306915 w 495926"/>
                <a:gd name="connsiteY5" fmla="*/ 378020 h 383366"/>
                <a:gd name="connsiteX6" fmla="*/ 226604 w 495926"/>
                <a:gd name="connsiteY6" fmla="*/ 383366 h 383366"/>
                <a:gd name="connsiteX7" fmla="*/ 162 w 495926"/>
                <a:gd name="connsiteY7" fmla="*/ 146230 h 383366"/>
                <a:gd name="connsiteX8" fmla="*/ 162 w 495926"/>
                <a:gd name="connsiteY8" fmla="*/ 146231 h 383366"/>
                <a:gd name="connsiteX0" fmla="*/ 162 w 495926"/>
                <a:gd name="connsiteY0" fmla="*/ 146231 h 383366"/>
                <a:gd name="connsiteX1" fmla="*/ 194519 w 495926"/>
                <a:gd name="connsiteY1" fmla="*/ 0 h 383366"/>
                <a:gd name="connsiteX2" fmla="*/ 306916 w 495926"/>
                <a:gd name="connsiteY2" fmla="*/ 0 h 383366"/>
                <a:gd name="connsiteX3" fmla="*/ 495926 w 495926"/>
                <a:gd name="connsiteY3" fmla="*/ 151579 h 383366"/>
                <a:gd name="connsiteX4" fmla="*/ 306915 w 495926"/>
                <a:gd name="connsiteY4" fmla="*/ 378020 h 383366"/>
                <a:gd name="connsiteX5" fmla="*/ 226604 w 495926"/>
                <a:gd name="connsiteY5" fmla="*/ 383366 h 383366"/>
                <a:gd name="connsiteX6" fmla="*/ 162 w 495926"/>
                <a:gd name="connsiteY6" fmla="*/ 146230 h 383366"/>
                <a:gd name="connsiteX7" fmla="*/ 162 w 495926"/>
                <a:gd name="connsiteY7" fmla="*/ 146231 h 383366"/>
                <a:gd name="connsiteX0" fmla="*/ 162 w 495933"/>
                <a:gd name="connsiteY0" fmla="*/ 146231 h 383366"/>
                <a:gd name="connsiteX1" fmla="*/ 194519 w 495933"/>
                <a:gd name="connsiteY1" fmla="*/ 0 h 383366"/>
                <a:gd name="connsiteX2" fmla="*/ 306916 w 495933"/>
                <a:gd name="connsiteY2" fmla="*/ 0 h 383366"/>
                <a:gd name="connsiteX3" fmla="*/ 495926 w 495933"/>
                <a:gd name="connsiteY3" fmla="*/ 151579 h 383366"/>
                <a:gd name="connsiteX4" fmla="*/ 306915 w 495933"/>
                <a:gd name="connsiteY4" fmla="*/ 378020 h 383366"/>
                <a:gd name="connsiteX5" fmla="*/ 226604 w 495933"/>
                <a:gd name="connsiteY5" fmla="*/ 383366 h 383366"/>
                <a:gd name="connsiteX6" fmla="*/ 162 w 495933"/>
                <a:gd name="connsiteY6" fmla="*/ 146230 h 383366"/>
                <a:gd name="connsiteX7" fmla="*/ 162 w 495933"/>
                <a:gd name="connsiteY7" fmla="*/ 146231 h 383366"/>
                <a:gd name="connsiteX0" fmla="*/ 162 w 495937"/>
                <a:gd name="connsiteY0" fmla="*/ 146231 h 383366"/>
                <a:gd name="connsiteX1" fmla="*/ 194519 w 495937"/>
                <a:gd name="connsiteY1" fmla="*/ 0 h 383366"/>
                <a:gd name="connsiteX2" fmla="*/ 306916 w 495937"/>
                <a:gd name="connsiteY2" fmla="*/ 0 h 383366"/>
                <a:gd name="connsiteX3" fmla="*/ 495926 w 495937"/>
                <a:gd name="connsiteY3" fmla="*/ 151579 h 383366"/>
                <a:gd name="connsiteX4" fmla="*/ 306915 w 495937"/>
                <a:gd name="connsiteY4" fmla="*/ 378020 h 383366"/>
                <a:gd name="connsiteX5" fmla="*/ 226604 w 495937"/>
                <a:gd name="connsiteY5" fmla="*/ 383366 h 383366"/>
                <a:gd name="connsiteX6" fmla="*/ 162 w 495937"/>
                <a:gd name="connsiteY6" fmla="*/ 146230 h 383366"/>
                <a:gd name="connsiteX7" fmla="*/ 162 w 495937"/>
                <a:gd name="connsiteY7" fmla="*/ 146231 h 383366"/>
                <a:gd name="connsiteX0" fmla="*/ 162 w 495937"/>
                <a:gd name="connsiteY0" fmla="*/ 146231 h 383366"/>
                <a:gd name="connsiteX1" fmla="*/ 194519 w 495937"/>
                <a:gd name="connsiteY1" fmla="*/ 0 h 383366"/>
                <a:gd name="connsiteX2" fmla="*/ 306916 w 495937"/>
                <a:gd name="connsiteY2" fmla="*/ 0 h 383366"/>
                <a:gd name="connsiteX3" fmla="*/ 495926 w 495937"/>
                <a:gd name="connsiteY3" fmla="*/ 151579 h 383366"/>
                <a:gd name="connsiteX4" fmla="*/ 306915 w 495937"/>
                <a:gd name="connsiteY4" fmla="*/ 378020 h 383366"/>
                <a:gd name="connsiteX5" fmla="*/ 226604 w 495937"/>
                <a:gd name="connsiteY5" fmla="*/ 383366 h 383366"/>
                <a:gd name="connsiteX6" fmla="*/ 162 w 495937"/>
                <a:gd name="connsiteY6" fmla="*/ 146230 h 383366"/>
                <a:gd name="connsiteX7" fmla="*/ 162 w 495937"/>
                <a:gd name="connsiteY7" fmla="*/ 146231 h 383366"/>
                <a:gd name="connsiteX0" fmla="*/ 162 w 495941"/>
                <a:gd name="connsiteY0" fmla="*/ 146231 h 383367"/>
                <a:gd name="connsiteX1" fmla="*/ 194519 w 495941"/>
                <a:gd name="connsiteY1" fmla="*/ 0 h 383367"/>
                <a:gd name="connsiteX2" fmla="*/ 306916 w 495941"/>
                <a:gd name="connsiteY2" fmla="*/ 0 h 383367"/>
                <a:gd name="connsiteX3" fmla="*/ 495926 w 495941"/>
                <a:gd name="connsiteY3" fmla="*/ 151579 h 383367"/>
                <a:gd name="connsiteX4" fmla="*/ 328304 w 495941"/>
                <a:gd name="connsiteY4" fmla="*/ 383367 h 383367"/>
                <a:gd name="connsiteX5" fmla="*/ 226604 w 495941"/>
                <a:gd name="connsiteY5" fmla="*/ 383366 h 383367"/>
                <a:gd name="connsiteX6" fmla="*/ 162 w 495941"/>
                <a:gd name="connsiteY6" fmla="*/ 146230 h 383367"/>
                <a:gd name="connsiteX7" fmla="*/ 162 w 495941"/>
                <a:gd name="connsiteY7" fmla="*/ 146231 h 383367"/>
                <a:gd name="connsiteX0" fmla="*/ 162 w 495935"/>
                <a:gd name="connsiteY0" fmla="*/ 146231 h 388475"/>
                <a:gd name="connsiteX1" fmla="*/ 194519 w 495935"/>
                <a:gd name="connsiteY1" fmla="*/ 0 h 388475"/>
                <a:gd name="connsiteX2" fmla="*/ 306916 w 495935"/>
                <a:gd name="connsiteY2" fmla="*/ 0 h 388475"/>
                <a:gd name="connsiteX3" fmla="*/ 495926 w 495935"/>
                <a:gd name="connsiteY3" fmla="*/ 151579 h 388475"/>
                <a:gd name="connsiteX4" fmla="*/ 285663 w 495935"/>
                <a:gd name="connsiteY4" fmla="*/ 388475 h 388475"/>
                <a:gd name="connsiteX5" fmla="*/ 226604 w 495935"/>
                <a:gd name="connsiteY5" fmla="*/ 383366 h 388475"/>
                <a:gd name="connsiteX6" fmla="*/ 162 w 495935"/>
                <a:gd name="connsiteY6" fmla="*/ 146230 h 388475"/>
                <a:gd name="connsiteX7" fmla="*/ 162 w 495935"/>
                <a:gd name="connsiteY7" fmla="*/ 146231 h 388475"/>
                <a:gd name="connsiteX0" fmla="*/ 162 w 495933"/>
                <a:gd name="connsiteY0" fmla="*/ 146231 h 388475"/>
                <a:gd name="connsiteX1" fmla="*/ 194519 w 495933"/>
                <a:gd name="connsiteY1" fmla="*/ 0 h 388475"/>
                <a:gd name="connsiteX2" fmla="*/ 306916 w 495933"/>
                <a:gd name="connsiteY2" fmla="*/ 0 h 388475"/>
                <a:gd name="connsiteX3" fmla="*/ 495926 w 495933"/>
                <a:gd name="connsiteY3" fmla="*/ 151579 h 388475"/>
                <a:gd name="connsiteX4" fmla="*/ 285663 w 495933"/>
                <a:gd name="connsiteY4" fmla="*/ 388475 h 388475"/>
                <a:gd name="connsiteX5" fmla="*/ 226604 w 495933"/>
                <a:gd name="connsiteY5" fmla="*/ 383366 h 388475"/>
                <a:gd name="connsiteX6" fmla="*/ 162 w 495933"/>
                <a:gd name="connsiteY6" fmla="*/ 146230 h 388475"/>
                <a:gd name="connsiteX7" fmla="*/ 162 w 495933"/>
                <a:gd name="connsiteY7" fmla="*/ 146231 h 388475"/>
                <a:gd name="connsiteX0" fmla="*/ 162 w 495934"/>
                <a:gd name="connsiteY0" fmla="*/ 146231 h 383366"/>
                <a:gd name="connsiteX1" fmla="*/ 194519 w 495934"/>
                <a:gd name="connsiteY1" fmla="*/ 0 h 383366"/>
                <a:gd name="connsiteX2" fmla="*/ 306916 w 495934"/>
                <a:gd name="connsiteY2" fmla="*/ 0 h 383366"/>
                <a:gd name="connsiteX3" fmla="*/ 495926 w 495934"/>
                <a:gd name="connsiteY3" fmla="*/ 151579 h 383366"/>
                <a:gd name="connsiteX4" fmla="*/ 295139 w 495934"/>
                <a:gd name="connsiteY4" fmla="*/ 378258 h 383366"/>
                <a:gd name="connsiteX5" fmla="*/ 226604 w 495934"/>
                <a:gd name="connsiteY5" fmla="*/ 383366 h 383366"/>
                <a:gd name="connsiteX6" fmla="*/ 162 w 495934"/>
                <a:gd name="connsiteY6" fmla="*/ 146230 h 383366"/>
                <a:gd name="connsiteX7" fmla="*/ 162 w 495934"/>
                <a:gd name="connsiteY7" fmla="*/ 146231 h 383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5934" h="383366">
                  <a:moveTo>
                    <a:pt x="162" y="146231"/>
                  </a:moveTo>
                  <a:cubicBezTo>
                    <a:pt x="162" y="41844"/>
                    <a:pt x="90132" y="0"/>
                    <a:pt x="194519" y="0"/>
                  </a:cubicBezTo>
                  <a:lnTo>
                    <a:pt x="306916" y="0"/>
                  </a:lnTo>
                  <a:cubicBezTo>
                    <a:pt x="411303" y="0"/>
                    <a:pt x="495926" y="47192"/>
                    <a:pt x="495926" y="151579"/>
                  </a:cubicBezTo>
                  <a:cubicBezTo>
                    <a:pt x="497091" y="344701"/>
                    <a:pt x="372496" y="375730"/>
                    <a:pt x="295139" y="378258"/>
                  </a:cubicBezTo>
                  <a:lnTo>
                    <a:pt x="226604" y="383366"/>
                  </a:lnTo>
                  <a:cubicBezTo>
                    <a:pt x="122217" y="383366"/>
                    <a:pt x="-5185" y="293396"/>
                    <a:pt x="162" y="146230"/>
                  </a:cubicBezTo>
                  <a:lnTo>
                    <a:pt x="162" y="146231"/>
                  </a:lnTo>
                  <a:close/>
                </a:path>
              </a:pathLst>
            </a:custGeom>
            <a:solidFill>
              <a:srgbClr val="0E1C3A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7" name="任意形状 1046">
              <a:extLst>
                <a:ext uri="{FF2B5EF4-FFF2-40B4-BE49-F238E27FC236}">
                  <a16:creationId xmlns:a16="http://schemas.microsoft.com/office/drawing/2014/main" id="{25B8D02B-2922-3866-2B84-9FE76EB4F716}"/>
                </a:ext>
              </a:extLst>
            </p:cNvPr>
            <p:cNvSpPr/>
            <p:nvPr/>
          </p:nvSpPr>
          <p:spPr>
            <a:xfrm>
              <a:off x="6587003" y="4758265"/>
              <a:ext cx="111339" cy="234292"/>
            </a:xfrm>
            <a:custGeom>
              <a:avLst/>
              <a:gdLst>
                <a:gd name="connsiteX0" fmla="*/ 56499 w 139508"/>
                <a:gd name="connsiteY0" fmla="*/ 4468 h 293567"/>
                <a:gd name="connsiteX1" fmla="*/ 119618 w 139508"/>
                <a:gd name="connsiteY1" fmla="*/ 34567 h 293567"/>
                <a:gd name="connsiteX2" fmla="*/ 119999 w 139508"/>
                <a:gd name="connsiteY2" fmla="*/ 257579 h 293567"/>
                <a:gd name="connsiteX3" fmla="*/ 77581 w 139508"/>
                <a:gd name="connsiteY3" fmla="*/ 293139 h 293567"/>
                <a:gd name="connsiteX4" fmla="*/ 9636 w 139508"/>
                <a:gd name="connsiteY4" fmla="*/ 221638 h 293567"/>
                <a:gd name="connsiteX5" fmla="*/ 56499 w 139508"/>
                <a:gd name="connsiteY5" fmla="*/ 4468 h 293567"/>
                <a:gd name="connsiteX6" fmla="*/ 21066 w 139508"/>
                <a:gd name="connsiteY6" fmla="*/ 96289 h 293567"/>
                <a:gd name="connsiteX7" fmla="*/ 56499 w 139508"/>
                <a:gd name="connsiteY7" fmla="*/ 227607 h 293567"/>
                <a:gd name="connsiteX8" fmla="*/ 53324 w 139508"/>
                <a:gd name="connsiteY8" fmla="*/ 56411 h 293567"/>
                <a:gd name="connsiteX9" fmla="*/ 21066 w 139508"/>
                <a:gd name="connsiteY9" fmla="*/ 96289 h 29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508" h="293567">
                  <a:moveTo>
                    <a:pt x="56499" y="4468"/>
                  </a:moveTo>
                  <a:cubicBezTo>
                    <a:pt x="82153" y="-8359"/>
                    <a:pt x="112125" y="7897"/>
                    <a:pt x="119618" y="34567"/>
                  </a:cubicBezTo>
                  <a:cubicBezTo>
                    <a:pt x="144129" y="105941"/>
                    <a:pt x="147939" y="186586"/>
                    <a:pt x="119999" y="257579"/>
                  </a:cubicBezTo>
                  <a:cubicBezTo>
                    <a:pt x="110855" y="273073"/>
                    <a:pt x="97774" y="293266"/>
                    <a:pt x="77581" y="293139"/>
                  </a:cubicBezTo>
                  <a:cubicBezTo>
                    <a:pt x="37322" y="298473"/>
                    <a:pt x="19034" y="252880"/>
                    <a:pt x="9636" y="221638"/>
                  </a:cubicBezTo>
                  <a:cubicBezTo>
                    <a:pt x="-6493" y="148994"/>
                    <a:pt x="-9160" y="53871"/>
                    <a:pt x="56499" y="4468"/>
                  </a:cubicBezTo>
                  <a:moveTo>
                    <a:pt x="21066" y="96289"/>
                  </a:moveTo>
                  <a:cubicBezTo>
                    <a:pt x="7223" y="139723"/>
                    <a:pt x="12176" y="203985"/>
                    <a:pt x="56499" y="227607"/>
                  </a:cubicBezTo>
                  <a:cubicBezTo>
                    <a:pt x="77200" y="173759"/>
                    <a:pt x="85709" y="107211"/>
                    <a:pt x="53324" y="56411"/>
                  </a:cubicBezTo>
                  <a:cubicBezTo>
                    <a:pt x="30591" y="52220"/>
                    <a:pt x="29448" y="82319"/>
                    <a:pt x="21066" y="96289"/>
                  </a:cubicBezTo>
                  <a:close/>
                </a:path>
              </a:pathLst>
            </a:custGeom>
            <a:solidFill>
              <a:srgbClr val="92B2C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8" name="任意形状 1047">
              <a:extLst>
                <a:ext uri="{FF2B5EF4-FFF2-40B4-BE49-F238E27FC236}">
                  <a16:creationId xmlns:a16="http://schemas.microsoft.com/office/drawing/2014/main" id="{0778C67A-E994-2B0B-65CD-E1A4F3D82256}"/>
                </a:ext>
              </a:extLst>
            </p:cNvPr>
            <p:cNvSpPr/>
            <p:nvPr/>
          </p:nvSpPr>
          <p:spPr>
            <a:xfrm>
              <a:off x="7455729" y="5032370"/>
              <a:ext cx="234050" cy="217190"/>
            </a:xfrm>
            <a:custGeom>
              <a:avLst/>
              <a:gdLst>
                <a:gd name="connsiteX0" fmla="*/ 177662 w 293264"/>
                <a:gd name="connsiteY0" fmla="*/ 5821 h 272139"/>
                <a:gd name="connsiteX1" fmla="*/ 234558 w 293264"/>
                <a:gd name="connsiteY1" fmla="*/ 12805 h 272139"/>
                <a:gd name="connsiteX2" fmla="*/ 194045 w 293264"/>
                <a:gd name="connsiteY2" fmla="*/ 118850 h 272139"/>
                <a:gd name="connsiteX3" fmla="*/ 269483 w 293264"/>
                <a:gd name="connsiteY3" fmla="*/ 25886 h 272139"/>
                <a:gd name="connsiteX4" fmla="*/ 145531 w 293264"/>
                <a:gd name="connsiteY4" fmla="*/ 272140 h 272139"/>
                <a:gd name="connsiteX5" fmla="*/ 14721 w 293264"/>
                <a:gd name="connsiteY5" fmla="*/ 59668 h 272139"/>
                <a:gd name="connsiteX6" fmla="*/ 68188 w 293264"/>
                <a:gd name="connsiteY6" fmla="*/ 47222 h 272139"/>
                <a:gd name="connsiteX7" fmla="*/ 56377 w 293264"/>
                <a:gd name="connsiteY7" fmla="*/ 117580 h 272139"/>
                <a:gd name="connsiteX8" fmla="*/ 177662 w 293264"/>
                <a:gd name="connsiteY8" fmla="*/ 5821 h 272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264" h="272139">
                  <a:moveTo>
                    <a:pt x="177662" y="5821"/>
                  </a:moveTo>
                  <a:cubicBezTo>
                    <a:pt x="196204" y="-8403"/>
                    <a:pt x="216016" y="7217"/>
                    <a:pt x="234558" y="12805"/>
                  </a:cubicBezTo>
                  <a:cubicBezTo>
                    <a:pt x="217794" y="46841"/>
                    <a:pt x="200014" y="80878"/>
                    <a:pt x="194045" y="118850"/>
                  </a:cubicBezTo>
                  <a:cubicBezTo>
                    <a:pt x="235193" y="104118"/>
                    <a:pt x="237987" y="52303"/>
                    <a:pt x="269483" y="25886"/>
                  </a:cubicBezTo>
                  <a:cubicBezTo>
                    <a:pt x="335523" y="118850"/>
                    <a:pt x="254243" y="263630"/>
                    <a:pt x="145531" y="272140"/>
                  </a:cubicBezTo>
                  <a:cubicBezTo>
                    <a:pt x="50662" y="264773"/>
                    <a:pt x="-35317" y="149330"/>
                    <a:pt x="14721" y="59668"/>
                  </a:cubicBezTo>
                  <a:cubicBezTo>
                    <a:pt x="24373" y="35538"/>
                    <a:pt x="49011" y="41761"/>
                    <a:pt x="68188" y="47222"/>
                  </a:cubicBezTo>
                  <a:cubicBezTo>
                    <a:pt x="61838" y="70209"/>
                    <a:pt x="57139" y="93578"/>
                    <a:pt x="56377" y="117580"/>
                  </a:cubicBezTo>
                  <a:cubicBezTo>
                    <a:pt x="95366" y="78718"/>
                    <a:pt x="123687" y="26648"/>
                    <a:pt x="177662" y="5821"/>
                  </a:cubicBezTo>
                  <a:close/>
                </a:path>
              </a:pathLst>
            </a:custGeom>
            <a:solidFill>
              <a:srgbClr val="324A7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9" name="任意形状 1048">
              <a:extLst>
                <a:ext uri="{FF2B5EF4-FFF2-40B4-BE49-F238E27FC236}">
                  <a16:creationId xmlns:a16="http://schemas.microsoft.com/office/drawing/2014/main" id="{DAD4E52D-A8DC-A6E0-5A11-13F65401A6C3}"/>
                </a:ext>
              </a:extLst>
            </p:cNvPr>
            <p:cNvSpPr/>
            <p:nvPr/>
          </p:nvSpPr>
          <p:spPr>
            <a:xfrm>
              <a:off x="6824266" y="5154386"/>
              <a:ext cx="360730" cy="44742"/>
            </a:xfrm>
            <a:custGeom>
              <a:avLst/>
              <a:gdLst>
                <a:gd name="connsiteX0" fmla="*/ 0 w 451993"/>
                <a:gd name="connsiteY0" fmla="*/ 22860 h 56061"/>
                <a:gd name="connsiteX1" fmla="*/ 46228 w 451993"/>
                <a:gd name="connsiteY1" fmla="*/ 0 h 56061"/>
                <a:gd name="connsiteX2" fmla="*/ 276352 w 451993"/>
                <a:gd name="connsiteY2" fmla="*/ 18034 h 56061"/>
                <a:gd name="connsiteX3" fmla="*/ 451993 w 451993"/>
                <a:gd name="connsiteY3" fmla="*/ 24130 h 56061"/>
                <a:gd name="connsiteX4" fmla="*/ 0 w 451993"/>
                <a:gd name="connsiteY4" fmla="*/ 22860 h 56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993" h="56061">
                  <a:moveTo>
                    <a:pt x="0" y="22860"/>
                  </a:moveTo>
                  <a:cubicBezTo>
                    <a:pt x="15621" y="15621"/>
                    <a:pt x="30861" y="7747"/>
                    <a:pt x="46228" y="0"/>
                  </a:cubicBezTo>
                  <a:cubicBezTo>
                    <a:pt x="121412" y="17399"/>
                    <a:pt x="199263" y="20955"/>
                    <a:pt x="276352" y="18034"/>
                  </a:cubicBezTo>
                  <a:cubicBezTo>
                    <a:pt x="335153" y="16129"/>
                    <a:pt x="397002" y="-8890"/>
                    <a:pt x="451993" y="24130"/>
                  </a:cubicBezTo>
                  <a:cubicBezTo>
                    <a:pt x="305816" y="63246"/>
                    <a:pt x="145034" y="70485"/>
                    <a:pt x="0" y="22860"/>
                  </a:cubicBezTo>
                  <a:close/>
                </a:path>
              </a:pathLst>
            </a:custGeom>
            <a:solidFill>
              <a:srgbClr val="E3E5F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50" name="任意形状 1049">
              <a:extLst>
                <a:ext uri="{FF2B5EF4-FFF2-40B4-BE49-F238E27FC236}">
                  <a16:creationId xmlns:a16="http://schemas.microsoft.com/office/drawing/2014/main" id="{9D511EEA-93EC-D1D2-8D91-3EEDDAE6772C}"/>
                </a:ext>
              </a:extLst>
            </p:cNvPr>
            <p:cNvSpPr/>
            <p:nvPr/>
          </p:nvSpPr>
          <p:spPr>
            <a:xfrm>
              <a:off x="6715409" y="5369872"/>
              <a:ext cx="100141" cy="136719"/>
            </a:xfrm>
            <a:custGeom>
              <a:avLst/>
              <a:gdLst>
                <a:gd name="connsiteX0" fmla="*/ 0 w 125476"/>
                <a:gd name="connsiteY0" fmla="*/ 168656 h 171309"/>
                <a:gd name="connsiteX1" fmla="*/ 77089 w 125476"/>
                <a:gd name="connsiteY1" fmla="*/ 0 h 171309"/>
                <a:gd name="connsiteX2" fmla="*/ 76708 w 125476"/>
                <a:gd name="connsiteY2" fmla="*/ 114554 h 171309"/>
                <a:gd name="connsiteX3" fmla="*/ 125476 w 125476"/>
                <a:gd name="connsiteY3" fmla="*/ 169926 h 171309"/>
                <a:gd name="connsiteX4" fmla="*/ 0 w 125476"/>
                <a:gd name="connsiteY4" fmla="*/ 168656 h 1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76" h="171309">
                  <a:moveTo>
                    <a:pt x="0" y="168656"/>
                  </a:moveTo>
                  <a:cubicBezTo>
                    <a:pt x="26797" y="112903"/>
                    <a:pt x="50165" y="55626"/>
                    <a:pt x="77089" y="0"/>
                  </a:cubicBezTo>
                  <a:cubicBezTo>
                    <a:pt x="76200" y="38100"/>
                    <a:pt x="73533" y="76454"/>
                    <a:pt x="76708" y="114554"/>
                  </a:cubicBezTo>
                  <a:cubicBezTo>
                    <a:pt x="76962" y="142621"/>
                    <a:pt x="106045" y="155448"/>
                    <a:pt x="125476" y="169926"/>
                  </a:cubicBezTo>
                  <a:cubicBezTo>
                    <a:pt x="83693" y="171831"/>
                    <a:pt x="41783" y="172085"/>
                    <a:pt x="0" y="168656"/>
                  </a:cubicBezTo>
                  <a:close/>
                </a:path>
              </a:pathLst>
            </a:custGeom>
            <a:solidFill>
              <a:srgbClr val="92B2C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51" name="任意形状 1050">
              <a:extLst>
                <a:ext uri="{FF2B5EF4-FFF2-40B4-BE49-F238E27FC236}">
                  <a16:creationId xmlns:a16="http://schemas.microsoft.com/office/drawing/2014/main" id="{88468F44-CA4A-17B9-CBD4-D4F647E412C5}"/>
                </a:ext>
              </a:extLst>
            </p:cNvPr>
            <p:cNvSpPr/>
            <p:nvPr/>
          </p:nvSpPr>
          <p:spPr>
            <a:xfrm>
              <a:off x="7183475" y="5423286"/>
              <a:ext cx="72166" cy="82605"/>
            </a:xfrm>
            <a:custGeom>
              <a:avLst/>
              <a:gdLst>
                <a:gd name="connsiteX0" fmla="*/ 0 w 90424"/>
                <a:gd name="connsiteY0" fmla="*/ 102743 h 103504"/>
                <a:gd name="connsiteX1" fmla="*/ 88265 w 90424"/>
                <a:gd name="connsiteY1" fmla="*/ 0 h 103504"/>
                <a:gd name="connsiteX2" fmla="*/ 90424 w 90424"/>
                <a:gd name="connsiteY2" fmla="*/ 103505 h 103504"/>
                <a:gd name="connsiteX3" fmla="*/ 0 w 90424"/>
                <a:gd name="connsiteY3" fmla="*/ 102743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424" h="103504">
                  <a:moveTo>
                    <a:pt x="0" y="102743"/>
                  </a:moveTo>
                  <a:cubicBezTo>
                    <a:pt x="28194" y="67437"/>
                    <a:pt x="57531" y="33020"/>
                    <a:pt x="88265" y="0"/>
                  </a:cubicBezTo>
                  <a:cubicBezTo>
                    <a:pt x="90043" y="34417"/>
                    <a:pt x="89408" y="68961"/>
                    <a:pt x="90424" y="103505"/>
                  </a:cubicBezTo>
                  <a:cubicBezTo>
                    <a:pt x="60325" y="102870"/>
                    <a:pt x="30099" y="102743"/>
                    <a:pt x="0" y="102743"/>
                  </a:cubicBezTo>
                  <a:close/>
                </a:path>
              </a:pathLst>
            </a:custGeom>
            <a:solidFill>
              <a:srgbClr val="92B2C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52" name="任意形状 1051">
              <a:extLst>
                <a:ext uri="{FF2B5EF4-FFF2-40B4-BE49-F238E27FC236}">
                  <a16:creationId xmlns:a16="http://schemas.microsoft.com/office/drawing/2014/main" id="{26BF4DF1-6BBB-3C6A-905E-B1D620A7A80C}"/>
                </a:ext>
              </a:extLst>
            </p:cNvPr>
            <p:cNvSpPr/>
            <p:nvPr/>
          </p:nvSpPr>
          <p:spPr>
            <a:xfrm>
              <a:off x="6503268" y="4504602"/>
              <a:ext cx="1226917" cy="1007272"/>
            </a:xfrm>
            <a:custGeom>
              <a:avLst/>
              <a:gdLst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93192 w 1718201"/>
                <a:gd name="connsiteY41" fmla="*/ 352839 h 1531399"/>
                <a:gd name="connsiteX42" fmla="*/ 666115 w 1718201"/>
                <a:gd name="connsiteY42" fmla="*/ 321470 h 1531399"/>
                <a:gd name="connsiteX43" fmla="*/ 980948 w 1718201"/>
                <a:gd name="connsiteY43" fmla="*/ 4840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93192 w 1718201"/>
                <a:gd name="connsiteY41" fmla="*/ 352839 h 1531399"/>
                <a:gd name="connsiteX42" fmla="*/ 672816 w 1718201"/>
                <a:gd name="connsiteY42" fmla="*/ 274568 h 1531399"/>
                <a:gd name="connsiteX43" fmla="*/ 980948 w 1718201"/>
                <a:gd name="connsiteY43" fmla="*/ 4840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840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572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67746 w 1718201"/>
                <a:gd name="connsiteY93" fmla="*/ 308262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67746 w 1718201"/>
                <a:gd name="connsiteY93" fmla="*/ 308262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0912 w 1718201"/>
                <a:gd name="connsiteY94" fmla="*/ 34685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0912 w 1718201"/>
                <a:gd name="connsiteY94" fmla="*/ 34685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0912 w 1718201"/>
                <a:gd name="connsiteY94" fmla="*/ 34685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8869 w 1718201"/>
                <a:gd name="connsiteY94" fmla="*/ 33094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8869 w 1718201"/>
                <a:gd name="connsiteY94" fmla="*/ 33094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72956 w 1718201"/>
                <a:gd name="connsiteY94" fmla="*/ 35481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72956 w 1718201"/>
                <a:gd name="connsiteY94" fmla="*/ 35481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692540"/>
                <a:gd name="connsiteY0" fmla="*/ 39149 h 1531399"/>
                <a:gd name="connsiteX1" fmla="*/ 1312291 w 1692540"/>
                <a:gd name="connsiteY1" fmla="*/ 414 h 1531399"/>
                <a:gd name="connsiteX2" fmla="*/ 1447673 w 1692540"/>
                <a:gd name="connsiteY2" fmla="*/ 20861 h 1531399"/>
                <a:gd name="connsiteX3" fmla="*/ 1418463 w 1692540"/>
                <a:gd name="connsiteY3" fmla="*/ 104808 h 1531399"/>
                <a:gd name="connsiteX4" fmla="*/ 1417955 w 1692540"/>
                <a:gd name="connsiteY4" fmla="*/ 255938 h 1531399"/>
                <a:gd name="connsiteX5" fmla="*/ 1515999 w 1692540"/>
                <a:gd name="connsiteY5" fmla="*/ 329344 h 1531399"/>
                <a:gd name="connsiteX6" fmla="*/ 1592580 w 1692540"/>
                <a:gd name="connsiteY6" fmla="*/ 321470 h 1531399"/>
                <a:gd name="connsiteX7" fmla="*/ 1622933 w 1692540"/>
                <a:gd name="connsiteY7" fmla="*/ 427642 h 1531399"/>
                <a:gd name="connsiteX8" fmla="*/ 1559179 w 1692540"/>
                <a:gd name="connsiteY8" fmla="*/ 454947 h 1531399"/>
                <a:gd name="connsiteX9" fmla="*/ 1560449 w 1692540"/>
                <a:gd name="connsiteY9" fmla="*/ 502699 h 1531399"/>
                <a:gd name="connsiteX10" fmla="*/ 1681861 w 1692540"/>
                <a:gd name="connsiteY10" fmla="*/ 599600 h 1531399"/>
                <a:gd name="connsiteX11" fmla="*/ 1681353 w 1692540"/>
                <a:gd name="connsiteY11" fmla="*/ 943643 h 1531399"/>
                <a:gd name="connsiteX12" fmla="*/ 1657731 w 1692540"/>
                <a:gd name="connsiteY12" fmla="*/ 1013874 h 1531399"/>
                <a:gd name="connsiteX13" fmla="*/ 1517142 w 1692540"/>
                <a:gd name="connsiteY13" fmla="*/ 1020859 h 1531399"/>
                <a:gd name="connsiteX14" fmla="*/ 1383030 w 1692540"/>
                <a:gd name="connsiteY14" fmla="*/ 1226726 h 1531399"/>
                <a:gd name="connsiteX15" fmla="*/ 1096137 w 1692540"/>
                <a:gd name="connsiteY15" fmla="*/ 1439070 h 1531399"/>
                <a:gd name="connsiteX16" fmla="*/ 969010 w 1692540"/>
                <a:gd name="connsiteY16" fmla="*/ 1417226 h 1531399"/>
                <a:gd name="connsiteX17" fmla="*/ 968375 w 1692540"/>
                <a:gd name="connsiteY17" fmla="*/ 1514000 h 1531399"/>
                <a:gd name="connsiteX18" fmla="*/ 957580 w 1692540"/>
                <a:gd name="connsiteY18" fmla="*/ 1526700 h 1531399"/>
                <a:gd name="connsiteX19" fmla="*/ 942721 w 1692540"/>
                <a:gd name="connsiteY19" fmla="*/ 1523906 h 1531399"/>
                <a:gd name="connsiteX20" fmla="*/ 940562 w 1692540"/>
                <a:gd name="connsiteY20" fmla="*/ 1420401 h 1531399"/>
                <a:gd name="connsiteX21" fmla="*/ 914908 w 1692540"/>
                <a:gd name="connsiteY21" fmla="*/ 1220630 h 1531399"/>
                <a:gd name="connsiteX22" fmla="*/ 854202 w 1692540"/>
                <a:gd name="connsiteY22" fmla="*/ 1107600 h 1531399"/>
                <a:gd name="connsiteX23" fmla="*/ 678561 w 1692540"/>
                <a:gd name="connsiteY23" fmla="*/ 1101504 h 1531399"/>
                <a:gd name="connsiteX24" fmla="*/ 448437 w 1692540"/>
                <a:gd name="connsiteY24" fmla="*/ 1083470 h 1531399"/>
                <a:gd name="connsiteX25" fmla="*/ 402209 w 1692540"/>
                <a:gd name="connsiteY25" fmla="*/ 1106330 h 1531399"/>
                <a:gd name="connsiteX26" fmla="*/ 338963 w 1692540"/>
                <a:gd name="connsiteY26" fmla="*/ 1126396 h 1531399"/>
                <a:gd name="connsiteX27" fmla="*/ 376047 w 1692540"/>
                <a:gd name="connsiteY27" fmla="*/ 1221773 h 1531399"/>
                <a:gd name="connsiteX28" fmla="*/ 342900 w 1692540"/>
                <a:gd name="connsiteY28" fmla="*/ 1353472 h 1531399"/>
                <a:gd name="connsiteX29" fmla="*/ 265811 w 1692540"/>
                <a:gd name="connsiteY29" fmla="*/ 1522128 h 1531399"/>
                <a:gd name="connsiteX30" fmla="*/ 240157 w 1692540"/>
                <a:gd name="connsiteY30" fmla="*/ 1525430 h 1531399"/>
                <a:gd name="connsiteX31" fmla="*/ 349377 w 1692540"/>
                <a:gd name="connsiteY31" fmla="*/ 1239553 h 1531399"/>
                <a:gd name="connsiteX32" fmla="*/ 311531 w 1692540"/>
                <a:gd name="connsiteY32" fmla="*/ 1137826 h 1531399"/>
                <a:gd name="connsiteX33" fmla="*/ 20955 w 1692540"/>
                <a:gd name="connsiteY33" fmla="*/ 1520858 h 1531399"/>
                <a:gd name="connsiteX34" fmla="*/ 0 w 1692540"/>
                <a:gd name="connsiteY34" fmla="*/ 1531399 h 1531399"/>
                <a:gd name="connsiteX35" fmla="*/ 133223 w 1692540"/>
                <a:gd name="connsiteY35" fmla="*/ 1265080 h 1531399"/>
                <a:gd name="connsiteX36" fmla="*/ 412369 w 1692540"/>
                <a:gd name="connsiteY36" fmla="*/ 1076104 h 1531399"/>
                <a:gd name="connsiteX37" fmla="*/ 198247 w 1692540"/>
                <a:gd name="connsiteY37" fmla="*/ 940214 h 1531399"/>
                <a:gd name="connsiteX38" fmla="*/ 101981 w 1692540"/>
                <a:gd name="connsiteY38" fmla="*/ 850298 h 1531399"/>
                <a:gd name="connsiteX39" fmla="*/ 175895 w 1692540"/>
                <a:gd name="connsiteY39" fmla="*/ 554896 h 1531399"/>
                <a:gd name="connsiteX40" fmla="*/ 379792 w 1692540"/>
                <a:gd name="connsiteY40" fmla="*/ 319338 h 1531399"/>
                <a:gd name="connsiteX41" fmla="*/ 672816 w 1692540"/>
                <a:gd name="connsiteY41" fmla="*/ 274568 h 1531399"/>
                <a:gd name="connsiteX42" fmla="*/ 972991 w 1692540"/>
                <a:gd name="connsiteY42" fmla="*/ 437128 h 1531399"/>
                <a:gd name="connsiteX43" fmla="*/ 1049655 w 1692540"/>
                <a:gd name="connsiteY43" fmla="*/ 573311 h 1531399"/>
                <a:gd name="connsiteX44" fmla="*/ 1114679 w 1692540"/>
                <a:gd name="connsiteY44" fmla="*/ 668561 h 1531399"/>
                <a:gd name="connsiteX45" fmla="*/ 1042924 w 1692540"/>
                <a:gd name="connsiteY45" fmla="*/ 898558 h 1531399"/>
                <a:gd name="connsiteX46" fmla="*/ 1025906 w 1692540"/>
                <a:gd name="connsiteY46" fmla="*/ 908464 h 1531399"/>
                <a:gd name="connsiteX47" fmla="*/ 832358 w 1692540"/>
                <a:gd name="connsiteY47" fmla="*/ 1071024 h 1531399"/>
                <a:gd name="connsiteX48" fmla="*/ 1063879 w 1692540"/>
                <a:gd name="connsiteY48" fmla="*/ 1201199 h 1531399"/>
                <a:gd name="connsiteX49" fmla="*/ 1164717 w 1692540"/>
                <a:gd name="connsiteY49" fmla="*/ 1088169 h 1531399"/>
                <a:gd name="connsiteX50" fmla="*/ 1175385 w 1692540"/>
                <a:gd name="connsiteY50" fmla="*/ 999396 h 1531399"/>
                <a:gd name="connsiteX51" fmla="*/ 1226693 w 1692540"/>
                <a:gd name="connsiteY51" fmla="*/ 946056 h 1531399"/>
                <a:gd name="connsiteX52" fmla="*/ 1282700 w 1692540"/>
                <a:gd name="connsiteY52" fmla="*/ 963455 h 1531399"/>
                <a:gd name="connsiteX53" fmla="*/ 1388745 w 1692540"/>
                <a:gd name="connsiteY53" fmla="*/ 904527 h 1531399"/>
                <a:gd name="connsiteX54" fmla="*/ 1489583 w 1692540"/>
                <a:gd name="connsiteY54" fmla="*/ 948723 h 1531399"/>
                <a:gd name="connsiteX55" fmla="*/ 1488694 w 1692540"/>
                <a:gd name="connsiteY55" fmla="*/ 653448 h 1531399"/>
                <a:gd name="connsiteX56" fmla="*/ 1326261 w 1692540"/>
                <a:gd name="connsiteY56" fmla="*/ 716059 h 1531399"/>
                <a:gd name="connsiteX57" fmla="*/ 1149604 w 1692540"/>
                <a:gd name="connsiteY57" fmla="*/ 642018 h 1531399"/>
                <a:gd name="connsiteX58" fmla="*/ 1083183 w 1692540"/>
                <a:gd name="connsiteY58" fmla="*/ 442882 h 1531399"/>
                <a:gd name="connsiteX59" fmla="*/ 1224407 w 1692540"/>
                <a:gd name="connsiteY59" fmla="*/ 256192 h 1531399"/>
                <a:gd name="connsiteX60" fmla="*/ 1224407 w 1692540"/>
                <a:gd name="connsiteY60" fmla="*/ 107094 h 1531399"/>
                <a:gd name="connsiteX61" fmla="*/ 1182497 w 1692540"/>
                <a:gd name="connsiteY61" fmla="*/ 39149 h 1531399"/>
                <a:gd name="connsiteX62" fmla="*/ 1217930 w 1692540"/>
                <a:gd name="connsiteY62" fmla="*/ 33307 h 1531399"/>
                <a:gd name="connsiteX63" fmla="*/ 1235710 w 1692540"/>
                <a:gd name="connsiteY63" fmla="*/ 80932 h 1531399"/>
                <a:gd name="connsiteX64" fmla="*/ 1415161 w 1692540"/>
                <a:gd name="connsiteY64" fmla="*/ 77122 h 1531399"/>
                <a:gd name="connsiteX65" fmla="*/ 1427353 w 1692540"/>
                <a:gd name="connsiteY65" fmla="*/ 31148 h 1531399"/>
                <a:gd name="connsiteX66" fmla="*/ 1217930 w 1692540"/>
                <a:gd name="connsiteY66" fmla="*/ 33307 h 1531399"/>
                <a:gd name="connsiteX67" fmla="*/ 1249680 w 1692540"/>
                <a:gd name="connsiteY67" fmla="*/ 103665 h 1531399"/>
                <a:gd name="connsiteX68" fmla="*/ 1249807 w 1692540"/>
                <a:gd name="connsiteY68" fmla="*/ 153703 h 1531399"/>
                <a:gd name="connsiteX69" fmla="*/ 1249934 w 1692540"/>
                <a:gd name="connsiteY69" fmla="*/ 272067 h 1531399"/>
                <a:gd name="connsiteX70" fmla="*/ 1111631 w 1692540"/>
                <a:gd name="connsiteY70" fmla="*/ 422435 h 1531399"/>
                <a:gd name="connsiteX71" fmla="*/ 1502918 w 1692540"/>
                <a:gd name="connsiteY71" fmla="*/ 423070 h 1531399"/>
                <a:gd name="connsiteX72" fmla="*/ 1498473 w 1692540"/>
                <a:gd name="connsiteY72" fmla="*/ 350299 h 1531399"/>
                <a:gd name="connsiteX73" fmla="*/ 1392301 w 1692540"/>
                <a:gd name="connsiteY73" fmla="*/ 267622 h 1531399"/>
                <a:gd name="connsiteX74" fmla="*/ 1391920 w 1692540"/>
                <a:gd name="connsiteY74" fmla="*/ 155354 h 1531399"/>
                <a:gd name="connsiteX75" fmla="*/ 1392047 w 1692540"/>
                <a:gd name="connsiteY75" fmla="*/ 104173 h 1531399"/>
                <a:gd name="connsiteX76" fmla="*/ 1249680 w 1692540"/>
                <a:gd name="connsiteY76" fmla="*/ 103665 h 1531399"/>
                <a:gd name="connsiteX77" fmla="*/ 1522730 w 1692540"/>
                <a:gd name="connsiteY77" fmla="*/ 389796 h 1531399"/>
                <a:gd name="connsiteX78" fmla="*/ 1598676 w 1692540"/>
                <a:gd name="connsiteY78" fmla="*/ 415831 h 1531399"/>
                <a:gd name="connsiteX79" fmla="*/ 1567561 w 1692540"/>
                <a:gd name="connsiteY79" fmla="*/ 335313 h 1531399"/>
                <a:gd name="connsiteX80" fmla="*/ 1522730 w 1692540"/>
                <a:gd name="connsiteY80" fmla="*/ 389796 h 1531399"/>
                <a:gd name="connsiteX81" fmla="*/ 378191 w 1692540"/>
                <a:gd name="connsiteY81" fmla="*/ 356072 h 1531399"/>
                <a:gd name="connsiteX82" fmla="*/ 198247 w 1692540"/>
                <a:gd name="connsiteY82" fmla="*/ 562643 h 1531399"/>
                <a:gd name="connsiteX83" fmla="*/ 221869 w 1692540"/>
                <a:gd name="connsiteY83" fmla="*/ 573057 h 1531399"/>
                <a:gd name="connsiteX84" fmla="*/ 262001 w 1692540"/>
                <a:gd name="connsiteY84" fmla="*/ 656242 h 1531399"/>
                <a:gd name="connsiteX85" fmla="*/ 231648 w 1692540"/>
                <a:gd name="connsiteY85" fmla="*/ 882556 h 1531399"/>
                <a:gd name="connsiteX86" fmla="*/ 196850 w 1692540"/>
                <a:gd name="connsiteY86" fmla="*/ 903384 h 1531399"/>
                <a:gd name="connsiteX87" fmla="*/ 310642 w 1692540"/>
                <a:gd name="connsiteY87" fmla="*/ 1004095 h 1531399"/>
                <a:gd name="connsiteX88" fmla="*/ 735076 w 1692540"/>
                <a:gd name="connsiteY88" fmla="*/ 1071405 h 1531399"/>
                <a:gd name="connsiteX89" fmla="*/ 985774 w 1692540"/>
                <a:gd name="connsiteY89" fmla="*/ 914433 h 1531399"/>
                <a:gd name="connsiteX90" fmla="*/ 991489 w 1692540"/>
                <a:gd name="connsiteY90" fmla="*/ 912147 h 1531399"/>
                <a:gd name="connsiteX91" fmla="*/ 941956 w 1692540"/>
                <a:gd name="connsiteY91" fmla="*/ 447656 h 1531399"/>
                <a:gd name="connsiteX92" fmla="*/ 655811 w 1692540"/>
                <a:gd name="connsiteY92" fmla="*/ 296327 h 1531399"/>
                <a:gd name="connsiteX93" fmla="*/ 372956 w 1692540"/>
                <a:gd name="connsiteY93" fmla="*/ 354815 h 1531399"/>
                <a:gd name="connsiteX94" fmla="*/ 1107186 w 1692540"/>
                <a:gd name="connsiteY94" fmla="*/ 448343 h 1531399"/>
                <a:gd name="connsiteX95" fmla="*/ 1185164 w 1692540"/>
                <a:gd name="connsiteY95" fmla="*/ 639097 h 1531399"/>
                <a:gd name="connsiteX96" fmla="*/ 1492250 w 1692540"/>
                <a:gd name="connsiteY96" fmla="*/ 602521 h 1531399"/>
                <a:gd name="connsiteX97" fmla="*/ 1445895 w 1692540"/>
                <a:gd name="connsiteY97" fmla="*/ 536354 h 1531399"/>
                <a:gd name="connsiteX98" fmla="*/ 1535049 w 1692540"/>
                <a:gd name="connsiteY98" fmla="*/ 501175 h 1531399"/>
                <a:gd name="connsiteX99" fmla="*/ 1530731 w 1692540"/>
                <a:gd name="connsiteY99" fmla="*/ 448216 h 1531399"/>
                <a:gd name="connsiteX100" fmla="*/ 1107186 w 1692540"/>
                <a:gd name="connsiteY100" fmla="*/ 448343 h 1531399"/>
                <a:gd name="connsiteX101" fmla="*/ 1482598 w 1692540"/>
                <a:gd name="connsiteY101" fmla="*/ 531020 h 1531399"/>
                <a:gd name="connsiteX102" fmla="*/ 1471930 w 1692540"/>
                <a:gd name="connsiteY102" fmla="*/ 563786 h 1531399"/>
                <a:gd name="connsiteX103" fmla="*/ 1670558 w 1692540"/>
                <a:gd name="connsiteY103" fmla="*/ 569628 h 1531399"/>
                <a:gd name="connsiteX104" fmla="*/ 1677924 w 1692540"/>
                <a:gd name="connsiteY104" fmla="*/ 529242 h 1531399"/>
                <a:gd name="connsiteX105" fmla="*/ 1482598 w 1692540"/>
                <a:gd name="connsiteY105" fmla="*/ 531020 h 1531399"/>
                <a:gd name="connsiteX106" fmla="*/ 161417 w 1692540"/>
                <a:gd name="connsiteY106" fmla="*/ 591599 h 1531399"/>
                <a:gd name="connsiteX107" fmla="*/ 114554 w 1692540"/>
                <a:gd name="connsiteY107" fmla="*/ 808769 h 1531399"/>
                <a:gd name="connsiteX108" fmla="*/ 182499 w 1692540"/>
                <a:gd name="connsiteY108" fmla="*/ 880270 h 1531399"/>
                <a:gd name="connsiteX109" fmla="*/ 224917 w 1692540"/>
                <a:gd name="connsiteY109" fmla="*/ 844710 h 1531399"/>
                <a:gd name="connsiteX110" fmla="*/ 224536 w 1692540"/>
                <a:gd name="connsiteY110" fmla="*/ 621698 h 1531399"/>
                <a:gd name="connsiteX111" fmla="*/ 161417 w 1692540"/>
                <a:gd name="connsiteY111" fmla="*/ 591599 h 1531399"/>
                <a:gd name="connsiteX112" fmla="*/ 1039622 w 1692540"/>
                <a:gd name="connsiteY112" fmla="*/ 587916 h 1531399"/>
                <a:gd name="connsiteX113" fmla="*/ 1037717 w 1692540"/>
                <a:gd name="connsiteY113" fmla="*/ 881540 h 1531399"/>
                <a:gd name="connsiteX114" fmla="*/ 1039622 w 1692540"/>
                <a:gd name="connsiteY114" fmla="*/ 587916 h 1531399"/>
                <a:gd name="connsiteX115" fmla="*/ 1514094 w 1692540"/>
                <a:gd name="connsiteY115" fmla="*/ 595663 h 1531399"/>
                <a:gd name="connsiteX116" fmla="*/ 1513586 w 1692540"/>
                <a:gd name="connsiteY116" fmla="*/ 683293 h 1531399"/>
                <a:gd name="connsiteX117" fmla="*/ 1513332 w 1692540"/>
                <a:gd name="connsiteY117" fmla="*/ 895637 h 1531399"/>
                <a:gd name="connsiteX118" fmla="*/ 1528953 w 1692540"/>
                <a:gd name="connsiteY118" fmla="*/ 993935 h 1531399"/>
                <a:gd name="connsiteX119" fmla="*/ 1648333 w 1692540"/>
                <a:gd name="connsiteY119" fmla="*/ 974758 h 1531399"/>
                <a:gd name="connsiteX120" fmla="*/ 1654810 w 1692540"/>
                <a:gd name="connsiteY120" fmla="*/ 822739 h 1531399"/>
                <a:gd name="connsiteX121" fmla="*/ 1655191 w 1692540"/>
                <a:gd name="connsiteY121" fmla="*/ 684055 h 1531399"/>
                <a:gd name="connsiteX122" fmla="*/ 1654683 w 1692540"/>
                <a:gd name="connsiteY122" fmla="*/ 596044 h 1531399"/>
                <a:gd name="connsiteX123" fmla="*/ 1514094 w 1692540"/>
                <a:gd name="connsiteY123" fmla="*/ 595663 h 1531399"/>
                <a:gd name="connsiteX124" fmla="*/ 1371092 w 1692540"/>
                <a:gd name="connsiteY124" fmla="*/ 936404 h 1531399"/>
                <a:gd name="connsiteX125" fmla="*/ 1249807 w 1692540"/>
                <a:gd name="connsiteY125" fmla="*/ 1048164 h 1531399"/>
                <a:gd name="connsiteX126" fmla="*/ 1261618 w 1692540"/>
                <a:gd name="connsiteY126" fmla="*/ 977806 h 1531399"/>
                <a:gd name="connsiteX127" fmla="*/ 1208151 w 1692540"/>
                <a:gd name="connsiteY127" fmla="*/ 990252 h 1531399"/>
                <a:gd name="connsiteX128" fmla="*/ 1338961 w 1692540"/>
                <a:gd name="connsiteY128" fmla="*/ 1202723 h 1531399"/>
                <a:gd name="connsiteX129" fmla="*/ 1462913 w 1692540"/>
                <a:gd name="connsiteY129" fmla="*/ 956470 h 1531399"/>
                <a:gd name="connsiteX130" fmla="*/ 1387475 w 1692540"/>
                <a:gd name="connsiteY130" fmla="*/ 1049434 h 1531399"/>
                <a:gd name="connsiteX131" fmla="*/ 1427988 w 1692540"/>
                <a:gd name="connsiteY131" fmla="*/ 943389 h 1531399"/>
                <a:gd name="connsiteX132" fmla="*/ 1371092 w 1692540"/>
                <a:gd name="connsiteY132" fmla="*/ 936404 h 1531399"/>
                <a:gd name="connsiteX133" fmla="*/ 1081532 w 1692540"/>
                <a:gd name="connsiteY133" fmla="*/ 1218471 h 1531399"/>
                <a:gd name="connsiteX134" fmla="*/ 1025652 w 1692540"/>
                <a:gd name="connsiteY134" fmla="*/ 1239172 h 1531399"/>
                <a:gd name="connsiteX135" fmla="*/ 1042035 w 1692540"/>
                <a:gd name="connsiteY135" fmla="*/ 1214534 h 1531399"/>
                <a:gd name="connsiteX136" fmla="*/ 913638 w 1692540"/>
                <a:gd name="connsiteY136" fmla="*/ 1136302 h 1531399"/>
                <a:gd name="connsiteX137" fmla="*/ 964057 w 1692540"/>
                <a:gd name="connsiteY137" fmla="*/ 1385222 h 1531399"/>
                <a:gd name="connsiteX138" fmla="*/ 1097915 w 1692540"/>
                <a:gd name="connsiteY138" fmla="*/ 1412781 h 1531399"/>
                <a:gd name="connsiteX139" fmla="*/ 1340866 w 1692540"/>
                <a:gd name="connsiteY139" fmla="*/ 1232060 h 1531399"/>
                <a:gd name="connsiteX140" fmla="*/ 1181608 w 1692540"/>
                <a:gd name="connsiteY140" fmla="*/ 1117506 h 1531399"/>
                <a:gd name="connsiteX141" fmla="*/ 1081532 w 1692540"/>
                <a:gd name="connsiteY141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560449 w 1681861"/>
                <a:gd name="connsiteY9" fmla="*/ 502699 h 1531399"/>
                <a:gd name="connsiteX10" fmla="*/ 1681861 w 1681861"/>
                <a:gd name="connsiteY10" fmla="*/ 599600 h 1531399"/>
                <a:gd name="connsiteX11" fmla="*/ 1681353 w 1681861"/>
                <a:gd name="connsiteY11" fmla="*/ 943643 h 1531399"/>
                <a:gd name="connsiteX12" fmla="*/ 1657731 w 1681861"/>
                <a:gd name="connsiteY12" fmla="*/ 1013874 h 1531399"/>
                <a:gd name="connsiteX13" fmla="*/ 1517142 w 1681861"/>
                <a:gd name="connsiteY13" fmla="*/ 1020859 h 1531399"/>
                <a:gd name="connsiteX14" fmla="*/ 1383030 w 1681861"/>
                <a:gd name="connsiteY14" fmla="*/ 1226726 h 1531399"/>
                <a:gd name="connsiteX15" fmla="*/ 1096137 w 1681861"/>
                <a:gd name="connsiteY15" fmla="*/ 1439070 h 1531399"/>
                <a:gd name="connsiteX16" fmla="*/ 969010 w 1681861"/>
                <a:gd name="connsiteY16" fmla="*/ 1417226 h 1531399"/>
                <a:gd name="connsiteX17" fmla="*/ 968375 w 1681861"/>
                <a:gd name="connsiteY17" fmla="*/ 1514000 h 1531399"/>
                <a:gd name="connsiteX18" fmla="*/ 957580 w 1681861"/>
                <a:gd name="connsiteY18" fmla="*/ 1526700 h 1531399"/>
                <a:gd name="connsiteX19" fmla="*/ 942721 w 1681861"/>
                <a:gd name="connsiteY19" fmla="*/ 1523906 h 1531399"/>
                <a:gd name="connsiteX20" fmla="*/ 940562 w 1681861"/>
                <a:gd name="connsiteY20" fmla="*/ 1420401 h 1531399"/>
                <a:gd name="connsiteX21" fmla="*/ 914908 w 1681861"/>
                <a:gd name="connsiteY21" fmla="*/ 1220630 h 1531399"/>
                <a:gd name="connsiteX22" fmla="*/ 854202 w 1681861"/>
                <a:gd name="connsiteY22" fmla="*/ 1107600 h 1531399"/>
                <a:gd name="connsiteX23" fmla="*/ 678561 w 1681861"/>
                <a:gd name="connsiteY23" fmla="*/ 1101504 h 1531399"/>
                <a:gd name="connsiteX24" fmla="*/ 448437 w 1681861"/>
                <a:gd name="connsiteY24" fmla="*/ 1083470 h 1531399"/>
                <a:gd name="connsiteX25" fmla="*/ 402209 w 1681861"/>
                <a:gd name="connsiteY25" fmla="*/ 1106330 h 1531399"/>
                <a:gd name="connsiteX26" fmla="*/ 338963 w 1681861"/>
                <a:gd name="connsiteY26" fmla="*/ 1126396 h 1531399"/>
                <a:gd name="connsiteX27" fmla="*/ 376047 w 1681861"/>
                <a:gd name="connsiteY27" fmla="*/ 1221773 h 1531399"/>
                <a:gd name="connsiteX28" fmla="*/ 342900 w 1681861"/>
                <a:gd name="connsiteY28" fmla="*/ 1353472 h 1531399"/>
                <a:gd name="connsiteX29" fmla="*/ 265811 w 1681861"/>
                <a:gd name="connsiteY29" fmla="*/ 1522128 h 1531399"/>
                <a:gd name="connsiteX30" fmla="*/ 240157 w 1681861"/>
                <a:gd name="connsiteY30" fmla="*/ 1525430 h 1531399"/>
                <a:gd name="connsiteX31" fmla="*/ 349377 w 1681861"/>
                <a:gd name="connsiteY31" fmla="*/ 1239553 h 1531399"/>
                <a:gd name="connsiteX32" fmla="*/ 311531 w 1681861"/>
                <a:gd name="connsiteY32" fmla="*/ 1137826 h 1531399"/>
                <a:gd name="connsiteX33" fmla="*/ 20955 w 1681861"/>
                <a:gd name="connsiteY33" fmla="*/ 1520858 h 1531399"/>
                <a:gd name="connsiteX34" fmla="*/ 0 w 1681861"/>
                <a:gd name="connsiteY34" fmla="*/ 1531399 h 1531399"/>
                <a:gd name="connsiteX35" fmla="*/ 133223 w 1681861"/>
                <a:gd name="connsiteY35" fmla="*/ 1265080 h 1531399"/>
                <a:gd name="connsiteX36" fmla="*/ 412369 w 1681861"/>
                <a:gd name="connsiteY36" fmla="*/ 1076104 h 1531399"/>
                <a:gd name="connsiteX37" fmla="*/ 198247 w 1681861"/>
                <a:gd name="connsiteY37" fmla="*/ 940214 h 1531399"/>
                <a:gd name="connsiteX38" fmla="*/ 101981 w 1681861"/>
                <a:gd name="connsiteY38" fmla="*/ 850298 h 1531399"/>
                <a:gd name="connsiteX39" fmla="*/ 175895 w 1681861"/>
                <a:gd name="connsiteY39" fmla="*/ 554896 h 1531399"/>
                <a:gd name="connsiteX40" fmla="*/ 379792 w 1681861"/>
                <a:gd name="connsiteY40" fmla="*/ 319338 h 1531399"/>
                <a:gd name="connsiteX41" fmla="*/ 672816 w 1681861"/>
                <a:gd name="connsiteY41" fmla="*/ 274568 h 1531399"/>
                <a:gd name="connsiteX42" fmla="*/ 972991 w 1681861"/>
                <a:gd name="connsiteY42" fmla="*/ 437128 h 1531399"/>
                <a:gd name="connsiteX43" fmla="*/ 1049655 w 1681861"/>
                <a:gd name="connsiteY43" fmla="*/ 573311 h 1531399"/>
                <a:gd name="connsiteX44" fmla="*/ 1114679 w 1681861"/>
                <a:gd name="connsiteY44" fmla="*/ 668561 h 1531399"/>
                <a:gd name="connsiteX45" fmla="*/ 1042924 w 1681861"/>
                <a:gd name="connsiteY45" fmla="*/ 898558 h 1531399"/>
                <a:gd name="connsiteX46" fmla="*/ 1025906 w 1681861"/>
                <a:gd name="connsiteY46" fmla="*/ 908464 h 1531399"/>
                <a:gd name="connsiteX47" fmla="*/ 832358 w 1681861"/>
                <a:gd name="connsiteY47" fmla="*/ 1071024 h 1531399"/>
                <a:gd name="connsiteX48" fmla="*/ 1063879 w 1681861"/>
                <a:gd name="connsiteY48" fmla="*/ 1201199 h 1531399"/>
                <a:gd name="connsiteX49" fmla="*/ 1164717 w 1681861"/>
                <a:gd name="connsiteY49" fmla="*/ 1088169 h 1531399"/>
                <a:gd name="connsiteX50" fmla="*/ 1175385 w 1681861"/>
                <a:gd name="connsiteY50" fmla="*/ 999396 h 1531399"/>
                <a:gd name="connsiteX51" fmla="*/ 1226693 w 1681861"/>
                <a:gd name="connsiteY51" fmla="*/ 946056 h 1531399"/>
                <a:gd name="connsiteX52" fmla="*/ 1282700 w 1681861"/>
                <a:gd name="connsiteY52" fmla="*/ 963455 h 1531399"/>
                <a:gd name="connsiteX53" fmla="*/ 1388745 w 1681861"/>
                <a:gd name="connsiteY53" fmla="*/ 904527 h 1531399"/>
                <a:gd name="connsiteX54" fmla="*/ 1489583 w 1681861"/>
                <a:gd name="connsiteY54" fmla="*/ 948723 h 1531399"/>
                <a:gd name="connsiteX55" fmla="*/ 1488694 w 1681861"/>
                <a:gd name="connsiteY55" fmla="*/ 653448 h 1531399"/>
                <a:gd name="connsiteX56" fmla="*/ 1326261 w 1681861"/>
                <a:gd name="connsiteY56" fmla="*/ 716059 h 1531399"/>
                <a:gd name="connsiteX57" fmla="*/ 1149604 w 1681861"/>
                <a:gd name="connsiteY57" fmla="*/ 642018 h 1531399"/>
                <a:gd name="connsiteX58" fmla="*/ 1083183 w 1681861"/>
                <a:gd name="connsiteY58" fmla="*/ 442882 h 1531399"/>
                <a:gd name="connsiteX59" fmla="*/ 1224407 w 1681861"/>
                <a:gd name="connsiteY59" fmla="*/ 256192 h 1531399"/>
                <a:gd name="connsiteX60" fmla="*/ 1224407 w 1681861"/>
                <a:gd name="connsiteY60" fmla="*/ 107094 h 1531399"/>
                <a:gd name="connsiteX61" fmla="*/ 1182497 w 1681861"/>
                <a:gd name="connsiteY61" fmla="*/ 39149 h 1531399"/>
                <a:gd name="connsiteX62" fmla="*/ 1217930 w 1681861"/>
                <a:gd name="connsiteY62" fmla="*/ 33307 h 1531399"/>
                <a:gd name="connsiteX63" fmla="*/ 1235710 w 1681861"/>
                <a:gd name="connsiteY63" fmla="*/ 80932 h 1531399"/>
                <a:gd name="connsiteX64" fmla="*/ 1415161 w 1681861"/>
                <a:gd name="connsiteY64" fmla="*/ 77122 h 1531399"/>
                <a:gd name="connsiteX65" fmla="*/ 1427353 w 1681861"/>
                <a:gd name="connsiteY65" fmla="*/ 31148 h 1531399"/>
                <a:gd name="connsiteX66" fmla="*/ 1217930 w 1681861"/>
                <a:gd name="connsiteY66" fmla="*/ 33307 h 1531399"/>
                <a:gd name="connsiteX67" fmla="*/ 1249680 w 1681861"/>
                <a:gd name="connsiteY67" fmla="*/ 103665 h 1531399"/>
                <a:gd name="connsiteX68" fmla="*/ 1249807 w 1681861"/>
                <a:gd name="connsiteY68" fmla="*/ 153703 h 1531399"/>
                <a:gd name="connsiteX69" fmla="*/ 1249934 w 1681861"/>
                <a:gd name="connsiteY69" fmla="*/ 272067 h 1531399"/>
                <a:gd name="connsiteX70" fmla="*/ 1111631 w 1681861"/>
                <a:gd name="connsiteY70" fmla="*/ 422435 h 1531399"/>
                <a:gd name="connsiteX71" fmla="*/ 1502918 w 1681861"/>
                <a:gd name="connsiteY71" fmla="*/ 423070 h 1531399"/>
                <a:gd name="connsiteX72" fmla="*/ 1498473 w 1681861"/>
                <a:gd name="connsiteY72" fmla="*/ 350299 h 1531399"/>
                <a:gd name="connsiteX73" fmla="*/ 1392301 w 1681861"/>
                <a:gd name="connsiteY73" fmla="*/ 267622 h 1531399"/>
                <a:gd name="connsiteX74" fmla="*/ 1391920 w 1681861"/>
                <a:gd name="connsiteY74" fmla="*/ 155354 h 1531399"/>
                <a:gd name="connsiteX75" fmla="*/ 1392047 w 1681861"/>
                <a:gd name="connsiteY75" fmla="*/ 104173 h 1531399"/>
                <a:gd name="connsiteX76" fmla="*/ 1249680 w 1681861"/>
                <a:gd name="connsiteY76" fmla="*/ 103665 h 1531399"/>
                <a:gd name="connsiteX77" fmla="*/ 1522730 w 1681861"/>
                <a:gd name="connsiteY77" fmla="*/ 389796 h 1531399"/>
                <a:gd name="connsiteX78" fmla="*/ 1598676 w 1681861"/>
                <a:gd name="connsiteY78" fmla="*/ 415831 h 1531399"/>
                <a:gd name="connsiteX79" fmla="*/ 1567561 w 1681861"/>
                <a:gd name="connsiteY79" fmla="*/ 335313 h 1531399"/>
                <a:gd name="connsiteX80" fmla="*/ 1522730 w 1681861"/>
                <a:gd name="connsiteY80" fmla="*/ 389796 h 1531399"/>
                <a:gd name="connsiteX81" fmla="*/ 378191 w 1681861"/>
                <a:gd name="connsiteY81" fmla="*/ 356072 h 1531399"/>
                <a:gd name="connsiteX82" fmla="*/ 198247 w 1681861"/>
                <a:gd name="connsiteY82" fmla="*/ 562643 h 1531399"/>
                <a:gd name="connsiteX83" fmla="*/ 221869 w 1681861"/>
                <a:gd name="connsiteY83" fmla="*/ 573057 h 1531399"/>
                <a:gd name="connsiteX84" fmla="*/ 262001 w 1681861"/>
                <a:gd name="connsiteY84" fmla="*/ 656242 h 1531399"/>
                <a:gd name="connsiteX85" fmla="*/ 231648 w 1681861"/>
                <a:gd name="connsiteY85" fmla="*/ 882556 h 1531399"/>
                <a:gd name="connsiteX86" fmla="*/ 196850 w 1681861"/>
                <a:gd name="connsiteY86" fmla="*/ 903384 h 1531399"/>
                <a:gd name="connsiteX87" fmla="*/ 310642 w 1681861"/>
                <a:gd name="connsiteY87" fmla="*/ 1004095 h 1531399"/>
                <a:gd name="connsiteX88" fmla="*/ 735076 w 1681861"/>
                <a:gd name="connsiteY88" fmla="*/ 1071405 h 1531399"/>
                <a:gd name="connsiteX89" fmla="*/ 985774 w 1681861"/>
                <a:gd name="connsiteY89" fmla="*/ 914433 h 1531399"/>
                <a:gd name="connsiteX90" fmla="*/ 991489 w 1681861"/>
                <a:gd name="connsiteY90" fmla="*/ 912147 h 1531399"/>
                <a:gd name="connsiteX91" fmla="*/ 941956 w 1681861"/>
                <a:gd name="connsiteY91" fmla="*/ 447656 h 1531399"/>
                <a:gd name="connsiteX92" fmla="*/ 655811 w 1681861"/>
                <a:gd name="connsiteY92" fmla="*/ 296327 h 1531399"/>
                <a:gd name="connsiteX93" fmla="*/ 372956 w 1681861"/>
                <a:gd name="connsiteY93" fmla="*/ 354815 h 1531399"/>
                <a:gd name="connsiteX94" fmla="*/ 1107186 w 1681861"/>
                <a:gd name="connsiteY94" fmla="*/ 448343 h 1531399"/>
                <a:gd name="connsiteX95" fmla="*/ 1185164 w 1681861"/>
                <a:gd name="connsiteY95" fmla="*/ 639097 h 1531399"/>
                <a:gd name="connsiteX96" fmla="*/ 1492250 w 1681861"/>
                <a:gd name="connsiteY96" fmla="*/ 602521 h 1531399"/>
                <a:gd name="connsiteX97" fmla="*/ 1445895 w 1681861"/>
                <a:gd name="connsiteY97" fmla="*/ 536354 h 1531399"/>
                <a:gd name="connsiteX98" fmla="*/ 1535049 w 1681861"/>
                <a:gd name="connsiteY98" fmla="*/ 501175 h 1531399"/>
                <a:gd name="connsiteX99" fmla="*/ 1530731 w 1681861"/>
                <a:gd name="connsiteY99" fmla="*/ 448216 h 1531399"/>
                <a:gd name="connsiteX100" fmla="*/ 1107186 w 1681861"/>
                <a:gd name="connsiteY100" fmla="*/ 448343 h 1531399"/>
                <a:gd name="connsiteX101" fmla="*/ 1482598 w 1681861"/>
                <a:gd name="connsiteY101" fmla="*/ 531020 h 1531399"/>
                <a:gd name="connsiteX102" fmla="*/ 1471930 w 1681861"/>
                <a:gd name="connsiteY102" fmla="*/ 563786 h 1531399"/>
                <a:gd name="connsiteX103" fmla="*/ 1677924 w 1681861"/>
                <a:gd name="connsiteY103" fmla="*/ 529242 h 1531399"/>
                <a:gd name="connsiteX104" fmla="*/ 1482598 w 1681861"/>
                <a:gd name="connsiteY104" fmla="*/ 531020 h 1531399"/>
                <a:gd name="connsiteX105" fmla="*/ 161417 w 1681861"/>
                <a:gd name="connsiteY105" fmla="*/ 591599 h 1531399"/>
                <a:gd name="connsiteX106" fmla="*/ 114554 w 1681861"/>
                <a:gd name="connsiteY106" fmla="*/ 808769 h 1531399"/>
                <a:gd name="connsiteX107" fmla="*/ 182499 w 1681861"/>
                <a:gd name="connsiteY107" fmla="*/ 880270 h 1531399"/>
                <a:gd name="connsiteX108" fmla="*/ 224917 w 1681861"/>
                <a:gd name="connsiteY108" fmla="*/ 844710 h 1531399"/>
                <a:gd name="connsiteX109" fmla="*/ 224536 w 1681861"/>
                <a:gd name="connsiteY109" fmla="*/ 621698 h 1531399"/>
                <a:gd name="connsiteX110" fmla="*/ 161417 w 1681861"/>
                <a:gd name="connsiteY110" fmla="*/ 591599 h 1531399"/>
                <a:gd name="connsiteX111" fmla="*/ 1039622 w 1681861"/>
                <a:gd name="connsiteY111" fmla="*/ 587916 h 1531399"/>
                <a:gd name="connsiteX112" fmla="*/ 1037717 w 1681861"/>
                <a:gd name="connsiteY112" fmla="*/ 881540 h 1531399"/>
                <a:gd name="connsiteX113" fmla="*/ 1039622 w 1681861"/>
                <a:gd name="connsiteY113" fmla="*/ 587916 h 1531399"/>
                <a:gd name="connsiteX114" fmla="*/ 1514094 w 1681861"/>
                <a:gd name="connsiteY114" fmla="*/ 595663 h 1531399"/>
                <a:gd name="connsiteX115" fmla="*/ 1513586 w 1681861"/>
                <a:gd name="connsiteY115" fmla="*/ 683293 h 1531399"/>
                <a:gd name="connsiteX116" fmla="*/ 1513332 w 1681861"/>
                <a:gd name="connsiteY116" fmla="*/ 895637 h 1531399"/>
                <a:gd name="connsiteX117" fmla="*/ 1528953 w 1681861"/>
                <a:gd name="connsiteY117" fmla="*/ 993935 h 1531399"/>
                <a:gd name="connsiteX118" fmla="*/ 1648333 w 1681861"/>
                <a:gd name="connsiteY118" fmla="*/ 974758 h 1531399"/>
                <a:gd name="connsiteX119" fmla="*/ 1654810 w 1681861"/>
                <a:gd name="connsiteY119" fmla="*/ 822739 h 1531399"/>
                <a:gd name="connsiteX120" fmla="*/ 1655191 w 1681861"/>
                <a:gd name="connsiteY120" fmla="*/ 684055 h 1531399"/>
                <a:gd name="connsiteX121" fmla="*/ 1654683 w 1681861"/>
                <a:gd name="connsiteY121" fmla="*/ 596044 h 1531399"/>
                <a:gd name="connsiteX122" fmla="*/ 1514094 w 1681861"/>
                <a:gd name="connsiteY122" fmla="*/ 595663 h 1531399"/>
                <a:gd name="connsiteX123" fmla="*/ 1371092 w 1681861"/>
                <a:gd name="connsiteY123" fmla="*/ 936404 h 1531399"/>
                <a:gd name="connsiteX124" fmla="*/ 1249807 w 1681861"/>
                <a:gd name="connsiteY124" fmla="*/ 1048164 h 1531399"/>
                <a:gd name="connsiteX125" fmla="*/ 1261618 w 1681861"/>
                <a:gd name="connsiteY125" fmla="*/ 977806 h 1531399"/>
                <a:gd name="connsiteX126" fmla="*/ 1208151 w 1681861"/>
                <a:gd name="connsiteY126" fmla="*/ 990252 h 1531399"/>
                <a:gd name="connsiteX127" fmla="*/ 1338961 w 1681861"/>
                <a:gd name="connsiteY127" fmla="*/ 1202723 h 1531399"/>
                <a:gd name="connsiteX128" fmla="*/ 1462913 w 1681861"/>
                <a:gd name="connsiteY128" fmla="*/ 956470 h 1531399"/>
                <a:gd name="connsiteX129" fmla="*/ 1387475 w 1681861"/>
                <a:gd name="connsiteY129" fmla="*/ 1049434 h 1531399"/>
                <a:gd name="connsiteX130" fmla="*/ 1427988 w 1681861"/>
                <a:gd name="connsiteY130" fmla="*/ 943389 h 1531399"/>
                <a:gd name="connsiteX131" fmla="*/ 1371092 w 1681861"/>
                <a:gd name="connsiteY131" fmla="*/ 936404 h 1531399"/>
                <a:gd name="connsiteX132" fmla="*/ 1081532 w 1681861"/>
                <a:gd name="connsiteY132" fmla="*/ 1218471 h 1531399"/>
                <a:gd name="connsiteX133" fmla="*/ 1025652 w 1681861"/>
                <a:gd name="connsiteY133" fmla="*/ 1239172 h 1531399"/>
                <a:gd name="connsiteX134" fmla="*/ 1042035 w 1681861"/>
                <a:gd name="connsiteY134" fmla="*/ 1214534 h 1531399"/>
                <a:gd name="connsiteX135" fmla="*/ 913638 w 1681861"/>
                <a:gd name="connsiteY135" fmla="*/ 1136302 h 1531399"/>
                <a:gd name="connsiteX136" fmla="*/ 964057 w 1681861"/>
                <a:gd name="connsiteY136" fmla="*/ 1385222 h 1531399"/>
                <a:gd name="connsiteX137" fmla="*/ 1097915 w 1681861"/>
                <a:gd name="connsiteY137" fmla="*/ 1412781 h 1531399"/>
                <a:gd name="connsiteX138" fmla="*/ 1340866 w 1681861"/>
                <a:gd name="connsiteY138" fmla="*/ 1232060 h 1531399"/>
                <a:gd name="connsiteX139" fmla="*/ 1181608 w 1681861"/>
                <a:gd name="connsiteY139" fmla="*/ 1117506 h 1531399"/>
                <a:gd name="connsiteX140" fmla="*/ 1081532 w 1681861"/>
                <a:gd name="connsiteY140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560449 w 1681861"/>
                <a:gd name="connsiteY9" fmla="*/ 502699 h 1531399"/>
                <a:gd name="connsiteX10" fmla="*/ 1681861 w 1681861"/>
                <a:gd name="connsiteY10" fmla="*/ 599600 h 1531399"/>
                <a:gd name="connsiteX11" fmla="*/ 1681353 w 1681861"/>
                <a:gd name="connsiteY11" fmla="*/ 943643 h 1531399"/>
                <a:gd name="connsiteX12" fmla="*/ 1657731 w 1681861"/>
                <a:gd name="connsiteY12" fmla="*/ 1013874 h 1531399"/>
                <a:gd name="connsiteX13" fmla="*/ 1517142 w 1681861"/>
                <a:gd name="connsiteY13" fmla="*/ 1020859 h 1531399"/>
                <a:gd name="connsiteX14" fmla="*/ 1383030 w 1681861"/>
                <a:gd name="connsiteY14" fmla="*/ 1226726 h 1531399"/>
                <a:gd name="connsiteX15" fmla="*/ 1096137 w 1681861"/>
                <a:gd name="connsiteY15" fmla="*/ 1439070 h 1531399"/>
                <a:gd name="connsiteX16" fmla="*/ 969010 w 1681861"/>
                <a:gd name="connsiteY16" fmla="*/ 1417226 h 1531399"/>
                <a:gd name="connsiteX17" fmla="*/ 968375 w 1681861"/>
                <a:gd name="connsiteY17" fmla="*/ 1514000 h 1531399"/>
                <a:gd name="connsiteX18" fmla="*/ 957580 w 1681861"/>
                <a:gd name="connsiteY18" fmla="*/ 1526700 h 1531399"/>
                <a:gd name="connsiteX19" fmla="*/ 942721 w 1681861"/>
                <a:gd name="connsiteY19" fmla="*/ 1523906 h 1531399"/>
                <a:gd name="connsiteX20" fmla="*/ 940562 w 1681861"/>
                <a:gd name="connsiteY20" fmla="*/ 1420401 h 1531399"/>
                <a:gd name="connsiteX21" fmla="*/ 914908 w 1681861"/>
                <a:gd name="connsiteY21" fmla="*/ 1220630 h 1531399"/>
                <a:gd name="connsiteX22" fmla="*/ 854202 w 1681861"/>
                <a:gd name="connsiteY22" fmla="*/ 1107600 h 1531399"/>
                <a:gd name="connsiteX23" fmla="*/ 678561 w 1681861"/>
                <a:gd name="connsiteY23" fmla="*/ 1101504 h 1531399"/>
                <a:gd name="connsiteX24" fmla="*/ 448437 w 1681861"/>
                <a:gd name="connsiteY24" fmla="*/ 1083470 h 1531399"/>
                <a:gd name="connsiteX25" fmla="*/ 402209 w 1681861"/>
                <a:gd name="connsiteY25" fmla="*/ 1106330 h 1531399"/>
                <a:gd name="connsiteX26" fmla="*/ 338963 w 1681861"/>
                <a:gd name="connsiteY26" fmla="*/ 1126396 h 1531399"/>
                <a:gd name="connsiteX27" fmla="*/ 376047 w 1681861"/>
                <a:gd name="connsiteY27" fmla="*/ 1221773 h 1531399"/>
                <a:gd name="connsiteX28" fmla="*/ 342900 w 1681861"/>
                <a:gd name="connsiteY28" fmla="*/ 1353472 h 1531399"/>
                <a:gd name="connsiteX29" fmla="*/ 265811 w 1681861"/>
                <a:gd name="connsiteY29" fmla="*/ 1522128 h 1531399"/>
                <a:gd name="connsiteX30" fmla="*/ 240157 w 1681861"/>
                <a:gd name="connsiteY30" fmla="*/ 1525430 h 1531399"/>
                <a:gd name="connsiteX31" fmla="*/ 349377 w 1681861"/>
                <a:gd name="connsiteY31" fmla="*/ 1239553 h 1531399"/>
                <a:gd name="connsiteX32" fmla="*/ 311531 w 1681861"/>
                <a:gd name="connsiteY32" fmla="*/ 1137826 h 1531399"/>
                <a:gd name="connsiteX33" fmla="*/ 20955 w 1681861"/>
                <a:gd name="connsiteY33" fmla="*/ 1520858 h 1531399"/>
                <a:gd name="connsiteX34" fmla="*/ 0 w 1681861"/>
                <a:gd name="connsiteY34" fmla="*/ 1531399 h 1531399"/>
                <a:gd name="connsiteX35" fmla="*/ 133223 w 1681861"/>
                <a:gd name="connsiteY35" fmla="*/ 1265080 h 1531399"/>
                <a:gd name="connsiteX36" fmla="*/ 412369 w 1681861"/>
                <a:gd name="connsiteY36" fmla="*/ 1076104 h 1531399"/>
                <a:gd name="connsiteX37" fmla="*/ 198247 w 1681861"/>
                <a:gd name="connsiteY37" fmla="*/ 940214 h 1531399"/>
                <a:gd name="connsiteX38" fmla="*/ 101981 w 1681861"/>
                <a:gd name="connsiteY38" fmla="*/ 850298 h 1531399"/>
                <a:gd name="connsiteX39" fmla="*/ 175895 w 1681861"/>
                <a:gd name="connsiteY39" fmla="*/ 554896 h 1531399"/>
                <a:gd name="connsiteX40" fmla="*/ 379792 w 1681861"/>
                <a:gd name="connsiteY40" fmla="*/ 319338 h 1531399"/>
                <a:gd name="connsiteX41" fmla="*/ 672816 w 1681861"/>
                <a:gd name="connsiteY41" fmla="*/ 274568 h 1531399"/>
                <a:gd name="connsiteX42" fmla="*/ 972991 w 1681861"/>
                <a:gd name="connsiteY42" fmla="*/ 437128 h 1531399"/>
                <a:gd name="connsiteX43" fmla="*/ 1049655 w 1681861"/>
                <a:gd name="connsiteY43" fmla="*/ 573311 h 1531399"/>
                <a:gd name="connsiteX44" fmla="*/ 1114679 w 1681861"/>
                <a:gd name="connsiteY44" fmla="*/ 668561 h 1531399"/>
                <a:gd name="connsiteX45" fmla="*/ 1042924 w 1681861"/>
                <a:gd name="connsiteY45" fmla="*/ 898558 h 1531399"/>
                <a:gd name="connsiteX46" fmla="*/ 1025906 w 1681861"/>
                <a:gd name="connsiteY46" fmla="*/ 908464 h 1531399"/>
                <a:gd name="connsiteX47" fmla="*/ 832358 w 1681861"/>
                <a:gd name="connsiteY47" fmla="*/ 1071024 h 1531399"/>
                <a:gd name="connsiteX48" fmla="*/ 1063879 w 1681861"/>
                <a:gd name="connsiteY48" fmla="*/ 1201199 h 1531399"/>
                <a:gd name="connsiteX49" fmla="*/ 1164717 w 1681861"/>
                <a:gd name="connsiteY49" fmla="*/ 1088169 h 1531399"/>
                <a:gd name="connsiteX50" fmla="*/ 1175385 w 1681861"/>
                <a:gd name="connsiteY50" fmla="*/ 999396 h 1531399"/>
                <a:gd name="connsiteX51" fmla="*/ 1226693 w 1681861"/>
                <a:gd name="connsiteY51" fmla="*/ 946056 h 1531399"/>
                <a:gd name="connsiteX52" fmla="*/ 1282700 w 1681861"/>
                <a:gd name="connsiteY52" fmla="*/ 963455 h 1531399"/>
                <a:gd name="connsiteX53" fmla="*/ 1388745 w 1681861"/>
                <a:gd name="connsiteY53" fmla="*/ 904527 h 1531399"/>
                <a:gd name="connsiteX54" fmla="*/ 1489583 w 1681861"/>
                <a:gd name="connsiteY54" fmla="*/ 948723 h 1531399"/>
                <a:gd name="connsiteX55" fmla="*/ 1488694 w 1681861"/>
                <a:gd name="connsiteY55" fmla="*/ 653448 h 1531399"/>
                <a:gd name="connsiteX56" fmla="*/ 1326261 w 1681861"/>
                <a:gd name="connsiteY56" fmla="*/ 716059 h 1531399"/>
                <a:gd name="connsiteX57" fmla="*/ 1149604 w 1681861"/>
                <a:gd name="connsiteY57" fmla="*/ 642018 h 1531399"/>
                <a:gd name="connsiteX58" fmla="*/ 1083183 w 1681861"/>
                <a:gd name="connsiteY58" fmla="*/ 442882 h 1531399"/>
                <a:gd name="connsiteX59" fmla="*/ 1224407 w 1681861"/>
                <a:gd name="connsiteY59" fmla="*/ 256192 h 1531399"/>
                <a:gd name="connsiteX60" fmla="*/ 1224407 w 1681861"/>
                <a:gd name="connsiteY60" fmla="*/ 107094 h 1531399"/>
                <a:gd name="connsiteX61" fmla="*/ 1182497 w 1681861"/>
                <a:gd name="connsiteY61" fmla="*/ 39149 h 1531399"/>
                <a:gd name="connsiteX62" fmla="*/ 1217930 w 1681861"/>
                <a:gd name="connsiteY62" fmla="*/ 33307 h 1531399"/>
                <a:gd name="connsiteX63" fmla="*/ 1235710 w 1681861"/>
                <a:gd name="connsiteY63" fmla="*/ 80932 h 1531399"/>
                <a:gd name="connsiteX64" fmla="*/ 1415161 w 1681861"/>
                <a:gd name="connsiteY64" fmla="*/ 77122 h 1531399"/>
                <a:gd name="connsiteX65" fmla="*/ 1427353 w 1681861"/>
                <a:gd name="connsiteY65" fmla="*/ 31148 h 1531399"/>
                <a:gd name="connsiteX66" fmla="*/ 1217930 w 1681861"/>
                <a:gd name="connsiteY66" fmla="*/ 33307 h 1531399"/>
                <a:gd name="connsiteX67" fmla="*/ 1249680 w 1681861"/>
                <a:gd name="connsiteY67" fmla="*/ 103665 h 1531399"/>
                <a:gd name="connsiteX68" fmla="*/ 1249807 w 1681861"/>
                <a:gd name="connsiteY68" fmla="*/ 153703 h 1531399"/>
                <a:gd name="connsiteX69" fmla="*/ 1249934 w 1681861"/>
                <a:gd name="connsiteY69" fmla="*/ 272067 h 1531399"/>
                <a:gd name="connsiteX70" fmla="*/ 1111631 w 1681861"/>
                <a:gd name="connsiteY70" fmla="*/ 422435 h 1531399"/>
                <a:gd name="connsiteX71" fmla="*/ 1502918 w 1681861"/>
                <a:gd name="connsiteY71" fmla="*/ 423070 h 1531399"/>
                <a:gd name="connsiteX72" fmla="*/ 1498473 w 1681861"/>
                <a:gd name="connsiteY72" fmla="*/ 350299 h 1531399"/>
                <a:gd name="connsiteX73" fmla="*/ 1392301 w 1681861"/>
                <a:gd name="connsiteY73" fmla="*/ 267622 h 1531399"/>
                <a:gd name="connsiteX74" fmla="*/ 1391920 w 1681861"/>
                <a:gd name="connsiteY74" fmla="*/ 155354 h 1531399"/>
                <a:gd name="connsiteX75" fmla="*/ 1392047 w 1681861"/>
                <a:gd name="connsiteY75" fmla="*/ 104173 h 1531399"/>
                <a:gd name="connsiteX76" fmla="*/ 1249680 w 1681861"/>
                <a:gd name="connsiteY76" fmla="*/ 103665 h 1531399"/>
                <a:gd name="connsiteX77" fmla="*/ 1522730 w 1681861"/>
                <a:gd name="connsiteY77" fmla="*/ 389796 h 1531399"/>
                <a:gd name="connsiteX78" fmla="*/ 1598676 w 1681861"/>
                <a:gd name="connsiteY78" fmla="*/ 415831 h 1531399"/>
                <a:gd name="connsiteX79" fmla="*/ 1567561 w 1681861"/>
                <a:gd name="connsiteY79" fmla="*/ 335313 h 1531399"/>
                <a:gd name="connsiteX80" fmla="*/ 1522730 w 1681861"/>
                <a:gd name="connsiteY80" fmla="*/ 389796 h 1531399"/>
                <a:gd name="connsiteX81" fmla="*/ 378191 w 1681861"/>
                <a:gd name="connsiteY81" fmla="*/ 356072 h 1531399"/>
                <a:gd name="connsiteX82" fmla="*/ 198247 w 1681861"/>
                <a:gd name="connsiteY82" fmla="*/ 562643 h 1531399"/>
                <a:gd name="connsiteX83" fmla="*/ 221869 w 1681861"/>
                <a:gd name="connsiteY83" fmla="*/ 573057 h 1531399"/>
                <a:gd name="connsiteX84" fmla="*/ 262001 w 1681861"/>
                <a:gd name="connsiteY84" fmla="*/ 656242 h 1531399"/>
                <a:gd name="connsiteX85" fmla="*/ 231648 w 1681861"/>
                <a:gd name="connsiteY85" fmla="*/ 882556 h 1531399"/>
                <a:gd name="connsiteX86" fmla="*/ 196850 w 1681861"/>
                <a:gd name="connsiteY86" fmla="*/ 903384 h 1531399"/>
                <a:gd name="connsiteX87" fmla="*/ 310642 w 1681861"/>
                <a:gd name="connsiteY87" fmla="*/ 1004095 h 1531399"/>
                <a:gd name="connsiteX88" fmla="*/ 735076 w 1681861"/>
                <a:gd name="connsiteY88" fmla="*/ 1071405 h 1531399"/>
                <a:gd name="connsiteX89" fmla="*/ 985774 w 1681861"/>
                <a:gd name="connsiteY89" fmla="*/ 914433 h 1531399"/>
                <a:gd name="connsiteX90" fmla="*/ 991489 w 1681861"/>
                <a:gd name="connsiteY90" fmla="*/ 912147 h 1531399"/>
                <a:gd name="connsiteX91" fmla="*/ 941956 w 1681861"/>
                <a:gd name="connsiteY91" fmla="*/ 447656 h 1531399"/>
                <a:gd name="connsiteX92" fmla="*/ 655811 w 1681861"/>
                <a:gd name="connsiteY92" fmla="*/ 296327 h 1531399"/>
                <a:gd name="connsiteX93" fmla="*/ 372956 w 1681861"/>
                <a:gd name="connsiteY93" fmla="*/ 354815 h 1531399"/>
                <a:gd name="connsiteX94" fmla="*/ 1107186 w 1681861"/>
                <a:gd name="connsiteY94" fmla="*/ 448343 h 1531399"/>
                <a:gd name="connsiteX95" fmla="*/ 1185164 w 1681861"/>
                <a:gd name="connsiteY95" fmla="*/ 639097 h 1531399"/>
                <a:gd name="connsiteX96" fmla="*/ 1492250 w 1681861"/>
                <a:gd name="connsiteY96" fmla="*/ 602521 h 1531399"/>
                <a:gd name="connsiteX97" fmla="*/ 1445895 w 1681861"/>
                <a:gd name="connsiteY97" fmla="*/ 536354 h 1531399"/>
                <a:gd name="connsiteX98" fmla="*/ 1535049 w 1681861"/>
                <a:gd name="connsiteY98" fmla="*/ 501175 h 1531399"/>
                <a:gd name="connsiteX99" fmla="*/ 1530731 w 1681861"/>
                <a:gd name="connsiteY99" fmla="*/ 448216 h 1531399"/>
                <a:gd name="connsiteX100" fmla="*/ 1107186 w 1681861"/>
                <a:gd name="connsiteY100" fmla="*/ 448343 h 1531399"/>
                <a:gd name="connsiteX101" fmla="*/ 1482598 w 1681861"/>
                <a:gd name="connsiteY101" fmla="*/ 531020 h 1531399"/>
                <a:gd name="connsiteX102" fmla="*/ 1471930 w 1681861"/>
                <a:gd name="connsiteY102" fmla="*/ 563786 h 1531399"/>
                <a:gd name="connsiteX103" fmla="*/ 1482598 w 1681861"/>
                <a:gd name="connsiteY103" fmla="*/ 531020 h 1531399"/>
                <a:gd name="connsiteX104" fmla="*/ 161417 w 1681861"/>
                <a:gd name="connsiteY104" fmla="*/ 591599 h 1531399"/>
                <a:gd name="connsiteX105" fmla="*/ 114554 w 1681861"/>
                <a:gd name="connsiteY105" fmla="*/ 808769 h 1531399"/>
                <a:gd name="connsiteX106" fmla="*/ 182499 w 1681861"/>
                <a:gd name="connsiteY106" fmla="*/ 880270 h 1531399"/>
                <a:gd name="connsiteX107" fmla="*/ 224917 w 1681861"/>
                <a:gd name="connsiteY107" fmla="*/ 844710 h 1531399"/>
                <a:gd name="connsiteX108" fmla="*/ 224536 w 1681861"/>
                <a:gd name="connsiteY108" fmla="*/ 621698 h 1531399"/>
                <a:gd name="connsiteX109" fmla="*/ 161417 w 1681861"/>
                <a:gd name="connsiteY109" fmla="*/ 591599 h 1531399"/>
                <a:gd name="connsiteX110" fmla="*/ 1039622 w 1681861"/>
                <a:gd name="connsiteY110" fmla="*/ 587916 h 1531399"/>
                <a:gd name="connsiteX111" fmla="*/ 1037717 w 1681861"/>
                <a:gd name="connsiteY111" fmla="*/ 881540 h 1531399"/>
                <a:gd name="connsiteX112" fmla="*/ 1039622 w 1681861"/>
                <a:gd name="connsiteY112" fmla="*/ 587916 h 1531399"/>
                <a:gd name="connsiteX113" fmla="*/ 1514094 w 1681861"/>
                <a:gd name="connsiteY113" fmla="*/ 595663 h 1531399"/>
                <a:gd name="connsiteX114" fmla="*/ 1513586 w 1681861"/>
                <a:gd name="connsiteY114" fmla="*/ 683293 h 1531399"/>
                <a:gd name="connsiteX115" fmla="*/ 1513332 w 1681861"/>
                <a:gd name="connsiteY115" fmla="*/ 895637 h 1531399"/>
                <a:gd name="connsiteX116" fmla="*/ 1528953 w 1681861"/>
                <a:gd name="connsiteY116" fmla="*/ 993935 h 1531399"/>
                <a:gd name="connsiteX117" fmla="*/ 1648333 w 1681861"/>
                <a:gd name="connsiteY117" fmla="*/ 974758 h 1531399"/>
                <a:gd name="connsiteX118" fmla="*/ 1654810 w 1681861"/>
                <a:gd name="connsiteY118" fmla="*/ 822739 h 1531399"/>
                <a:gd name="connsiteX119" fmla="*/ 1655191 w 1681861"/>
                <a:gd name="connsiteY119" fmla="*/ 684055 h 1531399"/>
                <a:gd name="connsiteX120" fmla="*/ 1654683 w 1681861"/>
                <a:gd name="connsiteY120" fmla="*/ 596044 h 1531399"/>
                <a:gd name="connsiteX121" fmla="*/ 1514094 w 1681861"/>
                <a:gd name="connsiteY121" fmla="*/ 595663 h 1531399"/>
                <a:gd name="connsiteX122" fmla="*/ 1371092 w 1681861"/>
                <a:gd name="connsiteY122" fmla="*/ 936404 h 1531399"/>
                <a:gd name="connsiteX123" fmla="*/ 1249807 w 1681861"/>
                <a:gd name="connsiteY123" fmla="*/ 1048164 h 1531399"/>
                <a:gd name="connsiteX124" fmla="*/ 1261618 w 1681861"/>
                <a:gd name="connsiteY124" fmla="*/ 977806 h 1531399"/>
                <a:gd name="connsiteX125" fmla="*/ 1208151 w 1681861"/>
                <a:gd name="connsiteY125" fmla="*/ 990252 h 1531399"/>
                <a:gd name="connsiteX126" fmla="*/ 1338961 w 1681861"/>
                <a:gd name="connsiteY126" fmla="*/ 1202723 h 1531399"/>
                <a:gd name="connsiteX127" fmla="*/ 1462913 w 1681861"/>
                <a:gd name="connsiteY127" fmla="*/ 956470 h 1531399"/>
                <a:gd name="connsiteX128" fmla="*/ 1387475 w 1681861"/>
                <a:gd name="connsiteY128" fmla="*/ 1049434 h 1531399"/>
                <a:gd name="connsiteX129" fmla="*/ 1427988 w 1681861"/>
                <a:gd name="connsiteY129" fmla="*/ 943389 h 1531399"/>
                <a:gd name="connsiteX130" fmla="*/ 1371092 w 1681861"/>
                <a:gd name="connsiteY130" fmla="*/ 936404 h 1531399"/>
                <a:gd name="connsiteX131" fmla="*/ 1081532 w 1681861"/>
                <a:gd name="connsiteY131" fmla="*/ 1218471 h 1531399"/>
                <a:gd name="connsiteX132" fmla="*/ 1025652 w 1681861"/>
                <a:gd name="connsiteY132" fmla="*/ 1239172 h 1531399"/>
                <a:gd name="connsiteX133" fmla="*/ 1042035 w 1681861"/>
                <a:gd name="connsiteY133" fmla="*/ 1214534 h 1531399"/>
                <a:gd name="connsiteX134" fmla="*/ 913638 w 1681861"/>
                <a:gd name="connsiteY134" fmla="*/ 1136302 h 1531399"/>
                <a:gd name="connsiteX135" fmla="*/ 964057 w 1681861"/>
                <a:gd name="connsiteY135" fmla="*/ 1385222 h 1531399"/>
                <a:gd name="connsiteX136" fmla="*/ 1097915 w 1681861"/>
                <a:gd name="connsiteY136" fmla="*/ 1412781 h 1531399"/>
                <a:gd name="connsiteX137" fmla="*/ 1340866 w 1681861"/>
                <a:gd name="connsiteY137" fmla="*/ 1232060 h 1531399"/>
                <a:gd name="connsiteX138" fmla="*/ 1181608 w 1681861"/>
                <a:gd name="connsiteY138" fmla="*/ 1117506 h 1531399"/>
                <a:gd name="connsiteX139" fmla="*/ 1081532 w 1681861"/>
                <a:gd name="connsiteY139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445895 w 1681861"/>
                <a:gd name="connsiteY96" fmla="*/ 536354 h 1531399"/>
                <a:gd name="connsiteX97" fmla="*/ 1535049 w 1681861"/>
                <a:gd name="connsiteY97" fmla="*/ 501175 h 1531399"/>
                <a:gd name="connsiteX98" fmla="*/ 1530731 w 1681861"/>
                <a:gd name="connsiteY98" fmla="*/ 448216 h 1531399"/>
                <a:gd name="connsiteX99" fmla="*/ 1107186 w 1681861"/>
                <a:gd name="connsiteY99" fmla="*/ 448343 h 1531399"/>
                <a:gd name="connsiteX100" fmla="*/ 1482598 w 1681861"/>
                <a:gd name="connsiteY100" fmla="*/ 531020 h 1531399"/>
                <a:gd name="connsiteX101" fmla="*/ 1471930 w 1681861"/>
                <a:gd name="connsiteY101" fmla="*/ 563786 h 1531399"/>
                <a:gd name="connsiteX102" fmla="*/ 1482598 w 1681861"/>
                <a:gd name="connsiteY102" fmla="*/ 531020 h 1531399"/>
                <a:gd name="connsiteX103" fmla="*/ 161417 w 1681861"/>
                <a:gd name="connsiteY103" fmla="*/ 591599 h 1531399"/>
                <a:gd name="connsiteX104" fmla="*/ 114554 w 1681861"/>
                <a:gd name="connsiteY104" fmla="*/ 808769 h 1531399"/>
                <a:gd name="connsiteX105" fmla="*/ 182499 w 1681861"/>
                <a:gd name="connsiteY105" fmla="*/ 880270 h 1531399"/>
                <a:gd name="connsiteX106" fmla="*/ 224917 w 1681861"/>
                <a:gd name="connsiteY106" fmla="*/ 844710 h 1531399"/>
                <a:gd name="connsiteX107" fmla="*/ 224536 w 1681861"/>
                <a:gd name="connsiteY107" fmla="*/ 621698 h 1531399"/>
                <a:gd name="connsiteX108" fmla="*/ 161417 w 1681861"/>
                <a:gd name="connsiteY108" fmla="*/ 591599 h 1531399"/>
                <a:gd name="connsiteX109" fmla="*/ 1039622 w 1681861"/>
                <a:gd name="connsiteY109" fmla="*/ 587916 h 1531399"/>
                <a:gd name="connsiteX110" fmla="*/ 1037717 w 1681861"/>
                <a:gd name="connsiteY110" fmla="*/ 881540 h 1531399"/>
                <a:gd name="connsiteX111" fmla="*/ 1039622 w 1681861"/>
                <a:gd name="connsiteY111" fmla="*/ 587916 h 1531399"/>
                <a:gd name="connsiteX112" fmla="*/ 1514094 w 1681861"/>
                <a:gd name="connsiteY112" fmla="*/ 595663 h 1531399"/>
                <a:gd name="connsiteX113" fmla="*/ 1513586 w 1681861"/>
                <a:gd name="connsiteY113" fmla="*/ 683293 h 1531399"/>
                <a:gd name="connsiteX114" fmla="*/ 1513332 w 1681861"/>
                <a:gd name="connsiteY114" fmla="*/ 895637 h 1531399"/>
                <a:gd name="connsiteX115" fmla="*/ 1528953 w 1681861"/>
                <a:gd name="connsiteY115" fmla="*/ 993935 h 1531399"/>
                <a:gd name="connsiteX116" fmla="*/ 1648333 w 1681861"/>
                <a:gd name="connsiteY116" fmla="*/ 974758 h 1531399"/>
                <a:gd name="connsiteX117" fmla="*/ 1654810 w 1681861"/>
                <a:gd name="connsiteY117" fmla="*/ 822739 h 1531399"/>
                <a:gd name="connsiteX118" fmla="*/ 1655191 w 1681861"/>
                <a:gd name="connsiteY118" fmla="*/ 684055 h 1531399"/>
                <a:gd name="connsiteX119" fmla="*/ 1654683 w 1681861"/>
                <a:gd name="connsiteY119" fmla="*/ 596044 h 1531399"/>
                <a:gd name="connsiteX120" fmla="*/ 1514094 w 1681861"/>
                <a:gd name="connsiteY120" fmla="*/ 595663 h 1531399"/>
                <a:gd name="connsiteX121" fmla="*/ 1371092 w 1681861"/>
                <a:gd name="connsiteY121" fmla="*/ 936404 h 1531399"/>
                <a:gd name="connsiteX122" fmla="*/ 1249807 w 1681861"/>
                <a:gd name="connsiteY122" fmla="*/ 1048164 h 1531399"/>
                <a:gd name="connsiteX123" fmla="*/ 1261618 w 1681861"/>
                <a:gd name="connsiteY123" fmla="*/ 977806 h 1531399"/>
                <a:gd name="connsiteX124" fmla="*/ 1208151 w 1681861"/>
                <a:gd name="connsiteY124" fmla="*/ 990252 h 1531399"/>
                <a:gd name="connsiteX125" fmla="*/ 1338961 w 1681861"/>
                <a:gd name="connsiteY125" fmla="*/ 1202723 h 1531399"/>
                <a:gd name="connsiteX126" fmla="*/ 1462913 w 1681861"/>
                <a:gd name="connsiteY126" fmla="*/ 956470 h 1531399"/>
                <a:gd name="connsiteX127" fmla="*/ 1387475 w 1681861"/>
                <a:gd name="connsiteY127" fmla="*/ 1049434 h 1531399"/>
                <a:gd name="connsiteX128" fmla="*/ 1427988 w 1681861"/>
                <a:gd name="connsiteY128" fmla="*/ 943389 h 1531399"/>
                <a:gd name="connsiteX129" fmla="*/ 1371092 w 1681861"/>
                <a:gd name="connsiteY129" fmla="*/ 936404 h 1531399"/>
                <a:gd name="connsiteX130" fmla="*/ 1081532 w 1681861"/>
                <a:gd name="connsiteY130" fmla="*/ 1218471 h 1531399"/>
                <a:gd name="connsiteX131" fmla="*/ 1025652 w 1681861"/>
                <a:gd name="connsiteY131" fmla="*/ 1239172 h 1531399"/>
                <a:gd name="connsiteX132" fmla="*/ 1042035 w 1681861"/>
                <a:gd name="connsiteY132" fmla="*/ 1214534 h 1531399"/>
                <a:gd name="connsiteX133" fmla="*/ 913638 w 1681861"/>
                <a:gd name="connsiteY133" fmla="*/ 1136302 h 1531399"/>
                <a:gd name="connsiteX134" fmla="*/ 964057 w 1681861"/>
                <a:gd name="connsiteY134" fmla="*/ 1385222 h 1531399"/>
                <a:gd name="connsiteX135" fmla="*/ 1097915 w 1681861"/>
                <a:gd name="connsiteY135" fmla="*/ 1412781 h 1531399"/>
                <a:gd name="connsiteX136" fmla="*/ 1340866 w 1681861"/>
                <a:gd name="connsiteY136" fmla="*/ 1232060 h 1531399"/>
                <a:gd name="connsiteX137" fmla="*/ 1181608 w 1681861"/>
                <a:gd name="connsiteY137" fmla="*/ 1117506 h 1531399"/>
                <a:gd name="connsiteX138" fmla="*/ 1081532 w 1681861"/>
                <a:gd name="connsiteY138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445895 w 1681861"/>
                <a:gd name="connsiteY96" fmla="*/ 536354 h 1531399"/>
                <a:gd name="connsiteX97" fmla="*/ 1530731 w 1681861"/>
                <a:gd name="connsiteY97" fmla="*/ 448216 h 1531399"/>
                <a:gd name="connsiteX98" fmla="*/ 1107186 w 1681861"/>
                <a:gd name="connsiteY98" fmla="*/ 448343 h 1531399"/>
                <a:gd name="connsiteX99" fmla="*/ 1482598 w 1681861"/>
                <a:gd name="connsiteY99" fmla="*/ 531020 h 1531399"/>
                <a:gd name="connsiteX100" fmla="*/ 1471930 w 1681861"/>
                <a:gd name="connsiteY100" fmla="*/ 563786 h 1531399"/>
                <a:gd name="connsiteX101" fmla="*/ 1482598 w 1681861"/>
                <a:gd name="connsiteY101" fmla="*/ 531020 h 1531399"/>
                <a:gd name="connsiteX102" fmla="*/ 161417 w 1681861"/>
                <a:gd name="connsiteY102" fmla="*/ 591599 h 1531399"/>
                <a:gd name="connsiteX103" fmla="*/ 114554 w 1681861"/>
                <a:gd name="connsiteY103" fmla="*/ 808769 h 1531399"/>
                <a:gd name="connsiteX104" fmla="*/ 182499 w 1681861"/>
                <a:gd name="connsiteY104" fmla="*/ 880270 h 1531399"/>
                <a:gd name="connsiteX105" fmla="*/ 224917 w 1681861"/>
                <a:gd name="connsiteY105" fmla="*/ 844710 h 1531399"/>
                <a:gd name="connsiteX106" fmla="*/ 224536 w 1681861"/>
                <a:gd name="connsiteY106" fmla="*/ 621698 h 1531399"/>
                <a:gd name="connsiteX107" fmla="*/ 161417 w 1681861"/>
                <a:gd name="connsiteY107" fmla="*/ 591599 h 1531399"/>
                <a:gd name="connsiteX108" fmla="*/ 1039622 w 1681861"/>
                <a:gd name="connsiteY108" fmla="*/ 587916 h 1531399"/>
                <a:gd name="connsiteX109" fmla="*/ 1037717 w 1681861"/>
                <a:gd name="connsiteY109" fmla="*/ 881540 h 1531399"/>
                <a:gd name="connsiteX110" fmla="*/ 1039622 w 1681861"/>
                <a:gd name="connsiteY110" fmla="*/ 587916 h 1531399"/>
                <a:gd name="connsiteX111" fmla="*/ 1514094 w 1681861"/>
                <a:gd name="connsiteY111" fmla="*/ 595663 h 1531399"/>
                <a:gd name="connsiteX112" fmla="*/ 1513586 w 1681861"/>
                <a:gd name="connsiteY112" fmla="*/ 683293 h 1531399"/>
                <a:gd name="connsiteX113" fmla="*/ 1513332 w 1681861"/>
                <a:gd name="connsiteY113" fmla="*/ 895637 h 1531399"/>
                <a:gd name="connsiteX114" fmla="*/ 1528953 w 1681861"/>
                <a:gd name="connsiteY114" fmla="*/ 993935 h 1531399"/>
                <a:gd name="connsiteX115" fmla="*/ 1648333 w 1681861"/>
                <a:gd name="connsiteY115" fmla="*/ 974758 h 1531399"/>
                <a:gd name="connsiteX116" fmla="*/ 1654810 w 1681861"/>
                <a:gd name="connsiteY116" fmla="*/ 822739 h 1531399"/>
                <a:gd name="connsiteX117" fmla="*/ 1655191 w 1681861"/>
                <a:gd name="connsiteY117" fmla="*/ 684055 h 1531399"/>
                <a:gd name="connsiteX118" fmla="*/ 1654683 w 1681861"/>
                <a:gd name="connsiteY118" fmla="*/ 596044 h 1531399"/>
                <a:gd name="connsiteX119" fmla="*/ 1514094 w 1681861"/>
                <a:gd name="connsiteY119" fmla="*/ 595663 h 1531399"/>
                <a:gd name="connsiteX120" fmla="*/ 1371092 w 1681861"/>
                <a:gd name="connsiteY120" fmla="*/ 936404 h 1531399"/>
                <a:gd name="connsiteX121" fmla="*/ 1249807 w 1681861"/>
                <a:gd name="connsiteY121" fmla="*/ 1048164 h 1531399"/>
                <a:gd name="connsiteX122" fmla="*/ 1261618 w 1681861"/>
                <a:gd name="connsiteY122" fmla="*/ 977806 h 1531399"/>
                <a:gd name="connsiteX123" fmla="*/ 1208151 w 1681861"/>
                <a:gd name="connsiteY123" fmla="*/ 990252 h 1531399"/>
                <a:gd name="connsiteX124" fmla="*/ 1338961 w 1681861"/>
                <a:gd name="connsiteY124" fmla="*/ 1202723 h 1531399"/>
                <a:gd name="connsiteX125" fmla="*/ 1462913 w 1681861"/>
                <a:gd name="connsiteY125" fmla="*/ 956470 h 1531399"/>
                <a:gd name="connsiteX126" fmla="*/ 1387475 w 1681861"/>
                <a:gd name="connsiteY126" fmla="*/ 1049434 h 1531399"/>
                <a:gd name="connsiteX127" fmla="*/ 1427988 w 1681861"/>
                <a:gd name="connsiteY127" fmla="*/ 943389 h 1531399"/>
                <a:gd name="connsiteX128" fmla="*/ 1371092 w 1681861"/>
                <a:gd name="connsiteY128" fmla="*/ 936404 h 1531399"/>
                <a:gd name="connsiteX129" fmla="*/ 1081532 w 1681861"/>
                <a:gd name="connsiteY129" fmla="*/ 1218471 h 1531399"/>
                <a:gd name="connsiteX130" fmla="*/ 1025652 w 1681861"/>
                <a:gd name="connsiteY130" fmla="*/ 1239172 h 1531399"/>
                <a:gd name="connsiteX131" fmla="*/ 1042035 w 1681861"/>
                <a:gd name="connsiteY131" fmla="*/ 1214534 h 1531399"/>
                <a:gd name="connsiteX132" fmla="*/ 913638 w 1681861"/>
                <a:gd name="connsiteY132" fmla="*/ 1136302 h 1531399"/>
                <a:gd name="connsiteX133" fmla="*/ 964057 w 1681861"/>
                <a:gd name="connsiteY133" fmla="*/ 1385222 h 1531399"/>
                <a:gd name="connsiteX134" fmla="*/ 1097915 w 1681861"/>
                <a:gd name="connsiteY134" fmla="*/ 1412781 h 1531399"/>
                <a:gd name="connsiteX135" fmla="*/ 1340866 w 1681861"/>
                <a:gd name="connsiteY135" fmla="*/ 1232060 h 1531399"/>
                <a:gd name="connsiteX136" fmla="*/ 1181608 w 1681861"/>
                <a:gd name="connsiteY136" fmla="*/ 1117506 h 1531399"/>
                <a:gd name="connsiteX137" fmla="*/ 1081532 w 1681861"/>
                <a:gd name="connsiteY137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445895 w 1681861"/>
                <a:gd name="connsiteY96" fmla="*/ 536354 h 1531399"/>
                <a:gd name="connsiteX97" fmla="*/ 1530731 w 1681861"/>
                <a:gd name="connsiteY97" fmla="*/ 448216 h 1531399"/>
                <a:gd name="connsiteX98" fmla="*/ 1107186 w 1681861"/>
                <a:gd name="connsiteY98" fmla="*/ 448343 h 1531399"/>
                <a:gd name="connsiteX99" fmla="*/ 1482598 w 1681861"/>
                <a:gd name="connsiteY99" fmla="*/ 531020 h 1531399"/>
                <a:gd name="connsiteX100" fmla="*/ 1471930 w 1681861"/>
                <a:gd name="connsiteY100" fmla="*/ 563786 h 1531399"/>
                <a:gd name="connsiteX101" fmla="*/ 161417 w 1681861"/>
                <a:gd name="connsiteY101" fmla="*/ 591599 h 1531399"/>
                <a:gd name="connsiteX102" fmla="*/ 114554 w 1681861"/>
                <a:gd name="connsiteY102" fmla="*/ 808769 h 1531399"/>
                <a:gd name="connsiteX103" fmla="*/ 182499 w 1681861"/>
                <a:gd name="connsiteY103" fmla="*/ 880270 h 1531399"/>
                <a:gd name="connsiteX104" fmla="*/ 224917 w 1681861"/>
                <a:gd name="connsiteY104" fmla="*/ 844710 h 1531399"/>
                <a:gd name="connsiteX105" fmla="*/ 224536 w 1681861"/>
                <a:gd name="connsiteY105" fmla="*/ 621698 h 1531399"/>
                <a:gd name="connsiteX106" fmla="*/ 161417 w 1681861"/>
                <a:gd name="connsiteY106" fmla="*/ 591599 h 1531399"/>
                <a:gd name="connsiteX107" fmla="*/ 1039622 w 1681861"/>
                <a:gd name="connsiteY107" fmla="*/ 587916 h 1531399"/>
                <a:gd name="connsiteX108" fmla="*/ 1037717 w 1681861"/>
                <a:gd name="connsiteY108" fmla="*/ 881540 h 1531399"/>
                <a:gd name="connsiteX109" fmla="*/ 1039622 w 1681861"/>
                <a:gd name="connsiteY109" fmla="*/ 587916 h 1531399"/>
                <a:gd name="connsiteX110" fmla="*/ 1514094 w 1681861"/>
                <a:gd name="connsiteY110" fmla="*/ 595663 h 1531399"/>
                <a:gd name="connsiteX111" fmla="*/ 1513586 w 1681861"/>
                <a:gd name="connsiteY111" fmla="*/ 683293 h 1531399"/>
                <a:gd name="connsiteX112" fmla="*/ 1513332 w 1681861"/>
                <a:gd name="connsiteY112" fmla="*/ 895637 h 1531399"/>
                <a:gd name="connsiteX113" fmla="*/ 1528953 w 1681861"/>
                <a:gd name="connsiteY113" fmla="*/ 993935 h 1531399"/>
                <a:gd name="connsiteX114" fmla="*/ 1648333 w 1681861"/>
                <a:gd name="connsiteY114" fmla="*/ 974758 h 1531399"/>
                <a:gd name="connsiteX115" fmla="*/ 1654810 w 1681861"/>
                <a:gd name="connsiteY115" fmla="*/ 822739 h 1531399"/>
                <a:gd name="connsiteX116" fmla="*/ 1655191 w 1681861"/>
                <a:gd name="connsiteY116" fmla="*/ 684055 h 1531399"/>
                <a:gd name="connsiteX117" fmla="*/ 1654683 w 1681861"/>
                <a:gd name="connsiteY117" fmla="*/ 596044 h 1531399"/>
                <a:gd name="connsiteX118" fmla="*/ 1514094 w 1681861"/>
                <a:gd name="connsiteY118" fmla="*/ 595663 h 1531399"/>
                <a:gd name="connsiteX119" fmla="*/ 1371092 w 1681861"/>
                <a:gd name="connsiteY119" fmla="*/ 936404 h 1531399"/>
                <a:gd name="connsiteX120" fmla="*/ 1249807 w 1681861"/>
                <a:gd name="connsiteY120" fmla="*/ 1048164 h 1531399"/>
                <a:gd name="connsiteX121" fmla="*/ 1261618 w 1681861"/>
                <a:gd name="connsiteY121" fmla="*/ 977806 h 1531399"/>
                <a:gd name="connsiteX122" fmla="*/ 1208151 w 1681861"/>
                <a:gd name="connsiteY122" fmla="*/ 990252 h 1531399"/>
                <a:gd name="connsiteX123" fmla="*/ 1338961 w 1681861"/>
                <a:gd name="connsiteY123" fmla="*/ 1202723 h 1531399"/>
                <a:gd name="connsiteX124" fmla="*/ 1462913 w 1681861"/>
                <a:gd name="connsiteY124" fmla="*/ 956470 h 1531399"/>
                <a:gd name="connsiteX125" fmla="*/ 1387475 w 1681861"/>
                <a:gd name="connsiteY125" fmla="*/ 1049434 h 1531399"/>
                <a:gd name="connsiteX126" fmla="*/ 1427988 w 1681861"/>
                <a:gd name="connsiteY126" fmla="*/ 943389 h 1531399"/>
                <a:gd name="connsiteX127" fmla="*/ 1371092 w 1681861"/>
                <a:gd name="connsiteY127" fmla="*/ 936404 h 1531399"/>
                <a:gd name="connsiteX128" fmla="*/ 1081532 w 1681861"/>
                <a:gd name="connsiteY128" fmla="*/ 1218471 h 1531399"/>
                <a:gd name="connsiteX129" fmla="*/ 1025652 w 1681861"/>
                <a:gd name="connsiteY129" fmla="*/ 1239172 h 1531399"/>
                <a:gd name="connsiteX130" fmla="*/ 1042035 w 1681861"/>
                <a:gd name="connsiteY130" fmla="*/ 1214534 h 1531399"/>
                <a:gd name="connsiteX131" fmla="*/ 913638 w 1681861"/>
                <a:gd name="connsiteY131" fmla="*/ 1136302 h 1531399"/>
                <a:gd name="connsiteX132" fmla="*/ 964057 w 1681861"/>
                <a:gd name="connsiteY132" fmla="*/ 1385222 h 1531399"/>
                <a:gd name="connsiteX133" fmla="*/ 1097915 w 1681861"/>
                <a:gd name="connsiteY133" fmla="*/ 1412781 h 1531399"/>
                <a:gd name="connsiteX134" fmla="*/ 1340866 w 1681861"/>
                <a:gd name="connsiteY134" fmla="*/ 1232060 h 1531399"/>
                <a:gd name="connsiteX135" fmla="*/ 1181608 w 1681861"/>
                <a:gd name="connsiteY135" fmla="*/ 1117506 h 1531399"/>
                <a:gd name="connsiteX136" fmla="*/ 1081532 w 1681861"/>
                <a:gd name="connsiteY136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530731 w 1681861"/>
                <a:gd name="connsiteY96" fmla="*/ 448216 h 1531399"/>
                <a:gd name="connsiteX97" fmla="*/ 1107186 w 1681861"/>
                <a:gd name="connsiteY97" fmla="*/ 448343 h 1531399"/>
                <a:gd name="connsiteX98" fmla="*/ 1482598 w 1681861"/>
                <a:gd name="connsiteY98" fmla="*/ 531020 h 1531399"/>
                <a:gd name="connsiteX99" fmla="*/ 1471930 w 1681861"/>
                <a:gd name="connsiteY99" fmla="*/ 563786 h 1531399"/>
                <a:gd name="connsiteX100" fmla="*/ 161417 w 1681861"/>
                <a:gd name="connsiteY100" fmla="*/ 591599 h 1531399"/>
                <a:gd name="connsiteX101" fmla="*/ 114554 w 1681861"/>
                <a:gd name="connsiteY101" fmla="*/ 808769 h 1531399"/>
                <a:gd name="connsiteX102" fmla="*/ 182499 w 1681861"/>
                <a:gd name="connsiteY102" fmla="*/ 880270 h 1531399"/>
                <a:gd name="connsiteX103" fmla="*/ 224917 w 1681861"/>
                <a:gd name="connsiteY103" fmla="*/ 844710 h 1531399"/>
                <a:gd name="connsiteX104" fmla="*/ 224536 w 1681861"/>
                <a:gd name="connsiteY104" fmla="*/ 621698 h 1531399"/>
                <a:gd name="connsiteX105" fmla="*/ 161417 w 1681861"/>
                <a:gd name="connsiteY105" fmla="*/ 591599 h 1531399"/>
                <a:gd name="connsiteX106" fmla="*/ 1039622 w 1681861"/>
                <a:gd name="connsiteY106" fmla="*/ 587916 h 1531399"/>
                <a:gd name="connsiteX107" fmla="*/ 1037717 w 1681861"/>
                <a:gd name="connsiteY107" fmla="*/ 881540 h 1531399"/>
                <a:gd name="connsiteX108" fmla="*/ 1039622 w 1681861"/>
                <a:gd name="connsiteY108" fmla="*/ 587916 h 1531399"/>
                <a:gd name="connsiteX109" fmla="*/ 1514094 w 1681861"/>
                <a:gd name="connsiteY109" fmla="*/ 595663 h 1531399"/>
                <a:gd name="connsiteX110" fmla="*/ 1513586 w 1681861"/>
                <a:gd name="connsiteY110" fmla="*/ 683293 h 1531399"/>
                <a:gd name="connsiteX111" fmla="*/ 1513332 w 1681861"/>
                <a:gd name="connsiteY111" fmla="*/ 895637 h 1531399"/>
                <a:gd name="connsiteX112" fmla="*/ 1528953 w 1681861"/>
                <a:gd name="connsiteY112" fmla="*/ 993935 h 1531399"/>
                <a:gd name="connsiteX113" fmla="*/ 1648333 w 1681861"/>
                <a:gd name="connsiteY113" fmla="*/ 974758 h 1531399"/>
                <a:gd name="connsiteX114" fmla="*/ 1654810 w 1681861"/>
                <a:gd name="connsiteY114" fmla="*/ 822739 h 1531399"/>
                <a:gd name="connsiteX115" fmla="*/ 1655191 w 1681861"/>
                <a:gd name="connsiteY115" fmla="*/ 684055 h 1531399"/>
                <a:gd name="connsiteX116" fmla="*/ 1654683 w 1681861"/>
                <a:gd name="connsiteY116" fmla="*/ 596044 h 1531399"/>
                <a:gd name="connsiteX117" fmla="*/ 1514094 w 1681861"/>
                <a:gd name="connsiteY117" fmla="*/ 595663 h 1531399"/>
                <a:gd name="connsiteX118" fmla="*/ 1371092 w 1681861"/>
                <a:gd name="connsiteY118" fmla="*/ 936404 h 1531399"/>
                <a:gd name="connsiteX119" fmla="*/ 1249807 w 1681861"/>
                <a:gd name="connsiteY119" fmla="*/ 1048164 h 1531399"/>
                <a:gd name="connsiteX120" fmla="*/ 1261618 w 1681861"/>
                <a:gd name="connsiteY120" fmla="*/ 977806 h 1531399"/>
                <a:gd name="connsiteX121" fmla="*/ 1208151 w 1681861"/>
                <a:gd name="connsiteY121" fmla="*/ 990252 h 1531399"/>
                <a:gd name="connsiteX122" fmla="*/ 1338961 w 1681861"/>
                <a:gd name="connsiteY122" fmla="*/ 1202723 h 1531399"/>
                <a:gd name="connsiteX123" fmla="*/ 1462913 w 1681861"/>
                <a:gd name="connsiteY123" fmla="*/ 956470 h 1531399"/>
                <a:gd name="connsiteX124" fmla="*/ 1387475 w 1681861"/>
                <a:gd name="connsiteY124" fmla="*/ 1049434 h 1531399"/>
                <a:gd name="connsiteX125" fmla="*/ 1427988 w 1681861"/>
                <a:gd name="connsiteY125" fmla="*/ 943389 h 1531399"/>
                <a:gd name="connsiteX126" fmla="*/ 1371092 w 1681861"/>
                <a:gd name="connsiteY126" fmla="*/ 936404 h 1531399"/>
                <a:gd name="connsiteX127" fmla="*/ 1081532 w 1681861"/>
                <a:gd name="connsiteY127" fmla="*/ 1218471 h 1531399"/>
                <a:gd name="connsiteX128" fmla="*/ 1025652 w 1681861"/>
                <a:gd name="connsiteY128" fmla="*/ 1239172 h 1531399"/>
                <a:gd name="connsiteX129" fmla="*/ 1042035 w 1681861"/>
                <a:gd name="connsiteY129" fmla="*/ 1214534 h 1531399"/>
                <a:gd name="connsiteX130" fmla="*/ 913638 w 1681861"/>
                <a:gd name="connsiteY130" fmla="*/ 1136302 h 1531399"/>
                <a:gd name="connsiteX131" fmla="*/ 964057 w 1681861"/>
                <a:gd name="connsiteY131" fmla="*/ 1385222 h 1531399"/>
                <a:gd name="connsiteX132" fmla="*/ 1097915 w 1681861"/>
                <a:gd name="connsiteY132" fmla="*/ 1412781 h 1531399"/>
                <a:gd name="connsiteX133" fmla="*/ 1340866 w 1681861"/>
                <a:gd name="connsiteY133" fmla="*/ 1232060 h 1531399"/>
                <a:gd name="connsiteX134" fmla="*/ 1181608 w 1681861"/>
                <a:gd name="connsiteY134" fmla="*/ 1117506 h 1531399"/>
                <a:gd name="connsiteX135" fmla="*/ 1081532 w 1681861"/>
                <a:gd name="connsiteY135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530731 w 1681861"/>
                <a:gd name="connsiteY96" fmla="*/ 448216 h 1531399"/>
                <a:gd name="connsiteX97" fmla="*/ 1107186 w 1681861"/>
                <a:gd name="connsiteY97" fmla="*/ 448343 h 1531399"/>
                <a:gd name="connsiteX98" fmla="*/ 161417 w 1681861"/>
                <a:gd name="connsiteY98" fmla="*/ 591599 h 1531399"/>
                <a:gd name="connsiteX99" fmla="*/ 114554 w 1681861"/>
                <a:gd name="connsiteY99" fmla="*/ 808769 h 1531399"/>
                <a:gd name="connsiteX100" fmla="*/ 182499 w 1681861"/>
                <a:gd name="connsiteY100" fmla="*/ 880270 h 1531399"/>
                <a:gd name="connsiteX101" fmla="*/ 224917 w 1681861"/>
                <a:gd name="connsiteY101" fmla="*/ 844710 h 1531399"/>
                <a:gd name="connsiteX102" fmla="*/ 224536 w 1681861"/>
                <a:gd name="connsiteY102" fmla="*/ 621698 h 1531399"/>
                <a:gd name="connsiteX103" fmla="*/ 161417 w 1681861"/>
                <a:gd name="connsiteY103" fmla="*/ 591599 h 1531399"/>
                <a:gd name="connsiteX104" fmla="*/ 1039622 w 1681861"/>
                <a:gd name="connsiteY104" fmla="*/ 587916 h 1531399"/>
                <a:gd name="connsiteX105" fmla="*/ 1037717 w 1681861"/>
                <a:gd name="connsiteY105" fmla="*/ 881540 h 1531399"/>
                <a:gd name="connsiteX106" fmla="*/ 1039622 w 1681861"/>
                <a:gd name="connsiteY106" fmla="*/ 587916 h 1531399"/>
                <a:gd name="connsiteX107" fmla="*/ 1514094 w 1681861"/>
                <a:gd name="connsiteY107" fmla="*/ 595663 h 1531399"/>
                <a:gd name="connsiteX108" fmla="*/ 1513586 w 1681861"/>
                <a:gd name="connsiteY108" fmla="*/ 683293 h 1531399"/>
                <a:gd name="connsiteX109" fmla="*/ 1513332 w 1681861"/>
                <a:gd name="connsiteY109" fmla="*/ 895637 h 1531399"/>
                <a:gd name="connsiteX110" fmla="*/ 1528953 w 1681861"/>
                <a:gd name="connsiteY110" fmla="*/ 993935 h 1531399"/>
                <a:gd name="connsiteX111" fmla="*/ 1648333 w 1681861"/>
                <a:gd name="connsiteY111" fmla="*/ 974758 h 1531399"/>
                <a:gd name="connsiteX112" fmla="*/ 1654810 w 1681861"/>
                <a:gd name="connsiteY112" fmla="*/ 822739 h 1531399"/>
                <a:gd name="connsiteX113" fmla="*/ 1655191 w 1681861"/>
                <a:gd name="connsiteY113" fmla="*/ 684055 h 1531399"/>
                <a:gd name="connsiteX114" fmla="*/ 1654683 w 1681861"/>
                <a:gd name="connsiteY114" fmla="*/ 596044 h 1531399"/>
                <a:gd name="connsiteX115" fmla="*/ 1514094 w 1681861"/>
                <a:gd name="connsiteY115" fmla="*/ 595663 h 1531399"/>
                <a:gd name="connsiteX116" fmla="*/ 1371092 w 1681861"/>
                <a:gd name="connsiteY116" fmla="*/ 936404 h 1531399"/>
                <a:gd name="connsiteX117" fmla="*/ 1249807 w 1681861"/>
                <a:gd name="connsiteY117" fmla="*/ 1048164 h 1531399"/>
                <a:gd name="connsiteX118" fmla="*/ 1261618 w 1681861"/>
                <a:gd name="connsiteY118" fmla="*/ 977806 h 1531399"/>
                <a:gd name="connsiteX119" fmla="*/ 1208151 w 1681861"/>
                <a:gd name="connsiteY119" fmla="*/ 990252 h 1531399"/>
                <a:gd name="connsiteX120" fmla="*/ 1338961 w 1681861"/>
                <a:gd name="connsiteY120" fmla="*/ 1202723 h 1531399"/>
                <a:gd name="connsiteX121" fmla="*/ 1462913 w 1681861"/>
                <a:gd name="connsiteY121" fmla="*/ 956470 h 1531399"/>
                <a:gd name="connsiteX122" fmla="*/ 1387475 w 1681861"/>
                <a:gd name="connsiteY122" fmla="*/ 1049434 h 1531399"/>
                <a:gd name="connsiteX123" fmla="*/ 1427988 w 1681861"/>
                <a:gd name="connsiteY123" fmla="*/ 943389 h 1531399"/>
                <a:gd name="connsiteX124" fmla="*/ 1371092 w 1681861"/>
                <a:gd name="connsiteY124" fmla="*/ 936404 h 1531399"/>
                <a:gd name="connsiteX125" fmla="*/ 1081532 w 1681861"/>
                <a:gd name="connsiteY125" fmla="*/ 1218471 h 1531399"/>
                <a:gd name="connsiteX126" fmla="*/ 1025652 w 1681861"/>
                <a:gd name="connsiteY126" fmla="*/ 1239172 h 1531399"/>
                <a:gd name="connsiteX127" fmla="*/ 1042035 w 1681861"/>
                <a:gd name="connsiteY127" fmla="*/ 1214534 h 1531399"/>
                <a:gd name="connsiteX128" fmla="*/ 913638 w 1681861"/>
                <a:gd name="connsiteY128" fmla="*/ 1136302 h 1531399"/>
                <a:gd name="connsiteX129" fmla="*/ 964057 w 1681861"/>
                <a:gd name="connsiteY129" fmla="*/ 1385222 h 1531399"/>
                <a:gd name="connsiteX130" fmla="*/ 1097915 w 1681861"/>
                <a:gd name="connsiteY130" fmla="*/ 1412781 h 1531399"/>
                <a:gd name="connsiteX131" fmla="*/ 1340866 w 1681861"/>
                <a:gd name="connsiteY131" fmla="*/ 1232060 h 1531399"/>
                <a:gd name="connsiteX132" fmla="*/ 1181608 w 1681861"/>
                <a:gd name="connsiteY132" fmla="*/ 1117506 h 1531399"/>
                <a:gd name="connsiteX133" fmla="*/ 1081532 w 1681861"/>
                <a:gd name="connsiteY133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67561 w 1681861"/>
                <a:gd name="connsiteY77" fmla="*/ 335313 h 1531399"/>
                <a:gd name="connsiteX78" fmla="*/ 1522730 w 1681861"/>
                <a:gd name="connsiteY78" fmla="*/ 389796 h 1531399"/>
                <a:gd name="connsiteX79" fmla="*/ 378191 w 1681861"/>
                <a:gd name="connsiteY79" fmla="*/ 356072 h 1531399"/>
                <a:gd name="connsiteX80" fmla="*/ 198247 w 1681861"/>
                <a:gd name="connsiteY80" fmla="*/ 562643 h 1531399"/>
                <a:gd name="connsiteX81" fmla="*/ 221869 w 1681861"/>
                <a:gd name="connsiteY81" fmla="*/ 573057 h 1531399"/>
                <a:gd name="connsiteX82" fmla="*/ 262001 w 1681861"/>
                <a:gd name="connsiteY82" fmla="*/ 656242 h 1531399"/>
                <a:gd name="connsiteX83" fmla="*/ 231648 w 1681861"/>
                <a:gd name="connsiteY83" fmla="*/ 882556 h 1531399"/>
                <a:gd name="connsiteX84" fmla="*/ 196850 w 1681861"/>
                <a:gd name="connsiteY84" fmla="*/ 903384 h 1531399"/>
                <a:gd name="connsiteX85" fmla="*/ 310642 w 1681861"/>
                <a:gd name="connsiteY85" fmla="*/ 1004095 h 1531399"/>
                <a:gd name="connsiteX86" fmla="*/ 735076 w 1681861"/>
                <a:gd name="connsiteY86" fmla="*/ 1071405 h 1531399"/>
                <a:gd name="connsiteX87" fmla="*/ 985774 w 1681861"/>
                <a:gd name="connsiteY87" fmla="*/ 914433 h 1531399"/>
                <a:gd name="connsiteX88" fmla="*/ 991489 w 1681861"/>
                <a:gd name="connsiteY88" fmla="*/ 912147 h 1531399"/>
                <a:gd name="connsiteX89" fmla="*/ 941956 w 1681861"/>
                <a:gd name="connsiteY89" fmla="*/ 447656 h 1531399"/>
                <a:gd name="connsiteX90" fmla="*/ 655811 w 1681861"/>
                <a:gd name="connsiteY90" fmla="*/ 296327 h 1531399"/>
                <a:gd name="connsiteX91" fmla="*/ 372956 w 1681861"/>
                <a:gd name="connsiteY91" fmla="*/ 354815 h 1531399"/>
                <a:gd name="connsiteX92" fmla="*/ 1107186 w 1681861"/>
                <a:gd name="connsiteY92" fmla="*/ 448343 h 1531399"/>
                <a:gd name="connsiteX93" fmla="*/ 1185164 w 1681861"/>
                <a:gd name="connsiteY93" fmla="*/ 639097 h 1531399"/>
                <a:gd name="connsiteX94" fmla="*/ 1492250 w 1681861"/>
                <a:gd name="connsiteY94" fmla="*/ 602521 h 1531399"/>
                <a:gd name="connsiteX95" fmla="*/ 1530731 w 1681861"/>
                <a:gd name="connsiteY95" fmla="*/ 448216 h 1531399"/>
                <a:gd name="connsiteX96" fmla="*/ 1107186 w 1681861"/>
                <a:gd name="connsiteY96" fmla="*/ 448343 h 1531399"/>
                <a:gd name="connsiteX97" fmla="*/ 161417 w 1681861"/>
                <a:gd name="connsiteY97" fmla="*/ 591599 h 1531399"/>
                <a:gd name="connsiteX98" fmla="*/ 114554 w 1681861"/>
                <a:gd name="connsiteY98" fmla="*/ 808769 h 1531399"/>
                <a:gd name="connsiteX99" fmla="*/ 182499 w 1681861"/>
                <a:gd name="connsiteY99" fmla="*/ 880270 h 1531399"/>
                <a:gd name="connsiteX100" fmla="*/ 224917 w 1681861"/>
                <a:gd name="connsiteY100" fmla="*/ 844710 h 1531399"/>
                <a:gd name="connsiteX101" fmla="*/ 224536 w 1681861"/>
                <a:gd name="connsiteY101" fmla="*/ 621698 h 1531399"/>
                <a:gd name="connsiteX102" fmla="*/ 161417 w 1681861"/>
                <a:gd name="connsiteY102" fmla="*/ 591599 h 1531399"/>
                <a:gd name="connsiteX103" fmla="*/ 1039622 w 1681861"/>
                <a:gd name="connsiteY103" fmla="*/ 587916 h 1531399"/>
                <a:gd name="connsiteX104" fmla="*/ 1037717 w 1681861"/>
                <a:gd name="connsiteY104" fmla="*/ 881540 h 1531399"/>
                <a:gd name="connsiteX105" fmla="*/ 1039622 w 1681861"/>
                <a:gd name="connsiteY105" fmla="*/ 587916 h 1531399"/>
                <a:gd name="connsiteX106" fmla="*/ 1514094 w 1681861"/>
                <a:gd name="connsiteY106" fmla="*/ 595663 h 1531399"/>
                <a:gd name="connsiteX107" fmla="*/ 1513586 w 1681861"/>
                <a:gd name="connsiteY107" fmla="*/ 683293 h 1531399"/>
                <a:gd name="connsiteX108" fmla="*/ 1513332 w 1681861"/>
                <a:gd name="connsiteY108" fmla="*/ 895637 h 1531399"/>
                <a:gd name="connsiteX109" fmla="*/ 1528953 w 1681861"/>
                <a:gd name="connsiteY109" fmla="*/ 993935 h 1531399"/>
                <a:gd name="connsiteX110" fmla="*/ 1648333 w 1681861"/>
                <a:gd name="connsiteY110" fmla="*/ 974758 h 1531399"/>
                <a:gd name="connsiteX111" fmla="*/ 1654810 w 1681861"/>
                <a:gd name="connsiteY111" fmla="*/ 822739 h 1531399"/>
                <a:gd name="connsiteX112" fmla="*/ 1655191 w 1681861"/>
                <a:gd name="connsiteY112" fmla="*/ 684055 h 1531399"/>
                <a:gd name="connsiteX113" fmla="*/ 1654683 w 1681861"/>
                <a:gd name="connsiteY113" fmla="*/ 596044 h 1531399"/>
                <a:gd name="connsiteX114" fmla="*/ 1514094 w 1681861"/>
                <a:gd name="connsiteY114" fmla="*/ 595663 h 1531399"/>
                <a:gd name="connsiteX115" fmla="*/ 1371092 w 1681861"/>
                <a:gd name="connsiteY115" fmla="*/ 936404 h 1531399"/>
                <a:gd name="connsiteX116" fmla="*/ 1249807 w 1681861"/>
                <a:gd name="connsiteY116" fmla="*/ 1048164 h 1531399"/>
                <a:gd name="connsiteX117" fmla="*/ 1261618 w 1681861"/>
                <a:gd name="connsiteY117" fmla="*/ 977806 h 1531399"/>
                <a:gd name="connsiteX118" fmla="*/ 1208151 w 1681861"/>
                <a:gd name="connsiteY118" fmla="*/ 990252 h 1531399"/>
                <a:gd name="connsiteX119" fmla="*/ 1338961 w 1681861"/>
                <a:gd name="connsiteY119" fmla="*/ 1202723 h 1531399"/>
                <a:gd name="connsiteX120" fmla="*/ 1462913 w 1681861"/>
                <a:gd name="connsiteY120" fmla="*/ 956470 h 1531399"/>
                <a:gd name="connsiteX121" fmla="*/ 1387475 w 1681861"/>
                <a:gd name="connsiteY121" fmla="*/ 1049434 h 1531399"/>
                <a:gd name="connsiteX122" fmla="*/ 1427988 w 1681861"/>
                <a:gd name="connsiteY122" fmla="*/ 943389 h 1531399"/>
                <a:gd name="connsiteX123" fmla="*/ 1371092 w 1681861"/>
                <a:gd name="connsiteY123" fmla="*/ 936404 h 1531399"/>
                <a:gd name="connsiteX124" fmla="*/ 1081532 w 1681861"/>
                <a:gd name="connsiteY124" fmla="*/ 1218471 h 1531399"/>
                <a:gd name="connsiteX125" fmla="*/ 1025652 w 1681861"/>
                <a:gd name="connsiteY125" fmla="*/ 1239172 h 1531399"/>
                <a:gd name="connsiteX126" fmla="*/ 1042035 w 1681861"/>
                <a:gd name="connsiteY126" fmla="*/ 1214534 h 1531399"/>
                <a:gd name="connsiteX127" fmla="*/ 913638 w 1681861"/>
                <a:gd name="connsiteY127" fmla="*/ 1136302 h 1531399"/>
                <a:gd name="connsiteX128" fmla="*/ 964057 w 1681861"/>
                <a:gd name="connsiteY128" fmla="*/ 1385222 h 1531399"/>
                <a:gd name="connsiteX129" fmla="*/ 1097915 w 1681861"/>
                <a:gd name="connsiteY129" fmla="*/ 1412781 h 1531399"/>
                <a:gd name="connsiteX130" fmla="*/ 1340866 w 1681861"/>
                <a:gd name="connsiteY130" fmla="*/ 1232060 h 1531399"/>
                <a:gd name="connsiteX131" fmla="*/ 1181608 w 1681861"/>
                <a:gd name="connsiteY131" fmla="*/ 1117506 h 1531399"/>
                <a:gd name="connsiteX132" fmla="*/ 1081532 w 1681861"/>
                <a:gd name="connsiteY132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1920 w 1681861"/>
                <a:gd name="connsiteY72" fmla="*/ 155354 h 1531399"/>
                <a:gd name="connsiteX73" fmla="*/ 1392047 w 1681861"/>
                <a:gd name="connsiteY73" fmla="*/ 104173 h 1531399"/>
                <a:gd name="connsiteX74" fmla="*/ 1249680 w 1681861"/>
                <a:gd name="connsiteY74" fmla="*/ 103665 h 1531399"/>
                <a:gd name="connsiteX75" fmla="*/ 1522730 w 1681861"/>
                <a:gd name="connsiteY75" fmla="*/ 389796 h 1531399"/>
                <a:gd name="connsiteX76" fmla="*/ 1567561 w 1681861"/>
                <a:gd name="connsiteY76" fmla="*/ 335313 h 1531399"/>
                <a:gd name="connsiteX77" fmla="*/ 1522730 w 1681861"/>
                <a:gd name="connsiteY77" fmla="*/ 389796 h 1531399"/>
                <a:gd name="connsiteX78" fmla="*/ 378191 w 1681861"/>
                <a:gd name="connsiteY78" fmla="*/ 356072 h 1531399"/>
                <a:gd name="connsiteX79" fmla="*/ 198247 w 1681861"/>
                <a:gd name="connsiteY79" fmla="*/ 562643 h 1531399"/>
                <a:gd name="connsiteX80" fmla="*/ 221869 w 1681861"/>
                <a:gd name="connsiteY80" fmla="*/ 573057 h 1531399"/>
                <a:gd name="connsiteX81" fmla="*/ 262001 w 1681861"/>
                <a:gd name="connsiteY81" fmla="*/ 656242 h 1531399"/>
                <a:gd name="connsiteX82" fmla="*/ 231648 w 1681861"/>
                <a:gd name="connsiteY82" fmla="*/ 882556 h 1531399"/>
                <a:gd name="connsiteX83" fmla="*/ 196850 w 1681861"/>
                <a:gd name="connsiteY83" fmla="*/ 903384 h 1531399"/>
                <a:gd name="connsiteX84" fmla="*/ 310642 w 1681861"/>
                <a:gd name="connsiteY84" fmla="*/ 1004095 h 1531399"/>
                <a:gd name="connsiteX85" fmla="*/ 735076 w 1681861"/>
                <a:gd name="connsiteY85" fmla="*/ 1071405 h 1531399"/>
                <a:gd name="connsiteX86" fmla="*/ 985774 w 1681861"/>
                <a:gd name="connsiteY86" fmla="*/ 914433 h 1531399"/>
                <a:gd name="connsiteX87" fmla="*/ 991489 w 1681861"/>
                <a:gd name="connsiteY87" fmla="*/ 912147 h 1531399"/>
                <a:gd name="connsiteX88" fmla="*/ 941956 w 1681861"/>
                <a:gd name="connsiteY88" fmla="*/ 447656 h 1531399"/>
                <a:gd name="connsiteX89" fmla="*/ 655811 w 1681861"/>
                <a:gd name="connsiteY89" fmla="*/ 296327 h 1531399"/>
                <a:gd name="connsiteX90" fmla="*/ 372956 w 1681861"/>
                <a:gd name="connsiteY90" fmla="*/ 354815 h 1531399"/>
                <a:gd name="connsiteX91" fmla="*/ 1107186 w 1681861"/>
                <a:gd name="connsiteY91" fmla="*/ 448343 h 1531399"/>
                <a:gd name="connsiteX92" fmla="*/ 1185164 w 1681861"/>
                <a:gd name="connsiteY92" fmla="*/ 639097 h 1531399"/>
                <a:gd name="connsiteX93" fmla="*/ 1492250 w 1681861"/>
                <a:gd name="connsiteY93" fmla="*/ 602521 h 1531399"/>
                <a:gd name="connsiteX94" fmla="*/ 1530731 w 1681861"/>
                <a:gd name="connsiteY94" fmla="*/ 448216 h 1531399"/>
                <a:gd name="connsiteX95" fmla="*/ 1107186 w 1681861"/>
                <a:gd name="connsiteY95" fmla="*/ 448343 h 1531399"/>
                <a:gd name="connsiteX96" fmla="*/ 161417 w 1681861"/>
                <a:gd name="connsiteY96" fmla="*/ 591599 h 1531399"/>
                <a:gd name="connsiteX97" fmla="*/ 114554 w 1681861"/>
                <a:gd name="connsiteY97" fmla="*/ 808769 h 1531399"/>
                <a:gd name="connsiteX98" fmla="*/ 182499 w 1681861"/>
                <a:gd name="connsiteY98" fmla="*/ 880270 h 1531399"/>
                <a:gd name="connsiteX99" fmla="*/ 224917 w 1681861"/>
                <a:gd name="connsiteY99" fmla="*/ 844710 h 1531399"/>
                <a:gd name="connsiteX100" fmla="*/ 224536 w 1681861"/>
                <a:gd name="connsiteY100" fmla="*/ 621698 h 1531399"/>
                <a:gd name="connsiteX101" fmla="*/ 161417 w 1681861"/>
                <a:gd name="connsiteY101" fmla="*/ 591599 h 1531399"/>
                <a:gd name="connsiteX102" fmla="*/ 1039622 w 1681861"/>
                <a:gd name="connsiteY102" fmla="*/ 587916 h 1531399"/>
                <a:gd name="connsiteX103" fmla="*/ 1037717 w 1681861"/>
                <a:gd name="connsiteY103" fmla="*/ 881540 h 1531399"/>
                <a:gd name="connsiteX104" fmla="*/ 1039622 w 1681861"/>
                <a:gd name="connsiteY104" fmla="*/ 587916 h 1531399"/>
                <a:gd name="connsiteX105" fmla="*/ 1514094 w 1681861"/>
                <a:gd name="connsiteY105" fmla="*/ 595663 h 1531399"/>
                <a:gd name="connsiteX106" fmla="*/ 1513586 w 1681861"/>
                <a:gd name="connsiteY106" fmla="*/ 683293 h 1531399"/>
                <a:gd name="connsiteX107" fmla="*/ 1513332 w 1681861"/>
                <a:gd name="connsiteY107" fmla="*/ 895637 h 1531399"/>
                <a:gd name="connsiteX108" fmla="*/ 1528953 w 1681861"/>
                <a:gd name="connsiteY108" fmla="*/ 993935 h 1531399"/>
                <a:gd name="connsiteX109" fmla="*/ 1648333 w 1681861"/>
                <a:gd name="connsiteY109" fmla="*/ 974758 h 1531399"/>
                <a:gd name="connsiteX110" fmla="*/ 1654810 w 1681861"/>
                <a:gd name="connsiteY110" fmla="*/ 822739 h 1531399"/>
                <a:gd name="connsiteX111" fmla="*/ 1655191 w 1681861"/>
                <a:gd name="connsiteY111" fmla="*/ 684055 h 1531399"/>
                <a:gd name="connsiteX112" fmla="*/ 1654683 w 1681861"/>
                <a:gd name="connsiteY112" fmla="*/ 596044 h 1531399"/>
                <a:gd name="connsiteX113" fmla="*/ 1514094 w 1681861"/>
                <a:gd name="connsiteY113" fmla="*/ 595663 h 1531399"/>
                <a:gd name="connsiteX114" fmla="*/ 1371092 w 1681861"/>
                <a:gd name="connsiteY114" fmla="*/ 936404 h 1531399"/>
                <a:gd name="connsiteX115" fmla="*/ 1249807 w 1681861"/>
                <a:gd name="connsiteY115" fmla="*/ 1048164 h 1531399"/>
                <a:gd name="connsiteX116" fmla="*/ 1261618 w 1681861"/>
                <a:gd name="connsiteY116" fmla="*/ 977806 h 1531399"/>
                <a:gd name="connsiteX117" fmla="*/ 1208151 w 1681861"/>
                <a:gd name="connsiteY117" fmla="*/ 990252 h 1531399"/>
                <a:gd name="connsiteX118" fmla="*/ 1338961 w 1681861"/>
                <a:gd name="connsiteY118" fmla="*/ 1202723 h 1531399"/>
                <a:gd name="connsiteX119" fmla="*/ 1462913 w 1681861"/>
                <a:gd name="connsiteY119" fmla="*/ 956470 h 1531399"/>
                <a:gd name="connsiteX120" fmla="*/ 1387475 w 1681861"/>
                <a:gd name="connsiteY120" fmla="*/ 1049434 h 1531399"/>
                <a:gd name="connsiteX121" fmla="*/ 1427988 w 1681861"/>
                <a:gd name="connsiteY121" fmla="*/ 943389 h 1531399"/>
                <a:gd name="connsiteX122" fmla="*/ 1371092 w 1681861"/>
                <a:gd name="connsiteY122" fmla="*/ 936404 h 1531399"/>
                <a:gd name="connsiteX123" fmla="*/ 1081532 w 1681861"/>
                <a:gd name="connsiteY123" fmla="*/ 1218471 h 1531399"/>
                <a:gd name="connsiteX124" fmla="*/ 1025652 w 1681861"/>
                <a:gd name="connsiteY124" fmla="*/ 1239172 h 1531399"/>
                <a:gd name="connsiteX125" fmla="*/ 1042035 w 1681861"/>
                <a:gd name="connsiteY125" fmla="*/ 1214534 h 1531399"/>
                <a:gd name="connsiteX126" fmla="*/ 913638 w 1681861"/>
                <a:gd name="connsiteY126" fmla="*/ 1136302 h 1531399"/>
                <a:gd name="connsiteX127" fmla="*/ 964057 w 1681861"/>
                <a:gd name="connsiteY127" fmla="*/ 1385222 h 1531399"/>
                <a:gd name="connsiteX128" fmla="*/ 1097915 w 1681861"/>
                <a:gd name="connsiteY128" fmla="*/ 1412781 h 1531399"/>
                <a:gd name="connsiteX129" fmla="*/ 1340866 w 1681861"/>
                <a:gd name="connsiteY129" fmla="*/ 1232060 h 1531399"/>
                <a:gd name="connsiteX130" fmla="*/ 1181608 w 1681861"/>
                <a:gd name="connsiteY130" fmla="*/ 1117506 h 1531399"/>
                <a:gd name="connsiteX131" fmla="*/ 1081532 w 1681861"/>
                <a:gd name="connsiteY131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1920 w 1681861"/>
                <a:gd name="connsiteY72" fmla="*/ 155354 h 1531399"/>
                <a:gd name="connsiteX73" fmla="*/ 1392047 w 1681861"/>
                <a:gd name="connsiteY73" fmla="*/ 104173 h 1531399"/>
                <a:gd name="connsiteX74" fmla="*/ 1249680 w 1681861"/>
                <a:gd name="connsiteY74" fmla="*/ 103665 h 1531399"/>
                <a:gd name="connsiteX75" fmla="*/ 1522730 w 1681861"/>
                <a:gd name="connsiteY75" fmla="*/ 389796 h 1531399"/>
                <a:gd name="connsiteX76" fmla="*/ 1567561 w 1681861"/>
                <a:gd name="connsiteY76" fmla="*/ 335313 h 1531399"/>
                <a:gd name="connsiteX77" fmla="*/ 1522730 w 1681861"/>
                <a:gd name="connsiteY77" fmla="*/ 389796 h 1531399"/>
                <a:gd name="connsiteX78" fmla="*/ 378191 w 1681861"/>
                <a:gd name="connsiteY78" fmla="*/ 356072 h 1531399"/>
                <a:gd name="connsiteX79" fmla="*/ 198247 w 1681861"/>
                <a:gd name="connsiteY79" fmla="*/ 562643 h 1531399"/>
                <a:gd name="connsiteX80" fmla="*/ 221869 w 1681861"/>
                <a:gd name="connsiteY80" fmla="*/ 573057 h 1531399"/>
                <a:gd name="connsiteX81" fmla="*/ 262001 w 1681861"/>
                <a:gd name="connsiteY81" fmla="*/ 656242 h 1531399"/>
                <a:gd name="connsiteX82" fmla="*/ 231648 w 1681861"/>
                <a:gd name="connsiteY82" fmla="*/ 882556 h 1531399"/>
                <a:gd name="connsiteX83" fmla="*/ 196850 w 1681861"/>
                <a:gd name="connsiteY83" fmla="*/ 903384 h 1531399"/>
                <a:gd name="connsiteX84" fmla="*/ 310642 w 1681861"/>
                <a:gd name="connsiteY84" fmla="*/ 1004095 h 1531399"/>
                <a:gd name="connsiteX85" fmla="*/ 735076 w 1681861"/>
                <a:gd name="connsiteY85" fmla="*/ 1071405 h 1531399"/>
                <a:gd name="connsiteX86" fmla="*/ 985774 w 1681861"/>
                <a:gd name="connsiteY86" fmla="*/ 914433 h 1531399"/>
                <a:gd name="connsiteX87" fmla="*/ 991489 w 1681861"/>
                <a:gd name="connsiteY87" fmla="*/ 912147 h 1531399"/>
                <a:gd name="connsiteX88" fmla="*/ 941956 w 1681861"/>
                <a:gd name="connsiteY88" fmla="*/ 447656 h 1531399"/>
                <a:gd name="connsiteX89" fmla="*/ 655811 w 1681861"/>
                <a:gd name="connsiteY89" fmla="*/ 296327 h 1531399"/>
                <a:gd name="connsiteX90" fmla="*/ 372956 w 1681861"/>
                <a:gd name="connsiteY90" fmla="*/ 354815 h 1531399"/>
                <a:gd name="connsiteX91" fmla="*/ 1107186 w 1681861"/>
                <a:gd name="connsiteY91" fmla="*/ 448343 h 1531399"/>
                <a:gd name="connsiteX92" fmla="*/ 1492250 w 1681861"/>
                <a:gd name="connsiteY92" fmla="*/ 602521 h 1531399"/>
                <a:gd name="connsiteX93" fmla="*/ 1530731 w 1681861"/>
                <a:gd name="connsiteY93" fmla="*/ 448216 h 1531399"/>
                <a:gd name="connsiteX94" fmla="*/ 1107186 w 1681861"/>
                <a:gd name="connsiteY94" fmla="*/ 448343 h 1531399"/>
                <a:gd name="connsiteX95" fmla="*/ 161417 w 1681861"/>
                <a:gd name="connsiteY95" fmla="*/ 591599 h 1531399"/>
                <a:gd name="connsiteX96" fmla="*/ 114554 w 1681861"/>
                <a:gd name="connsiteY96" fmla="*/ 808769 h 1531399"/>
                <a:gd name="connsiteX97" fmla="*/ 182499 w 1681861"/>
                <a:gd name="connsiteY97" fmla="*/ 880270 h 1531399"/>
                <a:gd name="connsiteX98" fmla="*/ 224917 w 1681861"/>
                <a:gd name="connsiteY98" fmla="*/ 844710 h 1531399"/>
                <a:gd name="connsiteX99" fmla="*/ 224536 w 1681861"/>
                <a:gd name="connsiteY99" fmla="*/ 621698 h 1531399"/>
                <a:gd name="connsiteX100" fmla="*/ 161417 w 1681861"/>
                <a:gd name="connsiteY100" fmla="*/ 591599 h 1531399"/>
                <a:gd name="connsiteX101" fmla="*/ 1039622 w 1681861"/>
                <a:gd name="connsiteY101" fmla="*/ 587916 h 1531399"/>
                <a:gd name="connsiteX102" fmla="*/ 1037717 w 1681861"/>
                <a:gd name="connsiteY102" fmla="*/ 881540 h 1531399"/>
                <a:gd name="connsiteX103" fmla="*/ 1039622 w 1681861"/>
                <a:gd name="connsiteY103" fmla="*/ 587916 h 1531399"/>
                <a:gd name="connsiteX104" fmla="*/ 1514094 w 1681861"/>
                <a:gd name="connsiteY104" fmla="*/ 595663 h 1531399"/>
                <a:gd name="connsiteX105" fmla="*/ 1513586 w 1681861"/>
                <a:gd name="connsiteY105" fmla="*/ 683293 h 1531399"/>
                <a:gd name="connsiteX106" fmla="*/ 1513332 w 1681861"/>
                <a:gd name="connsiteY106" fmla="*/ 895637 h 1531399"/>
                <a:gd name="connsiteX107" fmla="*/ 1528953 w 1681861"/>
                <a:gd name="connsiteY107" fmla="*/ 993935 h 1531399"/>
                <a:gd name="connsiteX108" fmla="*/ 1648333 w 1681861"/>
                <a:gd name="connsiteY108" fmla="*/ 974758 h 1531399"/>
                <a:gd name="connsiteX109" fmla="*/ 1654810 w 1681861"/>
                <a:gd name="connsiteY109" fmla="*/ 822739 h 1531399"/>
                <a:gd name="connsiteX110" fmla="*/ 1655191 w 1681861"/>
                <a:gd name="connsiteY110" fmla="*/ 684055 h 1531399"/>
                <a:gd name="connsiteX111" fmla="*/ 1654683 w 1681861"/>
                <a:gd name="connsiteY111" fmla="*/ 596044 h 1531399"/>
                <a:gd name="connsiteX112" fmla="*/ 1514094 w 1681861"/>
                <a:gd name="connsiteY112" fmla="*/ 595663 h 1531399"/>
                <a:gd name="connsiteX113" fmla="*/ 1371092 w 1681861"/>
                <a:gd name="connsiteY113" fmla="*/ 936404 h 1531399"/>
                <a:gd name="connsiteX114" fmla="*/ 1249807 w 1681861"/>
                <a:gd name="connsiteY114" fmla="*/ 1048164 h 1531399"/>
                <a:gd name="connsiteX115" fmla="*/ 1261618 w 1681861"/>
                <a:gd name="connsiteY115" fmla="*/ 977806 h 1531399"/>
                <a:gd name="connsiteX116" fmla="*/ 1208151 w 1681861"/>
                <a:gd name="connsiteY116" fmla="*/ 990252 h 1531399"/>
                <a:gd name="connsiteX117" fmla="*/ 1338961 w 1681861"/>
                <a:gd name="connsiteY117" fmla="*/ 1202723 h 1531399"/>
                <a:gd name="connsiteX118" fmla="*/ 1462913 w 1681861"/>
                <a:gd name="connsiteY118" fmla="*/ 956470 h 1531399"/>
                <a:gd name="connsiteX119" fmla="*/ 1387475 w 1681861"/>
                <a:gd name="connsiteY119" fmla="*/ 1049434 h 1531399"/>
                <a:gd name="connsiteX120" fmla="*/ 1427988 w 1681861"/>
                <a:gd name="connsiteY120" fmla="*/ 943389 h 1531399"/>
                <a:gd name="connsiteX121" fmla="*/ 1371092 w 1681861"/>
                <a:gd name="connsiteY121" fmla="*/ 936404 h 1531399"/>
                <a:gd name="connsiteX122" fmla="*/ 1081532 w 1681861"/>
                <a:gd name="connsiteY122" fmla="*/ 1218471 h 1531399"/>
                <a:gd name="connsiteX123" fmla="*/ 1025652 w 1681861"/>
                <a:gd name="connsiteY123" fmla="*/ 1239172 h 1531399"/>
                <a:gd name="connsiteX124" fmla="*/ 1042035 w 1681861"/>
                <a:gd name="connsiteY124" fmla="*/ 1214534 h 1531399"/>
                <a:gd name="connsiteX125" fmla="*/ 913638 w 1681861"/>
                <a:gd name="connsiteY125" fmla="*/ 1136302 h 1531399"/>
                <a:gd name="connsiteX126" fmla="*/ 964057 w 1681861"/>
                <a:gd name="connsiteY126" fmla="*/ 1385222 h 1531399"/>
                <a:gd name="connsiteX127" fmla="*/ 1097915 w 1681861"/>
                <a:gd name="connsiteY127" fmla="*/ 1412781 h 1531399"/>
                <a:gd name="connsiteX128" fmla="*/ 1340866 w 1681861"/>
                <a:gd name="connsiteY128" fmla="*/ 1232060 h 1531399"/>
                <a:gd name="connsiteX129" fmla="*/ 1181608 w 1681861"/>
                <a:gd name="connsiteY129" fmla="*/ 1117506 h 1531399"/>
                <a:gd name="connsiteX130" fmla="*/ 1081532 w 1681861"/>
                <a:gd name="connsiteY130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083183 w 1681861"/>
                <a:gd name="connsiteY56" fmla="*/ 442882 h 1531399"/>
                <a:gd name="connsiteX57" fmla="*/ 1224407 w 1681861"/>
                <a:gd name="connsiteY57" fmla="*/ 256192 h 1531399"/>
                <a:gd name="connsiteX58" fmla="*/ 1224407 w 1681861"/>
                <a:gd name="connsiteY58" fmla="*/ 107094 h 1531399"/>
                <a:gd name="connsiteX59" fmla="*/ 1182497 w 1681861"/>
                <a:gd name="connsiteY59" fmla="*/ 39149 h 1531399"/>
                <a:gd name="connsiteX60" fmla="*/ 1217930 w 1681861"/>
                <a:gd name="connsiteY60" fmla="*/ 33307 h 1531399"/>
                <a:gd name="connsiteX61" fmla="*/ 1235710 w 1681861"/>
                <a:gd name="connsiteY61" fmla="*/ 80932 h 1531399"/>
                <a:gd name="connsiteX62" fmla="*/ 1415161 w 1681861"/>
                <a:gd name="connsiteY62" fmla="*/ 77122 h 1531399"/>
                <a:gd name="connsiteX63" fmla="*/ 1427353 w 1681861"/>
                <a:gd name="connsiteY63" fmla="*/ 31148 h 1531399"/>
                <a:gd name="connsiteX64" fmla="*/ 1217930 w 1681861"/>
                <a:gd name="connsiteY64" fmla="*/ 33307 h 1531399"/>
                <a:gd name="connsiteX65" fmla="*/ 1249680 w 1681861"/>
                <a:gd name="connsiteY65" fmla="*/ 103665 h 1531399"/>
                <a:gd name="connsiteX66" fmla="*/ 1249807 w 1681861"/>
                <a:gd name="connsiteY66" fmla="*/ 153703 h 1531399"/>
                <a:gd name="connsiteX67" fmla="*/ 1249934 w 1681861"/>
                <a:gd name="connsiteY67" fmla="*/ 272067 h 1531399"/>
                <a:gd name="connsiteX68" fmla="*/ 1111631 w 1681861"/>
                <a:gd name="connsiteY68" fmla="*/ 422435 h 1531399"/>
                <a:gd name="connsiteX69" fmla="*/ 1502918 w 1681861"/>
                <a:gd name="connsiteY69" fmla="*/ 423070 h 1531399"/>
                <a:gd name="connsiteX70" fmla="*/ 1498473 w 1681861"/>
                <a:gd name="connsiteY70" fmla="*/ 350299 h 1531399"/>
                <a:gd name="connsiteX71" fmla="*/ 1391920 w 1681861"/>
                <a:gd name="connsiteY71" fmla="*/ 155354 h 1531399"/>
                <a:gd name="connsiteX72" fmla="*/ 1392047 w 1681861"/>
                <a:gd name="connsiteY72" fmla="*/ 104173 h 1531399"/>
                <a:gd name="connsiteX73" fmla="*/ 1249680 w 1681861"/>
                <a:gd name="connsiteY73" fmla="*/ 103665 h 1531399"/>
                <a:gd name="connsiteX74" fmla="*/ 1522730 w 1681861"/>
                <a:gd name="connsiteY74" fmla="*/ 389796 h 1531399"/>
                <a:gd name="connsiteX75" fmla="*/ 1567561 w 1681861"/>
                <a:gd name="connsiteY75" fmla="*/ 335313 h 1531399"/>
                <a:gd name="connsiteX76" fmla="*/ 1522730 w 1681861"/>
                <a:gd name="connsiteY76" fmla="*/ 389796 h 1531399"/>
                <a:gd name="connsiteX77" fmla="*/ 378191 w 1681861"/>
                <a:gd name="connsiteY77" fmla="*/ 356072 h 1531399"/>
                <a:gd name="connsiteX78" fmla="*/ 198247 w 1681861"/>
                <a:gd name="connsiteY78" fmla="*/ 562643 h 1531399"/>
                <a:gd name="connsiteX79" fmla="*/ 221869 w 1681861"/>
                <a:gd name="connsiteY79" fmla="*/ 573057 h 1531399"/>
                <a:gd name="connsiteX80" fmla="*/ 262001 w 1681861"/>
                <a:gd name="connsiteY80" fmla="*/ 656242 h 1531399"/>
                <a:gd name="connsiteX81" fmla="*/ 231648 w 1681861"/>
                <a:gd name="connsiteY81" fmla="*/ 882556 h 1531399"/>
                <a:gd name="connsiteX82" fmla="*/ 196850 w 1681861"/>
                <a:gd name="connsiteY82" fmla="*/ 903384 h 1531399"/>
                <a:gd name="connsiteX83" fmla="*/ 310642 w 1681861"/>
                <a:gd name="connsiteY83" fmla="*/ 1004095 h 1531399"/>
                <a:gd name="connsiteX84" fmla="*/ 735076 w 1681861"/>
                <a:gd name="connsiteY84" fmla="*/ 1071405 h 1531399"/>
                <a:gd name="connsiteX85" fmla="*/ 985774 w 1681861"/>
                <a:gd name="connsiteY85" fmla="*/ 914433 h 1531399"/>
                <a:gd name="connsiteX86" fmla="*/ 991489 w 1681861"/>
                <a:gd name="connsiteY86" fmla="*/ 912147 h 1531399"/>
                <a:gd name="connsiteX87" fmla="*/ 941956 w 1681861"/>
                <a:gd name="connsiteY87" fmla="*/ 447656 h 1531399"/>
                <a:gd name="connsiteX88" fmla="*/ 655811 w 1681861"/>
                <a:gd name="connsiteY88" fmla="*/ 296327 h 1531399"/>
                <a:gd name="connsiteX89" fmla="*/ 372956 w 1681861"/>
                <a:gd name="connsiteY89" fmla="*/ 354815 h 1531399"/>
                <a:gd name="connsiteX90" fmla="*/ 1107186 w 1681861"/>
                <a:gd name="connsiteY90" fmla="*/ 448343 h 1531399"/>
                <a:gd name="connsiteX91" fmla="*/ 1492250 w 1681861"/>
                <a:gd name="connsiteY91" fmla="*/ 602521 h 1531399"/>
                <a:gd name="connsiteX92" fmla="*/ 1530731 w 1681861"/>
                <a:gd name="connsiteY92" fmla="*/ 448216 h 1531399"/>
                <a:gd name="connsiteX93" fmla="*/ 1107186 w 1681861"/>
                <a:gd name="connsiteY93" fmla="*/ 448343 h 1531399"/>
                <a:gd name="connsiteX94" fmla="*/ 161417 w 1681861"/>
                <a:gd name="connsiteY94" fmla="*/ 591599 h 1531399"/>
                <a:gd name="connsiteX95" fmla="*/ 114554 w 1681861"/>
                <a:gd name="connsiteY95" fmla="*/ 808769 h 1531399"/>
                <a:gd name="connsiteX96" fmla="*/ 182499 w 1681861"/>
                <a:gd name="connsiteY96" fmla="*/ 880270 h 1531399"/>
                <a:gd name="connsiteX97" fmla="*/ 224917 w 1681861"/>
                <a:gd name="connsiteY97" fmla="*/ 844710 h 1531399"/>
                <a:gd name="connsiteX98" fmla="*/ 224536 w 1681861"/>
                <a:gd name="connsiteY98" fmla="*/ 621698 h 1531399"/>
                <a:gd name="connsiteX99" fmla="*/ 161417 w 1681861"/>
                <a:gd name="connsiteY99" fmla="*/ 591599 h 1531399"/>
                <a:gd name="connsiteX100" fmla="*/ 1039622 w 1681861"/>
                <a:gd name="connsiteY100" fmla="*/ 587916 h 1531399"/>
                <a:gd name="connsiteX101" fmla="*/ 1037717 w 1681861"/>
                <a:gd name="connsiteY101" fmla="*/ 881540 h 1531399"/>
                <a:gd name="connsiteX102" fmla="*/ 1039622 w 1681861"/>
                <a:gd name="connsiteY102" fmla="*/ 587916 h 1531399"/>
                <a:gd name="connsiteX103" fmla="*/ 1514094 w 1681861"/>
                <a:gd name="connsiteY103" fmla="*/ 595663 h 1531399"/>
                <a:gd name="connsiteX104" fmla="*/ 1513586 w 1681861"/>
                <a:gd name="connsiteY104" fmla="*/ 683293 h 1531399"/>
                <a:gd name="connsiteX105" fmla="*/ 1513332 w 1681861"/>
                <a:gd name="connsiteY105" fmla="*/ 895637 h 1531399"/>
                <a:gd name="connsiteX106" fmla="*/ 1528953 w 1681861"/>
                <a:gd name="connsiteY106" fmla="*/ 993935 h 1531399"/>
                <a:gd name="connsiteX107" fmla="*/ 1648333 w 1681861"/>
                <a:gd name="connsiteY107" fmla="*/ 974758 h 1531399"/>
                <a:gd name="connsiteX108" fmla="*/ 1654810 w 1681861"/>
                <a:gd name="connsiteY108" fmla="*/ 822739 h 1531399"/>
                <a:gd name="connsiteX109" fmla="*/ 1655191 w 1681861"/>
                <a:gd name="connsiteY109" fmla="*/ 684055 h 1531399"/>
                <a:gd name="connsiteX110" fmla="*/ 1654683 w 1681861"/>
                <a:gd name="connsiteY110" fmla="*/ 596044 h 1531399"/>
                <a:gd name="connsiteX111" fmla="*/ 1514094 w 1681861"/>
                <a:gd name="connsiteY111" fmla="*/ 595663 h 1531399"/>
                <a:gd name="connsiteX112" fmla="*/ 1371092 w 1681861"/>
                <a:gd name="connsiteY112" fmla="*/ 936404 h 1531399"/>
                <a:gd name="connsiteX113" fmla="*/ 1249807 w 1681861"/>
                <a:gd name="connsiteY113" fmla="*/ 1048164 h 1531399"/>
                <a:gd name="connsiteX114" fmla="*/ 1261618 w 1681861"/>
                <a:gd name="connsiteY114" fmla="*/ 977806 h 1531399"/>
                <a:gd name="connsiteX115" fmla="*/ 1208151 w 1681861"/>
                <a:gd name="connsiteY115" fmla="*/ 990252 h 1531399"/>
                <a:gd name="connsiteX116" fmla="*/ 1338961 w 1681861"/>
                <a:gd name="connsiteY116" fmla="*/ 1202723 h 1531399"/>
                <a:gd name="connsiteX117" fmla="*/ 1462913 w 1681861"/>
                <a:gd name="connsiteY117" fmla="*/ 956470 h 1531399"/>
                <a:gd name="connsiteX118" fmla="*/ 1387475 w 1681861"/>
                <a:gd name="connsiteY118" fmla="*/ 1049434 h 1531399"/>
                <a:gd name="connsiteX119" fmla="*/ 1427988 w 1681861"/>
                <a:gd name="connsiteY119" fmla="*/ 943389 h 1531399"/>
                <a:gd name="connsiteX120" fmla="*/ 1371092 w 1681861"/>
                <a:gd name="connsiteY120" fmla="*/ 936404 h 1531399"/>
                <a:gd name="connsiteX121" fmla="*/ 1081532 w 1681861"/>
                <a:gd name="connsiteY121" fmla="*/ 1218471 h 1531399"/>
                <a:gd name="connsiteX122" fmla="*/ 1025652 w 1681861"/>
                <a:gd name="connsiteY122" fmla="*/ 1239172 h 1531399"/>
                <a:gd name="connsiteX123" fmla="*/ 1042035 w 1681861"/>
                <a:gd name="connsiteY123" fmla="*/ 1214534 h 1531399"/>
                <a:gd name="connsiteX124" fmla="*/ 913638 w 1681861"/>
                <a:gd name="connsiteY124" fmla="*/ 1136302 h 1531399"/>
                <a:gd name="connsiteX125" fmla="*/ 964057 w 1681861"/>
                <a:gd name="connsiteY125" fmla="*/ 1385222 h 1531399"/>
                <a:gd name="connsiteX126" fmla="*/ 1097915 w 1681861"/>
                <a:gd name="connsiteY126" fmla="*/ 1412781 h 1531399"/>
                <a:gd name="connsiteX127" fmla="*/ 1340866 w 1681861"/>
                <a:gd name="connsiteY127" fmla="*/ 1232060 h 1531399"/>
                <a:gd name="connsiteX128" fmla="*/ 1181608 w 1681861"/>
                <a:gd name="connsiteY128" fmla="*/ 1117506 h 1531399"/>
                <a:gd name="connsiteX129" fmla="*/ 1081532 w 1681861"/>
                <a:gd name="connsiteY129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083183 w 1681861"/>
                <a:gd name="connsiteY55" fmla="*/ 442882 h 1531399"/>
                <a:gd name="connsiteX56" fmla="*/ 1224407 w 1681861"/>
                <a:gd name="connsiteY56" fmla="*/ 256192 h 1531399"/>
                <a:gd name="connsiteX57" fmla="*/ 1224407 w 1681861"/>
                <a:gd name="connsiteY57" fmla="*/ 107094 h 1531399"/>
                <a:gd name="connsiteX58" fmla="*/ 1182497 w 1681861"/>
                <a:gd name="connsiteY58" fmla="*/ 39149 h 1531399"/>
                <a:gd name="connsiteX59" fmla="*/ 1217930 w 1681861"/>
                <a:gd name="connsiteY59" fmla="*/ 33307 h 1531399"/>
                <a:gd name="connsiteX60" fmla="*/ 1235710 w 1681861"/>
                <a:gd name="connsiteY60" fmla="*/ 80932 h 1531399"/>
                <a:gd name="connsiteX61" fmla="*/ 1415161 w 1681861"/>
                <a:gd name="connsiteY61" fmla="*/ 77122 h 1531399"/>
                <a:gd name="connsiteX62" fmla="*/ 1427353 w 1681861"/>
                <a:gd name="connsiteY62" fmla="*/ 31148 h 1531399"/>
                <a:gd name="connsiteX63" fmla="*/ 1217930 w 1681861"/>
                <a:gd name="connsiteY63" fmla="*/ 33307 h 1531399"/>
                <a:gd name="connsiteX64" fmla="*/ 1249680 w 1681861"/>
                <a:gd name="connsiteY64" fmla="*/ 103665 h 1531399"/>
                <a:gd name="connsiteX65" fmla="*/ 1249807 w 1681861"/>
                <a:gd name="connsiteY65" fmla="*/ 153703 h 1531399"/>
                <a:gd name="connsiteX66" fmla="*/ 1249934 w 1681861"/>
                <a:gd name="connsiteY66" fmla="*/ 272067 h 1531399"/>
                <a:gd name="connsiteX67" fmla="*/ 1111631 w 1681861"/>
                <a:gd name="connsiteY67" fmla="*/ 422435 h 1531399"/>
                <a:gd name="connsiteX68" fmla="*/ 1502918 w 1681861"/>
                <a:gd name="connsiteY68" fmla="*/ 423070 h 1531399"/>
                <a:gd name="connsiteX69" fmla="*/ 1498473 w 1681861"/>
                <a:gd name="connsiteY69" fmla="*/ 350299 h 1531399"/>
                <a:gd name="connsiteX70" fmla="*/ 1391920 w 1681861"/>
                <a:gd name="connsiteY70" fmla="*/ 155354 h 1531399"/>
                <a:gd name="connsiteX71" fmla="*/ 1392047 w 1681861"/>
                <a:gd name="connsiteY71" fmla="*/ 104173 h 1531399"/>
                <a:gd name="connsiteX72" fmla="*/ 1249680 w 1681861"/>
                <a:gd name="connsiteY72" fmla="*/ 103665 h 1531399"/>
                <a:gd name="connsiteX73" fmla="*/ 1522730 w 1681861"/>
                <a:gd name="connsiteY73" fmla="*/ 389796 h 1531399"/>
                <a:gd name="connsiteX74" fmla="*/ 1567561 w 1681861"/>
                <a:gd name="connsiteY74" fmla="*/ 335313 h 1531399"/>
                <a:gd name="connsiteX75" fmla="*/ 1522730 w 1681861"/>
                <a:gd name="connsiteY75" fmla="*/ 389796 h 1531399"/>
                <a:gd name="connsiteX76" fmla="*/ 378191 w 1681861"/>
                <a:gd name="connsiteY76" fmla="*/ 356072 h 1531399"/>
                <a:gd name="connsiteX77" fmla="*/ 198247 w 1681861"/>
                <a:gd name="connsiteY77" fmla="*/ 562643 h 1531399"/>
                <a:gd name="connsiteX78" fmla="*/ 221869 w 1681861"/>
                <a:gd name="connsiteY78" fmla="*/ 573057 h 1531399"/>
                <a:gd name="connsiteX79" fmla="*/ 262001 w 1681861"/>
                <a:gd name="connsiteY79" fmla="*/ 656242 h 1531399"/>
                <a:gd name="connsiteX80" fmla="*/ 231648 w 1681861"/>
                <a:gd name="connsiteY80" fmla="*/ 882556 h 1531399"/>
                <a:gd name="connsiteX81" fmla="*/ 196850 w 1681861"/>
                <a:gd name="connsiteY81" fmla="*/ 903384 h 1531399"/>
                <a:gd name="connsiteX82" fmla="*/ 310642 w 1681861"/>
                <a:gd name="connsiteY82" fmla="*/ 1004095 h 1531399"/>
                <a:gd name="connsiteX83" fmla="*/ 735076 w 1681861"/>
                <a:gd name="connsiteY83" fmla="*/ 1071405 h 1531399"/>
                <a:gd name="connsiteX84" fmla="*/ 985774 w 1681861"/>
                <a:gd name="connsiteY84" fmla="*/ 914433 h 1531399"/>
                <a:gd name="connsiteX85" fmla="*/ 991489 w 1681861"/>
                <a:gd name="connsiteY85" fmla="*/ 912147 h 1531399"/>
                <a:gd name="connsiteX86" fmla="*/ 941956 w 1681861"/>
                <a:gd name="connsiteY86" fmla="*/ 447656 h 1531399"/>
                <a:gd name="connsiteX87" fmla="*/ 655811 w 1681861"/>
                <a:gd name="connsiteY87" fmla="*/ 296327 h 1531399"/>
                <a:gd name="connsiteX88" fmla="*/ 372956 w 1681861"/>
                <a:gd name="connsiteY88" fmla="*/ 354815 h 1531399"/>
                <a:gd name="connsiteX89" fmla="*/ 1107186 w 1681861"/>
                <a:gd name="connsiteY89" fmla="*/ 448343 h 1531399"/>
                <a:gd name="connsiteX90" fmla="*/ 1492250 w 1681861"/>
                <a:gd name="connsiteY90" fmla="*/ 602521 h 1531399"/>
                <a:gd name="connsiteX91" fmla="*/ 1530731 w 1681861"/>
                <a:gd name="connsiteY91" fmla="*/ 448216 h 1531399"/>
                <a:gd name="connsiteX92" fmla="*/ 1107186 w 1681861"/>
                <a:gd name="connsiteY92" fmla="*/ 448343 h 1531399"/>
                <a:gd name="connsiteX93" fmla="*/ 161417 w 1681861"/>
                <a:gd name="connsiteY93" fmla="*/ 591599 h 1531399"/>
                <a:gd name="connsiteX94" fmla="*/ 114554 w 1681861"/>
                <a:gd name="connsiteY94" fmla="*/ 808769 h 1531399"/>
                <a:gd name="connsiteX95" fmla="*/ 182499 w 1681861"/>
                <a:gd name="connsiteY95" fmla="*/ 880270 h 1531399"/>
                <a:gd name="connsiteX96" fmla="*/ 224917 w 1681861"/>
                <a:gd name="connsiteY96" fmla="*/ 844710 h 1531399"/>
                <a:gd name="connsiteX97" fmla="*/ 224536 w 1681861"/>
                <a:gd name="connsiteY97" fmla="*/ 621698 h 1531399"/>
                <a:gd name="connsiteX98" fmla="*/ 161417 w 1681861"/>
                <a:gd name="connsiteY98" fmla="*/ 591599 h 1531399"/>
                <a:gd name="connsiteX99" fmla="*/ 1039622 w 1681861"/>
                <a:gd name="connsiteY99" fmla="*/ 587916 h 1531399"/>
                <a:gd name="connsiteX100" fmla="*/ 1037717 w 1681861"/>
                <a:gd name="connsiteY100" fmla="*/ 881540 h 1531399"/>
                <a:gd name="connsiteX101" fmla="*/ 1039622 w 1681861"/>
                <a:gd name="connsiteY101" fmla="*/ 587916 h 1531399"/>
                <a:gd name="connsiteX102" fmla="*/ 1514094 w 1681861"/>
                <a:gd name="connsiteY102" fmla="*/ 595663 h 1531399"/>
                <a:gd name="connsiteX103" fmla="*/ 1513586 w 1681861"/>
                <a:gd name="connsiteY103" fmla="*/ 683293 h 1531399"/>
                <a:gd name="connsiteX104" fmla="*/ 1513332 w 1681861"/>
                <a:gd name="connsiteY104" fmla="*/ 895637 h 1531399"/>
                <a:gd name="connsiteX105" fmla="*/ 1528953 w 1681861"/>
                <a:gd name="connsiteY105" fmla="*/ 993935 h 1531399"/>
                <a:gd name="connsiteX106" fmla="*/ 1648333 w 1681861"/>
                <a:gd name="connsiteY106" fmla="*/ 974758 h 1531399"/>
                <a:gd name="connsiteX107" fmla="*/ 1654810 w 1681861"/>
                <a:gd name="connsiteY107" fmla="*/ 822739 h 1531399"/>
                <a:gd name="connsiteX108" fmla="*/ 1655191 w 1681861"/>
                <a:gd name="connsiteY108" fmla="*/ 684055 h 1531399"/>
                <a:gd name="connsiteX109" fmla="*/ 1654683 w 1681861"/>
                <a:gd name="connsiteY109" fmla="*/ 596044 h 1531399"/>
                <a:gd name="connsiteX110" fmla="*/ 1514094 w 1681861"/>
                <a:gd name="connsiteY110" fmla="*/ 595663 h 1531399"/>
                <a:gd name="connsiteX111" fmla="*/ 1371092 w 1681861"/>
                <a:gd name="connsiteY111" fmla="*/ 936404 h 1531399"/>
                <a:gd name="connsiteX112" fmla="*/ 1249807 w 1681861"/>
                <a:gd name="connsiteY112" fmla="*/ 1048164 h 1531399"/>
                <a:gd name="connsiteX113" fmla="*/ 1261618 w 1681861"/>
                <a:gd name="connsiteY113" fmla="*/ 977806 h 1531399"/>
                <a:gd name="connsiteX114" fmla="*/ 1208151 w 1681861"/>
                <a:gd name="connsiteY114" fmla="*/ 990252 h 1531399"/>
                <a:gd name="connsiteX115" fmla="*/ 1338961 w 1681861"/>
                <a:gd name="connsiteY115" fmla="*/ 1202723 h 1531399"/>
                <a:gd name="connsiteX116" fmla="*/ 1462913 w 1681861"/>
                <a:gd name="connsiteY116" fmla="*/ 956470 h 1531399"/>
                <a:gd name="connsiteX117" fmla="*/ 1387475 w 1681861"/>
                <a:gd name="connsiteY117" fmla="*/ 1049434 h 1531399"/>
                <a:gd name="connsiteX118" fmla="*/ 1427988 w 1681861"/>
                <a:gd name="connsiteY118" fmla="*/ 943389 h 1531399"/>
                <a:gd name="connsiteX119" fmla="*/ 1371092 w 1681861"/>
                <a:gd name="connsiteY119" fmla="*/ 936404 h 1531399"/>
                <a:gd name="connsiteX120" fmla="*/ 1081532 w 1681861"/>
                <a:gd name="connsiteY120" fmla="*/ 1218471 h 1531399"/>
                <a:gd name="connsiteX121" fmla="*/ 1025652 w 1681861"/>
                <a:gd name="connsiteY121" fmla="*/ 1239172 h 1531399"/>
                <a:gd name="connsiteX122" fmla="*/ 1042035 w 1681861"/>
                <a:gd name="connsiteY122" fmla="*/ 1214534 h 1531399"/>
                <a:gd name="connsiteX123" fmla="*/ 913638 w 1681861"/>
                <a:gd name="connsiteY123" fmla="*/ 1136302 h 1531399"/>
                <a:gd name="connsiteX124" fmla="*/ 964057 w 1681861"/>
                <a:gd name="connsiteY124" fmla="*/ 1385222 h 1531399"/>
                <a:gd name="connsiteX125" fmla="*/ 1097915 w 1681861"/>
                <a:gd name="connsiteY125" fmla="*/ 1412781 h 1531399"/>
                <a:gd name="connsiteX126" fmla="*/ 1340866 w 1681861"/>
                <a:gd name="connsiteY126" fmla="*/ 1232060 h 1531399"/>
                <a:gd name="connsiteX127" fmla="*/ 1181608 w 1681861"/>
                <a:gd name="connsiteY127" fmla="*/ 1117506 h 1531399"/>
                <a:gd name="connsiteX128" fmla="*/ 1081532 w 1681861"/>
                <a:gd name="connsiteY128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492250 w 1681861"/>
                <a:gd name="connsiteY89" fmla="*/ 602521 h 1531399"/>
                <a:gd name="connsiteX90" fmla="*/ 1530731 w 1681861"/>
                <a:gd name="connsiteY90" fmla="*/ 448216 h 1531399"/>
                <a:gd name="connsiteX91" fmla="*/ 1107186 w 1681861"/>
                <a:gd name="connsiteY91" fmla="*/ 448343 h 1531399"/>
                <a:gd name="connsiteX92" fmla="*/ 161417 w 1681861"/>
                <a:gd name="connsiteY92" fmla="*/ 591599 h 1531399"/>
                <a:gd name="connsiteX93" fmla="*/ 114554 w 1681861"/>
                <a:gd name="connsiteY93" fmla="*/ 808769 h 1531399"/>
                <a:gd name="connsiteX94" fmla="*/ 182499 w 1681861"/>
                <a:gd name="connsiteY94" fmla="*/ 880270 h 1531399"/>
                <a:gd name="connsiteX95" fmla="*/ 224917 w 1681861"/>
                <a:gd name="connsiteY95" fmla="*/ 844710 h 1531399"/>
                <a:gd name="connsiteX96" fmla="*/ 224536 w 1681861"/>
                <a:gd name="connsiteY96" fmla="*/ 621698 h 1531399"/>
                <a:gd name="connsiteX97" fmla="*/ 161417 w 1681861"/>
                <a:gd name="connsiteY97" fmla="*/ 591599 h 1531399"/>
                <a:gd name="connsiteX98" fmla="*/ 1039622 w 1681861"/>
                <a:gd name="connsiteY98" fmla="*/ 587916 h 1531399"/>
                <a:gd name="connsiteX99" fmla="*/ 1037717 w 1681861"/>
                <a:gd name="connsiteY99" fmla="*/ 881540 h 1531399"/>
                <a:gd name="connsiteX100" fmla="*/ 1039622 w 1681861"/>
                <a:gd name="connsiteY100" fmla="*/ 587916 h 1531399"/>
                <a:gd name="connsiteX101" fmla="*/ 1514094 w 1681861"/>
                <a:gd name="connsiteY101" fmla="*/ 595663 h 1531399"/>
                <a:gd name="connsiteX102" fmla="*/ 1513586 w 1681861"/>
                <a:gd name="connsiteY102" fmla="*/ 683293 h 1531399"/>
                <a:gd name="connsiteX103" fmla="*/ 1513332 w 1681861"/>
                <a:gd name="connsiteY103" fmla="*/ 895637 h 1531399"/>
                <a:gd name="connsiteX104" fmla="*/ 1528953 w 1681861"/>
                <a:gd name="connsiteY104" fmla="*/ 993935 h 1531399"/>
                <a:gd name="connsiteX105" fmla="*/ 1648333 w 1681861"/>
                <a:gd name="connsiteY105" fmla="*/ 974758 h 1531399"/>
                <a:gd name="connsiteX106" fmla="*/ 1654810 w 1681861"/>
                <a:gd name="connsiteY106" fmla="*/ 822739 h 1531399"/>
                <a:gd name="connsiteX107" fmla="*/ 1655191 w 1681861"/>
                <a:gd name="connsiteY107" fmla="*/ 684055 h 1531399"/>
                <a:gd name="connsiteX108" fmla="*/ 1654683 w 1681861"/>
                <a:gd name="connsiteY108" fmla="*/ 596044 h 1531399"/>
                <a:gd name="connsiteX109" fmla="*/ 1514094 w 1681861"/>
                <a:gd name="connsiteY109" fmla="*/ 595663 h 1531399"/>
                <a:gd name="connsiteX110" fmla="*/ 1371092 w 1681861"/>
                <a:gd name="connsiteY110" fmla="*/ 936404 h 1531399"/>
                <a:gd name="connsiteX111" fmla="*/ 1249807 w 1681861"/>
                <a:gd name="connsiteY111" fmla="*/ 1048164 h 1531399"/>
                <a:gd name="connsiteX112" fmla="*/ 1261618 w 1681861"/>
                <a:gd name="connsiteY112" fmla="*/ 977806 h 1531399"/>
                <a:gd name="connsiteX113" fmla="*/ 1208151 w 1681861"/>
                <a:gd name="connsiteY113" fmla="*/ 990252 h 1531399"/>
                <a:gd name="connsiteX114" fmla="*/ 1338961 w 1681861"/>
                <a:gd name="connsiteY114" fmla="*/ 1202723 h 1531399"/>
                <a:gd name="connsiteX115" fmla="*/ 1462913 w 1681861"/>
                <a:gd name="connsiteY115" fmla="*/ 956470 h 1531399"/>
                <a:gd name="connsiteX116" fmla="*/ 1387475 w 1681861"/>
                <a:gd name="connsiteY116" fmla="*/ 1049434 h 1531399"/>
                <a:gd name="connsiteX117" fmla="*/ 1427988 w 1681861"/>
                <a:gd name="connsiteY117" fmla="*/ 943389 h 1531399"/>
                <a:gd name="connsiteX118" fmla="*/ 1371092 w 1681861"/>
                <a:gd name="connsiteY118" fmla="*/ 936404 h 1531399"/>
                <a:gd name="connsiteX119" fmla="*/ 1081532 w 1681861"/>
                <a:gd name="connsiteY119" fmla="*/ 1218471 h 1531399"/>
                <a:gd name="connsiteX120" fmla="*/ 1025652 w 1681861"/>
                <a:gd name="connsiteY120" fmla="*/ 1239172 h 1531399"/>
                <a:gd name="connsiteX121" fmla="*/ 1042035 w 1681861"/>
                <a:gd name="connsiteY121" fmla="*/ 1214534 h 1531399"/>
                <a:gd name="connsiteX122" fmla="*/ 913638 w 1681861"/>
                <a:gd name="connsiteY122" fmla="*/ 1136302 h 1531399"/>
                <a:gd name="connsiteX123" fmla="*/ 964057 w 1681861"/>
                <a:gd name="connsiteY123" fmla="*/ 1385222 h 1531399"/>
                <a:gd name="connsiteX124" fmla="*/ 1097915 w 1681861"/>
                <a:gd name="connsiteY124" fmla="*/ 1412781 h 1531399"/>
                <a:gd name="connsiteX125" fmla="*/ 1340866 w 1681861"/>
                <a:gd name="connsiteY125" fmla="*/ 1232060 h 1531399"/>
                <a:gd name="connsiteX126" fmla="*/ 1181608 w 1681861"/>
                <a:gd name="connsiteY126" fmla="*/ 1117506 h 1531399"/>
                <a:gd name="connsiteX127" fmla="*/ 1081532 w 1681861"/>
                <a:gd name="connsiteY127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4094 w 1681861"/>
                <a:gd name="connsiteY100" fmla="*/ 595663 h 1531399"/>
                <a:gd name="connsiteX101" fmla="*/ 1513586 w 1681861"/>
                <a:gd name="connsiteY101" fmla="*/ 683293 h 1531399"/>
                <a:gd name="connsiteX102" fmla="*/ 1513332 w 1681861"/>
                <a:gd name="connsiteY102" fmla="*/ 895637 h 1531399"/>
                <a:gd name="connsiteX103" fmla="*/ 1528953 w 1681861"/>
                <a:gd name="connsiteY103" fmla="*/ 993935 h 1531399"/>
                <a:gd name="connsiteX104" fmla="*/ 1648333 w 1681861"/>
                <a:gd name="connsiteY104" fmla="*/ 974758 h 1531399"/>
                <a:gd name="connsiteX105" fmla="*/ 1654810 w 1681861"/>
                <a:gd name="connsiteY105" fmla="*/ 822739 h 1531399"/>
                <a:gd name="connsiteX106" fmla="*/ 1655191 w 1681861"/>
                <a:gd name="connsiteY106" fmla="*/ 684055 h 1531399"/>
                <a:gd name="connsiteX107" fmla="*/ 1654683 w 1681861"/>
                <a:gd name="connsiteY107" fmla="*/ 596044 h 1531399"/>
                <a:gd name="connsiteX108" fmla="*/ 1514094 w 1681861"/>
                <a:gd name="connsiteY108" fmla="*/ 595663 h 1531399"/>
                <a:gd name="connsiteX109" fmla="*/ 1371092 w 1681861"/>
                <a:gd name="connsiteY109" fmla="*/ 936404 h 1531399"/>
                <a:gd name="connsiteX110" fmla="*/ 1249807 w 1681861"/>
                <a:gd name="connsiteY110" fmla="*/ 1048164 h 1531399"/>
                <a:gd name="connsiteX111" fmla="*/ 1261618 w 1681861"/>
                <a:gd name="connsiteY111" fmla="*/ 977806 h 1531399"/>
                <a:gd name="connsiteX112" fmla="*/ 1208151 w 1681861"/>
                <a:gd name="connsiteY112" fmla="*/ 990252 h 1531399"/>
                <a:gd name="connsiteX113" fmla="*/ 1338961 w 1681861"/>
                <a:gd name="connsiteY113" fmla="*/ 1202723 h 1531399"/>
                <a:gd name="connsiteX114" fmla="*/ 1462913 w 1681861"/>
                <a:gd name="connsiteY114" fmla="*/ 956470 h 1531399"/>
                <a:gd name="connsiteX115" fmla="*/ 1387475 w 1681861"/>
                <a:gd name="connsiteY115" fmla="*/ 1049434 h 1531399"/>
                <a:gd name="connsiteX116" fmla="*/ 1427988 w 1681861"/>
                <a:gd name="connsiteY116" fmla="*/ 943389 h 1531399"/>
                <a:gd name="connsiteX117" fmla="*/ 1371092 w 1681861"/>
                <a:gd name="connsiteY117" fmla="*/ 936404 h 1531399"/>
                <a:gd name="connsiteX118" fmla="*/ 1081532 w 1681861"/>
                <a:gd name="connsiteY118" fmla="*/ 1218471 h 1531399"/>
                <a:gd name="connsiteX119" fmla="*/ 1025652 w 1681861"/>
                <a:gd name="connsiteY119" fmla="*/ 1239172 h 1531399"/>
                <a:gd name="connsiteX120" fmla="*/ 1042035 w 1681861"/>
                <a:gd name="connsiteY120" fmla="*/ 1214534 h 1531399"/>
                <a:gd name="connsiteX121" fmla="*/ 913638 w 1681861"/>
                <a:gd name="connsiteY121" fmla="*/ 1136302 h 1531399"/>
                <a:gd name="connsiteX122" fmla="*/ 964057 w 1681861"/>
                <a:gd name="connsiteY122" fmla="*/ 1385222 h 1531399"/>
                <a:gd name="connsiteX123" fmla="*/ 1097915 w 1681861"/>
                <a:gd name="connsiteY123" fmla="*/ 1412781 h 1531399"/>
                <a:gd name="connsiteX124" fmla="*/ 1340866 w 1681861"/>
                <a:gd name="connsiteY124" fmla="*/ 1232060 h 1531399"/>
                <a:gd name="connsiteX125" fmla="*/ 1181608 w 1681861"/>
                <a:gd name="connsiteY125" fmla="*/ 1117506 h 1531399"/>
                <a:gd name="connsiteX126" fmla="*/ 1081532 w 1681861"/>
                <a:gd name="connsiteY126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4094 w 1681861"/>
                <a:gd name="connsiteY100" fmla="*/ 595663 h 1531399"/>
                <a:gd name="connsiteX101" fmla="*/ 1513586 w 1681861"/>
                <a:gd name="connsiteY101" fmla="*/ 683293 h 1531399"/>
                <a:gd name="connsiteX102" fmla="*/ 1513332 w 1681861"/>
                <a:gd name="connsiteY102" fmla="*/ 895637 h 1531399"/>
                <a:gd name="connsiteX103" fmla="*/ 1528953 w 1681861"/>
                <a:gd name="connsiteY103" fmla="*/ 993935 h 1531399"/>
                <a:gd name="connsiteX104" fmla="*/ 1648333 w 1681861"/>
                <a:gd name="connsiteY104" fmla="*/ 974758 h 1531399"/>
                <a:gd name="connsiteX105" fmla="*/ 1654810 w 1681861"/>
                <a:gd name="connsiteY105" fmla="*/ 822739 h 1531399"/>
                <a:gd name="connsiteX106" fmla="*/ 1655191 w 1681861"/>
                <a:gd name="connsiteY106" fmla="*/ 684055 h 1531399"/>
                <a:gd name="connsiteX107" fmla="*/ 1654683 w 1681861"/>
                <a:gd name="connsiteY107" fmla="*/ 596044 h 1531399"/>
                <a:gd name="connsiteX108" fmla="*/ 1371092 w 1681861"/>
                <a:gd name="connsiteY108" fmla="*/ 936404 h 1531399"/>
                <a:gd name="connsiteX109" fmla="*/ 1249807 w 1681861"/>
                <a:gd name="connsiteY109" fmla="*/ 1048164 h 1531399"/>
                <a:gd name="connsiteX110" fmla="*/ 1261618 w 1681861"/>
                <a:gd name="connsiteY110" fmla="*/ 977806 h 1531399"/>
                <a:gd name="connsiteX111" fmla="*/ 1208151 w 1681861"/>
                <a:gd name="connsiteY111" fmla="*/ 990252 h 1531399"/>
                <a:gd name="connsiteX112" fmla="*/ 1338961 w 1681861"/>
                <a:gd name="connsiteY112" fmla="*/ 1202723 h 1531399"/>
                <a:gd name="connsiteX113" fmla="*/ 1462913 w 1681861"/>
                <a:gd name="connsiteY113" fmla="*/ 956470 h 1531399"/>
                <a:gd name="connsiteX114" fmla="*/ 1387475 w 1681861"/>
                <a:gd name="connsiteY114" fmla="*/ 1049434 h 1531399"/>
                <a:gd name="connsiteX115" fmla="*/ 1427988 w 1681861"/>
                <a:gd name="connsiteY115" fmla="*/ 943389 h 1531399"/>
                <a:gd name="connsiteX116" fmla="*/ 1371092 w 1681861"/>
                <a:gd name="connsiteY116" fmla="*/ 936404 h 1531399"/>
                <a:gd name="connsiteX117" fmla="*/ 1081532 w 1681861"/>
                <a:gd name="connsiteY117" fmla="*/ 1218471 h 1531399"/>
                <a:gd name="connsiteX118" fmla="*/ 1025652 w 1681861"/>
                <a:gd name="connsiteY118" fmla="*/ 1239172 h 1531399"/>
                <a:gd name="connsiteX119" fmla="*/ 1042035 w 1681861"/>
                <a:gd name="connsiteY119" fmla="*/ 1214534 h 1531399"/>
                <a:gd name="connsiteX120" fmla="*/ 913638 w 1681861"/>
                <a:gd name="connsiteY120" fmla="*/ 1136302 h 1531399"/>
                <a:gd name="connsiteX121" fmla="*/ 964057 w 1681861"/>
                <a:gd name="connsiteY121" fmla="*/ 1385222 h 1531399"/>
                <a:gd name="connsiteX122" fmla="*/ 1097915 w 1681861"/>
                <a:gd name="connsiteY122" fmla="*/ 1412781 h 1531399"/>
                <a:gd name="connsiteX123" fmla="*/ 1340866 w 1681861"/>
                <a:gd name="connsiteY123" fmla="*/ 1232060 h 1531399"/>
                <a:gd name="connsiteX124" fmla="*/ 1181608 w 1681861"/>
                <a:gd name="connsiteY124" fmla="*/ 1117506 h 1531399"/>
                <a:gd name="connsiteX125" fmla="*/ 1081532 w 1681861"/>
                <a:gd name="connsiteY125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4094 w 1681861"/>
                <a:gd name="connsiteY100" fmla="*/ 595663 h 1531399"/>
                <a:gd name="connsiteX101" fmla="*/ 1513332 w 1681861"/>
                <a:gd name="connsiteY101" fmla="*/ 895637 h 1531399"/>
                <a:gd name="connsiteX102" fmla="*/ 1528953 w 1681861"/>
                <a:gd name="connsiteY102" fmla="*/ 993935 h 1531399"/>
                <a:gd name="connsiteX103" fmla="*/ 1648333 w 1681861"/>
                <a:gd name="connsiteY103" fmla="*/ 974758 h 1531399"/>
                <a:gd name="connsiteX104" fmla="*/ 1654810 w 1681861"/>
                <a:gd name="connsiteY104" fmla="*/ 822739 h 1531399"/>
                <a:gd name="connsiteX105" fmla="*/ 1655191 w 1681861"/>
                <a:gd name="connsiteY105" fmla="*/ 684055 h 1531399"/>
                <a:gd name="connsiteX106" fmla="*/ 1654683 w 1681861"/>
                <a:gd name="connsiteY106" fmla="*/ 596044 h 1531399"/>
                <a:gd name="connsiteX107" fmla="*/ 1371092 w 1681861"/>
                <a:gd name="connsiteY107" fmla="*/ 936404 h 1531399"/>
                <a:gd name="connsiteX108" fmla="*/ 1249807 w 1681861"/>
                <a:gd name="connsiteY108" fmla="*/ 1048164 h 1531399"/>
                <a:gd name="connsiteX109" fmla="*/ 1261618 w 1681861"/>
                <a:gd name="connsiteY109" fmla="*/ 977806 h 1531399"/>
                <a:gd name="connsiteX110" fmla="*/ 1208151 w 1681861"/>
                <a:gd name="connsiteY110" fmla="*/ 990252 h 1531399"/>
                <a:gd name="connsiteX111" fmla="*/ 1338961 w 1681861"/>
                <a:gd name="connsiteY111" fmla="*/ 1202723 h 1531399"/>
                <a:gd name="connsiteX112" fmla="*/ 1462913 w 1681861"/>
                <a:gd name="connsiteY112" fmla="*/ 956470 h 1531399"/>
                <a:gd name="connsiteX113" fmla="*/ 1387475 w 1681861"/>
                <a:gd name="connsiteY113" fmla="*/ 1049434 h 1531399"/>
                <a:gd name="connsiteX114" fmla="*/ 1427988 w 1681861"/>
                <a:gd name="connsiteY114" fmla="*/ 943389 h 1531399"/>
                <a:gd name="connsiteX115" fmla="*/ 1371092 w 1681861"/>
                <a:gd name="connsiteY115" fmla="*/ 936404 h 1531399"/>
                <a:gd name="connsiteX116" fmla="*/ 1081532 w 1681861"/>
                <a:gd name="connsiteY116" fmla="*/ 1218471 h 1531399"/>
                <a:gd name="connsiteX117" fmla="*/ 1025652 w 1681861"/>
                <a:gd name="connsiteY117" fmla="*/ 1239172 h 1531399"/>
                <a:gd name="connsiteX118" fmla="*/ 1042035 w 1681861"/>
                <a:gd name="connsiteY118" fmla="*/ 1214534 h 1531399"/>
                <a:gd name="connsiteX119" fmla="*/ 913638 w 1681861"/>
                <a:gd name="connsiteY119" fmla="*/ 1136302 h 1531399"/>
                <a:gd name="connsiteX120" fmla="*/ 964057 w 1681861"/>
                <a:gd name="connsiteY120" fmla="*/ 1385222 h 1531399"/>
                <a:gd name="connsiteX121" fmla="*/ 1097915 w 1681861"/>
                <a:gd name="connsiteY121" fmla="*/ 1412781 h 1531399"/>
                <a:gd name="connsiteX122" fmla="*/ 1340866 w 1681861"/>
                <a:gd name="connsiteY122" fmla="*/ 1232060 h 1531399"/>
                <a:gd name="connsiteX123" fmla="*/ 1181608 w 1681861"/>
                <a:gd name="connsiteY123" fmla="*/ 1117506 h 1531399"/>
                <a:gd name="connsiteX124" fmla="*/ 1081532 w 1681861"/>
                <a:gd name="connsiteY124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3332 w 1681861"/>
                <a:gd name="connsiteY100" fmla="*/ 895637 h 1531399"/>
                <a:gd name="connsiteX101" fmla="*/ 1528953 w 1681861"/>
                <a:gd name="connsiteY101" fmla="*/ 993935 h 1531399"/>
                <a:gd name="connsiteX102" fmla="*/ 1648333 w 1681861"/>
                <a:gd name="connsiteY102" fmla="*/ 974758 h 1531399"/>
                <a:gd name="connsiteX103" fmla="*/ 1654810 w 1681861"/>
                <a:gd name="connsiteY103" fmla="*/ 822739 h 1531399"/>
                <a:gd name="connsiteX104" fmla="*/ 1655191 w 1681861"/>
                <a:gd name="connsiteY104" fmla="*/ 684055 h 1531399"/>
                <a:gd name="connsiteX105" fmla="*/ 1654683 w 1681861"/>
                <a:gd name="connsiteY105" fmla="*/ 596044 h 1531399"/>
                <a:gd name="connsiteX106" fmla="*/ 1371092 w 1681861"/>
                <a:gd name="connsiteY106" fmla="*/ 936404 h 1531399"/>
                <a:gd name="connsiteX107" fmla="*/ 1249807 w 1681861"/>
                <a:gd name="connsiteY107" fmla="*/ 1048164 h 1531399"/>
                <a:gd name="connsiteX108" fmla="*/ 1261618 w 1681861"/>
                <a:gd name="connsiteY108" fmla="*/ 977806 h 1531399"/>
                <a:gd name="connsiteX109" fmla="*/ 1208151 w 1681861"/>
                <a:gd name="connsiteY109" fmla="*/ 990252 h 1531399"/>
                <a:gd name="connsiteX110" fmla="*/ 1338961 w 1681861"/>
                <a:gd name="connsiteY110" fmla="*/ 1202723 h 1531399"/>
                <a:gd name="connsiteX111" fmla="*/ 1462913 w 1681861"/>
                <a:gd name="connsiteY111" fmla="*/ 956470 h 1531399"/>
                <a:gd name="connsiteX112" fmla="*/ 1387475 w 1681861"/>
                <a:gd name="connsiteY112" fmla="*/ 1049434 h 1531399"/>
                <a:gd name="connsiteX113" fmla="*/ 1427988 w 1681861"/>
                <a:gd name="connsiteY113" fmla="*/ 943389 h 1531399"/>
                <a:gd name="connsiteX114" fmla="*/ 1371092 w 1681861"/>
                <a:gd name="connsiteY114" fmla="*/ 936404 h 1531399"/>
                <a:gd name="connsiteX115" fmla="*/ 1081532 w 1681861"/>
                <a:gd name="connsiteY115" fmla="*/ 1218471 h 1531399"/>
                <a:gd name="connsiteX116" fmla="*/ 1025652 w 1681861"/>
                <a:gd name="connsiteY116" fmla="*/ 1239172 h 1531399"/>
                <a:gd name="connsiteX117" fmla="*/ 1042035 w 1681861"/>
                <a:gd name="connsiteY117" fmla="*/ 1214534 h 1531399"/>
                <a:gd name="connsiteX118" fmla="*/ 913638 w 1681861"/>
                <a:gd name="connsiteY118" fmla="*/ 1136302 h 1531399"/>
                <a:gd name="connsiteX119" fmla="*/ 964057 w 1681861"/>
                <a:gd name="connsiteY119" fmla="*/ 1385222 h 1531399"/>
                <a:gd name="connsiteX120" fmla="*/ 1097915 w 1681861"/>
                <a:gd name="connsiteY120" fmla="*/ 1412781 h 1531399"/>
                <a:gd name="connsiteX121" fmla="*/ 1340866 w 1681861"/>
                <a:gd name="connsiteY121" fmla="*/ 1232060 h 1531399"/>
                <a:gd name="connsiteX122" fmla="*/ 1181608 w 1681861"/>
                <a:gd name="connsiteY122" fmla="*/ 1117506 h 1531399"/>
                <a:gd name="connsiteX123" fmla="*/ 1081532 w 1681861"/>
                <a:gd name="connsiteY123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28953 w 1681861"/>
                <a:gd name="connsiteY100" fmla="*/ 993935 h 1531399"/>
                <a:gd name="connsiteX101" fmla="*/ 1648333 w 1681861"/>
                <a:gd name="connsiteY101" fmla="*/ 974758 h 1531399"/>
                <a:gd name="connsiteX102" fmla="*/ 1654810 w 1681861"/>
                <a:gd name="connsiteY102" fmla="*/ 822739 h 1531399"/>
                <a:gd name="connsiteX103" fmla="*/ 1655191 w 1681861"/>
                <a:gd name="connsiteY103" fmla="*/ 684055 h 1531399"/>
                <a:gd name="connsiteX104" fmla="*/ 1654683 w 1681861"/>
                <a:gd name="connsiteY104" fmla="*/ 596044 h 1531399"/>
                <a:gd name="connsiteX105" fmla="*/ 1371092 w 1681861"/>
                <a:gd name="connsiteY105" fmla="*/ 936404 h 1531399"/>
                <a:gd name="connsiteX106" fmla="*/ 1249807 w 1681861"/>
                <a:gd name="connsiteY106" fmla="*/ 1048164 h 1531399"/>
                <a:gd name="connsiteX107" fmla="*/ 1261618 w 1681861"/>
                <a:gd name="connsiteY107" fmla="*/ 977806 h 1531399"/>
                <a:gd name="connsiteX108" fmla="*/ 1208151 w 1681861"/>
                <a:gd name="connsiteY108" fmla="*/ 990252 h 1531399"/>
                <a:gd name="connsiteX109" fmla="*/ 1338961 w 1681861"/>
                <a:gd name="connsiteY109" fmla="*/ 1202723 h 1531399"/>
                <a:gd name="connsiteX110" fmla="*/ 1462913 w 1681861"/>
                <a:gd name="connsiteY110" fmla="*/ 956470 h 1531399"/>
                <a:gd name="connsiteX111" fmla="*/ 1387475 w 1681861"/>
                <a:gd name="connsiteY111" fmla="*/ 1049434 h 1531399"/>
                <a:gd name="connsiteX112" fmla="*/ 1427988 w 1681861"/>
                <a:gd name="connsiteY112" fmla="*/ 943389 h 1531399"/>
                <a:gd name="connsiteX113" fmla="*/ 1371092 w 1681861"/>
                <a:gd name="connsiteY113" fmla="*/ 936404 h 1531399"/>
                <a:gd name="connsiteX114" fmla="*/ 1081532 w 1681861"/>
                <a:gd name="connsiteY114" fmla="*/ 1218471 h 1531399"/>
                <a:gd name="connsiteX115" fmla="*/ 1025652 w 1681861"/>
                <a:gd name="connsiteY115" fmla="*/ 1239172 h 1531399"/>
                <a:gd name="connsiteX116" fmla="*/ 1042035 w 1681861"/>
                <a:gd name="connsiteY116" fmla="*/ 1214534 h 1531399"/>
                <a:gd name="connsiteX117" fmla="*/ 913638 w 1681861"/>
                <a:gd name="connsiteY117" fmla="*/ 1136302 h 1531399"/>
                <a:gd name="connsiteX118" fmla="*/ 964057 w 1681861"/>
                <a:gd name="connsiteY118" fmla="*/ 1385222 h 1531399"/>
                <a:gd name="connsiteX119" fmla="*/ 1097915 w 1681861"/>
                <a:gd name="connsiteY119" fmla="*/ 1412781 h 1531399"/>
                <a:gd name="connsiteX120" fmla="*/ 1340866 w 1681861"/>
                <a:gd name="connsiteY120" fmla="*/ 1232060 h 1531399"/>
                <a:gd name="connsiteX121" fmla="*/ 1181608 w 1681861"/>
                <a:gd name="connsiteY121" fmla="*/ 1117506 h 1531399"/>
                <a:gd name="connsiteX122" fmla="*/ 1081532 w 1681861"/>
                <a:gd name="connsiteY122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648333 w 1681861"/>
                <a:gd name="connsiteY100" fmla="*/ 974758 h 1531399"/>
                <a:gd name="connsiteX101" fmla="*/ 1654810 w 1681861"/>
                <a:gd name="connsiteY101" fmla="*/ 822739 h 1531399"/>
                <a:gd name="connsiteX102" fmla="*/ 1655191 w 1681861"/>
                <a:gd name="connsiteY102" fmla="*/ 684055 h 1531399"/>
                <a:gd name="connsiteX103" fmla="*/ 1654683 w 1681861"/>
                <a:gd name="connsiteY103" fmla="*/ 596044 h 1531399"/>
                <a:gd name="connsiteX104" fmla="*/ 1371092 w 1681861"/>
                <a:gd name="connsiteY104" fmla="*/ 936404 h 1531399"/>
                <a:gd name="connsiteX105" fmla="*/ 1249807 w 1681861"/>
                <a:gd name="connsiteY105" fmla="*/ 1048164 h 1531399"/>
                <a:gd name="connsiteX106" fmla="*/ 1261618 w 1681861"/>
                <a:gd name="connsiteY106" fmla="*/ 977806 h 1531399"/>
                <a:gd name="connsiteX107" fmla="*/ 1208151 w 1681861"/>
                <a:gd name="connsiteY107" fmla="*/ 990252 h 1531399"/>
                <a:gd name="connsiteX108" fmla="*/ 1338961 w 1681861"/>
                <a:gd name="connsiteY108" fmla="*/ 1202723 h 1531399"/>
                <a:gd name="connsiteX109" fmla="*/ 1462913 w 1681861"/>
                <a:gd name="connsiteY109" fmla="*/ 956470 h 1531399"/>
                <a:gd name="connsiteX110" fmla="*/ 1387475 w 1681861"/>
                <a:gd name="connsiteY110" fmla="*/ 1049434 h 1531399"/>
                <a:gd name="connsiteX111" fmla="*/ 1427988 w 1681861"/>
                <a:gd name="connsiteY111" fmla="*/ 943389 h 1531399"/>
                <a:gd name="connsiteX112" fmla="*/ 1371092 w 1681861"/>
                <a:gd name="connsiteY112" fmla="*/ 936404 h 1531399"/>
                <a:gd name="connsiteX113" fmla="*/ 1081532 w 1681861"/>
                <a:gd name="connsiteY113" fmla="*/ 1218471 h 1531399"/>
                <a:gd name="connsiteX114" fmla="*/ 1025652 w 1681861"/>
                <a:gd name="connsiteY114" fmla="*/ 1239172 h 1531399"/>
                <a:gd name="connsiteX115" fmla="*/ 1042035 w 1681861"/>
                <a:gd name="connsiteY115" fmla="*/ 1214534 h 1531399"/>
                <a:gd name="connsiteX116" fmla="*/ 913638 w 1681861"/>
                <a:gd name="connsiteY116" fmla="*/ 1136302 h 1531399"/>
                <a:gd name="connsiteX117" fmla="*/ 964057 w 1681861"/>
                <a:gd name="connsiteY117" fmla="*/ 1385222 h 1531399"/>
                <a:gd name="connsiteX118" fmla="*/ 1097915 w 1681861"/>
                <a:gd name="connsiteY118" fmla="*/ 1412781 h 1531399"/>
                <a:gd name="connsiteX119" fmla="*/ 1340866 w 1681861"/>
                <a:gd name="connsiteY119" fmla="*/ 1232060 h 1531399"/>
                <a:gd name="connsiteX120" fmla="*/ 1181608 w 1681861"/>
                <a:gd name="connsiteY120" fmla="*/ 1117506 h 1531399"/>
                <a:gd name="connsiteX121" fmla="*/ 1081532 w 1681861"/>
                <a:gd name="connsiteY121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217930 w 1681861"/>
                <a:gd name="connsiteY57" fmla="*/ 33307 h 1531399"/>
                <a:gd name="connsiteX58" fmla="*/ 1235710 w 1681861"/>
                <a:gd name="connsiteY58" fmla="*/ 80932 h 1531399"/>
                <a:gd name="connsiteX59" fmla="*/ 1415161 w 1681861"/>
                <a:gd name="connsiteY59" fmla="*/ 77122 h 1531399"/>
                <a:gd name="connsiteX60" fmla="*/ 1427353 w 1681861"/>
                <a:gd name="connsiteY60" fmla="*/ 31148 h 1531399"/>
                <a:gd name="connsiteX61" fmla="*/ 1217930 w 1681861"/>
                <a:gd name="connsiteY61" fmla="*/ 33307 h 1531399"/>
                <a:gd name="connsiteX62" fmla="*/ 1249680 w 1681861"/>
                <a:gd name="connsiteY62" fmla="*/ 103665 h 1531399"/>
                <a:gd name="connsiteX63" fmla="*/ 1249807 w 1681861"/>
                <a:gd name="connsiteY63" fmla="*/ 153703 h 1531399"/>
                <a:gd name="connsiteX64" fmla="*/ 1249934 w 1681861"/>
                <a:gd name="connsiteY64" fmla="*/ 272067 h 1531399"/>
                <a:gd name="connsiteX65" fmla="*/ 1111631 w 1681861"/>
                <a:gd name="connsiteY65" fmla="*/ 422435 h 1531399"/>
                <a:gd name="connsiteX66" fmla="*/ 1502918 w 1681861"/>
                <a:gd name="connsiteY66" fmla="*/ 423070 h 1531399"/>
                <a:gd name="connsiteX67" fmla="*/ 1498473 w 1681861"/>
                <a:gd name="connsiteY67" fmla="*/ 350299 h 1531399"/>
                <a:gd name="connsiteX68" fmla="*/ 1391920 w 1681861"/>
                <a:gd name="connsiteY68" fmla="*/ 155354 h 1531399"/>
                <a:gd name="connsiteX69" fmla="*/ 1392047 w 1681861"/>
                <a:gd name="connsiteY69" fmla="*/ 104173 h 1531399"/>
                <a:gd name="connsiteX70" fmla="*/ 1249680 w 1681861"/>
                <a:gd name="connsiteY70" fmla="*/ 103665 h 1531399"/>
                <a:gd name="connsiteX71" fmla="*/ 1522730 w 1681861"/>
                <a:gd name="connsiteY71" fmla="*/ 389796 h 1531399"/>
                <a:gd name="connsiteX72" fmla="*/ 1567561 w 1681861"/>
                <a:gd name="connsiteY72" fmla="*/ 335313 h 1531399"/>
                <a:gd name="connsiteX73" fmla="*/ 1522730 w 1681861"/>
                <a:gd name="connsiteY73" fmla="*/ 389796 h 1531399"/>
                <a:gd name="connsiteX74" fmla="*/ 378191 w 1681861"/>
                <a:gd name="connsiteY74" fmla="*/ 356072 h 1531399"/>
                <a:gd name="connsiteX75" fmla="*/ 198247 w 1681861"/>
                <a:gd name="connsiteY75" fmla="*/ 562643 h 1531399"/>
                <a:gd name="connsiteX76" fmla="*/ 221869 w 1681861"/>
                <a:gd name="connsiteY76" fmla="*/ 573057 h 1531399"/>
                <a:gd name="connsiteX77" fmla="*/ 262001 w 1681861"/>
                <a:gd name="connsiteY77" fmla="*/ 656242 h 1531399"/>
                <a:gd name="connsiteX78" fmla="*/ 231648 w 1681861"/>
                <a:gd name="connsiteY78" fmla="*/ 882556 h 1531399"/>
                <a:gd name="connsiteX79" fmla="*/ 196850 w 1681861"/>
                <a:gd name="connsiteY79" fmla="*/ 903384 h 1531399"/>
                <a:gd name="connsiteX80" fmla="*/ 310642 w 1681861"/>
                <a:gd name="connsiteY80" fmla="*/ 1004095 h 1531399"/>
                <a:gd name="connsiteX81" fmla="*/ 735076 w 1681861"/>
                <a:gd name="connsiteY81" fmla="*/ 1071405 h 1531399"/>
                <a:gd name="connsiteX82" fmla="*/ 985774 w 1681861"/>
                <a:gd name="connsiteY82" fmla="*/ 914433 h 1531399"/>
                <a:gd name="connsiteX83" fmla="*/ 991489 w 1681861"/>
                <a:gd name="connsiteY83" fmla="*/ 912147 h 1531399"/>
                <a:gd name="connsiteX84" fmla="*/ 941956 w 1681861"/>
                <a:gd name="connsiteY84" fmla="*/ 447656 h 1531399"/>
                <a:gd name="connsiteX85" fmla="*/ 655811 w 1681861"/>
                <a:gd name="connsiteY85" fmla="*/ 296327 h 1531399"/>
                <a:gd name="connsiteX86" fmla="*/ 372956 w 1681861"/>
                <a:gd name="connsiteY86" fmla="*/ 354815 h 1531399"/>
                <a:gd name="connsiteX87" fmla="*/ 1107186 w 1681861"/>
                <a:gd name="connsiteY87" fmla="*/ 448343 h 1531399"/>
                <a:gd name="connsiteX88" fmla="*/ 1530731 w 1681861"/>
                <a:gd name="connsiteY88" fmla="*/ 448216 h 1531399"/>
                <a:gd name="connsiteX89" fmla="*/ 1107186 w 1681861"/>
                <a:gd name="connsiteY89" fmla="*/ 448343 h 1531399"/>
                <a:gd name="connsiteX90" fmla="*/ 161417 w 1681861"/>
                <a:gd name="connsiteY90" fmla="*/ 591599 h 1531399"/>
                <a:gd name="connsiteX91" fmla="*/ 114554 w 1681861"/>
                <a:gd name="connsiteY91" fmla="*/ 808769 h 1531399"/>
                <a:gd name="connsiteX92" fmla="*/ 182499 w 1681861"/>
                <a:gd name="connsiteY92" fmla="*/ 880270 h 1531399"/>
                <a:gd name="connsiteX93" fmla="*/ 224917 w 1681861"/>
                <a:gd name="connsiteY93" fmla="*/ 844710 h 1531399"/>
                <a:gd name="connsiteX94" fmla="*/ 224536 w 1681861"/>
                <a:gd name="connsiteY94" fmla="*/ 621698 h 1531399"/>
                <a:gd name="connsiteX95" fmla="*/ 161417 w 1681861"/>
                <a:gd name="connsiteY95" fmla="*/ 591599 h 1531399"/>
                <a:gd name="connsiteX96" fmla="*/ 1039622 w 1681861"/>
                <a:gd name="connsiteY96" fmla="*/ 587916 h 1531399"/>
                <a:gd name="connsiteX97" fmla="*/ 1037717 w 1681861"/>
                <a:gd name="connsiteY97" fmla="*/ 881540 h 1531399"/>
                <a:gd name="connsiteX98" fmla="*/ 1039622 w 1681861"/>
                <a:gd name="connsiteY98" fmla="*/ 587916 h 1531399"/>
                <a:gd name="connsiteX99" fmla="*/ 1648333 w 1681861"/>
                <a:gd name="connsiteY99" fmla="*/ 974758 h 1531399"/>
                <a:gd name="connsiteX100" fmla="*/ 1654810 w 1681861"/>
                <a:gd name="connsiteY100" fmla="*/ 822739 h 1531399"/>
                <a:gd name="connsiteX101" fmla="*/ 1655191 w 1681861"/>
                <a:gd name="connsiteY101" fmla="*/ 684055 h 1531399"/>
                <a:gd name="connsiteX102" fmla="*/ 1654683 w 1681861"/>
                <a:gd name="connsiteY102" fmla="*/ 596044 h 1531399"/>
                <a:gd name="connsiteX103" fmla="*/ 1371092 w 1681861"/>
                <a:gd name="connsiteY103" fmla="*/ 936404 h 1531399"/>
                <a:gd name="connsiteX104" fmla="*/ 1249807 w 1681861"/>
                <a:gd name="connsiteY104" fmla="*/ 1048164 h 1531399"/>
                <a:gd name="connsiteX105" fmla="*/ 1261618 w 1681861"/>
                <a:gd name="connsiteY105" fmla="*/ 977806 h 1531399"/>
                <a:gd name="connsiteX106" fmla="*/ 1208151 w 1681861"/>
                <a:gd name="connsiteY106" fmla="*/ 990252 h 1531399"/>
                <a:gd name="connsiteX107" fmla="*/ 1338961 w 1681861"/>
                <a:gd name="connsiteY107" fmla="*/ 1202723 h 1531399"/>
                <a:gd name="connsiteX108" fmla="*/ 1462913 w 1681861"/>
                <a:gd name="connsiteY108" fmla="*/ 956470 h 1531399"/>
                <a:gd name="connsiteX109" fmla="*/ 1387475 w 1681861"/>
                <a:gd name="connsiteY109" fmla="*/ 1049434 h 1531399"/>
                <a:gd name="connsiteX110" fmla="*/ 1427988 w 1681861"/>
                <a:gd name="connsiteY110" fmla="*/ 943389 h 1531399"/>
                <a:gd name="connsiteX111" fmla="*/ 1371092 w 1681861"/>
                <a:gd name="connsiteY111" fmla="*/ 936404 h 1531399"/>
                <a:gd name="connsiteX112" fmla="*/ 1081532 w 1681861"/>
                <a:gd name="connsiteY112" fmla="*/ 1218471 h 1531399"/>
                <a:gd name="connsiteX113" fmla="*/ 1025652 w 1681861"/>
                <a:gd name="connsiteY113" fmla="*/ 1239172 h 1531399"/>
                <a:gd name="connsiteX114" fmla="*/ 1042035 w 1681861"/>
                <a:gd name="connsiteY114" fmla="*/ 1214534 h 1531399"/>
                <a:gd name="connsiteX115" fmla="*/ 913638 w 1681861"/>
                <a:gd name="connsiteY115" fmla="*/ 1136302 h 1531399"/>
                <a:gd name="connsiteX116" fmla="*/ 964057 w 1681861"/>
                <a:gd name="connsiteY116" fmla="*/ 1385222 h 1531399"/>
                <a:gd name="connsiteX117" fmla="*/ 1097915 w 1681861"/>
                <a:gd name="connsiteY117" fmla="*/ 1412781 h 1531399"/>
                <a:gd name="connsiteX118" fmla="*/ 1340866 w 1681861"/>
                <a:gd name="connsiteY118" fmla="*/ 1232060 h 1531399"/>
                <a:gd name="connsiteX119" fmla="*/ 1181608 w 1681861"/>
                <a:gd name="connsiteY119" fmla="*/ 1117506 h 1531399"/>
                <a:gd name="connsiteX120" fmla="*/ 1081532 w 1681861"/>
                <a:gd name="connsiteY120" fmla="*/ 1218471 h 1531399"/>
                <a:gd name="connsiteX0" fmla="*/ 1182497 w 1681861"/>
                <a:gd name="connsiteY0" fmla="*/ 21003 h 1513253"/>
                <a:gd name="connsiteX1" fmla="*/ 1447673 w 1681861"/>
                <a:gd name="connsiteY1" fmla="*/ 2715 h 1513253"/>
                <a:gd name="connsiteX2" fmla="*/ 1418463 w 1681861"/>
                <a:gd name="connsiteY2" fmla="*/ 86662 h 1513253"/>
                <a:gd name="connsiteX3" fmla="*/ 1417955 w 1681861"/>
                <a:gd name="connsiteY3" fmla="*/ 237792 h 1513253"/>
                <a:gd name="connsiteX4" fmla="*/ 1515999 w 1681861"/>
                <a:gd name="connsiteY4" fmla="*/ 311198 h 1513253"/>
                <a:gd name="connsiteX5" fmla="*/ 1592580 w 1681861"/>
                <a:gd name="connsiteY5" fmla="*/ 303324 h 1513253"/>
                <a:gd name="connsiteX6" fmla="*/ 1622933 w 1681861"/>
                <a:gd name="connsiteY6" fmla="*/ 409496 h 1513253"/>
                <a:gd name="connsiteX7" fmla="*/ 1559179 w 1681861"/>
                <a:gd name="connsiteY7" fmla="*/ 436801 h 1513253"/>
                <a:gd name="connsiteX8" fmla="*/ 1681861 w 1681861"/>
                <a:gd name="connsiteY8" fmla="*/ 581454 h 1513253"/>
                <a:gd name="connsiteX9" fmla="*/ 1681353 w 1681861"/>
                <a:gd name="connsiteY9" fmla="*/ 925497 h 1513253"/>
                <a:gd name="connsiteX10" fmla="*/ 1657731 w 1681861"/>
                <a:gd name="connsiteY10" fmla="*/ 995728 h 1513253"/>
                <a:gd name="connsiteX11" fmla="*/ 1517142 w 1681861"/>
                <a:gd name="connsiteY11" fmla="*/ 1002713 h 1513253"/>
                <a:gd name="connsiteX12" fmla="*/ 1383030 w 1681861"/>
                <a:gd name="connsiteY12" fmla="*/ 1208580 h 1513253"/>
                <a:gd name="connsiteX13" fmla="*/ 1096137 w 1681861"/>
                <a:gd name="connsiteY13" fmla="*/ 1420924 h 1513253"/>
                <a:gd name="connsiteX14" fmla="*/ 969010 w 1681861"/>
                <a:gd name="connsiteY14" fmla="*/ 1399080 h 1513253"/>
                <a:gd name="connsiteX15" fmla="*/ 968375 w 1681861"/>
                <a:gd name="connsiteY15" fmla="*/ 1495854 h 1513253"/>
                <a:gd name="connsiteX16" fmla="*/ 957580 w 1681861"/>
                <a:gd name="connsiteY16" fmla="*/ 1508554 h 1513253"/>
                <a:gd name="connsiteX17" fmla="*/ 942721 w 1681861"/>
                <a:gd name="connsiteY17" fmla="*/ 1505760 h 1513253"/>
                <a:gd name="connsiteX18" fmla="*/ 940562 w 1681861"/>
                <a:gd name="connsiteY18" fmla="*/ 1402255 h 1513253"/>
                <a:gd name="connsiteX19" fmla="*/ 914908 w 1681861"/>
                <a:gd name="connsiteY19" fmla="*/ 1202484 h 1513253"/>
                <a:gd name="connsiteX20" fmla="*/ 854202 w 1681861"/>
                <a:gd name="connsiteY20" fmla="*/ 1089454 h 1513253"/>
                <a:gd name="connsiteX21" fmla="*/ 678561 w 1681861"/>
                <a:gd name="connsiteY21" fmla="*/ 1083358 h 1513253"/>
                <a:gd name="connsiteX22" fmla="*/ 448437 w 1681861"/>
                <a:gd name="connsiteY22" fmla="*/ 1065324 h 1513253"/>
                <a:gd name="connsiteX23" fmla="*/ 402209 w 1681861"/>
                <a:gd name="connsiteY23" fmla="*/ 1088184 h 1513253"/>
                <a:gd name="connsiteX24" fmla="*/ 338963 w 1681861"/>
                <a:gd name="connsiteY24" fmla="*/ 1108250 h 1513253"/>
                <a:gd name="connsiteX25" fmla="*/ 376047 w 1681861"/>
                <a:gd name="connsiteY25" fmla="*/ 1203627 h 1513253"/>
                <a:gd name="connsiteX26" fmla="*/ 342900 w 1681861"/>
                <a:gd name="connsiteY26" fmla="*/ 1335326 h 1513253"/>
                <a:gd name="connsiteX27" fmla="*/ 265811 w 1681861"/>
                <a:gd name="connsiteY27" fmla="*/ 1503982 h 1513253"/>
                <a:gd name="connsiteX28" fmla="*/ 240157 w 1681861"/>
                <a:gd name="connsiteY28" fmla="*/ 1507284 h 1513253"/>
                <a:gd name="connsiteX29" fmla="*/ 349377 w 1681861"/>
                <a:gd name="connsiteY29" fmla="*/ 1221407 h 1513253"/>
                <a:gd name="connsiteX30" fmla="*/ 311531 w 1681861"/>
                <a:gd name="connsiteY30" fmla="*/ 1119680 h 1513253"/>
                <a:gd name="connsiteX31" fmla="*/ 20955 w 1681861"/>
                <a:gd name="connsiteY31" fmla="*/ 1502712 h 1513253"/>
                <a:gd name="connsiteX32" fmla="*/ 0 w 1681861"/>
                <a:gd name="connsiteY32" fmla="*/ 1513253 h 1513253"/>
                <a:gd name="connsiteX33" fmla="*/ 133223 w 1681861"/>
                <a:gd name="connsiteY33" fmla="*/ 1246934 h 1513253"/>
                <a:gd name="connsiteX34" fmla="*/ 412369 w 1681861"/>
                <a:gd name="connsiteY34" fmla="*/ 1057958 h 1513253"/>
                <a:gd name="connsiteX35" fmla="*/ 198247 w 1681861"/>
                <a:gd name="connsiteY35" fmla="*/ 922068 h 1513253"/>
                <a:gd name="connsiteX36" fmla="*/ 101981 w 1681861"/>
                <a:gd name="connsiteY36" fmla="*/ 832152 h 1513253"/>
                <a:gd name="connsiteX37" fmla="*/ 175895 w 1681861"/>
                <a:gd name="connsiteY37" fmla="*/ 536750 h 1513253"/>
                <a:gd name="connsiteX38" fmla="*/ 379792 w 1681861"/>
                <a:gd name="connsiteY38" fmla="*/ 301192 h 1513253"/>
                <a:gd name="connsiteX39" fmla="*/ 672816 w 1681861"/>
                <a:gd name="connsiteY39" fmla="*/ 256422 h 1513253"/>
                <a:gd name="connsiteX40" fmla="*/ 972991 w 1681861"/>
                <a:gd name="connsiteY40" fmla="*/ 418982 h 1513253"/>
                <a:gd name="connsiteX41" fmla="*/ 1049655 w 1681861"/>
                <a:gd name="connsiteY41" fmla="*/ 555165 h 1513253"/>
                <a:gd name="connsiteX42" fmla="*/ 1114679 w 1681861"/>
                <a:gd name="connsiteY42" fmla="*/ 650415 h 1513253"/>
                <a:gd name="connsiteX43" fmla="*/ 1042924 w 1681861"/>
                <a:gd name="connsiteY43" fmla="*/ 880412 h 1513253"/>
                <a:gd name="connsiteX44" fmla="*/ 1025906 w 1681861"/>
                <a:gd name="connsiteY44" fmla="*/ 890318 h 1513253"/>
                <a:gd name="connsiteX45" fmla="*/ 832358 w 1681861"/>
                <a:gd name="connsiteY45" fmla="*/ 1052878 h 1513253"/>
                <a:gd name="connsiteX46" fmla="*/ 1063879 w 1681861"/>
                <a:gd name="connsiteY46" fmla="*/ 1183053 h 1513253"/>
                <a:gd name="connsiteX47" fmla="*/ 1164717 w 1681861"/>
                <a:gd name="connsiteY47" fmla="*/ 1070023 h 1513253"/>
                <a:gd name="connsiteX48" fmla="*/ 1175385 w 1681861"/>
                <a:gd name="connsiteY48" fmla="*/ 981250 h 1513253"/>
                <a:gd name="connsiteX49" fmla="*/ 1226693 w 1681861"/>
                <a:gd name="connsiteY49" fmla="*/ 927910 h 1513253"/>
                <a:gd name="connsiteX50" fmla="*/ 1282700 w 1681861"/>
                <a:gd name="connsiteY50" fmla="*/ 945309 h 1513253"/>
                <a:gd name="connsiteX51" fmla="*/ 1388745 w 1681861"/>
                <a:gd name="connsiteY51" fmla="*/ 886381 h 1513253"/>
                <a:gd name="connsiteX52" fmla="*/ 1489583 w 1681861"/>
                <a:gd name="connsiteY52" fmla="*/ 930577 h 1513253"/>
                <a:gd name="connsiteX53" fmla="*/ 1083183 w 1681861"/>
                <a:gd name="connsiteY53" fmla="*/ 424736 h 1513253"/>
                <a:gd name="connsiteX54" fmla="*/ 1224407 w 1681861"/>
                <a:gd name="connsiteY54" fmla="*/ 238046 h 1513253"/>
                <a:gd name="connsiteX55" fmla="*/ 1224407 w 1681861"/>
                <a:gd name="connsiteY55" fmla="*/ 88948 h 1513253"/>
                <a:gd name="connsiteX56" fmla="*/ 1217930 w 1681861"/>
                <a:gd name="connsiteY56" fmla="*/ 15161 h 1513253"/>
                <a:gd name="connsiteX57" fmla="*/ 1235710 w 1681861"/>
                <a:gd name="connsiteY57" fmla="*/ 62786 h 1513253"/>
                <a:gd name="connsiteX58" fmla="*/ 1415161 w 1681861"/>
                <a:gd name="connsiteY58" fmla="*/ 58976 h 1513253"/>
                <a:gd name="connsiteX59" fmla="*/ 1427353 w 1681861"/>
                <a:gd name="connsiteY59" fmla="*/ 13002 h 1513253"/>
                <a:gd name="connsiteX60" fmla="*/ 1217930 w 1681861"/>
                <a:gd name="connsiteY60" fmla="*/ 15161 h 1513253"/>
                <a:gd name="connsiteX61" fmla="*/ 1249680 w 1681861"/>
                <a:gd name="connsiteY61" fmla="*/ 85519 h 1513253"/>
                <a:gd name="connsiteX62" fmla="*/ 1249807 w 1681861"/>
                <a:gd name="connsiteY62" fmla="*/ 135557 h 1513253"/>
                <a:gd name="connsiteX63" fmla="*/ 1249934 w 1681861"/>
                <a:gd name="connsiteY63" fmla="*/ 253921 h 1513253"/>
                <a:gd name="connsiteX64" fmla="*/ 1111631 w 1681861"/>
                <a:gd name="connsiteY64" fmla="*/ 404289 h 1513253"/>
                <a:gd name="connsiteX65" fmla="*/ 1502918 w 1681861"/>
                <a:gd name="connsiteY65" fmla="*/ 404924 h 1513253"/>
                <a:gd name="connsiteX66" fmla="*/ 1498473 w 1681861"/>
                <a:gd name="connsiteY66" fmla="*/ 332153 h 1513253"/>
                <a:gd name="connsiteX67" fmla="*/ 1391920 w 1681861"/>
                <a:gd name="connsiteY67" fmla="*/ 137208 h 1513253"/>
                <a:gd name="connsiteX68" fmla="*/ 1392047 w 1681861"/>
                <a:gd name="connsiteY68" fmla="*/ 86027 h 1513253"/>
                <a:gd name="connsiteX69" fmla="*/ 1249680 w 1681861"/>
                <a:gd name="connsiteY69" fmla="*/ 85519 h 1513253"/>
                <a:gd name="connsiteX70" fmla="*/ 1522730 w 1681861"/>
                <a:gd name="connsiteY70" fmla="*/ 371650 h 1513253"/>
                <a:gd name="connsiteX71" fmla="*/ 1567561 w 1681861"/>
                <a:gd name="connsiteY71" fmla="*/ 317167 h 1513253"/>
                <a:gd name="connsiteX72" fmla="*/ 1522730 w 1681861"/>
                <a:gd name="connsiteY72" fmla="*/ 371650 h 1513253"/>
                <a:gd name="connsiteX73" fmla="*/ 378191 w 1681861"/>
                <a:gd name="connsiteY73" fmla="*/ 337926 h 1513253"/>
                <a:gd name="connsiteX74" fmla="*/ 198247 w 1681861"/>
                <a:gd name="connsiteY74" fmla="*/ 544497 h 1513253"/>
                <a:gd name="connsiteX75" fmla="*/ 221869 w 1681861"/>
                <a:gd name="connsiteY75" fmla="*/ 554911 h 1513253"/>
                <a:gd name="connsiteX76" fmla="*/ 262001 w 1681861"/>
                <a:gd name="connsiteY76" fmla="*/ 638096 h 1513253"/>
                <a:gd name="connsiteX77" fmla="*/ 231648 w 1681861"/>
                <a:gd name="connsiteY77" fmla="*/ 864410 h 1513253"/>
                <a:gd name="connsiteX78" fmla="*/ 196850 w 1681861"/>
                <a:gd name="connsiteY78" fmla="*/ 885238 h 1513253"/>
                <a:gd name="connsiteX79" fmla="*/ 310642 w 1681861"/>
                <a:gd name="connsiteY79" fmla="*/ 985949 h 1513253"/>
                <a:gd name="connsiteX80" fmla="*/ 735076 w 1681861"/>
                <a:gd name="connsiteY80" fmla="*/ 1053259 h 1513253"/>
                <a:gd name="connsiteX81" fmla="*/ 985774 w 1681861"/>
                <a:gd name="connsiteY81" fmla="*/ 896287 h 1513253"/>
                <a:gd name="connsiteX82" fmla="*/ 991489 w 1681861"/>
                <a:gd name="connsiteY82" fmla="*/ 894001 h 1513253"/>
                <a:gd name="connsiteX83" fmla="*/ 941956 w 1681861"/>
                <a:gd name="connsiteY83" fmla="*/ 429510 h 1513253"/>
                <a:gd name="connsiteX84" fmla="*/ 655811 w 1681861"/>
                <a:gd name="connsiteY84" fmla="*/ 278181 h 1513253"/>
                <a:gd name="connsiteX85" fmla="*/ 372956 w 1681861"/>
                <a:gd name="connsiteY85" fmla="*/ 336669 h 1513253"/>
                <a:gd name="connsiteX86" fmla="*/ 1107186 w 1681861"/>
                <a:gd name="connsiteY86" fmla="*/ 430197 h 1513253"/>
                <a:gd name="connsiteX87" fmla="*/ 1530731 w 1681861"/>
                <a:gd name="connsiteY87" fmla="*/ 430070 h 1513253"/>
                <a:gd name="connsiteX88" fmla="*/ 1107186 w 1681861"/>
                <a:gd name="connsiteY88" fmla="*/ 430197 h 1513253"/>
                <a:gd name="connsiteX89" fmla="*/ 161417 w 1681861"/>
                <a:gd name="connsiteY89" fmla="*/ 573453 h 1513253"/>
                <a:gd name="connsiteX90" fmla="*/ 114554 w 1681861"/>
                <a:gd name="connsiteY90" fmla="*/ 790623 h 1513253"/>
                <a:gd name="connsiteX91" fmla="*/ 182499 w 1681861"/>
                <a:gd name="connsiteY91" fmla="*/ 862124 h 1513253"/>
                <a:gd name="connsiteX92" fmla="*/ 224917 w 1681861"/>
                <a:gd name="connsiteY92" fmla="*/ 826564 h 1513253"/>
                <a:gd name="connsiteX93" fmla="*/ 224536 w 1681861"/>
                <a:gd name="connsiteY93" fmla="*/ 603552 h 1513253"/>
                <a:gd name="connsiteX94" fmla="*/ 161417 w 1681861"/>
                <a:gd name="connsiteY94" fmla="*/ 573453 h 1513253"/>
                <a:gd name="connsiteX95" fmla="*/ 1039622 w 1681861"/>
                <a:gd name="connsiteY95" fmla="*/ 569770 h 1513253"/>
                <a:gd name="connsiteX96" fmla="*/ 1037717 w 1681861"/>
                <a:gd name="connsiteY96" fmla="*/ 863394 h 1513253"/>
                <a:gd name="connsiteX97" fmla="*/ 1039622 w 1681861"/>
                <a:gd name="connsiteY97" fmla="*/ 569770 h 1513253"/>
                <a:gd name="connsiteX98" fmla="*/ 1648333 w 1681861"/>
                <a:gd name="connsiteY98" fmla="*/ 956612 h 1513253"/>
                <a:gd name="connsiteX99" fmla="*/ 1654810 w 1681861"/>
                <a:gd name="connsiteY99" fmla="*/ 804593 h 1513253"/>
                <a:gd name="connsiteX100" fmla="*/ 1655191 w 1681861"/>
                <a:gd name="connsiteY100" fmla="*/ 665909 h 1513253"/>
                <a:gd name="connsiteX101" fmla="*/ 1654683 w 1681861"/>
                <a:gd name="connsiteY101" fmla="*/ 577898 h 1513253"/>
                <a:gd name="connsiteX102" fmla="*/ 1371092 w 1681861"/>
                <a:gd name="connsiteY102" fmla="*/ 918258 h 1513253"/>
                <a:gd name="connsiteX103" fmla="*/ 1249807 w 1681861"/>
                <a:gd name="connsiteY103" fmla="*/ 1030018 h 1513253"/>
                <a:gd name="connsiteX104" fmla="*/ 1261618 w 1681861"/>
                <a:gd name="connsiteY104" fmla="*/ 959660 h 1513253"/>
                <a:gd name="connsiteX105" fmla="*/ 1208151 w 1681861"/>
                <a:gd name="connsiteY105" fmla="*/ 972106 h 1513253"/>
                <a:gd name="connsiteX106" fmla="*/ 1338961 w 1681861"/>
                <a:gd name="connsiteY106" fmla="*/ 1184577 h 1513253"/>
                <a:gd name="connsiteX107" fmla="*/ 1462913 w 1681861"/>
                <a:gd name="connsiteY107" fmla="*/ 938324 h 1513253"/>
                <a:gd name="connsiteX108" fmla="*/ 1387475 w 1681861"/>
                <a:gd name="connsiteY108" fmla="*/ 1031288 h 1513253"/>
                <a:gd name="connsiteX109" fmla="*/ 1427988 w 1681861"/>
                <a:gd name="connsiteY109" fmla="*/ 925243 h 1513253"/>
                <a:gd name="connsiteX110" fmla="*/ 1371092 w 1681861"/>
                <a:gd name="connsiteY110" fmla="*/ 918258 h 1513253"/>
                <a:gd name="connsiteX111" fmla="*/ 1081532 w 1681861"/>
                <a:gd name="connsiteY111" fmla="*/ 1200325 h 1513253"/>
                <a:gd name="connsiteX112" fmla="*/ 1025652 w 1681861"/>
                <a:gd name="connsiteY112" fmla="*/ 1221026 h 1513253"/>
                <a:gd name="connsiteX113" fmla="*/ 1042035 w 1681861"/>
                <a:gd name="connsiteY113" fmla="*/ 1196388 h 1513253"/>
                <a:gd name="connsiteX114" fmla="*/ 913638 w 1681861"/>
                <a:gd name="connsiteY114" fmla="*/ 1118156 h 1513253"/>
                <a:gd name="connsiteX115" fmla="*/ 964057 w 1681861"/>
                <a:gd name="connsiteY115" fmla="*/ 1367076 h 1513253"/>
                <a:gd name="connsiteX116" fmla="*/ 1097915 w 1681861"/>
                <a:gd name="connsiteY116" fmla="*/ 1394635 h 1513253"/>
                <a:gd name="connsiteX117" fmla="*/ 1340866 w 1681861"/>
                <a:gd name="connsiteY117" fmla="*/ 1213914 h 1513253"/>
                <a:gd name="connsiteX118" fmla="*/ 1181608 w 1681861"/>
                <a:gd name="connsiteY118" fmla="*/ 1099360 h 1513253"/>
                <a:gd name="connsiteX119" fmla="*/ 1081532 w 1681861"/>
                <a:gd name="connsiteY119" fmla="*/ 1200325 h 1513253"/>
                <a:gd name="connsiteX0" fmla="*/ 1182497 w 1681861"/>
                <a:gd name="connsiteY0" fmla="*/ 21003 h 1513253"/>
                <a:gd name="connsiteX1" fmla="*/ 1447673 w 1681861"/>
                <a:gd name="connsiteY1" fmla="*/ 2715 h 1513253"/>
                <a:gd name="connsiteX2" fmla="*/ 1418463 w 1681861"/>
                <a:gd name="connsiteY2" fmla="*/ 86662 h 1513253"/>
                <a:gd name="connsiteX3" fmla="*/ 1417955 w 1681861"/>
                <a:gd name="connsiteY3" fmla="*/ 237792 h 1513253"/>
                <a:gd name="connsiteX4" fmla="*/ 1515999 w 1681861"/>
                <a:gd name="connsiteY4" fmla="*/ 311198 h 1513253"/>
                <a:gd name="connsiteX5" fmla="*/ 1592580 w 1681861"/>
                <a:gd name="connsiteY5" fmla="*/ 303324 h 1513253"/>
                <a:gd name="connsiteX6" fmla="*/ 1622933 w 1681861"/>
                <a:gd name="connsiteY6" fmla="*/ 409496 h 1513253"/>
                <a:gd name="connsiteX7" fmla="*/ 1559179 w 1681861"/>
                <a:gd name="connsiteY7" fmla="*/ 436801 h 1513253"/>
                <a:gd name="connsiteX8" fmla="*/ 1681861 w 1681861"/>
                <a:gd name="connsiteY8" fmla="*/ 581454 h 1513253"/>
                <a:gd name="connsiteX9" fmla="*/ 1681353 w 1681861"/>
                <a:gd name="connsiteY9" fmla="*/ 925497 h 1513253"/>
                <a:gd name="connsiteX10" fmla="*/ 1657731 w 1681861"/>
                <a:gd name="connsiteY10" fmla="*/ 995728 h 1513253"/>
                <a:gd name="connsiteX11" fmla="*/ 1517142 w 1681861"/>
                <a:gd name="connsiteY11" fmla="*/ 1002713 h 1513253"/>
                <a:gd name="connsiteX12" fmla="*/ 1383030 w 1681861"/>
                <a:gd name="connsiteY12" fmla="*/ 1208580 h 1513253"/>
                <a:gd name="connsiteX13" fmla="*/ 1096137 w 1681861"/>
                <a:gd name="connsiteY13" fmla="*/ 1420924 h 1513253"/>
                <a:gd name="connsiteX14" fmla="*/ 969010 w 1681861"/>
                <a:gd name="connsiteY14" fmla="*/ 1399080 h 1513253"/>
                <a:gd name="connsiteX15" fmla="*/ 968375 w 1681861"/>
                <a:gd name="connsiteY15" fmla="*/ 1495854 h 1513253"/>
                <a:gd name="connsiteX16" fmla="*/ 957580 w 1681861"/>
                <a:gd name="connsiteY16" fmla="*/ 1508554 h 1513253"/>
                <a:gd name="connsiteX17" fmla="*/ 942721 w 1681861"/>
                <a:gd name="connsiteY17" fmla="*/ 1505760 h 1513253"/>
                <a:gd name="connsiteX18" fmla="*/ 940562 w 1681861"/>
                <a:gd name="connsiteY18" fmla="*/ 1402255 h 1513253"/>
                <a:gd name="connsiteX19" fmla="*/ 914908 w 1681861"/>
                <a:gd name="connsiteY19" fmla="*/ 1202484 h 1513253"/>
                <a:gd name="connsiteX20" fmla="*/ 854202 w 1681861"/>
                <a:gd name="connsiteY20" fmla="*/ 1089454 h 1513253"/>
                <a:gd name="connsiteX21" fmla="*/ 678561 w 1681861"/>
                <a:gd name="connsiteY21" fmla="*/ 1083358 h 1513253"/>
                <a:gd name="connsiteX22" fmla="*/ 448437 w 1681861"/>
                <a:gd name="connsiteY22" fmla="*/ 1065324 h 1513253"/>
                <a:gd name="connsiteX23" fmla="*/ 402209 w 1681861"/>
                <a:gd name="connsiteY23" fmla="*/ 1088184 h 1513253"/>
                <a:gd name="connsiteX24" fmla="*/ 338963 w 1681861"/>
                <a:gd name="connsiteY24" fmla="*/ 1108250 h 1513253"/>
                <a:gd name="connsiteX25" fmla="*/ 376047 w 1681861"/>
                <a:gd name="connsiteY25" fmla="*/ 1203627 h 1513253"/>
                <a:gd name="connsiteX26" fmla="*/ 342900 w 1681861"/>
                <a:gd name="connsiteY26" fmla="*/ 1335326 h 1513253"/>
                <a:gd name="connsiteX27" fmla="*/ 265811 w 1681861"/>
                <a:gd name="connsiteY27" fmla="*/ 1503982 h 1513253"/>
                <a:gd name="connsiteX28" fmla="*/ 240157 w 1681861"/>
                <a:gd name="connsiteY28" fmla="*/ 1507284 h 1513253"/>
                <a:gd name="connsiteX29" fmla="*/ 349377 w 1681861"/>
                <a:gd name="connsiteY29" fmla="*/ 1221407 h 1513253"/>
                <a:gd name="connsiteX30" fmla="*/ 311531 w 1681861"/>
                <a:gd name="connsiteY30" fmla="*/ 1119680 h 1513253"/>
                <a:gd name="connsiteX31" fmla="*/ 20955 w 1681861"/>
                <a:gd name="connsiteY31" fmla="*/ 1502712 h 1513253"/>
                <a:gd name="connsiteX32" fmla="*/ 0 w 1681861"/>
                <a:gd name="connsiteY32" fmla="*/ 1513253 h 1513253"/>
                <a:gd name="connsiteX33" fmla="*/ 133223 w 1681861"/>
                <a:gd name="connsiteY33" fmla="*/ 1246934 h 1513253"/>
                <a:gd name="connsiteX34" fmla="*/ 412369 w 1681861"/>
                <a:gd name="connsiteY34" fmla="*/ 1057958 h 1513253"/>
                <a:gd name="connsiteX35" fmla="*/ 198247 w 1681861"/>
                <a:gd name="connsiteY35" fmla="*/ 922068 h 1513253"/>
                <a:gd name="connsiteX36" fmla="*/ 101981 w 1681861"/>
                <a:gd name="connsiteY36" fmla="*/ 832152 h 1513253"/>
                <a:gd name="connsiteX37" fmla="*/ 175895 w 1681861"/>
                <a:gd name="connsiteY37" fmla="*/ 536750 h 1513253"/>
                <a:gd name="connsiteX38" fmla="*/ 379792 w 1681861"/>
                <a:gd name="connsiteY38" fmla="*/ 301192 h 1513253"/>
                <a:gd name="connsiteX39" fmla="*/ 672816 w 1681861"/>
                <a:gd name="connsiteY39" fmla="*/ 256422 h 1513253"/>
                <a:gd name="connsiteX40" fmla="*/ 972991 w 1681861"/>
                <a:gd name="connsiteY40" fmla="*/ 418982 h 1513253"/>
                <a:gd name="connsiteX41" fmla="*/ 1049655 w 1681861"/>
                <a:gd name="connsiteY41" fmla="*/ 555165 h 1513253"/>
                <a:gd name="connsiteX42" fmla="*/ 1114679 w 1681861"/>
                <a:gd name="connsiteY42" fmla="*/ 650415 h 1513253"/>
                <a:gd name="connsiteX43" fmla="*/ 1042924 w 1681861"/>
                <a:gd name="connsiteY43" fmla="*/ 880412 h 1513253"/>
                <a:gd name="connsiteX44" fmla="*/ 1025906 w 1681861"/>
                <a:gd name="connsiteY44" fmla="*/ 890318 h 1513253"/>
                <a:gd name="connsiteX45" fmla="*/ 832358 w 1681861"/>
                <a:gd name="connsiteY45" fmla="*/ 1052878 h 1513253"/>
                <a:gd name="connsiteX46" fmla="*/ 1063879 w 1681861"/>
                <a:gd name="connsiteY46" fmla="*/ 1183053 h 1513253"/>
                <a:gd name="connsiteX47" fmla="*/ 1164717 w 1681861"/>
                <a:gd name="connsiteY47" fmla="*/ 1070023 h 1513253"/>
                <a:gd name="connsiteX48" fmla="*/ 1175385 w 1681861"/>
                <a:gd name="connsiteY48" fmla="*/ 981250 h 1513253"/>
                <a:gd name="connsiteX49" fmla="*/ 1226693 w 1681861"/>
                <a:gd name="connsiteY49" fmla="*/ 927910 h 1513253"/>
                <a:gd name="connsiteX50" fmla="*/ 1282700 w 1681861"/>
                <a:gd name="connsiteY50" fmla="*/ 945309 h 1513253"/>
                <a:gd name="connsiteX51" fmla="*/ 1388745 w 1681861"/>
                <a:gd name="connsiteY51" fmla="*/ 886381 h 1513253"/>
                <a:gd name="connsiteX52" fmla="*/ 1489583 w 1681861"/>
                <a:gd name="connsiteY52" fmla="*/ 930577 h 1513253"/>
                <a:gd name="connsiteX53" fmla="*/ 1083183 w 1681861"/>
                <a:gd name="connsiteY53" fmla="*/ 424736 h 1513253"/>
                <a:gd name="connsiteX54" fmla="*/ 1224407 w 1681861"/>
                <a:gd name="connsiteY54" fmla="*/ 238046 h 1513253"/>
                <a:gd name="connsiteX55" fmla="*/ 1224407 w 1681861"/>
                <a:gd name="connsiteY55" fmla="*/ 88948 h 1513253"/>
                <a:gd name="connsiteX56" fmla="*/ 1217930 w 1681861"/>
                <a:gd name="connsiteY56" fmla="*/ 15161 h 1513253"/>
                <a:gd name="connsiteX57" fmla="*/ 1235710 w 1681861"/>
                <a:gd name="connsiteY57" fmla="*/ 62786 h 1513253"/>
                <a:gd name="connsiteX58" fmla="*/ 1415161 w 1681861"/>
                <a:gd name="connsiteY58" fmla="*/ 58976 h 1513253"/>
                <a:gd name="connsiteX59" fmla="*/ 1427353 w 1681861"/>
                <a:gd name="connsiteY59" fmla="*/ 13002 h 1513253"/>
                <a:gd name="connsiteX60" fmla="*/ 1249680 w 1681861"/>
                <a:gd name="connsiteY60" fmla="*/ 85519 h 1513253"/>
                <a:gd name="connsiteX61" fmla="*/ 1249807 w 1681861"/>
                <a:gd name="connsiteY61" fmla="*/ 135557 h 1513253"/>
                <a:gd name="connsiteX62" fmla="*/ 1249934 w 1681861"/>
                <a:gd name="connsiteY62" fmla="*/ 253921 h 1513253"/>
                <a:gd name="connsiteX63" fmla="*/ 1111631 w 1681861"/>
                <a:gd name="connsiteY63" fmla="*/ 404289 h 1513253"/>
                <a:gd name="connsiteX64" fmla="*/ 1502918 w 1681861"/>
                <a:gd name="connsiteY64" fmla="*/ 404924 h 1513253"/>
                <a:gd name="connsiteX65" fmla="*/ 1498473 w 1681861"/>
                <a:gd name="connsiteY65" fmla="*/ 332153 h 1513253"/>
                <a:gd name="connsiteX66" fmla="*/ 1391920 w 1681861"/>
                <a:gd name="connsiteY66" fmla="*/ 137208 h 1513253"/>
                <a:gd name="connsiteX67" fmla="*/ 1392047 w 1681861"/>
                <a:gd name="connsiteY67" fmla="*/ 86027 h 1513253"/>
                <a:gd name="connsiteX68" fmla="*/ 1249680 w 1681861"/>
                <a:gd name="connsiteY68" fmla="*/ 85519 h 1513253"/>
                <a:gd name="connsiteX69" fmla="*/ 1522730 w 1681861"/>
                <a:gd name="connsiteY69" fmla="*/ 371650 h 1513253"/>
                <a:gd name="connsiteX70" fmla="*/ 1567561 w 1681861"/>
                <a:gd name="connsiteY70" fmla="*/ 317167 h 1513253"/>
                <a:gd name="connsiteX71" fmla="*/ 1522730 w 1681861"/>
                <a:gd name="connsiteY71" fmla="*/ 371650 h 1513253"/>
                <a:gd name="connsiteX72" fmla="*/ 378191 w 1681861"/>
                <a:gd name="connsiteY72" fmla="*/ 337926 h 1513253"/>
                <a:gd name="connsiteX73" fmla="*/ 198247 w 1681861"/>
                <a:gd name="connsiteY73" fmla="*/ 544497 h 1513253"/>
                <a:gd name="connsiteX74" fmla="*/ 221869 w 1681861"/>
                <a:gd name="connsiteY74" fmla="*/ 554911 h 1513253"/>
                <a:gd name="connsiteX75" fmla="*/ 262001 w 1681861"/>
                <a:gd name="connsiteY75" fmla="*/ 638096 h 1513253"/>
                <a:gd name="connsiteX76" fmla="*/ 231648 w 1681861"/>
                <a:gd name="connsiteY76" fmla="*/ 864410 h 1513253"/>
                <a:gd name="connsiteX77" fmla="*/ 196850 w 1681861"/>
                <a:gd name="connsiteY77" fmla="*/ 885238 h 1513253"/>
                <a:gd name="connsiteX78" fmla="*/ 310642 w 1681861"/>
                <a:gd name="connsiteY78" fmla="*/ 985949 h 1513253"/>
                <a:gd name="connsiteX79" fmla="*/ 735076 w 1681861"/>
                <a:gd name="connsiteY79" fmla="*/ 1053259 h 1513253"/>
                <a:gd name="connsiteX80" fmla="*/ 985774 w 1681861"/>
                <a:gd name="connsiteY80" fmla="*/ 896287 h 1513253"/>
                <a:gd name="connsiteX81" fmla="*/ 991489 w 1681861"/>
                <a:gd name="connsiteY81" fmla="*/ 894001 h 1513253"/>
                <a:gd name="connsiteX82" fmla="*/ 941956 w 1681861"/>
                <a:gd name="connsiteY82" fmla="*/ 429510 h 1513253"/>
                <a:gd name="connsiteX83" fmla="*/ 655811 w 1681861"/>
                <a:gd name="connsiteY83" fmla="*/ 278181 h 1513253"/>
                <a:gd name="connsiteX84" fmla="*/ 372956 w 1681861"/>
                <a:gd name="connsiteY84" fmla="*/ 336669 h 1513253"/>
                <a:gd name="connsiteX85" fmla="*/ 1107186 w 1681861"/>
                <a:gd name="connsiteY85" fmla="*/ 430197 h 1513253"/>
                <a:gd name="connsiteX86" fmla="*/ 1530731 w 1681861"/>
                <a:gd name="connsiteY86" fmla="*/ 430070 h 1513253"/>
                <a:gd name="connsiteX87" fmla="*/ 1107186 w 1681861"/>
                <a:gd name="connsiteY87" fmla="*/ 430197 h 1513253"/>
                <a:gd name="connsiteX88" fmla="*/ 161417 w 1681861"/>
                <a:gd name="connsiteY88" fmla="*/ 573453 h 1513253"/>
                <a:gd name="connsiteX89" fmla="*/ 114554 w 1681861"/>
                <a:gd name="connsiteY89" fmla="*/ 790623 h 1513253"/>
                <a:gd name="connsiteX90" fmla="*/ 182499 w 1681861"/>
                <a:gd name="connsiteY90" fmla="*/ 862124 h 1513253"/>
                <a:gd name="connsiteX91" fmla="*/ 224917 w 1681861"/>
                <a:gd name="connsiteY91" fmla="*/ 826564 h 1513253"/>
                <a:gd name="connsiteX92" fmla="*/ 224536 w 1681861"/>
                <a:gd name="connsiteY92" fmla="*/ 603552 h 1513253"/>
                <a:gd name="connsiteX93" fmla="*/ 161417 w 1681861"/>
                <a:gd name="connsiteY93" fmla="*/ 573453 h 1513253"/>
                <a:gd name="connsiteX94" fmla="*/ 1039622 w 1681861"/>
                <a:gd name="connsiteY94" fmla="*/ 569770 h 1513253"/>
                <a:gd name="connsiteX95" fmla="*/ 1037717 w 1681861"/>
                <a:gd name="connsiteY95" fmla="*/ 863394 h 1513253"/>
                <a:gd name="connsiteX96" fmla="*/ 1039622 w 1681861"/>
                <a:gd name="connsiteY96" fmla="*/ 569770 h 1513253"/>
                <a:gd name="connsiteX97" fmla="*/ 1648333 w 1681861"/>
                <a:gd name="connsiteY97" fmla="*/ 956612 h 1513253"/>
                <a:gd name="connsiteX98" fmla="*/ 1654810 w 1681861"/>
                <a:gd name="connsiteY98" fmla="*/ 804593 h 1513253"/>
                <a:gd name="connsiteX99" fmla="*/ 1655191 w 1681861"/>
                <a:gd name="connsiteY99" fmla="*/ 665909 h 1513253"/>
                <a:gd name="connsiteX100" fmla="*/ 1654683 w 1681861"/>
                <a:gd name="connsiteY100" fmla="*/ 577898 h 1513253"/>
                <a:gd name="connsiteX101" fmla="*/ 1371092 w 1681861"/>
                <a:gd name="connsiteY101" fmla="*/ 918258 h 1513253"/>
                <a:gd name="connsiteX102" fmla="*/ 1249807 w 1681861"/>
                <a:gd name="connsiteY102" fmla="*/ 1030018 h 1513253"/>
                <a:gd name="connsiteX103" fmla="*/ 1261618 w 1681861"/>
                <a:gd name="connsiteY103" fmla="*/ 959660 h 1513253"/>
                <a:gd name="connsiteX104" fmla="*/ 1208151 w 1681861"/>
                <a:gd name="connsiteY104" fmla="*/ 972106 h 1513253"/>
                <a:gd name="connsiteX105" fmla="*/ 1338961 w 1681861"/>
                <a:gd name="connsiteY105" fmla="*/ 1184577 h 1513253"/>
                <a:gd name="connsiteX106" fmla="*/ 1462913 w 1681861"/>
                <a:gd name="connsiteY106" fmla="*/ 938324 h 1513253"/>
                <a:gd name="connsiteX107" fmla="*/ 1387475 w 1681861"/>
                <a:gd name="connsiteY107" fmla="*/ 1031288 h 1513253"/>
                <a:gd name="connsiteX108" fmla="*/ 1427988 w 1681861"/>
                <a:gd name="connsiteY108" fmla="*/ 925243 h 1513253"/>
                <a:gd name="connsiteX109" fmla="*/ 1371092 w 1681861"/>
                <a:gd name="connsiteY109" fmla="*/ 918258 h 1513253"/>
                <a:gd name="connsiteX110" fmla="*/ 1081532 w 1681861"/>
                <a:gd name="connsiteY110" fmla="*/ 1200325 h 1513253"/>
                <a:gd name="connsiteX111" fmla="*/ 1025652 w 1681861"/>
                <a:gd name="connsiteY111" fmla="*/ 1221026 h 1513253"/>
                <a:gd name="connsiteX112" fmla="*/ 1042035 w 1681861"/>
                <a:gd name="connsiteY112" fmla="*/ 1196388 h 1513253"/>
                <a:gd name="connsiteX113" fmla="*/ 913638 w 1681861"/>
                <a:gd name="connsiteY113" fmla="*/ 1118156 h 1513253"/>
                <a:gd name="connsiteX114" fmla="*/ 964057 w 1681861"/>
                <a:gd name="connsiteY114" fmla="*/ 1367076 h 1513253"/>
                <a:gd name="connsiteX115" fmla="*/ 1097915 w 1681861"/>
                <a:gd name="connsiteY115" fmla="*/ 1394635 h 1513253"/>
                <a:gd name="connsiteX116" fmla="*/ 1340866 w 1681861"/>
                <a:gd name="connsiteY116" fmla="*/ 1213914 h 1513253"/>
                <a:gd name="connsiteX117" fmla="*/ 1181608 w 1681861"/>
                <a:gd name="connsiteY117" fmla="*/ 1099360 h 1513253"/>
                <a:gd name="connsiteX118" fmla="*/ 1081532 w 1681861"/>
                <a:gd name="connsiteY118" fmla="*/ 1200325 h 1513253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224407 w 1681861"/>
                <a:gd name="connsiteY54" fmla="*/ 86233 h 1510538"/>
                <a:gd name="connsiteX55" fmla="*/ 1217930 w 1681861"/>
                <a:gd name="connsiteY55" fmla="*/ 12446 h 1510538"/>
                <a:gd name="connsiteX56" fmla="*/ 1235710 w 1681861"/>
                <a:gd name="connsiteY56" fmla="*/ 60071 h 1510538"/>
                <a:gd name="connsiteX57" fmla="*/ 1415161 w 1681861"/>
                <a:gd name="connsiteY57" fmla="*/ 56261 h 1510538"/>
                <a:gd name="connsiteX58" fmla="*/ 1427353 w 1681861"/>
                <a:gd name="connsiteY58" fmla="*/ 10287 h 1510538"/>
                <a:gd name="connsiteX59" fmla="*/ 1249680 w 1681861"/>
                <a:gd name="connsiteY59" fmla="*/ 82804 h 1510538"/>
                <a:gd name="connsiteX60" fmla="*/ 1249807 w 1681861"/>
                <a:gd name="connsiteY60" fmla="*/ 132842 h 1510538"/>
                <a:gd name="connsiteX61" fmla="*/ 1249934 w 1681861"/>
                <a:gd name="connsiteY61" fmla="*/ 251206 h 1510538"/>
                <a:gd name="connsiteX62" fmla="*/ 1111631 w 1681861"/>
                <a:gd name="connsiteY62" fmla="*/ 401574 h 1510538"/>
                <a:gd name="connsiteX63" fmla="*/ 1502918 w 1681861"/>
                <a:gd name="connsiteY63" fmla="*/ 402209 h 1510538"/>
                <a:gd name="connsiteX64" fmla="*/ 1498473 w 1681861"/>
                <a:gd name="connsiteY64" fmla="*/ 329438 h 1510538"/>
                <a:gd name="connsiteX65" fmla="*/ 1391920 w 1681861"/>
                <a:gd name="connsiteY65" fmla="*/ 134493 h 1510538"/>
                <a:gd name="connsiteX66" fmla="*/ 1392047 w 1681861"/>
                <a:gd name="connsiteY66" fmla="*/ 83312 h 1510538"/>
                <a:gd name="connsiteX67" fmla="*/ 1249680 w 1681861"/>
                <a:gd name="connsiteY67" fmla="*/ 82804 h 1510538"/>
                <a:gd name="connsiteX68" fmla="*/ 1522730 w 1681861"/>
                <a:gd name="connsiteY68" fmla="*/ 368935 h 1510538"/>
                <a:gd name="connsiteX69" fmla="*/ 1567561 w 1681861"/>
                <a:gd name="connsiteY69" fmla="*/ 314452 h 1510538"/>
                <a:gd name="connsiteX70" fmla="*/ 1522730 w 1681861"/>
                <a:gd name="connsiteY70" fmla="*/ 368935 h 1510538"/>
                <a:gd name="connsiteX71" fmla="*/ 378191 w 1681861"/>
                <a:gd name="connsiteY71" fmla="*/ 335211 h 1510538"/>
                <a:gd name="connsiteX72" fmla="*/ 198247 w 1681861"/>
                <a:gd name="connsiteY72" fmla="*/ 541782 h 1510538"/>
                <a:gd name="connsiteX73" fmla="*/ 221869 w 1681861"/>
                <a:gd name="connsiteY73" fmla="*/ 552196 h 1510538"/>
                <a:gd name="connsiteX74" fmla="*/ 262001 w 1681861"/>
                <a:gd name="connsiteY74" fmla="*/ 635381 h 1510538"/>
                <a:gd name="connsiteX75" fmla="*/ 231648 w 1681861"/>
                <a:gd name="connsiteY75" fmla="*/ 861695 h 1510538"/>
                <a:gd name="connsiteX76" fmla="*/ 196850 w 1681861"/>
                <a:gd name="connsiteY76" fmla="*/ 882523 h 1510538"/>
                <a:gd name="connsiteX77" fmla="*/ 310642 w 1681861"/>
                <a:gd name="connsiteY77" fmla="*/ 983234 h 1510538"/>
                <a:gd name="connsiteX78" fmla="*/ 735076 w 1681861"/>
                <a:gd name="connsiteY78" fmla="*/ 1050544 h 1510538"/>
                <a:gd name="connsiteX79" fmla="*/ 985774 w 1681861"/>
                <a:gd name="connsiteY79" fmla="*/ 893572 h 1510538"/>
                <a:gd name="connsiteX80" fmla="*/ 991489 w 1681861"/>
                <a:gd name="connsiteY80" fmla="*/ 891286 h 1510538"/>
                <a:gd name="connsiteX81" fmla="*/ 941956 w 1681861"/>
                <a:gd name="connsiteY81" fmla="*/ 426795 h 1510538"/>
                <a:gd name="connsiteX82" fmla="*/ 655811 w 1681861"/>
                <a:gd name="connsiteY82" fmla="*/ 275466 h 1510538"/>
                <a:gd name="connsiteX83" fmla="*/ 372956 w 1681861"/>
                <a:gd name="connsiteY83" fmla="*/ 333954 h 1510538"/>
                <a:gd name="connsiteX84" fmla="*/ 1107186 w 1681861"/>
                <a:gd name="connsiteY84" fmla="*/ 427482 h 1510538"/>
                <a:gd name="connsiteX85" fmla="*/ 1530731 w 1681861"/>
                <a:gd name="connsiteY85" fmla="*/ 427355 h 1510538"/>
                <a:gd name="connsiteX86" fmla="*/ 1107186 w 1681861"/>
                <a:gd name="connsiteY86" fmla="*/ 427482 h 1510538"/>
                <a:gd name="connsiteX87" fmla="*/ 161417 w 1681861"/>
                <a:gd name="connsiteY87" fmla="*/ 570738 h 1510538"/>
                <a:gd name="connsiteX88" fmla="*/ 114554 w 1681861"/>
                <a:gd name="connsiteY88" fmla="*/ 787908 h 1510538"/>
                <a:gd name="connsiteX89" fmla="*/ 182499 w 1681861"/>
                <a:gd name="connsiteY89" fmla="*/ 859409 h 1510538"/>
                <a:gd name="connsiteX90" fmla="*/ 224917 w 1681861"/>
                <a:gd name="connsiteY90" fmla="*/ 823849 h 1510538"/>
                <a:gd name="connsiteX91" fmla="*/ 224536 w 1681861"/>
                <a:gd name="connsiteY91" fmla="*/ 600837 h 1510538"/>
                <a:gd name="connsiteX92" fmla="*/ 161417 w 1681861"/>
                <a:gd name="connsiteY92" fmla="*/ 570738 h 1510538"/>
                <a:gd name="connsiteX93" fmla="*/ 1039622 w 1681861"/>
                <a:gd name="connsiteY93" fmla="*/ 567055 h 1510538"/>
                <a:gd name="connsiteX94" fmla="*/ 1037717 w 1681861"/>
                <a:gd name="connsiteY94" fmla="*/ 860679 h 1510538"/>
                <a:gd name="connsiteX95" fmla="*/ 1039622 w 1681861"/>
                <a:gd name="connsiteY95" fmla="*/ 567055 h 1510538"/>
                <a:gd name="connsiteX96" fmla="*/ 1648333 w 1681861"/>
                <a:gd name="connsiteY96" fmla="*/ 953897 h 1510538"/>
                <a:gd name="connsiteX97" fmla="*/ 1654810 w 1681861"/>
                <a:gd name="connsiteY97" fmla="*/ 801878 h 1510538"/>
                <a:gd name="connsiteX98" fmla="*/ 1655191 w 1681861"/>
                <a:gd name="connsiteY98" fmla="*/ 663194 h 1510538"/>
                <a:gd name="connsiteX99" fmla="*/ 1654683 w 1681861"/>
                <a:gd name="connsiteY99" fmla="*/ 575183 h 1510538"/>
                <a:gd name="connsiteX100" fmla="*/ 1371092 w 1681861"/>
                <a:gd name="connsiteY100" fmla="*/ 915543 h 1510538"/>
                <a:gd name="connsiteX101" fmla="*/ 1249807 w 1681861"/>
                <a:gd name="connsiteY101" fmla="*/ 1027303 h 1510538"/>
                <a:gd name="connsiteX102" fmla="*/ 1261618 w 1681861"/>
                <a:gd name="connsiteY102" fmla="*/ 956945 h 1510538"/>
                <a:gd name="connsiteX103" fmla="*/ 1208151 w 1681861"/>
                <a:gd name="connsiteY103" fmla="*/ 969391 h 1510538"/>
                <a:gd name="connsiteX104" fmla="*/ 1338961 w 1681861"/>
                <a:gd name="connsiteY104" fmla="*/ 1181862 h 1510538"/>
                <a:gd name="connsiteX105" fmla="*/ 1462913 w 1681861"/>
                <a:gd name="connsiteY105" fmla="*/ 935609 h 1510538"/>
                <a:gd name="connsiteX106" fmla="*/ 1387475 w 1681861"/>
                <a:gd name="connsiteY106" fmla="*/ 1028573 h 1510538"/>
                <a:gd name="connsiteX107" fmla="*/ 1427988 w 1681861"/>
                <a:gd name="connsiteY107" fmla="*/ 922528 h 1510538"/>
                <a:gd name="connsiteX108" fmla="*/ 1371092 w 1681861"/>
                <a:gd name="connsiteY108" fmla="*/ 915543 h 1510538"/>
                <a:gd name="connsiteX109" fmla="*/ 1081532 w 1681861"/>
                <a:gd name="connsiteY109" fmla="*/ 1197610 h 1510538"/>
                <a:gd name="connsiteX110" fmla="*/ 1025652 w 1681861"/>
                <a:gd name="connsiteY110" fmla="*/ 1218311 h 1510538"/>
                <a:gd name="connsiteX111" fmla="*/ 1042035 w 1681861"/>
                <a:gd name="connsiteY111" fmla="*/ 1193673 h 1510538"/>
                <a:gd name="connsiteX112" fmla="*/ 913638 w 1681861"/>
                <a:gd name="connsiteY112" fmla="*/ 1115441 h 1510538"/>
                <a:gd name="connsiteX113" fmla="*/ 964057 w 1681861"/>
                <a:gd name="connsiteY113" fmla="*/ 1364361 h 1510538"/>
                <a:gd name="connsiteX114" fmla="*/ 1097915 w 1681861"/>
                <a:gd name="connsiteY114" fmla="*/ 1391920 h 1510538"/>
                <a:gd name="connsiteX115" fmla="*/ 1340866 w 1681861"/>
                <a:gd name="connsiteY115" fmla="*/ 1211199 h 1510538"/>
                <a:gd name="connsiteX116" fmla="*/ 1181608 w 1681861"/>
                <a:gd name="connsiteY116" fmla="*/ 1096645 h 1510538"/>
                <a:gd name="connsiteX117" fmla="*/ 1081532 w 1681861"/>
                <a:gd name="connsiteY117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224407 w 1681861"/>
                <a:gd name="connsiteY54" fmla="*/ 86233 h 1510538"/>
                <a:gd name="connsiteX55" fmla="*/ 1235710 w 1681861"/>
                <a:gd name="connsiteY55" fmla="*/ 60071 h 1510538"/>
                <a:gd name="connsiteX56" fmla="*/ 1415161 w 1681861"/>
                <a:gd name="connsiteY56" fmla="*/ 56261 h 1510538"/>
                <a:gd name="connsiteX57" fmla="*/ 1427353 w 1681861"/>
                <a:gd name="connsiteY57" fmla="*/ 10287 h 1510538"/>
                <a:gd name="connsiteX58" fmla="*/ 1249680 w 1681861"/>
                <a:gd name="connsiteY58" fmla="*/ 82804 h 1510538"/>
                <a:gd name="connsiteX59" fmla="*/ 1249807 w 1681861"/>
                <a:gd name="connsiteY59" fmla="*/ 132842 h 1510538"/>
                <a:gd name="connsiteX60" fmla="*/ 1249934 w 1681861"/>
                <a:gd name="connsiteY60" fmla="*/ 251206 h 1510538"/>
                <a:gd name="connsiteX61" fmla="*/ 1111631 w 1681861"/>
                <a:gd name="connsiteY61" fmla="*/ 401574 h 1510538"/>
                <a:gd name="connsiteX62" fmla="*/ 1502918 w 1681861"/>
                <a:gd name="connsiteY62" fmla="*/ 402209 h 1510538"/>
                <a:gd name="connsiteX63" fmla="*/ 1498473 w 1681861"/>
                <a:gd name="connsiteY63" fmla="*/ 329438 h 1510538"/>
                <a:gd name="connsiteX64" fmla="*/ 1391920 w 1681861"/>
                <a:gd name="connsiteY64" fmla="*/ 134493 h 1510538"/>
                <a:gd name="connsiteX65" fmla="*/ 1392047 w 1681861"/>
                <a:gd name="connsiteY65" fmla="*/ 83312 h 1510538"/>
                <a:gd name="connsiteX66" fmla="*/ 1249680 w 1681861"/>
                <a:gd name="connsiteY66" fmla="*/ 82804 h 1510538"/>
                <a:gd name="connsiteX67" fmla="*/ 1522730 w 1681861"/>
                <a:gd name="connsiteY67" fmla="*/ 368935 h 1510538"/>
                <a:gd name="connsiteX68" fmla="*/ 1567561 w 1681861"/>
                <a:gd name="connsiteY68" fmla="*/ 314452 h 1510538"/>
                <a:gd name="connsiteX69" fmla="*/ 1522730 w 1681861"/>
                <a:gd name="connsiteY69" fmla="*/ 368935 h 1510538"/>
                <a:gd name="connsiteX70" fmla="*/ 378191 w 1681861"/>
                <a:gd name="connsiteY70" fmla="*/ 335211 h 1510538"/>
                <a:gd name="connsiteX71" fmla="*/ 198247 w 1681861"/>
                <a:gd name="connsiteY71" fmla="*/ 541782 h 1510538"/>
                <a:gd name="connsiteX72" fmla="*/ 221869 w 1681861"/>
                <a:gd name="connsiteY72" fmla="*/ 552196 h 1510538"/>
                <a:gd name="connsiteX73" fmla="*/ 262001 w 1681861"/>
                <a:gd name="connsiteY73" fmla="*/ 635381 h 1510538"/>
                <a:gd name="connsiteX74" fmla="*/ 231648 w 1681861"/>
                <a:gd name="connsiteY74" fmla="*/ 861695 h 1510538"/>
                <a:gd name="connsiteX75" fmla="*/ 196850 w 1681861"/>
                <a:gd name="connsiteY75" fmla="*/ 882523 h 1510538"/>
                <a:gd name="connsiteX76" fmla="*/ 310642 w 1681861"/>
                <a:gd name="connsiteY76" fmla="*/ 983234 h 1510538"/>
                <a:gd name="connsiteX77" fmla="*/ 735076 w 1681861"/>
                <a:gd name="connsiteY77" fmla="*/ 1050544 h 1510538"/>
                <a:gd name="connsiteX78" fmla="*/ 985774 w 1681861"/>
                <a:gd name="connsiteY78" fmla="*/ 893572 h 1510538"/>
                <a:gd name="connsiteX79" fmla="*/ 991489 w 1681861"/>
                <a:gd name="connsiteY79" fmla="*/ 891286 h 1510538"/>
                <a:gd name="connsiteX80" fmla="*/ 941956 w 1681861"/>
                <a:gd name="connsiteY80" fmla="*/ 426795 h 1510538"/>
                <a:gd name="connsiteX81" fmla="*/ 655811 w 1681861"/>
                <a:gd name="connsiteY81" fmla="*/ 275466 h 1510538"/>
                <a:gd name="connsiteX82" fmla="*/ 372956 w 1681861"/>
                <a:gd name="connsiteY82" fmla="*/ 333954 h 1510538"/>
                <a:gd name="connsiteX83" fmla="*/ 1107186 w 1681861"/>
                <a:gd name="connsiteY83" fmla="*/ 427482 h 1510538"/>
                <a:gd name="connsiteX84" fmla="*/ 1530731 w 1681861"/>
                <a:gd name="connsiteY84" fmla="*/ 427355 h 1510538"/>
                <a:gd name="connsiteX85" fmla="*/ 1107186 w 1681861"/>
                <a:gd name="connsiteY85" fmla="*/ 427482 h 1510538"/>
                <a:gd name="connsiteX86" fmla="*/ 161417 w 1681861"/>
                <a:gd name="connsiteY86" fmla="*/ 570738 h 1510538"/>
                <a:gd name="connsiteX87" fmla="*/ 114554 w 1681861"/>
                <a:gd name="connsiteY87" fmla="*/ 787908 h 1510538"/>
                <a:gd name="connsiteX88" fmla="*/ 182499 w 1681861"/>
                <a:gd name="connsiteY88" fmla="*/ 859409 h 1510538"/>
                <a:gd name="connsiteX89" fmla="*/ 224917 w 1681861"/>
                <a:gd name="connsiteY89" fmla="*/ 823849 h 1510538"/>
                <a:gd name="connsiteX90" fmla="*/ 224536 w 1681861"/>
                <a:gd name="connsiteY90" fmla="*/ 600837 h 1510538"/>
                <a:gd name="connsiteX91" fmla="*/ 161417 w 1681861"/>
                <a:gd name="connsiteY91" fmla="*/ 570738 h 1510538"/>
                <a:gd name="connsiteX92" fmla="*/ 1039622 w 1681861"/>
                <a:gd name="connsiteY92" fmla="*/ 567055 h 1510538"/>
                <a:gd name="connsiteX93" fmla="*/ 1037717 w 1681861"/>
                <a:gd name="connsiteY93" fmla="*/ 860679 h 1510538"/>
                <a:gd name="connsiteX94" fmla="*/ 1039622 w 1681861"/>
                <a:gd name="connsiteY94" fmla="*/ 567055 h 1510538"/>
                <a:gd name="connsiteX95" fmla="*/ 1648333 w 1681861"/>
                <a:gd name="connsiteY95" fmla="*/ 953897 h 1510538"/>
                <a:gd name="connsiteX96" fmla="*/ 1654810 w 1681861"/>
                <a:gd name="connsiteY96" fmla="*/ 801878 h 1510538"/>
                <a:gd name="connsiteX97" fmla="*/ 1655191 w 1681861"/>
                <a:gd name="connsiteY97" fmla="*/ 663194 h 1510538"/>
                <a:gd name="connsiteX98" fmla="*/ 1654683 w 1681861"/>
                <a:gd name="connsiteY98" fmla="*/ 575183 h 1510538"/>
                <a:gd name="connsiteX99" fmla="*/ 1371092 w 1681861"/>
                <a:gd name="connsiteY99" fmla="*/ 915543 h 1510538"/>
                <a:gd name="connsiteX100" fmla="*/ 1249807 w 1681861"/>
                <a:gd name="connsiteY100" fmla="*/ 1027303 h 1510538"/>
                <a:gd name="connsiteX101" fmla="*/ 1261618 w 1681861"/>
                <a:gd name="connsiteY101" fmla="*/ 956945 h 1510538"/>
                <a:gd name="connsiteX102" fmla="*/ 1208151 w 1681861"/>
                <a:gd name="connsiteY102" fmla="*/ 969391 h 1510538"/>
                <a:gd name="connsiteX103" fmla="*/ 1338961 w 1681861"/>
                <a:gd name="connsiteY103" fmla="*/ 1181862 h 1510538"/>
                <a:gd name="connsiteX104" fmla="*/ 1462913 w 1681861"/>
                <a:gd name="connsiteY104" fmla="*/ 935609 h 1510538"/>
                <a:gd name="connsiteX105" fmla="*/ 1387475 w 1681861"/>
                <a:gd name="connsiteY105" fmla="*/ 1028573 h 1510538"/>
                <a:gd name="connsiteX106" fmla="*/ 1427988 w 1681861"/>
                <a:gd name="connsiteY106" fmla="*/ 922528 h 1510538"/>
                <a:gd name="connsiteX107" fmla="*/ 1371092 w 1681861"/>
                <a:gd name="connsiteY107" fmla="*/ 915543 h 1510538"/>
                <a:gd name="connsiteX108" fmla="*/ 1081532 w 1681861"/>
                <a:gd name="connsiteY108" fmla="*/ 1197610 h 1510538"/>
                <a:gd name="connsiteX109" fmla="*/ 1025652 w 1681861"/>
                <a:gd name="connsiteY109" fmla="*/ 1218311 h 1510538"/>
                <a:gd name="connsiteX110" fmla="*/ 1042035 w 1681861"/>
                <a:gd name="connsiteY110" fmla="*/ 1193673 h 1510538"/>
                <a:gd name="connsiteX111" fmla="*/ 913638 w 1681861"/>
                <a:gd name="connsiteY111" fmla="*/ 1115441 h 1510538"/>
                <a:gd name="connsiteX112" fmla="*/ 964057 w 1681861"/>
                <a:gd name="connsiteY112" fmla="*/ 1364361 h 1510538"/>
                <a:gd name="connsiteX113" fmla="*/ 1097915 w 1681861"/>
                <a:gd name="connsiteY113" fmla="*/ 1391920 h 1510538"/>
                <a:gd name="connsiteX114" fmla="*/ 1340866 w 1681861"/>
                <a:gd name="connsiteY114" fmla="*/ 1211199 h 1510538"/>
                <a:gd name="connsiteX115" fmla="*/ 1181608 w 1681861"/>
                <a:gd name="connsiteY115" fmla="*/ 1096645 h 1510538"/>
                <a:gd name="connsiteX116" fmla="*/ 1081532 w 1681861"/>
                <a:gd name="connsiteY116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224407 w 1681861"/>
                <a:gd name="connsiteY54" fmla="*/ 86233 h 1510538"/>
                <a:gd name="connsiteX55" fmla="*/ 1415161 w 1681861"/>
                <a:gd name="connsiteY55" fmla="*/ 56261 h 1510538"/>
                <a:gd name="connsiteX56" fmla="*/ 1427353 w 1681861"/>
                <a:gd name="connsiteY56" fmla="*/ 10287 h 1510538"/>
                <a:gd name="connsiteX57" fmla="*/ 1249680 w 1681861"/>
                <a:gd name="connsiteY57" fmla="*/ 82804 h 1510538"/>
                <a:gd name="connsiteX58" fmla="*/ 1249807 w 1681861"/>
                <a:gd name="connsiteY58" fmla="*/ 132842 h 1510538"/>
                <a:gd name="connsiteX59" fmla="*/ 1249934 w 1681861"/>
                <a:gd name="connsiteY59" fmla="*/ 251206 h 1510538"/>
                <a:gd name="connsiteX60" fmla="*/ 1111631 w 1681861"/>
                <a:gd name="connsiteY60" fmla="*/ 401574 h 1510538"/>
                <a:gd name="connsiteX61" fmla="*/ 1502918 w 1681861"/>
                <a:gd name="connsiteY61" fmla="*/ 402209 h 1510538"/>
                <a:gd name="connsiteX62" fmla="*/ 1498473 w 1681861"/>
                <a:gd name="connsiteY62" fmla="*/ 329438 h 1510538"/>
                <a:gd name="connsiteX63" fmla="*/ 1391920 w 1681861"/>
                <a:gd name="connsiteY63" fmla="*/ 134493 h 1510538"/>
                <a:gd name="connsiteX64" fmla="*/ 1392047 w 1681861"/>
                <a:gd name="connsiteY64" fmla="*/ 83312 h 1510538"/>
                <a:gd name="connsiteX65" fmla="*/ 1249680 w 1681861"/>
                <a:gd name="connsiteY65" fmla="*/ 82804 h 1510538"/>
                <a:gd name="connsiteX66" fmla="*/ 1522730 w 1681861"/>
                <a:gd name="connsiteY66" fmla="*/ 368935 h 1510538"/>
                <a:gd name="connsiteX67" fmla="*/ 1567561 w 1681861"/>
                <a:gd name="connsiteY67" fmla="*/ 314452 h 1510538"/>
                <a:gd name="connsiteX68" fmla="*/ 1522730 w 1681861"/>
                <a:gd name="connsiteY68" fmla="*/ 368935 h 1510538"/>
                <a:gd name="connsiteX69" fmla="*/ 378191 w 1681861"/>
                <a:gd name="connsiteY69" fmla="*/ 335211 h 1510538"/>
                <a:gd name="connsiteX70" fmla="*/ 198247 w 1681861"/>
                <a:gd name="connsiteY70" fmla="*/ 541782 h 1510538"/>
                <a:gd name="connsiteX71" fmla="*/ 221869 w 1681861"/>
                <a:gd name="connsiteY71" fmla="*/ 552196 h 1510538"/>
                <a:gd name="connsiteX72" fmla="*/ 262001 w 1681861"/>
                <a:gd name="connsiteY72" fmla="*/ 635381 h 1510538"/>
                <a:gd name="connsiteX73" fmla="*/ 231648 w 1681861"/>
                <a:gd name="connsiteY73" fmla="*/ 861695 h 1510538"/>
                <a:gd name="connsiteX74" fmla="*/ 196850 w 1681861"/>
                <a:gd name="connsiteY74" fmla="*/ 882523 h 1510538"/>
                <a:gd name="connsiteX75" fmla="*/ 310642 w 1681861"/>
                <a:gd name="connsiteY75" fmla="*/ 983234 h 1510538"/>
                <a:gd name="connsiteX76" fmla="*/ 735076 w 1681861"/>
                <a:gd name="connsiteY76" fmla="*/ 1050544 h 1510538"/>
                <a:gd name="connsiteX77" fmla="*/ 985774 w 1681861"/>
                <a:gd name="connsiteY77" fmla="*/ 893572 h 1510538"/>
                <a:gd name="connsiteX78" fmla="*/ 991489 w 1681861"/>
                <a:gd name="connsiteY78" fmla="*/ 891286 h 1510538"/>
                <a:gd name="connsiteX79" fmla="*/ 941956 w 1681861"/>
                <a:gd name="connsiteY79" fmla="*/ 426795 h 1510538"/>
                <a:gd name="connsiteX80" fmla="*/ 655811 w 1681861"/>
                <a:gd name="connsiteY80" fmla="*/ 275466 h 1510538"/>
                <a:gd name="connsiteX81" fmla="*/ 372956 w 1681861"/>
                <a:gd name="connsiteY81" fmla="*/ 333954 h 1510538"/>
                <a:gd name="connsiteX82" fmla="*/ 1107186 w 1681861"/>
                <a:gd name="connsiteY82" fmla="*/ 427482 h 1510538"/>
                <a:gd name="connsiteX83" fmla="*/ 1530731 w 1681861"/>
                <a:gd name="connsiteY83" fmla="*/ 427355 h 1510538"/>
                <a:gd name="connsiteX84" fmla="*/ 1107186 w 1681861"/>
                <a:gd name="connsiteY84" fmla="*/ 427482 h 1510538"/>
                <a:gd name="connsiteX85" fmla="*/ 161417 w 1681861"/>
                <a:gd name="connsiteY85" fmla="*/ 570738 h 1510538"/>
                <a:gd name="connsiteX86" fmla="*/ 114554 w 1681861"/>
                <a:gd name="connsiteY86" fmla="*/ 787908 h 1510538"/>
                <a:gd name="connsiteX87" fmla="*/ 182499 w 1681861"/>
                <a:gd name="connsiteY87" fmla="*/ 859409 h 1510538"/>
                <a:gd name="connsiteX88" fmla="*/ 224917 w 1681861"/>
                <a:gd name="connsiteY88" fmla="*/ 823849 h 1510538"/>
                <a:gd name="connsiteX89" fmla="*/ 224536 w 1681861"/>
                <a:gd name="connsiteY89" fmla="*/ 600837 h 1510538"/>
                <a:gd name="connsiteX90" fmla="*/ 161417 w 1681861"/>
                <a:gd name="connsiteY90" fmla="*/ 570738 h 1510538"/>
                <a:gd name="connsiteX91" fmla="*/ 1039622 w 1681861"/>
                <a:gd name="connsiteY91" fmla="*/ 567055 h 1510538"/>
                <a:gd name="connsiteX92" fmla="*/ 1037717 w 1681861"/>
                <a:gd name="connsiteY92" fmla="*/ 860679 h 1510538"/>
                <a:gd name="connsiteX93" fmla="*/ 1039622 w 1681861"/>
                <a:gd name="connsiteY93" fmla="*/ 567055 h 1510538"/>
                <a:gd name="connsiteX94" fmla="*/ 1648333 w 1681861"/>
                <a:gd name="connsiteY94" fmla="*/ 953897 h 1510538"/>
                <a:gd name="connsiteX95" fmla="*/ 1654810 w 1681861"/>
                <a:gd name="connsiteY95" fmla="*/ 801878 h 1510538"/>
                <a:gd name="connsiteX96" fmla="*/ 1655191 w 1681861"/>
                <a:gd name="connsiteY96" fmla="*/ 663194 h 1510538"/>
                <a:gd name="connsiteX97" fmla="*/ 1654683 w 1681861"/>
                <a:gd name="connsiteY97" fmla="*/ 575183 h 1510538"/>
                <a:gd name="connsiteX98" fmla="*/ 1371092 w 1681861"/>
                <a:gd name="connsiteY98" fmla="*/ 915543 h 1510538"/>
                <a:gd name="connsiteX99" fmla="*/ 1249807 w 1681861"/>
                <a:gd name="connsiteY99" fmla="*/ 1027303 h 1510538"/>
                <a:gd name="connsiteX100" fmla="*/ 1261618 w 1681861"/>
                <a:gd name="connsiteY100" fmla="*/ 956945 h 1510538"/>
                <a:gd name="connsiteX101" fmla="*/ 1208151 w 1681861"/>
                <a:gd name="connsiteY101" fmla="*/ 969391 h 1510538"/>
                <a:gd name="connsiteX102" fmla="*/ 1338961 w 1681861"/>
                <a:gd name="connsiteY102" fmla="*/ 1181862 h 1510538"/>
                <a:gd name="connsiteX103" fmla="*/ 1462913 w 1681861"/>
                <a:gd name="connsiteY103" fmla="*/ 935609 h 1510538"/>
                <a:gd name="connsiteX104" fmla="*/ 1387475 w 1681861"/>
                <a:gd name="connsiteY104" fmla="*/ 1028573 h 1510538"/>
                <a:gd name="connsiteX105" fmla="*/ 1427988 w 1681861"/>
                <a:gd name="connsiteY105" fmla="*/ 922528 h 1510538"/>
                <a:gd name="connsiteX106" fmla="*/ 1371092 w 1681861"/>
                <a:gd name="connsiteY106" fmla="*/ 915543 h 1510538"/>
                <a:gd name="connsiteX107" fmla="*/ 1081532 w 1681861"/>
                <a:gd name="connsiteY107" fmla="*/ 1197610 h 1510538"/>
                <a:gd name="connsiteX108" fmla="*/ 1025652 w 1681861"/>
                <a:gd name="connsiteY108" fmla="*/ 1218311 h 1510538"/>
                <a:gd name="connsiteX109" fmla="*/ 1042035 w 1681861"/>
                <a:gd name="connsiteY109" fmla="*/ 1193673 h 1510538"/>
                <a:gd name="connsiteX110" fmla="*/ 913638 w 1681861"/>
                <a:gd name="connsiteY110" fmla="*/ 1115441 h 1510538"/>
                <a:gd name="connsiteX111" fmla="*/ 964057 w 1681861"/>
                <a:gd name="connsiteY111" fmla="*/ 1364361 h 1510538"/>
                <a:gd name="connsiteX112" fmla="*/ 1097915 w 1681861"/>
                <a:gd name="connsiteY112" fmla="*/ 1391920 h 1510538"/>
                <a:gd name="connsiteX113" fmla="*/ 1340866 w 1681861"/>
                <a:gd name="connsiteY113" fmla="*/ 1211199 h 1510538"/>
                <a:gd name="connsiteX114" fmla="*/ 1181608 w 1681861"/>
                <a:gd name="connsiteY114" fmla="*/ 1096645 h 1510538"/>
                <a:gd name="connsiteX115" fmla="*/ 1081532 w 1681861"/>
                <a:gd name="connsiteY115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807 w 1681861"/>
                <a:gd name="connsiteY57" fmla="*/ 132842 h 1510538"/>
                <a:gd name="connsiteX58" fmla="*/ 1249934 w 1681861"/>
                <a:gd name="connsiteY58" fmla="*/ 251206 h 1510538"/>
                <a:gd name="connsiteX59" fmla="*/ 1111631 w 1681861"/>
                <a:gd name="connsiteY59" fmla="*/ 401574 h 1510538"/>
                <a:gd name="connsiteX60" fmla="*/ 1502918 w 1681861"/>
                <a:gd name="connsiteY60" fmla="*/ 402209 h 1510538"/>
                <a:gd name="connsiteX61" fmla="*/ 1498473 w 1681861"/>
                <a:gd name="connsiteY61" fmla="*/ 329438 h 1510538"/>
                <a:gd name="connsiteX62" fmla="*/ 1391920 w 1681861"/>
                <a:gd name="connsiteY62" fmla="*/ 134493 h 1510538"/>
                <a:gd name="connsiteX63" fmla="*/ 1392047 w 1681861"/>
                <a:gd name="connsiteY63" fmla="*/ 83312 h 1510538"/>
                <a:gd name="connsiteX64" fmla="*/ 1249680 w 1681861"/>
                <a:gd name="connsiteY64" fmla="*/ 82804 h 1510538"/>
                <a:gd name="connsiteX65" fmla="*/ 1522730 w 1681861"/>
                <a:gd name="connsiteY65" fmla="*/ 368935 h 1510538"/>
                <a:gd name="connsiteX66" fmla="*/ 1567561 w 1681861"/>
                <a:gd name="connsiteY66" fmla="*/ 314452 h 1510538"/>
                <a:gd name="connsiteX67" fmla="*/ 1522730 w 1681861"/>
                <a:gd name="connsiteY67" fmla="*/ 368935 h 1510538"/>
                <a:gd name="connsiteX68" fmla="*/ 378191 w 1681861"/>
                <a:gd name="connsiteY68" fmla="*/ 335211 h 1510538"/>
                <a:gd name="connsiteX69" fmla="*/ 198247 w 1681861"/>
                <a:gd name="connsiteY69" fmla="*/ 541782 h 1510538"/>
                <a:gd name="connsiteX70" fmla="*/ 221869 w 1681861"/>
                <a:gd name="connsiteY70" fmla="*/ 552196 h 1510538"/>
                <a:gd name="connsiteX71" fmla="*/ 262001 w 1681861"/>
                <a:gd name="connsiteY71" fmla="*/ 635381 h 1510538"/>
                <a:gd name="connsiteX72" fmla="*/ 231648 w 1681861"/>
                <a:gd name="connsiteY72" fmla="*/ 861695 h 1510538"/>
                <a:gd name="connsiteX73" fmla="*/ 196850 w 1681861"/>
                <a:gd name="connsiteY73" fmla="*/ 882523 h 1510538"/>
                <a:gd name="connsiteX74" fmla="*/ 310642 w 1681861"/>
                <a:gd name="connsiteY74" fmla="*/ 983234 h 1510538"/>
                <a:gd name="connsiteX75" fmla="*/ 735076 w 1681861"/>
                <a:gd name="connsiteY75" fmla="*/ 1050544 h 1510538"/>
                <a:gd name="connsiteX76" fmla="*/ 985774 w 1681861"/>
                <a:gd name="connsiteY76" fmla="*/ 893572 h 1510538"/>
                <a:gd name="connsiteX77" fmla="*/ 991489 w 1681861"/>
                <a:gd name="connsiteY77" fmla="*/ 891286 h 1510538"/>
                <a:gd name="connsiteX78" fmla="*/ 941956 w 1681861"/>
                <a:gd name="connsiteY78" fmla="*/ 426795 h 1510538"/>
                <a:gd name="connsiteX79" fmla="*/ 655811 w 1681861"/>
                <a:gd name="connsiteY79" fmla="*/ 275466 h 1510538"/>
                <a:gd name="connsiteX80" fmla="*/ 372956 w 1681861"/>
                <a:gd name="connsiteY80" fmla="*/ 333954 h 1510538"/>
                <a:gd name="connsiteX81" fmla="*/ 1107186 w 1681861"/>
                <a:gd name="connsiteY81" fmla="*/ 427482 h 1510538"/>
                <a:gd name="connsiteX82" fmla="*/ 1530731 w 1681861"/>
                <a:gd name="connsiteY82" fmla="*/ 427355 h 1510538"/>
                <a:gd name="connsiteX83" fmla="*/ 1107186 w 1681861"/>
                <a:gd name="connsiteY83" fmla="*/ 427482 h 1510538"/>
                <a:gd name="connsiteX84" fmla="*/ 161417 w 1681861"/>
                <a:gd name="connsiteY84" fmla="*/ 570738 h 1510538"/>
                <a:gd name="connsiteX85" fmla="*/ 114554 w 1681861"/>
                <a:gd name="connsiteY85" fmla="*/ 787908 h 1510538"/>
                <a:gd name="connsiteX86" fmla="*/ 182499 w 1681861"/>
                <a:gd name="connsiteY86" fmla="*/ 859409 h 1510538"/>
                <a:gd name="connsiteX87" fmla="*/ 224917 w 1681861"/>
                <a:gd name="connsiteY87" fmla="*/ 823849 h 1510538"/>
                <a:gd name="connsiteX88" fmla="*/ 224536 w 1681861"/>
                <a:gd name="connsiteY88" fmla="*/ 600837 h 1510538"/>
                <a:gd name="connsiteX89" fmla="*/ 161417 w 1681861"/>
                <a:gd name="connsiteY89" fmla="*/ 570738 h 1510538"/>
                <a:gd name="connsiteX90" fmla="*/ 1039622 w 1681861"/>
                <a:gd name="connsiteY90" fmla="*/ 567055 h 1510538"/>
                <a:gd name="connsiteX91" fmla="*/ 1037717 w 1681861"/>
                <a:gd name="connsiteY91" fmla="*/ 860679 h 1510538"/>
                <a:gd name="connsiteX92" fmla="*/ 1039622 w 1681861"/>
                <a:gd name="connsiteY92" fmla="*/ 567055 h 1510538"/>
                <a:gd name="connsiteX93" fmla="*/ 1648333 w 1681861"/>
                <a:gd name="connsiteY93" fmla="*/ 953897 h 1510538"/>
                <a:gd name="connsiteX94" fmla="*/ 1654810 w 1681861"/>
                <a:gd name="connsiteY94" fmla="*/ 801878 h 1510538"/>
                <a:gd name="connsiteX95" fmla="*/ 1655191 w 1681861"/>
                <a:gd name="connsiteY95" fmla="*/ 663194 h 1510538"/>
                <a:gd name="connsiteX96" fmla="*/ 1654683 w 1681861"/>
                <a:gd name="connsiteY96" fmla="*/ 575183 h 1510538"/>
                <a:gd name="connsiteX97" fmla="*/ 1371092 w 1681861"/>
                <a:gd name="connsiteY97" fmla="*/ 915543 h 1510538"/>
                <a:gd name="connsiteX98" fmla="*/ 1249807 w 1681861"/>
                <a:gd name="connsiteY98" fmla="*/ 1027303 h 1510538"/>
                <a:gd name="connsiteX99" fmla="*/ 1261618 w 1681861"/>
                <a:gd name="connsiteY99" fmla="*/ 956945 h 1510538"/>
                <a:gd name="connsiteX100" fmla="*/ 1208151 w 1681861"/>
                <a:gd name="connsiteY100" fmla="*/ 969391 h 1510538"/>
                <a:gd name="connsiteX101" fmla="*/ 1338961 w 1681861"/>
                <a:gd name="connsiteY101" fmla="*/ 1181862 h 1510538"/>
                <a:gd name="connsiteX102" fmla="*/ 1462913 w 1681861"/>
                <a:gd name="connsiteY102" fmla="*/ 935609 h 1510538"/>
                <a:gd name="connsiteX103" fmla="*/ 1387475 w 1681861"/>
                <a:gd name="connsiteY103" fmla="*/ 1028573 h 1510538"/>
                <a:gd name="connsiteX104" fmla="*/ 1427988 w 1681861"/>
                <a:gd name="connsiteY104" fmla="*/ 922528 h 1510538"/>
                <a:gd name="connsiteX105" fmla="*/ 1371092 w 1681861"/>
                <a:gd name="connsiteY105" fmla="*/ 915543 h 1510538"/>
                <a:gd name="connsiteX106" fmla="*/ 1081532 w 1681861"/>
                <a:gd name="connsiteY106" fmla="*/ 1197610 h 1510538"/>
                <a:gd name="connsiteX107" fmla="*/ 1025652 w 1681861"/>
                <a:gd name="connsiteY107" fmla="*/ 1218311 h 1510538"/>
                <a:gd name="connsiteX108" fmla="*/ 1042035 w 1681861"/>
                <a:gd name="connsiteY108" fmla="*/ 1193673 h 1510538"/>
                <a:gd name="connsiteX109" fmla="*/ 913638 w 1681861"/>
                <a:gd name="connsiteY109" fmla="*/ 1115441 h 1510538"/>
                <a:gd name="connsiteX110" fmla="*/ 964057 w 1681861"/>
                <a:gd name="connsiteY110" fmla="*/ 1364361 h 1510538"/>
                <a:gd name="connsiteX111" fmla="*/ 1097915 w 1681861"/>
                <a:gd name="connsiteY111" fmla="*/ 1391920 h 1510538"/>
                <a:gd name="connsiteX112" fmla="*/ 1340866 w 1681861"/>
                <a:gd name="connsiteY112" fmla="*/ 1211199 h 1510538"/>
                <a:gd name="connsiteX113" fmla="*/ 1181608 w 1681861"/>
                <a:gd name="connsiteY113" fmla="*/ 1096645 h 1510538"/>
                <a:gd name="connsiteX114" fmla="*/ 1081532 w 1681861"/>
                <a:gd name="connsiteY114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807 w 1681861"/>
                <a:gd name="connsiteY57" fmla="*/ 132842 h 1510538"/>
                <a:gd name="connsiteX58" fmla="*/ 1249934 w 1681861"/>
                <a:gd name="connsiteY58" fmla="*/ 251206 h 1510538"/>
                <a:gd name="connsiteX59" fmla="*/ 1111631 w 1681861"/>
                <a:gd name="connsiteY59" fmla="*/ 401574 h 1510538"/>
                <a:gd name="connsiteX60" fmla="*/ 1502918 w 1681861"/>
                <a:gd name="connsiteY60" fmla="*/ 402209 h 1510538"/>
                <a:gd name="connsiteX61" fmla="*/ 1498473 w 1681861"/>
                <a:gd name="connsiteY61" fmla="*/ 329438 h 1510538"/>
                <a:gd name="connsiteX62" fmla="*/ 1391920 w 1681861"/>
                <a:gd name="connsiteY62" fmla="*/ 134493 h 1510538"/>
                <a:gd name="connsiteX63" fmla="*/ 1392047 w 1681861"/>
                <a:gd name="connsiteY63" fmla="*/ 83312 h 1510538"/>
                <a:gd name="connsiteX64" fmla="*/ 1522730 w 1681861"/>
                <a:gd name="connsiteY64" fmla="*/ 368935 h 1510538"/>
                <a:gd name="connsiteX65" fmla="*/ 1567561 w 1681861"/>
                <a:gd name="connsiteY65" fmla="*/ 314452 h 1510538"/>
                <a:gd name="connsiteX66" fmla="*/ 1522730 w 1681861"/>
                <a:gd name="connsiteY66" fmla="*/ 368935 h 1510538"/>
                <a:gd name="connsiteX67" fmla="*/ 378191 w 1681861"/>
                <a:gd name="connsiteY67" fmla="*/ 335211 h 1510538"/>
                <a:gd name="connsiteX68" fmla="*/ 198247 w 1681861"/>
                <a:gd name="connsiteY68" fmla="*/ 541782 h 1510538"/>
                <a:gd name="connsiteX69" fmla="*/ 221869 w 1681861"/>
                <a:gd name="connsiteY69" fmla="*/ 552196 h 1510538"/>
                <a:gd name="connsiteX70" fmla="*/ 262001 w 1681861"/>
                <a:gd name="connsiteY70" fmla="*/ 635381 h 1510538"/>
                <a:gd name="connsiteX71" fmla="*/ 231648 w 1681861"/>
                <a:gd name="connsiteY71" fmla="*/ 861695 h 1510538"/>
                <a:gd name="connsiteX72" fmla="*/ 196850 w 1681861"/>
                <a:gd name="connsiteY72" fmla="*/ 882523 h 1510538"/>
                <a:gd name="connsiteX73" fmla="*/ 310642 w 1681861"/>
                <a:gd name="connsiteY73" fmla="*/ 983234 h 1510538"/>
                <a:gd name="connsiteX74" fmla="*/ 735076 w 1681861"/>
                <a:gd name="connsiteY74" fmla="*/ 1050544 h 1510538"/>
                <a:gd name="connsiteX75" fmla="*/ 985774 w 1681861"/>
                <a:gd name="connsiteY75" fmla="*/ 893572 h 1510538"/>
                <a:gd name="connsiteX76" fmla="*/ 991489 w 1681861"/>
                <a:gd name="connsiteY76" fmla="*/ 891286 h 1510538"/>
                <a:gd name="connsiteX77" fmla="*/ 941956 w 1681861"/>
                <a:gd name="connsiteY77" fmla="*/ 426795 h 1510538"/>
                <a:gd name="connsiteX78" fmla="*/ 655811 w 1681861"/>
                <a:gd name="connsiteY78" fmla="*/ 275466 h 1510538"/>
                <a:gd name="connsiteX79" fmla="*/ 372956 w 1681861"/>
                <a:gd name="connsiteY79" fmla="*/ 333954 h 1510538"/>
                <a:gd name="connsiteX80" fmla="*/ 1107186 w 1681861"/>
                <a:gd name="connsiteY80" fmla="*/ 427482 h 1510538"/>
                <a:gd name="connsiteX81" fmla="*/ 1530731 w 1681861"/>
                <a:gd name="connsiteY81" fmla="*/ 427355 h 1510538"/>
                <a:gd name="connsiteX82" fmla="*/ 1107186 w 1681861"/>
                <a:gd name="connsiteY82" fmla="*/ 427482 h 1510538"/>
                <a:gd name="connsiteX83" fmla="*/ 161417 w 1681861"/>
                <a:gd name="connsiteY83" fmla="*/ 570738 h 1510538"/>
                <a:gd name="connsiteX84" fmla="*/ 114554 w 1681861"/>
                <a:gd name="connsiteY84" fmla="*/ 787908 h 1510538"/>
                <a:gd name="connsiteX85" fmla="*/ 182499 w 1681861"/>
                <a:gd name="connsiteY85" fmla="*/ 859409 h 1510538"/>
                <a:gd name="connsiteX86" fmla="*/ 224917 w 1681861"/>
                <a:gd name="connsiteY86" fmla="*/ 823849 h 1510538"/>
                <a:gd name="connsiteX87" fmla="*/ 224536 w 1681861"/>
                <a:gd name="connsiteY87" fmla="*/ 600837 h 1510538"/>
                <a:gd name="connsiteX88" fmla="*/ 161417 w 1681861"/>
                <a:gd name="connsiteY88" fmla="*/ 570738 h 1510538"/>
                <a:gd name="connsiteX89" fmla="*/ 1039622 w 1681861"/>
                <a:gd name="connsiteY89" fmla="*/ 567055 h 1510538"/>
                <a:gd name="connsiteX90" fmla="*/ 1037717 w 1681861"/>
                <a:gd name="connsiteY90" fmla="*/ 860679 h 1510538"/>
                <a:gd name="connsiteX91" fmla="*/ 1039622 w 1681861"/>
                <a:gd name="connsiteY91" fmla="*/ 567055 h 1510538"/>
                <a:gd name="connsiteX92" fmla="*/ 1648333 w 1681861"/>
                <a:gd name="connsiteY92" fmla="*/ 953897 h 1510538"/>
                <a:gd name="connsiteX93" fmla="*/ 1654810 w 1681861"/>
                <a:gd name="connsiteY93" fmla="*/ 801878 h 1510538"/>
                <a:gd name="connsiteX94" fmla="*/ 1655191 w 1681861"/>
                <a:gd name="connsiteY94" fmla="*/ 663194 h 1510538"/>
                <a:gd name="connsiteX95" fmla="*/ 1654683 w 1681861"/>
                <a:gd name="connsiteY95" fmla="*/ 575183 h 1510538"/>
                <a:gd name="connsiteX96" fmla="*/ 1371092 w 1681861"/>
                <a:gd name="connsiteY96" fmla="*/ 915543 h 1510538"/>
                <a:gd name="connsiteX97" fmla="*/ 1249807 w 1681861"/>
                <a:gd name="connsiteY97" fmla="*/ 1027303 h 1510538"/>
                <a:gd name="connsiteX98" fmla="*/ 1261618 w 1681861"/>
                <a:gd name="connsiteY98" fmla="*/ 956945 h 1510538"/>
                <a:gd name="connsiteX99" fmla="*/ 1208151 w 1681861"/>
                <a:gd name="connsiteY99" fmla="*/ 969391 h 1510538"/>
                <a:gd name="connsiteX100" fmla="*/ 1338961 w 1681861"/>
                <a:gd name="connsiteY100" fmla="*/ 1181862 h 1510538"/>
                <a:gd name="connsiteX101" fmla="*/ 1462913 w 1681861"/>
                <a:gd name="connsiteY101" fmla="*/ 935609 h 1510538"/>
                <a:gd name="connsiteX102" fmla="*/ 1387475 w 1681861"/>
                <a:gd name="connsiteY102" fmla="*/ 1028573 h 1510538"/>
                <a:gd name="connsiteX103" fmla="*/ 1427988 w 1681861"/>
                <a:gd name="connsiteY103" fmla="*/ 922528 h 1510538"/>
                <a:gd name="connsiteX104" fmla="*/ 1371092 w 1681861"/>
                <a:gd name="connsiteY104" fmla="*/ 915543 h 1510538"/>
                <a:gd name="connsiteX105" fmla="*/ 1081532 w 1681861"/>
                <a:gd name="connsiteY105" fmla="*/ 1197610 h 1510538"/>
                <a:gd name="connsiteX106" fmla="*/ 1025652 w 1681861"/>
                <a:gd name="connsiteY106" fmla="*/ 1218311 h 1510538"/>
                <a:gd name="connsiteX107" fmla="*/ 1042035 w 1681861"/>
                <a:gd name="connsiteY107" fmla="*/ 1193673 h 1510538"/>
                <a:gd name="connsiteX108" fmla="*/ 913638 w 1681861"/>
                <a:gd name="connsiteY108" fmla="*/ 1115441 h 1510538"/>
                <a:gd name="connsiteX109" fmla="*/ 964057 w 1681861"/>
                <a:gd name="connsiteY109" fmla="*/ 1364361 h 1510538"/>
                <a:gd name="connsiteX110" fmla="*/ 1097915 w 1681861"/>
                <a:gd name="connsiteY110" fmla="*/ 1391920 h 1510538"/>
                <a:gd name="connsiteX111" fmla="*/ 1340866 w 1681861"/>
                <a:gd name="connsiteY111" fmla="*/ 1211199 h 1510538"/>
                <a:gd name="connsiteX112" fmla="*/ 1181608 w 1681861"/>
                <a:gd name="connsiteY112" fmla="*/ 1096645 h 1510538"/>
                <a:gd name="connsiteX113" fmla="*/ 1081532 w 1681861"/>
                <a:gd name="connsiteY113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502918 w 1681861"/>
                <a:gd name="connsiteY59" fmla="*/ 402209 h 1510538"/>
                <a:gd name="connsiteX60" fmla="*/ 1498473 w 1681861"/>
                <a:gd name="connsiteY60" fmla="*/ 329438 h 1510538"/>
                <a:gd name="connsiteX61" fmla="*/ 1391920 w 1681861"/>
                <a:gd name="connsiteY61" fmla="*/ 134493 h 1510538"/>
                <a:gd name="connsiteX62" fmla="*/ 1392047 w 1681861"/>
                <a:gd name="connsiteY62" fmla="*/ 83312 h 1510538"/>
                <a:gd name="connsiteX63" fmla="*/ 1522730 w 1681861"/>
                <a:gd name="connsiteY63" fmla="*/ 368935 h 1510538"/>
                <a:gd name="connsiteX64" fmla="*/ 1567561 w 1681861"/>
                <a:gd name="connsiteY64" fmla="*/ 314452 h 1510538"/>
                <a:gd name="connsiteX65" fmla="*/ 1522730 w 1681861"/>
                <a:gd name="connsiteY65" fmla="*/ 368935 h 1510538"/>
                <a:gd name="connsiteX66" fmla="*/ 378191 w 1681861"/>
                <a:gd name="connsiteY66" fmla="*/ 335211 h 1510538"/>
                <a:gd name="connsiteX67" fmla="*/ 198247 w 1681861"/>
                <a:gd name="connsiteY67" fmla="*/ 541782 h 1510538"/>
                <a:gd name="connsiteX68" fmla="*/ 221869 w 1681861"/>
                <a:gd name="connsiteY68" fmla="*/ 552196 h 1510538"/>
                <a:gd name="connsiteX69" fmla="*/ 262001 w 1681861"/>
                <a:gd name="connsiteY69" fmla="*/ 635381 h 1510538"/>
                <a:gd name="connsiteX70" fmla="*/ 231648 w 1681861"/>
                <a:gd name="connsiteY70" fmla="*/ 861695 h 1510538"/>
                <a:gd name="connsiteX71" fmla="*/ 196850 w 1681861"/>
                <a:gd name="connsiteY71" fmla="*/ 882523 h 1510538"/>
                <a:gd name="connsiteX72" fmla="*/ 310642 w 1681861"/>
                <a:gd name="connsiteY72" fmla="*/ 983234 h 1510538"/>
                <a:gd name="connsiteX73" fmla="*/ 735076 w 1681861"/>
                <a:gd name="connsiteY73" fmla="*/ 1050544 h 1510538"/>
                <a:gd name="connsiteX74" fmla="*/ 985774 w 1681861"/>
                <a:gd name="connsiteY74" fmla="*/ 893572 h 1510538"/>
                <a:gd name="connsiteX75" fmla="*/ 991489 w 1681861"/>
                <a:gd name="connsiteY75" fmla="*/ 891286 h 1510538"/>
                <a:gd name="connsiteX76" fmla="*/ 941956 w 1681861"/>
                <a:gd name="connsiteY76" fmla="*/ 426795 h 1510538"/>
                <a:gd name="connsiteX77" fmla="*/ 655811 w 1681861"/>
                <a:gd name="connsiteY77" fmla="*/ 275466 h 1510538"/>
                <a:gd name="connsiteX78" fmla="*/ 372956 w 1681861"/>
                <a:gd name="connsiteY78" fmla="*/ 333954 h 1510538"/>
                <a:gd name="connsiteX79" fmla="*/ 1107186 w 1681861"/>
                <a:gd name="connsiteY79" fmla="*/ 427482 h 1510538"/>
                <a:gd name="connsiteX80" fmla="*/ 1530731 w 1681861"/>
                <a:gd name="connsiteY80" fmla="*/ 427355 h 1510538"/>
                <a:gd name="connsiteX81" fmla="*/ 1107186 w 1681861"/>
                <a:gd name="connsiteY81" fmla="*/ 427482 h 1510538"/>
                <a:gd name="connsiteX82" fmla="*/ 161417 w 1681861"/>
                <a:gd name="connsiteY82" fmla="*/ 570738 h 1510538"/>
                <a:gd name="connsiteX83" fmla="*/ 114554 w 1681861"/>
                <a:gd name="connsiteY83" fmla="*/ 787908 h 1510538"/>
                <a:gd name="connsiteX84" fmla="*/ 182499 w 1681861"/>
                <a:gd name="connsiteY84" fmla="*/ 859409 h 1510538"/>
                <a:gd name="connsiteX85" fmla="*/ 224917 w 1681861"/>
                <a:gd name="connsiteY85" fmla="*/ 823849 h 1510538"/>
                <a:gd name="connsiteX86" fmla="*/ 224536 w 1681861"/>
                <a:gd name="connsiteY86" fmla="*/ 600837 h 1510538"/>
                <a:gd name="connsiteX87" fmla="*/ 161417 w 1681861"/>
                <a:gd name="connsiteY87" fmla="*/ 570738 h 1510538"/>
                <a:gd name="connsiteX88" fmla="*/ 1039622 w 1681861"/>
                <a:gd name="connsiteY88" fmla="*/ 567055 h 1510538"/>
                <a:gd name="connsiteX89" fmla="*/ 1037717 w 1681861"/>
                <a:gd name="connsiteY89" fmla="*/ 860679 h 1510538"/>
                <a:gd name="connsiteX90" fmla="*/ 1039622 w 1681861"/>
                <a:gd name="connsiteY90" fmla="*/ 567055 h 1510538"/>
                <a:gd name="connsiteX91" fmla="*/ 1648333 w 1681861"/>
                <a:gd name="connsiteY91" fmla="*/ 953897 h 1510538"/>
                <a:gd name="connsiteX92" fmla="*/ 1654810 w 1681861"/>
                <a:gd name="connsiteY92" fmla="*/ 801878 h 1510538"/>
                <a:gd name="connsiteX93" fmla="*/ 1655191 w 1681861"/>
                <a:gd name="connsiteY93" fmla="*/ 663194 h 1510538"/>
                <a:gd name="connsiteX94" fmla="*/ 1654683 w 1681861"/>
                <a:gd name="connsiteY94" fmla="*/ 575183 h 1510538"/>
                <a:gd name="connsiteX95" fmla="*/ 1371092 w 1681861"/>
                <a:gd name="connsiteY95" fmla="*/ 915543 h 1510538"/>
                <a:gd name="connsiteX96" fmla="*/ 1249807 w 1681861"/>
                <a:gd name="connsiteY96" fmla="*/ 1027303 h 1510538"/>
                <a:gd name="connsiteX97" fmla="*/ 1261618 w 1681861"/>
                <a:gd name="connsiteY97" fmla="*/ 956945 h 1510538"/>
                <a:gd name="connsiteX98" fmla="*/ 1208151 w 1681861"/>
                <a:gd name="connsiteY98" fmla="*/ 969391 h 1510538"/>
                <a:gd name="connsiteX99" fmla="*/ 1338961 w 1681861"/>
                <a:gd name="connsiteY99" fmla="*/ 1181862 h 1510538"/>
                <a:gd name="connsiteX100" fmla="*/ 1462913 w 1681861"/>
                <a:gd name="connsiteY100" fmla="*/ 935609 h 1510538"/>
                <a:gd name="connsiteX101" fmla="*/ 1387475 w 1681861"/>
                <a:gd name="connsiteY101" fmla="*/ 1028573 h 1510538"/>
                <a:gd name="connsiteX102" fmla="*/ 1427988 w 1681861"/>
                <a:gd name="connsiteY102" fmla="*/ 922528 h 1510538"/>
                <a:gd name="connsiteX103" fmla="*/ 1371092 w 1681861"/>
                <a:gd name="connsiteY103" fmla="*/ 915543 h 1510538"/>
                <a:gd name="connsiteX104" fmla="*/ 1081532 w 1681861"/>
                <a:gd name="connsiteY104" fmla="*/ 1197610 h 1510538"/>
                <a:gd name="connsiteX105" fmla="*/ 1025652 w 1681861"/>
                <a:gd name="connsiteY105" fmla="*/ 1218311 h 1510538"/>
                <a:gd name="connsiteX106" fmla="*/ 1042035 w 1681861"/>
                <a:gd name="connsiteY106" fmla="*/ 1193673 h 1510538"/>
                <a:gd name="connsiteX107" fmla="*/ 913638 w 1681861"/>
                <a:gd name="connsiteY107" fmla="*/ 1115441 h 1510538"/>
                <a:gd name="connsiteX108" fmla="*/ 964057 w 1681861"/>
                <a:gd name="connsiteY108" fmla="*/ 1364361 h 1510538"/>
                <a:gd name="connsiteX109" fmla="*/ 1097915 w 1681861"/>
                <a:gd name="connsiteY109" fmla="*/ 1391920 h 1510538"/>
                <a:gd name="connsiteX110" fmla="*/ 1340866 w 1681861"/>
                <a:gd name="connsiteY110" fmla="*/ 1211199 h 1510538"/>
                <a:gd name="connsiteX111" fmla="*/ 1181608 w 1681861"/>
                <a:gd name="connsiteY111" fmla="*/ 1096645 h 1510538"/>
                <a:gd name="connsiteX112" fmla="*/ 1081532 w 1681861"/>
                <a:gd name="connsiteY112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502918 w 1681861"/>
                <a:gd name="connsiteY59" fmla="*/ 402209 h 1510538"/>
                <a:gd name="connsiteX60" fmla="*/ 1498473 w 1681861"/>
                <a:gd name="connsiteY60" fmla="*/ 329438 h 1510538"/>
                <a:gd name="connsiteX61" fmla="*/ 1391920 w 1681861"/>
                <a:gd name="connsiteY61" fmla="*/ 134493 h 1510538"/>
                <a:gd name="connsiteX62" fmla="*/ 1392047 w 1681861"/>
                <a:gd name="connsiteY62" fmla="*/ 83312 h 1510538"/>
                <a:gd name="connsiteX63" fmla="*/ 1522730 w 1681861"/>
                <a:gd name="connsiteY63" fmla="*/ 368935 h 1510538"/>
                <a:gd name="connsiteX64" fmla="*/ 1567561 w 1681861"/>
                <a:gd name="connsiteY64" fmla="*/ 314452 h 1510538"/>
                <a:gd name="connsiteX65" fmla="*/ 1522730 w 1681861"/>
                <a:gd name="connsiteY65" fmla="*/ 368935 h 1510538"/>
                <a:gd name="connsiteX66" fmla="*/ 378191 w 1681861"/>
                <a:gd name="connsiteY66" fmla="*/ 335211 h 1510538"/>
                <a:gd name="connsiteX67" fmla="*/ 198247 w 1681861"/>
                <a:gd name="connsiteY67" fmla="*/ 541782 h 1510538"/>
                <a:gd name="connsiteX68" fmla="*/ 221869 w 1681861"/>
                <a:gd name="connsiteY68" fmla="*/ 552196 h 1510538"/>
                <a:gd name="connsiteX69" fmla="*/ 262001 w 1681861"/>
                <a:gd name="connsiteY69" fmla="*/ 635381 h 1510538"/>
                <a:gd name="connsiteX70" fmla="*/ 231648 w 1681861"/>
                <a:gd name="connsiteY70" fmla="*/ 861695 h 1510538"/>
                <a:gd name="connsiteX71" fmla="*/ 196850 w 1681861"/>
                <a:gd name="connsiteY71" fmla="*/ 882523 h 1510538"/>
                <a:gd name="connsiteX72" fmla="*/ 310642 w 1681861"/>
                <a:gd name="connsiteY72" fmla="*/ 983234 h 1510538"/>
                <a:gd name="connsiteX73" fmla="*/ 735076 w 1681861"/>
                <a:gd name="connsiteY73" fmla="*/ 1050544 h 1510538"/>
                <a:gd name="connsiteX74" fmla="*/ 985774 w 1681861"/>
                <a:gd name="connsiteY74" fmla="*/ 893572 h 1510538"/>
                <a:gd name="connsiteX75" fmla="*/ 991489 w 1681861"/>
                <a:gd name="connsiteY75" fmla="*/ 891286 h 1510538"/>
                <a:gd name="connsiteX76" fmla="*/ 941956 w 1681861"/>
                <a:gd name="connsiteY76" fmla="*/ 426795 h 1510538"/>
                <a:gd name="connsiteX77" fmla="*/ 655811 w 1681861"/>
                <a:gd name="connsiteY77" fmla="*/ 275466 h 1510538"/>
                <a:gd name="connsiteX78" fmla="*/ 372956 w 1681861"/>
                <a:gd name="connsiteY78" fmla="*/ 333954 h 1510538"/>
                <a:gd name="connsiteX79" fmla="*/ 1107186 w 1681861"/>
                <a:gd name="connsiteY79" fmla="*/ 427482 h 1510538"/>
                <a:gd name="connsiteX80" fmla="*/ 1107186 w 1681861"/>
                <a:gd name="connsiteY80" fmla="*/ 427482 h 1510538"/>
                <a:gd name="connsiteX81" fmla="*/ 161417 w 1681861"/>
                <a:gd name="connsiteY81" fmla="*/ 570738 h 1510538"/>
                <a:gd name="connsiteX82" fmla="*/ 114554 w 1681861"/>
                <a:gd name="connsiteY82" fmla="*/ 787908 h 1510538"/>
                <a:gd name="connsiteX83" fmla="*/ 182499 w 1681861"/>
                <a:gd name="connsiteY83" fmla="*/ 859409 h 1510538"/>
                <a:gd name="connsiteX84" fmla="*/ 224917 w 1681861"/>
                <a:gd name="connsiteY84" fmla="*/ 823849 h 1510538"/>
                <a:gd name="connsiteX85" fmla="*/ 224536 w 1681861"/>
                <a:gd name="connsiteY85" fmla="*/ 600837 h 1510538"/>
                <a:gd name="connsiteX86" fmla="*/ 161417 w 1681861"/>
                <a:gd name="connsiteY86" fmla="*/ 570738 h 1510538"/>
                <a:gd name="connsiteX87" fmla="*/ 1039622 w 1681861"/>
                <a:gd name="connsiteY87" fmla="*/ 567055 h 1510538"/>
                <a:gd name="connsiteX88" fmla="*/ 1037717 w 1681861"/>
                <a:gd name="connsiteY88" fmla="*/ 860679 h 1510538"/>
                <a:gd name="connsiteX89" fmla="*/ 1039622 w 1681861"/>
                <a:gd name="connsiteY89" fmla="*/ 567055 h 1510538"/>
                <a:gd name="connsiteX90" fmla="*/ 1648333 w 1681861"/>
                <a:gd name="connsiteY90" fmla="*/ 953897 h 1510538"/>
                <a:gd name="connsiteX91" fmla="*/ 1654810 w 1681861"/>
                <a:gd name="connsiteY91" fmla="*/ 801878 h 1510538"/>
                <a:gd name="connsiteX92" fmla="*/ 1655191 w 1681861"/>
                <a:gd name="connsiteY92" fmla="*/ 663194 h 1510538"/>
                <a:gd name="connsiteX93" fmla="*/ 1654683 w 1681861"/>
                <a:gd name="connsiteY93" fmla="*/ 575183 h 1510538"/>
                <a:gd name="connsiteX94" fmla="*/ 1371092 w 1681861"/>
                <a:gd name="connsiteY94" fmla="*/ 915543 h 1510538"/>
                <a:gd name="connsiteX95" fmla="*/ 1249807 w 1681861"/>
                <a:gd name="connsiteY95" fmla="*/ 1027303 h 1510538"/>
                <a:gd name="connsiteX96" fmla="*/ 1261618 w 1681861"/>
                <a:gd name="connsiteY96" fmla="*/ 956945 h 1510538"/>
                <a:gd name="connsiteX97" fmla="*/ 1208151 w 1681861"/>
                <a:gd name="connsiteY97" fmla="*/ 969391 h 1510538"/>
                <a:gd name="connsiteX98" fmla="*/ 1338961 w 1681861"/>
                <a:gd name="connsiteY98" fmla="*/ 1181862 h 1510538"/>
                <a:gd name="connsiteX99" fmla="*/ 1462913 w 1681861"/>
                <a:gd name="connsiteY99" fmla="*/ 935609 h 1510538"/>
                <a:gd name="connsiteX100" fmla="*/ 1387475 w 1681861"/>
                <a:gd name="connsiteY100" fmla="*/ 1028573 h 1510538"/>
                <a:gd name="connsiteX101" fmla="*/ 1427988 w 1681861"/>
                <a:gd name="connsiteY101" fmla="*/ 922528 h 1510538"/>
                <a:gd name="connsiteX102" fmla="*/ 1371092 w 1681861"/>
                <a:gd name="connsiteY102" fmla="*/ 915543 h 1510538"/>
                <a:gd name="connsiteX103" fmla="*/ 1081532 w 1681861"/>
                <a:gd name="connsiteY103" fmla="*/ 1197610 h 1510538"/>
                <a:gd name="connsiteX104" fmla="*/ 1025652 w 1681861"/>
                <a:gd name="connsiteY104" fmla="*/ 1218311 h 1510538"/>
                <a:gd name="connsiteX105" fmla="*/ 1042035 w 1681861"/>
                <a:gd name="connsiteY105" fmla="*/ 1193673 h 1510538"/>
                <a:gd name="connsiteX106" fmla="*/ 913638 w 1681861"/>
                <a:gd name="connsiteY106" fmla="*/ 1115441 h 1510538"/>
                <a:gd name="connsiteX107" fmla="*/ 964057 w 1681861"/>
                <a:gd name="connsiteY107" fmla="*/ 1364361 h 1510538"/>
                <a:gd name="connsiteX108" fmla="*/ 1097915 w 1681861"/>
                <a:gd name="connsiteY108" fmla="*/ 1391920 h 1510538"/>
                <a:gd name="connsiteX109" fmla="*/ 1340866 w 1681861"/>
                <a:gd name="connsiteY109" fmla="*/ 1211199 h 1510538"/>
                <a:gd name="connsiteX110" fmla="*/ 1181608 w 1681861"/>
                <a:gd name="connsiteY110" fmla="*/ 1096645 h 1510538"/>
                <a:gd name="connsiteX111" fmla="*/ 1081532 w 1681861"/>
                <a:gd name="connsiteY111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498473 w 1681861"/>
                <a:gd name="connsiteY59" fmla="*/ 329438 h 1510538"/>
                <a:gd name="connsiteX60" fmla="*/ 1391920 w 1681861"/>
                <a:gd name="connsiteY60" fmla="*/ 134493 h 1510538"/>
                <a:gd name="connsiteX61" fmla="*/ 1392047 w 1681861"/>
                <a:gd name="connsiteY61" fmla="*/ 83312 h 1510538"/>
                <a:gd name="connsiteX62" fmla="*/ 1522730 w 1681861"/>
                <a:gd name="connsiteY62" fmla="*/ 368935 h 1510538"/>
                <a:gd name="connsiteX63" fmla="*/ 1567561 w 1681861"/>
                <a:gd name="connsiteY63" fmla="*/ 314452 h 1510538"/>
                <a:gd name="connsiteX64" fmla="*/ 1522730 w 1681861"/>
                <a:gd name="connsiteY64" fmla="*/ 368935 h 1510538"/>
                <a:gd name="connsiteX65" fmla="*/ 378191 w 1681861"/>
                <a:gd name="connsiteY65" fmla="*/ 335211 h 1510538"/>
                <a:gd name="connsiteX66" fmla="*/ 198247 w 1681861"/>
                <a:gd name="connsiteY66" fmla="*/ 541782 h 1510538"/>
                <a:gd name="connsiteX67" fmla="*/ 221869 w 1681861"/>
                <a:gd name="connsiteY67" fmla="*/ 552196 h 1510538"/>
                <a:gd name="connsiteX68" fmla="*/ 262001 w 1681861"/>
                <a:gd name="connsiteY68" fmla="*/ 635381 h 1510538"/>
                <a:gd name="connsiteX69" fmla="*/ 231648 w 1681861"/>
                <a:gd name="connsiteY69" fmla="*/ 861695 h 1510538"/>
                <a:gd name="connsiteX70" fmla="*/ 196850 w 1681861"/>
                <a:gd name="connsiteY70" fmla="*/ 882523 h 1510538"/>
                <a:gd name="connsiteX71" fmla="*/ 310642 w 1681861"/>
                <a:gd name="connsiteY71" fmla="*/ 983234 h 1510538"/>
                <a:gd name="connsiteX72" fmla="*/ 735076 w 1681861"/>
                <a:gd name="connsiteY72" fmla="*/ 1050544 h 1510538"/>
                <a:gd name="connsiteX73" fmla="*/ 985774 w 1681861"/>
                <a:gd name="connsiteY73" fmla="*/ 893572 h 1510538"/>
                <a:gd name="connsiteX74" fmla="*/ 991489 w 1681861"/>
                <a:gd name="connsiteY74" fmla="*/ 891286 h 1510538"/>
                <a:gd name="connsiteX75" fmla="*/ 941956 w 1681861"/>
                <a:gd name="connsiteY75" fmla="*/ 426795 h 1510538"/>
                <a:gd name="connsiteX76" fmla="*/ 655811 w 1681861"/>
                <a:gd name="connsiteY76" fmla="*/ 275466 h 1510538"/>
                <a:gd name="connsiteX77" fmla="*/ 372956 w 1681861"/>
                <a:gd name="connsiteY77" fmla="*/ 333954 h 1510538"/>
                <a:gd name="connsiteX78" fmla="*/ 1107186 w 1681861"/>
                <a:gd name="connsiteY78" fmla="*/ 427482 h 1510538"/>
                <a:gd name="connsiteX79" fmla="*/ 1107186 w 1681861"/>
                <a:gd name="connsiteY79" fmla="*/ 427482 h 1510538"/>
                <a:gd name="connsiteX80" fmla="*/ 161417 w 1681861"/>
                <a:gd name="connsiteY80" fmla="*/ 570738 h 1510538"/>
                <a:gd name="connsiteX81" fmla="*/ 114554 w 1681861"/>
                <a:gd name="connsiteY81" fmla="*/ 787908 h 1510538"/>
                <a:gd name="connsiteX82" fmla="*/ 182499 w 1681861"/>
                <a:gd name="connsiteY82" fmla="*/ 859409 h 1510538"/>
                <a:gd name="connsiteX83" fmla="*/ 224917 w 1681861"/>
                <a:gd name="connsiteY83" fmla="*/ 823849 h 1510538"/>
                <a:gd name="connsiteX84" fmla="*/ 224536 w 1681861"/>
                <a:gd name="connsiteY84" fmla="*/ 600837 h 1510538"/>
                <a:gd name="connsiteX85" fmla="*/ 161417 w 1681861"/>
                <a:gd name="connsiteY85" fmla="*/ 570738 h 1510538"/>
                <a:gd name="connsiteX86" fmla="*/ 1039622 w 1681861"/>
                <a:gd name="connsiteY86" fmla="*/ 567055 h 1510538"/>
                <a:gd name="connsiteX87" fmla="*/ 1037717 w 1681861"/>
                <a:gd name="connsiteY87" fmla="*/ 860679 h 1510538"/>
                <a:gd name="connsiteX88" fmla="*/ 1039622 w 1681861"/>
                <a:gd name="connsiteY88" fmla="*/ 567055 h 1510538"/>
                <a:gd name="connsiteX89" fmla="*/ 1648333 w 1681861"/>
                <a:gd name="connsiteY89" fmla="*/ 953897 h 1510538"/>
                <a:gd name="connsiteX90" fmla="*/ 1654810 w 1681861"/>
                <a:gd name="connsiteY90" fmla="*/ 801878 h 1510538"/>
                <a:gd name="connsiteX91" fmla="*/ 1655191 w 1681861"/>
                <a:gd name="connsiteY91" fmla="*/ 663194 h 1510538"/>
                <a:gd name="connsiteX92" fmla="*/ 1654683 w 1681861"/>
                <a:gd name="connsiteY92" fmla="*/ 575183 h 1510538"/>
                <a:gd name="connsiteX93" fmla="*/ 1371092 w 1681861"/>
                <a:gd name="connsiteY93" fmla="*/ 915543 h 1510538"/>
                <a:gd name="connsiteX94" fmla="*/ 1249807 w 1681861"/>
                <a:gd name="connsiteY94" fmla="*/ 1027303 h 1510538"/>
                <a:gd name="connsiteX95" fmla="*/ 1261618 w 1681861"/>
                <a:gd name="connsiteY95" fmla="*/ 956945 h 1510538"/>
                <a:gd name="connsiteX96" fmla="*/ 1208151 w 1681861"/>
                <a:gd name="connsiteY96" fmla="*/ 969391 h 1510538"/>
                <a:gd name="connsiteX97" fmla="*/ 1338961 w 1681861"/>
                <a:gd name="connsiteY97" fmla="*/ 1181862 h 1510538"/>
                <a:gd name="connsiteX98" fmla="*/ 1462913 w 1681861"/>
                <a:gd name="connsiteY98" fmla="*/ 935609 h 1510538"/>
                <a:gd name="connsiteX99" fmla="*/ 1387475 w 1681861"/>
                <a:gd name="connsiteY99" fmla="*/ 1028573 h 1510538"/>
                <a:gd name="connsiteX100" fmla="*/ 1427988 w 1681861"/>
                <a:gd name="connsiteY100" fmla="*/ 922528 h 1510538"/>
                <a:gd name="connsiteX101" fmla="*/ 1371092 w 1681861"/>
                <a:gd name="connsiteY101" fmla="*/ 915543 h 1510538"/>
                <a:gd name="connsiteX102" fmla="*/ 1081532 w 1681861"/>
                <a:gd name="connsiteY102" fmla="*/ 1197610 h 1510538"/>
                <a:gd name="connsiteX103" fmla="*/ 1025652 w 1681861"/>
                <a:gd name="connsiteY103" fmla="*/ 1218311 h 1510538"/>
                <a:gd name="connsiteX104" fmla="*/ 1042035 w 1681861"/>
                <a:gd name="connsiteY104" fmla="*/ 1193673 h 1510538"/>
                <a:gd name="connsiteX105" fmla="*/ 913638 w 1681861"/>
                <a:gd name="connsiteY105" fmla="*/ 1115441 h 1510538"/>
                <a:gd name="connsiteX106" fmla="*/ 964057 w 1681861"/>
                <a:gd name="connsiteY106" fmla="*/ 1364361 h 1510538"/>
                <a:gd name="connsiteX107" fmla="*/ 1097915 w 1681861"/>
                <a:gd name="connsiteY107" fmla="*/ 1391920 h 1510538"/>
                <a:gd name="connsiteX108" fmla="*/ 1340866 w 1681861"/>
                <a:gd name="connsiteY108" fmla="*/ 1211199 h 1510538"/>
                <a:gd name="connsiteX109" fmla="*/ 1181608 w 1681861"/>
                <a:gd name="connsiteY109" fmla="*/ 1096645 h 1510538"/>
                <a:gd name="connsiteX110" fmla="*/ 1081532 w 1681861"/>
                <a:gd name="connsiteY110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498473 w 1681861"/>
                <a:gd name="connsiteY59" fmla="*/ 329438 h 1510538"/>
                <a:gd name="connsiteX60" fmla="*/ 1391920 w 1681861"/>
                <a:gd name="connsiteY60" fmla="*/ 134493 h 1510538"/>
                <a:gd name="connsiteX61" fmla="*/ 1392047 w 1681861"/>
                <a:gd name="connsiteY61" fmla="*/ 83312 h 1510538"/>
                <a:gd name="connsiteX62" fmla="*/ 1522730 w 1681861"/>
                <a:gd name="connsiteY62" fmla="*/ 368935 h 1510538"/>
                <a:gd name="connsiteX63" fmla="*/ 1567561 w 1681861"/>
                <a:gd name="connsiteY63" fmla="*/ 314452 h 1510538"/>
                <a:gd name="connsiteX64" fmla="*/ 378191 w 1681861"/>
                <a:gd name="connsiteY64" fmla="*/ 335211 h 1510538"/>
                <a:gd name="connsiteX65" fmla="*/ 198247 w 1681861"/>
                <a:gd name="connsiteY65" fmla="*/ 541782 h 1510538"/>
                <a:gd name="connsiteX66" fmla="*/ 221869 w 1681861"/>
                <a:gd name="connsiteY66" fmla="*/ 552196 h 1510538"/>
                <a:gd name="connsiteX67" fmla="*/ 262001 w 1681861"/>
                <a:gd name="connsiteY67" fmla="*/ 635381 h 1510538"/>
                <a:gd name="connsiteX68" fmla="*/ 231648 w 1681861"/>
                <a:gd name="connsiteY68" fmla="*/ 861695 h 1510538"/>
                <a:gd name="connsiteX69" fmla="*/ 196850 w 1681861"/>
                <a:gd name="connsiteY69" fmla="*/ 882523 h 1510538"/>
                <a:gd name="connsiteX70" fmla="*/ 310642 w 1681861"/>
                <a:gd name="connsiteY70" fmla="*/ 983234 h 1510538"/>
                <a:gd name="connsiteX71" fmla="*/ 735076 w 1681861"/>
                <a:gd name="connsiteY71" fmla="*/ 1050544 h 1510538"/>
                <a:gd name="connsiteX72" fmla="*/ 985774 w 1681861"/>
                <a:gd name="connsiteY72" fmla="*/ 893572 h 1510538"/>
                <a:gd name="connsiteX73" fmla="*/ 991489 w 1681861"/>
                <a:gd name="connsiteY73" fmla="*/ 891286 h 1510538"/>
                <a:gd name="connsiteX74" fmla="*/ 941956 w 1681861"/>
                <a:gd name="connsiteY74" fmla="*/ 426795 h 1510538"/>
                <a:gd name="connsiteX75" fmla="*/ 655811 w 1681861"/>
                <a:gd name="connsiteY75" fmla="*/ 275466 h 1510538"/>
                <a:gd name="connsiteX76" fmla="*/ 372956 w 1681861"/>
                <a:gd name="connsiteY76" fmla="*/ 333954 h 1510538"/>
                <a:gd name="connsiteX77" fmla="*/ 1107186 w 1681861"/>
                <a:gd name="connsiteY77" fmla="*/ 427482 h 1510538"/>
                <a:gd name="connsiteX78" fmla="*/ 1107186 w 1681861"/>
                <a:gd name="connsiteY78" fmla="*/ 427482 h 1510538"/>
                <a:gd name="connsiteX79" fmla="*/ 161417 w 1681861"/>
                <a:gd name="connsiteY79" fmla="*/ 570738 h 1510538"/>
                <a:gd name="connsiteX80" fmla="*/ 114554 w 1681861"/>
                <a:gd name="connsiteY80" fmla="*/ 787908 h 1510538"/>
                <a:gd name="connsiteX81" fmla="*/ 182499 w 1681861"/>
                <a:gd name="connsiteY81" fmla="*/ 859409 h 1510538"/>
                <a:gd name="connsiteX82" fmla="*/ 224917 w 1681861"/>
                <a:gd name="connsiteY82" fmla="*/ 823849 h 1510538"/>
                <a:gd name="connsiteX83" fmla="*/ 224536 w 1681861"/>
                <a:gd name="connsiteY83" fmla="*/ 600837 h 1510538"/>
                <a:gd name="connsiteX84" fmla="*/ 161417 w 1681861"/>
                <a:gd name="connsiteY84" fmla="*/ 570738 h 1510538"/>
                <a:gd name="connsiteX85" fmla="*/ 1039622 w 1681861"/>
                <a:gd name="connsiteY85" fmla="*/ 567055 h 1510538"/>
                <a:gd name="connsiteX86" fmla="*/ 1037717 w 1681861"/>
                <a:gd name="connsiteY86" fmla="*/ 860679 h 1510538"/>
                <a:gd name="connsiteX87" fmla="*/ 1039622 w 1681861"/>
                <a:gd name="connsiteY87" fmla="*/ 567055 h 1510538"/>
                <a:gd name="connsiteX88" fmla="*/ 1648333 w 1681861"/>
                <a:gd name="connsiteY88" fmla="*/ 953897 h 1510538"/>
                <a:gd name="connsiteX89" fmla="*/ 1654810 w 1681861"/>
                <a:gd name="connsiteY89" fmla="*/ 801878 h 1510538"/>
                <a:gd name="connsiteX90" fmla="*/ 1655191 w 1681861"/>
                <a:gd name="connsiteY90" fmla="*/ 663194 h 1510538"/>
                <a:gd name="connsiteX91" fmla="*/ 1654683 w 1681861"/>
                <a:gd name="connsiteY91" fmla="*/ 575183 h 1510538"/>
                <a:gd name="connsiteX92" fmla="*/ 1371092 w 1681861"/>
                <a:gd name="connsiteY92" fmla="*/ 915543 h 1510538"/>
                <a:gd name="connsiteX93" fmla="*/ 1249807 w 1681861"/>
                <a:gd name="connsiteY93" fmla="*/ 1027303 h 1510538"/>
                <a:gd name="connsiteX94" fmla="*/ 1261618 w 1681861"/>
                <a:gd name="connsiteY94" fmla="*/ 956945 h 1510538"/>
                <a:gd name="connsiteX95" fmla="*/ 1208151 w 1681861"/>
                <a:gd name="connsiteY95" fmla="*/ 969391 h 1510538"/>
                <a:gd name="connsiteX96" fmla="*/ 1338961 w 1681861"/>
                <a:gd name="connsiteY96" fmla="*/ 1181862 h 1510538"/>
                <a:gd name="connsiteX97" fmla="*/ 1462913 w 1681861"/>
                <a:gd name="connsiteY97" fmla="*/ 935609 h 1510538"/>
                <a:gd name="connsiteX98" fmla="*/ 1387475 w 1681861"/>
                <a:gd name="connsiteY98" fmla="*/ 1028573 h 1510538"/>
                <a:gd name="connsiteX99" fmla="*/ 1427988 w 1681861"/>
                <a:gd name="connsiteY99" fmla="*/ 922528 h 1510538"/>
                <a:gd name="connsiteX100" fmla="*/ 1371092 w 1681861"/>
                <a:gd name="connsiteY100" fmla="*/ 915543 h 1510538"/>
                <a:gd name="connsiteX101" fmla="*/ 1081532 w 1681861"/>
                <a:gd name="connsiteY101" fmla="*/ 1197610 h 1510538"/>
                <a:gd name="connsiteX102" fmla="*/ 1025652 w 1681861"/>
                <a:gd name="connsiteY102" fmla="*/ 1218311 h 1510538"/>
                <a:gd name="connsiteX103" fmla="*/ 1042035 w 1681861"/>
                <a:gd name="connsiteY103" fmla="*/ 1193673 h 1510538"/>
                <a:gd name="connsiteX104" fmla="*/ 913638 w 1681861"/>
                <a:gd name="connsiteY104" fmla="*/ 1115441 h 1510538"/>
                <a:gd name="connsiteX105" fmla="*/ 964057 w 1681861"/>
                <a:gd name="connsiteY105" fmla="*/ 1364361 h 1510538"/>
                <a:gd name="connsiteX106" fmla="*/ 1097915 w 1681861"/>
                <a:gd name="connsiteY106" fmla="*/ 1391920 h 1510538"/>
                <a:gd name="connsiteX107" fmla="*/ 1340866 w 1681861"/>
                <a:gd name="connsiteY107" fmla="*/ 1211199 h 1510538"/>
                <a:gd name="connsiteX108" fmla="*/ 1181608 w 1681861"/>
                <a:gd name="connsiteY108" fmla="*/ 1096645 h 1510538"/>
                <a:gd name="connsiteX109" fmla="*/ 1081532 w 1681861"/>
                <a:gd name="connsiteY109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391920 w 1681861"/>
                <a:gd name="connsiteY59" fmla="*/ 134493 h 1510538"/>
                <a:gd name="connsiteX60" fmla="*/ 1392047 w 1681861"/>
                <a:gd name="connsiteY60" fmla="*/ 83312 h 1510538"/>
                <a:gd name="connsiteX61" fmla="*/ 1522730 w 1681861"/>
                <a:gd name="connsiteY61" fmla="*/ 368935 h 1510538"/>
                <a:gd name="connsiteX62" fmla="*/ 1567561 w 1681861"/>
                <a:gd name="connsiteY62" fmla="*/ 314452 h 1510538"/>
                <a:gd name="connsiteX63" fmla="*/ 378191 w 1681861"/>
                <a:gd name="connsiteY63" fmla="*/ 335211 h 1510538"/>
                <a:gd name="connsiteX64" fmla="*/ 198247 w 1681861"/>
                <a:gd name="connsiteY64" fmla="*/ 541782 h 1510538"/>
                <a:gd name="connsiteX65" fmla="*/ 221869 w 1681861"/>
                <a:gd name="connsiteY65" fmla="*/ 552196 h 1510538"/>
                <a:gd name="connsiteX66" fmla="*/ 262001 w 1681861"/>
                <a:gd name="connsiteY66" fmla="*/ 635381 h 1510538"/>
                <a:gd name="connsiteX67" fmla="*/ 231648 w 1681861"/>
                <a:gd name="connsiteY67" fmla="*/ 861695 h 1510538"/>
                <a:gd name="connsiteX68" fmla="*/ 196850 w 1681861"/>
                <a:gd name="connsiteY68" fmla="*/ 882523 h 1510538"/>
                <a:gd name="connsiteX69" fmla="*/ 310642 w 1681861"/>
                <a:gd name="connsiteY69" fmla="*/ 983234 h 1510538"/>
                <a:gd name="connsiteX70" fmla="*/ 735076 w 1681861"/>
                <a:gd name="connsiteY70" fmla="*/ 1050544 h 1510538"/>
                <a:gd name="connsiteX71" fmla="*/ 985774 w 1681861"/>
                <a:gd name="connsiteY71" fmla="*/ 893572 h 1510538"/>
                <a:gd name="connsiteX72" fmla="*/ 991489 w 1681861"/>
                <a:gd name="connsiteY72" fmla="*/ 891286 h 1510538"/>
                <a:gd name="connsiteX73" fmla="*/ 941956 w 1681861"/>
                <a:gd name="connsiteY73" fmla="*/ 426795 h 1510538"/>
                <a:gd name="connsiteX74" fmla="*/ 655811 w 1681861"/>
                <a:gd name="connsiteY74" fmla="*/ 275466 h 1510538"/>
                <a:gd name="connsiteX75" fmla="*/ 372956 w 1681861"/>
                <a:gd name="connsiteY75" fmla="*/ 333954 h 1510538"/>
                <a:gd name="connsiteX76" fmla="*/ 1107186 w 1681861"/>
                <a:gd name="connsiteY76" fmla="*/ 427482 h 1510538"/>
                <a:gd name="connsiteX77" fmla="*/ 1107186 w 1681861"/>
                <a:gd name="connsiteY77" fmla="*/ 427482 h 1510538"/>
                <a:gd name="connsiteX78" fmla="*/ 161417 w 1681861"/>
                <a:gd name="connsiteY78" fmla="*/ 570738 h 1510538"/>
                <a:gd name="connsiteX79" fmla="*/ 114554 w 1681861"/>
                <a:gd name="connsiteY79" fmla="*/ 787908 h 1510538"/>
                <a:gd name="connsiteX80" fmla="*/ 182499 w 1681861"/>
                <a:gd name="connsiteY80" fmla="*/ 859409 h 1510538"/>
                <a:gd name="connsiteX81" fmla="*/ 224917 w 1681861"/>
                <a:gd name="connsiteY81" fmla="*/ 823849 h 1510538"/>
                <a:gd name="connsiteX82" fmla="*/ 224536 w 1681861"/>
                <a:gd name="connsiteY82" fmla="*/ 600837 h 1510538"/>
                <a:gd name="connsiteX83" fmla="*/ 161417 w 1681861"/>
                <a:gd name="connsiteY83" fmla="*/ 570738 h 1510538"/>
                <a:gd name="connsiteX84" fmla="*/ 1039622 w 1681861"/>
                <a:gd name="connsiteY84" fmla="*/ 567055 h 1510538"/>
                <a:gd name="connsiteX85" fmla="*/ 1037717 w 1681861"/>
                <a:gd name="connsiteY85" fmla="*/ 860679 h 1510538"/>
                <a:gd name="connsiteX86" fmla="*/ 1039622 w 1681861"/>
                <a:gd name="connsiteY86" fmla="*/ 567055 h 1510538"/>
                <a:gd name="connsiteX87" fmla="*/ 1648333 w 1681861"/>
                <a:gd name="connsiteY87" fmla="*/ 953897 h 1510538"/>
                <a:gd name="connsiteX88" fmla="*/ 1654810 w 1681861"/>
                <a:gd name="connsiteY88" fmla="*/ 801878 h 1510538"/>
                <a:gd name="connsiteX89" fmla="*/ 1655191 w 1681861"/>
                <a:gd name="connsiteY89" fmla="*/ 663194 h 1510538"/>
                <a:gd name="connsiteX90" fmla="*/ 1654683 w 1681861"/>
                <a:gd name="connsiteY90" fmla="*/ 575183 h 1510538"/>
                <a:gd name="connsiteX91" fmla="*/ 1371092 w 1681861"/>
                <a:gd name="connsiteY91" fmla="*/ 915543 h 1510538"/>
                <a:gd name="connsiteX92" fmla="*/ 1249807 w 1681861"/>
                <a:gd name="connsiteY92" fmla="*/ 1027303 h 1510538"/>
                <a:gd name="connsiteX93" fmla="*/ 1261618 w 1681861"/>
                <a:gd name="connsiteY93" fmla="*/ 956945 h 1510538"/>
                <a:gd name="connsiteX94" fmla="*/ 1208151 w 1681861"/>
                <a:gd name="connsiteY94" fmla="*/ 969391 h 1510538"/>
                <a:gd name="connsiteX95" fmla="*/ 1338961 w 1681861"/>
                <a:gd name="connsiteY95" fmla="*/ 1181862 h 1510538"/>
                <a:gd name="connsiteX96" fmla="*/ 1462913 w 1681861"/>
                <a:gd name="connsiteY96" fmla="*/ 935609 h 1510538"/>
                <a:gd name="connsiteX97" fmla="*/ 1387475 w 1681861"/>
                <a:gd name="connsiteY97" fmla="*/ 1028573 h 1510538"/>
                <a:gd name="connsiteX98" fmla="*/ 1427988 w 1681861"/>
                <a:gd name="connsiteY98" fmla="*/ 922528 h 1510538"/>
                <a:gd name="connsiteX99" fmla="*/ 1371092 w 1681861"/>
                <a:gd name="connsiteY99" fmla="*/ 915543 h 1510538"/>
                <a:gd name="connsiteX100" fmla="*/ 1081532 w 1681861"/>
                <a:gd name="connsiteY100" fmla="*/ 1197610 h 1510538"/>
                <a:gd name="connsiteX101" fmla="*/ 1025652 w 1681861"/>
                <a:gd name="connsiteY101" fmla="*/ 1218311 h 1510538"/>
                <a:gd name="connsiteX102" fmla="*/ 1042035 w 1681861"/>
                <a:gd name="connsiteY102" fmla="*/ 1193673 h 1510538"/>
                <a:gd name="connsiteX103" fmla="*/ 913638 w 1681861"/>
                <a:gd name="connsiteY103" fmla="*/ 1115441 h 1510538"/>
                <a:gd name="connsiteX104" fmla="*/ 964057 w 1681861"/>
                <a:gd name="connsiteY104" fmla="*/ 1364361 h 1510538"/>
                <a:gd name="connsiteX105" fmla="*/ 1097915 w 1681861"/>
                <a:gd name="connsiteY105" fmla="*/ 1391920 h 1510538"/>
                <a:gd name="connsiteX106" fmla="*/ 1340866 w 1681861"/>
                <a:gd name="connsiteY106" fmla="*/ 1211199 h 1510538"/>
                <a:gd name="connsiteX107" fmla="*/ 1181608 w 1681861"/>
                <a:gd name="connsiteY107" fmla="*/ 1096645 h 1510538"/>
                <a:gd name="connsiteX108" fmla="*/ 1081532 w 1681861"/>
                <a:gd name="connsiteY108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92580 w 1681861"/>
                <a:gd name="connsiteY3" fmla="*/ 300609 h 1510538"/>
                <a:gd name="connsiteX4" fmla="*/ 1622933 w 1681861"/>
                <a:gd name="connsiteY4" fmla="*/ 406781 h 1510538"/>
                <a:gd name="connsiteX5" fmla="*/ 1559179 w 1681861"/>
                <a:gd name="connsiteY5" fmla="*/ 434086 h 1510538"/>
                <a:gd name="connsiteX6" fmla="*/ 1681861 w 1681861"/>
                <a:gd name="connsiteY6" fmla="*/ 578739 h 1510538"/>
                <a:gd name="connsiteX7" fmla="*/ 1681353 w 1681861"/>
                <a:gd name="connsiteY7" fmla="*/ 922782 h 1510538"/>
                <a:gd name="connsiteX8" fmla="*/ 1657731 w 1681861"/>
                <a:gd name="connsiteY8" fmla="*/ 993013 h 1510538"/>
                <a:gd name="connsiteX9" fmla="*/ 1517142 w 1681861"/>
                <a:gd name="connsiteY9" fmla="*/ 999998 h 1510538"/>
                <a:gd name="connsiteX10" fmla="*/ 1383030 w 1681861"/>
                <a:gd name="connsiteY10" fmla="*/ 1205865 h 1510538"/>
                <a:gd name="connsiteX11" fmla="*/ 1096137 w 1681861"/>
                <a:gd name="connsiteY11" fmla="*/ 1418209 h 1510538"/>
                <a:gd name="connsiteX12" fmla="*/ 969010 w 1681861"/>
                <a:gd name="connsiteY12" fmla="*/ 1396365 h 1510538"/>
                <a:gd name="connsiteX13" fmla="*/ 968375 w 1681861"/>
                <a:gd name="connsiteY13" fmla="*/ 1493139 h 1510538"/>
                <a:gd name="connsiteX14" fmla="*/ 957580 w 1681861"/>
                <a:gd name="connsiteY14" fmla="*/ 1505839 h 1510538"/>
                <a:gd name="connsiteX15" fmla="*/ 942721 w 1681861"/>
                <a:gd name="connsiteY15" fmla="*/ 1503045 h 1510538"/>
                <a:gd name="connsiteX16" fmla="*/ 940562 w 1681861"/>
                <a:gd name="connsiteY16" fmla="*/ 1399540 h 1510538"/>
                <a:gd name="connsiteX17" fmla="*/ 914908 w 1681861"/>
                <a:gd name="connsiteY17" fmla="*/ 1199769 h 1510538"/>
                <a:gd name="connsiteX18" fmla="*/ 854202 w 1681861"/>
                <a:gd name="connsiteY18" fmla="*/ 1086739 h 1510538"/>
                <a:gd name="connsiteX19" fmla="*/ 678561 w 1681861"/>
                <a:gd name="connsiteY19" fmla="*/ 1080643 h 1510538"/>
                <a:gd name="connsiteX20" fmla="*/ 448437 w 1681861"/>
                <a:gd name="connsiteY20" fmla="*/ 1062609 h 1510538"/>
                <a:gd name="connsiteX21" fmla="*/ 402209 w 1681861"/>
                <a:gd name="connsiteY21" fmla="*/ 1085469 h 1510538"/>
                <a:gd name="connsiteX22" fmla="*/ 338963 w 1681861"/>
                <a:gd name="connsiteY22" fmla="*/ 1105535 h 1510538"/>
                <a:gd name="connsiteX23" fmla="*/ 376047 w 1681861"/>
                <a:gd name="connsiteY23" fmla="*/ 1200912 h 1510538"/>
                <a:gd name="connsiteX24" fmla="*/ 342900 w 1681861"/>
                <a:gd name="connsiteY24" fmla="*/ 1332611 h 1510538"/>
                <a:gd name="connsiteX25" fmla="*/ 265811 w 1681861"/>
                <a:gd name="connsiteY25" fmla="*/ 1501267 h 1510538"/>
                <a:gd name="connsiteX26" fmla="*/ 240157 w 1681861"/>
                <a:gd name="connsiteY26" fmla="*/ 1504569 h 1510538"/>
                <a:gd name="connsiteX27" fmla="*/ 349377 w 1681861"/>
                <a:gd name="connsiteY27" fmla="*/ 1218692 h 1510538"/>
                <a:gd name="connsiteX28" fmla="*/ 311531 w 1681861"/>
                <a:gd name="connsiteY28" fmla="*/ 1116965 h 1510538"/>
                <a:gd name="connsiteX29" fmla="*/ 20955 w 1681861"/>
                <a:gd name="connsiteY29" fmla="*/ 1499997 h 1510538"/>
                <a:gd name="connsiteX30" fmla="*/ 0 w 1681861"/>
                <a:gd name="connsiteY30" fmla="*/ 1510538 h 1510538"/>
                <a:gd name="connsiteX31" fmla="*/ 133223 w 1681861"/>
                <a:gd name="connsiteY31" fmla="*/ 1244219 h 1510538"/>
                <a:gd name="connsiteX32" fmla="*/ 412369 w 1681861"/>
                <a:gd name="connsiteY32" fmla="*/ 1055243 h 1510538"/>
                <a:gd name="connsiteX33" fmla="*/ 198247 w 1681861"/>
                <a:gd name="connsiteY33" fmla="*/ 919353 h 1510538"/>
                <a:gd name="connsiteX34" fmla="*/ 101981 w 1681861"/>
                <a:gd name="connsiteY34" fmla="*/ 829437 h 1510538"/>
                <a:gd name="connsiteX35" fmla="*/ 175895 w 1681861"/>
                <a:gd name="connsiteY35" fmla="*/ 534035 h 1510538"/>
                <a:gd name="connsiteX36" fmla="*/ 379792 w 1681861"/>
                <a:gd name="connsiteY36" fmla="*/ 298477 h 1510538"/>
                <a:gd name="connsiteX37" fmla="*/ 672816 w 1681861"/>
                <a:gd name="connsiteY37" fmla="*/ 253707 h 1510538"/>
                <a:gd name="connsiteX38" fmla="*/ 972991 w 1681861"/>
                <a:gd name="connsiteY38" fmla="*/ 416267 h 1510538"/>
                <a:gd name="connsiteX39" fmla="*/ 1049655 w 1681861"/>
                <a:gd name="connsiteY39" fmla="*/ 552450 h 1510538"/>
                <a:gd name="connsiteX40" fmla="*/ 1114679 w 1681861"/>
                <a:gd name="connsiteY40" fmla="*/ 647700 h 1510538"/>
                <a:gd name="connsiteX41" fmla="*/ 1042924 w 1681861"/>
                <a:gd name="connsiteY41" fmla="*/ 877697 h 1510538"/>
                <a:gd name="connsiteX42" fmla="*/ 1025906 w 1681861"/>
                <a:gd name="connsiteY42" fmla="*/ 887603 h 1510538"/>
                <a:gd name="connsiteX43" fmla="*/ 832358 w 1681861"/>
                <a:gd name="connsiteY43" fmla="*/ 1050163 h 1510538"/>
                <a:gd name="connsiteX44" fmla="*/ 1063879 w 1681861"/>
                <a:gd name="connsiteY44" fmla="*/ 1180338 h 1510538"/>
                <a:gd name="connsiteX45" fmla="*/ 1164717 w 1681861"/>
                <a:gd name="connsiteY45" fmla="*/ 1067308 h 1510538"/>
                <a:gd name="connsiteX46" fmla="*/ 1175385 w 1681861"/>
                <a:gd name="connsiteY46" fmla="*/ 978535 h 1510538"/>
                <a:gd name="connsiteX47" fmla="*/ 1226693 w 1681861"/>
                <a:gd name="connsiteY47" fmla="*/ 925195 h 1510538"/>
                <a:gd name="connsiteX48" fmla="*/ 1282700 w 1681861"/>
                <a:gd name="connsiteY48" fmla="*/ 942594 h 1510538"/>
                <a:gd name="connsiteX49" fmla="*/ 1388745 w 1681861"/>
                <a:gd name="connsiteY49" fmla="*/ 883666 h 1510538"/>
                <a:gd name="connsiteX50" fmla="*/ 1489583 w 1681861"/>
                <a:gd name="connsiteY50" fmla="*/ 927862 h 1510538"/>
                <a:gd name="connsiteX51" fmla="*/ 1083183 w 1681861"/>
                <a:gd name="connsiteY51" fmla="*/ 422021 h 1510538"/>
                <a:gd name="connsiteX52" fmla="*/ 1224407 w 1681861"/>
                <a:gd name="connsiteY52" fmla="*/ 235331 h 1510538"/>
                <a:gd name="connsiteX53" fmla="*/ 1415161 w 1681861"/>
                <a:gd name="connsiteY53" fmla="*/ 56261 h 1510538"/>
                <a:gd name="connsiteX54" fmla="*/ 1427353 w 1681861"/>
                <a:gd name="connsiteY54" fmla="*/ 10287 h 1510538"/>
                <a:gd name="connsiteX55" fmla="*/ 1249680 w 1681861"/>
                <a:gd name="connsiteY55" fmla="*/ 82804 h 1510538"/>
                <a:gd name="connsiteX56" fmla="*/ 1249934 w 1681861"/>
                <a:gd name="connsiteY56" fmla="*/ 251206 h 1510538"/>
                <a:gd name="connsiteX57" fmla="*/ 1111631 w 1681861"/>
                <a:gd name="connsiteY57" fmla="*/ 401574 h 1510538"/>
                <a:gd name="connsiteX58" fmla="*/ 1391920 w 1681861"/>
                <a:gd name="connsiteY58" fmla="*/ 134493 h 1510538"/>
                <a:gd name="connsiteX59" fmla="*/ 1392047 w 1681861"/>
                <a:gd name="connsiteY59" fmla="*/ 83312 h 1510538"/>
                <a:gd name="connsiteX60" fmla="*/ 1522730 w 1681861"/>
                <a:gd name="connsiteY60" fmla="*/ 368935 h 1510538"/>
                <a:gd name="connsiteX61" fmla="*/ 1567561 w 1681861"/>
                <a:gd name="connsiteY61" fmla="*/ 314452 h 1510538"/>
                <a:gd name="connsiteX62" fmla="*/ 378191 w 1681861"/>
                <a:gd name="connsiteY62" fmla="*/ 335211 h 1510538"/>
                <a:gd name="connsiteX63" fmla="*/ 198247 w 1681861"/>
                <a:gd name="connsiteY63" fmla="*/ 541782 h 1510538"/>
                <a:gd name="connsiteX64" fmla="*/ 221869 w 1681861"/>
                <a:gd name="connsiteY64" fmla="*/ 552196 h 1510538"/>
                <a:gd name="connsiteX65" fmla="*/ 262001 w 1681861"/>
                <a:gd name="connsiteY65" fmla="*/ 635381 h 1510538"/>
                <a:gd name="connsiteX66" fmla="*/ 231648 w 1681861"/>
                <a:gd name="connsiteY66" fmla="*/ 861695 h 1510538"/>
                <a:gd name="connsiteX67" fmla="*/ 196850 w 1681861"/>
                <a:gd name="connsiteY67" fmla="*/ 882523 h 1510538"/>
                <a:gd name="connsiteX68" fmla="*/ 310642 w 1681861"/>
                <a:gd name="connsiteY68" fmla="*/ 983234 h 1510538"/>
                <a:gd name="connsiteX69" fmla="*/ 735076 w 1681861"/>
                <a:gd name="connsiteY69" fmla="*/ 1050544 h 1510538"/>
                <a:gd name="connsiteX70" fmla="*/ 985774 w 1681861"/>
                <a:gd name="connsiteY70" fmla="*/ 893572 h 1510538"/>
                <a:gd name="connsiteX71" fmla="*/ 991489 w 1681861"/>
                <a:gd name="connsiteY71" fmla="*/ 891286 h 1510538"/>
                <a:gd name="connsiteX72" fmla="*/ 941956 w 1681861"/>
                <a:gd name="connsiteY72" fmla="*/ 426795 h 1510538"/>
                <a:gd name="connsiteX73" fmla="*/ 655811 w 1681861"/>
                <a:gd name="connsiteY73" fmla="*/ 275466 h 1510538"/>
                <a:gd name="connsiteX74" fmla="*/ 372956 w 1681861"/>
                <a:gd name="connsiteY74" fmla="*/ 333954 h 1510538"/>
                <a:gd name="connsiteX75" fmla="*/ 1107186 w 1681861"/>
                <a:gd name="connsiteY75" fmla="*/ 427482 h 1510538"/>
                <a:gd name="connsiteX76" fmla="*/ 1107186 w 1681861"/>
                <a:gd name="connsiteY76" fmla="*/ 427482 h 1510538"/>
                <a:gd name="connsiteX77" fmla="*/ 161417 w 1681861"/>
                <a:gd name="connsiteY77" fmla="*/ 570738 h 1510538"/>
                <a:gd name="connsiteX78" fmla="*/ 114554 w 1681861"/>
                <a:gd name="connsiteY78" fmla="*/ 787908 h 1510538"/>
                <a:gd name="connsiteX79" fmla="*/ 182499 w 1681861"/>
                <a:gd name="connsiteY79" fmla="*/ 859409 h 1510538"/>
                <a:gd name="connsiteX80" fmla="*/ 224917 w 1681861"/>
                <a:gd name="connsiteY80" fmla="*/ 823849 h 1510538"/>
                <a:gd name="connsiteX81" fmla="*/ 224536 w 1681861"/>
                <a:gd name="connsiteY81" fmla="*/ 600837 h 1510538"/>
                <a:gd name="connsiteX82" fmla="*/ 161417 w 1681861"/>
                <a:gd name="connsiteY82" fmla="*/ 570738 h 1510538"/>
                <a:gd name="connsiteX83" fmla="*/ 1039622 w 1681861"/>
                <a:gd name="connsiteY83" fmla="*/ 567055 h 1510538"/>
                <a:gd name="connsiteX84" fmla="*/ 1037717 w 1681861"/>
                <a:gd name="connsiteY84" fmla="*/ 860679 h 1510538"/>
                <a:gd name="connsiteX85" fmla="*/ 1039622 w 1681861"/>
                <a:gd name="connsiteY85" fmla="*/ 567055 h 1510538"/>
                <a:gd name="connsiteX86" fmla="*/ 1648333 w 1681861"/>
                <a:gd name="connsiteY86" fmla="*/ 953897 h 1510538"/>
                <a:gd name="connsiteX87" fmla="*/ 1654810 w 1681861"/>
                <a:gd name="connsiteY87" fmla="*/ 801878 h 1510538"/>
                <a:gd name="connsiteX88" fmla="*/ 1655191 w 1681861"/>
                <a:gd name="connsiteY88" fmla="*/ 663194 h 1510538"/>
                <a:gd name="connsiteX89" fmla="*/ 1654683 w 1681861"/>
                <a:gd name="connsiteY89" fmla="*/ 575183 h 1510538"/>
                <a:gd name="connsiteX90" fmla="*/ 1371092 w 1681861"/>
                <a:gd name="connsiteY90" fmla="*/ 915543 h 1510538"/>
                <a:gd name="connsiteX91" fmla="*/ 1249807 w 1681861"/>
                <a:gd name="connsiteY91" fmla="*/ 1027303 h 1510538"/>
                <a:gd name="connsiteX92" fmla="*/ 1261618 w 1681861"/>
                <a:gd name="connsiteY92" fmla="*/ 956945 h 1510538"/>
                <a:gd name="connsiteX93" fmla="*/ 1208151 w 1681861"/>
                <a:gd name="connsiteY93" fmla="*/ 969391 h 1510538"/>
                <a:gd name="connsiteX94" fmla="*/ 1338961 w 1681861"/>
                <a:gd name="connsiteY94" fmla="*/ 1181862 h 1510538"/>
                <a:gd name="connsiteX95" fmla="*/ 1462913 w 1681861"/>
                <a:gd name="connsiteY95" fmla="*/ 935609 h 1510538"/>
                <a:gd name="connsiteX96" fmla="*/ 1387475 w 1681861"/>
                <a:gd name="connsiteY96" fmla="*/ 1028573 h 1510538"/>
                <a:gd name="connsiteX97" fmla="*/ 1427988 w 1681861"/>
                <a:gd name="connsiteY97" fmla="*/ 922528 h 1510538"/>
                <a:gd name="connsiteX98" fmla="*/ 1371092 w 1681861"/>
                <a:gd name="connsiteY98" fmla="*/ 915543 h 1510538"/>
                <a:gd name="connsiteX99" fmla="*/ 1081532 w 1681861"/>
                <a:gd name="connsiteY99" fmla="*/ 1197610 h 1510538"/>
                <a:gd name="connsiteX100" fmla="*/ 1025652 w 1681861"/>
                <a:gd name="connsiteY100" fmla="*/ 1218311 h 1510538"/>
                <a:gd name="connsiteX101" fmla="*/ 1042035 w 1681861"/>
                <a:gd name="connsiteY101" fmla="*/ 1193673 h 1510538"/>
                <a:gd name="connsiteX102" fmla="*/ 913638 w 1681861"/>
                <a:gd name="connsiteY102" fmla="*/ 1115441 h 1510538"/>
                <a:gd name="connsiteX103" fmla="*/ 964057 w 1681861"/>
                <a:gd name="connsiteY103" fmla="*/ 1364361 h 1510538"/>
                <a:gd name="connsiteX104" fmla="*/ 1097915 w 1681861"/>
                <a:gd name="connsiteY104" fmla="*/ 1391920 h 1510538"/>
                <a:gd name="connsiteX105" fmla="*/ 1340866 w 1681861"/>
                <a:gd name="connsiteY105" fmla="*/ 1211199 h 1510538"/>
                <a:gd name="connsiteX106" fmla="*/ 1181608 w 1681861"/>
                <a:gd name="connsiteY106" fmla="*/ 1096645 h 1510538"/>
                <a:gd name="connsiteX107" fmla="*/ 1081532 w 1681861"/>
                <a:gd name="connsiteY107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415161 w 1681861"/>
                <a:gd name="connsiteY52" fmla="*/ 56261 h 1510538"/>
                <a:gd name="connsiteX53" fmla="*/ 1427353 w 1681861"/>
                <a:gd name="connsiteY53" fmla="*/ 10287 h 1510538"/>
                <a:gd name="connsiteX54" fmla="*/ 1249680 w 1681861"/>
                <a:gd name="connsiteY54" fmla="*/ 82804 h 1510538"/>
                <a:gd name="connsiteX55" fmla="*/ 1249934 w 1681861"/>
                <a:gd name="connsiteY55" fmla="*/ 251206 h 1510538"/>
                <a:gd name="connsiteX56" fmla="*/ 1111631 w 1681861"/>
                <a:gd name="connsiteY56" fmla="*/ 401574 h 1510538"/>
                <a:gd name="connsiteX57" fmla="*/ 1391920 w 1681861"/>
                <a:gd name="connsiteY57" fmla="*/ 134493 h 1510538"/>
                <a:gd name="connsiteX58" fmla="*/ 1392047 w 1681861"/>
                <a:gd name="connsiteY58" fmla="*/ 83312 h 1510538"/>
                <a:gd name="connsiteX59" fmla="*/ 1522730 w 1681861"/>
                <a:gd name="connsiteY59" fmla="*/ 368935 h 1510538"/>
                <a:gd name="connsiteX60" fmla="*/ 1567561 w 1681861"/>
                <a:gd name="connsiteY60" fmla="*/ 314452 h 1510538"/>
                <a:gd name="connsiteX61" fmla="*/ 378191 w 1681861"/>
                <a:gd name="connsiteY61" fmla="*/ 335211 h 1510538"/>
                <a:gd name="connsiteX62" fmla="*/ 198247 w 1681861"/>
                <a:gd name="connsiteY62" fmla="*/ 541782 h 1510538"/>
                <a:gd name="connsiteX63" fmla="*/ 221869 w 1681861"/>
                <a:gd name="connsiteY63" fmla="*/ 552196 h 1510538"/>
                <a:gd name="connsiteX64" fmla="*/ 262001 w 1681861"/>
                <a:gd name="connsiteY64" fmla="*/ 635381 h 1510538"/>
                <a:gd name="connsiteX65" fmla="*/ 231648 w 1681861"/>
                <a:gd name="connsiteY65" fmla="*/ 861695 h 1510538"/>
                <a:gd name="connsiteX66" fmla="*/ 196850 w 1681861"/>
                <a:gd name="connsiteY66" fmla="*/ 882523 h 1510538"/>
                <a:gd name="connsiteX67" fmla="*/ 310642 w 1681861"/>
                <a:gd name="connsiteY67" fmla="*/ 983234 h 1510538"/>
                <a:gd name="connsiteX68" fmla="*/ 735076 w 1681861"/>
                <a:gd name="connsiteY68" fmla="*/ 1050544 h 1510538"/>
                <a:gd name="connsiteX69" fmla="*/ 985774 w 1681861"/>
                <a:gd name="connsiteY69" fmla="*/ 893572 h 1510538"/>
                <a:gd name="connsiteX70" fmla="*/ 991489 w 1681861"/>
                <a:gd name="connsiteY70" fmla="*/ 891286 h 1510538"/>
                <a:gd name="connsiteX71" fmla="*/ 941956 w 1681861"/>
                <a:gd name="connsiteY71" fmla="*/ 426795 h 1510538"/>
                <a:gd name="connsiteX72" fmla="*/ 655811 w 1681861"/>
                <a:gd name="connsiteY72" fmla="*/ 275466 h 1510538"/>
                <a:gd name="connsiteX73" fmla="*/ 372956 w 1681861"/>
                <a:gd name="connsiteY73" fmla="*/ 333954 h 1510538"/>
                <a:gd name="connsiteX74" fmla="*/ 1107186 w 1681861"/>
                <a:gd name="connsiteY74" fmla="*/ 427482 h 1510538"/>
                <a:gd name="connsiteX75" fmla="*/ 1107186 w 1681861"/>
                <a:gd name="connsiteY75" fmla="*/ 427482 h 1510538"/>
                <a:gd name="connsiteX76" fmla="*/ 161417 w 1681861"/>
                <a:gd name="connsiteY76" fmla="*/ 570738 h 1510538"/>
                <a:gd name="connsiteX77" fmla="*/ 114554 w 1681861"/>
                <a:gd name="connsiteY77" fmla="*/ 787908 h 1510538"/>
                <a:gd name="connsiteX78" fmla="*/ 182499 w 1681861"/>
                <a:gd name="connsiteY78" fmla="*/ 859409 h 1510538"/>
                <a:gd name="connsiteX79" fmla="*/ 224917 w 1681861"/>
                <a:gd name="connsiteY79" fmla="*/ 823849 h 1510538"/>
                <a:gd name="connsiteX80" fmla="*/ 224536 w 1681861"/>
                <a:gd name="connsiteY80" fmla="*/ 600837 h 1510538"/>
                <a:gd name="connsiteX81" fmla="*/ 161417 w 1681861"/>
                <a:gd name="connsiteY81" fmla="*/ 570738 h 1510538"/>
                <a:gd name="connsiteX82" fmla="*/ 1039622 w 1681861"/>
                <a:gd name="connsiteY82" fmla="*/ 567055 h 1510538"/>
                <a:gd name="connsiteX83" fmla="*/ 1037717 w 1681861"/>
                <a:gd name="connsiteY83" fmla="*/ 860679 h 1510538"/>
                <a:gd name="connsiteX84" fmla="*/ 1039622 w 1681861"/>
                <a:gd name="connsiteY84" fmla="*/ 567055 h 1510538"/>
                <a:gd name="connsiteX85" fmla="*/ 1648333 w 1681861"/>
                <a:gd name="connsiteY85" fmla="*/ 953897 h 1510538"/>
                <a:gd name="connsiteX86" fmla="*/ 1654810 w 1681861"/>
                <a:gd name="connsiteY86" fmla="*/ 801878 h 1510538"/>
                <a:gd name="connsiteX87" fmla="*/ 1655191 w 1681861"/>
                <a:gd name="connsiteY87" fmla="*/ 663194 h 1510538"/>
                <a:gd name="connsiteX88" fmla="*/ 1654683 w 1681861"/>
                <a:gd name="connsiteY88" fmla="*/ 575183 h 1510538"/>
                <a:gd name="connsiteX89" fmla="*/ 1371092 w 1681861"/>
                <a:gd name="connsiteY89" fmla="*/ 915543 h 1510538"/>
                <a:gd name="connsiteX90" fmla="*/ 1249807 w 1681861"/>
                <a:gd name="connsiteY90" fmla="*/ 1027303 h 1510538"/>
                <a:gd name="connsiteX91" fmla="*/ 1261618 w 1681861"/>
                <a:gd name="connsiteY91" fmla="*/ 956945 h 1510538"/>
                <a:gd name="connsiteX92" fmla="*/ 1208151 w 1681861"/>
                <a:gd name="connsiteY92" fmla="*/ 969391 h 1510538"/>
                <a:gd name="connsiteX93" fmla="*/ 1338961 w 1681861"/>
                <a:gd name="connsiteY93" fmla="*/ 1181862 h 1510538"/>
                <a:gd name="connsiteX94" fmla="*/ 1462913 w 1681861"/>
                <a:gd name="connsiteY94" fmla="*/ 935609 h 1510538"/>
                <a:gd name="connsiteX95" fmla="*/ 1387475 w 1681861"/>
                <a:gd name="connsiteY95" fmla="*/ 1028573 h 1510538"/>
                <a:gd name="connsiteX96" fmla="*/ 1427988 w 1681861"/>
                <a:gd name="connsiteY96" fmla="*/ 922528 h 1510538"/>
                <a:gd name="connsiteX97" fmla="*/ 1371092 w 1681861"/>
                <a:gd name="connsiteY97" fmla="*/ 915543 h 1510538"/>
                <a:gd name="connsiteX98" fmla="*/ 1081532 w 1681861"/>
                <a:gd name="connsiteY98" fmla="*/ 1197610 h 1510538"/>
                <a:gd name="connsiteX99" fmla="*/ 1025652 w 1681861"/>
                <a:gd name="connsiteY99" fmla="*/ 1218311 h 1510538"/>
                <a:gd name="connsiteX100" fmla="*/ 1042035 w 1681861"/>
                <a:gd name="connsiteY100" fmla="*/ 1193673 h 1510538"/>
                <a:gd name="connsiteX101" fmla="*/ 913638 w 1681861"/>
                <a:gd name="connsiteY101" fmla="*/ 1115441 h 1510538"/>
                <a:gd name="connsiteX102" fmla="*/ 964057 w 1681861"/>
                <a:gd name="connsiteY102" fmla="*/ 1364361 h 1510538"/>
                <a:gd name="connsiteX103" fmla="*/ 1097915 w 1681861"/>
                <a:gd name="connsiteY103" fmla="*/ 1391920 h 1510538"/>
                <a:gd name="connsiteX104" fmla="*/ 1340866 w 1681861"/>
                <a:gd name="connsiteY104" fmla="*/ 1211199 h 1510538"/>
                <a:gd name="connsiteX105" fmla="*/ 1181608 w 1681861"/>
                <a:gd name="connsiteY105" fmla="*/ 1096645 h 1510538"/>
                <a:gd name="connsiteX106" fmla="*/ 1081532 w 1681861"/>
                <a:gd name="connsiteY106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415161 w 1681861"/>
                <a:gd name="connsiteY52" fmla="*/ 56261 h 1510538"/>
                <a:gd name="connsiteX53" fmla="*/ 1427353 w 1681861"/>
                <a:gd name="connsiteY53" fmla="*/ 10287 h 1510538"/>
                <a:gd name="connsiteX54" fmla="*/ 1249680 w 1681861"/>
                <a:gd name="connsiteY54" fmla="*/ 82804 h 1510538"/>
                <a:gd name="connsiteX55" fmla="*/ 1249934 w 1681861"/>
                <a:gd name="connsiteY55" fmla="*/ 251206 h 1510538"/>
                <a:gd name="connsiteX56" fmla="*/ 1111631 w 1681861"/>
                <a:gd name="connsiteY56" fmla="*/ 401574 h 1510538"/>
                <a:gd name="connsiteX57" fmla="*/ 1392047 w 1681861"/>
                <a:gd name="connsiteY57" fmla="*/ 83312 h 1510538"/>
                <a:gd name="connsiteX58" fmla="*/ 1522730 w 1681861"/>
                <a:gd name="connsiteY58" fmla="*/ 368935 h 1510538"/>
                <a:gd name="connsiteX59" fmla="*/ 1567561 w 1681861"/>
                <a:gd name="connsiteY59" fmla="*/ 314452 h 1510538"/>
                <a:gd name="connsiteX60" fmla="*/ 378191 w 1681861"/>
                <a:gd name="connsiteY60" fmla="*/ 335211 h 1510538"/>
                <a:gd name="connsiteX61" fmla="*/ 198247 w 1681861"/>
                <a:gd name="connsiteY61" fmla="*/ 541782 h 1510538"/>
                <a:gd name="connsiteX62" fmla="*/ 221869 w 1681861"/>
                <a:gd name="connsiteY62" fmla="*/ 552196 h 1510538"/>
                <a:gd name="connsiteX63" fmla="*/ 262001 w 1681861"/>
                <a:gd name="connsiteY63" fmla="*/ 635381 h 1510538"/>
                <a:gd name="connsiteX64" fmla="*/ 231648 w 1681861"/>
                <a:gd name="connsiteY64" fmla="*/ 861695 h 1510538"/>
                <a:gd name="connsiteX65" fmla="*/ 196850 w 1681861"/>
                <a:gd name="connsiteY65" fmla="*/ 882523 h 1510538"/>
                <a:gd name="connsiteX66" fmla="*/ 310642 w 1681861"/>
                <a:gd name="connsiteY66" fmla="*/ 983234 h 1510538"/>
                <a:gd name="connsiteX67" fmla="*/ 735076 w 1681861"/>
                <a:gd name="connsiteY67" fmla="*/ 1050544 h 1510538"/>
                <a:gd name="connsiteX68" fmla="*/ 985774 w 1681861"/>
                <a:gd name="connsiteY68" fmla="*/ 893572 h 1510538"/>
                <a:gd name="connsiteX69" fmla="*/ 991489 w 1681861"/>
                <a:gd name="connsiteY69" fmla="*/ 891286 h 1510538"/>
                <a:gd name="connsiteX70" fmla="*/ 941956 w 1681861"/>
                <a:gd name="connsiteY70" fmla="*/ 426795 h 1510538"/>
                <a:gd name="connsiteX71" fmla="*/ 655811 w 1681861"/>
                <a:gd name="connsiteY71" fmla="*/ 275466 h 1510538"/>
                <a:gd name="connsiteX72" fmla="*/ 372956 w 1681861"/>
                <a:gd name="connsiteY72" fmla="*/ 333954 h 1510538"/>
                <a:gd name="connsiteX73" fmla="*/ 1107186 w 1681861"/>
                <a:gd name="connsiteY73" fmla="*/ 427482 h 1510538"/>
                <a:gd name="connsiteX74" fmla="*/ 1107186 w 1681861"/>
                <a:gd name="connsiteY74" fmla="*/ 427482 h 1510538"/>
                <a:gd name="connsiteX75" fmla="*/ 161417 w 1681861"/>
                <a:gd name="connsiteY75" fmla="*/ 570738 h 1510538"/>
                <a:gd name="connsiteX76" fmla="*/ 114554 w 1681861"/>
                <a:gd name="connsiteY76" fmla="*/ 787908 h 1510538"/>
                <a:gd name="connsiteX77" fmla="*/ 182499 w 1681861"/>
                <a:gd name="connsiteY77" fmla="*/ 859409 h 1510538"/>
                <a:gd name="connsiteX78" fmla="*/ 224917 w 1681861"/>
                <a:gd name="connsiteY78" fmla="*/ 823849 h 1510538"/>
                <a:gd name="connsiteX79" fmla="*/ 224536 w 1681861"/>
                <a:gd name="connsiteY79" fmla="*/ 600837 h 1510538"/>
                <a:gd name="connsiteX80" fmla="*/ 161417 w 1681861"/>
                <a:gd name="connsiteY80" fmla="*/ 570738 h 1510538"/>
                <a:gd name="connsiteX81" fmla="*/ 1039622 w 1681861"/>
                <a:gd name="connsiteY81" fmla="*/ 567055 h 1510538"/>
                <a:gd name="connsiteX82" fmla="*/ 1037717 w 1681861"/>
                <a:gd name="connsiteY82" fmla="*/ 860679 h 1510538"/>
                <a:gd name="connsiteX83" fmla="*/ 1039622 w 1681861"/>
                <a:gd name="connsiteY83" fmla="*/ 567055 h 1510538"/>
                <a:gd name="connsiteX84" fmla="*/ 1648333 w 1681861"/>
                <a:gd name="connsiteY84" fmla="*/ 953897 h 1510538"/>
                <a:gd name="connsiteX85" fmla="*/ 1654810 w 1681861"/>
                <a:gd name="connsiteY85" fmla="*/ 801878 h 1510538"/>
                <a:gd name="connsiteX86" fmla="*/ 1655191 w 1681861"/>
                <a:gd name="connsiteY86" fmla="*/ 663194 h 1510538"/>
                <a:gd name="connsiteX87" fmla="*/ 1654683 w 1681861"/>
                <a:gd name="connsiteY87" fmla="*/ 575183 h 1510538"/>
                <a:gd name="connsiteX88" fmla="*/ 1371092 w 1681861"/>
                <a:gd name="connsiteY88" fmla="*/ 915543 h 1510538"/>
                <a:gd name="connsiteX89" fmla="*/ 1249807 w 1681861"/>
                <a:gd name="connsiteY89" fmla="*/ 1027303 h 1510538"/>
                <a:gd name="connsiteX90" fmla="*/ 1261618 w 1681861"/>
                <a:gd name="connsiteY90" fmla="*/ 956945 h 1510538"/>
                <a:gd name="connsiteX91" fmla="*/ 1208151 w 1681861"/>
                <a:gd name="connsiteY91" fmla="*/ 969391 h 1510538"/>
                <a:gd name="connsiteX92" fmla="*/ 1338961 w 1681861"/>
                <a:gd name="connsiteY92" fmla="*/ 1181862 h 1510538"/>
                <a:gd name="connsiteX93" fmla="*/ 1462913 w 1681861"/>
                <a:gd name="connsiteY93" fmla="*/ 935609 h 1510538"/>
                <a:gd name="connsiteX94" fmla="*/ 1387475 w 1681861"/>
                <a:gd name="connsiteY94" fmla="*/ 1028573 h 1510538"/>
                <a:gd name="connsiteX95" fmla="*/ 1427988 w 1681861"/>
                <a:gd name="connsiteY95" fmla="*/ 922528 h 1510538"/>
                <a:gd name="connsiteX96" fmla="*/ 1371092 w 1681861"/>
                <a:gd name="connsiteY96" fmla="*/ 915543 h 1510538"/>
                <a:gd name="connsiteX97" fmla="*/ 1081532 w 1681861"/>
                <a:gd name="connsiteY97" fmla="*/ 1197610 h 1510538"/>
                <a:gd name="connsiteX98" fmla="*/ 1025652 w 1681861"/>
                <a:gd name="connsiteY98" fmla="*/ 1218311 h 1510538"/>
                <a:gd name="connsiteX99" fmla="*/ 1042035 w 1681861"/>
                <a:gd name="connsiteY99" fmla="*/ 1193673 h 1510538"/>
                <a:gd name="connsiteX100" fmla="*/ 913638 w 1681861"/>
                <a:gd name="connsiteY100" fmla="*/ 1115441 h 1510538"/>
                <a:gd name="connsiteX101" fmla="*/ 964057 w 1681861"/>
                <a:gd name="connsiteY101" fmla="*/ 1364361 h 1510538"/>
                <a:gd name="connsiteX102" fmla="*/ 1097915 w 1681861"/>
                <a:gd name="connsiteY102" fmla="*/ 1391920 h 1510538"/>
                <a:gd name="connsiteX103" fmla="*/ 1340866 w 1681861"/>
                <a:gd name="connsiteY103" fmla="*/ 1211199 h 1510538"/>
                <a:gd name="connsiteX104" fmla="*/ 1181608 w 1681861"/>
                <a:gd name="connsiteY104" fmla="*/ 1096645 h 1510538"/>
                <a:gd name="connsiteX105" fmla="*/ 1081532 w 1681861"/>
                <a:gd name="connsiteY105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415161 w 1681861"/>
                <a:gd name="connsiteY52" fmla="*/ 56261 h 1510538"/>
                <a:gd name="connsiteX53" fmla="*/ 1427353 w 1681861"/>
                <a:gd name="connsiteY53" fmla="*/ 10287 h 1510538"/>
                <a:gd name="connsiteX54" fmla="*/ 1249680 w 1681861"/>
                <a:gd name="connsiteY54" fmla="*/ 82804 h 1510538"/>
                <a:gd name="connsiteX55" fmla="*/ 1249934 w 1681861"/>
                <a:gd name="connsiteY55" fmla="*/ 251206 h 1510538"/>
                <a:gd name="connsiteX56" fmla="*/ 1111631 w 1681861"/>
                <a:gd name="connsiteY56" fmla="*/ 401574 h 1510538"/>
                <a:gd name="connsiteX57" fmla="*/ 1522730 w 1681861"/>
                <a:gd name="connsiteY57" fmla="*/ 368935 h 1510538"/>
                <a:gd name="connsiteX58" fmla="*/ 1567561 w 1681861"/>
                <a:gd name="connsiteY58" fmla="*/ 314452 h 1510538"/>
                <a:gd name="connsiteX59" fmla="*/ 378191 w 1681861"/>
                <a:gd name="connsiteY59" fmla="*/ 335211 h 1510538"/>
                <a:gd name="connsiteX60" fmla="*/ 198247 w 1681861"/>
                <a:gd name="connsiteY60" fmla="*/ 541782 h 1510538"/>
                <a:gd name="connsiteX61" fmla="*/ 221869 w 1681861"/>
                <a:gd name="connsiteY61" fmla="*/ 552196 h 1510538"/>
                <a:gd name="connsiteX62" fmla="*/ 262001 w 1681861"/>
                <a:gd name="connsiteY62" fmla="*/ 635381 h 1510538"/>
                <a:gd name="connsiteX63" fmla="*/ 231648 w 1681861"/>
                <a:gd name="connsiteY63" fmla="*/ 861695 h 1510538"/>
                <a:gd name="connsiteX64" fmla="*/ 196850 w 1681861"/>
                <a:gd name="connsiteY64" fmla="*/ 882523 h 1510538"/>
                <a:gd name="connsiteX65" fmla="*/ 310642 w 1681861"/>
                <a:gd name="connsiteY65" fmla="*/ 983234 h 1510538"/>
                <a:gd name="connsiteX66" fmla="*/ 735076 w 1681861"/>
                <a:gd name="connsiteY66" fmla="*/ 1050544 h 1510538"/>
                <a:gd name="connsiteX67" fmla="*/ 985774 w 1681861"/>
                <a:gd name="connsiteY67" fmla="*/ 893572 h 1510538"/>
                <a:gd name="connsiteX68" fmla="*/ 991489 w 1681861"/>
                <a:gd name="connsiteY68" fmla="*/ 891286 h 1510538"/>
                <a:gd name="connsiteX69" fmla="*/ 941956 w 1681861"/>
                <a:gd name="connsiteY69" fmla="*/ 426795 h 1510538"/>
                <a:gd name="connsiteX70" fmla="*/ 655811 w 1681861"/>
                <a:gd name="connsiteY70" fmla="*/ 275466 h 1510538"/>
                <a:gd name="connsiteX71" fmla="*/ 372956 w 1681861"/>
                <a:gd name="connsiteY71" fmla="*/ 333954 h 1510538"/>
                <a:gd name="connsiteX72" fmla="*/ 1107186 w 1681861"/>
                <a:gd name="connsiteY72" fmla="*/ 427482 h 1510538"/>
                <a:gd name="connsiteX73" fmla="*/ 1107186 w 1681861"/>
                <a:gd name="connsiteY73" fmla="*/ 427482 h 1510538"/>
                <a:gd name="connsiteX74" fmla="*/ 161417 w 1681861"/>
                <a:gd name="connsiteY74" fmla="*/ 570738 h 1510538"/>
                <a:gd name="connsiteX75" fmla="*/ 114554 w 1681861"/>
                <a:gd name="connsiteY75" fmla="*/ 787908 h 1510538"/>
                <a:gd name="connsiteX76" fmla="*/ 182499 w 1681861"/>
                <a:gd name="connsiteY76" fmla="*/ 859409 h 1510538"/>
                <a:gd name="connsiteX77" fmla="*/ 224917 w 1681861"/>
                <a:gd name="connsiteY77" fmla="*/ 823849 h 1510538"/>
                <a:gd name="connsiteX78" fmla="*/ 224536 w 1681861"/>
                <a:gd name="connsiteY78" fmla="*/ 600837 h 1510538"/>
                <a:gd name="connsiteX79" fmla="*/ 161417 w 1681861"/>
                <a:gd name="connsiteY79" fmla="*/ 570738 h 1510538"/>
                <a:gd name="connsiteX80" fmla="*/ 1039622 w 1681861"/>
                <a:gd name="connsiteY80" fmla="*/ 567055 h 1510538"/>
                <a:gd name="connsiteX81" fmla="*/ 1037717 w 1681861"/>
                <a:gd name="connsiteY81" fmla="*/ 860679 h 1510538"/>
                <a:gd name="connsiteX82" fmla="*/ 1039622 w 1681861"/>
                <a:gd name="connsiteY82" fmla="*/ 567055 h 1510538"/>
                <a:gd name="connsiteX83" fmla="*/ 1648333 w 1681861"/>
                <a:gd name="connsiteY83" fmla="*/ 953897 h 1510538"/>
                <a:gd name="connsiteX84" fmla="*/ 1654810 w 1681861"/>
                <a:gd name="connsiteY84" fmla="*/ 801878 h 1510538"/>
                <a:gd name="connsiteX85" fmla="*/ 1655191 w 1681861"/>
                <a:gd name="connsiteY85" fmla="*/ 663194 h 1510538"/>
                <a:gd name="connsiteX86" fmla="*/ 1654683 w 1681861"/>
                <a:gd name="connsiteY86" fmla="*/ 575183 h 1510538"/>
                <a:gd name="connsiteX87" fmla="*/ 1371092 w 1681861"/>
                <a:gd name="connsiteY87" fmla="*/ 915543 h 1510538"/>
                <a:gd name="connsiteX88" fmla="*/ 1249807 w 1681861"/>
                <a:gd name="connsiteY88" fmla="*/ 1027303 h 1510538"/>
                <a:gd name="connsiteX89" fmla="*/ 1261618 w 1681861"/>
                <a:gd name="connsiteY89" fmla="*/ 956945 h 1510538"/>
                <a:gd name="connsiteX90" fmla="*/ 1208151 w 1681861"/>
                <a:gd name="connsiteY90" fmla="*/ 969391 h 1510538"/>
                <a:gd name="connsiteX91" fmla="*/ 1338961 w 1681861"/>
                <a:gd name="connsiteY91" fmla="*/ 1181862 h 1510538"/>
                <a:gd name="connsiteX92" fmla="*/ 1462913 w 1681861"/>
                <a:gd name="connsiteY92" fmla="*/ 935609 h 1510538"/>
                <a:gd name="connsiteX93" fmla="*/ 1387475 w 1681861"/>
                <a:gd name="connsiteY93" fmla="*/ 1028573 h 1510538"/>
                <a:gd name="connsiteX94" fmla="*/ 1427988 w 1681861"/>
                <a:gd name="connsiteY94" fmla="*/ 922528 h 1510538"/>
                <a:gd name="connsiteX95" fmla="*/ 1371092 w 1681861"/>
                <a:gd name="connsiteY95" fmla="*/ 915543 h 1510538"/>
                <a:gd name="connsiteX96" fmla="*/ 1081532 w 1681861"/>
                <a:gd name="connsiteY96" fmla="*/ 1197610 h 1510538"/>
                <a:gd name="connsiteX97" fmla="*/ 1025652 w 1681861"/>
                <a:gd name="connsiteY97" fmla="*/ 1218311 h 1510538"/>
                <a:gd name="connsiteX98" fmla="*/ 1042035 w 1681861"/>
                <a:gd name="connsiteY98" fmla="*/ 1193673 h 1510538"/>
                <a:gd name="connsiteX99" fmla="*/ 913638 w 1681861"/>
                <a:gd name="connsiteY99" fmla="*/ 1115441 h 1510538"/>
                <a:gd name="connsiteX100" fmla="*/ 964057 w 1681861"/>
                <a:gd name="connsiteY100" fmla="*/ 1364361 h 1510538"/>
                <a:gd name="connsiteX101" fmla="*/ 1097915 w 1681861"/>
                <a:gd name="connsiteY101" fmla="*/ 1391920 h 1510538"/>
                <a:gd name="connsiteX102" fmla="*/ 1340866 w 1681861"/>
                <a:gd name="connsiteY102" fmla="*/ 1211199 h 1510538"/>
                <a:gd name="connsiteX103" fmla="*/ 1181608 w 1681861"/>
                <a:gd name="connsiteY103" fmla="*/ 1096645 h 1510538"/>
                <a:gd name="connsiteX104" fmla="*/ 1081532 w 1681861"/>
                <a:gd name="connsiteY104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249680 w 1681861"/>
                <a:gd name="connsiteY52" fmla="*/ 82804 h 1510538"/>
                <a:gd name="connsiteX53" fmla="*/ 1249934 w 1681861"/>
                <a:gd name="connsiteY53" fmla="*/ 251206 h 1510538"/>
                <a:gd name="connsiteX54" fmla="*/ 1111631 w 1681861"/>
                <a:gd name="connsiteY54" fmla="*/ 401574 h 1510538"/>
                <a:gd name="connsiteX55" fmla="*/ 1522730 w 1681861"/>
                <a:gd name="connsiteY55" fmla="*/ 368935 h 1510538"/>
                <a:gd name="connsiteX56" fmla="*/ 1567561 w 1681861"/>
                <a:gd name="connsiteY56" fmla="*/ 314452 h 1510538"/>
                <a:gd name="connsiteX57" fmla="*/ 378191 w 1681861"/>
                <a:gd name="connsiteY57" fmla="*/ 335211 h 1510538"/>
                <a:gd name="connsiteX58" fmla="*/ 198247 w 1681861"/>
                <a:gd name="connsiteY58" fmla="*/ 541782 h 1510538"/>
                <a:gd name="connsiteX59" fmla="*/ 221869 w 1681861"/>
                <a:gd name="connsiteY59" fmla="*/ 552196 h 1510538"/>
                <a:gd name="connsiteX60" fmla="*/ 262001 w 1681861"/>
                <a:gd name="connsiteY60" fmla="*/ 635381 h 1510538"/>
                <a:gd name="connsiteX61" fmla="*/ 231648 w 1681861"/>
                <a:gd name="connsiteY61" fmla="*/ 861695 h 1510538"/>
                <a:gd name="connsiteX62" fmla="*/ 196850 w 1681861"/>
                <a:gd name="connsiteY62" fmla="*/ 882523 h 1510538"/>
                <a:gd name="connsiteX63" fmla="*/ 310642 w 1681861"/>
                <a:gd name="connsiteY63" fmla="*/ 983234 h 1510538"/>
                <a:gd name="connsiteX64" fmla="*/ 735076 w 1681861"/>
                <a:gd name="connsiteY64" fmla="*/ 1050544 h 1510538"/>
                <a:gd name="connsiteX65" fmla="*/ 985774 w 1681861"/>
                <a:gd name="connsiteY65" fmla="*/ 893572 h 1510538"/>
                <a:gd name="connsiteX66" fmla="*/ 991489 w 1681861"/>
                <a:gd name="connsiteY66" fmla="*/ 891286 h 1510538"/>
                <a:gd name="connsiteX67" fmla="*/ 941956 w 1681861"/>
                <a:gd name="connsiteY67" fmla="*/ 426795 h 1510538"/>
                <a:gd name="connsiteX68" fmla="*/ 655811 w 1681861"/>
                <a:gd name="connsiteY68" fmla="*/ 275466 h 1510538"/>
                <a:gd name="connsiteX69" fmla="*/ 372956 w 1681861"/>
                <a:gd name="connsiteY69" fmla="*/ 333954 h 1510538"/>
                <a:gd name="connsiteX70" fmla="*/ 1107186 w 1681861"/>
                <a:gd name="connsiteY70" fmla="*/ 427482 h 1510538"/>
                <a:gd name="connsiteX71" fmla="*/ 1107186 w 1681861"/>
                <a:gd name="connsiteY71" fmla="*/ 427482 h 1510538"/>
                <a:gd name="connsiteX72" fmla="*/ 161417 w 1681861"/>
                <a:gd name="connsiteY72" fmla="*/ 570738 h 1510538"/>
                <a:gd name="connsiteX73" fmla="*/ 114554 w 1681861"/>
                <a:gd name="connsiteY73" fmla="*/ 787908 h 1510538"/>
                <a:gd name="connsiteX74" fmla="*/ 182499 w 1681861"/>
                <a:gd name="connsiteY74" fmla="*/ 859409 h 1510538"/>
                <a:gd name="connsiteX75" fmla="*/ 224917 w 1681861"/>
                <a:gd name="connsiteY75" fmla="*/ 823849 h 1510538"/>
                <a:gd name="connsiteX76" fmla="*/ 224536 w 1681861"/>
                <a:gd name="connsiteY76" fmla="*/ 600837 h 1510538"/>
                <a:gd name="connsiteX77" fmla="*/ 161417 w 1681861"/>
                <a:gd name="connsiteY77" fmla="*/ 570738 h 1510538"/>
                <a:gd name="connsiteX78" fmla="*/ 1039622 w 1681861"/>
                <a:gd name="connsiteY78" fmla="*/ 567055 h 1510538"/>
                <a:gd name="connsiteX79" fmla="*/ 1037717 w 1681861"/>
                <a:gd name="connsiteY79" fmla="*/ 860679 h 1510538"/>
                <a:gd name="connsiteX80" fmla="*/ 1039622 w 1681861"/>
                <a:gd name="connsiteY80" fmla="*/ 567055 h 1510538"/>
                <a:gd name="connsiteX81" fmla="*/ 1648333 w 1681861"/>
                <a:gd name="connsiteY81" fmla="*/ 953897 h 1510538"/>
                <a:gd name="connsiteX82" fmla="*/ 1654810 w 1681861"/>
                <a:gd name="connsiteY82" fmla="*/ 801878 h 1510538"/>
                <a:gd name="connsiteX83" fmla="*/ 1655191 w 1681861"/>
                <a:gd name="connsiteY83" fmla="*/ 663194 h 1510538"/>
                <a:gd name="connsiteX84" fmla="*/ 1654683 w 1681861"/>
                <a:gd name="connsiteY84" fmla="*/ 575183 h 1510538"/>
                <a:gd name="connsiteX85" fmla="*/ 1371092 w 1681861"/>
                <a:gd name="connsiteY85" fmla="*/ 915543 h 1510538"/>
                <a:gd name="connsiteX86" fmla="*/ 1249807 w 1681861"/>
                <a:gd name="connsiteY86" fmla="*/ 1027303 h 1510538"/>
                <a:gd name="connsiteX87" fmla="*/ 1261618 w 1681861"/>
                <a:gd name="connsiteY87" fmla="*/ 956945 h 1510538"/>
                <a:gd name="connsiteX88" fmla="*/ 1208151 w 1681861"/>
                <a:gd name="connsiteY88" fmla="*/ 969391 h 1510538"/>
                <a:gd name="connsiteX89" fmla="*/ 1338961 w 1681861"/>
                <a:gd name="connsiteY89" fmla="*/ 1181862 h 1510538"/>
                <a:gd name="connsiteX90" fmla="*/ 1462913 w 1681861"/>
                <a:gd name="connsiteY90" fmla="*/ 935609 h 1510538"/>
                <a:gd name="connsiteX91" fmla="*/ 1387475 w 1681861"/>
                <a:gd name="connsiteY91" fmla="*/ 1028573 h 1510538"/>
                <a:gd name="connsiteX92" fmla="*/ 1427988 w 1681861"/>
                <a:gd name="connsiteY92" fmla="*/ 922528 h 1510538"/>
                <a:gd name="connsiteX93" fmla="*/ 1371092 w 1681861"/>
                <a:gd name="connsiteY93" fmla="*/ 915543 h 1510538"/>
                <a:gd name="connsiteX94" fmla="*/ 1081532 w 1681861"/>
                <a:gd name="connsiteY94" fmla="*/ 1197610 h 1510538"/>
                <a:gd name="connsiteX95" fmla="*/ 1025652 w 1681861"/>
                <a:gd name="connsiteY95" fmla="*/ 1218311 h 1510538"/>
                <a:gd name="connsiteX96" fmla="*/ 1042035 w 1681861"/>
                <a:gd name="connsiteY96" fmla="*/ 1193673 h 1510538"/>
                <a:gd name="connsiteX97" fmla="*/ 913638 w 1681861"/>
                <a:gd name="connsiteY97" fmla="*/ 1115441 h 1510538"/>
                <a:gd name="connsiteX98" fmla="*/ 964057 w 1681861"/>
                <a:gd name="connsiteY98" fmla="*/ 1364361 h 1510538"/>
                <a:gd name="connsiteX99" fmla="*/ 1097915 w 1681861"/>
                <a:gd name="connsiteY99" fmla="*/ 1391920 h 1510538"/>
                <a:gd name="connsiteX100" fmla="*/ 1340866 w 1681861"/>
                <a:gd name="connsiteY100" fmla="*/ 1211199 h 1510538"/>
                <a:gd name="connsiteX101" fmla="*/ 1181608 w 1681861"/>
                <a:gd name="connsiteY101" fmla="*/ 1096645 h 1510538"/>
                <a:gd name="connsiteX102" fmla="*/ 1081532 w 1681861"/>
                <a:gd name="connsiteY102" fmla="*/ 1197610 h 1510538"/>
                <a:gd name="connsiteX0" fmla="*/ 1418463 w 1681861"/>
                <a:gd name="connsiteY0" fmla="*/ 1143 h 1427734"/>
                <a:gd name="connsiteX1" fmla="*/ 1592580 w 1681861"/>
                <a:gd name="connsiteY1" fmla="*/ 217805 h 1427734"/>
                <a:gd name="connsiteX2" fmla="*/ 1622933 w 1681861"/>
                <a:gd name="connsiteY2" fmla="*/ 323977 h 1427734"/>
                <a:gd name="connsiteX3" fmla="*/ 1559179 w 1681861"/>
                <a:gd name="connsiteY3" fmla="*/ 351282 h 1427734"/>
                <a:gd name="connsiteX4" fmla="*/ 1681861 w 1681861"/>
                <a:gd name="connsiteY4" fmla="*/ 495935 h 1427734"/>
                <a:gd name="connsiteX5" fmla="*/ 1681353 w 1681861"/>
                <a:gd name="connsiteY5" fmla="*/ 839978 h 1427734"/>
                <a:gd name="connsiteX6" fmla="*/ 1657731 w 1681861"/>
                <a:gd name="connsiteY6" fmla="*/ 910209 h 1427734"/>
                <a:gd name="connsiteX7" fmla="*/ 1517142 w 1681861"/>
                <a:gd name="connsiteY7" fmla="*/ 917194 h 1427734"/>
                <a:gd name="connsiteX8" fmla="*/ 1383030 w 1681861"/>
                <a:gd name="connsiteY8" fmla="*/ 1123061 h 1427734"/>
                <a:gd name="connsiteX9" fmla="*/ 1096137 w 1681861"/>
                <a:gd name="connsiteY9" fmla="*/ 1335405 h 1427734"/>
                <a:gd name="connsiteX10" fmla="*/ 969010 w 1681861"/>
                <a:gd name="connsiteY10" fmla="*/ 1313561 h 1427734"/>
                <a:gd name="connsiteX11" fmla="*/ 968375 w 1681861"/>
                <a:gd name="connsiteY11" fmla="*/ 1410335 h 1427734"/>
                <a:gd name="connsiteX12" fmla="*/ 957580 w 1681861"/>
                <a:gd name="connsiteY12" fmla="*/ 1423035 h 1427734"/>
                <a:gd name="connsiteX13" fmla="*/ 942721 w 1681861"/>
                <a:gd name="connsiteY13" fmla="*/ 1420241 h 1427734"/>
                <a:gd name="connsiteX14" fmla="*/ 940562 w 1681861"/>
                <a:gd name="connsiteY14" fmla="*/ 1316736 h 1427734"/>
                <a:gd name="connsiteX15" fmla="*/ 914908 w 1681861"/>
                <a:gd name="connsiteY15" fmla="*/ 1116965 h 1427734"/>
                <a:gd name="connsiteX16" fmla="*/ 854202 w 1681861"/>
                <a:gd name="connsiteY16" fmla="*/ 1003935 h 1427734"/>
                <a:gd name="connsiteX17" fmla="*/ 678561 w 1681861"/>
                <a:gd name="connsiteY17" fmla="*/ 997839 h 1427734"/>
                <a:gd name="connsiteX18" fmla="*/ 448437 w 1681861"/>
                <a:gd name="connsiteY18" fmla="*/ 979805 h 1427734"/>
                <a:gd name="connsiteX19" fmla="*/ 402209 w 1681861"/>
                <a:gd name="connsiteY19" fmla="*/ 1002665 h 1427734"/>
                <a:gd name="connsiteX20" fmla="*/ 338963 w 1681861"/>
                <a:gd name="connsiteY20" fmla="*/ 1022731 h 1427734"/>
                <a:gd name="connsiteX21" fmla="*/ 376047 w 1681861"/>
                <a:gd name="connsiteY21" fmla="*/ 1118108 h 1427734"/>
                <a:gd name="connsiteX22" fmla="*/ 342900 w 1681861"/>
                <a:gd name="connsiteY22" fmla="*/ 1249807 h 1427734"/>
                <a:gd name="connsiteX23" fmla="*/ 265811 w 1681861"/>
                <a:gd name="connsiteY23" fmla="*/ 1418463 h 1427734"/>
                <a:gd name="connsiteX24" fmla="*/ 240157 w 1681861"/>
                <a:gd name="connsiteY24" fmla="*/ 1421765 h 1427734"/>
                <a:gd name="connsiteX25" fmla="*/ 349377 w 1681861"/>
                <a:gd name="connsiteY25" fmla="*/ 1135888 h 1427734"/>
                <a:gd name="connsiteX26" fmla="*/ 311531 w 1681861"/>
                <a:gd name="connsiteY26" fmla="*/ 1034161 h 1427734"/>
                <a:gd name="connsiteX27" fmla="*/ 20955 w 1681861"/>
                <a:gd name="connsiteY27" fmla="*/ 1417193 h 1427734"/>
                <a:gd name="connsiteX28" fmla="*/ 0 w 1681861"/>
                <a:gd name="connsiteY28" fmla="*/ 1427734 h 1427734"/>
                <a:gd name="connsiteX29" fmla="*/ 133223 w 1681861"/>
                <a:gd name="connsiteY29" fmla="*/ 1161415 h 1427734"/>
                <a:gd name="connsiteX30" fmla="*/ 412369 w 1681861"/>
                <a:gd name="connsiteY30" fmla="*/ 972439 h 1427734"/>
                <a:gd name="connsiteX31" fmla="*/ 198247 w 1681861"/>
                <a:gd name="connsiteY31" fmla="*/ 836549 h 1427734"/>
                <a:gd name="connsiteX32" fmla="*/ 101981 w 1681861"/>
                <a:gd name="connsiteY32" fmla="*/ 746633 h 1427734"/>
                <a:gd name="connsiteX33" fmla="*/ 175895 w 1681861"/>
                <a:gd name="connsiteY33" fmla="*/ 451231 h 1427734"/>
                <a:gd name="connsiteX34" fmla="*/ 379792 w 1681861"/>
                <a:gd name="connsiteY34" fmla="*/ 215673 h 1427734"/>
                <a:gd name="connsiteX35" fmla="*/ 672816 w 1681861"/>
                <a:gd name="connsiteY35" fmla="*/ 170903 h 1427734"/>
                <a:gd name="connsiteX36" fmla="*/ 972991 w 1681861"/>
                <a:gd name="connsiteY36" fmla="*/ 333463 h 1427734"/>
                <a:gd name="connsiteX37" fmla="*/ 1049655 w 1681861"/>
                <a:gd name="connsiteY37" fmla="*/ 469646 h 1427734"/>
                <a:gd name="connsiteX38" fmla="*/ 1114679 w 1681861"/>
                <a:gd name="connsiteY38" fmla="*/ 564896 h 1427734"/>
                <a:gd name="connsiteX39" fmla="*/ 1042924 w 1681861"/>
                <a:gd name="connsiteY39" fmla="*/ 794893 h 1427734"/>
                <a:gd name="connsiteX40" fmla="*/ 1025906 w 1681861"/>
                <a:gd name="connsiteY40" fmla="*/ 804799 h 1427734"/>
                <a:gd name="connsiteX41" fmla="*/ 832358 w 1681861"/>
                <a:gd name="connsiteY41" fmla="*/ 967359 h 1427734"/>
                <a:gd name="connsiteX42" fmla="*/ 1063879 w 1681861"/>
                <a:gd name="connsiteY42" fmla="*/ 1097534 h 1427734"/>
                <a:gd name="connsiteX43" fmla="*/ 1164717 w 1681861"/>
                <a:gd name="connsiteY43" fmla="*/ 984504 h 1427734"/>
                <a:gd name="connsiteX44" fmla="*/ 1175385 w 1681861"/>
                <a:gd name="connsiteY44" fmla="*/ 895731 h 1427734"/>
                <a:gd name="connsiteX45" fmla="*/ 1226693 w 1681861"/>
                <a:gd name="connsiteY45" fmla="*/ 842391 h 1427734"/>
                <a:gd name="connsiteX46" fmla="*/ 1282700 w 1681861"/>
                <a:gd name="connsiteY46" fmla="*/ 859790 h 1427734"/>
                <a:gd name="connsiteX47" fmla="*/ 1388745 w 1681861"/>
                <a:gd name="connsiteY47" fmla="*/ 800862 h 1427734"/>
                <a:gd name="connsiteX48" fmla="*/ 1489583 w 1681861"/>
                <a:gd name="connsiteY48" fmla="*/ 845058 h 1427734"/>
                <a:gd name="connsiteX49" fmla="*/ 1083183 w 1681861"/>
                <a:gd name="connsiteY49" fmla="*/ 339217 h 1427734"/>
                <a:gd name="connsiteX50" fmla="*/ 1224407 w 1681861"/>
                <a:gd name="connsiteY50" fmla="*/ 152527 h 1427734"/>
                <a:gd name="connsiteX51" fmla="*/ 1249680 w 1681861"/>
                <a:gd name="connsiteY51" fmla="*/ 0 h 1427734"/>
                <a:gd name="connsiteX52" fmla="*/ 1249934 w 1681861"/>
                <a:gd name="connsiteY52" fmla="*/ 168402 h 1427734"/>
                <a:gd name="connsiteX53" fmla="*/ 1111631 w 1681861"/>
                <a:gd name="connsiteY53" fmla="*/ 318770 h 1427734"/>
                <a:gd name="connsiteX54" fmla="*/ 1522730 w 1681861"/>
                <a:gd name="connsiteY54" fmla="*/ 286131 h 1427734"/>
                <a:gd name="connsiteX55" fmla="*/ 1567561 w 1681861"/>
                <a:gd name="connsiteY55" fmla="*/ 231648 h 1427734"/>
                <a:gd name="connsiteX56" fmla="*/ 378191 w 1681861"/>
                <a:gd name="connsiteY56" fmla="*/ 252407 h 1427734"/>
                <a:gd name="connsiteX57" fmla="*/ 198247 w 1681861"/>
                <a:gd name="connsiteY57" fmla="*/ 458978 h 1427734"/>
                <a:gd name="connsiteX58" fmla="*/ 221869 w 1681861"/>
                <a:gd name="connsiteY58" fmla="*/ 469392 h 1427734"/>
                <a:gd name="connsiteX59" fmla="*/ 262001 w 1681861"/>
                <a:gd name="connsiteY59" fmla="*/ 552577 h 1427734"/>
                <a:gd name="connsiteX60" fmla="*/ 231648 w 1681861"/>
                <a:gd name="connsiteY60" fmla="*/ 778891 h 1427734"/>
                <a:gd name="connsiteX61" fmla="*/ 196850 w 1681861"/>
                <a:gd name="connsiteY61" fmla="*/ 799719 h 1427734"/>
                <a:gd name="connsiteX62" fmla="*/ 310642 w 1681861"/>
                <a:gd name="connsiteY62" fmla="*/ 900430 h 1427734"/>
                <a:gd name="connsiteX63" fmla="*/ 735076 w 1681861"/>
                <a:gd name="connsiteY63" fmla="*/ 967740 h 1427734"/>
                <a:gd name="connsiteX64" fmla="*/ 985774 w 1681861"/>
                <a:gd name="connsiteY64" fmla="*/ 810768 h 1427734"/>
                <a:gd name="connsiteX65" fmla="*/ 991489 w 1681861"/>
                <a:gd name="connsiteY65" fmla="*/ 808482 h 1427734"/>
                <a:gd name="connsiteX66" fmla="*/ 941956 w 1681861"/>
                <a:gd name="connsiteY66" fmla="*/ 343991 h 1427734"/>
                <a:gd name="connsiteX67" fmla="*/ 655811 w 1681861"/>
                <a:gd name="connsiteY67" fmla="*/ 192662 h 1427734"/>
                <a:gd name="connsiteX68" fmla="*/ 372956 w 1681861"/>
                <a:gd name="connsiteY68" fmla="*/ 251150 h 1427734"/>
                <a:gd name="connsiteX69" fmla="*/ 1107186 w 1681861"/>
                <a:gd name="connsiteY69" fmla="*/ 344678 h 1427734"/>
                <a:gd name="connsiteX70" fmla="*/ 1107186 w 1681861"/>
                <a:gd name="connsiteY70" fmla="*/ 344678 h 1427734"/>
                <a:gd name="connsiteX71" fmla="*/ 161417 w 1681861"/>
                <a:gd name="connsiteY71" fmla="*/ 487934 h 1427734"/>
                <a:gd name="connsiteX72" fmla="*/ 114554 w 1681861"/>
                <a:gd name="connsiteY72" fmla="*/ 705104 h 1427734"/>
                <a:gd name="connsiteX73" fmla="*/ 182499 w 1681861"/>
                <a:gd name="connsiteY73" fmla="*/ 776605 h 1427734"/>
                <a:gd name="connsiteX74" fmla="*/ 224917 w 1681861"/>
                <a:gd name="connsiteY74" fmla="*/ 741045 h 1427734"/>
                <a:gd name="connsiteX75" fmla="*/ 224536 w 1681861"/>
                <a:gd name="connsiteY75" fmla="*/ 518033 h 1427734"/>
                <a:gd name="connsiteX76" fmla="*/ 161417 w 1681861"/>
                <a:gd name="connsiteY76" fmla="*/ 487934 h 1427734"/>
                <a:gd name="connsiteX77" fmla="*/ 1039622 w 1681861"/>
                <a:gd name="connsiteY77" fmla="*/ 484251 h 1427734"/>
                <a:gd name="connsiteX78" fmla="*/ 1037717 w 1681861"/>
                <a:gd name="connsiteY78" fmla="*/ 777875 h 1427734"/>
                <a:gd name="connsiteX79" fmla="*/ 1039622 w 1681861"/>
                <a:gd name="connsiteY79" fmla="*/ 484251 h 1427734"/>
                <a:gd name="connsiteX80" fmla="*/ 1648333 w 1681861"/>
                <a:gd name="connsiteY80" fmla="*/ 871093 h 1427734"/>
                <a:gd name="connsiteX81" fmla="*/ 1654810 w 1681861"/>
                <a:gd name="connsiteY81" fmla="*/ 719074 h 1427734"/>
                <a:gd name="connsiteX82" fmla="*/ 1655191 w 1681861"/>
                <a:gd name="connsiteY82" fmla="*/ 580390 h 1427734"/>
                <a:gd name="connsiteX83" fmla="*/ 1654683 w 1681861"/>
                <a:gd name="connsiteY83" fmla="*/ 492379 h 1427734"/>
                <a:gd name="connsiteX84" fmla="*/ 1371092 w 1681861"/>
                <a:gd name="connsiteY84" fmla="*/ 832739 h 1427734"/>
                <a:gd name="connsiteX85" fmla="*/ 1249807 w 1681861"/>
                <a:gd name="connsiteY85" fmla="*/ 944499 h 1427734"/>
                <a:gd name="connsiteX86" fmla="*/ 1261618 w 1681861"/>
                <a:gd name="connsiteY86" fmla="*/ 874141 h 1427734"/>
                <a:gd name="connsiteX87" fmla="*/ 1208151 w 1681861"/>
                <a:gd name="connsiteY87" fmla="*/ 886587 h 1427734"/>
                <a:gd name="connsiteX88" fmla="*/ 1338961 w 1681861"/>
                <a:gd name="connsiteY88" fmla="*/ 1099058 h 1427734"/>
                <a:gd name="connsiteX89" fmla="*/ 1462913 w 1681861"/>
                <a:gd name="connsiteY89" fmla="*/ 852805 h 1427734"/>
                <a:gd name="connsiteX90" fmla="*/ 1387475 w 1681861"/>
                <a:gd name="connsiteY90" fmla="*/ 945769 h 1427734"/>
                <a:gd name="connsiteX91" fmla="*/ 1427988 w 1681861"/>
                <a:gd name="connsiteY91" fmla="*/ 839724 h 1427734"/>
                <a:gd name="connsiteX92" fmla="*/ 1371092 w 1681861"/>
                <a:gd name="connsiteY92" fmla="*/ 832739 h 1427734"/>
                <a:gd name="connsiteX93" fmla="*/ 1081532 w 1681861"/>
                <a:gd name="connsiteY93" fmla="*/ 1114806 h 1427734"/>
                <a:gd name="connsiteX94" fmla="*/ 1025652 w 1681861"/>
                <a:gd name="connsiteY94" fmla="*/ 1135507 h 1427734"/>
                <a:gd name="connsiteX95" fmla="*/ 1042035 w 1681861"/>
                <a:gd name="connsiteY95" fmla="*/ 1110869 h 1427734"/>
                <a:gd name="connsiteX96" fmla="*/ 913638 w 1681861"/>
                <a:gd name="connsiteY96" fmla="*/ 1032637 h 1427734"/>
                <a:gd name="connsiteX97" fmla="*/ 964057 w 1681861"/>
                <a:gd name="connsiteY97" fmla="*/ 1281557 h 1427734"/>
                <a:gd name="connsiteX98" fmla="*/ 1097915 w 1681861"/>
                <a:gd name="connsiteY98" fmla="*/ 1309116 h 1427734"/>
                <a:gd name="connsiteX99" fmla="*/ 1340866 w 1681861"/>
                <a:gd name="connsiteY99" fmla="*/ 1128395 h 1427734"/>
                <a:gd name="connsiteX100" fmla="*/ 1181608 w 1681861"/>
                <a:gd name="connsiteY100" fmla="*/ 1013841 h 1427734"/>
                <a:gd name="connsiteX101" fmla="*/ 1081532 w 1681861"/>
                <a:gd name="connsiteY101" fmla="*/ 1114806 h 1427734"/>
                <a:gd name="connsiteX0" fmla="*/ 1592580 w 1681861"/>
                <a:gd name="connsiteY0" fmla="*/ 217805 h 1427734"/>
                <a:gd name="connsiteX1" fmla="*/ 1622933 w 1681861"/>
                <a:gd name="connsiteY1" fmla="*/ 323977 h 1427734"/>
                <a:gd name="connsiteX2" fmla="*/ 1559179 w 1681861"/>
                <a:gd name="connsiteY2" fmla="*/ 351282 h 1427734"/>
                <a:gd name="connsiteX3" fmla="*/ 1681861 w 1681861"/>
                <a:gd name="connsiteY3" fmla="*/ 495935 h 1427734"/>
                <a:gd name="connsiteX4" fmla="*/ 1681353 w 1681861"/>
                <a:gd name="connsiteY4" fmla="*/ 839978 h 1427734"/>
                <a:gd name="connsiteX5" fmla="*/ 1657731 w 1681861"/>
                <a:gd name="connsiteY5" fmla="*/ 910209 h 1427734"/>
                <a:gd name="connsiteX6" fmla="*/ 1517142 w 1681861"/>
                <a:gd name="connsiteY6" fmla="*/ 917194 h 1427734"/>
                <a:gd name="connsiteX7" fmla="*/ 1383030 w 1681861"/>
                <a:gd name="connsiteY7" fmla="*/ 1123061 h 1427734"/>
                <a:gd name="connsiteX8" fmla="*/ 1096137 w 1681861"/>
                <a:gd name="connsiteY8" fmla="*/ 1335405 h 1427734"/>
                <a:gd name="connsiteX9" fmla="*/ 969010 w 1681861"/>
                <a:gd name="connsiteY9" fmla="*/ 1313561 h 1427734"/>
                <a:gd name="connsiteX10" fmla="*/ 968375 w 1681861"/>
                <a:gd name="connsiteY10" fmla="*/ 1410335 h 1427734"/>
                <a:gd name="connsiteX11" fmla="*/ 957580 w 1681861"/>
                <a:gd name="connsiteY11" fmla="*/ 1423035 h 1427734"/>
                <a:gd name="connsiteX12" fmla="*/ 942721 w 1681861"/>
                <a:gd name="connsiteY12" fmla="*/ 1420241 h 1427734"/>
                <a:gd name="connsiteX13" fmla="*/ 940562 w 1681861"/>
                <a:gd name="connsiteY13" fmla="*/ 1316736 h 1427734"/>
                <a:gd name="connsiteX14" fmla="*/ 914908 w 1681861"/>
                <a:gd name="connsiteY14" fmla="*/ 1116965 h 1427734"/>
                <a:gd name="connsiteX15" fmla="*/ 854202 w 1681861"/>
                <a:gd name="connsiteY15" fmla="*/ 1003935 h 1427734"/>
                <a:gd name="connsiteX16" fmla="*/ 678561 w 1681861"/>
                <a:gd name="connsiteY16" fmla="*/ 997839 h 1427734"/>
                <a:gd name="connsiteX17" fmla="*/ 448437 w 1681861"/>
                <a:gd name="connsiteY17" fmla="*/ 979805 h 1427734"/>
                <a:gd name="connsiteX18" fmla="*/ 402209 w 1681861"/>
                <a:gd name="connsiteY18" fmla="*/ 1002665 h 1427734"/>
                <a:gd name="connsiteX19" fmla="*/ 338963 w 1681861"/>
                <a:gd name="connsiteY19" fmla="*/ 1022731 h 1427734"/>
                <a:gd name="connsiteX20" fmla="*/ 376047 w 1681861"/>
                <a:gd name="connsiteY20" fmla="*/ 1118108 h 1427734"/>
                <a:gd name="connsiteX21" fmla="*/ 342900 w 1681861"/>
                <a:gd name="connsiteY21" fmla="*/ 1249807 h 1427734"/>
                <a:gd name="connsiteX22" fmla="*/ 265811 w 1681861"/>
                <a:gd name="connsiteY22" fmla="*/ 1418463 h 1427734"/>
                <a:gd name="connsiteX23" fmla="*/ 240157 w 1681861"/>
                <a:gd name="connsiteY23" fmla="*/ 1421765 h 1427734"/>
                <a:gd name="connsiteX24" fmla="*/ 349377 w 1681861"/>
                <a:gd name="connsiteY24" fmla="*/ 1135888 h 1427734"/>
                <a:gd name="connsiteX25" fmla="*/ 311531 w 1681861"/>
                <a:gd name="connsiteY25" fmla="*/ 1034161 h 1427734"/>
                <a:gd name="connsiteX26" fmla="*/ 20955 w 1681861"/>
                <a:gd name="connsiteY26" fmla="*/ 1417193 h 1427734"/>
                <a:gd name="connsiteX27" fmla="*/ 0 w 1681861"/>
                <a:gd name="connsiteY27" fmla="*/ 1427734 h 1427734"/>
                <a:gd name="connsiteX28" fmla="*/ 133223 w 1681861"/>
                <a:gd name="connsiteY28" fmla="*/ 1161415 h 1427734"/>
                <a:gd name="connsiteX29" fmla="*/ 412369 w 1681861"/>
                <a:gd name="connsiteY29" fmla="*/ 972439 h 1427734"/>
                <a:gd name="connsiteX30" fmla="*/ 198247 w 1681861"/>
                <a:gd name="connsiteY30" fmla="*/ 836549 h 1427734"/>
                <a:gd name="connsiteX31" fmla="*/ 101981 w 1681861"/>
                <a:gd name="connsiteY31" fmla="*/ 746633 h 1427734"/>
                <a:gd name="connsiteX32" fmla="*/ 175895 w 1681861"/>
                <a:gd name="connsiteY32" fmla="*/ 451231 h 1427734"/>
                <a:gd name="connsiteX33" fmla="*/ 379792 w 1681861"/>
                <a:gd name="connsiteY33" fmla="*/ 215673 h 1427734"/>
                <a:gd name="connsiteX34" fmla="*/ 672816 w 1681861"/>
                <a:gd name="connsiteY34" fmla="*/ 170903 h 1427734"/>
                <a:gd name="connsiteX35" fmla="*/ 972991 w 1681861"/>
                <a:gd name="connsiteY35" fmla="*/ 333463 h 1427734"/>
                <a:gd name="connsiteX36" fmla="*/ 1049655 w 1681861"/>
                <a:gd name="connsiteY36" fmla="*/ 469646 h 1427734"/>
                <a:gd name="connsiteX37" fmla="*/ 1114679 w 1681861"/>
                <a:gd name="connsiteY37" fmla="*/ 564896 h 1427734"/>
                <a:gd name="connsiteX38" fmla="*/ 1042924 w 1681861"/>
                <a:gd name="connsiteY38" fmla="*/ 794893 h 1427734"/>
                <a:gd name="connsiteX39" fmla="*/ 1025906 w 1681861"/>
                <a:gd name="connsiteY39" fmla="*/ 804799 h 1427734"/>
                <a:gd name="connsiteX40" fmla="*/ 832358 w 1681861"/>
                <a:gd name="connsiteY40" fmla="*/ 967359 h 1427734"/>
                <a:gd name="connsiteX41" fmla="*/ 1063879 w 1681861"/>
                <a:gd name="connsiteY41" fmla="*/ 1097534 h 1427734"/>
                <a:gd name="connsiteX42" fmla="*/ 1164717 w 1681861"/>
                <a:gd name="connsiteY42" fmla="*/ 984504 h 1427734"/>
                <a:gd name="connsiteX43" fmla="*/ 1175385 w 1681861"/>
                <a:gd name="connsiteY43" fmla="*/ 895731 h 1427734"/>
                <a:gd name="connsiteX44" fmla="*/ 1226693 w 1681861"/>
                <a:gd name="connsiteY44" fmla="*/ 842391 h 1427734"/>
                <a:gd name="connsiteX45" fmla="*/ 1282700 w 1681861"/>
                <a:gd name="connsiteY45" fmla="*/ 859790 h 1427734"/>
                <a:gd name="connsiteX46" fmla="*/ 1388745 w 1681861"/>
                <a:gd name="connsiteY46" fmla="*/ 800862 h 1427734"/>
                <a:gd name="connsiteX47" fmla="*/ 1489583 w 1681861"/>
                <a:gd name="connsiteY47" fmla="*/ 845058 h 1427734"/>
                <a:gd name="connsiteX48" fmla="*/ 1083183 w 1681861"/>
                <a:gd name="connsiteY48" fmla="*/ 339217 h 1427734"/>
                <a:gd name="connsiteX49" fmla="*/ 1224407 w 1681861"/>
                <a:gd name="connsiteY49" fmla="*/ 152527 h 1427734"/>
                <a:gd name="connsiteX50" fmla="*/ 1249680 w 1681861"/>
                <a:gd name="connsiteY50" fmla="*/ 0 h 1427734"/>
                <a:gd name="connsiteX51" fmla="*/ 1249934 w 1681861"/>
                <a:gd name="connsiteY51" fmla="*/ 168402 h 1427734"/>
                <a:gd name="connsiteX52" fmla="*/ 1111631 w 1681861"/>
                <a:gd name="connsiteY52" fmla="*/ 318770 h 1427734"/>
                <a:gd name="connsiteX53" fmla="*/ 1522730 w 1681861"/>
                <a:gd name="connsiteY53" fmla="*/ 286131 h 1427734"/>
                <a:gd name="connsiteX54" fmla="*/ 1567561 w 1681861"/>
                <a:gd name="connsiteY54" fmla="*/ 231648 h 1427734"/>
                <a:gd name="connsiteX55" fmla="*/ 378191 w 1681861"/>
                <a:gd name="connsiteY55" fmla="*/ 252407 h 1427734"/>
                <a:gd name="connsiteX56" fmla="*/ 198247 w 1681861"/>
                <a:gd name="connsiteY56" fmla="*/ 458978 h 1427734"/>
                <a:gd name="connsiteX57" fmla="*/ 221869 w 1681861"/>
                <a:gd name="connsiteY57" fmla="*/ 469392 h 1427734"/>
                <a:gd name="connsiteX58" fmla="*/ 262001 w 1681861"/>
                <a:gd name="connsiteY58" fmla="*/ 552577 h 1427734"/>
                <a:gd name="connsiteX59" fmla="*/ 231648 w 1681861"/>
                <a:gd name="connsiteY59" fmla="*/ 778891 h 1427734"/>
                <a:gd name="connsiteX60" fmla="*/ 196850 w 1681861"/>
                <a:gd name="connsiteY60" fmla="*/ 799719 h 1427734"/>
                <a:gd name="connsiteX61" fmla="*/ 310642 w 1681861"/>
                <a:gd name="connsiteY61" fmla="*/ 900430 h 1427734"/>
                <a:gd name="connsiteX62" fmla="*/ 735076 w 1681861"/>
                <a:gd name="connsiteY62" fmla="*/ 967740 h 1427734"/>
                <a:gd name="connsiteX63" fmla="*/ 985774 w 1681861"/>
                <a:gd name="connsiteY63" fmla="*/ 810768 h 1427734"/>
                <a:gd name="connsiteX64" fmla="*/ 991489 w 1681861"/>
                <a:gd name="connsiteY64" fmla="*/ 808482 h 1427734"/>
                <a:gd name="connsiteX65" fmla="*/ 941956 w 1681861"/>
                <a:gd name="connsiteY65" fmla="*/ 343991 h 1427734"/>
                <a:gd name="connsiteX66" fmla="*/ 655811 w 1681861"/>
                <a:gd name="connsiteY66" fmla="*/ 192662 h 1427734"/>
                <a:gd name="connsiteX67" fmla="*/ 372956 w 1681861"/>
                <a:gd name="connsiteY67" fmla="*/ 251150 h 1427734"/>
                <a:gd name="connsiteX68" fmla="*/ 1107186 w 1681861"/>
                <a:gd name="connsiteY68" fmla="*/ 344678 h 1427734"/>
                <a:gd name="connsiteX69" fmla="*/ 1107186 w 1681861"/>
                <a:gd name="connsiteY69" fmla="*/ 344678 h 1427734"/>
                <a:gd name="connsiteX70" fmla="*/ 161417 w 1681861"/>
                <a:gd name="connsiteY70" fmla="*/ 487934 h 1427734"/>
                <a:gd name="connsiteX71" fmla="*/ 114554 w 1681861"/>
                <a:gd name="connsiteY71" fmla="*/ 705104 h 1427734"/>
                <a:gd name="connsiteX72" fmla="*/ 182499 w 1681861"/>
                <a:gd name="connsiteY72" fmla="*/ 776605 h 1427734"/>
                <a:gd name="connsiteX73" fmla="*/ 224917 w 1681861"/>
                <a:gd name="connsiteY73" fmla="*/ 741045 h 1427734"/>
                <a:gd name="connsiteX74" fmla="*/ 224536 w 1681861"/>
                <a:gd name="connsiteY74" fmla="*/ 518033 h 1427734"/>
                <a:gd name="connsiteX75" fmla="*/ 161417 w 1681861"/>
                <a:gd name="connsiteY75" fmla="*/ 487934 h 1427734"/>
                <a:gd name="connsiteX76" fmla="*/ 1039622 w 1681861"/>
                <a:gd name="connsiteY76" fmla="*/ 484251 h 1427734"/>
                <a:gd name="connsiteX77" fmla="*/ 1037717 w 1681861"/>
                <a:gd name="connsiteY77" fmla="*/ 777875 h 1427734"/>
                <a:gd name="connsiteX78" fmla="*/ 1039622 w 1681861"/>
                <a:gd name="connsiteY78" fmla="*/ 484251 h 1427734"/>
                <a:gd name="connsiteX79" fmla="*/ 1648333 w 1681861"/>
                <a:gd name="connsiteY79" fmla="*/ 871093 h 1427734"/>
                <a:gd name="connsiteX80" fmla="*/ 1654810 w 1681861"/>
                <a:gd name="connsiteY80" fmla="*/ 719074 h 1427734"/>
                <a:gd name="connsiteX81" fmla="*/ 1655191 w 1681861"/>
                <a:gd name="connsiteY81" fmla="*/ 580390 h 1427734"/>
                <a:gd name="connsiteX82" fmla="*/ 1654683 w 1681861"/>
                <a:gd name="connsiteY82" fmla="*/ 492379 h 1427734"/>
                <a:gd name="connsiteX83" fmla="*/ 1371092 w 1681861"/>
                <a:gd name="connsiteY83" fmla="*/ 832739 h 1427734"/>
                <a:gd name="connsiteX84" fmla="*/ 1249807 w 1681861"/>
                <a:gd name="connsiteY84" fmla="*/ 944499 h 1427734"/>
                <a:gd name="connsiteX85" fmla="*/ 1261618 w 1681861"/>
                <a:gd name="connsiteY85" fmla="*/ 874141 h 1427734"/>
                <a:gd name="connsiteX86" fmla="*/ 1208151 w 1681861"/>
                <a:gd name="connsiteY86" fmla="*/ 886587 h 1427734"/>
                <a:gd name="connsiteX87" fmla="*/ 1338961 w 1681861"/>
                <a:gd name="connsiteY87" fmla="*/ 1099058 h 1427734"/>
                <a:gd name="connsiteX88" fmla="*/ 1462913 w 1681861"/>
                <a:gd name="connsiteY88" fmla="*/ 852805 h 1427734"/>
                <a:gd name="connsiteX89" fmla="*/ 1387475 w 1681861"/>
                <a:gd name="connsiteY89" fmla="*/ 945769 h 1427734"/>
                <a:gd name="connsiteX90" fmla="*/ 1427988 w 1681861"/>
                <a:gd name="connsiteY90" fmla="*/ 839724 h 1427734"/>
                <a:gd name="connsiteX91" fmla="*/ 1371092 w 1681861"/>
                <a:gd name="connsiteY91" fmla="*/ 832739 h 1427734"/>
                <a:gd name="connsiteX92" fmla="*/ 1081532 w 1681861"/>
                <a:gd name="connsiteY92" fmla="*/ 1114806 h 1427734"/>
                <a:gd name="connsiteX93" fmla="*/ 1025652 w 1681861"/>
                <a:gd name="connsiteY93" fmla="*/ 1135507 h 1427734"/>
                <a:gd name="connsiteX94" fmla="*/ 1042035 w 1681861"/>
                <a:gd name="connsiteY94" fmla="*/ 1110869 h 1427734"/>
                <a:gd name="connsiteX95" fmla="*/ 913638 w 1681861"/>
                <a:gd name="connsiteY95" fmla="*/ 1032637 h 1427734"/>
                <a:gd name="connsiteX96" fmla="*/ 964057 w 1681861"/>
                <a:gd name="connsiteY96" fmla="*/ 1281557 h 1427734"/>
                <a:gd name="connsiteX97" fmla="*/ 1097915 w 1681861"/>
                <a:gd name="connsiteY97" fmla="*/ 1309116 h 1427734"/>
                <a:gd name="connsiteX98" fmla="*/ 1340866 w 1681861"/>
                <a:gd name="connsiteY98" fmla="*/ 1128395 h 1427734"/>
                <a:gd name="connsiteX99" fmla="*/ 1181608 w 1681861"/>
                <a:gd name="connsiteY99" fmla="*/ 1013841 h 1427734"/>
                <a:gd name="connsiteX100" fmla="*/ 1081532 w 1681861"/>
                <a:gd name="connsiteY100" fmla="*/ 1114806 h 1427734"/>
                <a:gd name="connsiteX0" fmla="*/ 1592580 w 1681861"/>
                <a:gd name="connsiteY0" fmla="*/ 217805 h 1427734"/>
                <a:gd name="connsiteX1" fmla="*/ 1622933 w 1681861"/>
                <a:gd name="connsiteY1" fmla="*/ 323977 h 1427734"/>
                <a:gd name="connsiteX2" fmla="*/ 1559179 w 1681861"/>
                <a:gd name="connsiteY2" fmla="*/ 351282 h 1427734"/>
                <a:gd name="connsiteX3" fmla="*/ 1681861 w 1681861"/>
                <a:gd name="connsiteY3" fmla="*/ 495935 h 1427734"/>
                <a:gd name="connsiteX4" fmla="*/ 1681353 w 1681861"/>
                <a:gd name="connsiteY4" fmla="*/ 839978 h 1427734"/>
                <a:gd name="connsiteX5" fmla="*/ 1657731 w 1681861"/>
                <a:gd name="connsiteY5" fmla="*/ 910209 h 1427734"/>
                <a:gd name="connsiteX6" fmla="*/ 1517142 w 1681861"/>
                <a:gd name="connsiteY6" fmla="*/ 917194 h 1427734"/>
                <a:gd name="connsiteX7" fmla="*/ 1383030 w 1681861"/>
                <a:gd name="connsiteY7" fmla="*/ 1123061 h 1427734"/>
                <a:gd name="connsiteX8" fmla="*/ 1096137 w 1681861"/>
                <a:gd name="connsiteY8" fmla="*/ 1335405 h 1427734"/>
                <a:gd name="connsiteX9" fmla="*/ 969010 w 1681861"/>
                <a:gd name="connsiteY9" fmla="*/ 1313561 h 1427734"/>
                <a:gd name="connsiteX10" fmla="*/ 968375 w 1681861"/>
                <a:gd name="connsiteY10" fmla="*/ 1410335 h 1427734"/>
                <a:gd name="connsiteX11" fmla="*/ 957580 w 1681861"/>
                <a:gd name="connsiteY11" fmla="*/ 1423035 h 1427734"/>
                <a:gd name="connsiteX12" fmla="*/ 942721 w 1681861"/>
                <a:gd name="connsiteY12" fmla="*/ 1420241 h 1427734"/>
                <a:gd name="connsiteX13" fmla="*/ 940562 w 1681861"/>
                <a:gd name="connsiteY13" fmla="*/ 1316736 h 1427734"/>
                <a:gd name="connsiteX14" fmla="*/ 914908 w 1681861"/>
                <a:gd name="connsiteY14" fmla="*/ 1116965 h 1427734"/>
                <a:gd name="connsiteX15" fmla="*/ 854202 w 1681861"/>
                <a:gd name="connsiteY15" fmla="*/ 1003935 h 1427734"/>
                <a:gd name="connsiteX16" fmla="*/ 678561 w 1681861"/>
                <a:gd name="connsiteY16" fmla="*/ 997839 h 1427734"/>
                <a:gd name="connsiteX17" fmla="*/ 448437 w 1681861"/>
                <a:gd name="connsiteY17" fmla="*/ 979805 h 1427734"/>
                <a:gd name="connsiteX18" fmla="*/ 402209 w 1681861"/>
                <a:gd name="connsiteY18" fmla="*/ 1002665 h 1427734"/>
                <a:gd name="connsiteX19" fmla="*/ 338963 w 1681861"/>
                <a:gd name="connsiteY19" fmla="*/ 1022731 h 1427734"/>
                <a:gd name="connsiteX20" fmla="*/ 376047 w 1681861"/>
                <a:gd name="connsiteY20" fmla="*/ 1118108 h 1427734"/>
                <a:gd name="connsiteX21" fmla="*/ 342900 w 1681861"/>
                <a:gd name="connsiteY21" fmla="*/ 1249807 h 1427734"/>
                <a:gd name="connsiteX22" fmla="*/ 265811 w 1681861"/>
                <a:gd name="connsiteY22" fmla="*/ 1418463 h 1427734"/>
                <a:gd name="connsiteX23" fmla="*/ 240157 w 1681861"/>
                <a:gd name="connsiteY23" fmla="*/ 1421765 h 1427734"/>
                <a:gd name="connsiteX24" fmla="*/ 349377 w 1681861"/>
                <a:gd name="connsiteY24" fmla="*/ 1135888 h 1427734"/>
                <a:gd name="connsiteX25" fmla="*/ 311531 w 1681861"/>
                <a:gd name="connsiteY25" fmla="*/ 1034161 h 1427734"/>
                <a:gd name="connsiteX26" fmla="*/ 20955 w 1681861"/>
                <a:gd name="connsiteY26" fmla="*/ 1417193 h 1427734"/>
                <a:gd name="connsiteX27" fmla="*/ 0 w 1681861"/>
                <a:gd name="connsiteY27" fmla="*/ 1427734 h 1427734"/>
                <a:gd name="connsiteX28" fmla="*/ 133223 w 1681861"/>
                <a:gd name="connsiteY28" fmla="*/ 1161415 h 1427734"/>
                <a:gd name="connsiteX29" fmla="*/ 412369 w 1681861"/>
                <a:gd name="connsiteY29" fmla="*/ 972439 h 1427734"/>
                <a:gd name="connsiteX30" fmla="*/ 198247 w 1681861"/>
                <a:gd name="connsiteY30" fmla="*/ 836549 h 1427734"/>
                <a:gd name="connsiteX31" fmla="*/ 101981 w 1681861"/>
                <a:gd name="connsiteY31" fmla="*/ 746633 h 1427734"/>
                <a:gd name="connsiteX32" fmla="*/ 175895 w 1681861"/>
                <a:gd name="connsiteY32" fmla="*/ 451231 h 1427734"/>
                <a:gd name="connsiteX33" fmla="*/ 379792 w 1681861"/>
                <a:gd name="connsiteY33" fmla="*/ 215673 h 1427734"/>
                <a:gd name="connsiteX34" fmla="*/ 672816 w 1681861"/>
                <a:gd name="connsiteY34" fmla="*/ 170903 h 1427734"/>
                <a:gd name="connsiteX35" fmla="*/ 972991 w 1681861"/>
                <a:gd name="connsiteY35" fmla="*/ 333463 h 1427734"/>
                <a:gd name="connsiteX36" fmla="*/ 1049655 w 1681861"/>
                <a:gd name="connsiteY36" fmla="*/ 469646 h 1427734"/>
                <a:gd name="connsiteX37" fmla="*/ 1114679 w 1681861"/>
                <a:gd name="connsiteY37" fmla="*/ 564896 h 1427734"/>
                <a:gd name="connsiteX38" fmla="*/ 1042924 w 1681861"/>
                <a:gd name="connsiteY38" fmla="*/ 794893 h 1427734"/>
                <a:gd name="connsiteX39" fmla="*/ 1025906 w 1681861"/>
                <a:gd name="connsiteY39" fmla="*/ 804799 h 1427734"/>
                <a:gd name="connsiteX40" fmla="*/ 832358 w 1681861"/>
                <a:gd name="connsiteY40" fmla="*/ 967359 h 1427734"/>
                <a:gd name="connsiteX41" fmla="*/ 1063879 w 1681861"/>
                <a:gd name="connsiteY41" fmla="*/ 1097534 h 1427734"/>
                <a:gd name="connsiteX42" fmla="*/ 1164717 w 1681861"/>
                <a:gd name="connsiteY42" fmla="*/ 984504 h 1427734"/>
                <a:gd name="connsiteX43" fmla="*/ 1175385 w 1681861"/>
                <a:gd name="connsiteY43" fmla="*/ 895731 h 1427734"/>
                <a:gd name="connsiteX44" fmla="*/ 1226693 w 1681861"/>
                <a:gd name="connsiteY44" fmla="*/ 842391 h 1427734"/>
                <a:gd name="connsiteX45" fmla="*/ 1282700 w 1681861"/>
                <a:gd name="connsiteY45" fmla="*/ 859790 h 1427734"/>
                <a:gd name="connsiteX46" fmla="*/ 1388745 w 1681861"/>
                <a:gd name="connsiteY46" fmla="*/ 800862 h 1427734"/>
                <a:gd name="connsiteX47" fmla="*/ 1489583 w 1681861"/>
                <a:gd name="connsiteY47" fmla="*/ 845058 h 1427734"/>
                <a:gd name="connsiteX48" fmla="*/ 1083183 w 1681861"/>
                <a:gd name="connsiteY48" fmla="*/ 339217 h 1427734"/>
                <a:gd name="connsiteX49" fmla="*/ 1224407 w 1681861"/>
                <a:gd name="connsiteY49" fmla="*/ 152527 h 1427734"/>
                <a:gd name="connsiteX50" fmla="*/ 1249680 w 1681861"/>
                <a:gd name="connsiteY50" fmla="*/ 0 h 1427734"/>
                <a:gd name="connsiteX51" fmla="*/ 1111631 w 1681861"/>
                <a:gd name="connsiteY51" fmla="*/ 318770 h 1427734"/>
                <a:gd name="connsiteX52" fmla="*/ 1522730 w 1681861"/>
                <a:gd name="connsiteY52" fmla="*/ 286131 h 1427734"/>
                <a:gd name="connsiteX53" fmla="*/ 1567561 w 1681861"/>
                <a:gd name="connsiteY53" fmla="*/ 231648 h 1427734"/>
                <a:gd name="connsiteX54" fmla="*/ 378191 w 1681861"/>
                <a:gd name="connsiteY54" fmla="*/ 252407 h 1427734"/>
                <a:gd name="connsiteX55" fmla="*/ 198247 w 1681861"/>
                <a:gd name="connsiteY55" fmla="*/ 458978 h 1427734"/>
                <a:gd name="connsiteX56" fmla="*/ 221869 w 1681861"/>
                <a:gd name="connsiteY56" fmla="*/ 469392 h 1427734"/>
                <a:gd name="connsiteX57" fmla="*/ 262001 w 1681861"/>
                <a:gd name="connsiteY57" fmla="*/ 552577 h 1427734"/>
                <a:gd name="connsiteX58" fmla="*/ 231648 w 1681861"/>
                <a:gd name="connsiteY58" fmla="*/ 778891 h 1427734"/>
                <a:gd name="connsiteX59" fmla="*/ 196850 w 1681861"/>
                <a:gd name="connsiteY59" fmla="*/ 799719 h 1427734"/>
                <a:gd name="connsiteX60" fmla="*/ 310642 w 1681861"/>
                <a:gd name="connsiteY60" fmla="*/ 900430 h 1427734"/>
                <a:gd name="connsiteX61" fmla="*/ 735076 w 1681861"/>
                <a:gd name="connsiteY61" fmla="*/ 967740 h 1427734"/>
                <a:gd name="connsiteX62" fmla="*/ 985774 w 1681861"/>
                <a:gd name="connsiteY62" fmla="*/ 810768 h 1427734"/>
                <a:gd name="connsiteX63" fmla="*/ 991489 w 1681861"/>
                <a:gd name="connsiteY63" fmla="*/ 808482 h 1427734"/>
                <a:gd name="connsiteX64" fmla="*/ 941956 w 1681861"/>
                <a:gd name="connsiteY64" fmla="*/ 343991 h 1427734"/>
                <a:gd name="connsiteX65" fmla="*/ 655811 w 1681861"/>
                <a:gd name="connsiteY65" fmla="*/ 192662 h 1427734"/>
                <a:gd name="connsiteX66" fmla="*/ 372956 w 1681861"/>
                <a:gd name="connsiteY66" fmla="*/ 251150 h 1427734"/>
                <a:gd name="connsiteX67" fmla="*/ 1107186 w 1681861"/>
                <a:gd name="connsiteY67" fmla="*/ 344678 h 1427734"/>
                <a:gd name="connsiteX68" fmla="*/ 1107186 w 1681861"/>
                <a:gd name="connsiteY68" fmla="*/ 344678 h 1427734"/>
                <a:gd name="connsiteX69" fmla="*/ 161417 w 1681861"/>
                <a:gd name="connsiteY69" fmla="*/ 487934 h 1427734"/>
                <a:gd name="connsiteX70" fmla="*/ 114554 w 1681861"/>
                <a:gd name="connsiteY70" fmla="*/ 705104 h 1427734"/>
                <a:gd name="connsiteX71" fmla="*/ 182499 w 1681861"/>
                <a:gd name="connsiteY71" fmla="*/ 776605 h 1427734"/>
                <a:gd name="connsiteX72" fmla="*/ 224917 w 1681861"/>
                <a:gd name="connsiteY72" fmla="*/ 741045 h 1427734"/>
                <a:gd name="connsiteX73" fmla="*/ 224536 w 1681861"/>
                <a:gd name="connsiteY73" fmla="*/ 518033 h 1427734"/>
                <a:gd name="connsiteX74" fmla="*/ 161417 w 1681861"/>
                <a:gd name="connsiteY74" fmla="*/ 487934 h 1427734"/>
                <a:gd name="connsiteX75" fmla="*/ 1039622 w 1681861"/>
                <a:gd name="connsiteY75" fmla="*/ 484251 h 1427734"/>
                <a:gd name="connsiteX76" fmla="*/ 1037717 w 1681861"/>
                <a:gd name="connsiteY76" fmla="*/ 777875 h 1427734"/>
                <a:gd name="connsiteX77" fmla="*/ 1039622 w 1681861"/>
                <a:gd name="connsiteY77" fmla="*/ 484251 h 1427734"/>
                <a:gd name="connsiteX78" fmla="*/ 1648333 w 1681861"/>
                <a:gd name="connsiteY78" fmla="*/ 871093 h 1427734"/>
                <a:gd name="connsiteX79" fmla="*/ 1654810 w 1681861"/>
                <a:gd name="connsiteY79" fmla="*/ 719074 h 1427734"/>
                <a:gd name="connsiteX80" fmla="*/ 1655191 w 1681861"/>
                <a:gd name="connsiteY80" fmla="*/ 580390 h 1427734"/>
                <a:gd name="connsiteX81" fmla="*/ 1654683 w 1681861"/>
                <a:gd name="connsiteY81" fmla="*/ 492379 h 1427734"/>
                <a:gd name="connsiteX82" fmla="*/ 1371092 w 1681861"/>
                <a:gd name="connsiteY82" fmla="*/ 832739 h 1427734"/>
                <a:gd name="connsiteX83" fmla="*/ 1249807 w 1681861"/>
                <a:gd name="connsiteY83" fmla="*/ 944499 h 1427734"/>
                <a:gd name="connsiteX84" fmla="*/ 1261618 w 1681861"/>
                <a:gd name="connsiteY84" fmla="*/ 874141 h 1427734"/>
                <a:gd name="connsiteX85" fmla="*/ 1208151 w 1681861"/>
                <a:gd name="connsiteY85" fmla="*/ 886587 h 1427734"/>
                <a:gd name="connsiteX86" fmla="*/ 1338961 w 1681861"/>
                <a:gd name="connsiteY86" fmla="*/ 1099058 h 1427734"/>
                <a:gd name="connsiteX87" fmla="*/ 1462913 w 1681861"/>
                <a:gd name="connsiteY87" fmla="*/ 852805 h 1427734"/>
                <a:gd name="connsiteX88" fmla="*/ 1387475 w 1681861"/>
                <a:gd name="connsiteY88" fmla="*/ 945769 h 1427734"/>
                <a:gd name="connsiteX89" fmla="*/ 1427988 w 1681861"/>
                <a:gd name="connsiteY89" fmla="*/ 839724 h 1427734"/>
                <a:gd name="connsiteX90" fmla="*/ 1371092 w 1681861"/>
                <a:gd name="connsiteY90" fmla="*/ 832739 h 1427734"/>
                <a:gd name="connsiteX91" fmla="*/ 1081532 w 1681861"/>
                <a:gd name="connsiteY91" fmla="*/ 1114806 h 1427734"/>
                <a:gd name="connsiteX92" fmla="*/ 1025652 w 1681861"/>
                <a:gd name="connsiteY92" fmla="*/ 1135507 h 1427734"/>
                <a:gd name="connsiteX93" fmla="*/ 1042035 w 1681861"/>
                <a:gd name="connsiteY93" fmla="*/ 1110869 h 1427734"/>
                <a:gd name="connsiteX94" fmla="*/ 913638 w 1681861"/>
                <a:gd name="connsiteY94" fmla="*/ 1032637 h 1427734"/>
                <a:gd name="connsiteX95" fmla="*/ 964057 w 1681861"/>
                <a:gd name="connsiteY95" fmla="*/ 1281557 h 1427734"/>
                <a:gd name="connsiteX96" fmla="*/ 1097915 w 1681861"/>
                <a:gd name="connsiteY96" fmla="*/ 1309116 h 1427734"/>
                <a:gd name="connsiteX97" fmla="*/ 1340866 w 1681861"/>
                <a:gd name="connsiteY97" fmla="*/ 1128395 h 1427734"/>
                <a:gd name="connsiteX98" fmla="*/ 1181608 w 1681861"/>
                <a:gd name="connsiteY98" fmla="*/ 1013841 h 1427734"/>
                <a:gd name="connsiteX99" fmla="*/ 1081532 w 1681861"/>
                <a:gd name="connsiteY99" fmla="*/ 1114806 h 1427734"/>
                <a:gd name="connsiteX0" fmla="*/ 1592580 w 1681861"/>
                <a:gd name="connsiteY0" fmla="*/ 217805 h 1427734"/>
                <a:gd name="connsiteX1" fmla="*/ 1622933 w 1681861"/>
                <a:gd name="connsiteY1" fmla="*/ 323977 h 1427734"/>
                <a:gd name="connsiteX2" fmla="*/ 1559179 w 1681861"/>
                <a:gd name="connsiteY2" fmla="*/ 351282 h 1427734"/>
                <a:gd name="connsiteX3" fmla="*/ 1681861 w 1681861"/>
                <a:gd name="connsiteY3" fmla="*/ 495935 h 1427734"/>
                <a:gd name="connsiteX4" fmla="*/ 1681353 w 1681861"/>
                <a:gd name="connsiteY4" fmla="*/ 839978 h 1427734"/>
                <a:gd name="connsiteX5" fmla="*/ 1657731 w 1681861"/>
                <a:gd name="connsiteY5" fmla="*/ 910209 h 1427734"/>
                <a:gd name="connsiteX6" fmla="*/ 1517142 w 1681861"/>
                <a:gd name="connsiteY6" fmla="*/ 917194 h 1427734"/>
                <a:gd name="connsiteX7" fmla="*/ 1383030 w 1681861"/>
                <a:gd name="connsiteY7" fmla="*/ 1123061 h 1427734"/>
                <a:gd name="connsiteX8" fmla="*/ 1096137 w 1681861"/>
                <a:gd name="connsiteY8" fmla="*/ 1335405 h 1427734"/>
                <a:gd name="connsiteX9" fmla="*/ 969010 w 1681861"/>
                <a:gd name="connsiteY9" fmla="*/ 1313561 h 1427734"/>
                <a:gd name="connsiteX10" fmla="*/ 968375 w 1681861"/>
                <a:gd name="connsiteY10" fmla="*/ 1410335 h 1427734"/>
                <a:gd name="connsiteX11" fmla="*/ 957580 w 1681861"/>
                <a:gd name="connsiteY11" fmla="*/ 1423035 h 1427734"/>
                <a:gd name="connsiteX12" fmla="*/ 942721 w 1681861"/>
                <a:gd name="connsiteY12" fmla="*/ 1420241 h 1427734"/>
                <a:gd name="connsiteX13" fmla="*/ 940562 w 1681861"/>
                <a:gd name="connsiteY13" fmla="*/ 1316736 h 1427734"/>
                <a:gd name="connsiteX14" fmla="*/ 914908 w 1681861"/>
                <a:gd name="connsiteY14" fmla="*/ 1116965 h 1427734"/>
                <a:gd name="connsiteX15" fmla="*/ 854202 w 1681861"/>
                <a:gd name="connsiteY15" fmla="*/ 1003935 h 1427734"/>
                <a:gd name="connsiteX16" fmla="*/ 678561 w 1681861"/>
                <a:gd name="connsiteY16" fmla="*/ 997839 h 1427734"/>
                <a:gd name="connsiteX17" fmla="*/ 448437 w 1681861"/>
                <a:gd name="connsiteY17" fmla="*/ 979805 h 1427734"/>
                <a:gd name="connsiteX18" fmla="*/ 402209 w 1681861"/>
                <a:gd name="connsiteY18" fmla="*/ 1002665 h 1427734"/>
                <a:gd name="connsiteX19" fmla="*/ 338963 w 1681861"/>
                <a:gd name="connsiteY19" fmla="*/ 1022731 h 1427734"/>
                <a:gd name="connsiteX20" fmla="*/ 376047 w 1681861"/>
                <a:gd name="connsiteY20" fmla="*/ 1118108 h 1427734"/>
                <a:gd name="connsiteX21" fmla="*/ 342900 w 1681861"/>
                <a:gd name="connsiteY21" fmla="*/ 1249807 h 1427734"/>
                <a:gd name="connsiteX22" fmla="*/ 265811 w 1681861"/>
                <a:gd name="connsiteY22" fmla="*/ 1418463 h 1427734"/>
                <a:gd name="connsiteX23" fmla="*/ 240157 w 1681861"/>
                <a:gd name="connsiteY23" fmla="*/ 1421765 h 1427734"/>
                <a:gd name="connsiteX24" fmla="*/ 349377 w 1681861"/>
                <a:gd name="connsiteY24" fmla="*/ 1135888 h 1427734"/>
                <a:gd name="connsiteX25" fmla="*/ 311531 w 1681861"/>
                <a:gd name="connsiteY25" fmla="*/ 1034161 h 1427734"/>
                <a:gd name="connsiteX26" fmla="*/ 20955 w 1681861"/>
                <a:gd name="connsiteY26" fmla="*/ 1417193 h 1427734"/>
                <a:gd name="connsiteX27" fmla="*/ 0 w 1681861"/>
                <a:gd name="connsiteY27" fmla="*/ 1427734 h 1427734"/>
                <a:gd name="connsiteX28" fmla="*/ 133223 w 1681861"/>
                <a:gd name="connsiteY28" fmla="*/ 1161415 h 1427734"/>
                <a:gd name="connsiteX29" fmla="*/ 412369 w 1681861"/>
                <a:gd name="connsiteY29" fmla="*/ 972439 h 1427734"/>
                <a:gd name="connsiteX30" fmla="*/ 198247 w 1681861"/>
                <a:gd name="connsiteY30" fmla="*/ 836549 h 1427734"/>
                <a:gd name="connsiteX31" fmla="*/ 101981 w 1681861"/>
                <a:gd name="connsiteY31" fmla="*/ 746633 h 1427734"/>
                <a:gd name="connsiteX32" fmla="*/ 175895 w 1681861"/>
                <a:gd name="connsiteY32" fmla="*/ 451231 h 1427734"/>
                <a:gd name="connsiteX33" fmla="*/ 379792 w 1681861"/>
                <a:gd name="connsiteY33" fmla="*/ 215673 h 1427734"/>
                <a:gd name="connsiteX34" fmla="*/ 672816 w 1681861"/>
                <a:gd name="connsiteY34" fmla="*/ 170903 h 1427734"/>
                <a:gd name="connsiteX35" fmla="*/ 972991 w 1681861"/>
                <a:gd name="connsiteY35" fmla="*/ 333463 h 1427734"/>
                <a:gd name="connsiteX36" fmla="*/ 1049655 w 1681861"/>
                <a:gd name="connsiteY36" fmla="*/ 469646 h 1427734"/>
                <a:gd name="connsiteX37" fmla="*/ 1114679 w 1681861"/>
                <a:gd name="connsiteY37" fmla="*/ 564896 h 1427734"/>
                <a:gd name="connsiteX38" fmla="*/ 1042924 w 1681861"/>
                <a:gd name="connsiteY38" fmla="*/ 794893 h 1427734"/>
                <a:gd name="connsiteX39" fmla="*/ 1025906 w 1681861"/>
                <a:gd name="connsiteY39" fmla="*/ 804799 h 1427734"/>
                <a:gd name="connsiteX40" fmla="*/ 832358 w 1681861"/>
                <a:gd name="connsiteY40" fmla="*/ 967359 h 1427734"/>
                <a:gd name="connsiteX41" fmla="*/ 1063879 w 1681861"/>
                <a:gd name="connsiteY41" fmla="*/ 1097534 h 1427734"/>
                <a:gd name="connsiteX42" fmla="*/ 1164717 w 1681861"/>
                <a:gd name="connsiteY42" fmla="*/ 984504 h 1427734"/>
                <a:gd name="connsiteX43" fmla="*/ 1175385 w 1681861"/>
                <a:gd name="connsiteY43" fmla="*/ 895731 h 1427734"/>
                <a:gd name="connsiteX44" fmla="*/ 1226693 w 1681861"/>
                <a:gd name="connsiteY44" fmla="*/ 842391 h 1427734"/>
                <a:gd name="connsiteX45" fmla="*/ 1282700 w 1681861"/>
                <a:gd name="connsiteY45" fmla="*/ 859790 h 1427734"/>
                <a:gd name="connsiteX46" fmla="*/ 1388745 w 1681861"/>
                <a:gd name="connsiteY46" fmla="*/ 800862 h 1427734"/>
                <a:gd name="connsiteX47" fmla="*/ 1489583 w 1681861"/>
                <a:gd name="connsiteY47" fmla="*/ 845058 h 1427734"/>
                <a:gd name="connsiteX48" fmla="*/ 1083183 w 1681861"/>
                <a:gd name="connsiteY48" fmla="*/ 339217 h 1427734"/>
                <a:gd name="connsiteX49" fmla="*/ 1249680 w 1681861"/>
                <a:gd name="connsiteY49" fmla="*/ 0 h 1427734"/>
                <a:gd name="connsiteX50" fmla="*/ 1111631 w 1681861"/>
                <a:gd name="connsiteY50" fmla="*/ 318770 h 1427734"/>
                <a:gd name="connsiteX51" fmla="*/ 1522730 w 1681861"/>
                <a:gd name="connsiteY51" fmla="*/ 286131 h 1427734"/>
                <a:gd name="connsiteX52" fmla="*/ 1567561 w 1681861"/>
                <a:gd name="connsiteY52" fmla="*/ 231648 h 1427734"/>
                <a:gd name="connsiteX53" fmla="*/ 378191 w 1681861"/>
                <a:gd name="connsiteY53" fmla="*/ 252407 h 1427734"/>
                <a:gd name="connsiteX54" fmla="*/ 198247 w 1681861"/>
                <a:gd name="connsiteY54" fmla="*/ 458978 h 1427734"/>
                <a:gd name="connsiteX55" fmla="*/ 221869 w 1681861"/>
                <a:gd name="connsiteY55" fmla="*/ 469392 h 1427734"/>
                <a:gd name="connsiteX56" fmla="*/ 262001 w 1681861"/>
                <a:gd name="connsiteY56" fmla="*/ 552577 h 1427734"/>
                <a:gd name="connsiteX57" fmla="*/ 231648 w 1681861"/>
                <a:gd name="connsiteY57" fmla="*/ 778891 h 1427734"/>
                <a:gd name="connsiteX58" fmla="*/ 196850 w 1681861"/>
                <a:gd name="connsiteY58" fmla="*/ 799719 h 1427734"/>
                <a:gd name="connsiteX59" fmla="*/ 310642 w 1681861"/>
                <a:gd name="connsiteY59" fmla="*/ 900430 h 1427734"/>
                <a:gd name="connsiteX60" fmla="*/ 735076 w 1681861"/>
                <a:gd name="connsiteY60" fmla="*/ 967740 h 1427734"/>
                <a:gd name="connsiteX61" fmla="*/ 985774 w 1681861"/>
                <a:gd name="connsiteY61" fmla="*/ 810768 h 1427734"/>
                <a:gd name="connsiteX62" fmla="*/ 991489 w 1681861"/>
                <a:gd name="connsiteY62" fmla="*/ 808482 h 1427734"/>
                <a:gd name="connsiteX63" fmla="*/ 941956 w 1681861"/>
                <a:gd name="connsiteY63" fmla="*/ 343991 h 1427734"/>
                <a:gd name="connsiteX64" fmla="*/ 655811 w 1681861"/>
                <a:gd name="connsiteY64" fmla="*/ 192662 h 1427734"/>
                <a:gd name="connsiteX65" fmla="*/ 372956 w 1681861"/>
                <a:gd name="connsiteY65" fmla="*/ 251150 h 1427734"/>
                <a:gd name="connsiteX66" fmla="*/ 1107186 w 1681861"/>
                <a:gd name="connsiteY66" fmla="*/ 344678 h 1427734"/>
                <a:gd name="connsiteX67" fmla="*/ 1107186 w 1681861"/>
                <a:gd name="connsiteY67" fmla="*/ 344678 h 1427734"/>
                <a:gd name="connsiteX68" fmla="*/ 161417 w 1681861"/>
                <a:gd name="connsiteY68" fmla="*/ 487934 h 1427734"/>
                <a:gd name="connsiteX69" fmla="*/ 114554 w 1681861"/>
                <a:gd name="connsiteY69" fmla="*/ 705104 h 1427734"/>
                <a:gd name="connsiteX70" fmla="*/ 182499 w 1681861"/>
                <a:gd name="connsiteY70" fmla="*/ 776605 h 1427734"/>
                <a:gd name="connsiteX71" fmla="*/ 224917 w 1681861"/>
                <a:gd name="connsiteY71" fmla="*/ 741045 h 1427734"/>
                <a:gd name="connsiteX72" fmla="*/ 224536 w 1681861"/>
                <a:gd name="connsiteY72" fmla="*/ 518033 h 1427734"/>
                <a:gd name="connsiteX73" fmla="*/ 161417 w 1681861"/>
                <a:gd name="connsiteY73" fmla="*/ 487934 h 1427734"/>
                <a:gd name="connsiteX74" fmla="*/ 1039622 w 1681861"/>
                <a:gd name="connsiteY74" fmla="*/ 484251 h 1427734"/>
                <a:gd name="connsiteX75" fmla="*/ 1037717 w 1681861"/>
                <a:gd name="connsiteY75" fmla="*/ 777875 h 1427734"/>
                <a:gd name="connsiteX76" fmla="*/ 1039622 w 1681861"/>
                <a:gd name="connsiteY76" fmla="*/ 484251 h 1427734"/>
                <a:gd name="connsiteX77" fmla="*/ 1648333 w 1681861"/>
                <a:gd name="connsiteY77" fmla="*/ 871093 h 1427734"/>
                <a:gd name="connsiteX78" fmla="*/ 1654810 w 1681861"/>
                <a:gd name="connsiteY78" fmla="*/ 719074 h 1427734"/>
                <a:gd name="connsiteX79" fmla="*/ 1655191 w 1681861"/>
                <a:gd name="connsiteY79" fmla="*/ 580390 h 1427734"/>
                <a:gd name="connsiteX80" fmla="*/ 1654683 w 1681861"/>
                <a:gd name="connsiteY80" fmla="*/ 492379 h 1427734"/>
                <a:gd name="connsiteX81" fmla="*/ 1371092 w 1681861"/>
                <a:gd name="connsiteY81" fmla="*/ 832739 h 1427734"/>
                <a:gd name="connsiteX82" fmla="*/ 1249807 w 1681861"/>
                <a:gd name="connsiteY82" fmla="*/ 944499 h 1427734"/>
                <a:gd name="connsiteX83" fmla="*/ 1261618 w 1681861"/>
                <a:gd name="connsiteY83" fmla="*/ 874141 h 1427734"/>
                <a:gd name="connsiteX84" fmla="*/ 1208151 w 1681861"/>
                <a:gd name="connsiteY84" fmla="*/ 886587 h 1427734"/>
                <a:gd name="connsiteX85" fmla="*/ 1338961 w 1681861"/>
                <a:gd name="connsiteY85" fmla="*/ 1099058 h 1427734"/>
                <a:gd name="connsiteX86" fmla="*/ 1462913 w 1681861"/>
                <a:gd name="connsiteY86" fmla="*/ 852805 h 1427734"/>
                <a:gd name="connsiteX87" fmla="*/ 1387475 w 1681861"/>
                <a:gd name="connsiteY87" fmla="*/ 945769 h 1427734"/>
                <a:gd name="connsiteX88" fmla="*/ 1427988 w 1681861"/>
                <a:gd name="connsiteY88" fmla="*/ 839724 h 1427734"/>
                <a:gd name="connsiteX89" fmla="*/ 1371092 w 1681861"/>
                <a:gd name="connsiteY89" fmla="*/ 832739 h 1427734"/>
                <a:gd name="connsiteX90" fmla="*/ 1081532 w 1681861"/>
                <a:gd name="connsiteY90" fmla="*/ 1114806 h 1427734"/>
                <a:gd name="connsiteX91" fmla="*/ 1025652 w 1681861"/>
                <a:gd name="connsiteY91" fmla="*/ 1135507 h 1427734"/>
                <a:gd name="connsiteX92" fmla="*/ 1042035 w 1681861"/>
                <a:gd name="connsiteY92" fmla="*/ 1110869 h 1427734"/>
                <a:gd name="connsiteX93" fmla="*/ 913638 w 1681861"/>
                <a:gd name="connsiteY93" fmla="*/ 1032637 h 1427734"/>
                <a:gd name="connsiteX94" fmla="*/ 964057 w 1681861"/>
                <a:gd name="connsiteY94" fmla="*/ 1281557 h 1427734"/>
                <a:gd name="connsiteX95" fmla="*/ 1097915 w 1681861"/>
                <a:gd name="connsiteY95" fmla="*/ 1309116 h 1427734"/>
                <a:gd name="connsiteX96" fmla="*/ 1340866 w 1681861"/>
                <a:gd name="connsiteY96" fmla="*/ 1128395 h 1427734"/>
                <a:gd name="connsiteX97" fmla="*/ 1181608 w 1681861"/>
                <a:gd name="connsiteY97" fmla="*/ 1013841 h 1427734"/>
                <a:gd name="connsiteX98" fmla="*/ 1081532 w 1681861"/>
                <a:gd name="connsiteY98" fmla="*/ 1114806 h 1427734"/>
                <a:gd name="connsiteX0" fmla="*/ 1592580 w 1681861"/>
                <a:gd name="connsiteY0" fmla="*/ 52180 h 1262109"/>
                <a:gd name="connsiteX1" fmla="*/ 1622933 w 1681861"/>
                <a:gd name="connsiteY1" fmla="*/ 158352 h 1262109"/>
                <a:gd name="connsiteX2" fmla="*/ 1559179 w 1681861"/>
                <a:gd name="connsiteY2" fmla="*/ 185657 h 1262109"/>
                <a:gd name="connsiteX3" fmla="*/ 1681861 w 1681861"/>
                <a:gd name="connsiteY3" fmla="*/ 330310 h 1262109"/>
                <a:gd name="connsiteX4" fmla="*/ 1681353 w 1681861"/>
                <a:gd name="connsiteY4" fmla="*/ 674353 h 1262109"/>
                <a:gd name="connsiteX5" fmla="*/ 1657731 w 1681861"/>
                <a:gd name="connsiteY5" fmla="*/ 744584 h 1262109"/>
                <a:gd name="connsiteX6" fmla="*/ 1517142 w 1681861"/>
                <a:gd name="connsiteY6" fmla="*/ 751569 h 1262109"/>
                <a:gd name="connsiteX7" fmla="*/ 1383030 w 1681861"/>
                <a:gd name="connsiteY7" fmla="*/ 957436 h 1262109"/>
                <a:gd name="connsiteX8" fmla="*/ 1096137 w 1681861"/>
                <a:gd name="connsiteY8" fmla="*/ 1169780 h 1262109"/>
                <a:gd name="connsiteX9" fmla="*/ 969010 w 1681861"/>
                <a:gd name="connsiteY9" fmla="*/ 1147936 h 1262109"/>
                <a:gd name="connsiteX10" fmla="*/ 968375 w 1681861"/>
                <a:gd name="connsiteY10" fmla="*/ 1244710 h 1262109"/>
                <a:gd name="connsiteX11" fmla="*/ 957580 w 1681861"/>
                <a:gd name="connsiteY11" fmla="*/ 1257410 h 1262109"/>
                <a:gd name="connsiteX12" fmla="*/ 942721 w 1681861"/>
                <a:gd name="connsiteY12" fmla="*/ 1254616 h 1262109"/>
                <a:gd name="connsiteX13" fmla="*/ 940562 w 1681861"/>
                <a:gd name="connsiteY13" fmla="*/ 1151111 h 1262109"/>
                <a:gd name="connsiteX14" fmla="*/ 914908 w 1681861"/>
                <a:gd name="connsiteY14" fmla="*/ 951340 h 1262109"/>
                <a:gd name="connsiteX15" fmla="*/ 854202 w 1681861"/>
                <a:gd name="connsiteY15" fmla="*/ 838310 h 1262109"/>
                <a:gd name="connsiteX16" fmla="*/ 678561 w 1681861"/>
                <a:gd name="connsiteY16" fmla="*/ 832214 h 1262109"/>
                <a:gd name="connsiteX17" fmla="*/ 448437 w 1681861"/>
                <a:gd name="connsiteY17" fmla="*/ 814180 h 1262109"/>
                <a:gd name="connsiteX18" fmla="*/ 402209 w 1681861"/>
                <a:gd name="connsiteY18" fmla="*/ 837040 h 1262109"/>
                <a:gd name="connsiteX19" fmla="*/ 338963 w 1681861"/>
                <a:gd name="connsiteY19" fmla="*/ 857106 h 1262109"/>
                <a:gd name="connsiteX20" fmla="*/ 376047 w 1681861"/>
                <a:gd name="connsiteY20" fmla="*/ 952483 h 1262109"/>
                <a:gd name="connsiteX21" fmla="*/ 342900 w 1681861"/>
                <a:gd name="connsiteY21" fmla="*/ 1084182 h 1262109"/>
                <a:gd name="connsiteX22" fmla="*/ 265811 w 1681861"/>
                <a:gd name="connsiteY22" fmla="*/ 1252838 h 1262109"/>
                <a:gd name="connsiteX23" fmla="*/ 240157 w 1681861"/>
                <a:gd name="connsiteY23" fmla="*/ 1256140 h 1262109"/>
                <a:gd name="connsiteX24" fmla="*/ 349377 w 1681861"/>
                <a:gd name="connsiteY24" fmla="*/ 970263 h 1262109"/>
                <a:gd name="connsiteX25" fmla="*/ 311531 w 1681861"/>
                <a:gd name="connsiteY25" fmla="*/ 868536 h 1262109"/>
                <a:gd name="connsiteX26" fmla="*/ 20955 w 1681861"/>
                <a:gd name="connsiteY26" fmla="*/ 1251568 h 1262109"/>
                <a:gd name="connsiteX27" fmla="*/ 0 w 1681861"/>
                <a:gd name="connsiteY27" fmla="*/ 1262109 h 1262109"/>
                <a:gd name="connsiteX28" fmla="*/ 133223 w 1681861"/>
                <a:gd name="connsiteY28" fmla="*/ 995790 h 1262109"/>
                <a:gd name="connsiteX29" fmla="*/ 412369 w 1681861"/>
                <a:gd name="connsiteY29" fmla="*/ 806814 h 1262109"/>
                <a:gd name="connsiteX30" fmla="*/ 198247 w 1681861"/>
                <a:gd name="connsiteY30" fmla="*/ 670924 h 1262109"/>
                <a:gd name="connsiteX31" fmla="*/ 101981 w 1681861"/>
                <a:gd name="connsiteY31" fmla="*/ 581008 h 1262109"/>
                <a:gd name="connsiteX32" fmla="*/ 175895 w 1681861"/>
                <a:gd name="connsiteY32" fmla="*/ 285606 h 1262109"/>
                <a:gd name="connsiteX33" fmla="*/ 379792 w 1681861"/>
                <a:gd name="connsiteY33" fmla="*/ 50048 h 1262109"/>
                <a:gd name="connsiteX34" fmla="*/ 672816 w 1681861"/>
                <a:gd name="connsiteY34" fmla="*/ 5278 h 1262109"/>
                <a:gd name="connsiteX35" fmla="*/ 972991 w 1681861"/>
                <a:gd name="connsiteY35" fmla="*/ 167838 h 1262109"/>
                <a:gd name="connsiteX36" fmla="*/ 1049655 w 1681861"/>
                <a:gd name="connsiteY36" fmla="*/ 304021 h 1262109"/>
                <a:gd name="connsiteX37" fmla="*/ 1114679 w 1681861"/>
                <a:gd name="connsiteY37" fmla="*/ 399271 h 1262109"/>
                <a:gd name="connsiteX38" fmla="*/ 1042924 w 1681861"/>
                <a:gd name="connsiteY38" fmla="*/ 629268 h 1262109"/>
                <a:gd name="connsiteX39" fmla="*/ 1025906 w 1681861"/>
                <a:gd name="connsiteY39" fmla="*/ 639174 h 1262109"/>
                <a:gd name="connsiteX40" fmla="*/ 832358 w 1681861"/>
                <a:gd name="connsiteY40" fmla="*/ 801734 h 1262109"/>
                <a:gd name="connsiteX41" fmla="*/ 1063879 w 1681861"/>
                <a:gd name="connsiteY41" fmla="*/ 931909 h 1262109"/>
                <a:gd name="connsiteX42" fmla="*/ 1164717 w 1681861"/>
                <a:gd name="connsiteY42" fmla="*/ 818879 h 1262109"/>
                <a:gd name="connsiteX43" fmla="*/ 1175385 w 1681861"/>
                <a:gd name="connsiteY43" fmla="*/ 730106 h 1262109"/>
                <a:gd name="connsiteX44" fmla="*/ 1226693 w 1681861"/>
                <a:gd name="connsiteY44" fmla="*/ 676766 h 1262109"/>
                <a:gd name="connsiteX45" fmla="*/ 1282700 w 1681861"/>
                <a:gd name="connsiteY45" fmla="*/ 694165 h 1262109"/>
                <a:gd name="connsiteX46" fmla="*/ 1388745 w 1681861"/>
                <a:gd name="connsiteY46" fmla="*/ 635237 h 1262109"/>
                <a:gd name="connsiteX47" fmla="*/ 1489583 w 1681861"/>
                <a:gd name="connsiteY47" fmla="*/ 679433 h 1262109"/>
                <a:gd name="connsiteX48" fmla="*/ 1083183 w 1681861"/>
                <a:gd name="connsiteY48" fmla="*/ 173592 h 1262109"/>
                <a:gd name="connsiteX49" fmla="*/ 1522730 w 1681861"/>
                <a:gd name="connsiteY49" fmla="*/ 120506 h 1262109"/>
                <a:gd name="connsiteX50" fmla="*/ 1567561 w 1681861"/>
                <a:gd name="connsiteY50" fmla="*/ 66023 h 1262109"/>
                <a:gd name="connsiteX51" fmla="*/ 378191 w 1681861"/>
                <a:gd name="connsiteY51" fmla="*/ 86782 h 1262109"/>
                <a:gd name="connsiteX52" fmla="*/ 198247 w 1681861"/>
                <a:gd name="connsiteY52" fmla="*/ 293353 h 1262109"/>
                <a:gd name="connsiteX53" fmla="*/ 221869 w 1681861"/>
                <a:gd name="connsiteY53" fmla="*/ 303767 h 1262109"/>
                <a:gd name="connsiteX54" fmla="*/ 262001 w 1681861"/>
                <a:gd name="connsiteY54" fmla="*/ 386952 h 1262109"/>
                <a:gd name="connsiteX55" fmla="*/ 231648 w 1681861"/>
                <a:gd name="connsiteY55" fmla="*/ 613266 h 1262109"/>
                <a:gd name="connsiteX56" fmla="*/ 196850 w 1681861"/>
                <a:gd name="connsiteY56" fmla="*/ 634094 h 1262109"/>
                <a:gd name="connsiteX57" fmla="*/ 310642 w 1681861"/>
                <a:gd name="connsiteY57" fmla="*/ 734805 h 1262109"/>
                <a:gd name="connsiteX58" fmla="*/ 735076 w 1681861"/>
                <a:gd name="connsiteY58" fmla="*/ 802115 h 1262109"/>
                <a:gd name="connsiteX59" fmla="*/ 985774 w 1681861"/>
                <a:gd name="connsiteY59" fmla="*/ 645143 h 1262109"/>
                <a:gd name="connsiteX60" fmla="*/ 991489 w 1681861"/>
                <a:gd name="connsiteY60" fmla="*/ 642857 h 1262109"/>
                <a:gd name="connsiteX61" fmla="*/ 941956 w 1681861"/>
                <a:gd name="connsiteY61" fmla="*/ 178366 h 1262109"/>
                <a:gd name="connsiteX62" fmla="*/ 655811 w 1681861"/>
                <a:gd name="connsiteY62" fmla="*/ 27037 h 1262109"/>
                <a:gd name="connsiteX63" fmla="*/ 372956 w 1681861"/>
                <a:gd name="connsiteY63" fmla="*/ 85525 h 1262109"/>
                <a:gd name="connsiteX64" fmla="*/ 1107186 w 1681861"/>
                <a:gd name="connsiteY64" fmla="*/ 179053 h 1262109"/>
                <a:gd name="connsiteX65" fmla="*/ 1107186 w 1681861"/>
                <a:gd name="connsiteY65" fmla="*/ 179053 h 1262109"/>
                <a:gd name="connsiteX66" fmla="*/ 161417 w 1681861"/>
                <a:gd name="connsiteY66" fmla="*/ 322309 h 1262109"/>
                <a:gd name="connsiteX67" fmla="*/ 114554 w 1681861"/>
                <a:gd name="connsiteY67" fmla="*/ 539479 h 1262109"/>
                <a:gd name="connsiteX68" fmla="*/ 182499 w 1681861"/>
                <a:gd name="connsiteY68" fmla="*/ 610980 h 1262109"/>
                <a:gd name="connsiteX69" fmla="*/ 224917 w 1681861"/>
                <a:gd name="connsiteY69" fmla="*/ 575420 h 1262109"/>
                <a:gd name="connsiteX70" fmla="*/ 224536 w 1681861"/>
                <a:gd name="connsiteY70" fmla="*/ 352408 h 1262109"/>
                <a:gd name="connsiteX71" fmla="*/ 161417 w 1681861"/>
                <a:gd name="connsiteY71" fmla="*/ 322309 h 1262109"/>
                <a:gd name="connsiteX72" fmla="*/ 1039622 w 1681861"/>
                <a:gd name="connsiteY72" fmla="*/ 318626 h 1262109"/>
                <a:gd name="connsiteX73" fmla="*/ 1037717 w 1681861"/>
                <a:gd name="connsiteY73" fmla="*/ 612250 h 1262109"/>
                <a:gd name="connsiteX74" fmla="*/ 1039622 w 1681861"/>
                <a:gd name="connsiteY74" fmla="*/ 318626 h 1262109"/>
                <a:gd name="connsiteX75" fmla="*/ 1648333 w 1681861"/>
                <a:gd name="connsiteY75" fmla="*/ 705468 h 1262109"/>
                <a:gd name="connsiteX76" fmla="*/ 1654810 w 1681861"/>
                <a:gd name="connsiteY76" fmla="*/ 553449 h 1262109"/>
                <a:gd name="connsiteX77" fmla="*/ 1655191 w 1681861"/>
                <a:gd name="connsiteY77" fmla="*/ 414765 h 1262109"/>
                <a:gd name="connsiteX78" fmla="*/ 1654683 w 1681861"/>
                <a:gd name="connsiteY78" fmla="*/ 326754 h 1262109"/>
                <a:gd name="connsiteX79" fmla="*/ 1371092 w 1681861"/>
                <a:gd name="connsiteY79" fmla="*/ 667114 h 1262109"/>
                <a:gd name="connsiteX80" fmla="*/ 1249807 w 1681861"/>
                <a:gd name="connsiteY80" fmla="*/ 778874 h 1262109"/>
                <a:gd name="connsiteX81" fmla="*/ 1261618 w 1681861"/>
                <a:gd name="connsiteY81" fmla="*/ 708516 h 1262109"/>
                <a:gd name="connsiteX82" fmla="*/ 1208151 w 1681861"/>
                <a:gd name="connsiteY82" fmla="*/ 720962 h 1262109"/>
                <a:gd name="connsiteX83" fmla="*/ 1338961 w 1681861"/>
                <a:gd name="connsiteY83" fmla="*/ 933433 h 1262109"/>
                <a:gd name="connsiteX84" fmla="*/ 1462913 w 1681861"/>
                <a:gd name="connsiteY84" fmla="*/ 687180 h 1262109"/>
                <a:gd name="connsiteX85" fmla="*/ 1387475 w 1681861"/>
                <a:gd name="connsiteY85" fmla="*/ 780144 h 1262109"/>
                <a:gd name="connsiteX86" fmla="*/ 1427988 w 1681861"/>
                <a:gd name="connsiteY86" fmla="*/ 674099 h 1262109"/>
                <a:gd name="connsiteX87" fmla="*/ 1371092 w 1681861"/>
                <a:gd name="connsiteY87" fmla="*/ 667114 h 1262109"/>
                <a:gd name="connsiteX88" fmla="*/ 1081532 w 1681861"/>
                <a:gd name="connsiteY88" fmla="*/ 949181 h 1262109"/>
                <a:gd name="connsiteX89" fmla="*/ 1025652 w 1681861"/>
                <a:gd name="connsiteY89" fmla="*/ 969882 h 1262109"/>
                <a:gd name="connsiteX90" fmla="*/ 1042035 w 1681861"/>
                <a:gd name="connsiteY90" fmla="*/ 945244 h 1262109"/>
                <a:gd name="connsiteX91" fmla="*/ 913638 w 1681861"/>
                <a:gd name="connsiteY91" fmla="*/ 867012 h 1262109"/>
                <a:gd name="connsiteX92" fmla="*/ 964057 w 1681861"/>
                <a:gd name="connsiteY92" fmla="*/ 1115932 h 1262109"/>
                <a:gd name="connsiteX93" fmla="*/ 1097915 w 1681861"/>
                <a:gd name="connsiteY93" fmla="*/ 1143491 h 1262109"/>
                <a:gd name="connsiteX94" fmla="*/ 1340866 w 1681861"/>
                <a:gd name="connsiteY94" fmla="*/ 962770 h 1262109"/>
                <a:gd name="connsiteX95" fmla="*/ 1181608 w 1681861"/>
                <a:gd name="connsiteY95" fmla="*/ 848216 h 1262109"/>
                <a:gd name="connsiteX96" fmla="*/ 1081532 w 1681861"/>
                <a:gd name="connsiteY96" fmla="*/ 949181 h 1262109"/>
                <a:gd name="connsiteX0" fmla="*/ 1592580 w 1681861"/>
                <a:gd name="connsiteY0" fmla="*/ 52180 h 1262109"/>
                <a:gd name="connsiteX1" fmla="*/ 1622933 w 1681861"/>
                <a:gd name="connsiteY1" fmla="*/ 158352 h 1262109"/>
                <a:gd name="connsiteX2" fmla="*/ 1559179 w 1681861"/>
                <a:gd name="connsiteY2" fmla="*/ 185657 h 1262109"/>
                <a:gd name="connsiteX3" fmla="*/ 1681861 w 1681861"/>
                <a:gd name="connsiteY3" fmla="*/ 330310 h 1262109"/>
                <a:gd name="connsiteX4" fmla="*/ 1681353 w 1681861"/>
                <a:gd name="connsiteY4" fmla="*/ 674353 h 1262109"/>
                <a:gd name="connsiteX5" fmla="*/ 1657731 w 1681861"/>
                <a:gd name="connsiteY5" fmla="*/ 744584 h 1262109"/>
                <a:gd name="connsiteX6" fmla="*/ 1517142 w 1681861"/>
                <a:gd name="connsiteY6" fmla="*/ 751569 h 1262109"/>
                <a:gd name="connsiteX7" fmla="*/ 1383030 w 1681861"/>
                <a:gd name="connsiteY7" fmla="*/ 957436 h 1262109"/>
                <a:gd name="connsiteX8" fmla="*/ 1096137 w 1681861"/>
                <a:gd name="connsiteY8" fmla="*/ 1169780 h 1262109"/>
                <a:gd name="connsiteX9" fmla="*/ 969010 w 1681861"/>
                <a:gd name="connsiteY9" fmla="*/ 1147936 h 1262109"/>
                <a:gd name="connsiteX10" fmla="*/ 968375 w 1681861"/>
                <a:gd name="connsiteY10" fmla="*/ 1244710 h 1262109"/>
                <a:gd name="connsiteX11" fmla="*/ 957580 w 1681861"/>
                <a:gd name="connsiteY11" fmla="*/ 1257410 h 1262109"/>
                <a:gd name="connsiteX12" fmla="*/ 942721 w 1681861"/>
                <a:gd name="connsiteY12" fmla="*/ 1254616 h 1262109"/>
                <a:gd name="connsiteX13" fmla="*/ 940562 w 1681861"/>
                <a:gd name="connsiteY13" fmla="*/ 1151111 h 1262109"/>
                <a:gd name="connsiteX14" fmla="*/ 914908 w 1681861"/>
                <a:gd name="connsiteY14" fmla="*/ 951340 h 1262109"/>
                <a:gd name="connsiteX15" fmla="*/ 854202 w 1681861"/>
                <a:gd name="connsiteY15" fmla="*/ 838310 h 1262109"/>
                <a:gd name="connsiteX16" fmla="*/ 678561 w 1681861"/>
                <a:gd name="connsiteY16" fmla="*/ 832214 h 1262109"/>
                <a:gd name="connsiteX17" fmla="*/ 448437 w 1681861"/>
                <a:gd name="connsiteY17" fmla="*/ 814180 h 1262109"/>
                <a:gd name="connsiteX18" fmla="*/ 402209 w 1681861"/>
                <a:gd name="connsiteY18" fmla="*/ 837040 h 1262109"/>
                <a:gd name="connsiteX19" fmla="*/ 338963 w 1681861"/>
                <a:gd name="connsiteY19" fmla="*/ 857106 h 1262109"/>
                <a:gd name="connsiteX20" fmla="*/ 376047 w 1681861"/>
                <a:gd name="connsiteY20" fmla="*/ 952483 h 1262109"/>
                <a:gd name="connsiteX21" fmla="*/ 342900 w 1681861"/>
                <a:gd name="connsiteY21" fmla="*/ 1084182 h 1262109"/>
                <a:gd name="connsiteX22" fmla="*/ 265811 w 1681861"/>
                <a:gd name="connsiteY22" fmla="*/ 1252838 h 1262109"/>
                <a:gd name="connsiteX23" fmla="*/ 240157 w 1681861"/>
                <a:gd name="connsiteY23" fmla="*/ 1256140 h 1262109"/>
                <a:gd name="connsiteX24" fmla="*/ 349377 w 1681861"/>
                <a:gd name="connsiteY24" fmla="*/ 970263 h 1262109"/>
                <a:gd name="connsiteX25" fmla="*/ 311531 w 1681861"/>
                <a:gd name="connsiteY25" fmla="*/ 868536 h 1262109"/>
                <a:gd name="connsiteX26" fmla="*/ 20955 w 1681861"/>
                <a:gd name="connsiteY26" fmla="*/ 1251568 h 1262109"/>
                <a:gd name="connsiteX27" fmla="*/ 0 w 1681861"/>
                <a:gd name="connsiteY27" fmla="*/ 1262109 h 1262109"/>
                <a:gd name="connsiteX28" fmla="*/ 133223 w 1681861"/>
                <a:gd name="connsiteY28" fmla="*/ 995790 h 1262109"/>
                <a:gd name="connsiteX29" fmla="*/ 412369 w 1681861"/>
                <a:gd name="connsiteY29" fmla="*/ 806814 h 1262109"/>
                <a:gd name="connsiteX30" fmla="*/ 198247 w 1681861"/>
                <a:gd name="connsiteY30" fmla="*/ 670924 h 1262109"/>
                <a:gd name="connsiteX31" fmla="*/ 101981 w 1681861"/>
                <a:gd name="connsiteY31" fmla="*/ 581008 h 1262109"/>
                <a:gd name="connsiteX32" fmla="*/ 175895 w 1681861"/>
                <a:gd name="connsiteY32" fmla="*/ 285606 h 1262109"/>
                <a:gd name="connsiteX33" fmla="*/ 379792 w 1681861"/>
                <a:gd name="connsiteY33" fmla="*/ 50048 h 1262109"/>
                <a:gd name="connsiteX34" fmla="*/ 672816 w 1681861"/>
                <a:gd name="connsiteY34" fmla="*/ 5278 h 1262109"/>
                <a:gd name="connsiteX35" fmla="*/ 972991 w 1681861"/>
                <a:gd name="connsiteY35" fmla="*/ 167838 h 1262109"/>
                <a:gd name="connsiteX36" fmla="*/ 1049655 w 1681861"/>
                <a:gd name="connsiteY36" fmla="*/ 304021 h 1262109"/>
                <a:gd name="connsiteX37" fmla="*/ 1114679 w 1681861"/>
                <a:gd name="connsiteY37" fmla="*/ 399271 h 1262109"/>
                <a:gd name="connsiteX38" fmla="*/ 1042924 w 1681861"/>
                <a:gd name="connsiteY38" fmla="*/ 629268 h 1262109"/>
                <a:gd name="connsiteX39" fmla="*/ 1025906 w 1681861"/>
                <a:gd name="connsiteY39" fmla="*/ 639174 h 1262109"/>
                <a:gd name="connsiteX40" fmla="*/ 832358 w 1681861"/>
                <a:gd name="connsiteY40" fmla="*/ 801734 h 1262109"/>
                <a:gd name="connsiteX41" fmla="*/ 1063879 w 1681861"/>
                <a:gd name="connsiteY41" fmla="*/ 931909 h 1262109"/>
                <a:gd name="connsiteX42" fmla="*/ 1164717 w 1681861"/>
                <a:gd name="connsiteY42" fmla="*/ 818879 h 1262109"/>
                <a:gd name="connsiteX43" fmla="*/ 1175385 w 1681861"/>
                <a:gd name="connsiteY43" fmla="*/ 730106 h 1262109"/>
                <a:gd name="connsiteX44" fmla="*/ 1226693 w 1681861"/>
                <a:gd name="connsiteY44" fmla="*/ 676766 h 1262109"/>
                <a:gd name="connsiteX45" fmla="*/ 1282700 w 1681861"/>
                <a:gd name="connsiteY45" fmla="*/ 694165 h 1262109"/>
                <a:gd name="connsiteX46" fmla="*/ 1388745 w 1681861"/>
                <a:gd name="connsiteY46" fmla="*/ 635237 h 1262109"/>
                <a:gd name="connsiteX47" fmla="*/ 1489583 w 1681861"/>
                <a:gd name="connsiteY47" fmla="*/ 679433 h 1262109"/>
                <a:gd name="connsiteX48" fmla="*/ 1083183 w 1681861"/>
                <a:gd name="connsiteY48" fmla="*/ 173592 h 1262109"/>
                <a:gd name="connsiteX49" fmla="*/ 1522730 w 1681861"/>
                <a:gd name="connsiteY49" fmla="*/ 120506 h 1262109"/>
                <a:gd name="connsiteX50" fmla="*/ 1567561 w 1681861"/>
                <a:gd name="connsiteY50" fmla="*/ 66023 h 1262109"/>
                <a:gd name="connsiteX51" fmla="*/ 378191 w 1681861"/>
                <a:gd name="connsiteY51" fmla="*/ 86782 h 1262109"/>
                <a:gd name="connsiteX52" fmla="*/ 198247 w 1681861"/>
                <a:gd name="connsiteY52" fmla="*/ 293353 h 1262109"/>
                <a:gd name="connsiteX53" fmla="*/ 221869 w 1681861"/>
                <a:gd name="connsiteY53" fmla="*/ 303767 h 1262109"/>
                <a:gd name="connsiteX54" fmla="*/ 262001 w 1681861"/>
                <a:gd name="connsiteY54" fmla="*/ 386952 h 1262109"/>
                <a:gd name="connsiteX55" fmla="*/ 231648 w 1681861"/>
                <a:gd name="connsiteY55" fmla="*/ 613266 h 1262109"/>
                <a:gd name="connsiteX56" fmla="*/ 196850 w 1681861"/>
                <a:gd name="connsiteY56" fmla="*/ 634094 h 1262109"/>
                <a:gd name="connsiteX57" fmla="*/ 310642 w 1681861"/>
                <a:gd name="connsiteY57" fmla="*/ 734805 h 1262109"/>
                <a:gd name="connsiteX58" fmla="*/ 735076 w 1681861"/>
                <a:gd name="connsiteY58" fmla="*/ 802115 h 1262109"/>
                <a:gd name="connsiteX59" fmla="*/ 985774 w 1681861"/>
                <a:gd name="connsiteY59" fmla="*/ 645143 h 1262109"/>
                <a:gd name="connsiteX60" fmla="*/ 991489 w 1681861"/>
                <a:gd name="connsiteY60" fmla="*/ 642857 h 1262109"/>
                <a:gd name="connsiteX61" fmla="*/ 941956 w 1681861"/>
                <a:gd name="connsiteY61" fmla="*/ 178366 h 1262109"/>
                <a:gd name="connsiteX62" fmla="*/ 655811 w 1681861"/>
                <a:gd name="connsiteY62" fmla="*/ 27037 h 1262109"/>
                <a:gd name="connsiteX63" fmla="*/ 372956 w 1681861"/>
                <a:gd name="connsiteY63" fmla="*/ 85525 h 1262109"/>
                <a:gd name="connsiteX64" fmla="*/ 161417 w 1681861"/>
                <a:gd name="connsiteY64" fmla="*/ 322309 h 1262109"/>
                <a:gd name="connsiteX65" fmla="*/ 114554 w 1681861"/>
                <a:gd name="connsiteY65" fmla="*/ 539479 h 1262109"/>
                <a:gd name="connsiteX66" fmla="*/ 182499 w 1681861"/>
                <a:gd name="connsiteY66" fmla="*/ 610980 h 1262109"/>
                <a:gd name="connsiteX67" fmla="*/ 224917 w 1681861"/>
                <a:gd name="connsiteY67" fmla="*/ 575420 h 1262109"/>
                <a:gd name="connsiteX68" fmla="*/ 224536 w 1681861"/>
                <a:gd name="connsiteY68" fmla="*/ 352408 h 1262109"/>
                <a:gd name="connsiteX69" fmla="*/ 161417 w 1681861"/>
                <a:gd name="connsiteY69" fmla="*/ 322309 h 1262109"/>
                <a:gd name="connsiteX70" fmla="*/ 1039622 w 1681861"/>
                <a:gd name="connsiteY70" fmla="*/ 318626 h 1262109"/>
                <a:gd name="connsiteX71" fmla="*/ 1037717 w 1681861"/>
                <a:gd name="connsiteY71" fmla="*/ 612250 h 1262109"/>
                <a:gd name="connsiteX72" fmla="*/ 1039622 w 1681861"/>
                <a:gd name="connsiteY72" fmla="*/ 318626 h 1262109"/>
                <a:gd name="connsiteX73" fmla="*/ 1648333 w 1681861"/>
                <a:gd name="connsiteY73" fmla="*/ 705468 h 1262109"/>
                <a:gd name="connsiteX74" fmla="*/ 1654810 w 1681861"/>
                <a:gd name="connsiteY74" fmla="*/ 553449 h 1262109"/>
                <a:gd name="connsiteX75" fmla="*/ 1655191 w 1681861"/>
                <a:gd name="connsiteY75" fmla="*/ 414765 h 1262109"/>
                <a:gd name="connsiteX76" fmla="*/ 1654683 w 1681861"/>
                <a:gd name="connsiteY76" fmla="*/ 326754 h 1262109"/>
                <a:gd name="connsiteX77" fmla="*/ 1371092 w 1681861"/>
                <a:gd name="connsiteY77" fmla="*/ 667114 h 1262109"/>
                <a:gd name="connsiteX78" fmla="*/ 1249807 w 1681861"/>
                <a:gd name="connsiteY78" fmla="*/ 778874 h 1262109"/>
                <a:gd name="connsiteX79" fmla="*/ 1261618 w 1681861"/>
                <a:gd name="connsiteY79" fmla="*/ 708516 h 1262109"/>
                <a:gd name="connsiteX80" fmla="*/ 1208151 w 1681861"/>
                <a:gd name="connsiteY80" fmla="*/ 720962 h 1262109"/>
                <a:gd name="connsiteX81" fmla="*/ 1338961 w 1681861"/>
                <a:gd name="connsiteY81" fmla="*/ 933433 h 1262109"/>
                <a:gd name="connsiteX82" fmla="*/ 1462913 w 1681861"/>
                <a:gd name="connsiteY82" fmla="*/ 687180 h 1262109"/>
                <a:gd name="connsiteX83" fmla="*/ 1387475 w 1681861"/>
                <a:gd name="connsiteY83" fmla="*/ 780144 h 1262109"/>
                <a:gd name="connsiteX84" fmla="*/ 1427988 w 1681861"/>
                <a:gd name="connsiteY84" fmla="*/ 674099 h 1262109"/>
                <a:gd name="connsiteX85" fmla="*/ 1371092 w 1681861"/>
                <a:gd name="connsiteY85" fmla="*/ 667114 h 1262109"/>
                <a:gd name="connsiteX86" fmla="*/ 1081532 w 1681861"/>
                <a:gd name="connsiteY86" fmla="*/ 949181 h 1262109"/>
                <a:gd name="connsiteX87" fmla="*/ 1025652 w 1681861"/>
                <a:gd name="connsiteY87" fmla="*/ 969882 h 1262109"/>
                <a:gd name="connsiteX88" fmla="*/ 1042035 w 1681861"/>
                <a:gd name="connsiteY88" fmla="*/ 945244 h 1262109"/>
                <a:gd name="connsiteX89" fmla="*/ 913638 w 1681861"/>
                <a:gd name="connsiteY89" fmla="*/ 867012 h 1262109"/>
                <a:gd name="connsiteX90" fmla="*/ 964057 w 1681861"/>
                <a:gd name="connsiteY90" fmla="*/ 1115932 h 1262109"/>
                <a:gd name="connsiteX91" fmla="*/ 1097915 w 1681861"/>
                <a:gd name="connsiteY91" fmla="*/ 1143491 h 1262109"/>
                <a:gd name="connsiteX92" fmla="*/ 1340866 w 1681861"/>
                <a:gd name="connsiteY92" fmla="*/ 962770 h 1262109"/>
                <a:gd name="connsiteX93" fmla="*/ 1181608 w 1681861"/>
                <a:gd name="connsiteY93" fmla="*/ 848216 h 1262109"/>
                <a:gd name="connsiteX94" fmla="*/ 1081532 w 1681861"/>
                <a:gd name="connsiteY94" fmla="*/ 949181 h 1262109"/>
                <a:gd name="connsiteX0" fmla="*/ 1592580 w 1681861"/>
                <a:gd name="connsiteY0" fmla="*/ 52180 h 1262109"/>
                <a:gd name="connsiteX1" fmla="*/ 1622933 w 1681861"/>
                <a:gd name="connsiteY1" fmla="*/ 158352 h 1262109"/>
                <a:gd name="connsiteX2" fmla="*/ 1559179 w 1681861"/>
                <a:gd name="connsiteY2" fmla="*/ 185657 h 1262109"/>
                <a:gd name="connsiteX3" fmla="*/ 1681861 w 1681861"/>
                <a:gd name="connsiteY3" fmla="*/ 330310 h 1262109"/>
                <a:gd name="connsiteX4" fmla="*/ 1681353 w 1681861"/>
                <a:gd name="connsiteY4" fmla="*/ 674353 h 1262109"/>
                <a:gd name="connsiteX5" fmla="*/ 1657731 w 1681861"/>
                <a:gd name="connsiteY5" fmla="*/ 744584 h 1262109"/>
                <a:gd name="connsiteX6" fmla="*/ 1517142 w 1681861"/>
                <a:gd name="connsiteY6" fmla="*/ 751569 h 1262109"/>
                <a:gd name="connsiteX7" fmla="*/ 1383030 w 1681861"/>
                <a:gd name="connsiteY7" fmla="*/ 957436 h 1262109"/>
                <a:gd name="connsiteX8" fmla="*/ 1096137 w 1681861"/>
                <a:gd name="connsiteY8" fmla="*/ 1169780 h 1262109"/>
                <a:gd name="connsiteX9" fmla="*/ 969010 w 1681861"/>
                <a:gd name="connsiteY9" fmla="*/ 1147936 h 1262109"/>
                <a:gd name="connsiteX10" fmla="*/ 968375 w 1681861"/>
                <a:gd name="connsiteY10" fmla="*/ 1244710 h 1262109"/>
                <a:gd name="connsiteX11" fmla="*/ 957580 w 1681861"/>
                <a:gd name="connsiteY11" fmla="*/ 1257410 h 1262109"/>
                <a:gd name="connsiteX12" fmla="*/ 942721 w 1681861"/>
                <a:gd name="connsiteY12" fmla="*/ 1254616 h 1262109"/>
                <a:gd name="connsiteX13" fmla="*/ 940562 w 1681861"/>
                <a:gd name="connsiteY13" fmla="*/ 1151111 h 1262109"/>
                <a:gd name="connsiteX14" fmla="*/ 914908 w 1681861"/>
                <a:gd name="connsiteY14" fmla="*/ 951340 h 1262109"/>
                <a:gd name="connsiteX15" fmla="*/ 854202 w 1681861"/>
                <a:gd name="connsiteY15" fmla="*/ 838310 h 1262109"/>
                <a:gd name="connsiteX16" fmla="*/ 678561 w 1681861"/>
                <a:gd name="connsiteY16" fmla="*/ 832214 h 1262109"/>
                <a:gd name="connsiteX17" fmla="*/ 448437 w 1681861"/>
                <a:gd name="connsiteY17" fmla="*/ 814180 h 1262109"/>
                <a:gd name="connsiteX18" fmla="*/ 402209 w 1681861"/>
                <a:gd name="connsiteY18" fmla="*/ 837040 h 1262109"/>
                <a:gd name="connsiteX19" fmla="*/ 338963 w 1681861"/>
                <a:gd name="connsiteY19" fmla="*/ 857106 h 1262109"/>
                <a:gd name="connsiteX20" fmla="*/ 376047 w 1681861"/>
                <a:gd name="connsiteY20" fmla="*/ 952483 h 1262109"/>
                <a:gd name="connsiteX21" fmla="*/ 342900 w 1681861"/>
                <a:gd name="connsiteY21" fmla="*/ 1084182 h 1262109"/>
                <a:gd name="connsiteX22" fmla="*/ 265811 w 1681861"/>
                <a:gd name="connsiteY22" fmla="*/ 1252838 h 1262109"/>
                <a:gd name="connsiteX23" fmla="*/ 240157 w 1681861"/>
                <a:gd name="connsiteY23" fmla="*/ 1256140 h 1262109"/>
                <a:gd name="connsiteX24" fmla="*/ 349377 w 1681861"/>
                <a:gd name="connsiteY24" fmla="*/ 970263 h 1262109"/>
                <a:gd name="connsiteX25" fmla="*/ 311531 w 1681861"/>
                <a:gd name="connsiteY25" fmla="*/ 868536 h 1262109"/>
                <a:gd name="connsiteX26" fmla="*/ 20955 w 1681861"/>
                <a:gd name="connsiteY26" fmla="*/ 1251568 h 1262109"/>
                <a:gd name="connsiteX27" fmla="*/ 0 w 1681861"/>
                <a:gd name="connsiteY27" fmla="*/ 1262109 h 1262109"/>
                <a:gd name="connsiteX28" fmla="*/ 133223 w 1681861"/>
                <a:gd name="connsiteY28" fmla="*/ 995790 h 1262109"/>
                <a:gd name="connsiteX29" fmla="*/ 412369 w 1681861"/>
                <a:gd name="connsiteY29" fmla="*/ 806814 h 1262109"/>
                <a:gd name="connsiteX30" fmla="*/ 198247 w 1681861"/>
                <a:gd name="connsiteY30" fmla="*/ 670924 h 1262109"/>
                <a:gd name="connsiteX31" fmla="*/ 101981 w 1681861"/>
                <a:gd name="connsiteY31" fmla="*/ 581008 h 1262109"/>
                <a:gd name="connsiteX32" fmla="*/ 175895 w 1681861"/>
                <a:gd name="connsiteY32" fmla="*/ 285606 h 1262109"/>
                <a:gd name="connsiteX33" fmla="*/ 379792 w 1681861"/>
                <a:gd name="connsiteY33" fmla="*/ 50048 h 1262109"/>
                <a:gd name="connsiteX34" fmla="*/ 672816 w 1681861"/>
                <a:gd name="connsiteY34" fmla="*/ 5278 h 1262109"/>
                <a:gd name="connsiteX35" fmla="*/ 972991 w 1681861"/>
                <a:gd name="connsiteY35" fmla="*/ 167838 h 1262109"/>
                <a:gd name="connsiteX36" fmla="*/ 1049655 w 1681861"/>
                <a:gd name="connsiteY36" fmla="*/ 304021 h 1262109"/>
                <a:gd name="connsiteX37" fmla="*/ 1114679 w 1681861"/>
                <a:gd name="connsiteY37" fmla="*/ 399271 h 1262109"/>
                <a:gd name="connsiteX38" fmla="*/ 1042924 w 1681861"/>
                <a:gd name="connsiteY38" fmla="*/ 629268 h 1262109"/>
                <a:gd name="connsiteX39" fmla="*/ 1025906 w 1681861"/>
                <a:gd name="connsiteY39" fmla="*/ 639174 h 1262109"/>
                <a:gd name="connsiteX40" fmla="*/ 832358 w 1681861"/>
                <a:gd name="connsiteY40" fmla="*/ 801734 h 1262109"/>
                <a:gd name="connsiteX41" fmla="*/ 1063879 w 1681861"/>
                <a:gd name="connsiteY41" fmla="*/ 931909 h 1262109"/>
                <a:gd name="connsiteX42" fmla="*/ 1164717 w 1681861"/>
                <a:gd name="connsiteY42" fmla="*/ 818879 h 1262109"/>
                <a:gd name="connsiteX43" fmla="*/ 1175385 w 1681861"/>
                <a:gd name="connsiteY43" fmla="*/ 730106 h 1262109"/>
                <a:gd name="connsiteX44" fmla="*/ 1226693 w 1681861"/>
                <a:gd name="connsiteY44" fmla="*/ 676766 h 1262109"/>
                <a:gd name="connsiteX45" fmla="*/ 1282700 w 1681861"/>
                <a:gd name="connsiteY45" fmla="*/ 694165 h 1262109"/>
                <a:gd name="connsiteX46" fmla="*/ 1388745 w 1681861"/>
                <a:gd name="connsiteY46" fmla="*/ 635237 h 1262109"/>
                <a:gd name="connsiteX47" fmla="*/ 1489583 w 1681861"/>
                <a:gd name="connsiteY47" fmla="*/ 679433 h 1262109"/>
                <a:gd name="connsiteX48" fmla="*/ 1522730 w 1681861"/>
                <a:gd name="connsiteY48" fmla="*/ 120506 h 1262109"/>
                <a:gd name="connsiteX49" fmla="*/ 1567561 w 1681861"/>
                <a:gd name="connsiteY49" fmla="*/ 66023 h 1262109"/>
                <a:gd name="connsiteX50" fmla="*/ 378191 w 1681861"/>
                <a:gd name="connsiteY50" fmla="*/ 86782 h 1262109"/>
                <a:gd name="connsiteX51" fmla="*/ 198247 w 1681861"/>
                <a:gd name="connsiteY51" fmla="*/ 293353 h 1262109"/>
                <a:gd name="connsiteX52" fmla="*/ 221869 w 1681861"/>
                <a:gd name="connsiteY52" fmla="*/ 303767 h 1262109"/>
                <a:gd name="connsiteX53" fmla="*/ 262001 w 1681861"/>
                <a:gd name="connsiteY53" fmla="*/ 386952 h 1262109"/>
                <a:gd name="connsiteX54" fmla="*/ 231648 w 1681861"/>
                <a:gd name="connsiteY54" fmla="*/ 613266 h 1262109"/>
                <a:gd name="connsiteX55" fmla="*/ 196850 w 1681861"/>
                <a:gd name="connsiteY55" fmla="*/ 634094 h 1262109"/>
                <a:gd name="connsiteX56" fmla="*/ 310642 w 1681861"/>
                <a:gd name="connsiteY56" fmla="*/ 734805 h 1262109"/>
                <a:gd name="connsiteX57" fmla="*/ 735076 w 1681861"/>
                <a:gd name="connsiteY57" fmla="*/ 802115 h 1262109"/>
                <a:gd name="connsiteX58" fmla="*/ 985774 w 1681861"/>
                <a:gd name="connsiteY58" fmla="*/ 645143 h 1262109"/>
                <a:gd name="connsiteX59" fmla="*/ 991489 w 1681861"/>
                <a:gd name="connsiteY59" fmla="*/ 642857 h 1262109"/>
                <a:gd name="connsiteX60" fmla="*/ 941956 w 1681861"/>
                <a:gd name="connsiteY60" fmla="*/ 178366 h 1262109"/>
                <a:gd name="connsiteX61" fmla="*/ 655811 w 1681861"/>
                <a:gd name="connsiteY61" fmla="*/ 27037 h 1262109"/>
                <a:gd name="connsiteX62" fmla="*/ 372956 w 1681861"/>
                <a:gd name="connsiteY62" fmla="*/ 85525 h 1262109"/>
                <a:gd name="connsiteX63" fmla="*/ 161417 w 1681861"/>
                <a:gd name="connsiteY63" fmla="*/ 322309 h 1262109"/>
                <a:gd name="connsiteX64" fmla="*/ 114554 w 1681861"/>
                <a:gd name="connsiteY64" fmla="*/ 539479 h 1262109"/>
                <a:gd name="connsiteX65" fmla="*/ 182499 w 1681861"/>
                <a:gd name="connsiteY65" fmla="*/ 610980 h 1262109"/>
                <a:gd name="connsiteX66" fmla="*/ 224917 w 1681861"/>
                <a:gd name="connsiteY66" fmla="*/ 575420 h 1262109"/>
                <a:gd name="connsiteX67" fmla="*/ 224536 w 1681861"/>
                <a:gd name="connsiteY67" fmla="*/ 352408 h 1262109"/>
                <a:gd name="connsiteX68" fmla="*/ 161417 w 1681861"/>
                <a:gd name="connsiteY68" fmla="*/ 322309 h 1262109"/>
                <a:gd name="connsiteX69" fmla="*/ 1039622 w 1681861"/>
                <a:gd name="connsiteY69" fmla="*/ 318626 h 1262109"/>
                <a:gd name="connsiteX70" fmla="*/ 1037717 w 1681861"/>
                <a:gd name="connsiteY70" fmla="*/ 612250 h 1262109"/>
                <a:gd name="connsiteX71" fmla="*/ 1039622 w 1681861"/>
                <a:gd name="connsiteY71" fmla="*/ 318626 h 1262109"/>
                <a:gd name="connsiteX72" fmla="*/ 1648333 w 1681861"/>
                <a:gd name="connsiteY72" fmla="*/ 705468 h 1262109"/>
                <a:gd name="connsiteX73" fmla="*/ 1654810 w 1681861"/>
                <a:gd name="connsiteY73" fmla="*/ 553449 h 1262109"/>
                <a:gd name="connsiteX74" fmla="*/ 1655191 w 1681861"/>
                <a:gd name="connsiteY74" fmla="*/ 414765 h 1262109"/>
                <a:gd name="connsiteX75" fmla="*/ 1654683 w 1681861"/>
                <a:gd name="connsiteY75" fmla="*/ 326754 h 1262109"/>
                <a:gd name="connsiteX76" fmla="*/ 1371092 w 1681861"/>
                <a:gd name="connsiteY76" fmla="*/ 667114 h 1262109"/>
                <a:gd name="connsiteX77" fmla="*/ 1249807 w 1681861"/>
                <a:gd name="connsiteY77" fmla="*/ 778874 h 1262109"/>
                <a:gd name="connsiteX78" fmla="*/ 1261618 w 1681861"/>
                <a:gd name="connsiteY78" fmla="*/ 708516 h 1262109"/>
                <a:gd name="connsiteX79" fmla="*/ 1208151 w 1681861"/>
                <a:gd name="connsiteY79" fmla="*/ 720962 h 1262109"/>
                <a:gd name="connsiteX80" fmla="*/ 1338961 w 1681861"/>
                <a:gd name="connsiteY80" fmla="*/ 933433 h 1262109"/>
                <a:gd name="connsiteX81" fmla="*/ 1462913 w 1681861"/>
                <a:gd name="connsiteY81" fmla="*/ 687180 h 1262109"/>
                <a:gd name="connsiteX82" fmla="*/ 1387475 w 1681861"/>
                <a:gd name="connsiteY82" fmla="*/ 780144 h 1262109"/>
                <a:gd name="connsiteX83" fmla="*/ 1427988 w 1681861"/>
                <a:gd name="connsiteY83" fmla="*/ 674099 h 1262109"/>
                <a:gd name="connsiteX84" fmla="*/ 1371092 w 1681861"/>
                <a:gd name="connsiteY84" fmla="*/ 667114 h 1262109"/>
                <a:gd name="connsiteX85" fmla="*/ 1081532 w 1681861"/>
                <a:gd name="connsiteY85" fmla="*/ 949181 h 1262109"/>
                <a:gd name="connsiteX86" fmla="*/ 1025652 w 1681861"/>
                <a:gd name="connsiteY86" fmla="*/ 969882 h 1262109"/>
                <a:gd name="connsiteX87" fmla="*/ 1042035 w 1681861"/>
                <a:gd name="connsiteY87" fmla="*/ 945244 h 1262109"/>
                <a:gd name="connsiteX88" fmla="*/ 913638 w 1681861"/>
                <a:gd name="connsiteY88" fmla="*/ 867012 h 1262109"/>
                <a:gd name="connsiteX89" fmla="*/ 964057 w 1681861"/>
                <a:gd name="connsiteY89" fmla="*/ 1115932 h 1262109"/>
                <a:gd name="connsiteX90" fmla="*/ 1097915 w 1681861"/>
                <a:gd name="connsiteY90" fmla="*/ 1143491 h 1262109"/>
                <a:gd name="connsiteX91" fmla="*/ 1340866 w 1681861"/>
                <a:gd name="connsiteY91" fmla="*/ 962770 h 1262109"/>
                <a:gd name="connsiteX92" fmla="*/ 1181608 w 1681861"/>
                <a:gd name="connsiteY92" fmla="*/ 848216 h 1262109"/>
                <a:gd name="connsiteX93" fmla="*/ 1081532 w 1681861"/>
                <a:gd name="connsiteY93" fmla="*/ 949181 h 1262109"/>
                <a:gd name="connsiteX0" fmla="*/ 1622933 w 1681861"/>
                <a:gd name="connsiteY0" fmla="*/ 158352 h 1262109"/>
                <a:gd name="connsiteX1" fmla="*/ 1559179 w 1681861"/>
                <a:gd name="connsiteY1" fmla="*/ 185657 h 1262109"/>
                <a:gd name="connsiteX2" fmla="*/ 1681861 w 1681861"/>
                <a:gd name="connsiteY2" fmla="*/ 330310 h 1262109"/>
                <a:gd name="connsiteX3" fmla="*/ 1681353 w 1681861"/>
                <a:gd name="connsiteY3" fmla="*/ 674353 h 1262109"/>
                <a:gd name="connsiteX4" fmla="*/ 1657731 w 1681861"/>
                <a:gd name="connsiteY4" fmla="*/ 744584 h 1262109"/>
                <a:gd name="connsiteX5" fmla="*/ 1517142 w 1681861"/>
                <a:gd name="connsiteY5" fmla="*/ 751569 h 1262109"/>
                <a:gd name="connsiteX6" fmla="*/ 1383030 w 1681861"/>
                <a:gd name="connsiteY6" fmla="*/ 957436 h 1262109"/>
                <a:gd name="connsiteX7" fmla="*/ 1096137 w 1681861"/>
                <a:gd name="connsiteY7" fmla="*/ 1169780 h 1262109"/>
                <a:gd name="connsiteX8" fmla="*/ 969010 w 1681861"/>
                <a:gd name="connsiteY8" fmla="*/ 1147936 h 1262109"/>
                <a:gd name="connsiteX9" fmla="*/ 968375 w 1681861"/>
                <a:gd name="connsiteY9" fmla="*/ 1244710 h 1262109"/>
                <a:gd name="connsiteX10" fmla="*/ 957580 w 1681861"/>
                <a:gd name="connsiteY10" fmla="*/ 1257410 h 1262109"/>
                <a:gd name="connsiteX11" fmla="*/ 942721 w 1681861"/>
                <a:gd name="connsiteY11" fmla="*/ 1254616 h 1262109"/>
                <a:gd name="connsiteX12" fmla="*/ 940562 w 1681861"/>
                <a:gd name="connsiteY12" fmla="*/ 1151111 h 1262109"/>
                <a:gd name="connsiteX13" fmla="*/ 914908 w 1681861"/>
                <a:gd name="connsiteY13" fmla="*/ 951340 h 1262109"/>
                <a:gd name="connsiteX14" fmla="*/ 854202 w 1681861"/>
                <a:gd name="connsiteY14" fmla="*/ 838310 h 1262109"/>
                <a:gd name="connsiteX15" fmla="*/ 678561 w 1681861"/>
                <a:gd name="connsiteY15" fmla="*/ 832214 h 1262109"/>
                <a:gd name="connsiteX16" fmla="*/ 448437 w 1681861"/>
                <a:gd name="connsiteY16" fmla="*/ 814180 h 1262109"/>
                <a:gd name="connsiteX17" fmla="*/ 402209 w 1681861"/>
                <a:gd name="connsiteY17" fmla="*/ 837040 h 1262109"/>
                <a:gd name="connsiteX18" fmla="*/ 338963 w 1681861"/>
                <a:gd name="connsiteY18" fmla="*/ 857106 h 1262109"/>
                <a:gd name="connsiteX19" fmla="*/ 376047 w 1681861"/>
                <a:gd name="connsiteY19" fmla="*/ 952483 h 1262109"/>
                <a:gd name="connsiteX20" fmla="*/ 342900 w 1681861"/>
                <a:gd name="connsiteY20" fmla="*/ 1084182 h 1262109"/>
                <a:gd name="connsiteX21" fmla="*/ 265811 w 1681861"/>
                <a:gd name="connsiteY21" fmla="*/ 1252838 h 1262109"/>
                <a:gd name="connsiteX22" fmla="*/ 240157 w 1681861"/>
                <a:gd name="connsiteY22" fmla="*/ 1256140 h 1262109"/>
                <a:gd name="connsiteX23" fmla="*/ 349377 w 1681861"/>
                <a:gd name="connsiteY23" fmla="*/ 970263 h 1262109"/>
                <a:gd name="connsiteX24" fmla="*/ 311531 w 1681861"/>
                <a:gd name="connsiteY24" fmla="*/ 868536 h 1262109"/>
                <a:gd name="connsiteX25" fmla="*/ 20955 w 1681861"/>
                <a:gd name="connsiteY25" fmla="*/ 1251568 h 1262109"/>
                <a:gd name="connsiteX26" fmla="*/ 0 w 1681861"/>
                <a:gd name="connsiteY26" fmla="*/ 1262109 h 1262109"/>
                <a:gd name="connsiteX27" fmla="*/ 133223 w 1681861"/>
                <a:gd name="connsiteY27" fmla="*/ 995790 h 1262109"/>
                <a:gd name="connsiteX28" fmla="*/ 412369 w 1681861"/>
                <a:gd name="connsiteY28" fmla="*/ 806814 h 1262109"/>
                <a:gd name="connsiteX29" fmla="*/ 198247 w 1681861"/>
                <a:gd name="connsiteY29" fmla="*/ 670924 h 1262109"/>
                <a:gd name="connsiteX30" fmla="*/ 101981 w 1681861"/>
                <a:gd name="connsiteY30" fmla="*/ 581008 h 1262109"/>
                <a:gd name="connsiteX31" fmla="*/ 175895 w 1681861"/>
                <a:gd name="connsiteY31" fmla="*/ 285606 h 1262109"/>
                <a:gd name="connsiteX32" fmla="*/ 379792 w 1681861"/>
                <a:gd name="connsiteY32" fmla="*/ 50048 h 1262109"/>
                <a:gd name="connsiteX33" fmla="*/ 672816 w 1681861"/>
                <a:gd name="connsiteY33" fmla="*/ 5278 h 1262109"/>
                <a:gd name="connsiteX34" fmla="*/ 972991 w 1681861"/>
                <a:gd name="connsiteY34" fmla="*/ 167838 h 1262109"/>
                <a:gd name="connsiteX35" fmla="*/ 1049655 w 1681861"/>
                <a:gd name="connsiteY35" fmla="*/ 304021 h 1262109"/>
                <a:gd name="connsiteX36" fmla="*/ 1114679 w 1681861"/>
                <a:gd name="connsiteY36" fmla="*/ 399271 h 1262109"/>
                <a:gd name="connsiteX37" fmla="*/ 1042924 w 1681861"/>
                <a:gd name="connsiteY37" fmla="*/ 629268 h 1262109"/>
                <a:gd name="connsiteX38" fmla="*/ 1025906 w 1681861"/>
                <a:gd name="connsiteY38" fmla="*/ 639174 h 1262109"/>
                <a:gd name="connsiteX39" fmla="*/ 832358 w 1681861"/>
                <a:gd name="connsiteY39" fmla="*/ 801734 h 1262109"/>
                <a:gd name="connsiteX40" fmla="*/ 1063879 w 1681861"/>
                <a:gd name="connsiteY40" fmla="*/ 931909 h 1262109"/>
                <a:gd name="connsiteX41" fmla="*/ 1164717 w 1681861"/>
                <a:gd name="connsiteY41" fmla="*/ 818879 h 1262109"/>
                <a:gd name="connsiteX42" fmla="*/ 1175385 w 1681861"/>
                <a:gd name="connsiteY42" fmla="*/ 730106 h 1262109"/>
                <a:gd name="connsiteX43" fmla="*/ 1226693 w 1681861"/>
                <a:gd name="connsiteY43" fmla="*/ 676766 h 1262109"/>
                <a:gd name="connsiteX44" fmla="*/ 1282700 w 1681861"/>
                <a:gd name="connsiteY44" fmla="*/ 694165 h 1262109"/>
                <a:gd name="connsiteX45" fmla="*/ 1388745 w 1681861"/>
                <a:gd name="connsiteY45" fmla="*/ 635237 h 1262109"/>
                <a:gd name="connsiteX46" fmla="*/ 1489583 w 1681861"/>
                <a:gd name="connsiteY46" fmla="*/ 679433 h 1262109"/>
                <a:gd name="connsiteX47" fmla="*/ 1522730 w 1681861"/>
                <a:gd name="connsiteY47" fmla="*/ 120506 h 1262109"/>
                <a:gd name="connsiteX48" fmla="*/ 1567561 w 1681861"/>
                <a:gd name="connsiteY48" fmla="*/ 66023 h 1262109"/>
                <a:gd name="connsiteX49" fmla="*/ 378191 w 1681861"/>
                <a:gd name="connsiteY49" fmla="*/ 86782 h 1262109"/>
                <a:gd name="connsiteX50" fmla="*/ 198247 w 1681861"/>
                <a:gd name="connsiteY50" fmla="*/ 293353 h 1262109"/>
                <a:gd name="connsiteX51" fmla="*/ 221869 w 1681861"/>
                <a:gd name="connsiteY51" fmla="*/ 303767 h 1262109"/>
                <a:gd name="connsiteX52" fmla="*/ 262001 w 1681861"/>
                <a:gd name="connsiteY52" fmla="*/ 386952 h 1262109"/>
                <a:gd name="connsiteX53" fmla="*/ 231648 w 1681861"/>
                <a:gd name="connsiteY53" fmla="*/ 613266 h 1262109"/>
                <a:gd name="connsiteX54" fmla="*/ 196850 w 1681861"/>
                <a:gd name="connsiteY54" fmla="*/ 634094 h 1262109"/>
                <a:gd name="connsiteX55" fmla="*/ 310642 w 1681861"/>
                <a:gd name="connsiteY55" fmla="*/ 734805 h 1262109"/>
                <a:gd name="connsiteX56" fmla="*/ 735076 w 1681861"/>
                <a:gd name="connsiteY56" fmla="*/ 802115 h 1262109"/>
                <a:gd name="connsiteX57" fmla="*/ 985774 w 1681861"/>
                <a:gd name="connsiteY57" fmla="*/ 645143 h 1262109"/>
                <a:gd name="connsiteX58" fmla="*/ 991489 w 1681861"/>
                <a:gd name="connsiteY58" fmla="*/ 642857 h 1262109"/>
                <a:gd name="connsiteX59" fmla="*/ 941956 w 1681861"/>
                <a:gd name="connsiteY59" fmla="*/ 178366 h 1262109"/>
                <a:gd name="connsiteX60" fmla="*/ 655811 w 1681861"/>
                <a:gd name="connsiteY60" fmla="*/ 27037 h 1262109"/>
                <a:gd name="connsiteX61" fmla="*/ 372956 w 1681861"/>
                <a:gd name="connsiteY61" fmla="*/ 85525 h 1262109"/>
                <a:gd name="connsiteX62" fmla="*/ 161417 w 1681861"/>
                <a:gd name="connsiteY62" fmla="*/ 322309 h 1262109"/>
                <a:gd name="connsiteX63" fmla="*/ 114554 w 1681861"/>
                <a:gd name="connsiteY63" fmla="*/ 539479 h 1262109"/>
                <a:gd name="connsiteX64" fmla="*/ 182499 w 1681861"/>
                <a:gd name="connsiteY64" fmla="*/ 610980 h 1262109"/>
                <a:gd name="connsiteX65" fmla="*/ 224917 w 1681861"/>
                <a:gd name="connsiteY65" fmla="*/ 575420 h 1262109"/>
                <a:gd name="connsiteX66" fmla="*/ 224536 w 1681861"/>
                <a:gd name="connsiteY66" fmla="*/ 352408 h 1262109"/>
                <a:gd name="connsiteX67" fmla="*/ 161417 w 1681861"/>
                <a:gd name="connsiteY67" fmla="*/ 322309 h 1262109"/>
                <a:gd name="connsiteX68" fmla="*/ 1039622 w 1681861"/>
                <a:gd name="connsiteY68" fmla="*/ 318626 h 1262109"/>
                <a:gd name="connsiteX69" fmla="*/ 1037717 w 1681861"/>
                <a:gd name="connsiteY69" fmla="*/ 612250 h 1262109"/>
                <a:gd name="connsiteX70" fmla="*/ 1039622 w 1681861"/>
                <a:gd name="connsiteY70" fmla="*/ 318626 h 1262109"/>
                <a:gd name="connsiteX71" fmla="*/ 1648333 w 1681861"/>
                <a:gd name="connsiteY71" fmla="*/ 705468 h 1262109"/>
                <a:gd name="connsiteX72" fmla="*/ 1654810 w 1681861"/>
                <a:gd name="connsiteY72" fmla="*/ 553449 h 1262109"/>
                <a:gd name="connsiteX73" fmla="*/ 1655191 w 1681861"/>
                <a:gd name="connsiteY73" fmla="*/ 414765 h 1262109"/>
                <a:gd name="connsiteX74" fmla="*/ 1654683 w 1681861"/>
                <a:gd name="connsiteY74" fmla="*/ 326754 h 1262109"/>
                <a:gd name="connsiteX75" fmla="*/ 1371092 w 1681861"/>
                <a:gd name="connsiteY75" fmla="*/ 667114 h 1262109"/>
                <a:gd name="connsiteX76" fmla="*/ 1249807 w 1681861"/>
                <a:gd name="connsiteY76" fmla="*/ 778874 h 1262109"/>
                <a:gd name="connsiteX77" fmla="*/ 1261618 w 1681861"/>
                <a:gd name="connsiteY77" fmla="*/ 708516 h 1262109"/>
                <a:gd name="connsiteX78" fmla="*/ 1208151 w 1681861"/>
                <a:gd name="connsiteY78" fmla="*/ 720962 h 1262109"/>
                <a:gd name="connsiteX79" fmla="*/ 1338961 w 1681861"/>
                <a:gd name="connsiteY79" fmla="*/ 933433 h 1262109"/>
                <a:gd name="connsiteX80" fmla="*/ 1462913 w 1681861"/>
                <a:gd name="connsiteY80" fmla="*/ 687180 h 1262109"/>
                <a:gd name="connsiteX81" fmla="*/ 1387475 w 1681861"/>
                <a:gd name="connsiteY81" fmla="*/ 780144 h 1262109"/>
                <a:gd name="connsiteX82" fmla="*/ 1427988 w 1681861"/>
                <a:gd name="connsiteY82" fmla="*/ 674099 h 1262109"/>
                <a:gd name="connsiteX83" fmla="*/ 1371092 w 1681861"/>
                <a:gd name="connsiteY83" fmla="*/ 667114 h 1262109"/>
                <a:gd name="connsiteX84" fmla="*/ 1081532 w 1681861"/>
                <a:gd name="connsiteY84" fmla="*/ 949181 h 1262109"/>
                <a:gd name="connsiteX85" fmla="*/ 1025652 w 1681861"/>
                <a:gd name="connsiteY85" fmla="*/ 969882 h 1262109"/>
                <a:gd name="connsiteX86" fmla="*/ 1042035 w 1681861"/>
                <a:gd name="connsiteY86" fmla="*/ 945244 h 1262109"/>
                <a:gd name="connsiteX87" fmla="*/ 913638 w 1681861"/>
                <a:gd name="connsiteY87" fmla="*/ 867012 h 1262109"/>
                <a:gd name="connsiteX88" fmla="*/ 964057 w 1681861"/>
                <a:gd name="connsiteY88" fmla="*/ 1115932 h 1262109"/>
                <a:gd name="connsiteX89" fmla="*/ 1097915 w 1681861"/>
                <a:gd name="connsiteY89" fmla="*/ 1143491 h 1262109"/>
                <a:gd name="connsiteX90" fmla="*/ 1340866 w 1681861"/>
                <a:gd name="connsiteY90" fmla="*/ 962770 h 1262109"/>
                <a:gd name="connsiteX91" fmla="*/ 1181608 w 1681861"/>
                <a:gd name="connsiteY91" fmla="*/ 848216 h 1262109"/>
                <a:gd name="connsiteX92" fmla="*/ 1081532 w 1681861"/>
                <a:gd name="connsiteY92" fmla="*/ 949181 h 1262109"/>
                <a:gd name="connsiteX0" fmla="*/ 1622933 w 1681861"/>
                <a:gd name="connsiteY0" fmla="*/ 158352 h 1262109"/>
                <a:gd name="connsiteX1" fmla="*/ 1559179 w 1681861"/>
                <a:gd name="connsiteY1" fmla="*/ 185657 h 1262109"/>
                <a:gd name="connsiteX2" fmla="*/ 1681861 w 1681861"/>
                <a:gd name="connsiteY2" fmla="*/ 330310 h 1262109"/>
                <a:gd name="connsiteX3" fmla="*/ 1681353 w 1681861"/>
                <a:gd name="connsiteY3" fmla="*/ 674353 h 1262109"/>
                <a:gd name="connsiteX4" fmla="*/ 1657731 w 1681861"/>
                <a:gd name="connsiteY4" fmla="*/ 744584 h 1262109"/>
                <a:gd name="connsiteX5" fmla="*/ 1517142 w 1681861"/>
                <a:gd name="connsiteY5" fmla="*/ 751569 h 1262109"/>
                <a:gd name="connsiteX6" fmla="*/ 1383030 w 1681861"/>
                <a:gd name="connsiteY6" fmla="*/ 957436 h 1262109"/>
                <a:gd name="connsiteX7" fmla="*/ 1096137 w 1681861"/>
                <a:gd name="connsiteY7" fmla="*/ 1169780 h 1262109"/>
                <a:gd name="connsiteX8" fmla="*/ 969010 w 1681861"/>
                <a:gd name="connsiteY8" fmla="*/ 1147936 h 1262109"/>
                <a:gd name="connsiteX9" fmla="*/ 968375 w 1681861"/>
                <a:gd name="connsiteY9" fmla="*/ 1244710 h 1262109"/>
                <a:gd name="connsiteX10" fmla="*/ 957580 w 1681861"/>
                <a:gd name="connsiteY10" fmla="*/ 1257410 h 1262109"/>
                <a:gd name="connsiteX11" fmla="*/ 942721 w 1681861"/>
                <a:gd name="connsiteY11" fmla="*/ 1254616 h 1262109"/>
                <a:gd name="connsiteX12" fmla="*/ 940562 w 1681861"/>
                <a:gd name="connsiteY12" fmla="*/ 1151111 h 1262109"/>
                <a:gd name="connsiteX13" fmla="*/ 914908 w 1681861"/>
                <a:gd name="connsiteY13" fmla="*/ 951340 h 1262109"/>
                <a:gd name="connsiteX14" fmla="*/ 854202 w 1681861"/>
                <a:gd name="connsiteY14" fmla="*/ 838310 h 1262109"/>
                <a:gd name="connsiteX15" fmla="*/ 678561 w 1681861"/>
                <a:gd name="connsiteY15" fmla="*/ 832214 h 1262109"/>
                <a:gd name="connsiteX16" fmla="*/ 448437 w 1681861"/>
                <a:gd name="connsiteY16" fmla="*/ 814180 h 1262109"/>
                <a:gd name="connsiteX17" fmla="*/ 402209 w 1681861"/>
                <a:gd name="connsiteY17" fmla="*/ 837040 h 1262109"/>
                <a:gd name="connsiteX18" fmla="*/ 338963 w 1681861"/>
                <a:gd name="connsiteY18" fmla="*/ 857106 h 1262109"/>
                <a:gd name="connsiteX19" fmla="*/ 376047 w 1681861"/>
                <a:gd name="connsiteY19" fmla="*/ 952483 h 1262109"/>
                <a:gd name="connsiteX20" fmla="*/ 342900 w 1681861"/>
                <a:gd name="connsiteY20" fmla="*/ 1084182 h 1262109"/>
                <a:gd name="connsiteX21" fmla="*/ 265811 w 1681861"/>
                <a:gd name="connsiteY21" fmla="*/ 1252838 h 1262109"/>
                <a:gd name="connsiteX22" fmla="*/ 240157 w 1681861"/>
                <a:gd name="connsiteY22" fmla="*/ 1256140 h 1262109"/>
                <a:gd name="connsiteX23" fmla="*/ 349377 w 1681861"/>
                <a:gd name="connsiteY23" fmla="*/ 970263 h 1262109"/>
                <a:gd name="connsiteX24" fmla="*/ 311531 w 1681861"/>
                <a:gd name="connsiteY24" fmla="*/ 868536 h 1262109"/>
                <a:gd name="connsiteX25" fmla="*/ 20955 w 1681861"/>
                <a:gd name="connsiteY25" fmla="*/ 1251568 h 1262109"/>
                <a:gd name="connsiteX26" fmla="*/ 0 w 1681861"/>
                <a:gd name="connsiteY26" fmla="*/ 1262109 h 1262109"/>
                <a:gd name="connsiteX27" fmla="*/ 133223 w 1681861"/>
                <a:gd name="connsiteY27" fmla="*/ 995790 h 1262109"/>
                <a:gd name="connsiteX28" fmla="*/ 412369 w 1681861"/>
                <a:gd name="connsiteY28" fmla="*/ 806814 h 1262109"/>
                <a:gd name="connsiteX29" fmla="*/ 198247 w 1681861"/>
                <a:gd name="connsiteY29" fmla="*/ 670924 h 1262109"/>
                <a:gd name="connsiteX30" fmla="*/ 101981 w 1681861"/>
                <a:gd name="connsiteY30" fmla="*/ 581008 h 1262109"/>
                <a:gd name="connsiteX31" fmla="*/ 175895 w 1681861"/>
                <a:gd name="connsiteY31" fmla="*/ 285606 h 1262109"/>
                <a:gd name="connsiteX32" fmla="*/ 379792 w 1681861"/>
                <a:gd name="connsiteY32" fmla="*/ 50048 h 1262109"/>
                <a:gd name="connsiteX33" fmla="*/ 672816 w 1681861"/>
                <a:gd name="connsiteY33" fmla="*/ 5278 h 1262109"/>
                <a:gd name="connsiteX34" fmla="*/ 972991 w 1681861"/>
                <a:gd name="connsiteY34" fmla="*/ 167838 h 1262109"/>
                <a:gd name="connsiteX35" fmla="*/ 1049655 w 1681861"/>
                <a:gd name="connsiteY35" fmla="*/ 304021 h 1262109"/>
                <a:gd name="connsiteX36" fmla="*/ 1114679 w 1681861"/>
                <a:gd name="connsiteY36" fmla="*/ 399271 h 1262109"/>
                <a:gd name="connsiteX37" fmla="*/ 1042924 w 1681861"/>
                <a:gd name="connsiteY37" fmla="*/ 629268 h 1262109"/>
                <a:gd name="connsiteX38" fmla="*/ 1025906 w 1681861"/>
                <a:gd name="connsiteY38" fmla="*/ 639174 h 1262109"/>
                <a:gd name="connsiteX39" fmla="*/ 832358 w 1681861"/>
                <a:gd name="connsiteY39" fmla="*/ 801734 h 1262109"/>
                <a:gd name="connsiteX40" fmla="*/ 1063879 w 1681861"/>
                <a:gd name="connsiteY40" fmla="*/ 931909 h 1262109"/>
                <a:gd name="connsiteX41" fmla="*/ 1164717 w 1681861"/>
                <a:gd name="connsiteY41" fmla="*/ 818879 h 1262109"/>
                <a:gd name="connsiteX42" fmla="*/ 1175385 w 1681861"/>
                <a:gd name="connsiteY42" fmla="*/ 730106 h 1262109"/>
                <a:gd name="connsiteX43" fmla="*/ 1226693 w 1681861"/>
                <a:gd name="connsiteY43" fmla="*/ 676766 h 1262109"/>
                <a:gd name="connsiteX44" fmla="*/ 1282700 w 1681861"/>
                <a:gd name="connsiteY44" fmla="*/ 694165 h 1262109"/>
                <a:gd name="connsiteX45" fmla="*/ 1388745 w 1681861"/>
                <a:gd name="connsiteY45" fmla="*/ 635237 h 1262109"/>
                <a:gd name="connsiteX46" fmla="*/ 1489583 w 1681861"/>
                <a:gd name="connsiteY46" fmla="*/ 679433 h 1262109"/>
                <a:gd name="connsiteX47" fmla="*/ 378191 w 1681861"/>
                <a:gd name="connsiteY47" fmla="*/ 86782 h 1262109"/>
                <a:gd name="connsiteX48" fmla="*/ 198247 w 1681861"/>
                <a:gd name="connsiteY48" fmla="*/ 293353 h 1262109"/>
                <a:gd name="connsiteX49" fmla="*/ 221869 w 1681861"/>
                <a:gd name="connsiteY49" fmla="*/ 303767 h 1262109"/>
                <a:gd name="connsiteX50" fmla="*/ 262001 w 1681861"/>
                <a:gd name="connsiteY50" fmla="*/ 386952 h 1262109"/>
                <a:gd name="connsiteX51" fmla="*/ 231648 w 1681861"/>
                <a:gd name="connsiteY51" fmla="*/ 613266 h 1262109"/>
                <a:gd name="connsiteX52" fmla="*/ 196850 w 1681861"/>
                <a:gd name="connsiteY52" fmla="*/ 634094 h 1262109"/>
                <a:gd name="connsiteX53" fmla="*/ 310642 w 1681861"/>
                <a:gd name="connsiteY53" fmla="*/ 734805 h 1262109"/>
                <a:gd name="connsiteX54" fmla="*/ 735076 w 1681861"/>
                <a:gd name="connsiteY54" fmla="*/ 802115 h 1262109"/>
                <a:gd name="connsiteX55" fmla="*/ 985774 w 1681861"/>
                <a:gd name="connsiteY55" fmla="*/ 645143 h 1262109"/>
                <a:gd name="connsiteX56" fmla="*/ 991489 w 1681861"/>
                <a:gd name="connsiteY56" fmla="*/ 642857 h 1262109"/>
                <a:gd name="connsiteX57" fmla="*/ 941956 w 1681861"/>
                <a:gd name="connsiteY57" fmla="*/ 178366 h 1262109"/>
                <a:gd name="connsiteX58" fmla="*/ 655811 w 1681861"/>
                <a:gd name="connsiteY58" fmla="*/ 27037 h 1262109"/>
                <a:gd name="connsiteX59" fmla="*/ 372956 w 1681861"/>
                <a:gd name="connsiteY59" fmla="*/ 85525 h 1262109"/>
                <a:gd name="connsiteX60" fmla="*/ 161417 w 1681861"/>
                <a:gd name="connsiteY60" fmla="*/ 322309 h 1262109"/>
                <a:gd name="connsiteX61" fmla="*/ 114554 w 1681861"/>
                <a:gd name="connsiteY61" fmla="*/ 539479 h 1262109"/>
                <a:gd name="connsiteX62" fmla="*/ 182499 w 1681861"/>
                <a:gd name="connsiteY62" fmla="*/ 610980 h 1262109"/>
                <a:gd name="connsiteX63" fmla="*/ 224917 w 1681861"/>
                <a:gd name="connsiteY63" fmla="*/ 575420 h 1262109"/>
                <a:gd name="connsiteX64" fmla="*/ 224536 w 1681861"/>
                <a:gd name="connsiteY64" fmla="*/ 352408 h 1262109"/>
                <a:gd name="connsiteX65" fmla="*/ 161417 w 1681861"/>
                <a:gd name="connsiteY65" fmla="*/ 322309 h 1262109"/>
                <a:gd name="connsiteX66" fmla="*/ 1039622 w 1681861"/>
                <a:gd name="connsiteY66" fmla="*/ 318626 h 1262109"/>
                <a:gd name="connsiteX67" fmla="*/ 1037717 w 1681861"/>
                <a:gd name="connsiteY67" fmla="*/ 612250 h 1262109"/>
                <a:gd name="connsiteX68" fmla="*/ 1039622 w 1681861"/>
                <a:gd name="connsiteY68" fmla="*/ 318626 h 1262109"/>
                <a:gd name="connsiteX69" fmla="*/ 1648333 w 1681861"/>
                <a:gd name="connsiteY69" fmla="*/ 705468 h 1262109"/>
                <a:gd name="connsiteX70" fmla="*/ 1654810 w 1681861"/>
                <a:gd name="connsiteY70" fmla="*/ 553449 h 1262109"/>
                <a:gd name="connsiteX71" fmla="*/ 1655191 w 1681861"/>
                <a:gd name="connsiteY71" fmla="*/ 414765 h 1262109"/>
                <a:gd name="connsiteX72" fmla="*/ 1654683 w 1681861"/>
                <a:gd name="connsiteY72" fmla="*/ 326754 h 1262109"/>
                <a:gd name="connsiteX73" fmla="*/ 1371092 w 1681861"/>
                <a:gd name="connsiteY73" fmla="*/ 667114 h 1262109"/>
                <a:gd name="connsiteX74" fmla="*/ 1249807 w 1681861"/>
                <a:gd name="connsiteY74" fmla="*/ 778874 h 1262109"/>
                <a:gd name="connsiteX75" fmla="*/ 1261618 w 1681861"/>
                <a:gd name="connsiteY75" fmla="*/ 708516 h 1262109"/>
                <a:gd name="connsiteX76" fmla="*/ 1208151 w 1681861"/>
                <a:gd name="connsiteY76" fmla="*/ 720962 h 1262109"/>
                <a:gd name="connsiteX77" fmla="*/ 1338961 w 1681861"/>
                <a:gd name="connsiteY77" fmla="*/ 933433 h 1262109"/>
                <a:gd name="connsiteX78" fmla="*/ 1462913 w 1681861"/>
                <a:gd name="connsiteY78" fmla="*/ 687180 h 1262109"/>
                <a:gd name="connsiteX79" fmla="*/ 1387475 w 1681861"/>
                <a:gd name="connsiteY79" fmla="*/ 780144 h 1262109"/>
                <a:gd name="connsiteX80" fmla="*/ 1427988 w 1681861"/>
                <a:gd name="connsiteY80" fmla="*/ 674099 h 1262109"/>
                <a:gd name="connsiteX81" fmla="*/ 1371092 w 1681861"/>
                <a:gd name="connsiteY81" fmla="*/ 667114 h 1262109"/>
                <a:gd name="connsiteX82" fmla="*/ 1081532 w 1681861"/>
                <a:gd name="connsiteY82" fmla="*/ 949181 h 1262109"/>
                <a:gd name="connsiteX83" fmla="*/ 1025652 w 1681861"/>
                <a:gd name="connsiteY83" fmla="*/ 969882 h 1262109"/>
                <a:gd name="connsiteX84" fmla="*/ 1042035 w 1681861"/>
                <a:gd name="connsiteY84" fmla="*/ 945244 h 1262109"/>
                <a:gd name="connsiteX85" fmla="*/ 913638 w 1681861"/>
                <a:gd name="connsiteY85" fmla="*/ 867012 h 1262109"/>
                <a:gd name="connsiteX86" fmla="*/ 964057 w 1681861"/>
                <a:gd name="connsiteY86" fmla="*/ 1115932 h 1262109"/>
                <a:gd name="connsiteX87" fmla="*/ 1097915 w 1681861"/>
                <a:gd name="connsiteY87" fmla="*/ 1143491 h 1262109"/>
                <a:gd name="connsiteX88" fmla="*/ 1340866 w 1681861"/>
                <a:gd name="connsiteY88" fmla="*/ 962770 h 1262109"/>
                <a:gd name="connsiteX89" fmla="*/ 1181608 w 1681861"/>
                <a:gd name="connsiteY89" fmla="*/ 848216 h 1262109"/>
                <a:gd name="connsiteX90" fmla="*/ 1081532 w 1681861"/>
                <a:gd name="connsiteY90" fmla="*/ 949181 h 1262109"/>
                <a:gd name="connsiteX0" fmla="*/ 1622933 w 1681861"/>
                <a:gd name="connsiteY0" fmla="*/ 158352 h 1262109"/>
                <a:gd name="connsiteX1" fmla="*/ 1681861 w 1681861"/>
                <a:gd name="connsiteY1" fmla="*/ 330310 h 1262109"/>
                <a:gd name="connsiteX2" fmla="*/ 1681353 w 1681861"/>
                <a:gd name="connsiteY2" fmla="*/ 674353 h 1262109"/>
                <a:gd name="connsiteX3" fmla="*/ 1657731 w 1681861"/>
                <a:gd name="connsiteY3" fmla="*/ 744584 h 1262109"/>
                <a:gd name="connsiteX4" fmla="*/ 1517142 w 1681861"/>
                <a:gd name="connsiteY4" fmla="*/ 751569 h 1262109"/>
                <a:gd name="connsiteX5" fmla="*/ 1383030 w 1681861"/>
                <a:gd name="connsiteY5" fmla="*/ 957436 h 1262109"/>
                <a:gd name="connsiteX6" fmla="*/ 1096137 w 1681861"/>
                <a:gd name="connsiteY6" fmla="*/ 1169780 h 1262109"/>
                <a:gd name="connsiteX7" fmla="*/ 969010 w 1681861"/>
                <a:gd name="connsiteY7" fmla="*/ 1147936 h 1262109"/>
                <a:gd name="connsiteX8" fmla="*/ 968375 w 1681861"/>
                <a:gd name="connsiteY8" fmla="*/ 1244710 h 1262109"/>
                <a:gd name="connsiteX9" fmla="*/ 957580 w 1681861"/>
                <a:gd name="connsiteY9" fmla="*/ 1257410 h 1262109"/>
                <a:gd name="connsiteX10" fmla="*/ 942721 w 1681861"/>
                <a:gd name="connsiteY10" fmla="*/ 1254616 h 1262109"/>
                <a:gd name="connsiteX11" fmla="*/ 940562 w 1681861"/>
                <a:gd name="connsiteY11" fmla="*/ 1151111 h 1262109"/>
                <a:gd name="connsiteX12" fmla="*/ 914908 w 1681861"/>
                <a:gd name="connsiteY12" fmla="*/ 951340 h 1262109"/>
                <a:gd name="connsiteX13" fmla="*/ 854202 w 1681861"/>
                <a:gd name="connsiteY13" fmla="*/ 838310 h 1262109"/>
                <a:gd name="connsiteX14" fmla="*/ 678561 w 1681861"/>
                <a:gd name="connsiteY14" fmla="*/ 832214 h 1262109"/>
                <a:gd name="connsiteX15" fmla="*/ 448437 w 1681861"/>
                <a:gd name="connsiteY15" fmla="*/ 814180 h 1262109"/>
                <a:gd name="connsiteX16" fmla="*/ 402209 w 1681861"/>
                <a:gd name="connsiteY16" fmla="*/ 837040 h 1262109"/>
                <a:gd name="connsiteX17" fmla="*/ 338963 w 1681861"/>
                <a:gd name="connsiteY17" fmla="*/ 857106 h 1262109"/>
                <a:gd name="connsiteX18" fmla="*/ 376047 w 1681861"/>
                <a:gd name="connsiteY18" fmla="*/ 952483 h 1262109"/>
                <a:gd name="connsiteX19" fmla="*/ 342900 w 1681861"/>
                <a:gd name="connsiteY19" fmla="*/ 1084182 h 1262109"/>
                <a:gd name="connsiteX20" fmla="*/ 265811 w 1681861"/>
                <a:gd name="connsiteY20" fmla="*/ 1252838 h 1262109"/>
                <a:gd name="connsiteX21" fmla="*/ 240157 w 1681861"/>
                <a:gd name="connsiteY21" fmla="*/ 1256140 h 1262109"/>
                <a:gd name="connsiteX22" fmla="*/ 349377 w 1681861"/>
                <a:gd name="connsiteY22" fmla="*/ 970263 h 1262109"/>
                <a:gd name="connsiteX23" fmla="*/ 311531 w 1681861"/>
                <a:gd name="connsiteY23" fmla="*/ 868536 h 1262109"/>
                <a:gd name="connsiteX24" fmla="*/ 20955 w 1681861"/>
                <a:gd name="connsiteY24" fmla="*/ 1251568 h 1262109"/>
                <a:gd name="connsiteX25" fmla="*/ 0 w 1681861"/>
                <a:gd name="connsiteY25" fmla="*/ 1262109 h 1262109"/>
                <a:gd name="connsiteX26" fmla="*/ 133223 w 1681861"/>
                <a:gd name="connsiteY26" fmla="*/ 995790 h 1262109"/>
                <a:gd name="connsiteX27" fmla="*/ 412369 w 1681861"/>
                <a:gd name="connsiteY27" fmla="*/ 806814 h 1262109"/>
                <a:gd name="connsiteX28" fmla="*/ 198247 w 1681861"/>
                <a:gd name="connsiteY28" fmla="*/ 670924 h 1262109"/>
                <a:gd name="connsiteX29" fmla="*/ 101981 w 1681861"/>
                <a:gd name="connsiteY29" fmla="*/ 581008 h 1262109"/>
                <a:gd name="connsiteX30" fmla="*/ 175895 w 1681861"/>
                <a:gd name="connsiteY30" fmla="*/ 285606 h 1262109"/>
                <a:gd name="connsiteX31" fmla="*/ 379792 w 1681861"/>
                <a:gd name="connsiteY31" fmla="*/ 50048 h 1262109"/>
                <a:gd name="connsiteX32" fmla="*/ 672816 w 1681861"/>
                <a:gd name="connsiteY32" fmla="*/ 5278 h 1262109"/>
                <a:gd name="connsiteX33" fmla="*/ 972991 w 1681861"/>
                <a:gd name="connsiteY33" fmla="*/ 167838 h 1262109"/>
                <a:gd name="connsiteX34" fmla="*/ 1049655 w 1681861"/>
                <a:gd name="connsiteY34" fmla="*/ 304021 h 1262109"/>
                <a:gd name="connsiteX35" fmla="*/ 1114679 w 1681861"/>
                <a:gd name="connsiteY35" fmla="*/ 399271 h 1262109"/>
                <a:gd name="connsiteX36" fmla="*/ 1042924 w 1681861"/>
                <a:gd name="connsiteY36" fmla="*/ 629268 h 1262109"/>
                <a:gd name="connsiteX37" fmla="*/ 1025906 w 1681861"/>
                <a:gd name="connsiteY37" fmla="*/ 639174 h 1262109"/>
                <a:gd name="connsiteX38" fmla="*/ 832358 w 1681861"/>
                <a:gd name="connsiteY38" fmla="*/ 801734 h 1262109"/>
                <a:gd name="connsiteX39" fmla="*/ 1063879 w 1681861"/>
                <a:gd name="connsiteY39" fmla="*/ 931909 h 1262109"/>
                <a:gd name="connsiteX40" fmla="*/ 1164717 w 1681861"/>
                <a:gd name="connsiteY40" fmla="*/ 818879 h 1262109"/>
                <a:gd name="connsiteX41" fmla="*/ 1175385 w 1681861"/>
                <a:gd name="connsiteY41" fmla="*/ 730106 h 1262109"/>
                <a:gd name="connsiteX42" fmla="*/ 1226693 w 1681861"/>
                <a:gd name="connsiteY42" fmla="*/ 676766 h 1262109"/>
                <a:gd name="connsiteX43" fmla="*/ 1282700 w 1681861"/>
                <a:gd name="connsiteY43" fmla="*/ 694165 h 1262109"/>
                <a:gd name="connsiteX44" fmla="*/ 1388745 w 1681861"/>
                <a:gd name="connsiteY44" fmla="*/ 635237 h 1262109"/>
                <a:gd name="connsiteX45" fmla="*/ 1489583 w 1681861"/>
                <a:gd name="connsiteY45" fmla="*/ 679433 h 1262109"/>
                <a:gd name="connsiteX46" fmla="*/ 378191 w 1681861"/>
                <a:gd name="connsiteY46" fmla="*/ 86782 h 1262109"/>
                <a:gd name="connsiteX47" fmla="*/ 198247 w 1681861"/>
                <a:gd name="connsiteY47" fmla="*/ 293353 h 1262109"/>
                <a:gd name="connsiteX48" fmla="*/ 221869 w 1681861"/>
                <a:gd name="connsiteY48" fmla="*/ 303767 h 1262109"/>
                <a:gd name="connsiteX49" fmla="*/ 262001 w 1681861"/>
                <a:gd name="connsiteY49" fmla="*/ 386952 h 1262109"/>
                <a:gd name="connsiteX50" fmla="*/ 231648 w 1681861"/>
                <a:gd name="connsiteY50" fmla="*/ 613266 h 1262109"/>
                <a:gd name="connsiteX51" fmla="*/ 196850 w 1681861"/>
                <a:gd name="connsiteY51" fmla="*/ 634094 h 1262109"/>
                <a:gd name="connsiteX52" fmla="*/ 310642 w 1681861"/>
                <a:gd name="connsiteY52" fmla="*/ 734805 h 1262109"/>
                <a:gd name="connsiteX53" fmla="*/ 735076 w 1681861"/>
                <a:gd name="connsiteY53" fmla="*/ 802115 h 1262109"/>
                <a:gd name="connsiteX54" fmla="*/ 985774 w 1681861"/>
                <a:gd name="connsiteY54" fmla="*/ 645143 h 1262109"/>
                <a:gd name="connsiteX55" fmla="*/ 991489 w 1681861"/>
                <a:gd name="connsiteY55" fmla="*/ 642857 h 1262109"/>
                <a:gd name="connsiteX56" fmla="*/ 941956 w 1681861"/>
                <a:gd name="connsiteY56" fmla="*/ 178366 h 1262109"/>
                <a:gd name="connsiteX57" fmla="*/ 655811 w 1681861"/>
                <a:gd name="connsiteY57" fmla="*/ 27037 h 1262109"/>
                <a:gd name="connsiteX58" fmla="*/ 372956 w 1681861"/>
                <a:gd name="connsiteY58" fmla="*/ 85525 h 1262109"/>
                <a:gd name="connsiteX59" fmla="*/ 161417 w 1681861"/>
                <a:gd name="connsiteY59" fmla="*/ 322309 h 1262109"/>
                <a:gd name="connsiteX60" fmla="*/ 114554 w 1681861"/>
                <a:gd name="connsiteY60" fmla="*/ 539479 h 1262109"/>
                <a:gd name="connsiteX61" fmla="*/ 182499 w 1681861"/>
                <a:gd name="connsiteY61" fmla="*/ 610980 h 1262109"/>
                <a:gd name="connsiteX62" fmla="*/ 224917 w 1681861"/>
                <a:gd name="connsiteY62" fmla="*/ 575420 h 1262109"/>
                <a:gd name="connsiteX63" fmla="*/ 224536 w 1681861"/>
                <a:gd name="connsiteY63" fmla="*/ 352408 h 1262109"/>
                <a:gd name="connsiteX64" fmla="*/ 161417 w 1681861"/>
                <a:gd name="connsiteY64" fmla="*/ 322309 h 1262109"/>
                <a:gd name="connsiteX65" fmla="*/ 1039622 w 1681861"/>
                <a:gd name="connsiteY65" fmla="*/ 318626 h 1262109"/>
                <a:gd name="connsiteX66" fmla="*/ 1037717 w 1681861"/>
                <a:gd name="connsiteY66" fmla="*/ 612250 h 1262109"/>
                <a:gd name="connsiteX67" fmla="*/ 1039622 w 1681861"/>
                <a:gd name="connsiteY67" fmla="*/ 318626 h 1262109"/>
                <a:gd name="connsiteX68" fmla="*/ 1648333 w 1681861"/>
                <a:gd name="connsiteY68" fmla="*/ 705468 h 1262109"/>
                <a:gd name="connsiteX69" fmla="*/ 1654810 w 1681861"/>
                <a:gd name="connsiteY69" fmla="*/ 553449 h 1262109"/>
                <a:gd name="connsiteX70" fmla="*/ 1655191 w 1681861"/>
                <a:gd name="connsiteY70" fmla="*/ 414765 h 1262109"/>
                <a:gd name="connsiteX71" fmla="*/ 1654683 w 1681861"/>
                <a:gd name="connsiteY71" fmla="*/ 326754 h 1262109"/>
                <a:gd name="connsiteX72" fmla="*/ 1371092 w 1681861"/>
                <a:gd name="connsiteY72" fmla="*/ 667114 h 1262109"/>
                <a:gd name="connsiteX73" fmla="*/ 1249807 w 1681861"/>
                <a:gd name="connsiteY73" fmla="*/ 778874 h 1262109"/>
                <a:gd name="connsiteX74" fmla="*/ 1261618 w 1681861"/>
                <a:gd name="connsiteY74" fmla="*/ 708516 h 1262109"/>
                <a:gd name="connsiteX75" fmla="*/ 1208151 w 1681861"/>
                <a:gd name="connsiteY75" fmla="*/ 720962 h 1262109"/>
                <a:gd name="connsiteX76" fmla="*/ 1338961 w 1681861"/>
                <a:gd name="connsiteY76" fmla="*/ 933433 h 1262109"/>
                <a:gd name="connsiteX77" fmla="*/ 1462913 w 1681861"/>
                <a:gd name="connsiteY77" fmla="*/ 687180 h 1262109"/>
                <a:gd name="connsiteX78" fmla="*/ 1387475 w 1681861"/>
                <a:gd name="connsiteY78" fmla="*/ 780144 h 1262109"/>
                <a:gd name="connsiteX79" fmla="*/ 1427988 w 1681861"/>
                <a:gd name="connsiteY79" fmla="*/ 674099 h 1262109"/>
                <a:gd name="connsiteX80" fmla="*/ 1371092 w 1681861"/>
                <a:gd name="connsiteY80" fmla="*/ 667114 h 1262109"/>
                <a:gd name="connsiteX81" fmla="*/ 1081532 w 1681861"/>
                <a:gd name="connsiteY81" fmla="*/ 949181 h 1262109"/>
                <a:gd name="connsiteX82" fmla="*/ 1025652 w 1681861"/>
                <a:gd name="connsiteY82" fmla="*/ 969882 h 1262109"/>
                <a:gd name="connsiteX83" fmla="*/ 1042035 w 1681861"/>
                <a:gd name="connsiteY83" fmla="*/ 945244 h 1262109"/>
                <a:gd name="connsiteX84" fmla="*/ 913638 w 1681861"/>
                <a:gd name="connsiteY84" fmla="*/ 867012 h 1262109"/>
                <a:gd name="connsiteX85" fmla="*/ 964057 w 1681861"/>
                <a:gd name="connsiteY85" fmla="*/ 1115932 h 1262109"/>
                <a:gd name="connsiteX86" fmla="*/ 1097915 w 1681861"/>
                <a:gd name="connsiteY86" fmla="*/ 1143491 h 1262109"/>
                <a:gd name="connsiteX87" fmla="*/ 1340866 w 1681861"/>
                <a:gd name="connsiteY87" fmla="*/ 962770 h 1262109"/>
                <a:gd name="connsiteX88" fmla="*/ 1181608 w 1681861"/>
                <a:gd name="connsiteY88" fmla="*/ 848216 h 1262109"/>
                <a:gd name="connsiteX89" fmla="*/ 1081532 w 1681861"/>
                <a:gd name="connsiteY89" fmla="*/ 949181 h 1262109"/>
                <a:gd name="connsiteX0" fmla="*/ 1622933 w 1681861"/>
                <a:gd name="connsiteY0" fmla="*/ 158352 h 1262109"/>
                <a:gd name="connsiteX1" fmla="*/ 1681861 w 1681861"/>
                <a:gd name="connsiteY1" fmla="*/ 330310 h 1262109"/>
                <a:gd name="connsiteX2" fmla="*/ 1681353 w 1681861"/>
                <a:gd name="connsiteY2" fmla="*/ 674353 h 1262109"/>
                <a:gd name="connsiteX3" fmla="*/ 1657731 w 1681861"/>
                <a:gd name="connsiteY3" fmla="*/ 744584 h 1262109"/>
                <a:gd name="connsiteX4" fmla="*/ 1517142 w 1681861"/>
                <a:gd name="connsiteY4" fmla="*/ 751569 h 1262109"/>
                <a:gd name="connsiteX5" fmla="*/ 1383030 w 1681861"/>
                <a:gd name="connsiteY5" fmla="*/ 957436 h 1262109"/>
                <a:gd name="connsiteX6" fmla="*/ 1096137 w 1681861"/>
                <a:gd name="connsiteY6" fmla="*/ 1169780 h 1262109"/>
                <a:gd name="connsiteX7" fmla="*/ 969010 w 1681861"/>
                <a:gd name="connsiteY7" fmla="*/ 1147936 h 1262109"/>
                <a:gd name="connsiteX8" fmla="*/ 968375 w 1681861"/>
                <a:gd name="connsiteY8" fmla="*/ 1244710 h 1262109"/>
                <a:gd name="connsiteX9" fmla="*/ 957580 w 1681861"/>
                <a:gd name="connsiteY9" fmla="*/ 1257410 h 1262109"/>
                <a:gd name="connsiteX10" fmla="*/ 942721 w 1681861"/>
                <a:gd name="connsiteY10" fmla="*/ 1254616 h 1262109"/>
                <a:gd name="connsiteX11" fmla="*/ 940562 w 1681861"/>
                <a:gd name="connsiteY11" fmla="*/ 1151111 h 1262109"/>
                <a:gd name="connsiteX12" fmla="*/ 914908 w 1681861"/>
                <a:gd name="connsiteY12" fmla="*/ 951340 h 1262109"/>
                <a:gd name="connsiteX13" fmla="*/ 854202 w 1681861"/>
                <a:gd name="connsiteY13" fmla="*/ 838310 h 1262109"/>
                <a:gd name="connsiteX14" fmla="*/ 678561 w 1681861"/>
                <a:gd name="connsiteY14" fmla="*/ 832214 h 1262109"/>
                <a:gd name="connsiteX15" fmla="*/ 448437 w 1681861"/>
                <a:gd name="connsiteY15" fmla="*/ 814180 h 1262109"/>
                <a:gd name="connsiteX16" fmla="*/ 402209 w 1681861"/>
                <a:gd name="connsiteY16" fmla="*/ 837040 h 1262109"/>
                <a:gd name="connsiteX17" fmla="*/ 338963 w 1681861"/>
                <a:gd name="connsiteY17" fmla="*/ 857106 h 1262109"/>
                <a:gd name="connsiteX18" fmla="*/ 376047 w 1681861"/>
                <a:gd name="connsiteY18" fmla="*/ 952483 h 1262109"/>
                <a:gd name="connsiteX19" fmla="*/ 342900 w 1681861"/>
                <a:gd name="connsiteY19" fmla="*/ 1084182 h 1262109"/>
                <a:gd name="connsiteX20" fmla="*/ 265811 w 1681861"/>
                <a:gd name="connsiteY20" fmla="*/ 1252838 h 1262109"/>
                <a:gd name="connsiteX21" fmla="*/ 240157 w 1681861"/>
                <a:gd name="connsiteY21" fmla="*/ 1256140 h 1262109"/>
                <a:gd name="connsiteX22" fmla="*/ 349377 w 1681861"/>
                <a:gd name="connsiteY22" fmla="*/ 970263 h 1262109"/>
                <a:gd name="connsiteX23" fmla="*/ 311531 w 1681861"/>
                <a:gd name="connsiteY23" fmla="*/ 868536 h 1262109"/>
                <a:gd name="connsiteX24" fmla="*/ 20955 w 1681861"/>
                <a:gd name="connsiteY24" fmla="*/ 1251568 h 1262109"/>
                <a:gd name="connsiteX25" fmla="*/ 0 w 1681861"/>
                <a:gd name="connsiteY25" fmla="*/ 1262109 h 1262109"/>
                <a:gd name="connsiteX26" fmla="*/ 133223 w 1681861"/>
                <a:gd name="connsiteY26" fmla="*/ 995790 h 1262109"/>
                <a:gd name="connsiteX27" fmla="*/ 412369 w 1681861"/>
                <a:gd name="connsiteY27" fmla="*/ 806814 h 1262109"/>
                <a:gd name="connsiteX28" fmla="*/ 198247 w 1681861"/>
                <a:gd name="connsiteY28" fmla="*/ 670924 h 1262109"/>
                <a:gd name="connsiteX29" fmla="*/ 101981 w 1681861"/>
                <a:gd name="connsiteY29" fmla="*/ 581008 h 1262109"/>
                <a:gd name="connsiteX30" fmla="*/ 175895 w 1681861"/>
                <a:gd name="connsiteY30" fmla="*/ 285606 h 1262109"/>
                <a:gd name="connsiteX31" fmla="*/ 379792 w 1681861"/>
                <a:gd name="connsiteY31" fmla="*/ 50048 h 1262109"/>
                <a:gd name="connsiteX32" fmla="*/ 672816 w 1681861"/>
                <a:gd name="connsiteY32" fmla="*/ 5278 h 1262109"/>
                <a:gd name="connsiteX33" fmla="*/ 972991 w 1681861"/>
                <a:gd name="connsiteY33" fmla="*/ 167838 h 1262109"/>
                <a:gd name="connsiteX34" fmla="*/ 1049655 w 1681861"/>
                <a:gd name="connsiteY34" fmla="*/ 304021 h 1262109"/>
                <a:gd name="connsiteX35" fmla="*/ 1114679 w 1681861"/>
                <a:gd name="connsiteY35" fmla="*/ 399271 h 1262109"/>
                <a:gd name="connsiteX36" fmla="*/ 1042924 w 1681861"/>
                <a:gd name="connsiteY36" fmla="*/ 629268 h 1262109"/>
                <a:gd name="connsiteX37" fmla="*/ 1025906 w 1681861"/>
                <a:gd name="connsiteY37" fmla="*/ 639174 h 1262109"/>
                <a:gd name="connsiteX38" fmla="*/ 832358 w 1681861"/>
                <a:gd name="connsiteY38" fmla="*/ 801734 h 1262109"/>
                <a:gd name="connsiteX39" fmla="*/ 1063879 w 1681861"/>
                <a:gd name="connsiteY39" fmla="*/ 931909 h 1262109"/>
                <a:gd name="connsiteX40" fmla="*/ 1164717 w 1681861"/>
                <a:gd name="connsiteY40" fmla="*/ 818879 h 1262109"/>
                <a:gd name="connsiteX41" fmla="*/ 1175385 w 1681861"/>
                <a:gd name="connsiteY41" fmla="*/ 730106 h 1262109"/>
                <a:gd name="connsiteX42" fmla="*/ 1226693 w 1681861"/>
                <a:gd name="connsiteY42" fmla="*/ 676766 h 1262109"/>
                <a:gd name="connsiteX43" fmla="*/ 1282700 w 1681861"/>
                <a:gd name="connsiteY43" fmla="*/ 694165 h 1262109"/>
                <a:gd name="connsiteX44" fmla="*/ 1388745 w 1681861"/>
                <a:gd name="connsiteY44" fmla="*/ 635237 h 1262109"/>
                <a:gd name="connsiteX45" fmla="*/ 1489583 w 1681861"/>
                <a:gd name="connsiteY45" fmla="*/ 679433 h 1262109"/>
                <a:gd name="connsiteX46" fmla="*/ 378191 w 1681861"/>
                <a:gd name="connsiteY46" fmla="*/ 86782 h 1262109"/>
                <a:gd name="connsiteX47" fmla="*/ 198247 w 1681861"/>
                <a:gd name="connsiteY47" fmla="*/ 293353 h 1262109"/>
                <a:gd name="connsiteX48" fmla="*/ 221869 w 1681861"/>
                <a:gd name="connsiteY48" fmla="*/ 303767 h 1262109"/>
                <a:gd name="connsiteX49" fmla="*/ 262001 w 1681861"/>
                <a:gd name="connsiteY49" fmla="*/ 386952 h 1262109"/>
                <a:gd name="connsiteX50" fmla="*/ 231648 w 1681861"/>
                <a:gd name="connsiteY50" fmla="*/ 613266 h 1262109"/>
                <a:gd name="connsiteX51" fmla="*/ 196850 w 1681861"/>
                <a:gd name="connsiteY51" fmla="*/ 634094 h 1262109"/>
                <a:gd name="connsiteX52" fmla="*/ 310642 w 1681861"/>
                <a:gd name="connsiteY52" fmla="*/ 734805 h 1262109"/>
                <a:gd name="connsiteX53" fmla="*/ 735076 w 1681861"/>
                <a:gd name="connsiteY53" fmla="*/ 802115 h 1262109"/>
                <a:gd name="connsiteX54" fmla="*/ 985774 w 1681861"/>
                <a:gd name="connsiteY54" fmla="*/ 645143 h 1262109"/>
                <a:gd name="connsiteX55" fmla="*/ 991489 w 1681861"/>
                <a:gd name="connsiteY55" fmla="*/ 642857 h 1262109"/>
                <a:gd name="connsiteX56" fmla="*/ 941956 w 1681861"/>
                <a:gd name="connsiteY56" fmla="*/ 178366 h 1262109"/>
                <a:gd name="connsiteX57" fmla="*/ 655811 w 1681861"/>
                <a:gd name="connsiteY57" fmla="*/ 27037 h 1262109"/>
                <a:gd name="connsiteX58" fmla="*/ 372956 w 1681861"/>
                <a:gd name="connsiteY58" fmla="*/ 85525 h 1262109"/>
                <a:gd name="connsiteX59" fmla="*/ 161417 w 1681861"/>
                <a:gd name="connsiteY59" fmla="*/ 322309 h 1262109"/>
                <a:gd name="connsiteX60" fmla="*/ 114554 w 1681861"/>
                <a:gd name="connsiteY60" fmla="*/ 539479 h 1262109"/>
                <a:gd name="connsiteX61" fmla="*/ 182499 w 1681861"/>
                <a:gd name="connsiteY61" fmla="*/ 610980 h 1262109"/>
                <a:gd name="connsiteX62" fmla="*/ 224917 w 1681861"/>
                <a:gd name="connsiteY62" fmla="*/ 575420 h 1262109"/>
                <a:gd name="connsiteX63" fmla="*/ 224536 w 1681861"/>
                <a:gd name="connsiteY63" fmla="*/ 352408 h 1262109"/>
                <a:gd name="connsiteX64" fmla="*/ 161417 w 1681861"/>
                <a:gd name="connsiteY64" fmla="*/ 322309 h 1262109"/>
                <a:gd name="connsiteX65" fmla="*/ 1039622 w 1681861"/>
                <a:gd name="connsiteY65" fmla="*/ 318626 h 1262109"/>
                <a:gd name="connsiteX66" fmla="*/ 1037717 w 1681861"/>
                <a:gd name="connsiteY66" fmla="*/ 612250 h 1262109"/>
                <a:gd name="connsiteX67" fmla="*/ 1039622 w 1681861"/>
                <a:gd name="connsiteY67" fmla="*/ 318626 h 1262109"/>
                <a:gd name="connsiteX68" fmla="*/ 1648333 w 1681861"/>
                <a:gd name="connsiteY68" fmla="*/ 705468 h 1262109"/>
                <a:gd name="connsiteX69" fmla="*/ 1654810 w 1681861"/>
                <a:gd name="connsiteY69" fmla="*/ 553449 h 1262109"/>
                <a:gd name="connsiteX70" fmla="*/ 1655191 w 1681861"/>
                <a:gd name="connsiteY70" fmla="*/ 414765 h 1262109"/>
                <a:gd name="connsiteX71" fmla="*/ 1371092 w 1681861"/>
                <a:gd name="connsiteY71" fmla="*/ 667114 h 1262109"/>
                <a:gd name="connsiteX72" fmla="*/ 1249807 w 1681861"/>
                <a:gd name="connsiteY72" fmla="*/ 778874 h 1262109"/>
                <a:gd name="connsiteX73" fmla="*/ 1261618 w 1681861"/>
                <a:gd name="connsiteY73" fmla="*/ 708516 h 1262109"/>
                <a:gd name="connsiteX74" fmla="*/ 1208151 w 1681861"/>
                <a:gd name="connsiteY74" fmla="*/ 720962 h 1262109"/>
                <a:gd name="connsiteX75" fmla="*/ 1338961 w 1681861"/>
                <a:gd name="connsiteY75" fmla="*/ 933433 h 1262109"/>
                <a:gd name="connsiteX76" fmla="*/ 1462913 w 1681861"/>
                <a:gd name="connsiteY76" fmla="*/ 687180 h 1262109"/>
                <a:gd name="connsiteX77" fmla="*/ 1387475 w 1681861"/>
                <a:gd name="connsiteY77" fmla="*/ 780144 h 1262109"/>
                <a:gd name="connsiteX78" fmla="*/ 1427988 w 1681861"/>
                <a:gd name="connsiteY78" fmla="*/ 674099 h 1262109"/>
                <a:gd name="connsiteX79" fmla="*/ 1371092 w 1681861"/>
                <a:gd name="connsiteY79" fmla="*/ 667114 h 1262109"/>
                <a:gd name="connsiteX80" fmla="*/ 1081532 w 1681861"/>
                <a:gd name="connsiteY80" fmla="*/ 949181 h 1262109"/>
                <a:gd name="connsiteX81" fmla="*/ 1025652 w 1681861"/>
                <a:gd name="connsiteY81" fmla="*/ 969882 h 1262109"/>
                <a:gd name="connsiteX82" fmla="*/ 1042035 w 1681861"/>
                <a:gd name="connsiteY82" fmla="*/ 945244 h 1262109"/>
                <a:gd name="connsiteX83" fmla="*/ 913638 w 1681861"/>
                <a:gd name="connsiteY83" fmla="*/ 867012 h 1262109"/>
                <a:gd name="connsiteX84" fmla="*/ 964057 w 1681861"/>
                <a:gd name="connsiteY84" fmla="*/ 1115932 h 1262109"/>
                <a:gd name="connsiteX85" fmla="*/ 1097915 w 1681861"/>
                <a:gd name="connsiteY85" fmla="*/ 1143491 h 1262109"/>
                <a:gd name="connsiteX86" fmla="*/ 1340866 w 1681861"/>
                <a:gd name="connsiteY86" fmla="*/ 962770 h 1262109"/>
                <a:gd name="connsiteX87" fmla="*/ 1181608 w 1681861"/>
                <a:gd name="connsiteY87" fmla="*/ 848216 h 1262109"/>
                <a:gd name="connsiteX88" fmla="*/ 1081532 w 1681861"/>
                <a:gd name="connsiteY88" fmla="*/ 949181 h 1262109"/>
                <a:gd name="connsiteX0" fmla="*/ 1622933 w 1681354"/>
                <a:gd name="connsiteY0" fmla="*/ 158352 h 1262109"/>
                <a:gd name="connsiteX1" fmla="*/ 1681353 w 1681354"/>
                <a:gd name="connsiteY1" fmla="*/ 674353 h 1262109"/>
                <a:gd name="connsiteX2" fmla="*/ 1657731 w 1681354"/>
                <a:gd name="connsiteY2" fmla="*/ 744584 h 1262109"/>
                <a:gd name="connsiteX3" fmla="*/ 1517142 w 1681354"/>
                <a:gd name="connsiteY3" fmla="*/ 751569 h 1262109"/>
                <a:gd name="connsiteX4" fmla="*/ 1383030 w 1681354"/>
                <a:gd name="connsiteY4" fmla="*/ 957436 h 1262109"/>
                <a:gd name="connsiteX5" fmla="*/ 1096137 w 1681354"/>
                <a:gd name="connsiteY5" fmla="*/ 1169780 h 1262109"/>
                <a:gd name="connsiteX6" fmla="*/ 969010 w 1681354"/>
                <a:gd name="connsiteY6" fmla="*/ 1147936 h 1262109"/>
                <a:gd name="connsiteX7" fmla="*/ 968375 w 1681354"/>
                <a:gd name="connsiteY7" fmla="*/ 1244710 h 1262109"/>
                <a:gd name="connsiteX8" fmla="*/ 957580 w 1681354"/>
                <a:gd name="connsiteY8" fmla="*/ 1257410 h 1262109"/>
                <a:gd name="connsiteX9" fmla="*/ 942721 w 1681354"/>
                <a:gd name="connsiteY9" fmla="*/ 1254616 h 1262109"/>
                <a:gd name="connsiteX10" fmla="*/ 940562 w 1681354"/>
                <a:gd name="connsiteY10" fmla="*/ 1151111 h 1262109"/>
                <a:gd name="connsiteX11" fmla="*/ 914908 w 1681354"/>
                <a:gd name="connsiteY11" fmla="*/ 951340 h 1262109"/>
                <a:gd name="connsiteX12" fmla="*/ 854202 w 1681354"/>
                <a:gd name="connsiteY12" fmla="*/ 838310 h 1262109"/>
                <a:gd name="connsiteX13" fmla="*/ 678561 w 1681354"/>
                <a:gd name="connsiteY13" fmla="*/ 832214 h 1262109"/>
                <a:gd name="connsiteX14" fmla="*/ 448437 w 1681354"/>
                <a:gd name="connsiteY14" fmla="*/ 814180 h 1262109"/>
                <a:gd name="connsiteX15" fmla="*/ 402209 w 1681354"/>
                <a:gd name="connsiteY15" fmla="*/ 837040 h 1262109"/>
                <a:gd name="connsiteX16" fmla="*/ 338963 w 1681354"/>
                <a:gd name="connsiteY16" fmla="*/ 857106 h 1262109"/>
                <a:gd name="connsiteX17" fmla="*/ 376047 w 1681354"/>
                <a:gd name="connsiteY17" fmla="*/ 952483 h 1262109"/>
                <a:gd name="connsiteX18" fmla="*/ 342900 w 1681354"/>
                <a:gd name="connsiteY18" fmla="*/ 1084182 h 1262109"/>
                <a:gd name="connsiteX19" fmla="*/ 265811 w 1681354"/>
                <a:gd name="connsiteY19" fmla="*/ 1252838 h 1262109"/>
                <a:gd name="connsiteX20" fmla="*/ 240157 w 1681354"/>
                <a:gd name="connsiteY20" fmla="*/ 1256140 h 1262109"/>
                <a:gd name="connsiteX21" fmla="*/ 349377 w 1681354"/>
                <a:gd name="connsiteY21" fmla="*/ 970263 h 1262109"/>
                <a:gd name="connsiteX22" fmla="*/ 311531 w 1681354"/>
                <a:gd name="connsiteY22" fmla="*/ 868536 h 1262109"/>
                <a:gd name="connsiteX23" fmla="*/ 20955 w 1681354"/>
                <a:gd name="connsiteY23" fmla="*/ 1251568 h 1262109"/>
                <a:gd name="connsiteX24" fmla="*/ 0 w 1681354"/>
                <a:gd name="connsiteY24" fmla="*/ 1262109 h 1262109"/>
                <a:gd name="connsiteX25" fmla="*/ 133223 w 1681354"/>
                <a:gd name="connsiteY25" fmla="*/ 995790 h 1262109"/>
                <a:gd name="connsiteX26" fmla="*/ 412369 w 1681354"/>
                <a:gd name="connsiteY26" fmla="*/ 806814 h 1262109"/>
                <a:gd name="connsiteX27" fmla="*/ 198247 w 1681354"/>
                <a:gd name="connsiteY27" fmla="*/ 670924 h 1262109"/>
                <a:gd name="connsiteX28" fmla="*/ 101981 w 1681354"/>
                <a:gd name="connsiteY28" fmla="*/ 581008 h 1262109"/>
                <a:gd name="connsiteX29" fmla="*/ 175895 w 1681354"/>
                <a:gd name="connsiteY29" fmla="*/ 285606 h 1262109"/>
                <a:gd name="connsiteX30" fmla="*/ 379792 w 1681354"/>
                <a:gd name="connsiteY30" fmla="*/ 50048 h 1262109"/>
                <a:gd name="connsiteX31" fmla="*/ 672816 w 1681354"/>
                <a:gd name="connsiteY31" fmla="*/ 5278 h 1262109"/>
                <a:gd name="connsiteX32" fmla="*/ 972991 w 1681354"/>
                <a:gd name="connsiteY32" fmla="*/ 167838 h 1262109"/>
                <a:gd name="connsiteX33" fmla="*/ 1049655 w 1681354"/>
                <a:gd name="connsiteY33" fmla="*/ 304021 h 1262109"/>
                <a:gd name="connsiteX34" fmla="*/ 1114679 w 1681354"/>
                <a:gd name="connsiteY34" fmla="*/ 399271 h 1262109"/>
                <a:gd name="connsiteX35" fmla="*/ 1042924 w 1681354"/>
                <a:gd name="connsiteY35" fmla="*/ 629268 h 1262109"/>
                <a:gd name="connsiteX36" fmla="*/ 1025906 w 1681354"/>
                <a:gd name="connsiteY36" fmla="*/ 639174 h 1262109"/>
                <a:gd name="connsiteX37" fmla="*/ 832358 w 1681354"/>
                <a:gd name="connsiteY37" fmla="*/ 801734 h 1262109"/>
                <a:gd name="connsiteX38" fmla="*/ 1063879 w 1681354"/>
                <a:gd name="connsiteY38" fmla="*/ 931909 h 1262109"/>
                <a:gd name="connsiteX39" fmla="*/ 1164717 w 1681354"/>
                <a:gd name="connsiteY39" fmla="*/ 818879 h 1262109"/>
                <a:gd name="connsiteX40" fmla="*/ 1175385 w 1681354"/>
                <a:gd name="connsiteY40" fmla="*/ 730106 h 1262109"/>
                <a:gd name="connsiteX41" fmla="*/ 1226693 w 1681354"/>
                <a:gd name="connsiteY41" fmla="*/ 676766 h 1262109"/>
                <a:gd name="connsiteX42" fmla="*/ 1282700 w 1681354"/>
                <a:gd name="connsiteY42" fmla="*/ 694165 h 1262109"/>
                <a:gd name="connsiteX43" fmla="*/ 1388745 w 1681354"/>
                <a:gd name="connsiteY43" fmla="*/ 635237 h 1262109"/>
                <a:gd name="connsiteX44" fmla="*/ 1489583 w 1681354"/>
                <a:gd name="connsiteY44" fmla="*/ 679433 h 1262109"/>
                <a:gd name="connsiteX45" fmla="*/ 378191 w 1681354"/>
                <a:gd name="connsiteY45" fmla="*/ 86782 h 1262109"/>
                <a:gd name="connsiteX46" fmla="*/ 198247 w 1681354"/>
                <a:gd name="connsiteY46" fmla="*/ 293353 h 1262109"/>
                <a:gd name="connsiteX47" fmla="*/ 221869 w 1681354"/>
                <a:gd name="connsiteY47" fmla="*/ 303767 h 1262109"/>
                <a:gd name="connsiteX48" fmla="*/ 262001 w 1681354"/>
                <a:gd name="connsiteY48" fmla="*/ 386952 h 1262109"/>
                <a:gd name="connsiteX49" fmla="*/ 231648 w 1681354"/>
                <a:gd name="connsiteY49" fmla="*/ 613266 h 1262109"/>
                <a:gd name="connsiteX50" fmla="*/ 196850 w 1681354"/>
                <a:gd name="connsiteY50" fmla="*/ 634094 h 1262109"/>
                <a:gd name="connsiteX51" fmla="*/ 310642 w 1681354"/>
                <a:gd name="connsiteY51" fmla="*/ 734805 h 1262109"/>
                <a:gd name="connsiteX52" fmla="*/ 735076 w 1681354"/>
                <a:gd name="connsiteY52" fmla="*/ 802115 h 1262109"/>
                <a:gd name="connsiteX53" fmla="*/ 985774 w 1681354"/>
                <a:gd name="connsiteY53" fmla="*/ 645143 h 1262109"/>
                <a:gd name="connsiteX54" fmla="*/ 991489 w 1681354"/>
                <a:gd name="connsiteY54" fmla="*/ 642857 h 1262109"/>
                <a:gd name="connsiteX55" fmla="*/ 941956 w 1681354"/>
                <a:gd name="connsiteY55" fmla="*/ 178366 h 1262109"/>
                <a:gd name="connsiteX56" fmla="*/ 655811 w 1681354"/>
                <a:gd name="connsiteY56" fmla="*/ 27037 h 1262109"/>
                <a:gd name="connsiteX57" fmla="*/ 372956 w 1681354"/>
                <a:gd name="connsiteY57" fmla="*/ 85525 h 1262109"/>
                <a:gd name="connsiteX58" fmla="*/ 161417 w 1681354"/>
                <a:gd name="connsiteY58" fmla="*/ 322309 h 1262109"/>
                <a:gd name="connsiteX59" fmla="*/ 114554 w 1681354"/>
                <a:gd name="connsiteY59" fmla="*/ 539479 h 1262109"/>
                <a:gd name="connsiteX60" fmla="*/ 182499 w 1681354"/>
                <a:gd name="connsiteY60" fmla="*/ 610980 h 1262109"/>
                <a:gd name="connsiteX61" fmla="*/ 224917 w 1681354"/>
                <a:gd name="connsiteY61" fmla="*/ 575420 h 1262109"/>
                <a:gd name="connsiteX62" fmla="*/ 224536 w 1681354"/>
                <a:gd name="connsiteY62" fmla="*/ 352408 h 1262109"/>
                <a:gd name="connsiteX63" fmla="*/ 161417 w 1681354"/>
                <a:gd name="connsiteY63" fmla="*/ 322309 h 1262109"/>
                <a:gd name="connsiteX64" fmla="*/ 1039622 w 1681354"/>
                <a:gd name="connsiteY64" fmla="*/ 318626 h 1262109"/>
                <a:gd name="connsiteX65" fmla="*/ 1037717 w 1681354"/>
                <a:gd name="connsiteY65" fmla="*/ 612250 h 1262109"/>
                <a:gd name="connsiteX66" fmla="*/ 1039622 w 1681354"/>
                <a:gd name="connsiteY66" fmla="*/ 318626 h 1262109"/>
                <a:gd name="connsiteX67" fmla="*/ 1648333 w 1681354"/>
                <a:gd name="connsiteY67" fmla="*/ 705468 h 1262109"/>
                <a:gd name="connsiteX68" fmla="*/ 1654810 w 1681354"/>
                <a:gd name="connsiteY68" fmla="*/ 553449 h 1262109"/>
                <a:gd name="connsiteX69" fmla="*/ 1655191 w 1681354"/>
                <a:gd name="connsiteY69" fmla="*/ 414765 h 1262109"/>
                <a:gd name="connsiteX70" fmla="*/ 1371092 w 1681354"/>
                <a:gd name="connsiteY70" fmla="*/ 667114 h 1262109"/>
                <a:gd name="connsiteX71" fmla="*/ 1249807 w 1681354"/>
                <a:gd name="connsiteY71" fmla="*/ 778874 h 1262109"/>
                <a:gd name="connsiteX72" fmla="*/ 1261618 w 1681354"/>
                <a:gd name="connsiteY72" fmla="*/ 708516 h 1262109"/>
                <a:gd name="connsiteX73" fmla="*/ 1208151 w 1681354"/>
                <a:gd name="connsiteY73" fmla="*/ 720962 h 1262109"/>
                <a:gd name="connsiteX74" fmla="*/ 1338961 w 1681354"/>
                <a:gd name="connsiteY74" fmla="*/ 933433 h 1262109"/>
                <a:gd name="connsiteX75" fmla="*/ 1462913 w 1681354"/>
                <a:gd name="connsiteY75" fmla="*/ 687180 h 1262109"/>
                <a:gd name="connsiteX76" fmla="*/ 1387475 w 1681354"/>
                <a:gd name="connsiteY76" fmla="*/ 780144 h 1262109"/>
                <a:gd name="connsiteX77" fmla="*/ 1427988 w 1681354"/>
                <a:gd name="connsiteY77" fmla="*/ 674099 h 1262109"/>
                <a:gd name="connsiteX78" fmla="*/ 1371092 w 1681354"/>
                <a:gd name="connsiteY78" fmla="*/ 667114 h 1262109"/>
                <a:gd name="connsiteX79" fmla="*/ 1081532 w 1681354"/>
                <a:gd name="connsiteY79" fmla="*/ 949181 h 1262109"/>
                <a:gd name="connsiteX80" fmla="*/ 1025652 w 1681354"/>
                <a:gd name="connsiteY80" fmla="*/ 969882 h 1262109"/>
                <a:gd name="connsiteX81" fmla="*/ 1042035 w 1681354"/>
                <a:gd name="connsiteY81" fmla="*/ 945244 h 1262109"/>
                <a:gd name="connsiteX82" fmla="*/ 913638 w 1681354"/>
                <a:gd name="connsiteY82" fmla="*/ 867012 h 1262109"/>
                <a:gd name="connsiteX83" fmla="*/ 964057 w 1681354"/>
                <a:gd name="connsiteY83" fmla="*/ 1115932 h 1262109"/>
                <a:gd name="connsiteX84" fmla="*/ 1097915 w 1681354"/>
                <a:gd name="connsiteY84" fmla="*/ 1143491 h 1262109"/>
                <a:gd name="connsiteX85" fmla="*/ 1340866 w 1681354"/>
                <a:gd name="connsiteY85" fmla="*/ 962770 h 1262109"/>
                <a:gd name="connsiteX86" fmla="*/ 1181608 w 1681354"/>
                <a:gd name="connsiteY86" fmla="*/ 848216 h 1262109"/>
                <a:gd name="connsiteX87" fmla="*/ 1081532 w 1681354"/>
                <a:gd name="connsiteY87" fmla="*/ 949181 h 1262109"/>
                <a:gd name="connsiteX0" fmla="*/ 1681353 w 1681353"/>
                <a:gd name="connsiteY0" fmla="*/ 674353 h 1262109"/>
                <a:gd name="connsiteX1" fmla="*/ 1657731 w 1681353"/>
                <a:gd name="connsiteY1" fmla="*/ 744584 h 1262109"/>
                <a:gd name="connsiteX2" fmla="*/ 1517142 w 1681353"/>
                <a:gd name="connsiteY2" fmla="*/ 751569 h 1262109"/>
                <a:gd name="connsiteX3" fmla="*/ 1383030 w 1681353"/>
                <a:gd name="connsiteY3" fmla="*/ 957436 h 1262109"/>
                <a:gd name="connsiteX4" fmla="*/ 1096137 w 1681353"/>
                <a:gd name="connsiteY4" fmla="*/ 1169780 h 1262109"/>
                <a:gd name="connsiteX5" fmla="*/ 969010 w 1681353"/>
                <a:gd name="connsiteY5" fmla="*/ 1147936 h 1262109"/>
                <a:gd name="connsiteX6" fmla="*/ 968375 w 1681353"/>
                <a:gd name="connsiteY6" fmla="*/ 1244710 h 1262109"/>
                <a:gd name="connsiteX7" fmla="*/ 957580 w 1681353"/>
                <a:gd name="connsiteY7" fmla="*/ 1257410 h 1262109"/>
                <a:gd name="connsiteX8" fmla="*/ 942721 w 1681353"/>
                <a:gd name="connsiteY8" fmla="*/ 1254616 h 1262109"/>
                <a:gd name="connsiteX9" fmla="*/ 940562 w 1681353"/>
                <a:gd name="connsiteY9" fmla="*/ 1151111 h 1262109"/>
                <a:gd name="connsiteX10" fmla="*/ 914908 w 1681353"/>
                <a:gd name="connsiteY10" fmla="*/ 951340 h 1262109"/>
                <a:gd name="connsiteX11" fmla="*/ 854202 w 1681353"/>
                <a:gd name="connsiteY11" fmla="*/ 838310 h 1262109"/>
                <a:gd name="connsiteX12" fmla="*/ 678561 w 1681353"/>
                <a:gd name="connsiteY12" fmla="*/ 832214 h 1262109"/>
                <a:gd name="connsiteX13" fmla="*/ 448437 w 1681353"/>
                <a:gd name="connsiteY13" fmla="*/ 814180 h 1262109"/>
                <a:gd name="connsiteX14" fmla="*/ 402209 w 1681353"/>
                <a:gd name="connsiteY14" fmla="*/ 837040 h 1262109"/>
                <a:gd name="connsiteX15" fmla="*/ 338963 w 1681353"/>
                <a:gd name="connsiteY15" fmla="*/ 857106 h 1262109"/>
                <a:gd name="connsiteX16" fmla="*/ 376047 w 1681353"/>
                <a:gd name="connsiteY16" fmla="*/ 952483 h 1262109"/>
                <a:gd name="connsiteX17" fmla="*/ 342900 w 1681353"/>
                <a:gd name="connsiteY17" fmla="*/ 1084182 h 1262109"/>
                <a:gd name="connsiteX18" fmla="*/ 265811 w 1681353"/>
                <a:gd name="connsiteY18" fmla="*/ 1252838 h 1262109"/>
                <a:gd name="connsiteX19" fmla="*/ 240157 w 1681353"/>
                <a:gd name="connsiteY19" fmla="*/ 1256140 h 1262109"/>
                <a:gd name="connsiteX20" fmla="*/ 349377 w 1681353"/>
                <a:gd name="connsiteY20" fmla="*/ 970263 h 1262109"/>
                <a:gd name="connsiteX21" fmla="*/ 311531 w 1681353"/>
                <a:gd name="connsiteY21" fmla="*/ 868536 h 1262109"/>
                <a:gd name="connsiteX22" fmla="*/ 20955 w 1681353"/>
                <a:gd name="connsiteY22" fmla="*/ 1251568 h 1262109"/>
                <a:gd name="connsiteX23" fmla="*/ 0 w 1681353"/>
                <a:gd name="connsiteY23" fmla="*/ 1262109 h 1262109"/>
                <a:gd name="connsiteX24" fmla="*/ 133223 w 1681353"/>
                <a:gd name="connsiteY24" fmla="*/ 995790 h 1262109"/>
                <a:gd name="connsiteX25" fmla="*/ 412369 w 1681353"/>
                <a:gd name="connsiteY25" fmla="*/ 806814 h 1262109"/>
                <a:gd name="connsiteX26" fmla="*/ 198247 w 1681353"/>
                <a:gd name="connsiteY26" fmla="*/ 670924 h 1262109"/>
                <a:gd name="connsiteX27" fmla="*/ 101981 w 1681353"/>
                <a:gd name="connsiteY27" fmla="*/ 581008 h 1262109"/>
                <a:gd name="connsiteX28" fmla="*/ 175895 w 1681353"/>
                <a:gd name="connsiteY28" fmla="*/ 285606 h 1262109"/>
                <a:gd name="connsiteX29" fmla="*/ 379792 w 1681353"/>
                <a:gd name="connsiteY29" fmla="*/ 50048 h 1262109"/>
                <a:gd name="connsiteX30" fmla="*/ 672816 w 1681353"/>
                <a:gd name="connsiteY30" fmla="*/ 5278 h 1262109"/>
                <a:gd name="connsiteX31" fmla="*/ 972991 w 1681353"/>
                <a:gd name="connsiteY31" fmla="*/ 167838 h 1262109"/>
                <a:gd name="connsiteX32" fmla="*/ 1049655 w 1681353"/>
                <a:gd name="connsiteY32" fmla="*/ 304021 h 1262109"/>
                <a:gd name="connsiteX33" fmla="*/ 1114679 w 1681353"/>
                <a:gd name="connsiteY33" fmla="*/ 399271 h 1262109"/>
                <a:gd name="connsiteX34" fmla="*/ 1042924 w 1681353"/>
                <a:gd name="connsiteY34" fmla="*/ 629268 h 1262109"/>
                <a:gd name="connsiteX35" fmla="*/ 1025906 w 1681353"/>
                <a:gd name="connsiteY35" fmla="*/ 639174 h 1262109"/>
                <a:gd name="connsiteX36" fmla="*/ 832358 w 1681353"/>
                <a:gd name="connsiteY36" fmla="*/ 801734 h 1262109"/>
                <a:gd name="connsiteX37" fmla="*/ 1063879 w 1681353"/>
                <a:gd name="connsiteY37" fmla="*/ 931909 h 1262109"/>
                <a:gd name="connsiteX38" fmla="*/ 1164717 w 1681353"/>
                <a:gd name="connsiteY38" fmla="*/ 818879 h 1262109"/>
                <a:gd name="connsiteX39" fmla="*/ 1175385 w 1681353"/>
                <a:gd name="connsiteY39" fmla="*/ 730106 h 1262109"/>
                <a:gd name="connsiteX40" fmla="*/ 1226693 w 1681353"/>
                <a:gd name="connsiteY40" fmla="*/ 676766 h 1262109"/>
                <a:gd name="connsiteX41" fmla="*/ 1282700 w 1681353"/>
                <a:gd name="connsiteY41" fmla="*/ 694165 h 1262109"/>
                <a:gd name="connsiteX42" fmla="*/ 1388745 w 1681353"/>
                <a:gd name="connsiteY42" fmla="*/ 635237 h 1262109"/>
                <a:gd name="connsiteX43" fmla="*/ 1489583 w 1681353"/>
                <a:gd name="connsiteY43" fmla="*/ 679433 h 1262109"/>
                <a:gd name="connsiteX44" fmla="*/ 378191 w 1681353"/>
                <a:gd name="connsiteY44" fmla="*/ 86782 h 1262109"/>
                <a:gd name="connsiteX45" fmla="*/ 198247 w 1681353"/>
                <a:gd name="connsiteY45" fmla="*/ 293353 h 1262109"/>
                <a:gd name="connsiteX46" fmla="*/ 221869 w 1681353"/>
                <a:gd name="connsiteY46" fmla="*/ 303767 h 1262109"/>
                <a:gd name="connsiteX47" fmla="*/ 262001 w 1681353"/>
                <a:gd name="connsiteY47" fmla="*/ 386952 h 1262109"/>
                <a:gd name="connsiteX48" fmla="*/ 231648 w 1681353"/>
                <a:gd name="connsiteY48" fmla="*/ 613266 h 1262109"/>
                <a:gd name="connsiteX49" fmla="*/ 196850 w 1681353"/>
                <a:gd name="connsiteY49" fmla="*/ 634094 h 1262109"/>
                <a:gd name="connsiteX50" fmla="*/ 310642 w 1681353"/>
                <a:gd name="connsiteY50" fmla="*/ 734805 h 1262109"/>
                <a:gd name="connsiteX51" fmla="*/ 735076 w 1681353"/>
                <a:gd name="connsiteY51" fmla="*/ 802115 h 1262109"/>
                <a:gd name="connsiteX52" fmla="*/ 985774 w 1681353"/>
                <a:gd name="connsiteY52" fmla="*/ 645143 h 1262109"/>
                <a:gd name="connsiteX53" fmla="*/ 991489 w 1681353"/>
                <a:gd name="connsiteY53" fmla="*/ 642857 h 1262109"/>
                <a:gd name="connsiteX54" fmla="*/ 941956 w 1681353"/>
                <a:gd name="connsiteY54" fmla="*/ 178366 h 1262109"/>
                <a:gd name="connsiteX55" fmla="*/ 655811 w 1681353"/>
                <a:gd name="connsiteY55" fmla="*/ 27037 h 1262109"/>
                <a:gd name="connsiteX56" fmla="*/ 372956 w 1681353"/>
                <a:gd name="connsiteY56" fmla="*/ 85525 h 1262109"/>
                <a:gd name="connsiteX57" fmla="*/ 161417 w 1681353"/>
                <a:gd name="connsiteY57" fmla="*/ 322309 h 1262109"/>
                <a:gd name="connsiteX58" fmla="*/ 114554 w 1681353"/>
                <a:gd name="connsiteY58" fmla="*/ 539479 h 1262109"/>
                <a:gd name="connsiteX59" fmla="*/ 182499 w 1681353"/>
                <a:gd name="connsiteY59" fmla="*/ 610980 h 1262109"/>
                <a:gd name="connsiteX60" fmla="*/ 224917 w 1681353"/>
                <a:gd name="connsiteY60" fmla="*/ 575420 h 1262109"/>
                <a:gd name="connsiteX61" fmla="*/ 224536 w 1681353"/>
                <a:gd name="connsiteY61" fmla="*/ 352408 h 1262109"/>
                <a:gd name="connsiteX62" fmla="*/ 161417 w 1681353"/>
                <a:gd name="connsiteY62" fmla="*/ 322309 h 1262109"/>
                <a:gd name="connsiteX63" fmla="*/ 1039622 w 1681353"/>
                <a:gd name="connsiteY63" fmla="*/ 318626 h 1262109"/>
                <a:gd name="connsiteX64" fmla="*/ 1037717 w 1681353"/>
                <a:gd name="connsiteY64" fmla="*/ 612250 h 1262109"/>
                <a:gd name="connsiteX65" fmla="*/ 1039622 w 1681353"/>
                <a:gd name="connsiteY65" fmla="*/ 318626 h 1262109"/>
                <a:gd name="connsiteX66" fmla="*/ 1648333 w 1681353"/>
                <a:gd name="connsiteY66" fmla="*/ 705468 h 1262109"/>
                <a:gd name="connsiteX67" fmla="*/ 1654810 w 1681353"/>
                <a:gd name="connsiteY67" fmla="*/ 553449 h 1262109"/>
                <a:gd name="connsiteX68" fmla="*/ 1655191 w 1681353"/>
                <a:gd name="connsiteY68" fmla="*/ 414765 h 1262109"/>
                <a:gd name="connsiteX69" fmla="*/ 1371092 w 1681353"/>
                <a:gd name="connsiteY69" fmla="*/ 667114 h 1262109"/>
                <a:gd name="connsiteX70" fmla="*/ 1249807 w 1681353"/>
                <a:gd name="connsiteY70" fmla="*/ 778874 h 1262109"/>
                <a:gd name="connsiteX71" fmla="*/ 1261618 w 1681353"/>
                <a:gd name="connsiteY71" fmla="*/ 708516 h 1262109"/>
                <a:gd name="connsiteX72" fmla="*/ 1208151 w 1681353"/>
                <a:gd name="connsiteY72" fmla="*/ 720962 h 1262109"/>
                <a:gd name="connsiteX73" fmla="*/ 1338961 w 1681353"/>
                <a:gd name="connsiteY73" fmla="*/ 933433 h 1262109"/>
                <a:gd name="connsiteX74" fmla="*/ 1462913 w 1681353"/>
                <a:gd name="connsiteY74" fmla="*/ 687180 h 1262109"/>
                <a:gd name="connsiteX75" fmla="*/ 1387475 w 1681353"/>
                <a:gd name="connsiteY75" fmla="*/ 780144 h 1262109"/>
                <a:gd name="connsiteX76" fmla="*/ 1427988 w 1681353"/>
                <a:gd name="connsiteY76" fmla="*/ 674099 h 1262109"/>
                <a:gd name="connsiteX77" fmla="*/ 1371092 w 1681353"/>
                <a:gd name="connsiteY77" fmla="*/ 667114 h 1262109"/>
                <a:gd name="connsiteX78" fmla="*/ 1081532 w 1681353"/>
                <a:gd name="connsiteY78" fmla="*/ 949181 h 1262109"/>
                <a:gd name="connsiteX79" fmla="*/ 1025652 w 1681353"/>
                <a:gd name="connsiteY79" fmla="*/ 969882 h 1262109"/>
                <a:gd name="connsiteX80" fmla="*/ 1042035 w 1681353"/>
                <a:gd name="connsiteY80" fmla="*/ 945244 h 1262109"/>
                <a:gd name="connsiteX81" fmla="*/ 913638 w 1681353"/>
                <a:gd name="connsiteY81" fmla="*/ 867012 h 1262109"/>
                <a:gd name="connsiteX82" fmla="*/ 964057 w 1681353"/>
                <a:gd name="connsiteY82" fmla="*/ 1115932 h 1262109"/>
                <a:gd name="connsiteX83" fmla="*/ 1097915 w 1681353"/>
                <a:gd name="connsiteY83" fmla="*/ 1143491 h 1262109"/>
                <a:gd name="connsiteX84" fmla="*/ 1340866 w 1681353"/>
                <a:gd name="connsiteY84" fmla="*/ 962770 h 1262109"/>
                <a:gd name="connsiteX85" fmla="*/ 1181608 w 1681353"/>
                <a:gd name="connsiteY85" fmla="*/ 848216 h 1262109"/>
                <a:gd name="connsiteX86" fmla="*/ 1081532 w 1681353"/>
                <a:gd name="connsiteY86" fmla="*/ 949181 h 1262109"/>
                <a:gd name="connsiteX0" fmla="*/ 1681353 w 1681353"/>
                <a:gd name="connsiteY0" fmla="*/ 674353 h 1262109"/>
                <a:gd name="connsiteX1" fmla="*/ 1657731 w 1681353"/>
                <a:gd name="connsiteY1" fmla="*/ 744584 h 1262109"/>
                <a:gd name="connsiteX2" fmla="*/ 1517142 w 1681353"/>
                <a:gd name="connsiteY2" fmla="*/ 751569 h 1262109"/>
                <a:gd name="connsiteX3" fmla="*/ 1383030 w 1681353"/>
                <a:gd name="connsiteY3" fmla="*/ 957436 h 1262109"/>
                <a:gd name="connsiteX4" fmla="*/ 1096137 w 1681353"/>
                <a:gd name="connsiteY4" fmla="*/ 1169780 h 1262109"/>
                <a:gd name="connsiteX5" fmla="*/ 969010 w 1681353"/>
                <a:gd name="connsiteY5" fmla="*/ 1147936 h 1262109"/>
                <a:gd name="connsiteX6" fmla="*/ 968375 w 1681353"/>
                <a:gd name="connsiteY6" fmla="*/ 1244710 h 1262109"/>
                <a:gd name="connsiteX7" fmla="*/ 957580 w 1681353"/>
                <a:gd name="connsiteY7" fmla="*/ 1257410 h 1262109"/>
                <a:gd name="connsiteX8" fmla="*/ 942721 w 1681353"/>
                <a:gd name="connsiteY8" fmla="*/ 1254616 h 1262109"/>
                <a:gd name="connsiteX9" fmla="*/ 940562 w 1681353"/>
                <a:gd name="connsiteY9" fmla="*/ 1151111 h 1262109"/>
                <a:gd name="connsiteX10" fmla="*/ 914908 w 1681353"/>
                <a:gd name="connsiteY10" fmla="*/ 951340 h 1262109"/>
                <a:gd name="connsiteX11" fmla="*/ 854202 w 1681353"/>
                <a:gd name="connsiteY11" fmla="*/ 838310 h 1262109"/>
                <a:gd name="connsiteX12" fmla="*/ 678561 w 1681353"/>
                <a:gd name="connsiteY12" fmla="*/ 832214 h 1262109"/>
                <a:gd name="connsiteX13" fmla="*/ 448437 w 1681353"/>
                <a:gd name="connsiteY13" fmla="*/ 814180 h 1262109"/>
                <a:gd name="connsiteX14" fmla="*/ 402209 w 1681353"/>
                <a:gd name="connsiteY14" fmla="*/ 837040 h 1262109"/>
                <a:gd name="connsiteX15" fmla="*/ 338963 w 1681353"/>
                <a:gd name="connsiteY15" fmla="*/ 857106 h 1262109"/>
                <a:gd name="connsiteX16" fmla="*/ 376047 w 1681353"/>
                <a:gd name="connsiteY16" fmla="*/ 952483 h 1262109"/>
                <a:gd name="connsiteX17" fmla="*/ 342900 w 1681353"/>
                <a:gd name="connsiteY17" fmla="*/ 1084182 h 1262109"/>
                <a:gd name="connsiteX18" fmla="*/ 265811 w 1681353"/>
                <a:gd name="connsiteY18" fmla="*/ 1252838 h 1262109"/>
                <a:gd name="connsiteX19" fmla="*/ 240157 w 1681353"/>
                <a:gd name="connsiteY19" fmla="*/ 1256140 h 1262109"/>
                <a:gd name="connsiteX20" fmla="*/ 349377 w 1681353"/>
                <a:gd name="connsiteY20" fmla="*/ 970263 h 1262109"/>
                <a:gd name="connsiteX21" fmla="*/ 311531 w 1681353"/>
                <a:gd name="connsiteY21" fmla="*/ 868536 h 1262109"/>
                <a:gd name="connsiteX22" fmla="*/ 20955 w 1681353"/>
                <a:gd name="connsiteY22" fmla="*/ 1251568 h 1262109"/>
                <a:gd name="connsiteX23" fmla="*/ 0 w 1681353"/>
                <a:gd name="connsiteY23" fmla="*/ 1262109 h 1262109"/>
                <a:gd name="connsiteX24" fmla="*/ 133223 w 1681353"/>
                <a:gd name="connsiteY24" fmla="*/ 995790 h 1262109"/>
                <a:gd name="connsiteX25" fmla="*/ 412369 w 1681353"/>
                <a:gd name="connsiteY25" fmla="*/ 806814 h 1262109"/>
                <a:gd name="connsiteX26" fmla="*/ 198247 w 1681353"/>
                <a:gd name="connsiteY26" fmla="*/ 670924 h 1262109"/>
                <a:gd name="connsiteX27" fmla="*/ 101981 w 1681353"/>
                <a:gd name="connsiteY27" fmla="*/ 581008 h 1262109"/>
                <a:gd name="connsiteX28" fmla="*/ 175895 w 1681353"/>
                <a:gd name="connsiteY28" fmla="*/ 285606 h 1262109"/>
                <a:gd name="connsiteX29" fmla="*/ 379792 w 1681353"/>
                <a:gd name="connsiteY29" fmla="*/ 50048 h 1262109"/>
                <a:gd name="connsiteX30" fmla="*/ 672816 w 1681353"/>
                <a:gd name="connsiteY30" fmla="*/ 5278 h 1262109"/>
                <a:gd name="connsiteX31" fmla="*/ 972991 w 1681353"/>
                <a:gd name="connsiteY31" fmla="*/ 167838 h 1262109"/>
                <a:gd name="connsiteX32" fmla="*/ 1049655 w 1681353"/>
                <a:gd name="connsiteY32" fmla="*/ 304021 h 1262109"/>
                <a:gd name="connsiteX33" fmla="*/ 1114679 w 1681353"/>
                <a:gd name="connsiteY33" fmla="*/ 399271 h 1262109"/>
                <a:gd name="connsiteX34" fmla="*/ 1042924 w 1681353"/>
                <a:gd name="connsiteY34" fmla="*/ 629268 h 1262109"/>
                <a:gd name="connsiteX35" fmla="*/ 1025906 w 1681353"/>
                <a:gd name="connsiteY35" fmla="*/ 639174 h 1262109"/>
                <a:gd name="connsiteX36" fmla="*/ 832358 w 1681353"/>
                <a:gd name="connsiteY36" fmla="*/ 801734 h 1262109"/>
                <a:gd name="connsiteX37" fmla="*/ 1063879 w 1681353"/>
                <a:gd name="connsiteY37" fmla="*/ 931909 h 1262109"/>
                <a:gd name="connsiteX38" fmla="*/ 1164717 w 1681353"/>
                <a:gd name="connsiteY38" fmla="*/ 818879 h 1262109"/>
                <a:gd name="connsiteX39" fmla="*/ 1175385 w 1681353"/>
                <a:gd name="connsiteY39" fmla="*/ 730106 h 1262109"/>
                <a:gd name="connsiteX40" fmla="*/ 1226693 w 1681353"/>
                <a:gd name="connsiteY40" fmla="*/ 676766 h 1262109"/>
                <a:gd name="connsiteX41" fmla="*/ 1282700 w 1681353"/>
                <a:gd name="connsiteY41" fmla="*/ 694165 h 1262109"/>
                <a:gd name="connsiteX42" fmla="*/ 1388745 w 1681353"/>
                <a:gd name="connsiteY42" fmla="*/ 635237 h 1262109"/>
                <a:gd name="connsiteX43" fmla="*/ 1489583 w 1681353"/>
                <a:gd name="connsiteY43" fmla="*/ 679433 h 1262109"/>
                <a:gd name="connsiteX44" fmla="*/ 378191 w 1681353"/>
                <a:gd name="connsiteY44" fmla="*/ 86782 h 1262109"/>
                <a:gd name="connsiteX45" fmla="*/ 198247 w 1681353"/>
                <a:gd name="connsiteY45" fmla="*/ 293353 h 1262109"/>
                <a:gd name="connsiteX46" fmla="*/ 221869 w 1681353"/>
                <a:gd name="connsiteY46" fmla="*/ 303767 h 1262109"/>
                <a:gd name="connsiteX47" fmla="*/ 262001 w 1681353"/>
                <a:gd name="connsiteY47" fmla="*/ 386952 h 1262109"/>
                <a:gd name="connsiteX48" fmla="*/ 231648 w 1681353"/>
                <a:gd name="connsiteY48" fmla="*/ 613266 h 1262109"/>
                <a:gd name="connsiteX49" fmla="*/ 196850 w 1681353"/>
                <a:gd name="connsiteY49" fmla="*/ 634094 h 1262109"/>
                <a:gd name="connsiteX50" fmla="*/ 310642 w 1681353"/>
                <a:gd name="connsiteY50" fmla="*/ 734805 h 1262109"/>
                <a:gd name="connsiteX51" fmla="*/ 735076 w 1681353"/>
                <a:gd name="connsiteY51" fmla="*/ 802115 h 1262109"/>
                <a:gd name="connsiteX52" fmla="*/ 985774 w 1681353"/>
                <a:gd name="connsiteY52" fmla="*/ 645143 h 1262109"/>
                <a:gd name="connsiteX53" fmla="*/ 991489 w 1681353"/>
                <a:gd name="connsiteY53" fmla="*/ 642857 h 1262109"/>
                <a:gd name="connsiteX54" fmla="*/ 941956 w 1681353"/>
                <a:gd name="connsiteY54" fmla="*/ 178366 h 1262109"/>
                <a:gd name="connsiteX55" fmla="*/ 655811 w 1681353"/>
                <a:gd name="connsiteY55" fmla="*/ 27037 h 1262109"/>
                <a:gd name="connsiteX56" fmla="*/ 372956 w 1681353"/>
                <a:gd name="connsiteY56" fmla="*/ 85525 h 1262109"/>
                <a:gd name="connsiteX57" fmla="*/ 161417 w 1681353"/>
                <a:gd name="connsiteY57" fmla="*/ 322309 h 1262109"/>
                <a:gd name="connsiteX58" fmla="*/ 114554 w 1681353"/>
                <a:gd name="connsiteY58" fmla="*/ 539479 h 1262109"/>
                <a:gd name="connsiteX59" fmla="*/ 182499 w 1681353"/>
                <a:gd name="connsiteY59" fmla="*/ 610980 h 1262109"/>
                <a:gd name="connsiteX60" fmla="*/ 224917 w 1681353"/>
                <a:gd name="connsiteY60" fmla="*/ 575420 h 1262109"/>
                <a:gd name="connsiteX61" fmla="*/ 224536 w 1681353"/>
                <a:gd name="connsiteY61" fmla="*/ 352408 h 1262109"/>
                <a:gd name="connsiteX62" fmla="*/ 161417 w 1681353"/>
                <a:gd name="connsiteY62" fmla="*/ 322309 h 1262109"/>
                <a:gd name="connsiteX63" fmla="*/ 1039622 w 1681353"/>
                <a:gd name="connsiteY63" fmla="*/ 318626 h 1262109"/>
                <a:gd name="connsiteX64" fmla="*/ 1037717 w 1681353"/>
                <a:gd name="connsiteY64" fmla="*/ 612250 h 1262109"/>
                <a:gd name="connsiteX65" fmla="*/ 1039622 w 1681353"/>
                <a:gd name="connsiteY65" fmla="*/ 318626 h 1262109"/>
                <a:gd name="connsiteX66" fmla="*/ 1654810 w 1681353"/>
                <a:gd name="connsiteY66" fmla="*/ 553449 h 1262109"/>
                <a:gd name="connsiteX67" fmla="*/ 1655191 w 1681353"/>
                <a:gd name="connsiteY67" fmla="*/ 414765 h 1262109"/>
                <a:gd name="connsiteX68" fmla="*/ 1371092 w 1681353"/>
                <a:gd name="connsiteY68" fmla="*/ 667114 h 1262109"/>
                <a:gd name="connsiteX69" fmla="*/ 1249807 w 1681353"/>
                <a:gd name="connsiteY69" fmla="*/ 778874 h 1262109"/>
                <a:gd name="connsiteX70" fmla="*/ 1261618 w 1681353"/>
                <a:gd name="connsiteY70" fmla="*/ 708516 h 1262109"/>
                <a:gd name="connsiteX71" fmla="*/ 1208151 w 1681353"/>
                <a:gd name="connsiteY71" fmla="*/ 720962 h 1262109"/>
                <a:gd name="connsiteX72" fmla="*/ 1338961 w 1681353"/>
                <a:gd name="connsiteY72" fmla="*/ 933433 h 1262109"/>
                <a:gd name="connsiteX73" fmla="*/ 1462913 w 1681353"/>
                <a:gd name="connsiteY73" fmla="*/ 687180 h 1262109"/>
                <a:gd name="connsiteX74" fmla="*/ 1387475 w 1681353"/>
                <a:gd name="connsiteY74" fmla="*/ 780144 h 1262109"/>
                <a:gd name="connsiteX75" fmla="*/ 1427988 w 1681353"/>
                <a:gd name="connsiteY75" fmla="*/ 674099 h 1262109"/>
                <a:gd name="connsiteX76" fmla="*/ 1371092 w 1681353"/>
                <a:gd name="connsiteY76" fmla="*/ 667114 h 1262109"/>
                <a:gd name="connsiteX77" fmla="*/ 1081532 w 1681353"/>
                <a:gd name="connsiteY77" fmla="*/ 949181 h 1262109"/>
                <a:gd name="connsiteX78" fmla="*/ 1025652 w 1681353"/>
                <a:gd name="connsiteY78" fmla="*/ 969882 h 1262109"/>
                <a:gd name="connsiteX79" fmla="*/ 1042035 w 1681353"/>
                <a:gd name="connsiteY79" fmla="*/ 945244 h 1262109"/>
                <a:gd name="connsiteX80" fmla="*/ 913638 w 1681353"/>
                <a:gd name="connsiteY80" fmla="*/ 867012 h 1262109"/>
                <a:gd name="connsiteX81" fmla="*/ 964057 w 1681353"/>
                <a:gd name="connsiteY81" fmla="*/ 1115932 h 1262109"/>
                <a:gd name="connsiteX82" fmla="*/ 1097915 w 1681353"/>
                <a:gd name="connsiteY82" fmla="*/ 1143491 h 1262109"/>
                <a:gd name="connsiteX83" fmla="*/ 1340866 w 1681353"/>
                <a:gd name="connsiteY83" fmla="*/ 962770 h 1262109"/>
                <a:gd name="connsiteX84" fmla="*/ 1181608 w 1681353"/>
                <a:gd name="connsiteY84" fmla="*/ 848216 h 1262109"/>
                <a:gd name="connsiteX85" fmla="*/ 1081532 w 1681353"/>
                <a:gd name="connsiteY85" fmla="*/ 949181 h 1262109"/>
                <a:gd name="connsiteX0" fmla="*/ 1681353 w 1681353"/>
                <a:gd name="connsiteY0" fmla="*/ 674353 h 1262109"/>
                <a:gd name="connsiteX1" fmla="*/ 1657731 w 1681353"/>
                <a:gd name="connsiteY1" fmla="*/ 744584 h 1262109"/>
                <a:gd name="connsiteX2" fmla="*/ 1517142 w 1681353"/>
                <a:gd name="connsiteY2" fmla="*/ 751569 h 1262109"/>
                <a:gd name="connsiteX3" fmla="*/ 1383030 w 1681353"/>
                <a:gd name="connsiteY3" fmla="*/ 957436 h 1262109"/>
                <a:gd name="connsiteX4" fmla="*/ 1096137 w 1681353"/>
                <a:gd name="connsiteY4" fmla="*/ 1169780 h 1262109"/>
                <a:gd name="connsiteX5" fmla="*/ 969010 w 1681353"/>
                <a:gd name="connsiteY5" fmla="*/ 1147936 h 1262109"/>
                <a:gd name="connsiteX6" fmla="*/ 968375 w 1681353"/>
                <a:gd name="connsiteY6" fmla="*/ 1244710 h 1262109"/>
                <a:gd name="connsiteX7" fmla="*/ 957580 w 1681353"/>
                <a:gd name="connsiteY7" fmla="*/ 1257410 h 1262109"/>
                <a:gd name="connsiteX8" fmla="*/ 942721 w 1681353"/>
                <a:gd name="connsiteY8" fmla="*/ 1254616 h 1262109"/>
                <a:gd name="connsiteX9" fmla="*/ 940562 w 1681353"/>
                <a:gd name="connsiteY9" fmla="*/ 1151111 h 1262109"/>
                <a:gd name="connsiteX10" fmla="*/ 914908 w 1681353"/>
                <a:gd name="connsiteY10" fmla="*/ 951340 h 1262109"/>
                <a:gd name="connsiteX11" fmla="*/ 854202 w 1681353"/>
                <a:gd name="connsiteY11" fmla="*/ 838310 h 1262109"/>
                <a:gd name="connsiteX12" fmla="*/ 678561 w 1681353"/>
                <a:gd name="connsiteY12" fmla="*/ 832214 h 1262109"/>
                <a:gd name="connsiteX13" fmla="*/ 448437 w 1681353"/>
                <a:gd name="connsiteY13" fmla="*/ 814180 h 1262109"/>
                <a:gd name="connsiteX14" fmla="*/ 402209 w 1681353"/>
                <a:gd name="connsiteY14" fmla="*/ 837040 h 1262109"/>
                <a:gd name="connsiteX15" fmla="*/ 338963 w 1681353"/>
                <a:gd name="connsiteY15" fmla="*/ 857106 h 1262109"/>
                <a:gd name="connsiteX16" fmla="*/ 376047 w 1681353"/>
                <a:gd name="connsiteY16" fmla="*/ 952483 h 1262109"/>
                <a:gd name="connsiteX17" fmla="*/ 342900 w 1681353"/>
                <a:gd name="connsiteY17" fmla="*/ 1084182 h 1262109"/>
                <a:gd name="connsiteX18" fmla="*/ 265811 w 1681353"/>
                <a:gd name="connsiteY18" fmla="*/ 1252838 h 1262109"/>
                <a:gd name="connsiteX19" fmla="*/ 240157 w 1681353"/>
                <a:gd name="connsiteY19" fmla="*/ 1256140 h 1262109"/>
                <a:gd name="connsiteX20" fmla="*/ 349377 w 1681353"/>
                <a:gd name="connsiteY20" fmla="*/ 970263 h 1262109"/>
                <a:gd name="connsiteX21" fmla="*/ 311531 w 1681353"/>
                <a:gd name="connsiteY21" fmla="*/ 868536 h 1262109"/>
                <a:gd name="connsiteX22" fmla="*/ 20955 w 1681353"/>
                <a:gd name="connsiteY22" fmla="*/ 1251568 h 1262109"/>
                <a:gd name="connsiteX23" fmla="*/ 0 w 1681353"/>
                <a:gd name="connsiteY23" fmla="*/ 1262109 h 1262109"/>
                <a:gd name="connsiteX24" fmla="*/ 133223 w 1681353"/>
                <a:gd name="connsiteY24" fmla="*/ 995790 h 1262109"/>
                <a:gd name="connsiteX25" fmla="*/ 412369 w 1681353"/>
                <a:gd name="connsiteY25" fmla="*/ 806814 h 1262109"/>
                <a:gd name="connsiteX26" fmla="*/ 198247 w 1681353"/>
                <a:gd name="connsiteY26" fmla="*/ 670924 h 1262109"/>
                <a:gd name="connsiteX27" fmla="*/ 101981 w 1681353"/>
                <a:gd name="connsiteY27" fmla="*/ 581008 h 1262109"/>
                <a:gd name="connsiteX28" fmla="*/ 175895 w 1681353"/>
                <a:gd name="connsiteY28" fmla="*/ 285606 h 1262109"/>
                <a:gd name="connsiteX29" fmla="*/ 379792 w 1681353"/>
                <a:gd name="connsiteY29" fmla="*/ 50048 h 1262109"/>
                <a:gd name="connsiteX30" fmla="*/ 672816 w 1681353"/>
                <a:gd name="connsiteY30" fmla="*/ 5278 h 1262109"/>
                <a:gd name="connsiteX31" fmla="*/ 972991 w 1681353"/>
                <a:gd name="connsiteY31" fmla="*/ 167838 h 1262109"/>
                <a:gd name="connsiteX32" fmla="*/ 1049655 w 1681353"/>
                <a:gd name="connsiteY32" fmla="*/ 304021 h 1262109"/>
                <a:gd name="connsiteX33" fmla="*/ 1114679 w 1681353"/>
                <a:gd name="connsiteY33" fmla="*/ 399271 h 1262109"/>
                <a:gd name="connsiteX34" fmla="*/ 1042924 w 1681353"/>
                <a:gd name="connsiteY34" fmla="*/ 629268 h 1262109"/>
                <a:gd name="connsiteX35" fmla="*/ 1025906 w 1681353"/>
                <a:gd name="connsiteY35" fmla="*/ 639174 h 1262109"/>
                <a:gd name="connsiteX36" fmla="*/ 832358 w 1681353"/>
                <a:gd name="connsiteY36" fmla="*/ 801734 h 1262109"/>
                <a:gd name="connsiteX37" fmla="*/ 1063879 w 1681353"/>
                <a:gd name="connsiteY37" fmla="*/ 931909 h 1262109"/>
                <a:gd name="connsiteX38" fmla="*/ 1164717 w 1681353"/>
                <a:gd name="connsiteY38" fmla="*/ 818879 h 1262109"/>
                <a:gd name="connsiteX39" fmla="*/ 1175385 w 1681353"/>
                <a:gd name="connsiteY39" fmla="*/ 730106 h 1262109"/>
                <a:gd name="connsiteX40" fmla="*/ 1226693 w 1681353"/>
                <a:gd name="connsiteY40" fmla="*/ 676766 h 1262109"/>
                <a:gd name="connsiteX41" fmla="*/ 1282700 w 1681353"/>
                <a:gd name="connsiteY41" fmla="*/ 694165 h 1262109"/>
                <a:gd name="connsiteX42" fmla="*/ 1388745 w 1681353"/>
                <a:gd name="connsiteY42" fmla="*/ 635237 h 1262109"/>
                <a:gd name="connsiteX43" fmla="*/ 1489583 w 1681353"/>
                <a:gd name="connsiteY43" fmla="*/ 679433 h 1262109"/>
                <a:gd name="connsiteX44" fmla="*/ 378191 w 1681353"/>
                <a:gd name="connsiteY44" fmla="*/ 86782 h 1262109"/>
                <a:gd name="connsiteX45" fmla="*/ 198247 w 1681353"/>
                <a:gd name="connsiteY45" fmla="*/ 293353 h 1262109"/>
                <a:gd name="connsiteX46" fmla="*/ 221869 w 1681353"/>
                <a:gd name="connsiteY46" fmla="*/ 303767 h 1262109"/>
                <a:gd name="connsiteX47" fmla="*/ 262001 w 1681353"/>
                <a:gd name="connsiteY47" fmla="*/ 386952 h 1262109"/>
                <a:gd name="connsiteX48" fmla="*/ 231648 w 1681353"/>
                <a:gd name="connsiteY48" fmla="*/ 613266 h 1262109"/>
                <a:gd name="connsiteX49" fmla="*/ 196850 w 1681353"/>
                <a:gd name="connsiteY49" fmla="*/ 634094 h 1262109"/>
                <a:gd name="connsiteX50" fmla="*/ 310642 w 1681353"/>
                <a:gd name="connsiteY50" fmla="*/ 734805 h 1262109"/>
                <a:gd name="connsiteX51" fmla="*/ 735076 w 1681353"/>
                <a:gd name="connsiteY51" fmla="*/ 802115 h 1262109"/>
                <a:gd name="connsiteX52" fmla="*/ 985774 w 1681353"/>
                <a:gd name="connsiteY52" fmla="*/ 645143 h 1262109"/>
                <a:gd name="connsiteX53" fmla="*/ 991489 w 1681353"/>
                <a:gd name="connsiteY53" fmla="*/ 642857 h 1262109"/>
                <a:gd name="connsiteX54" fmla="*/ 941956 w 1681353"/>
                <a:gd name="connsiteY54" fmla="*/ 178366 h 1262109"/>
                <a:gd name="connsiteX55" fmla="*/ 655811 w 1681353"/>
                <a:gd name="connsiteY55" fmla="*/ 27037 h 1262109"/>
                <a:gd name="connsiteX56" fmla="*/ 372956 w 1681353"/>
                <a:gd name="connsiteY56" fmla="*/ 85525 h 1262109"/>
                <a:gd name="connsiteX57" fmla="*/ 161417 w 1681353"/>
                <a:gd name="connsiteY57" fmla="*/ 322309 h 1262109"/>
                <a:gd name="connsiteX58" fmla="*/ 114554 w 1681353"/>
                <a:gd name="connsiteY58" fmla="*/ 539479 h 1262109"/>
                <a:gd name="connsiteX59" fmla="*/ 182499 w 1681353"/>
                <a:gd name="connsiteY59" fmla="*/ 610980 h 1262109"/>
                <a:gd name="connsiteX60" fmla="*/ 224917 w 1681353"/>
                <a:gd name="connsiteY60" fmla="*/ 575420 h 1262109"/>
                <a:gd name="connsiteX61" fmla="*/ 224536 w 1681353"/>
                <a:gd name="connsiteY61" fmla="*/ 352408 h 1262109"/>
                <a:gd name="connsiteX62" fmla="*/ 161417 w 1681353"/>
                <a:gd name="connsiteY62" fmla="*/ 322309 h 1262109"/>
                <a:gd name="connsiteX63" fmla="*/ 1039622 w 1681353"/>
                <a:gd name="connsiteY63" fmla="*/ 318626 h 1262109"/>
                <a:gd name="connsiteX64" fmla="*/ 1037717 w 1681353"/>
                <a:gd name="connsiteY64" fmla="*/ 612250 h 1262109"/>
                <a:gd name="connsiteX65" fmla="*/ 1039622 w 1681353"/>
                <a:gd name="connsiteY65" fmla="*/ 318626 h 1262109"/>
                <a:gd name="connsiteX66" fmla="*/ 1371092 w 1681353"/>
                <a:gd name="connsiteY66" fmla="*/ 667114 h 1262109"/>
                <a:gd name="connsiteX67" fmla="*/ 1249807 w 1681353"/>
                <a:gd name="connsiteY67" fmla="*/ 778874 h 1262109"/>
                <a:gd name="connsiteX68" fmla="*/ 1261618 w 1681353"/>
                <a:gd name="connsiteY68" fmla="*/ 708516 h 1262109"/>
                <a:gd name="connsiteX69" fmla="*/ 1208151 w 1681353"/>
                <a:gd name="connsiteY69" fmla="*/ 720962 h 1262109"/>
                <a:gd name="connsiteX70" fmla="*/ 1338961 w 1681353"/>
                <a:gd name="connsiteY70" fmla="*/ 933433 h 1262109"/>
                <a:gd name="connsiteX71" fmla="*/ 1462913 w 1681353"/>
                <a:gd name="connsiteY71" fmla="*/ 687180 h 1262109"/>
                <a:gd name="connsiteX72" fmla="*/ 1387475 w 1681353"/>
                <a:gd name="connsiteY72" fmla="*/ 780144 h 1262109"/>
                <a:gd name="connsiteX73" fmla="*/ 1427988 w 1681353"/>
                <a:gd name="connsiteY73" fmla="*/ 674099 h 1262109"/>
                <a:gd name="connsiteX74" fmla="*/ 1371092 w 1681353"/>
                <a:gd name="connsiteY74" fmla="*/ 667114 h 1262109"/>
                <a:gd name="connsiteX75" fmla="*/ 1081532 w 1681353"/>
                <a:gd name="connsiteY75" fmla="*/ 949181 h 1262109"/>
                <a:gd name="connsiteX76" fmla="*/ 1025652 w 1681353"/>
                <a:gd name="connsiteY76" fmla="*/ 969882 h 1262109"/>
                <a:gd name="connsiteX77" fmla="*/ 1042035 w 1681353"/>
                <a:gd name="connsiteY77" fmla="*/ 945244 h 1262109"/>
                <a:gd name="connsiteX78" fmla="*/ 913638 w 1681353"/>
                <a:gd name="connsiteY78" fmla="*/ 867012 h 1262109"/>
                <a:gd name="connsiteX79" fmla="*/ 964057 w 1681353"/>
                <a:gd name="connsiteY79" fmla="*/ 1115932 h 1262109"/>
                <a:gd name="connsiteX80" fmla="*/ 1097915 w 1681353"/>
                <a:gd name="connsiteY80" fmla="*/ 1143491 h 1262109"/>
                <a:gd name="connsiteX81" fmla="*/ 1340866 w 1681353"/>
                <a:gd name="connsiteY81" fmla="*/ 962770 h 1262109"/>
                <a:gd name="connsiteX82" fmla="*/ 1181608 w 1681353"/>
                <a:gd name="connsiteY82" fmla="*/ 848216 h 1262109"/>
                <a:gd name="connsiteX83" fmla="*/ 1081532 w 1681353"/>
                <a:gd name="connsiteY83" fmla="*/ 949181 h 1262109"/>
                <a:gd name="connsiteX0" fmla="*/ 1657731 w 1657731"/>
                <a:gd name="connsiteY0" fmla="*/ 744584 h 1262109"/>
                <a:gd name="connsiteX1" fmla="*/ 1517142 w 1657731"/>
                <a:gd name="connsiteY1" fmla="*/ 751569 h 1262109"/>
                <a:gd name="connsiteX2" fmla="*/ 1383030 w 1657731"/>
                <a:gd name="connsiteY2" fmla="*/ 957436 h 1262109"/>
                <a:gd name="connsiteX3" fmla="*/ 1096137 w 1657731"/>
                <a:gd name="connsiteY3" fmla="*/ 1169780 h 1262109"/>
                <a:gd name="connsiteX4" fmla="*/ 969010 w 1657731"/>
                <a:gd name="connsiteY4" fmla="*/ 1147936 h 1262109"/>
                <a:gd name="connsiteX5" fmla="*/ 968375 w 1657731"/>
                <a:gd name="connsiteY5" fmla="*/ 1244710 h 1262109"/>
                <a:gd name="connsiteX6" fmla="*/ 957580 w 1657731"/>
                <a:gd name="connsiteY6" fmla="*/ 1257410 h 1262109"/>
                <a:gd name="connsiteX7" fmla="*/ 942721 w 1657731"/>
                <a:gd name="connsiteY7" fmla="*/ 1254616 h 1262109"/>
                <a:gd name="connsiteX8" fmla="*/ 940562 w 1657731"/>
                <a:gd name="connsiteY8" fmla="*/ 1151111 h 1262109"/>
                <a:gd name="connsiteX9" fmla="*/ 914908 w 1657731"/>
                <a:gd name="connsiteY9" fmla="*/ 951340 h 1262109"/>
                <a:gd name="connsiteX10" fmla="*/ 854202 w 1657731"/>
                <a:gd name="connsiteY10" fmla="*/ 838310 h 1262109"/>
                <a:gd name="connsiteX11" fmla="*/ 678561 w 1657731"/>
                <a:gd name="connsiteY11" fmla="*/ 832214 h 1262109"/>
                <a:gd name="connsiteX12" fmla="*/ 448437 w 1657731"/>
                <a:gd name="connsiteY12" fmla="*/ 814180 h 1262109"/>
                <a:gd name="connsiteX13" fmla="*/ 402209 w 1657731"/>
                <a:gd name="connsiteY13" fmla="*/ 837040 h 1262109"/>
                <a:gd name="connsiteX14" fmla="*/ 338963 w 1657731"/>
                <a:gd name="connsiteY14" fmla="*/ 857106 h 1262109"/>
                <a:gd name="connsiteX15" fmla="*/ 376047 w 1657731"/>
                <a:gd name="connsiteY15" fmla="*/ 952483 h 1262109"/>
                <a:gd name="connsiteX16" fmla="*/ 342900 w 1657731"/>
                <a:gd name="connsiteY16" fmla="*/ 1084182 h 1262109"/>
                <a:gd name="connsiteX17" fmla="*/ 265811 w 1657731"/>
                <a:gd name="connsiteY17" fmla="*/ 1252838 h 1262109"/>
                <a:gd name="connsiteX18" fmla="*/ 240157 w 1657731"/>
                <a:gd name="connsiteY18" fmla="*/ 1256140 h 1262109"/>
                <a:gd name="connsiteX19" fmla="*/ 349377 w 1657731"/>
                <a:gd name="connsiteY19" fmla="*/ 970263 h 1262109"/>
                <a:gd name="connsiteX20" fmla="*/ 311531 w 1657731"/>
                <a:gd name="connsiteY20" fmla="*/ 868536 h 1262109"/>
                <a:gd name="connsiteX21" fmla="*/ 20955 w 1657731"/>
                <a:gd name="connsiteY21" fmla="*/ 1251568 h 1262109"/>
                <a:gd name="connsiteX22" fmla="*/ 0 w 1657731"/>
                <a:gd name="connsiteY22" fmla="*/ 1262109 h 1262109"/>
                <a:gd name="connsiteX23" fmla="*/ 133223 w 1657731"/>
                <a:gd name="connsiteY23" fmla="*/ 995790 h 1262109"/>
                <a:gd name="connsiteX24" fmla="*/ 412369 w 1657731"/>
                <a:gd name="connsiteY24" fmla="*/ 806814 h 1262109"/>
                <a:gd name="connsiteX25" fmla="*/ 198247 w 1657731"/>
                <a:gd name="connsiteY25" fmla="*/ 670924 h 1262109"/>
                <a:gd name="connsiteX26" fmla="*/ 101981 w 1657731"/>
                <a:gd name="connsiteY26" fmla="*/ 581008 h 1262109"/>
                <a:gd name="connsiteX27" fmla="*/ 175895 w 1657731"/>
                <a:gd name="connsiteY27" fmla="*/ 285606 h 1262109"/>
                <a:gd name="connsiteX28" fmla="*/ 379792 w 1657731"/>
                <a:gd name="connsiteY28" fmla="*/ 50048 h 1262109"/>
                <a:gd name="connsiteX29" fmla="*/ 672816 w 1657731"/>
                <a:gd name="connsiteY29" fmla="*/ 5278 h 1262109"/>
                <a:gd name="connsiteX30" fmla="*/ 972991 w 1657731"/>
                <a:gd name="connsiteY30" fmla="*/ 167838 h 1262109"/>
                <a:gd name="connsiteX31" fmla="*/ 1049655 w 1657731"/>
                <a:gd name="connsiteY31" fmla="*/ 304021 h 1262109"/>
                <a:gd name="connsiteX32" fmla="*/ 1114679 w 1657731"/>
                <a:gd name="connsiteY32" fmla="*/ 399271 h 1262109"/>
                <a:gd name="connsiteX33" fmla="*/ 1042924 w 1657731"/>
                <a:gd name="connsiteY33" fmla="*/ 629268 h 1262109"/>
                <a:gd name="connsiteX34" fmla="*/ 1025906 w 1657731"/>
                <a:gd name="connsiteY34" fmla="*/ 639174 h 1262109"/>
                <a:gd name="connsiteX35" fmla="*/ 832358 w 1657731"/>
                <a:gd name="connsiteY35" fmla="*/ 801734 h 1262109"/>
                <a:gd name="connsiteX36" fmla="*/ 1063879 w 1657731"/>
                <a:gd name="connsiteY36" fmla="*/ 931909 h 1262109"/>
                <a:gd name="connsiteX37" fmla="*/ 1164717 w 1657731"/>
                <a:gd name="connsiteY37" fmla="*/ 818879 h 1262109"/>
                <a:gd name="connsiteX38" fmla="*/ 1175385 w 1657731"/>
                <a:gd name="connsiteY38" fmla="*/ 730106 h 1262109"/>
                <a:gd name="connsiteX39" fmla="*/ 1226693 w 1657731"/>
                <a:gd name="connsiteY39" fmla="*/ 676766 h 1262109"/>
                <a:gd name="connsiteX40" fmla="*/ 1282700 w 1657731"/>
                <a:gd name="connsiteY40" fmla="*/ 694165 h 1262109"/>
                <a:gd name="connsiteX41" fmla="*/ 1388745 w 1657731"/>
                <a:gd name="connsiteY41" fmla="*/ 635237 h 1262109"/>
                <a:gd name="connsiteX42" fmla="*/ 1489583 w 1657731"/>
                <a:gd name="connsiteY42" fmla="*/ 679433 h 1262109"/>
                <a:gd name="connsiteX43" fmla="*/ 378191 w 1657731"/>
                <a:gd name="connsiteY43" fmla="*/ 86782 h 1262109"/>
                <a:gd name="connsiteX44" fmla="*/ 198247 w 1657731"/>
                <a:gd name="connsiteY44" fmla="*/ 293353 h 1262109"/>
                <a:gd name="connsiteX45" fmla="*/ 221869 w 1657731"/>
                <a:gd name="connsiteY45" fmla="*/ 303767 h 1262109"/>
                <a:gd name="connsiteX46" fmla="*/ 262001 w 1657731"/>
                <a:gd name="connsiteY46" fmla="*/ 386952 h 1262109"/>
                <a:gd name="connsiteX47" fmla="*/ 231648 w 1657731"/>
                <a:gd name="connsiteY47" fmla="*/ 613266 h 1262109"/>
                <a:gd name="connsiteX48" fmla="*/ 196850 w 1657731"/>
                <a:gd name="connsiteY48" fmla="*/ 634094 h 1262109"/>
                <a:gd name="connsiteX49" fmla="*/ 310642 w 1657731"/>
                <a:gd name="connsiteY49" fmla="*/ 734805 h 1262109"/>
                <a:gd name="connsiteX50" fmla="*/ 735076 w 1657731"/>
                <a:gd name="connsiteY50" fmla="*/ 802115 h 1262109"/>
                <a:gd name="connsiteX51" fmla="*/ 985774 w 1657731"/>
                <a:gd name="connsiteY51" fmla="*/ 645143 h 1262109"/>
                <a:gd name="connsiteX52" fmla="*/ 991489 w 1657731"/>
                <a:gd name="connsiteY52" fmla="*/ 642857 h 1262109"/>
                <a:gd name="connsiteX53" fmla="*/ 941956 w 1657731"/>
                <a:gd name="connsiteY53" fmla="*/ 178366 h 1262109"/>
                <a:gd name="connsiteX54" fmla="*/ 655811 w 1657731"/>
                <a:gd name="connsiteY54" fmla="*/ 27037 h 1262109"/>
                <a:gd name="connsiteX55" fmla="*/ 372956 w 1657731"/>
                <a:gd name="connsiteY55" fmla="*/ 85525 h 1262109"/>
                <a:gd name="connsiteX56" fmla="*/ 161417 w 1657731"/>
                <a:gd name="connsiteY56" fmla="*/ 322309 h 1262109"/>
                <a:gd name="connsiteX57" fmla="*/ 114554 w 1657731"/>
                <a:gd name="connsiteY57" fmla="*/ 539479 h 1262109"/>
                <a:gd name="connsiteX58" fmla="*/ 182499 w 1657731"/>
                <a:gd name="connsiteY58" fmla="*/ 610980 h 1262109"/>
                <a:gd name="connsiteX59" fmla="*/ 224917 w 1657731"/>
                <a:gd name="connsiteY59" fmla="*/ 575420 h 1262109"/>
                <a:gd name="connsiteX60" fmla="*/ 224536 w 1657731"/>
                <a:gd name="connsiteY60" fmla="*/ 352408 h 1262109"/>
                <a:gd name="connsiteX61" fmla="*/ 161417 w 1657731"/>
                <a:gd name="connsiteY61" fmla="*/ 322309 h 1262109"/>
                <a:gd name="connsiteX62" fmla="*/ 1039622 w 1657731"/>
                <a:gd name="connsiteY62" fmla="*/ 318626 h 1262109"/>
                <a:gd name="connsiteX63" fmla="*/ 1037717 w 1657731"/>
                <a:gd name="connsiteY63" fmla="*/ 612250 h 1262109"/>
                <a:gd name="connsiteX64" fmla="*/ 1039622 w 1657731"/>
                <a:gd name="connsiteY64" fmla="*/ 318626 h 1262109"/>
                <a:gd name="connsiteX65" fmla="*/ 1371092 w 1657731"/>
                <a:gd name="connsiteY65" fmla="*/ 667114 h 1262109"/>
                <a:gd name="connsiteX66" fmla="*/ 1249807 w 1657731"/>
                <a:gd name="connsiteY66" fmla="*/ 778874 h 1262109"/>
                <a:gd name="connsiteX67" fmla="*/ 1261618 w 1657731"/>
                <a:gd name="connsiteY67" fmla="*/ 708516 h 1262109"/>
                <a:gd name="connsiteX68" fmla="*/ 1208151 w 1657731"/>
                <a:gd name="connsiteY68" fmla="*/ 720962 h 1262109"/>
                <a:gd name="connsiteX69" fmla="*/ 1338961 w 1657731"/>
                <a:gd name="connsiteY69" fmla="*/ 933433 h 1262109"/>
                <a:gd name="connsiteX70" fmla="*/ 1462913 w 1657731"/>
                <a:gd name="connsiteY70" fmla="*/ 687180 h 1262109"/>
                <a:gd name="connsiteX71" fmla="*/ 1387475 w 1657731"/>
                <a:gd name="connsiteY71" fmla="*/ 780144 h 1262109"/>
                <a:gd name="connsiteX72" fmla="*/ 1427988 w 1657731"/>
                <a:gd name="connsiteY72" fmla="*/ 674099 h 1262109"/>
                <a:gd name="connsiteX73" fmla="*/ 1371092 w 1657731"/>
                <a:gd name="connsiteY73" fmla="*/ 667114 h 1262109"/>
                <a:gd name="connsiteX74" fmla="*/ 1081532 w 1657731"/>
                <a:gd name="connsiteY74" fmla="*/ 949181 h 1262109"/>
                <a:gd name="connsiteX75" fmla="*/ 1025652 w 1657731"/>
                <a:gd name="connsiteY75" fmla="*/ 969882 h 1262109"/>
                <a:gd name="connsiteX76" fmla="*/ 1042035 w 1657731"/>
                <a:gd name="connsiteY76" fmla="*/ 945244 h 1262109"/>
                <a:gd name="connsiteX77" fmla="*/ 913638 w 1657731"/>
                <a:gd name="connsiteY77" fmla="*/ 867012 h 1262109"/>
                <a:gd name="connsiteX78" fmla="*/ 964057 w 1657731"/>
                <a:gd name="connsiteY78" fmla="*/ 1115932 h 1262109"/>
                <a:gd name="connsiteX79" fmla="*/ 1097915 w 1657731"/>
                <a:gd name="connsiteY79" fmla="*/ 1143491 h 1262109"/>
                <a:gd name="connsiteX80" fmla="*/ 1340866 w 1657731"/>
                <a:gd name="connsiteY80" fmla="*/ 962770 h 1262109"/>
                <a:gd name="connsiteX81" fmla="*/ 1181608 w 1657731"/>
                <a:gd name="connsiteY81" fmla="*/ 848216 h 1262109"/>
                <a:gd name="connsiteX82" fmla="*/ 1081532 w 1657731"/>
                <a:gd name="connsiteY82" fmla="*/ 949181 h 1262109"/>
                <a:gd name="connsiteX0" fmla="*/ 1514513 w 1529271"/>
                <a:gd name="connsiteY0" fmla="*/ 716736 h 1262109"/>
                <a:gd name="connsiteX1" fmla="*/ 1517142 w 1529271"/>
                <a:gd name="connsiteY1" fmla="*/ 751569 h 1262109"/>
                <a:gd name="connsiteX2" fmla="*/ 1383030 w 1529271"/>
                <a:gd name="connsiteY2" fmla="*/ 957436 h 1262109"/>
                <a:gd name="connsiteX3" fmla="*/ 1096137 w 1529271"/>
                <a:gd name="connsiteY3" fmla="*/ 1169780 h 1262109"/>
                <a:gd name="connsiteX4" fmla="*/ 969010 w 1529271"/>
                <a:gd name="connsiteY4" fmla="*/ 1147936 h 1262109"/>
                <a:gd name="connsiteX5" fmla="*/ 968375 w 1529271"/>
                <a:gd name="connsiteY5" fmla="*/ 1244710 h 1262109"/>
                <a:gd name="connsiteX6" fmla="*/ 957580 w 1529271"/>
                <a:gd name="connsiteY6" fmla="*/ 1257410 h 1262109"/>
                <a:gd name="connsiteX7" fmla="*/ 942721 w 1529271"/>
                <a:gd name="connsiteY7" fmla="*/ 1254616 h 1262109"/>
                <a:gd name="connsiteX8" fmla="*/ 940562 w 1529271"/>
                <a:gd name="connsiteY8" fmla="*/ 1151111 h 1262109"/>
                <a:gd name="connsiteX9" fmla="*/ 914908 w 1529271"/>
                <a:gd name="connsiteY9" fmla="*/ 951340 h 1262109"/>
                <a:gd name="connsiteX10" fmla="*/ 854202 w 1529271"/>
                <a:gd name="connsiteY10" fmla="*/ 838310 h 1262109"/>
                <a:gd name="connsiteX11" fmla="*/ 678561 w 1529271"/>
                <a:gd name="connsiteY11" fmla="*/ 832214 h 1262109"/>
                <a:gd name="connsiteX12" fmla="*/ 448437 w 1529271"/>
                <a:gd name="connsiteY12" fmla="*/ 814180 h 1262109"/>
                <a:gd name="connsiteX13" fmla="*/ 402209 w 1529271"/>
                <a:gd name="connsiteY13" fmla="*/ 837040 h 1262109"/>
                <a:gd name="connsiteX14" fmla="*/ 338963 w 1529271"/>
                <a:gd name="connsiteY14" fmla="*/ 857106 h 1262109"/>
                <a:gd name="connsiteX15" fmla="*/ 376047 w 1529271"/>
                <a:gd name="connsiteY15" fmla="*/ 952483 h 1262109"/>
                <a:gd name="connsiteX16" fmla="*/ 342900 w 1529271"/>
                <a:gd name="connsiteY16" fmla="*/ 1084182 h 1262109"/>
                <a:gd name="connsiteX17" fmla="*/ 265811 w 1529271"/>
                <a:gd name="connsiteY17" fmla="*/ 1252838 h 1262109"/>
                <a:gd name="connsiteX18" fmla="*/ 240157 w 1529271"/>
                <a:gd name="connsiteY18" fmla="*/ 1256140 h 1262109"/>
                <a:gd name="connsiteX19" fmla="*/ 349377 w 1529271"/>
                <a:gd name="connsiteY19" fmla="*/ 970263 h 1262109"/>
                <a:gd name="connsiteX20" fmla="*/ 311531 w 1529271"/>
                <a:gd name="connsiteY20" fmla="*/ 868536 h 1262109"/>
                <a:gd name="connsiteX21" fmla="*/ 20955 w 1529271"/>
                <a:gd name="connsiteY21" fmla="*/ 1251568 h 1262109"/>
                <a:gd name="connsiteX22" fmla="*/ 0 w 1529271"/>
                <a:gd name="connsiteY22" fmla="*/ 1262109 h 1262109"/>
                <a:gd name="connsiteX23" fmla="*/ 133223 w 1529271"/>
                <a:gd name="connsiteY23" fmla="*/ 995790 h 1262109"/>
                <a:gd name="connsiteX24" fmla="*/ 412369 w 1529271"/>
                <a:gd name="connsiteY24" fmla="*/ 806814 h 1262109"/>
                <a:gd name="connsiteX25" fmla="*/ 198247 w 1529271"/>
                <a:gd name="connsiteY25" fmla="*/ 670924 h 1262109"/>
                <a:gd name="connsiteX26" fmla="*/ 101981 w 1529271"/>
                <a:gd name="connsiteY26" fmla="*/ 581008 h 1262109"/>
                <a:gd name="connsiteX27" fmla="*/ 175895 w 1529271"/>
                <a:gd name="connsiteY27" fmla="*/ 285606 h 1262109"/>
                <a:gd name="connsiteX28" fmla="*/ 379792 w 1529271"/>
                <a:gd name="connsiteY28" fmla="*/ 50048 h 1262109"/>
                <a:gd name="connsiteX29" fmla="*/ 672816 w 1529271"/>
                <a:gd name="connsiteY29" fmla="*/ 5278 h 1262109"/>
                <a:gd name="connsiteX30" fmla="*/ 972991 w 1529271"/>
                <a:gd name="connsiteY30" fmla="*/ 167838 h 1262109"/>
                <a:gd name="connsiteX31" fmla="*/ 1049655 w 1529271"/>
                <a:gd name="connsiteY31" fmla="*/ 304021 h 1262109"/>
                <a:gd name="connsiteX32" fmla="*/ 1114679 w 1529271"/>
                <a:gd name="connsiteY32" fmla="*/ 399271 h 1262109"/>
                <a:gd name="connsiteX33" fmla="*/ 1042924 w 1529271"/>
                <a:gd name="connsiteY33" fmla="*/ 629268 h 1262109"/>
                <a:gd name="connsiteX34" fmla="*/ 1025906 w 1529271"/>
                <a:gd name="connsiteY34" fmla="*/ 639174 h 1262109"/>
                <a:gd name="connsiteX35" fmla="*/ 832358 w 1529271"/>
                <a:gd name="connsiteY35" fmla="*/ 801734 h 1262109"/>
                <a:gd name="connsiteX36" fmla="*/ 1063879 w 1529271"/>
                <a:gd name="connsiteY36" fmla="*/ 931909 h 1262109"/>
                <a:gd name="connsiteX37" fmla="*/ 1164717 w 1529271"/>
                <a:gd name="connsiteY37" fmla="*/ 818879 h 1262109"/>
                <a:gd name="connsiteX38" fmla="*/ 1175385 w 1529271"/>
                <a:gd name="connsiteY38" fmla="*/ 730106 h 1262109"/>
                <a:gd name="connsiteX39" fmla="*/ 1226693 w 1529271"/>
                <a:gd name="connsiteY39" fmla="*/ 676766 h 1262109"/>
                <a:gd name="connsiteX40" fmla="*/ 1282700 w 1529271"/>
                <a:gd name="connsiteY40" fmla="*/ 694165 h 1262109"/>
                <a:gd name="connsiteX41" fmla="*/ 1388745 w 1529271"/>
                <a:gd name="connsiteY41" fmla="*/ 635237 h 1262109"/>
                <a:gd name="connsiteX42" fmla="*/ 1489583 w 1529271"/>
                <a:gd name="connsiteY42" fmla="*/ 679433 h 1262109"/>
                <a:gd name="connsiteX43" fmla="*/ 378191 w 1529271"/>
                <a:gd name="connsiteY43" fmla="*/ 86782 h 1262109"/>
                <a:gd name="connsiteX44" fmla="*/ 198247 w 1529271"/>
                <a:gd name="connsiteY44" fmla="*/ 293353 h 1262109"/>
                <a:gd name="connsiteX45" fmla="*/ 221869 w 1529271"/>
                <a:gd name="connsiteY45" fmla="*/ 303767 h 1262109"/>
                <a:gd name="connsiteX46" fmla="*/ 262001 w 1529271"/>
                <a:gd name="connsiteY46" fmla="*/ 386952 h 1262109"/>
                <a:gd name="connsiteX47" fmla="*/ 231648 w 1529271"/>
                <a:gd name="connsiteY47" fmla="*/ 613266 h 1262109"/>
                <a:gd name="connsiteX48" fmla="*/ 196850 w 1529271"/>
                <a:gd name="connsiteY48" fmla="*/ 634094 h 1262109"/>
                <a:gd name="connsiteX49" fmla="*/ 310642 w 1529271"/>
                <a:gd name="connsiteY49" fmla="*/ 734805 h 1262109"/>
                <a:gd name="connsiteX50" fmla="*/ 735076 w 1529271"/>
                <a:gd name="connsiteY50" fmla="*/ 802115 h 1262109"/>
                <a:gd name="connsiteX51" fmla="*/ 985774 w 1529271"/>
                <a:gd name="connsiteY51" fmla="*/ 645143 h 1262109"/>
                <a:gd name="connsiteX52" fmla="*/ 991489 w 1529271"/>
                <a:gd name="connsiteY52" fmla="*/ 642857 h 1262109"/>
                <a:gd name="connsiteX53" fmla="*/ 941956 w 1529271"/>
                <a:gd name="connsiteY53" fmla="*/ 178366 h 1262109"/>
                <a:gd name="connsiteX54" fmla="*/ 655811 w 1529271"/>
                <a:gd name="connsiteY54" fmla="*/ 27037 h 1262109"/>
                <a:gd name="connsiteX55" fmla="*/ 372956 w 1529271"/>
                <a:gd name="connsiteY55" fmla="*/ 85525 h 1262109"/>
                <a:gd name="connsiteX56" fmla="*/ 161417 w 1529271"/>
                <a:gd name="connsiteY56" fmla="*/ 322309 h 1262109"/>
                <a:gd name="connsiteX57" fmla="*/ 114554 w 1529271"/>
                <a:gd name="connsiteY57" fmla="*/ 539479 h 1262109"/>
                <a:gd name="connsiteX58" fmla="*/ 182499 w 1529271"/>
                <a:gd name="connsiteY58" fmla="*/ 610980 h 1262109"/>
                <a:gd name="connsiteX59" fmla="*/ 224917 w 1529271"/>
                <a:gd name="connsiteY59" fmla="*/ 575420 h 1262109"/>
                <a:gd name="connsiteX60" fmla="*/ 224536 w 1529271"/>
                <a:gd name="connsiteY60" fmla="*/ 352408 h 1262109"/>
                <a:gd name="connsiteX61" fmla="*/ 161417 w 1529271"/>
                <a:gd name="connsiteY61" fmla="*/ 322309 h 1262109"/>
                <a:gd name="connsiteX62" fmla="*/ 1039622 w 1529271"/>
                <a:gd name="connsiteY62" fmla="*/ 318626 h 1262109"/>
                <a:gd name="connsiteX63" fmla="*/ 1037717 w 1529271"/>
                <a:gd name="connsiteY63" fmla="*/ 612250 h 1262109"/>
                <a:gd name="connsiteX64" fmla="*/ 1039622 w 1529271"/>
                <a:gd name="connsiteY64" fmla="*/ 318626 h 1262109"/>
                <a:gd name="connsiteX65" fmla="*/ 1371092 w 1529271"/>
                <a:gd name="connsiteY65" fmla="*/ 667114 h 1262109"/>
                <a:gd name="connsiteX66" fmla="*/ 1249807 w 1529271"/>
                <a:gd name="connsiteY66" fmla="*/ 778874 h 1262109"/>
                <a:gd name="connsiteX67" fmla="*/ 1261618 w 1529271"/>
                <a:gd name="connsiteY67" fmla="*/ 708516 h 1262109"/>
                <a:gd name="connsiteX68" fmla="*/ 1208151 w 1529271"/>
                <a:gd name="connsiteY68" fmla="*/ 720962 h 1262109"/>
                <a:gd name="connsiteX69" fmla="*/ 1338961 w 1529271"/>
                <a:gd name="connsiteY69" fmla="*/ 933433 h 1262109"/>
                <a:gd name="connsiteX70" fmla="*/ 1462913 w 1529271"/>
                <a:gd name="connsiteY70" fmla="*/ 687180 h 1262109"/>
                <a:gd name="connsiteX71" fmla="*/ 1387475 w 1529271"/>
                <a:gd name="connsiteY71" fmla="*/ 780144 h 1262109"/>
                <a:gd name="connsiteX72" fmla="*/ 1427988 w 1529271"/>
                <a:gd name="connsiteY72" fmla="*/ 674099 h 1262109"/>
                <a:gd name="connsiteX73" fmla="*/ 1371092 w 1529271"/>
                <a:gd name="connsiteY73" fmla="*/ 667114 h 1262109"/>
                <a:gd name="connsiteX74" fmla="*/ 1081532 w 1529271"/>
                <a:gd name="connsiteY74" fmla="*/ 949181 h 1262109"/>
                <a:gd name="connsiteX75" fmla="*/ 1025652 w 1529271"/>
                <a:gd name="connsiteY75" fmla="*/ 969882 h 1262109"/>
                <a:gd name="connsiteX76" fmla="*/ 1042035 w 1529271"/>
                <a:gd name="connsiteY76" fmla="*/ 945244 h 1262109"/>
                <a:gd name="connsiteX77" fmla="*/ 913638 w 1529271"/>
                <a:gd name="connsiteY77" fmla="*/ 867012 h 1262109"/>
                <a:gd name="connsiteX78" fmla="*/ 964057 w 1529271"/>
                <a:gd name="connsiteY78" fmla="*/ 1115932 h 1262109"/>
                <a:gd name="connsiteX79" fmla="*/ 1097915 w 1529271"/>
                <a:gd name="connsiteY79" fmla="*/ 1143491 h 1262109"/>
                <a:gd name="connsiteX80" fmla="*/ 1340866 w 1529271"/>
                <a:gd name="connsiteY80" fmla="*/ 962770 h 1262109"/>
                <a:gd name="connsiteX81" fmla="*/ 1181608 w 1529271"/>
                <a:gd name="connsiteY81" fmla="*/ 848216 h 1262109"/>
                <a:gd name="connsiteX82" fmla="*/ 1081532 w 1529271"/>
                <a:gd name="connsiteY82" fmla="*/ 949181 h 1262109"/>
                <a:gd name="connsiteX0" fmla="*/ 1514513 w 1537324"/>
                <a:gd name="connsiteY0" fmla="*/ 716736 h 1262109"/>
                <a:gd name="connsiteX1" fmla="*/ 1517142 w 1537324"/>
                <a:gd name="connsiteY1" fmla="*/ 751569 h 1262109"/>
                <a:gd name="connsiteX2" fmla="*/ 1383030 w 1537324"/>
                <a:gd name="connsiteY2" fmla="*/ 957436 h 1262109"/>
                <a:gd name="connsiteX3" fmla="*/ 1096137 w 1537324"/>
                <a:gd name="connsiteY3" fmla="*/ 1169780 h 1262109"/>
                <a:gd name="connsiteX4" fmla="*/ 969010 w 1537324"/>
                <a:gd name="connsiteY4" fmla="*/ 1147936 h 1262109"/>
                <a:gd name="connsiteX5" fmla="*/ 968375 w 1537324"/>
                <a:gd name="connsiteY5" fmla="*/ 1244710 h 1262109"/>
                <a:gd name="connsiteX6" fmla="*/ 957580 w 1537324"/>
                <a:gd name="connsiteY6" fmla="*/ 1257410 h 1262109"/>
                <a:gd name="connsiteX7" fmla="*/ 942721 w 1537324"/>
                <a:gd name="connsiteY7" fmla="*/ 1254616 h 1262109"/>
                <a:gd name="connsiteX8" fmla="*/ 940562 w 1537324"/>
                <a:gd name="connsiteY8" fmla="*/ 1151111 h 1262109"/>
                <a:gd name="connsiteX9" fmla="*/ 914908 w 1537324"/>
                <a:gd name="connsiteY9" fmla="*/ 951340 h 1262109"/>
                <a:gd name="connsiteX10" fmla="*/ 854202 w 1537324"/>
                <a:gd name="connsiteY10" fmla="*/ 838310 h 1262109"/>
                <a:gd name="connsiteX11" fmla="*/ 678561 w 1537324"/>
                <a:gd name="connsiteY11" fmla="*/ 832214 h 1262109"/>
                <a:gd name="connsiteX12" fmla="*/ 448437 w 1537324"/>
                <a:gd name="connsiteY12" fmla="*/ 814180 h 1262109"/>
                <a:gd name="connsiteX13" fmla="*/ 402209 w 1537324"/>
                <a:gd name="connsiteY13" fmla="*/ 837040 h 1262109"/>
                <a:gd name="connsiteX14" fmla="*/ 338963 w 1537324"/>
                <a:gd name="connsiteY14" fmla="*/ 857106 h 1262109"/>
                <a:gd name="connsiteX15" fmla="*/ 376047 w 1537324"/>
                <a:gd name="connsiteY15" fmla="*/ 952483 h 1262109"/>
                <a:gd name="connsiteX16" fmla="*/ 342900 w 1537324"/>
                <a:gd name="connsiteY16" fmla="*/ 1084182 h 1262109"/>
                <a:gd name="connsiteX17" fmla="*/ 265811 w 1537324"/>
                <a:gd name="connsiteY17" fmla="*/ 1252838 h 1262109"/>
                <a:gd name="connsiteX18" fmla="*/ 240157 w 1537324"/>
                <a:gd name="connsiteY18" fmla="*/ 1256140 h 1262109"/>
                <a:gd name="connsiteX19" fmla="*/ 349377 w 1537324"/>
                <a:gd name="connsiteY19" fmla="*/ 970263 h 1262109"/>
                <a:gd name="connsiteX20" fmla="*/ 311531 w 1537324"/>
                <a:gd name="connsiteY20" fmla="*/ 868536 h 1262109"/>
                <a:gd name="connsiteX21" fmla="*/ 20955 w 1537324"/>
                <a:gd name="connsiteY21" fmla="*/ 1251568 h 1262109"/>
                <a:gd name="connsiteX22" fmla="*/ 0 w 1537324"/>
                <a:gd name="connsiteY22" fmla="*/ 1262109 h 1262109"/>
                <a:gd name="connsiteX23" fmla="*/ 133223 w 1537324"/>
                <a:gd name="connsiteY23" fmla="*/ 995790 h 1262109"/>
                <a:gd name="connsiteX24" fmla="*/ 412369 w 1537324"/>
                <a:gd name="connsiteY24" fmla="*/ 806814 h 1262109"/>
                <a:gd name="connsiteX25" fmla="*/ 198247 w 1537324"/>
                <a:gd name="connsiteY25" fmla="*/ 670924 h 1262109"/>
                <a:gd name="connsiteX26" fmla="*/ 101981 w 1537324"/>
                <a:gd name="connsiteY26" fmla="*/ 581008 h 1262109"/>
                <a:gd name="connsiteX27" fmla="*/ 175895 w 1537324"/>
                <a:gd name="connsiteY27" fmla="*/ 285606 h 1262109"/>
                <a:gd name="connsiteX28" fmla="*/ 379792 w 1537324"/>
                <a:gd name="connsiteY28" fmla="*/ 50048 h 1262109"/>
                <a:gd name="connsiteX29" fmla="*/ 672816 w 1537324"/>
                <a:gd name="connsiteY29" fmla="*/ 5278 h 1262109"/>
                <a:gd name="connsiteX30" fmla="*/ 972991 w 1537324"/>
                <a:gd name="connsiteY30" fmla="*/ 167838 h 1262109"/>
                <a:gd name="connsiteX31" fmla="*/ 1049655 w 1537324"/>
                <a:gd name="connsiteY31" fmla="*/ 304021 h 1262109"/>
                <a:gd name="connsiteX32" fmla="*/ 1114679 w 1537324"/>
                <a:gd name="connsiteY32" fmla="*/ 399271 h 1262109"/>
                <a:gd name="connsiteX33" fmla="*/ 1042924 w 1537324"/>
                <a:gd name="connsiteY33" fmla="*/ 629268 h 1262109"/>
                <a:gd name="connsiteX34" fmla="*/ 1025906 w 1537324"/>
                <a:gd name="connsiteY34" fmla="*/ 639174 h 1262109"/>
                <a:gd name="connsiteX35" fmla="*/ 832358 w 1537324"/>
                <a:gd name="connsiteY35" fmla="*/ 801734 h 1262109"/>
                <a:gd name="connsiteX36" fmla="*/ 1063879 w 1537324"/>
                <a:gd name="connsiteY36" fmla="*/ 931909 h 1262109"/>
                <a:gd name="connsiteX37" fmla="*/ 1164717 w 1537324"/>
                <a:gd name="connsiteY37" fmla="*/ 818879 h 1262109"/>
                <a:gd name="connsiteX38" fmla="*/ 1175385 w 1537324"/>
                <a:gd name="connsiteY38" fmla="*/ 730106 h 1262109"/>
                <a:gd name="connsiteX39" fmla="*/ 1226693 w 1537324"/>
                <a:gd name="connsiteY39" fmla="*/ 676766 h 1262109"/>
                <a:gd name="connsiteX40" fmla="*/ 1282700 w 1537324"/>
                <a:gd name="connsiteY40" fmla="*/ 694165 h 1262109"/>
                <a:gd name="connsiteX41" fmla="*/ 1388745 w 1537324"/>
                <a:gd name="connsiteY41" fmla="*/ 635237 h 1262109"/>
                <a:gd name="connsiteX42" fmla="*/ 1489583 w 1537324"/>
                <a:gd name="connsiteY42" fmla="*/ 679433 h 1262109"/>
                <a:gd name="connsiteX43" fmla="*/ 378191 w 1537324"/>
                <a:gd name="connsiteY43" fmla="*/ 86782 h 1262109"/>
                <a:gd name="connsiteX44" fmla="*/ 198247 w 1537324"/>
                <a:gd name="connsiteY44" fmla="*/ 293353 h 1262109"/>
                <a:gd name="connsiteX45" fmla="*/ 221869 w 1537324"/>
                <a:gd name="connsiteY45" fmla="*/ 303767 h 1262109"/>
                <a:gd name="connsiteX46" fmla="*/ 262001 w 1537324"/>
                <a:gd name="connsiteY46" fmla="*/ 386952 h 1262109"/>
                <a:gd name="connsiteX47" fmla="*/ 231648 w 1537324"/>
                <a:gd name="connsiteY47" fmla="*/ 613266 h 1262109"/>
                <a:gd name="connsiteX48" fmla="*/ 196850 w 1537324"/>
                <a:gd name="connsiteY48" fmla="*/ 634094 h 1262109"/>
                <a:gd name="connsiteX49" fmla="*/ 310642 w 1537324"/>
                <a:gd name="connsiteY49" fmla="*/ 734805 h 1262109"/>
                <a:gd name="connsiteX50" fmla="*/ 735076 w 1537324"/>
                <a:gd name="connsiteY50" fmla="*/ 802115 h 1262109"/>
                <a:gd name="connsiteX51" fmla="*/ 985774 w 1537324"/>
                <a:gd name="connsiteY51" fmla="*/ 645143 h 1262109"/>
                <a:gd name="connsiteX52" fmla="*/ 991489 w 1537324"/>
                <a:gd name="connsiteY52" fmla="*/ 642857 h 1262109"/>
                <a:gd name="connsiteX53" fmla="*/ 941956 w 1537324"/>
                <a:gd name="connsiteY53" fmla="*/ 178366 h 1262109"/>
                <a:gd name="connsiteX54" fmla="*/ 655811 w 1537324"/>
                <a:gd name="connsiteY54" fmla="*/ 27037 h 1262109"/>
                <a:gd name="connsiteX55" fmla="*/ 372956 w 1537324"/>
                <a:gd name="connsiteY55" fmla="*/ 85525 h 1262109"/>
                <a:gd name="connsiteX56" fmla="*/ 161417 w 1537324"/>
                <a:gd name="connsiteY56" fmla="*/ 322309 h 1262109"/>
                <a:gd name="connsiteX57" fmla="*/ 114554 w 1537324"/>
                <a:gd name="connsiteY57" fmla="*/ 539479 h 1262109"/>
                <a:gd name="connsiteX58" fmla="*/ 182499 w 1537324"/>
                <a:gd name="connsiteY58" fmla="*/ 610980 h 1262109"/>
                <a:gd name="connsiteX59" fmla="*/ 224917 w 1537324"/>
                <a:gd name="connsiteY59" fmla="*/ 575420 h 1262109"/>
                <a:gd name="connsiteX60" fmla="*/ 224536 w 1537324"/>
                <a:gd name="connsiteY60" fmla="*/ 352408 h 1262109"/>
                <a:gd name="connsiteX61" fmla="*/ 161417 w 1537324"/>
                <a:gd name="connsiteY61" fmla="*/ 322309 h 1262109"/>
                <a:gd name="connsiteX62" fmla="*/ 1039622 w 1537324"/>
                <a:gd name="connsiteY62" fmla="*/ 318626 h 1262109"/>
                <a:gd name="connsiteX63" fmla="*/ 1037717 w 1537324"/>
                <a:gd name="connsiteY63" fmla="*/ 612250 h 1262109"/>
                <a:gd name="connsiteX64" fmla="*/ 1039622 w 1537324"/>
                <a:gd name="connsiteY64" fmla="*/ 318626 h 1262109"/>
                <a:gd name="connsiteX65" fmla="*/ 1371092 w 1537324"/>
                <a:gd name="connsiteY65" fmla="*/ 667114 h 1262109"/>
                <a:gd name="connsiteX66" fmla="*/ 1249807 w 1537324"/>
                <a:gd name="connsiteY66" fmla="*/ 778874 h 1262109"/>
                <a:gd name="connsiteX67" fmla="*/ 1261618 w 1537324"/>
                <a:gd name="connsiteY67" fmla="*/ 708516 h 1262109"/>
                <a:gd name="connsiteX68" fmla="*/ 1208151 w 1537324"/>
                <a:gd name="connsiteY68" fmla="*/ 720962 h 1262109"/>
                <a:gd name="connsiteX69" fmla="*/ 1338961 w 1537324"/>
                <a:gd name="connsiteY69" fmla="*/ 933433 h 1262109"/>
                <a:gd name="connsiteX70" fmla="*/ 1462913 w 1537324"/>
                <a:gd name="connsiteY70" fmla="*/ 687180 h 1262109"/>
                <a:gd name="connsiteX71" fmla="*/ 1387475 w 1537324"/>
                <a:gd name="connsiteY71" fmla="*/ 780144 h 1262109"/>
                <a:gd name="connsiteX72" fmla="*/ 1427988 w 1537324"/>
                <a:gd name="connsiteY72" fmla="*/ 674099 h 1262109"/>
                <a:gd name="connsiteX73" fmla="*/ 1371092 w 1537324"/>
                <a:gd name="connsiteY73" fmla="*/ 667114 h 1262109"/>
                <a:gd name="connsiteX74" fmla="*/ 1081532 w 1537324"/>
                <a:gd name="connsiteY74" fmla="*/ 949181 h 1262109"/>
                <a:gd name="connsiteX75" fmla="*/ 1025652 w 1537324"/>
                <a:gd name="connsiteY75" fmla="*/ 969882 h 1262109"/>
                <a:gd name="connsiteX76" fmla="*/ 1042035 w 1537324"/>
                <a:gd name="connsiteY76" fmla="*/ 945244 h 1262109"/>
                <a:gd name="connsiteX77" fmla="*/ 913638 w 1537324"/>
                <a:gd name="connsiteY77" fmla="*/ 867012 h 1262109"/>
                <a:gd name="connsiteX78" fmla="*/ 964057 w 1537324"/>
                <a:gd name="connsiteY78" fmla="*/ 1115932 h 1262109"/>
                <a:gd name="connsiteX79" fmla="*/ 1097915 w 1537324"/>
                <a:gd name="connsiteY79" fmla="*/ 1143491 h 1262109"/>
                <a:gd name="connsiteX80" fmla="*/ 1340866 w 1537324"/>
                <a:gd name="connsiteY80" fmla="*/ 962770 h 1262109"/>
                <a:gd name="connsiteX81" fmla="*/ 1181608 w 1537324"/>
                <a:gd name="connsiteY81" fmla="*/ 848216 h 1262109"/>
                <a:gd name="connsiteX82" fmla="*/ 1081532 w 1537324"/>
                <a:gd name="connsiteY82" fmla="*/ 949181 h 126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537324" h="1262109">
                  <a:moveTo>
                    <a:pt x="1514513" y="716736"/>
                  </a:moveTo>
                  <a:cubicBezTo>
                    <a:pt x="1524914" y="755344"/>
                    <a:pt x="1558671" y="784716"/>
                    <a:pt x="1517142" y="751569"/>
                  </a:cubicBezTo>
                  <a:cubicBezTo>
                    <a:pt x="1515110" y="839707"/>
                    <a:pt x="1455420" y="913367"/>
                    <a:pt x="1383030" y="957436"/>
                  </a:cubicBezTo>
                  <a:cubicBezTo>
                    <a:pt x="1301750" y="1044177"/>
                    <a:pt x="1215771" y="1139173"/>
                    <a:pt x="1096137" y="1169780"/>
                  </a:cubicBezTo>
                  <a:cubicBezTo>
                    <a:pt x="1052449" y="1183369"/>
                    <a:pt x="1009015" y="1163811"/>
                    <a:pt x="969010" y="1147936"/>
                  </a:cubicBezTo>
                  <a:cubicBezTo>
                    <a:pt x="969010" y="1180194"/>
                    <a:pt x="969645" y="1212452"/>
                    <a:pt x="968375" y="1244710"/>
                  </a:cubicBezTo>
                  <a:cubicBezTo>
                    <a:pt x="965581" y="1247885"/>
                    <a:pt x="960247" y="1254235"/>
                    <a:pt x="957580" y="1257410"/>
                  </a:cubicBezTo>
                  <a:cubicBezTo>
                    <a:pt x="953897" y="1256648"/>
                    <a:pt x="946404" y="1255251"/>
                    <a:pt x="942721" y="1254616"/>
                  </a:cubicBezTo>
                  <a:cubicBezTo>
                    <a:pt x="941705" y="1220072"/>
                    <a:pt x="942340" y="1185528"/>
                    <a:pt x="940562" y="1151111"/>
                  </a:cubicBezTo>
                  <a:cubicBezTo>
                    <a:pt x="937387" y="1083928"/>
                    <a:pt x="925957" y="1017634"/>
                    <a:pt x="914908" y="951340"/>
                  </a:cubicBezTo>
                  <a:cubicBezTo>
                    <a:pt x="907415" y="908795"/>
                    <a:pt x="892302" y="862948"/>
                    <a:pt x="854202" y="838310"/>
                  </a:cubicBezTo>
                  <a:cubicBezTo>
                    <a:pt x="799211" y="805290"/>
                    <a:pt x="737362" y="830309"/>
                    <a:pt x="678561" y="832214"/>
                  </a:cubicBezTo>
                  <a:cubicBezTo>
                    <a:pt x="601472" y="835135"/>
                    <a:pt x="523621" y="831579"/>
                    <a:pt x="448437" y="814180"/>
                  </a:cubicBezTo>
                  <a:cubicBezTo>
                    <a:pt x="433070" y="821927"/>
                    <a:pt x="417830" y="829801"/>
                    <a:pt x="402209" y="837040"/>
                  </a:cubicBezTo>
                  <a:lnTo>
                    <a:pt x="338963" y="857106"/>
                  </a:lnTo>
                  <a:cubicBezTo>
                    <a:pt x="354965" y="886951"/>
                    <a:pt x="377698" y="916669"/>
                    <a:pt x="376047" y="952483"/>
                  </a:cubicBezTo>
                  <a:cubicBezTo>
                    <a:pt x="376809" y="998584"/>
                    <a:pt x="358648" y="1041764"/>
                    <a:pt x="342900" y="1084182"/>
                  </a:cubicBezTo>
                  <a:cubicBezTo>
                    <a:pt x="315976" y="1139808"/>
                    <a:pt x="292608" y="1197085"/>
                    <a:pt x="265811" y="1252838"/>
                  </a:cubicBezTo>
                  <a:cubicBezTo>
                    <a:pt x="259461" y="1253727"/>
                    <a:pt x="246634" y="1255378"/>
                    <a:pt x="240157" y="1256140"/>
                  </a:cubicBezTo>
                  <a:cubicBezTo>
                    <a:pt x="272161" y="1159112"/>
                    <a:pt x="332105" y="1071990"/>
                    <a:pt x="349377" y="970263"/>
                  </a:cubicBezTo>
                  <a:cubicBezTo>
                    <a:pt x="358013" y="931401"/>
                    <a:pt x="334391" y="897238"/>
                    <a:pt x="311531" y="868536"/>
                  </a:cubicBezTo>
                  <a:cubicBezTo>
                    <a:pt x="162814" y="946895"/>
                    <a:pt x="92710" y="1108947"/>
                    <a:pt x="20955" y="1251568"/>
                  </a:cubicBezTo>
                  <a:lnTo>
                    <a:pt x="0" y="1262109"/>
                  </a:lnTo>
                  <a:cubicBezTo>
                    <a:pt x="23622" y="1165081"/>
                    <a:pt x="78740" y="1078340"/>
                    <a:pt x="133223" y="995790"/>
                  </a:cubicBezTo>
                  <a:cubicBezTo>
                    <a:pt x="199263" y="900921"/>
                    <a:pt x="297053" y="827515"/>
                    <a:pt x="412369" y="806814"/>
                  </a:cubicBezTo>
                  <a:cubicBezTo>
                    <a:pt x="330962" y="780906"/>
                    <a:pt x="251714" y="739504"/>
                    <a:pt x="198247" y="670924"/>
                  </a:cubicBezTo>
                  <a:cubicBezTo>
                    <a:pt x="173736" y="631935"/>
                    <a:pt x="118872" y="625585"/>
                    <a:pt x="101981" y="581008"/>
                  </a:cubicBezTo>
                  <a:cubicBezTo>
                    <a:pt x="61468" y="483472"/>
                    <a:pt x="64897" y="334374"/>
                    <a:pt x="175895" y="285606"/>
                  </a:cubicBezTo>
                  <a:cubicBezTo>
                    <a:pt x="217043" y="191880"/>
                    <a:pt x="285050" y="86878"/>
                    <a:pt x="379792" y="50048"/>
                  </a:cubicBezTo>
                  <a:cubicBezTo>
                    <a:pt x="464755" y="10043"/>
                    <a:pt x="534168" y="-10376"/>
                    <a:pt x="672816" y="5278"/>
                  </a:cubicBezTo>
                  <a:cubicBezTo>
                    <a:pt x="772977" y="16587"/>
                    <a:pt x="900220" y="69921"/>
                    <a:pt x="972991" y="167838"/>
                  </a:cubicBezTo>
                  <a:cubicBezTo>
                    <a:pt x="1019974" y="241190"/>
                    <a:pt x="1026040" y="265449"/>
                    <a:pt x="1049655" y="304021"/>
                  </a:cubicBezTo>
                  <a:cubicBezTo>
                    <a:pt x="1073270" y="342593"/>
                    <a:pt x="1101217" y="362949"/>
                    <a:pt x="1114679" y="399271"/>
                  </a:cubicBezTo>
                  <a:cubicBezTo>
                    <a:pt x="1138301" y="479154"/>
                    <a:pt x="1125093" y="588501"/>
                    <a:pt x="1042924" y="629268"/>
                  </a:cubicBezTo>
                  <a:lnTo>
                    <a:pt x="1025906" y="639174"/>
                  </a:lnTo>
                  <a:cubicBezTo>
                    <a:pt x="978154" y="710548"/>
                    <a:pt x="913257" y="770238"/>
                    <a:pt x="832358" y="801734"/>
                  </a:cubicBezTo>
                  <a:cubicBezTo>
                    <a:pt x="917067" y="830944"/>
                    <a:pt x="988822" y="884792"/>
                    <a:pt x="1063879" y="931909"/>
                  </a:cubicBezTo>
                  <a:cubicBezTo>
                    <a:pt x="1101598" y="898508"/>
                    <a:pt x="1141984" y="864726"/>
                    <a:pt x="1164717" y="818879"/>
                  </a:cubicBezTo>
                  <a:cubicBezTo>
                    <a:pt x="1169924" y="789415"/>
                    <a:pt x="1169924" y="759443"/>
                    <a:pt x="1175385" y="730106"/>
                  </a:cubicBezTo>
                  <a:cubicBezTo>
                    <a:pt x="1186942" y="708643"/>
                    <a:pt x="1198626" y="679306"/>
                    <a:pt x="1226693" y="676766"/>
                  </a:cubicBezTo>
                  <a:cubicBezTo>
                    <a:pt x="1246759" y="675750"/>
                    <a:pt x="1264539" y="687307"/>
                    <a:pt x="1282700" y="694165"/>
                  </a:cubicBezTo>
                  <a:cubicBezTo>
                    <a:pt x="1315339" y="670416"/>
                    <a:pt x="1348105" y="643238"/>
                    <a:pt x="1388745" y="635237"/>
                  </a:cubicBezTo>
                  <a:cubicBezTo>
                    <a:pt x="1427226" y="633967"/>
                    <a:pt x="1459357" y="659113"/>
                    <a:pt x="1489583" y="679433"/>
                  </a:cubicBezTo>
                  <a:moveTo>
                    <a:pt x="378191" y="86782"/>
                  </a:moveTo>
                  <a:cubicBezTo>
                    <a:pt x="293517" y="132074"/>
                    <a:pt x="251079" y="190864"/>
                    <a:pt x="198247" y="293353"/>
                  </a:cubicBezTo>
                  <a:cubicBezTo>
                    <a:pt x="204216" y="295893"/>
                    <a:pt x="216027" y="301100"/>
                    <a:pt x="221869" y="303767"/>
                  </a:cubicBezTo>
                  <a:cubicBezTo>
                    <a:pt x="240792" y="328405"/>
                    <a:pt x="257683" y="355583"/>
                    <a:pt x="262001" y="386952"/>
                  </a:cubicBezTo>
                  <a:cubicBezTo>
                    <a:pt x="275336" y="462390"/>
                    <a:pt x="276987" y="547607"/>
                    <a:pt x="231648" y="613266"/>
                  </a:cubicBezTo>
                  <a:lnTo>
                    <a:pt x="196850" y="634094"/>
                  </a:lnTo>
                  <a:cubicBezTo>
                    <a:pt x="229743" y="672829"/>
                    <a:pt x="265811" y="709913"/>
                    <a:pt x="310642" y="734805"/>
                  </a:cubicBezTo>
                  <a:cubicBezTo>
                    <a:pt x="438023" y="808592"/>
                    <a:pt x="591947" y="815831"/>
                    <a:pt x="735076" y="802115"/>
                  </a:cubicBezTo>
                  <a:cubicBezTo>
                    <a:pt x="833882" y="785859"/>
                    <a:pt x="933831" y="733408"/>
                    <a:pt x="985774" y="645143"/>
                  </a:cubicBezTo>
                  <a:lnTo>
                    <a:pt x="991489" y="642857"/>
                  </a:lnTo>
                  <a:cubicBezTo>
                    <a:pt x="1074166" y="501252"/>
                    <a:pt x="1053843" y="294952"/>
                    <a:pt x="941956" y="178366"/>
                  </a:cubicBezTo>
                  <a:cubicBezTo>
                    <a:pt x="892873" y="84762"/>
                    <a:pt x="746108" y="36943"/>
                    <a:pt x="655811" y="27037"/>
                  </a:cubicBezTo>
                  <a:cubicBezTo>
                    <a:pt x="580119" y="24243"/>
                    <a:pt x="456090" y="30706"/>
                    <a:pt x="372956" y="85525"/>
                  </a:cubicBezTo>
                  <a:moveTo>
                    <a:pt x="161417" y="322309"/>
                  </a:moveTo>
                  <a:cubicBezTo>
                    <a:pt x="95758" y="371712"/>
                    <a:pt x="98425" y="466835"/>
                    <a:pt x="114554" y="539479"/>
                  </a:cubicBezTo>
                  <a:cubicBezTo>
                    <a:pt x="123952" y="570721"/>
                    <a:pt x="142240" y="616314"/>
                    <a:pt x="182499" y="610980"/>
                  </a:cubicBezTo>
                  <a:cubicBezTo>
                    <a:pt x="202692" y="611107"/>
                    <a:pt x="215773" y="590914"/>
                    <a:pt x="224917" y="575420"/>
                  </a:cubicBezTo>
                  <a:cubicBezTo>
                    <a:pt x="252857" y="504427"/>
                    <a:pt x="249047" y="423782"/>
                    <a:pt x="224536" y="352408"/>
                  </a:cubicBezTo>
                  <a:cubicBezTo>
                    <a:pt x="217043" y="325738"/>
                    <a:pt x="187071" y="309482"/>
                    <a:pt x="161417" y="322309"/>
                  </a:cubicBezTo>
                  <a:moveTo>
                    <a:pt x="1039622" y="318626"/>
                  </a:moveTo>
                  <a:cubicBezTo>
                    <a:pt x="1071626" y="413495"/>
                    <a:pt x="1073277" y="518016"/>
                    <a:pt x="1037717" y="612250"/>
                  </a:cubicBezTo>
                  <a:cubicBezTo>
                    <a:pt x="1119886" y="537193"/>
                    <a:pt x="1112266" y="397366"/>
                    <a:pt x="1039622" y="318626"/>
                  </a:cubicBezTo>
                  <a:moveTo>
                    <a:pt x="1371092" y="667114"/>
                  </a:moveTo>
                  <a:cubicBezTo>
                    <a:pt x="1317117" y="687942"/>
                    <a:pt x="1288796" y="740012"/>
                    <a:pt x="1249807" y="778874"/>
                  </a:cubicBezTo>
                  <a:cubicBezTo>
                    <a:pt x="1250569" y="754871"/>
                    <a:pt x="1255268" y="731503"/>
                    <a:pt x="1261618" y="708516"/>
                  </a:cubicBezTo>
                  <a:cubicBezTo>
                    <a:pt x="1242441" y="703055"/>
                    <a:pt x="1217803" y="696832"/>
                    <a:pt x="1208151" y="720962"/>
                  </a:cubicBezTo>
                  <a:cubicBezTo>
                    <a:pt x="1158113" y="810624"/>
                    <a:pt x="1244092" y="926067"/>
                    <a:pt x="1338961" y="933433"/>
                  </a:cubicBezTo>
                  <a:cubicBezTo>
                    <a:pt x="1447673" y="924924"/>
                    <a:pt x="1528953" y="780144"/>
                    <a:pt x="1462913" y="687180"/>
                  </a:cubicBezTo>
                  <a:cubicBezTo>
                    <a:pt x="1431417" y="713596"/>
                    <a:pt x="1428623" y="765412"/>
                    <a:pt x="1387475" y="780144"/>
                  </a:cubicBezTo>
                  <a:cubicBezTo>
                    <a:pt x="1393444" y="742171"/>
                    <a:pt x="1411224" y="708135"/>
                    <a:pt x="1427988" y="674099"/>
                  </a:cubicBezTo>
                  <a:cubicBezTo>
                    <a:pt x="1409446" y="668511"/>
                    <a:pt x="1389634" y="652890"/>
                    <a:pt x="1371092" y="667114"/>
                  </a:cubicBezTo>
                  <a:moveTo>
                    <a:pt x="1081532" y="949181"/>
                  </a:moveTo>
                  <a:cubicBezTo>
                    <a:pt x="1065276" y="960484"/>
                    <a:pt x="1048131" y="979153"/>
                    <a:pt x="1025652" y="969882"/>
                  </a:cubicBezTo>
                  <a:cubicBezTo>
                    <a:pt x="1029843" y="963659"/>
                    <a:pt x="1037971" y="951467"/>
                    <a:pt x="1042035" y="945244"/>
                  </a:cubicBezTo>
                  <a:cubicBezTo>
                    <a:pt x="999363" y="918828"/>
                    <a:pt x="956945" y="892158"/>
                    <a:pt x="913638" y="867012"/>
                  </a:cubicBezTo>
                  <a:cubicBezTo>
                    <a:pt x="951230" y="944482"/>
                    <a:pt x="951357" y="1032366"/>
                    <a:pt x="964057" y="1115932"/>
                  </a:cubicBezTo>
                  <a:cubicBezTo>
                    <a:pt x="1005840" y="1134093"/>
                    <a:pt x="1051179" y="1159239"/>
                    <a:pt x="1097915" y="1143491"/>
                  </a:cubicBezTo>
                  <a:cubicBezTo>
                    <a:pt x="1197229" y="1114154"/>
                    <a:pt x="1275207" y="1039859"/>
                    <a:pt x="1340866" y="962770"/>
                  </a:cubicBezTo>
                  <a:cubicBezTo>
                    <a:pt x="1271143" y="956420"/>
                    <a:pt x="1215136" y="906763"/>
                    <a:pt x="1181608" y="848216"/>
                  </a:cubicBezTo>
                  <a:cubicBezTo>
                    <a:pt x="1149604" y="883141"/>
                    <a:pt x="1119759" y="920479"/>
                    <a:pt x="1081532" y="949181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53" name="任意形状 1052">
              <a:extLst>
                <a:ext uri="{FF2B5EF4-FFF2-40B4-BE49-F238E27FC236}">
                  <a16:creationId xmlns:a16="http://schemas.microsoft.com/office/drawing/2014/main" id="{CE2D7451-9DC9-9EC9-14F7-382D37EDA9FC}"/>
                </a:ext>
              </a:extLst>
            </p:cNvPr>
            <p:cNvSpPr/>
            <p:nvPr/>
          </p:nvSpPr>
          <p:spPr>
            <a:xfrm rot="21335936">
              <a:off x="6945492" y="4744608"/>
              <a:ext cx="275064" cy="216415"/>
            </a:xfrm>
            <a:custGeom>
              <a:avLst/>
              <a:gdLst>
                <a:gd name="connsiteX0" fmla="*/ 1373 w 344019"/>
                <a:gd name="connsiteY0" fmla="*/ 83653 h 270666"/>
                <a:gd name="connsiteX1" fmla="*/ 63349 w 344019"/>
                <a:gd name="connsiteY1" fmla="*/ 87 h 270666"/>
                <a:gd name="connsiteX2" fmla="*/ 105513 w 344019"/>
                <a:gd name="connsiteY2" fmla="*/ 45807 h 270666"/>
                <a:gd name="connsiteX3" fmla="*/ 175363 w 344019"/>
                <a:gd name="connsiteY3" fmla="*/ 216241 h 270666"/>
                <a:gd name="connsiteX4" fmla="*/ 235561 w 344019"/>
                <a:gd name="connsiteY4" fmla="*/ 85558 h 270666"/>
                <a:gd name="connsiteX5" fmla="*/ 282551 w 344019"/>
                <a:gd name="connsiteY5" fmla="*/ 7326 h 270666"/>
                <a:gd name="connsiteX6" fmla="*/ 344019 w 344019"/>
                <a:gd name="connsiteY6" fmla="*/ 58888 h 270666"/>
                <a:gd name="connsiteX7" fmla="*/ 204065 w 344019"/>
                <a:gd name="connsiteY7" fmla="*/ 260818 h 270666"/>
                <a:gd name="connsiteX8" fmla="*/ 91289 w 344019"/>
                <a:gd name="connsiteY8" fmla="*/ 236307 h 270666"/>
                <a:gd name="connsiteX9" fmla="*/ 1373 w 344019"/>
                <a:gd name="connsiteY9" fmla="*/ 83653 h 270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019" h="270666">
                  <a:moveTo>
                    <a:pt x="1373" y="83653"/>
                  </a:moveTo>
                  <a:cubicBezTo>
                    <a:pt x="5691" y="49363"/>
                    <a:pt x="22582" y="2246"/>
                    <a:pt x="63349" y="87"/>
                  </a:cubicBezTo>
                  <a:cubicBezTo>
                    <a:pt x="88368" y="-1818"/>
                    <a:pt x="96115" y="28154"/>
                    <a:pt x="105513" y="45807"/>
                  </a:cubicBezTo>
                  <a:cubicBezTo>
                    <a:pt x="122023" y="104608"/>
                    <a:pt x="127103" y="172553"/>
                    <a:pt x="175363" y="216241"/>
                  </a:cubicBezTo>
                  <a:cubicBezTo>
                    <a:pt x="200255" y="175093"/>
                    <a:pt x="221972" y="131786"/>
                    <a:pt x="235561" y="85558"/>
                  </a:cubicBezTo>
                  <a:cubicBezTo>
                    <a:pt x="245213" y="56729"/>
                    <a:pt x="257532" y="26249"/>
                    <a:pt x="282551" y="7326"/>
                  </a:cubicBezTo>
                  <a:cubicBezTo>
                    <a:pt x="313031" y="-6771"/>
                    <a:pt x="343130" y="30948"/>
                    <a:pt x="344019" y="58888"/>
                  </a:cubicBezTo>
                  <a:cubicBezTo>
                    <a:pt x="330938" y="142454"/>
                    <a:pt x="275693" y="217257"/>
                    <a:pt x="204065" y="260818"/>
                  </a:cubicBezTo>
                  <a:cubicBezTo>
                    <a:pt x="165965" y="284948"/>
                    <a:pt x="122404" y="260056"/>
                    <a:pt x="91289" y="236307"/>
                  </a:cubicBezTo>
                  <a:cubicBezTo>
                    <a:pt x="42902" y="200874"/>
                    <a:pt x="-9168" y="149566"/>
                    <a:pt x="1373" y="83653"/>
                  </a:cubicBezTo>
                  <a:close/>
                </a:path>
              </a:pathLst>
            </a:custGeom>
            <a:solidFill>
              <a:srgbClr val="4FBFE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</p:grpSp>
      <p:sp>
        <p:nvSpPr>
          <p:cNvPr id="1055" name="文本框 1054">
            <a:extLst>
              <a:ext uri="{FF2B5EF4-FFF2-40B4-BE49-F238E27FC236}">
                <a16:creationId xmlns:a16="http://schemas.microsoft.com/office/drawing/2014/main" id="{5076D38C-9B6B-8BC4-613D-E8AF7B0CF7BA}"/>
              </a:ext>
            </a:extLst>
          </p:cNvPr>
          <p:cNvSpPr txBox="1"/>
          <p:nvPr/>
        </p:nvSpPr>
        <p:spPr>
          <a:xfrm>
            <a:off x="6697988" y="2375851"/>
            <a:ext cx="1395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b="1" dirty="0">
                <a:latin typeface="STIX Two Text SemiBold" pitchFamily="2" charset="0"/>
              </a:rPr>
              <a:t>Automatic Promotion</a:t>
            </a:r>
            <a:endParaRPr kumimoji="1" lang="zh-CN" altLang="en-US" sz="1400" b="1" dirty="0">
              <a:latin typeface="STIX Two Text SemiBold" pitchFamily="2" charset="0"/>
            </a:endParaRPr>
          </a:p>
        </p:txBody>
      </p:sp>
      <p:pic>
        <p:nvPicPr>
          <p:cNvPr id="1056" name="图片 1055">
            <a:extLst>
              <a:ext uri="{FF2B5EF4-FFF2-40B4-BE49-F238E27FC236}">
                <a16:creationId xmlns:a16="http://schemas.microsoft.com/office/drawing/2014/main" id="{7D7D48A7-E4C2-6121-7092-ABC9C8A19BD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0594" y="2979029"/>
            <a:ext cx="466361" cy="466361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7C81C1C6-5559-5C0D-09C8-DC2D0D242A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800000">
            <a:off x="7065297" y="4733444"/>
            <a:ext cx="514572" cy="514572"/>
          </a:xfrm>
          <a:prstGeom prst="rect">
            <a:avLst/>
          </a:prstGeom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8A9DE4CC-591B-5123-B580-AABA8D665F6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59260" y="4771186"/>
            <a:ext cx="507377" cy="507377"/>
          </a:xfrm>
          <a:prstGeom prst="rect">
            <a:avLst/>
          </a:prstGeom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E4755DAE-1C95-5E5E-5C89-78298E03FA7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35724" y="4650115"/>
            <a:ext cx="344524" cy="344524"/>
          </a:xfrm>
          <a:prstGeom prst="rect">
            <a:avLst/>
          </a:prstGeom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9745D486-D5BF-7F23-AEF2-C48924A027A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flipH="1">
            <a:off x="7500470" y="5173335"/>
            <a:ext cx="359417" cy="359417"/>
          </a:xfrm>
          <a:prstGeom prst="rect">
            <a:avLst/>
          </a:prstGeom>
        </p:spPr>
      </p:pic>
      <p:pic>
        <p:nvPicPr>
          <p:cNvPr id="1061" name="图片 1060">
            <a:extLst>
              <a:ext uri="{FF2B5EF4-FFF2-40B4-BE49-F238E27FC236}">
                <a16:creationId xmlns:a16="http://schemas.microsoft.com/office/drawing/2014/main" id="{4B033C23-A18A-D950-DE63-03982D6E8AC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64092" y="5311426"/>
            <a:ext cx="253076" cy="253076"/>
          </a:xfrm>
          <a:prstGeom prst="rect">
            <a:avLst/>
          </a:prstGeom>
        </p:spPr>
      </p:pic>
      <p:cxnSp>
        <p:nvCxnSpPr>
          <p:cNvPr id="1062" name="直线箭头连接符 1061">
            <a:extLst>
              <a:ext uri="{FF2B5EF4-FFF2-40B4-BE49-F238E27FC236}">
                <a16:creationId xmlns:a16="http://schemas.microsoft.com/office/drawing/2014/main" id="{53CE996B-0E7B-A2C6-FAFC-30A9459913BC}"/>
              </a:ext>
            </a:extLst>
          </p:cNvPr>
          <p:cNvCxnSpPr/>
          <p:nvPr/>
        </p:nvCxnSpPr>
        <p:spPr>
          <a:xfrm flipV="1">
            <a:off x="5858120" y="4968945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直线箭头连接符 1062">
            <a:extLst>
              <a:ext uri="{FF2B5EF4-FFF2-40B4-BE49-F238E27FC236}">
                <a16:creationId xmlns:a16="http://schemas.microsoft.com/office/drawing/2014/main" id="{4714F26A-03D4-6DE8-803A-DF5CBE7B3798}"/>
              </a:ext>
            </a:extLst>
          </p:cNvPr>
          <p:cNvCxnSpPr/>
          <p:nvPr/>
        </p:nvCxnSpPr>
        <p:spPr>
          <a:xfrm flipV="1">
            <a:off x="7936345" y="4971136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275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C706BEA9-C740-45ED-8B0F-E8673FEED50B}"/>
              </a:ext>
            </a:extLst>
          </p:cNvPr>
          <p:cNvSpPr/>
          <p:nvPr/>
        </p:nvSpPr>
        <p:spPr>
          <a:xfrm>
            <a:off x="4433192" y="452662"/>
            <a:ext cx="5663241" cy="1466224"/>
          </a:xfrm>
          <a:prstGeom prst="roundRect">
            <a:avLst>
              <a:gd name="adj" fmla="val 2244"/>
            </a:avLst>
          </a:prstGeom>
          <a:solidFill>
            <a:schemeClr val="accent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BFBCD4EE-9A7E-17AD-9E39-3EF955CF9DD5}"/>
              </a:ext>
            </a:extLst>
          </p:cNvPr>
          <p:cNvSpPr/>
          <p:nvPr/>
        </p:nvSpPr>
        <p:spPr>
          <a:xfrm>
            <a:off x="4433193" y="3936885"/>
            <a:ext cx="5663240" cy="1549759"/>
          </a:xfrm>
          <a:prstGeom prst="roundRect">
            <a:avLst>
              <a:gd name="adj" fmla="val 2244"/>
            </a:avLst>
          </a:prstGeom>
          <a:solidFill>
            <a:srgbClr val="E5E5FB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F2231F99-8D61-7B3F-CB22-AD64EDAC69F1}"/>
              </a:ext>
            </a:extLst>
          </p:cNvPr>
          <p:cNvSpPr/>
          <p:nvPr/>
        </p:nvSpPr>
        <p:spPr>
          <a:xfrm>
            <a:off x="4433193" y="2219995"/>
            <a:ext cx="5663240" cy="1439073"/>
          </a:xfrm>
          <a:prstGeom prst="roundRect">
            <a:avLst>
              <a:gd name="adj" fmla="val 2244"/>
            </a:avLst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sp>
        <p:nvSpPr>
          <p:cNvPr id="1114" name="圆角矩形 1113">
            <a:extLst>
              <a:ext uri="{FF2B5EF4-FFF2-40B4-BE49-F238E27FC236}">
                <a16:creationId xmlns:a16="http://schemas.microsoft.com/office/drawing/2014/main" id="{1AC9C70E-864B-8B53-5997-1BA61F75A3AA}"/>
              </a:ext>
            </a:extLst>
          </p:cNvPr>
          <p:cNvSpPr/>
          <p:nvPr/>
        </p:nvSpPr>
        <p:spPr>
          <a:xfrm>
            <a:off x="5961496" y="583349"/>
            <a:ext cx="744609" cy="1292909"/>
          </a:xfrm>
          <a:prstGeom prst="roundRect">
            <a:avLst>
              <a:gd name="adj" fmla="val 555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9F2F0284-4681-A923-8D7F-9A5087D2EE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4787253"/>
              </p:ext>
            </p:extLst>
          </p:nvPr>
        </p:nvGraphicFramePr>
        <p:xfrm>
          <a:off x="390225" y="315851"/>
          <a:ext cx="3889348" cy="3060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199F4E16-A9C4-DAF9-9234-915B3C63F4BB}"/>
              </a:ext>
            </a:extLst>
          </p:cNvPr>
          <p:cNvCxnSpPr>
            <a:cxnSpLocks/>
          </p:cNvCxnSpPr>
          <p:nvPr/>
        </p:nvCxnSpPr>
        <p:spPr>
          <a:xfrm flipV="1">
            <a:off x="1582485" y="1671771"/>
            <a:ext cx="908925" cy="264897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171CED7C-7E42-7CF7-EFAE-A93A7F3F4AE3}"/>
              </a:ext>
            </a:extLst>
          </p:cNvPr>
          <p:cNvCxnSpPr>
            <a:cxnSpLocks/>
          </p:cNvCxnSpPr>
          <p:nvPr/>
        </p:nvCxnSpPr>
        <p:spPr>
          <a:xfrm flipV="1">
            <a:off x="2506625" y="1370452"/>
            <a:ext cx="948783" cy="28081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37C8D49-26FB-FE30-2D6C-103F93518C12}"/>
              </a:ext>
            </a:extLst>
          </p:cNvPr>
          <p:cNvSpPr txBox="1"/>
          <p:nvPr/>
        </p:nvSpPr>
        <p:spPr>
          <a:xfrm>
            <a:off x="2216268" y="2510472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Year</a:t>
            </a:r>
            <a:endParaRPr kumimoji="1" lang="zh-CN" altLang="en-US" sz="1200" dirty="0">
              <a:latin typeface="STIX Two Text" pitchFamily="2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101ADD-158A-8D68-AAE2-B12D259C8E5D}"/>
              </a:ext>
            </a:extLst>
          </p:cNvPr>
          <p:cNvSpPr txBox="1"/>
          <p:nvPr/>
        </p:nvSpPr>
        <p:spPr>
          <a:xfrm>
            <a:off x="236108" y="2725756"/>
            <a:ext cx="3915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The trend of the number of publications from various conferences from 2018 to 2024.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4C1274-F4CC-7BF6-8470-931FE1C74480}"/>
              </a:ext>
            </a:extLst>
          </p:cNvPr>
          <p:cNvSpPr txBox="1"/>
          <p:nvPr/>
        </p:nvSpPr>
        <p:spPr>
          <a:xfrm>
            <a:off x="236107" y="5229082"/>
            <a:ext cx="3909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kumimoji="1"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trend of citations brought by promotions of 20 researchers with 200 papers (2023-2025).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8893784-3B69-337A-71A4-46CDB1D9470B}"/>
              </a:ext>
            </a:extLst>
          </p:cNvPr>
          <p:cNvSpPr/>
          <p:nvPr/>
        </p:nvSpPr>
        <p:spPr>
          <a:xfrm>
            <a:off x="4548165" y="522334"/>
            <a:ext cx="1184429" cy="1326352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pic>
        <p:nvPicPr>
          <p:cNvPr id="1110" name="图片 1109">
            <a:extLst>
              <a:ext uri="{FF2B5EF4-FFF2-40B4-BE49-F238E27FC236}">
                <a16:creationId xmlns:a16="http://schemas.microsoft.com/office/drawing/2014/main" id="{6C741099-1FBC-7BDA-0573-60D72903B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702" y="1241862"/>
            <a:ext cx="515974" cy="515974"/>
          </a:xfrm>
          <a:prstGeom prst="rect">
            <a:avLst/>
          </a:prstGeom>
        </p:spPr>
      </p:pic>
      <p:sp>
        <p:nvSpPr>
          <p:cNvPr id="1112" name="圆角矩形 1111">
            <a:extLst>
              <a:ext uri="{FF2B5EF4-FFF2-40B4-BE49-F238E27FC236}">
                <a16:creationId xmlns:a16="http://schemas.microsoft.com/office/drawing/2014/main" id="{95CD91BA-7E2D-FCAF-32D1-5454D5D4F4B5}"/>
              </a:ext>
            </a:extLst>
          </p:cNvPr>
          <p:cNvSpPr/>
          <p:nvPr/>
        </p:nvSpPr>
        <p:spPr>
          <a:xfrm>
            <a:off x="5889291" y="532069"/>
            <a:ext cx="744609" cy="1292909"/>
          </a:xfrm>
          <a:prstGeom prst="roundRect">
            <a:avLst>
              <a:gd name="adj" fmla="val 555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pic>
        <p:nvPicPr>
          <p:cNvPr id="1113" name="图片 1112">
            <a:extLst>
              <a:ext uri="{FF2B5EF4-FFF2-40B4-BE49-F238E27FC236}">
                <a16:creationId xmlns:a16="http://schemas.microsoft.com/office/drawing/2014/main" id="{2447339C-19AC-72B8-F081-4D9A96DA8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913" y="734979"/>
            <a:ext cx="693187" cy="693187"/>
          </a:xfrm>
          <a:prstGeom prst="rect">
            <a:avLst/>
          </a:prstGeom>
        </p:spPr>
      </p:pic>
      <p:sp>
        <p:nvSpPr>
          <p:cNvPr id="1115" name="文本框 1114">
            <a:extLst>
              <a:ext uri="{FF2B5EF4-FFF2-40B4-BE49-F238E27FC236}">
                <a16:creationId xmlns:a16="http://schemas.microsoft.com/office/drawing/2014/main" id="{EAB47AB7-D210-44BC-C37E-F2444759F5F0}"/>
              </a:ext>
            </a:extLst>
          </p:cNvPr>
          <p:cNvSpPr txBox="1"/>
          <p:nvPr/>
        </p:nvSpPr>
        <p:spPr>
          <a:xfrm>
            <a:off x="5914812" y="1470907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STIX Two Text" pitchFamily="2" charset="0"/>
              </a:rPr>
              <a:t>Paper</a:t>
            </a:r>
            <a:endParaRPr kumimoji="1" lang="zh-CN" altLang="en-US" sz="1400" dirty="0">
              <a:latin typeface="STIX Two Text" pitchFamily="2" charset="0"/>
            </a:endParaRPr>
          </a:p>
        </p:txBody>
      </p:sp>
      <p:pic>
        <p:nvPicPr>
          <p:cNvPr id="1116" name="图片 1115">
            <a:extLst>
              <a:ext uri="{FF2B5EF4-FFF2-40B4-BE49-F238E27FC236}">
                <a16:creationId xmlns:a16="http://schemas.microsoft.com/office/drawing/2014/main" id="{5CF6701C-E86F-E376-B7B7-0DE71A632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7112" y="493919"/>
            <a:ext cx="577204" cy="577204"/>
          </a:xfrm>
          <a:prstGeom prst="rect">
            <a:avLst/>
          </a:prstGeom>
        </p:spPr>
      </p:pic>
      <p:pic>
        <p:nvPicPr>
          <p:cNvPr id="1117" name="图片 1116">
            <a:extLst>
              <a:ext uri="{FF2B5EF4-FFF2-40B4-BE49-F238E27FC236}">
                <a16:creationId xmlns:a16="http://schemas.microsoft.com/office/drawing/2014/main" id="{E65791F1-4B1A-6B97-9EF7-89F51ED3A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132" y="529140"/>
            <a:ext cx="512720" cy="512720"/>
          </a:xfrm>
          <a:prstGeom prst="rect">
            <a:avLst/>
          </a:prstGeom>
        </p:spPr>
      </p:pic>
      <p:sp>
        <p:nvSpPr>
          <p:cNvPr id="1118" name="禁止符 1117">
            <a:extLst>
              <a:ext uri="{FF2B5EF4-FFF2-40B4-BE49-F238E27FC236}">
                <a16:creationId xmlns:a16="http://schemas.microsoft.com/office/drawing/2014/main" id="{B021FDDD-DC98-3815-8540-57F0B23C84FB}"/>
              </a:ext>
            </a:extLst>
          </p:cNvPr>
          <p:cNvSpPr/>
          <p:nvPr/>
        </p:nvSpPr>
        <p:spPr>
          <a:xfrm>
            <a:off x="6938115" y="530386"/>
            <a:ext cx="540737" cy="540737"/>
          </a:xfrm>
          <a:prstGeom prst="noSmoking">
            <a:avLst>
              <a:gd name="adj" fmla="val 95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solidFill>
                <a:schemeClr val="tx1"/>
              </a:solidFill>
            </a:endParaRPr>
          </a:p>
        </p:txBody>
      </p:sp>
      <p:pic>
        <p:nvPicPr>
          <p:cNvPr id="1125" name="图片 1124">
            <a:extLst>
              <a:ext uri="{FF2B5EF4-FFF2-40B4-BE49-F238E27FC236}">
                <a16:creationId xmlns:a16="http://schemas.microsoft.com/office/drawing/2014/main" id="{8B89AC63-0066-BB34-620D-DD629041E7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2561" y="1165307"/>
            <a:ext cx="612974" cy="612974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C6E03734-6B2D-B77F-1457-586B66B23722}"/>
              </a:ext>
            </a:extLst>
          </p:cNvPr>
          <p:cNvSpPr txBox="1"/>
          <p:nvPr/>
        </p:nvSpPr>
        <p:spPr>
          <a:xfrm>
            <a:off x="5550497" y="3641352"/>
            <a:ext cx="3275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Automatic Promotion Task &amp; </a:t>
            </a:r>
            <a:r>
              <a:rPr kumimoji="1" lang="en-US" altLang="zh-CN" sz="14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PRBench</a:t>
            </a:r>
            <a:endParaRPr kumimoji="1" lang="zh-CN" altLang="en-US" sz="1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7" name="文本框 1076">
            <a:extLst>
              <a:ext uri="{FF2B5EF4-FFF2-40B4-BE49-F238E27FC236}">
                <a16:creationId xmlns:a16="http://schemas.microsoft.com/office/drawing/2014/main" id="{45BFBD9E-188B-7C09-65BA-A5383CB75441}"/>
              </a:ext>
            </a:extLst>
          </p:cNvPr>
          <p:cNvSpPr txBox="1"/>
          <p:nvPr/>
        </p:nvSpPr>
        <p:spPr>
          <a:xfrm>
            <a:off x="5784580" y="1914411"/>
            <a:ext cx="2611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Traditional Manual Promotion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8" name="文本框 1077">
            <a:extLst>
              <a:ext uri="{FF2B5EF4-FFF2-40B4-BE49-F238E27FC236}">
                <a16:creationId xmlns:a16="http://schemas.microsoft.com/office/drawing/2014/main" id="{7A32612F-E1A1-3F6E-40A7-D780931B329A}"/>
              </a:ext>
            </a:extLst>
          </p:cNvPr>
          <p:cNvSpPr txBox="1"/>
          <p:nvPr/>
        </p:nvSpPr>
        <p:spPr>
          <a:xfrm>
            <a:off x="6110823" y="5472747"/>
            <a:ext cx="1959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kumimoji="1" lang="en-US" altLang="zh-CN" sz="1400" dirty="0" err="1">
                <a:solidFill>
                  <a:srgbClr val="5757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PRAgent</a:t>
            </a:r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7" name="文本框 1126">
            <a:extLst>
              <a:ext uri="{FF2B5EF4-FFF2-40B4-BE49-F238E27FC236}">
                <a16:creationId xmlns:a16="http://schemas.microsoft.com/office/drawing/2014/main" id="{21873DCF-320A-1921-A34B-C69F5FD81B8B}"/>
              </a:ext>
            </a:extLst>
          </p:cNvPr>
          <p:cNvSpPr txBox="1"/>
          <p:nvPr/>
        </p:nvSpPr>
        <p:spPr>
          <a:xfrm>
            <a:off x="4569827" y="1308175"/>
            <a:ext cx="1162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b="1" dirty="0">
                <a:solidFill>
                  <a:schemeClr val="tx1"/>
                </a:solidFill>
                <a:latin typeface="STIX Two Text Medium" pitchFamily="2" charset="0"/>
                <a:ea typeface="Microsoft YaHei" panose="020B0503020204020204" pitchFamily="34" charset="-122"/>
                <a:cs typeface="Sitka Display" panose="020F0502020204030204" pitchFamily="34" charset="0"/>
              </a:rPr>
              <a:t>Human Writing</a:t>
            </a:r>
            <a:endParaRPr kumimoji="1" lang="zh-CN" altLang="en-US" sz="1400" b="1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sp>
        <p:nvSpPr>
          <p:cNvPr id="1128" name="圆角矩形 1127">
            <a:extLst>
              <a:ext uri="{FF2B5EF4-FFF2-40B4-BE49-F238E27FC236}">
                <a16:creationId xmlns:a16="http://schemas.microsoft.com/office/drawing/2014/main" id="{8922313D-F4E7-E92C-BDAA-4E48CFBFF121}"/>
              </a:ext>
            </a:extLst>
          </p:cNvPr>
          <p:cNvSpPr/>
          <p:nvPr/>
        </p:nvSpPr>
        <p:spPr>
          <a:xfrm>
            <a:off x="4548165" y="2292622"/>
            <a:ext cx="1184429" cy="1260940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sp>
        <p:nvSpPr>
          <p:cNvPr id="1130" name="文本框 1129">
            <a:extLst>
              <a:ext uri="{FF2B5EF4-FFF2-40B4-BE49-F238E27FC236}">
                <a16:creationId xmlns:a16="http://schemas.microsoft.com/office/drawing/2014/main" id="{DAD95D3F-4897-ED30-BD99-51D90318C670}"/>
              </a:ext>
            </a:extLst>
          </p:cNvPr>
          <p:cNvSpPr txBox="1"/>
          <p:nvPr/>
        </p:nvSpPr>
        <p:spPr>
          <a:xfrm>
            <a:off x="4655918" y="3260709"/>
            <a:ext cx="934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 err="1">
                <a:solidFill>
                  <a:schemeClr val="accent1"/>
                </a:solidFill>
                <a:latin typeface="STIX Two Text SemiBold" pitchFamily="2" charset="0"/>
              </a:rPr>
              <a:t>PRBench</a:t>
            </a:r>
            <a:endParaRPr kumimoji="1" lang="en-US" altLang="zh-CN" sz="1400" b="1" dirty="0">
              <a:solidFill>
                <a:schemeClr val="accent1"/>
              </a:solidFill>
              <a:latin typeface="STIX Two Text SemiBold" pitchFamily="2" charset="0"/>
            </a:endParaRPr>
          </a:p>
        </p:txBody>
      </p:sp>
      <p:grpSp>
        <p:nvGrpSpPr>
          <p:cNvPr id="1131" name="组合 1130">
            <a:extLst>
              <a:ext uri="{FF2B5EF4-FFF2-40B4-BE49-F238E27FC236}">
                <a16:creationId xmlns:a16="http://schemas.microsoft.com/office/drawing/2014/main" id="{8170BDB7-5744-0E3D-54B6-F12E2FBD4AFA}"/>
              </a:ext>
            </a:extLst>
          </p:cNvPr>
          <p:cNvGrpSpPr/>
          <p:nvPr/>
        </p:nvGrpSpPr>
        <p:grpSpPr>
          <a:xfrm>
            <a:off x="4635216" y="2375748"/>
            <a:ext cx="1040424" cy="914046"/>
            <a:chOff x="555676" y="2542099"/>
            <a:chExt cx="890367" cy="768513"/>
          </a:xfrm>
        </p:grpSpPr>
        <p:sp>
          <p:nvSpPr>
            <p:cNvPr id="1133" name="椭圆 1132">
              <a:extLst>
                <a:ext uri="{FF2B5EF4-FFF2-40B4-BE49-F238E27FC236}">
                  <a16:creationId xmlns:a16="http://schemas.microsoft.com/office/drawing/2014/main" id="{D9E13007-BE8F-F8BC-BE02-16AB3CD8152C}"/>
                </a:ext>
              </a:extLst>
            </p:cNvPr>
            <p:cNvSpPr/>
            <p:nvPr/>
          </p:nvSpPr>
          <p:spPr>
            <a:xfrm>
              <a:off x="568030" y="2542099"/>
              <a:ext cx="878013" cy="7630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34" name="椭圆 1133">
              <a:extLst>
                <a:ext uri="{FF2B5EF4-FFF2-40B4-BE49-F238E27FC236}">
                  <a16:creationId xmlns:a16="http://schemas.microsoft.com/office/drawing/2014/main" id="{8A56DD20-4B9E-F91A-7E71-C617DFBB1D8A}"/>
                </a:ext>
              </a:extLst>
            </p:cNvPr>
            <p:cNvSpPr/>
            <p:nvPr/>
          </p:nvSpPr>
          <p:spPr>
            <a:xfrm>
              <a:off x="555676" y="2660020"/>
              <a:ext cx="773200" cy="519009"/>
            </a:xfrm>
            <a:prstGeom prst="ellipse">
              <a:avLst/>
            </a:prstGeom>
            <a:solidFill>
              <a:srgbClr val="A7C3D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grpSp>
          <p:nvGrpSpPr>
            <p:cNvPr id="1135" name="组合 1134">
              <a:extLst>
                <a:ext uri="{FF2B5EF4-FFF2-40B4-BE49-F238E27FC236}">
                  <a16:creationId xmlns:a16="http://schemas.microsoft.com/office/drawing/2014/main" id="{A226C802-2DA8-113A-4E1E-FBDECD104AFF}"/>
                </a:ext>
              </a:extLst>
            </p:cNvPr>
            <p:cNvGrpSpPr/>
            <p:nvPr/>
          </p:nvGrpSpPr>
          <p:grpSpPr>
            <a:xfrm>
              <a:off x="603910" y="2668084"/>
              <a:ext cx="698203" cy="642528"/>
              <a:chOff x="6866292" y="3687321"/>
              <a:chExt cx="1041109" cy="958089"/>
            </a:xfrm>
          </p:grpSpPr>
          <p:sp>
            <p:nvSpPr>
              <p:cNvPr id="1138" name="任意形状 1137">
                <a:extLst>
                  <a:ext uri="{FF2B5EF4-FFF2-40B4-BE49-F238E27FC236}">
                    <a16:creationId xmlns:a16="http://schemas.microsoft.com/office/drawing/2014/main" id="{4FEC9585-48FA-1FFB-DACD-B6C54C34B402}"/>
                  </a:ext>
                </a:extLst>
              </p:cNvPr>
              <p:cNvSpPr/>
              <p:nvPr/>
            </p:nvSpPr>
            <p:spPr>
              <a:xfrm>
                <a:off x="6866292" y="3687321"/>
                <a:ext cx="1041109" cy="958089"/>
              </a:xfrm>
              <a:custGeom>
                <a:avLst/>
                <a:gdLst>
                  <a:gd name="connsiteX0" fmla="*/ 0 w 1453388"/>
                  <a:gd name="connsiteY0" fmla="*/ 45399 h 1472497"/>
                  <a:gd name="connsiteX1" fmla="*/ 124206 w 1453388"/>
                  <a:gd name="connsiteY1" fmla="*/ 9203 h 1472497"/>
                  <a:gd name="connsiteX2" fmla="*/ 282194 w 1453388"/>
                  <a:gd name="connsiteY2" fmla="*/ 86293 h 1472497"/>
                  <a:gd name="connsiteX3" fmla="*/ 303784 w 1453388"/>
                  <a:gd name="connsiteY3" fmla="*/ 143188 h 1472497"/>
                  <a:gd name="connsiteX4" fmla="*/ 147193 w 1453388"/>
                  <a:gd name="connsiteY4" fmla="*/ 125155 h 1472497"/>
                  <a:gd name="connsiteX5" fmla="*/ 196977 w 1453388"/>
                  <a:gd name="connsiteY5" fmla="*/ 181034 h 1472497"/>
                  <a:gd name="connsiteX6" fmla="*/ 195326 w 1453388"/>
                  <a:gd name="connsiteY6" fmla="*/ 241740 h 1472497"/>
                  <a:gd name="connsiteX7" fmla="*/ 488950 w 1453388"/>
                  <a:gd name="connsiteY7" fmla="*/ 345245 h 1472497"/>
                  <a:gd name="connsiteX8" fmla="*/ 603758 w 1453388"/>
                  <a:gd name="connsiteY8" fmla="*/ 328482 h 1472497"/>
                  <a:gd name="connsiteX9" fmla="*/ 708787 w 1453388"/>
                  <a:gd name="connsiteY9" fmla="*/ 280476 h 1472497"/>
                  <a:gd name="connsiteX10" fmla="*/ 694817 w 1453388"/>
                  <a:gd name="connsiteY10" fmla="*/ 182685 h 1472497"/>
                  <a:gd name="connsiteX11" fmla="*/ 744220 w 1453388"/>
                  <a:gd name="connsiteY11" fmla="*/ 62924 h 1472497"/>
                  <a:gd name="connsiteX12" fmla="*/ 972566 w 1453388"/>
                  <a:gd name="connsiteY12" fmla="*/ 17077 h 1472497"/>
                  <a:gd name="connsiteX13" fmla="*/ 1092200 w 1453388"/>
                  <a:gd name="connsiteY13" fmla="*/ 236533 h 1472497"/>
                  <a:gd name="connsiteX14" fmla="*/ 1222375 w 1453388"/>
                  <a:gd name="connsiteY14" fmla="*/ 281364 h 1472497"/>
                  <a:gd name="connsiteX15" fmla="*/ 1285367 w 1453388"/>
                  <a:gd name="connsiteY15" fmla="*/ 255330 h 1472497"/>
                  <a:gd name="connsiteX16" fmla="*/ 1166114 w 1453388"/>
                  <a:gd name="connsiteY16" fmla="*/ 154364 h 1472497"/>
                  <a:gd name="connsiteX17" fmla="*/ 1306703 w 1453388"/>
                  <a:gd name="connsiteY17" fmla="*/ 149920 h 1472497"/>
                  <a:gd name="connsiteX18" fmla="*/ 1414653 w 1453388"/>
                  <a:gd name="connsiteY18" fmla="*/ 279206 h 1472497"/>
                  <a:gd name="connsiteX19" fmla="*/ 1394587 w 1453388"/>
                  <a:gd name="connsiteY19" fmla="*/ 290255 h 1472497"/>
                  <a:gd name="connsiteX20" fmla="*/ 1297559 w 1453388"/>
                  <a:gd name="connsiteY20" fmla="*/ 256981 h 1472497"/>
                  <a:gd name="connsiteX21" fmla="*/ 1349121 w 1453388"/>
                  <a:gd name="connsiteY21" fmla="*/ 319338 h 1472497"/>
                  <a:gd name="connsiteX22" fmla="*/ 1338961 w 1453388"/>
                  <a:gd name="connsiteY22" fmla="*/ 386520 h 1472497"/>
                  <a:gd name="connsiteX23" fmla="*/ 1206754 w 1453388"/>
                  <a:gd name="connsiteY23" fmla="*/ 380044 h 1472497"/>
                  <a:gd name="connsiteX24" fmla="*/ 1190244 w 1453388"/>
                  <a:gd name="connsiteY24" fmla="*/ 344357 h 1472497"/>
                  <a:gd name="connsiteX25" fmla="*/ 1201801 w 1453388"/>
                  <a:gd name="connsiteY25" fmla="*/ 303844 h 1472497"/>
                  <a:gd name="connsiteX26" fmla="*/ 1082294 w 1453388"/>
                  <a:gd name="connsiteY26" fmla="*/ 261426 h 1472497"/>
                  <a:gd name="connsiteX27" fmla="*/ 945007 w 1453388"/>
                  <a:gd name="connsiteY27" fmla="*/ 390712 h 1472497"/>
                  <a:gd name="connsiteX28" fmla="*/ 895604 w 1453388"/>
                  <a:gd name="connsiteY28" fmla="*/ 397570 h 1472497"/>
                  <a:gd name="connsiteX29" fmla="*/ 895350 w 1453388"/>
                  <a:gd name="connsiteY29" fmla="*/ 515171 h 1472497"/>
                  <a:gd name="connsiteX30" fmla="*/ 1144651 w 1453388"/>
                  <a:gd name="connsiteY30" fmla="*/ 586800 h 1472497"/>
                  <a:gd name="connsiteX31" fmla="*/ 1251204 w 1453388"/>
                  <a:gd name="connsiteY31" fmla="*/ 704528 h 1472497"/>
                  <a:gd name="connsiteX32" fmla="*/ 1340993 w 1453388"/>
                  <a:gd name="connsiteY32" fmla="*/ 779713 h 1472497"/>
                  <a:gd name="connsiteX33" fmla="*/ 1256030 w 1453388"/>
                  <a:gd name="connsiteY33" fmla="*/ 1014155 h 1472497"/>
                  <a:gd name="connsiteX34" fmla="*/ 1237361 w 1453388"/>
                  <a:gd name="connsiteY34" fmla="*/ 1043111 h 1472497"/>
                  <a:gd name="connsiteX35" fmla="*/ 1122934 w 1453388"/>
                  <a:gd name="connsiteY35" fmla="*/ 1135439 h 1472497"/>
                  <a:gd name="connsiteX36" fmla="*/ 1246632 w 1453388"/>
                  <a:gd name="connsiteY36" fmla="*/ 1210624 h 1472497"/>
                  <a:gd name="connsiteX37" fmla="*/ 1310640 w 1453388"/>
                  <a:gd name="connsiteY37" fmla="*/ 1137345 h 1472497"/>
                  <a:gd name="connsiteX38" fmla="*/ 1410843 w 1453388"/>
                  <a:gd name="connsiteY38" fmla="*/ 1154108 h 1472497"/>
                  <a:gd name="connsiteX39" fmla="*/ 1453388 w 1453388"/>
                  <a:gd name="connsiteY39" fmla="*/ 1224720 h 1472497"/>
                  <a:gd name="connsiteX40" fmla="*/ 1383665 w 1453388"/>
                  <a:gd name="connsiteY40" fmla="*/ 1462338 h 1472497"/>
                  <a:gd name="connsiteX41" fmla="*/ 1360424 w 1453388"/>
                  <a:gd name="connsiteY41" fmla="*/ 1465005 h 1472497"/>
                  <a:gd name="connsiteX42" fmla="*/ 1413637 w 1453388"/>
                  <a:gd name="connsiteY42" fmla="*/ 1314509 h 1472497"/>
                  <a:gd name="connsiteX43" fmla="*/ 1331468 w 1453388"/>
                  <a:gd name="connsiteY43" fmla="*/ 1334068 h 1472497"/>
                  <a:gd name="connsiteX44" fmla="*/ 1247394 w 1453388"/>
                  <a:gd name="connsiteY44" fmla="*/ 1274251 h 1472497"/>
                  <a:gd name="connsiteX45" fmla="*/ 1194054 w 1453388"/>
                  <a:gd name="connsiteY45" fmla="*/ 1459036 h 1472497"/>
                  <a:gd name="connsiteX46" fmla="*/ 1192022 w 1453388"/>
                  <a:gd name="connsiteY46" fmla="*/ 1472498 h 1472497"/>
                  <a:gd name="connsiteX47" fmla="*/ 1176909 w 1453388"/>
                  <a:gd name="connsiteY47" fmla="*/ 1457257 h 1472497"/>
                  <a:gd name="connsiteX48" fmla="*/ 1165606 w 1453388"/>
                  <a:gd name="connsiteY48" fmla="*/ 1370136 h 1472497"/>
                  <a:gd name="connsiteX49" fmla="*/ 1128776 w 1453388"/>
                  <a:gd name="connsiteY49" fmla="*/ 1185986 h 1472497"/>
                  <a:gd name="connsiteX50" fmla="*/ 1121791 w 1453388"/>
                  <a:gd name="connsiteY50" fmla="*/ 1162618 h 1472497"/>
                  <a:gd name="connsiteX51" fmla="*/ 950214 w 1453388"/>
                  <a:gd name="connsiteY51" fmla="*/ 1166427 h 1472497"/>
                  <a:gd name="connsiteX52" fmla="*/ 685927 w 1453388"/>
                  <a:gd name="connsiteY52" fmla="*/ 1159062 h 1472497"/>
                  <a:gd name="connsiteX53" fmla="*/ 645795 w 1453388"/>
                  <a:gd name="connsiteY53" fmla="*/ 1182302 h 1472497"/>
                  <a:gd name="connsiteX54" fmla="*/ 599694 w 1453388"/>
                  <a:gd name="connsiteY54" fmla="*/ 1461830 h 1472497"/>
                  <a:gd name="connsiteX55" fmla="*/ 574929 w 1453388"/>
                  <a:gd name="connsiteY55" fmla="*/ 1466020 h 1472497"/>
                  <a:gd name="connsiteX56" fmla="*/ 614299 w 1453388"/>
                  <a:gd name="connsiteY56" fmla="*/ 1184207 h 1472497"/>
                  <a:gd name="connsiteX57" fmla="*/ 481711 w 1453388"/>
                  <a:gd name="connsiteY57" fmla="*/ 1325051 h 1472497"/>
                  <a:gd name="connsiteX58" fmla="*/ 439166 w 1453388"/>
                  <a:gd name="connsiteY58" fmla="*/ 1458527 h 1472497"/>
                  <a:gd name="connsiteX59" fmla="*/ 413258 w 1453388"/>
                  <a:gd name="connsiteY59" fmla="*/ 1468814 h 1472497"/>
                  <a:gd name="connsiteX60" fmla="*/ 520319 w 1453388"/>
                  <a:gd name="connsiteY60" fmla="*/ 1228657 h 1472497"/>
                  <a:gd name="connsiteX61" fmla="*/ 650621 w 1453388"/>
                  <a:gd name="connsiteY61" fmla="*/ 1136963 h 1472497"/>
                  <a:gd name="connsiteX62" fmla="*/ 524637 w 1453388"/>
                  <a:gd name="connsiteY62" fmla="*/ 1011361 h 1472497"/>
                  <a:gd name="connsiteX63" fmla="*/ 446024 w 1453388"/>
                  <a:gd name="connsiteY63" fmla="*/ 970720 h 1472497"/>
                  <a:gd name="connsiteX64" fmla="*/ 414147 w 1453388"/>
                  <a:gd name="connsiteY64" fmla="*/ 824925 h 1472497"/>
                  <a:gd name="connsiteX65" fmla="*/ 513842 w 1453388"/>
                  <a:gd name="connsiteY65" fmla="*/ 724849 h 1472497"/>
                  <a:gd name="connsiteX66" fmla="*/ 691896 w 1453388"/>
                  <a:gd name="connsiteY66" fmla="*/ 550477 h 1472497"/>
                  <a:gd name="connsiteX67" fmla="*/ 869061 w 1453388"/>
                  <a:gd name="connsiteY67" fmla="*/ 514409 h 1472497"/>
                  <a:gd name="connsiteX68" fmla="*/ 869061 w 1453388"/>
                  <a:gd name="connsiteY68" fmla="*/ 398458 h 1472497"/>
                  <a:gd name="connsiteX69" fmla="*/ 722757 w 1453388"/>
                  <a:gd name="connsiteY69" fmla="*/ 301684 h 1472497"/>
                  <a:gd name="connsiteX70" fmla="*/ 610616 w 1453388"/>
                  <a:gd name="connsiteY70" fmla="*/ 358453 h 1472497"/>
                  <a:gd name="connsiteX71" fmla="*/ 598932 w 1453388"/>
                  <a:gd name="connsiteY71" fmla="*/ 438082 h 1472497"/>
                  <a:gd name="connsiteX72" fmla="*/ 511556 w 1453388"/>
                  <a:gd name="connsiteY72" fmla="*/ 439860 h 1472497"/>
                  <a:gd name="connsiteX73" fmla="*/ 475615 w 1453388"/>
                  <a:gd name="connsiteY73" fmla="*/ 374328 h 1472497"/>
                  <a:gd name="connsiteX74" fmla="*/ 395224 w 1453388"/>
                  <a:gd name="connsiteY74" fmla="*/ 348801 h 1472497"/>
                  <a:gd name="connsiteX75" fmla="*/ 326771 w 1453388"/>
                  <a:gd name="connsiteY75" fmla="*/ 533713 h 1472497"/>
                  <a:gd name="connsiteX76" fmla="*/ 356489 w 1453388"/>
                  <a:gd name="connsiteY76" fmla="*/ 561400 h 1472497"/>
                  <a:gd name="connsiteX77" fmla="*/ 290703 w 1453388"/>
                  <a:gd name="connsiteY77" fmla="*/ 659189 h 1472497"/>
                  <a:gd name="connsiteX78" fmla="*/ 241808 w 1453388"/>
                  <a:gd name="connsiteY78" fmla="*/ 552890 h 1472497"/>
                  <a:gd name="connsiteX79" fmla="*/ 300228 w 1453388"/>
                  <a:gd name="connsiteY79" fmla="*/ 527871 h 1472497"/>
                  <a:gd name="connsiteX80" fmla="*/ 349250 w 1453388"/>
                  <a:gd name="connsiteY80" fmla="*/ 400871 h 1472497"/>
                  <a:gd name="connsiteX81" fmla="*/ 372999 w 1453388"/>
                  <a:gd name="connsiteY81" fmla="*/ 338895 h 1472497"/>
                  <a:gd name="connsiteX82" fmla="*/ 180721 w 1453388"/>
                  <a:gd name="connsiteY82" fmla="*/ 261933 h 1472497"/>
                  <a:gd name="connsiteX83" fmla="*/ 131445 w 1453388"/>
                  <a:gd name="connsiteY83" fmla="*/ 300288 h 1472497"/>
                  <a:gd name="connsiteX84" fmla="*/ 34798 w 1453388"/>
                  <a:gd name="connsiteY84" fmla="*/ 262441 h 1472497"/>
                  <a:gd name="connsiteX85" fmla="*/ 62103 w 1453388"/>
                  <a:gd name="connsiteY85" fmla="*/ 148014 h 1472497"/>
                  <a:gd name="connsiteX86" fmla="*/ 130175 w 1453388"/>
                  <a:gd name="connsiteY86" fmla="*/ 143696 h 1472497"/>
                  <a:gd name="connsiteX87" fmla="*/ 124587 w 1453388"/>
                  <a:gd name="connsiteY87" fmla="*/ 109660 h 1472497"/>
                  <a:gd name="connsiteX88" fmla="*/ 0 w 1453388"/>
                  <a:gd name="connsiteY88" fmla="*/ 45399 h 1472497"/>
                  <a:gd name="connsiteX89" fmla="*/ 32893 w 1453388"/>
                  <a:gd name="connsiteY89" fmla="*/ 36127 h 1472497"/>
                  <a:gd name="connsiteX90" fmla="*/ 65278 w 1453388"/>
                  <a:gd name="connsiteY90" fmla="*/ 60765 h 1472497"/>
                  <a:gd name="connsiteX91" fmla="*/ 280543 w 1453388"/>
                  <a:gd name="connsiteY91" fmla="*/ 123757 h 1472497"/>
                  <a:gd name="connsiteX92" fmla="*/ 32893 w 1453388"/>
                  <a:gd name="connsiteY92" fmla="*/ 36127 h 1472497"/>
                  <a:gd name="connsiteX93" fmla="*/ 839978 w 1453388"/>
                  <a:gd name="connsiteY93" fmla="*/ 33334 h 1472497"/>
                  <a:gd name="connsiteX94" fmla="*/ 729488 w 1453388"/>
                  <a:gd name="connsiteY94" fmla="*/ 140649 h 1472497"/>
                  <a:gd name="connsiteX95" fmla="*/ 886968 w 1453388"/>
                  <a:gd name="connsiteY95" fmla="*/ 369883 h 1472497"/>
                  <a:gd name="connsiteX96" fmla="*/ 1055370 w 1453388"/>
                  <a:gd name="connsiteY96" fmla="*/ 257362 h 1472497"/>
                  <a:gd name="connsiteX97" fmla="*/ 993902 w 1453388"/>
                  <a:gd name="connsiteY97" fmla="*/ 60765 h 1472497"/>
                  <a:gd name="connsiteX98" fmla="*/ 839978 w 1453388"/>
                  <a:gd name="connsiteY98" fmla="*/ 33334 h 1472497"/>
                  <a:gd name="connsiteX99" fmla="*/ 1186180 w 1453388"/>
                  <a:gd name="connsiteY99" fmla="*/ 144205 h 1472497"/>
                  <a:gd name="connsiteX100" fmla="*/ 1402334 w 1453388"/>
                  <a:gd name="connsiteY100" fmla="*/ 271205 h 1472497"/>
                  <a:gd name="connsiteX101" fmla="*/ 1186180 w 1453388"/>
                  <a:gd name="connsiteY101" fmla="*/ 144205 h 1472497"/>
                  <a:gd name="connsiteX102" fmla="*/ 77851 w 1453388"/>
                  <a:gd name="connsiteY102" fmla="*/ 172526 h 1472497"/>
                  <a:gd name="connsiteX103" fmla="*/ 54356 w 1453388"/>
                  <a:gd name="connsiteY103" fmla="*/ 238565 h 1472497"/>
                  <a:gd name="connsiteX104" fmla="*/ 125984 w 1453388"/>
                  <a:gd name="connsiteY104" fmla="*/ 274126 h 1472497"/>
                  <a:gd name="connsiteX105" fmla="*/ 170180 w 1453388"/>
                  <a:gd name="connsiteY105" fmla="*/ 225484 h 1472497"/>
                  <a:gd name="connsiteX106" fmla="*/ 77851 w 1453388"/>
                  <a:gd name="connsiteY106" fmla="*/ 172526 h 1472497"/>
                  <a:gd name="connsiteX107" fmla="*/ 1245489 w 1453388"/>
                  <a:gd name="connsiteY107" fmla="*/ 298890 h 1472497"/>
                  <a:gd name="connsiteX108" fmla="*/ 1229868 w 1453388"/>
                  <a:gd name="connsiteY108" fmla="*/ 369502 h 1472497"/>
                  <a:gd name="connsiteX109" fmla="*/ 1323594 w 1453388"/>
                  <a:gd name="connsiteY109" fmla="*/ 351722 h 1472497"/>
                  <a:gd name="connsiteX110" fmla="*/ 1245489 w 1453388"/>
                  <a:gd name="connsiteY110" fmla="*/ 298890 h 1472497"/>
                  <a:gd name="connsiteX111" fmla="*/ 517779 w 1453388"/>
                  <a:gd name="connsiteY111" fmla="*/ 356040 h 1472497"/>
                  <a:gd name="connsiteX112" fmla="*/ 557530 w 1453388"/>
                  <a:gd name="connsiteY112" fmla="*/ 422081 h 1472497"/>
                  <a:gd name="connsiteX113" fmla="*/ 581279 w 1453388"/>
                  <a:gd name="connsiteY113" fmla="*/ 355406 h 1472497"/>
                  <a:gd name="connsiteX114" fmla="*/ 517779 w 1453388"/>
                  <a:gd name="connsiteY114" fmla="*/ 356040 h 1472497"/>
                  <a:gd name="connsiteX115" fmla="*/ 787400 w 1453388"/>
                  <a:gd name="connsiteY115" fmla="*/ 550224 h 1472497"/>
                  <a:gd name="connsiteX116" fmla="*/ 551561 w 1453388"/>
                  <a:gd name="connsiteY116" fmla="*/ 708084 h 1472497"/>
                  <a:gd name="connsiteX117" fmla="*/ 521081 w 1453388"/>
                  <a:gd name="connsiteY117" fmla="*/ 910269 h 1472497"/>
                  <a:gd name="connsiteX118" fmla="*/ 656336 w 1453388"/>
                  <a:gd name="connsiteY118" fmla="*/ 1108643 h 1472497"/>
                  <a:gd name="connsiteX119" fmla="*/ 885698 w 1453388"/>
                  <a:gd name="connsiteY119" fmla="*/ 1143059 h 1472497"/>
                  <a:gd name="connsiteX120" fmla="*/ 1167257 w 1453388"/>
                  <a:gd name="connsiteY120" fmla="*/ 1081464 h 1472497"/>
                  <a:gd name="connsiteX121" fmla="*/ 1254379 w 1453388"/>
                  <a:gd name="connsiteY121" fmla="*/ 789745 h 1472497"/>
                  <a:gd name="connsiteX122" fmla="*/ 1073404 w 1453388"/>
                  <a:gd name="connsiteY122" fmla="*/ 576766 h 1472497"/>
                  <a:gd name="connsiteX123" fmla="*/ 787400 w 1453388"/>
                  <a:gd name="connsiteY123" fmla="*/ 550224 h 1472497"/>
                  <a:gd name="connsiteX124" fmla="*/ 266700 w 1453388"/>
                  <a:gd name="connsiteY124" fmla="*/ 566480 h 1472497"/>
                  <a:gd name="connsiteX125" fmla="*/ 314071 w 1453388"/>
                  <a:gd name="connsiteY125" fmla="*/ 625407 h 1472497"/>
                  <a:gd name="connsiteX126" fmla="*/ 266700 w 1453388"/>
                  <a:gd name="connsiteY126" fmla="*/ 566480 h 1472497"/>
                  <a:gd name="connsiteX127" fmla="*/ 508508 w 1453388"/>
                  <a:gd name="connsiteY127" fmla="*/ 984309 h 1472497"/>
                  <a:gd name="connsiteX128" fmla="*/ 500888 w 1453388"/>
                  <a:gd name="connsiteY128" fmla="*/ 753677 h 1472497"/>
                  <a:gd name="connsiteX129" fmla="*/ 508508 w 1453388"/>
                  <a:gd name="connsiteY129" fmla="*/ 984309 h 1472497"/>
                  <a:gd name="connsiteX130" fmla="*/ 1274572 w 1453388"/>
                  <a:gd name="connsiteY130" fmla="*/ 752662 h 1472497"/>
                  <a:gd name="connsiteX131" fmla="*/ 1273048 w 1453388"/>
                  <a:gd name="connsiteY131" fmla="*/ 989008 h 1472497"/>
                  <a:gd name="connsiteX132" fmla="*/ 1274572 w 1453388"/>
                  <a:gd name="connsiteY132" fmla="*/ 752662 h 1472497"/>
                  <a:gd name="connsiteX133" fmla="*/ 1310640 w 1453388"/>
                  <a:gd name="connsiteY133" fmla="*/ 1163761 h 1472497"/>
                  <a:gd name="connsiteX134" fmla="*/ 1312418 w 1453388"/>
                  <a:gd name="connsiteY134" fmla="*/ 1303461 h 1472497"/>
                  <a:gd name="connsiteX135" fmla="*/ 1425702 w 1453388"/>
                  <a:gd name="connsiteY135" fmla="*/ 1234119 h 1472497"/>
                  <a:gd name="connsiteX136" fmla="*/ 1310640 w 1453388"/>
                  <a:gd name="connsiteY136" fmla="*/ 1163761 h 1472497"/>
                  <a:gd name="connsiteX137" fmla="*/ 1154557 w 1453388"/>
                  <a:gd name="connsiteY137" fmla="*/ 1181540 h 1472497"/>
                  <a:gd name="connsiteX138" fmla="*/ 1189609 w 1453388"/>
                  <a:gd name="connsiteY138" fmla="*/ 1338005 h 1472497"/>
                  <a:gd name="connsiteX139" fmla="*/ 1241806 w 1453388"/>
                  <a:gd name="connsiteY139" fmla="*/ 1235643 h 1472497"/>
                  <a:gd name="connsiteX140" fmla="*/ 1154557 w 1453388"/>
                  <a:gd name="connsiteY140" fmla="*/ 1181540 h 1472497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285367 w 1453388"/>
                  <a:gd name="connsiteY15" fmla="*/ 255330 h 1472498"/>
                  <a:gd name="connsiteX16" fmla="*/ 1166114 w 1453388"/>
                  <a:gd name="connsiteY16" fmla="*/ 154364 h 1472498"/>
                  <a:gd name="connsiteX17" fmla="*/ 1306703 w 1453388"/>
                  <a:gd name="connsiteY17" fmla="*/ 149920 h 1472498"/>
                  <a:gd name="connsiteX18" fmla="*/ 1414653 w 1453388"/>
                  <a:gd name="connsiteY18" fmla="*/ 279206 h 1472498"/>
                  <a:gd name="connsiteX19" fmla="*/ 1394587 w 1453388"/>
                  <a:gd name="connsiteY19" fmla="*/ 290255 h 1472498"/>
                  <a:gd name="connsiteX20" fmla="*/ 1349121 w 1453388"/>
                  <a:gd name="connsiteY20" fmla="*/ 319338 h 1472498"/>
                  <a:gd name="connsiteX21" fmla="*/ 1338961 w 1453388"/>
                  <a:gd name="connsiteY21" fmla="*/ 386520 h 1472498"/>
                  <a:gd name="connsiteX22" fmla="*/ 1206754 w 1453388"/>
                  <a:gd name="connsiteY22" fmla="*/ 380044 h 1472498"/>
                  <a:gd name="connsiteX23" fmla="*/ 1190244 w 1453388"/>
                  <a:gd name="connsiteY23" fmla="*/ 344357 h 1472498"/>
                  <a:gd name="connsiteX24" fmla="*/ 1201801 w 1453388"/>
                  <a:gd name="connsiteY24" fmla="*/ 303844 h 1472498"/>
                  <a:gd name="connsiteX25" fmla="*/ 1082294 w 1453388"/>
                  <a:gd name="connsiteY25" fmla="*/ 261426 h 1472498"/>
                  <a:gd name="connsiteX26" fmla="*/ 945007 w 1453388"/>
                  <a:gd name="connsiteY26" fmla="*/ 390712 h 1472498"/>
                  <a:gd name="connsiteX27" fmla="*/ 895604 w 1453388"/>
                  <a:gd name="connsiteY27" fmla="*/ 397570 h 1472498"/>
                  <a:gd name="connsiteX28" fmla="*/ 895350 w 1453388"/>
                  <a:gd name="connsiteY28" fmla="*/ 515171 h 1472498"/>
                  <a:gd name="connsiteX29" fmla="*/ 1144651 w 1453388"/>
                  <a:gd name="connsiteY29" fmla="*/ 586800 h 1472498"/>
                  <a:gd name="connsiteX30" fmla="*/ 1251204 w 1453388"/>
                  <a:gd name="connsiteY30" fmla="*/ 704528 h 1472498"/>
                  <a:gd name="connsiteX31" fmla="*/ 1340993 w 1453388"/>
                  <a:gd name="connsiteY31" fmla="*/ 779713 h 1472498"/>
                  <a:gd name="connsiteX32" fmla="*/ 1256030 w 1453388"/>
                  <a:gd name="connsiteY32" fmla="*/ 1014155 h 1472498"/>
                  <a:gd name="connsiteX33" fmla="*/ 1237361 w 1453388"/>
                  <a:gd name="connsiteY33" fmla="*/ 1043111 h 1472498"/>
                  <a:gd name="connsiteX34" fmla="*/ 1122934 w 1453388"/>
                  <a:gd name="connsiteY34" fmla="*/ 1135439 h 1472498"/>
                  <a:gd name="connsiteX35" fmla="*/ 1246632 w 1453388"/>
                  <a:gd name="connsiteY35" fmla="*/ 1210624 h 1472498"/>
                  <a:gd name="connsiteX36" fmla="*/ 1310640 w 1453388"/>
                  <a:gd name="connsiteY36" fmla="*/ 1137345 h 1472498"/>
                  <a:gd name="connsiteX37" fmla="*/ 1410843 w 1453388"/>
                  <a:gd name="connsiteY37" fmla="*/ 1154108 h 1472498"/>
                  <a:gd name="connsiteX38" fmla="*/ 1453388 w 1453388"/>
                  <a:gd name="connsiteY38" fmla="*/ 1224720 h 1472498"/>
                  <a:gd name="connsiteX39" fmla="*/ 1383665 w 1453388"/>
                  <a:gd name="connsiteY39" fmla="*/ 1462338 h 1472498"/>
                  <a:gd name="connsiteX40" fmla="*/ 1360424 w 1453388"/>
                  <a:gd name="connsiteY40" fmla="*/ 1465005 h 1472498"/>
                  <a:gd name="connsiteX41" fmla="*/ 1413637 w 1453388"/>
                  <a:gd name="connsiteY41" fmla="*/ 1314509 h 1472498"/>
                  <a:gd name="connsiteX42" fmla="*/ 1331468 w 1453388"/>
                  <a:gd name="connsiteY42" fmla="*/ 1334068 h 1472498"/>
                  <a:gd name="connsiteX43" fmla="*/ 1247394 w 1453388"/>
                  <a:gd name="connsiteY43" fmla="*/ 1274251 h 1472498"/>
                  <a:gd name="connsiteX44" fmla="*/ 1194054 w 1453388"/>
                  <a:gd name="connsiteY44" fmla="*/ 1459036 h 1472498"/>
                  <a:gd name="connsiteX45" fmla="*/ 1192022 w 1453388"/>
                  <a:gd name="connsiteY45" fmla="*/ 1472498 h 1472498"/>
                  <a:gd name="connsiteX46" fmla="*/ 1176909 w 1453388"/>
                  <a:gd name="connsiteY46" fmla="*/ 1457257 h 1472498"/>
                  <a:gd name="connsiteX47" fmla="*/ 1165606 w 1453388"/>
                  <a:gd name="connsiteY47" fmla="*/ 1370136 h 1472498"/>
                  <a:gd name="connsiteX48" fmla="*/ 1128776 w 1453388"/>
                  <a:gd name="connsiteY48" fmla="*/ 1185986 h 1472498"/>
                  <a:gd name="connsiteX49" fmla="*/ 1121791 w 1453388"/>
                  <a:gd name="connsiteY49" fmla="*/ 1162618 h 1472498"/>
                  <a:gd name="connsiteX50" fmla="*/ 950214 w 1453388"/>
                  <a:gd name="connsiteY50" fmla="*/ 1166427 h 1472498"/>
                  <a:gd name="connsiteX51" fmla="*/ 685927 w 1453388"/>
                  <a:gd name="connsiteY51" fmla="*/ 1159062 h 1472498"/>
                  <a:gd name="connsiteX52" fmla="*/ 645795 w 1453388"/>
                  <a:gd name="connsiteY52" fmla="*/ 1182302 h 1472498"/>
                  <a:gd name="connsiteX53" fmla="*/ 599694 w 1453388"/>
                  <a:gd name="connsiteY53" fmla="*/ 1461830 h 1472498"/>
                  <a:gd name="connsiteX54" fmla="*/ 574929 w 1453388"/>
                  <a:gd name="connsiteY54" fmla="*/ 1466020 h 1472498"/>
                  <a:gd name="connsiteX55" fmla="*/ 614299 w 1453388"/>
                  <a:gd name="connsiteY55" fmla="*/ 1184207 h 1472498"/>
                  <a:gd name="connsiteX56" fmla="*/ 481711 w 1453388"/>
                  <a:gd name="connsiteY56" fmla="*/ 1325051 h 1472498"/>
                  <a:gd name="connsiteX57" fmla="*/ 439166 w 1453388"/>
                  <a:gd name="connsiteY57" fmla="*/ 1458527 h 1472498"/>
                  <a:gd name="connsiteX58" fmla="*/ 413258 w 1453388"/>
                  <a:gd name="connsiteY58" fmla="*/ 1468814 h 1472498"/>
                  <a:gd name="connsiteX59" fmla="*/ 520319 w 1453388"/>
                  <a:gd name="connsiteY59" fmla="*/ 1228657 h 1472498"/>
                  <a:gd name="connsiteX60" fmla="*/ 650621 w 1453388"/>
                  <a:gd name="connsiteY60" fmla="*/ 1136963 h 1472498"/>
                  <a:gd name="connsiteX61" fmla="*/ 524637 w 1453388"/>
                  <a:gd name="connsiteY61" fmla="*/ 1011361 h 1472498"/>
                  <a:gd name="connsiteX62" fmla="*/ 446024 w 1453388"/>
                  <a:gd name="connsiteY62" fmla="*/ 970720 h 1472498"/>
                  <a:gd name="connsiteX63" fmla="*/ 414147 w 1453388"/>
                  <a:gd name="connsiteY63" fmla="*/ 824925 h 1472498"/>
                  <a:gd name="connsiteX64" fmla="*/ 513842 w 1453388"/>
                  <a:gd name="connsiteY64" fmla="*/ 724849 h 1472498"/>
                  <a:gd name="connsiteX65" fmla="*/ 691896 w 1453388"/>
                  <a:gd name="connsiteY65" fmla="*/ 550477 h 1472498"/>
                  <a:gd name="connsiteX66" fmla="*/ 869061 w 1453388"/>
                  <a:gd name="connsiteY66" fmla="*/ 514409 h 1472498"/>
                  <a:gd name="connsiteX67" fmla="*/ 869061 w 1453388"/>
                  <a:gd name="connsiteY67" fmla="*/ 398458 h 1472498"/>
                  <a:gd name="connsiteX68" fmla="*/ 722757 w 1453388"/>
                  <a:gd name="connsiteY68" fmla="*/ 301684 h 1472498"/>
                  <a:gd name="connsiteX69" fmla="*/ 610616 w 1453388"/>
                  <a:gd name="connsiteY69" fmla="*/ 358453 h 1472498"/>
                  <a:gd name="connsiteX70" fmla="*/ 598932 w 1453388"/>
                  <a:gd name="connsiteY70" fmla="*/ 438082 h 1472498"/>
                  <a:gd name="connsiteX71" fmla="*/ 511556 w 1453388"/>
                  <a:gd name="connsiteY71" fmla="*/ 439860 h 1472498"/>
                  <a:gd name="connsiteX72" fmla="*/ 475615 w 1453388"/>
                  <a:gd name="connsiteY72" fmla="*/ 374328 h 1472498"/>
                  <a:gd name="connsiteX73" fmla="*/ 395224 w 1453388"/>
                  <a:gd name="connsiteY73" fmla="*/ 348801 h 1472498"/>
                  <a:gd name="connsiteX74" fmla="*/ 326771 w 1453388"/>
                  <a:gd name="connsiteY74" fmla="*/ 533713 h 1472498"/>
                  <a:gd name="connsiteX75" fmla="*/ 356489 w 1453388"/>
                  <a:gd name="connsiteY75" fmla="*/ 561400 h 1472498"/>
                  <a:gd name="connsiteX76" fmla="*/ 290703 w 1453388"/>
                  <a:gd name="connsiteY76" fmla="*/ 659189 h 1472498"/>
                  <a:gd name="connsiteX77" fmla="*/ 241808 w 1453388"/>
                  <a:gd name="connsiteY77" fmla="*/ 552890 h 1472498"/>
                  <a:gd name="connsiteX78" fmla="*/ 300228 w 1453388"/>
                  <a:gd name="connsiteY78" fmla="*/ 527871 h 1472498"/>
                  <a:gd name="connsiteX79" fmla="*/ 349250 w 1453388"/>
                  <a:gd name="connsiteY79" fmla="*/ 400871 h 1472498"/>
                  <a:gd name="connsiteX80" fmla="*/ 372999 w 1453388"/>
                  <a:gd name="connsiteY80" fmla="*/ 338895 h 1472498"/>
                  <a:gd name="connsiteX81" fmla="*/ 180721 w 1453388"/>
                  <a:gd name="connsiteY81" fmla="*/ 261933 h 1472498"/>
                  <a:gd name="connsiteX82" fmla="*/ 131445 w 1453388"/>
                  <a:gd name="connsiteY82" fmla="*/ 300288 h 1472498"/>
                  <a:gd name="connsiteX83" fmla="*/ 34798 w 1453388"/>
                  <a:gd name="connsiteY83" fmla="*/ 262441 h 1472498"/>
                  <a:gd name="connsiteX84" fmla="*/ 62103 w 1453388"/>
                  <a:gd name="connsiteY84" fmla="*/ 148014 h 1472498"/>
                  <a:gd name="connsiteX85" fmla="*/ 130175 w 1453388"/>
                  <a:gd name="connsiteY85" fmla="*/ 143696 h 1472498"/>
                  <a:gd name="connsiteX86" fmla="*/ 124587 w 1453388"/>
                  <a:gd name="connsiteY86" fmla="*/ 109660 h 1472498"/>
                  <a:gd name="connsiteX87" fmla="*/ 0 w 1453388"/>
                  <a:gd name="connsiteY87" fmla="*/ 45399 h 1472498"/>
                  <a:gd name="connsiteX88" fmla="*/ 32893 w 1453388"/>
                  <a:gd name="connsiteY88" fmla="*/ 36127 h 1472498"/>
                  <a:gd name="connsiteX89" fmla="*/ 65278 w 1453388"/>
                  <a:gd name="connsiteY89" fmla="*/ 60765 h 1472498"/>
                  <a:gd name="connsiteX90" fmla="*/ 280543 w 1453388"/>
                  <a:gd name="connsiteY90" fmla="*/ 123757 h 1472498"/>
                  <a:gd name="connsiteX91" fmla="*/ 32893 w 1453388"/>
                  <a:gd name="connsiteY91" fmla="*/ 36127 h 1472498"/>
                  <a:gd name="connsiteX92" fmla="*/ 839978 w 1453388"/>
                  <a:gd name="connsiteY92" fmla="*/ 33334 h 1472498"/>
                  <a:gd name="connsiteX93" fmla="*/ 729488 w 1453388"/>
                  <a:gd name="connsiteY93" fmla="*/ 140649 h 1472498"/>
                  <a:gd name="connsiteX94" fmla="*/ 886968 w 1453388"/>
                  <a:gd name="connsiteY94" fmla="*/ 369883 h 1472498"/>
                  <a:gd name="connsiteX95" fmla="*/ 1055370 w 1453388"/>
                  <a:gd name="connsiteY95" fmla="*/ 257362 h 1472498"/>
                  <a:gd name="connsiteX96" fmla="*/ 993902 w 1453388"/>
                  <a:gd name="connsiteY96" fmla="*/ 60765 h 1472498"/>
                  <a:gd name="connsiteX97" fmla="*/ 839978 w 1453388"/>
                  <a:gd name="connsiteY97" fmla="*/ 33334 h 1472498"/>
                  <a:gd name="connsiteX98" fmla="*/ 1186180 w 1453388"/>
                  <a:gd name="connsiteY98" fmla="*/ 144205 h 1472498"/>
                  <a:gd name="connsiteX99" fmla="*/ 1402334 w 1453388"/>
                  <a:gd name="connsiteY99" fmla="*/ 271205 h 1472498"/>
                  <a:gd name="connsiteX100" fmla="*/ 1186180 w 1453388"/>
                  <a:gd name="connsiteY100" fmla="*/ 144205 h 1472498"/>
                  <a:gd name="connsiteX101" fmla="*/ 77851 w 1453388"/>
                  <a:gd name="connsiteY101" fmla="*/ 172526 h 1472498"/>
                  <a:gd name="connsiteX102" fmla="*/ 54356 w 1453388"/>
                  <a:gd name="connsiteY102" fmla="*/ 238565 h 1472498"/>
                  <a:gd name="connsiteX103" fmla="*/ 125984 w 1453388"/>
                  <a:gd name="connsiteY103" fmla="*/ 274126 h 1472498"/>
                  <a:gd name="connsiteX104" fmla="*/ 170180 w 1453388"/>
                  <a:gd name="connsiteY104" fmla="*/ 225484 h 1472498"/>
                  <a:gd name="connsiteX105" fmla="*/ 77851 w 1453388"/>
                  <a:gd name="connsiteY105" fmla="*/ 172526 h 1472498"/>
                  <a:gd name="connsiteX106" fmla="*/ 1245489 w 1453388"/>
                  <a:gd name="connsiteY106" fmla="*/ 298890 h 1472498"/>
                  <a:gd name="connsiteX107" fmla="*/ 1229868 w 1453388"/>
                  <a:gd name="connsiteY107" fmla="*/ 369502 h 1472498"/>
                  <a:gd name="connsiteX108" fmla="*/ 1323594 w 1453388"/>
                  <a:gd name="connsiteY108" fmla="*/ 351722 h 1472498"/>
                  <a:gd name="connsiteX109" fmla="*/ 1245489 w 1453388"/>
                  <a:gd name="connsiteY109" fmla="*/ 298890 h 1472498"/>
                  <a:gd name="connsiteX110" fmla="*/ 517779 w 1453388"/>
                  <a:gd name="connsiteY110" fmla="*/ 356040 h 1472498"/>
                  <a:gd name="connsiteX111" fmla="*/ 557530 w 1453388"/>
                  <a:gd name="connsiteY111" fmla="*/ 422081 h 1472498"/>
                  <a:gd name="connsiteX112" fmla="*/ 581279 w 1453388"/>
                  <a:gd name="connsiteY112" fmla="*/ 355406 h 1472498"/>
                  <a:gd name="connsiteX113" fmla="*/ 517779 w 1453388"/>
                  <a:gd name="connsiteY113" fmla="*/ 356040 h 1472498"/>
                  <a:gd name="connsiteX114" fmla="*/ 787400 w 1453388"/>
                  <a:gd name="connsiteY114" fmla="*/ 550224 h 1472498"/>
                  <a:gd name="connsiteX115" fmla="*/ 551561 w 1453388"/>
                  <a:gd name="connsiteY115" fmla="*/ 708084 h 1472498"/>
                  <a:gd name="connsiteX116" fmla="*/ 521081 w 1453388"/>
                  <a:gd name="connsiteY116" fmla="*/ 910269 h 1472498"/>
                  <a:gd name="connsiteX117" fmla="*/ 656336 w 1453388"/>
                  <a:gd name="connsiteY117" fmla="*/ 1108643 h 1472498"/>
                  <a:gd name="connsiteX118" fmla="*/ 885698 w 1453388"/>
                  <a:gd name="connsiteY118" fmla="*/ 1143059 h 1472498"/>
                  <a:gd name="connsiteX119" fmla="*/ 1167257 w 1453388"/>
                  <a:gd name="connsiteY119" fmla="*/ 1081464 h 1472498"/>
                  <a:gd name="connsiteX120" fmla="*/ 1254379 w 1453388"/>
                  <a:gd name="connsiteY120" fmla="*/ 789745 h 1472498"/>
                  <a:gd name="connsiteX121" fmla="*/ 1073404 w 1453388"/>
                  <a:gd name="connsiteY121" fmla="*/ 576766 h 1472498"/>
                  <a:gd name="connsiteX122" fmla="*/ 787400 w 1453388"/>
                  <a:gd name="connsiteY122" fmla="*/ 550224 h 1472498"/>
                  <a:gd name="connsiteX123" fmla="*/ 266700 w 1453388"/>
                  <a:gd name="connsiteY123" fmla="*/ 566480 h 1472498"/>
                  <a:gd name="connsiteX124" fmla="*/ 314071 w 1453388"/>
                  <a:gd name="connsiteY124" fmla="*/ 625407 h 1472498"/>
                  <a:gd name="connsiteX125" fmla="*/ 266700 w 1453388"/>
                  <a:gd name="connsiteY125" fmla="*/ 566480 h 1472498"/>
                  <a:gd name="connsiteX126" fmla="*/ 508508 w 1453388"/>
                  <a:gd name="connsiteY126" fmla="*/ 984309 h 1472498"/>
                  <a:gd name="connsiteX127" fmla="*/ 500888 w 1453388"/>
                  <a:gd name="connsiteY127" fmla="*/ 753677 h 1472498"/>
                  <a:gd name="connsiteX128" fmla="*/ 508508 w 1453388"/>
                  <a:gd name="connsiteY128" fmla="*/ 984309 h 1472498"/>
                  <a:gd name="connsiteX129" fmla="*/ 1274572 w 1453388"/>
                  <a:gd name="connsiteY129" fmla="*/ 752662 h 1472498"/>
                  <a:gd name="connsiteX130" fmla="*/ 1273048 w 1453388"/>
                  <a:gd name="connsiteY130" fmla="*/ 989008 h 1472498"/>
                  <a:gd name="connsiteX131" fmla="*/ 1274572 w 1453388"/>
                  <a:gd name="connsiteY131" fmla="*/ 752662 h 1472498"/>
                  <a:gd name="connsiteX132" fmla="*/ 1310640 w 1453388"/>
                  <a:gd name="connsiteY132" fmla="*/ 1163761 h 1472498"/>
                  <a:gd name="connsiteX133" fmla="*/ 1312418 w 1453388"/>
                  <a:gd name="connsiteY133" fmla="*/ 1303461 h 1472498"/>
                  <a:gd name="connsiteX134" fmla="*/ 1425702 w 1453388"/>
                  <a:gd name="connsiteY134" fmla="*/ 1234119 h 1472498"/>
                  <a:gd name="connsiteX135" fmla="*/ 1310640 w 1453388"/>
                  <a:gd name="connsiteY135" fmla="*/ 1163761 h 1472498"/>
                  <a:gd name="connsiteX136" fmla="*/ 1154557 w 1453388"/>
                  <a:gd name="connsiteY136" fmla="*/ 1181540 h 1472498"/>
                  <a:gd name="connsiteX137" fmla="*/ 1189609 w 1453388"/>
                  <a:gd name="connsiteY137" fmla="*/ 1338005 h 1472498"/>
                  <a:gd name="connsiteX138" fmla="*/ 1241806 w 1453388"/>
                  <a:gd name="connsiteY138" fmla="*/ 1235643 h 1472498"/>
                  <a:gd name="connsiteX139" fmla="*/ 1154557 w 1453388"/>
                  <a:gd name="connsiteY139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166114 w 1453388"/>
                  <a:gd name="connsiteY15" fmla="*/ 154364 h 1472498"/>
                  <a:gd name="connsiteX16" fmla="*/ 1306703 w 1453388"/>
                  <a:gd name="connsiteY16" fmla="*/ 149920 h 1472498"/>
                  <a:gd name="connsiteX17" fmla="*/ 1414653 w 1453388"/>
                  <a:gd name="connsiteY17" fmla="*/ 279206 h 1472498"/>
                  <a:gd name="connsiteX18" fmla="*/ 1394587 w 1453388"/>
                  <a:gd name="connsiteY18" fmla="*/ 290255 h 1472498"/>
                  <a:gd name="connsiteX19" fmla="*/ 1349121 w 1453388"/>
                  <a:gd name="connsiteY19" fmla="*/ 319338 h 1472498"/>
                  <a:gd name="connsiteX20" fmla="*/ 1338961 w 1453388"/>
                  <a:gd name="connsiteY20" fmla="*/ 386520 h 1472498"/>
                  <a:gd name="connsiteX21" fmla="*/ 1206754 w 1453388"/>
                  <a:gd name="connsiteY21" fmla="*/ 380044 h 1472498"/>
                  <a:gd name="connsiteX22" fmla="*/ 1190244 w 1453388"/>
                  <a:gd name="connsiteY22" fmla="*/ 344357 h 1472498"/>
                  <a:gd name="connsiteX23" fmla="*/ 1201801 w 1453388"/>
                  <a:gd name="connsiteY23" fmla="*/ 303844 h 1472498"/>
                  <a:gd name="connsiteX24" fmla="*/ 1082294 w 1453388"/>
                  <a:gd name="connsiteY24" fmla="*/ 261426 h 1472498"/>
                  <a:gd name="connsiteX25" fmla="*/ 945007 w 1453388"/>
                  <a:gd name="connsiteY25" fmla="*/ 390712 h 1472498"/>
                  <a:gd name="connsiteX26" fmla="*/ 895604 w 1453388"/>
                  <a:gd name="connsiteY26" fmla="*/ 397570 h 1472498"/>
                  <a:gd name="connsiteX27" fmla="*/ 895350 w 1453388"/>
                  <a:gd name="connsiteY27" fmla="*/ 515171 h 1472498"/>
                  <a:gd name="connsiteX28" fmla="*/ 1144651 w 1453388"/>
                  <a:gd name="connsiteY28" fmla="*/ 586800 h 1472498"/>
                  <a:gd name="connsiteX29" fmla="*/ 1251204 w 1453388"/>
                  <a:gd name="connsiteY29" fmla="*/ 704528 h 1472498"/>
                  <a:gd name="connsiteX30" fmla="*/ 1340993 w 1453388"/>
                  <a:gd name="connsiteY30" fmla="*/ 779713 h 1472498"/>
                  <a:gd name="connsiteX31" fmla="*/ 1256030 w 1453388"/>
                  <a:gd name="connsiteY31" fmla="*/ 1014155 h 1472498"/>
                  <a:gd name="connsiteX32" fmla="*/ 1237361 w 1453388"/>
                  <a:gd name="connsiteY32" fmla="*/ 1043111 h 1472498"/>
                  <a:gd name="connsiteX33" fmla="*/ 1122934 w 1453388"/>
                  <a:gd name="connsiteY33" fmla="*/ 1135439 h 1472498"/>
                  <a:gd name="connsiteX34" fmla="*/ 1246632 w 1453388"/>
                  <a:gd name="connsiteY34" fmla="*/ 1210624 h 1472498"/>
                  <a:gd name="connsiteX35" fmla="*/ 1310640 w 1453388"/>
                  <a:gd name="connsiteY35" fmla="*/ 1137345 h 1472498"/>
                  <a:gd name="connsiteX36" fmla="*/ 1410843 w 1453388"/>
                  <a:gd name="connsiteY36" fmla="*/ 1154108 h 1472498"/>
                  <a:gd name="connsiteX37" fmla="*/ 1453388 w 1453388"/>
                  <a:gd name="connsiteY37" fmla="*/ 1224720 h 1472498"/>
                  <a:gd name="connsiteX38" fmla="*/ 1383665 w 1453388"/>
                  <a:gd name="connsiteY38" fmla="*/ 1462338 h 1472498"/>
                  <a:gd name="connsiteX39" fmla="*/ 1360424 w 1453388"/>
                  <a:gd name="connsiteY39" fmla="*/ 1465005 h 1472498"/>
                  <a:gd name="connsiteX40" fmla="*/ 1413637 w 1453388"/>
                  <a:gd name="connsiteY40" fmla="*/ 1314509 h 1472498"/>
                  <a:gd name="connsiteX41" fmla="*/ 1331468 w 1453388"/>
                  <a:gd name="connsiteY41" fmla="*/ 1334068 h 1472498"/>
                  <a:gd name="connsiteX42" fmla="*/ 1247394 w 1453388"/>
                  <a:gd name="connsiteY42" fmla="*/ 1274251 h 1472498"/>
                  <a:gd name="connsiteX43" fmla="*/ 1194054 w 1453388"/>
                  <a:gd name="connsiteY43" fmla="*/ 1459036 h 1472498"/>
                  <a:gd name="connsiteX44" fmla="*/ 1192022 w 1453388"/>
                  <a:gd name="connsiteY44" fmla="*/ 1472498 h 1472498"/>
                  <a:gd name="connsiteX45" fmla="*/ 1176909 w 1453388"/>
                  <a:gd name="connsiteY45" fmla="*/ 1457257 h 1472498"/>
                  <a:gd name="connsiteX46" fmla="*/ 1165606 w 1453388"/>
                  <a:gd name="connsiteY46" fmla="*/ 1370136 h 1472498"/>
                  <a:gd name="connsiteX47" fmla="*/ 1128776 w 1453388"/>
                  <a:gd name="connsiteY47" fmla="*/ 1185986 h 1472498"/>
                  <a:gd name="connsiteX48" fmla="*/ 1121791 w 1453388"/>
                  <a:gd name="connsiteY48" fmla="*/ 1162618 h 1472498"/>
                  <a:gd name="connsiteX49" fmla="*/ 950214 w 1453388"/>
                  <a:gd name="connsiteY49" fmla="*/ 1166427 h 1472498"/>
                  <a:gd name="connsiteX50" fmla="*/ 685927 w 1453388"/>
                  <a:gd name="connsiteY50" fmla="*/ 1159062 h 1472498"/>
                  <a:gd name="connsiteX51" fmla="*/ 645795 w 1453388"/>
                  <a:gd name="connsiteY51" fmla="*/ 1182302 h 1472498"/>
                  <a:gd name="connsiteX52" fmla="*/ 599694 w 1453388"/>
                  <a:gd name="connsiteY52" fmla="*/ 1461830 h 1472498"/>
                  <a:gd name="connsiteX53" fmla="*/ 574929 w 1453388"/>
                  <a:gd name="connsiteY53" fmla="*/ 1466020 h 1472498"/>
                  <a:gd name="connsiteX54" fmla="*/ 614299 w 1453388"/>
                  <a:gd name="connsiteY54" fmla="*/ 1184207 h 1472498"/>
                  <a:gd name="connsiteX55" fmla="*/ 481711 w 1453388"/>
                  <a:gd name="connsiteY55" fmla="*/ 1325051 h 1472498"/>
                  <a:gd name="connsiteX56" fmla="*/ 439166 w 1453388"/>
                  <a:gd name="connsiteY56" fmla="*/ 1458527 h 1472498"/>
                  <a:gd name="connsiteX57" fmla="*/ 413258 w 1453388"/>
                  <a:gd name="connsiteY57" fmla="*/ 1468814 h 1472498"/>
                  <a:gd name="connsiteX58" fmla="*/ 520319 w 1453388"/>
                  <a:gd name="connsiteY58" fmla="*/ 1228657 h 1472498"/>
                  <a:gd name="connsiteX59" fmla="*/ 650621 w 1453388"/>
                  <a:gd name="connsiteY59" fmla="*/ 1136963 h 1472498"/>
                  <a:gd name="connsiteX60" fmla="*/ 524637 w 1453388"/>
                  <a:gd name="connsiteY60" fmla="*/ 1011361 h 1472498"/>
                  <a:gd name="connsiteX61" fmla="*/ 446024 w 1453388"/>
                  <a:gd name="connsiteY61" fmla="*/ 970720 h 1472498"/>
                  <a:gd name="connsiteX62" fmla="*/ 414147 w 1453388"/>
                  <a:gd name="connsiteY62" fmla="*/ 824925 h 1472498"/>
                  <a:gd name="connsiteX63" fmla="*/ 513842 w 1453388"/>
                  <a:gd name="connsiteY63" fmla="*/ 724849 h 1472498"/>
                  <a:gd name="connsiteX64" fmla="*/ 691896 w 1453388"/>
                  <a:gd name="connsiteY64" fmla="*/ 550477 h 1472498"/>
                  <a:gd name="connsiteX65" fmla="*/ 869061 w 1453388"/>
                  <a:gd name="connsiteY65" fmla="*/ 514409 h 1472498"/>
                  <a:gd name="connsiteX66" fmla="*/ 869061 w 1453388"/>
                  <a:gd name="connsiteY66" fmla="*/ 398458 h 1472498"/>
                  <a:gd name="connsiteX67" fmla="*/ 722757 w 1453388"/>
                  <a:gd name="connsiteY67" fmla="*/ 301684 h 1472498"/>
                  <a:gd name="connsiteX68" fmla="*/ 610616 w 1453388"/>
                  <a:gd name="connsiteY68" fmla="*/ 358453 h 1472498"/>
                  <a:gd name="connsiteX69" fmla="*/ 598932 w 1453388"/>
                  <a:gd name="connsiteY69" fmla="*/ 438082 h 1472498"/>
                  <a:gd name="connsiteX70" fmla="*/ 511556 w 1453388"/>
                  <a:gd name="connsiteY70" fmla="*/ 439860 h 1472498"/>
                  <a:gd name="connsiteX71" fmla="*/ 475615 w 1453388"/>
                  <a:gd name="connsiteY71" fmla="*/ 374328 h 1472498"/>
                  <a:gd name="connsiteX72" fmla="*/ 395224 w 1453388"/>
                  <a:gd name="connsiteY72" fmla="*/ 348801 h 1472498"/>
                  <a:gd name="connsiteX73" fmla="*/ 326771 w 1453388"/>
                  <a:gd name="connsiteY73" fmla="*/ 533713 h 1472498"/>
                  <a:gd name="connsiteX74" fmla="*/ 356489 w 1453388"/>
                  <a:gd name="connsiteY74" fmla="*/ 561400 h 1472498"/>
                  <a:gd name="connsiteX75" fmla="*/ 290703 w 1453388"/>
                  <a:gd name="connsiteY75" fmla="*/ 659189 h 1472498"/>
                  <a:gd name="connsiteX76" fmla="*/ 241808 w 1453388"/>
                  <a:gd name="connsiteY76" fmla="*/ 552890 h 1472498"/>
                  <a:gd name="connsiteX77" fmla="*/ 300228 w 1453388"/>
                  <a:gd name="connsiteY77" fmla="*/ 527871 h 1472498"/>
                  <a:gd name="connsiteX78" fmla="*/ 349250 w 1453388"/>
                  <a:gd name="connsiteY78" fmla="*/ 400871 h 1472498"/>
                  <a:gd name="connsiteX79" fmla="*/ 372999 w 1453388"/>
                  <a:gd name="connsiteY79" fmla="*/ 338895 h 1472498"/>
                  <a:gd name="connsiteX80" fmla="*/ 180721 w 1453388"/>
                  <a:gd name="connsiteY80" fmla="*/ 261933 h 1472498"/>
                  <a:gd name="connsiteX81" fmla="*/ 131445 w 1453388"/>
                  <a:gd name="connsiteY81" fmla="*/ 300288 h 1472498"/>
                  <a:gd name="connsiteX82" fmla="*/ 34798 w 1453388"/>
                  <a:gd name="connsiteY82" fmla="*/ 262441 h 1472498"/>
                  <a:gd name="connsiteX83" fmla="*/ 62103 w 1453388"/>
                  <a:gd name="connsiteY83" fmla="*/ 148014 h 1472498"/>
                  <a:gd name="connsiteX84" fmla="*/ 130175 w 1453388"/>
                  <a:gd name="connsiteY84" fmla="*/ 143696 h 1472498"/>
                  <a:gd name="connsiteX85" fmla="*/ 124587 w 1453388"/>
                  <a:gd name="connsiteY85" fmla="*/ 109660 h 1472498"/>
                  <a:gd name="connsiteX86" fmla="*/ 0 w 1453388"/>
                  <a:gd name="connsiteY86" fmla="*/ 45399 h 1472498"/>
                  <a:gd name="connsiteX87" fmla="*/ 32893 w 1453388"/>
                  <a:gd name="connsiteY87" fmla="*/ 36127 h 1472498"/>
                  <a:gd name="connsiteX88" fmla="*/ 65278 w 1453388"/>
                  <a:gd name="connsiteY88" fmla="*/ 60765 h 1472498"/>
                  <a:gd name="connsiteX89" fmla="*/ 280543 w 1453388"/>
                  <a:gd name="connsiteY89" fmla="*/ 123757 h 1472498"/>
                  <a:gd name="connsiteX90" fmla="*/ 32893 w 1453388"/>
                  <a:gd name="connsiteY90" fmla="*/ 36127 h 1472498"/>
                  <a:gd name="connsiteX91" fmla="*/ 839978 w 1453388"/>
                  <a:gd name="connsiteY91" fmla="*/ 33334 h 1472498"/>
                  <a:gd name="connsiteX92" fmla="*/ 729488 w 1453388"/>
                  <a:gd name="connsiteY92" fmla="*/ 140649 h 1472498"/>
                  <a:gd name="connsiteX93" fmla="*/ 886968 w 1453388"/>
                  <a:gd name="connsiteY93" fmla="*/ 369883 h 1472498"/>
                  <a:gd name="connsiteX94" fmla="*/ 1055370 w 1453388"/>
                  <a:gd name="connsiteY94" fmla="*/ 257362 h 1472498"/>
                  <a:gd name="connsiteX95" fmla="*/ 993902 w 1453388"/>
                  <a:gd name="connsiteY95" fmla="*/ 60765 h 1472498"/>
                  <a:gd name="connsiteX96" fmla="*/ 839978 w 1453388"/>
                  <a:gd name="connsiteY96" fmla="*/ 33334 h 1472498"/>
                  <a:gd name="connsiteX97" fmla="*/ 1186180 w 1453388"/>
                  <a:gd name="connsiteY97" fmla="*/ 144205 h 1472498"/>
                  <a:gd name="connsiteX98" fmla="*/ 1402334 w 1453388"/>
                  <a:gd name="connsiteY98" fmla="*/ 271205 h 1472498"/>
                  <a:gd name="connsiteX99" fmla="*/ 1186180 w 1453388"/>
                  <a:gd name="connsiteY99" fmla="*/ 144205 h 1472498"/>
                  <a:gd name="connsiteX100" fmla="*/ 77851 w 1453388"/>
                  <a:gd name="connsiteY100" fmla="*/ 172526 h 1472498"/>
                  <a:gd name="connsiteX101" fmla="*/ 54356 w 1453388"/>
                  <a:gd name="connsiteY101" fmla="*/ 238565 h 1472498"/>
                  <a:gd name="connsiteX102" fmla="*/ 125984 w 1453388"/>
                  <a:gd name="connsiteY102" fmla="*/ 274126 h 1472498"/>
                  <a:gd name="connsiteX103" fmla="*/ 170180 w 1453388"/>
                  <a:gd name="connsiteY103" fmla="*/ 225484 h 1472498"/>
                  <a:gd name="connsiteX104" fmla="*/ 77851 w 1453388"/>
                  <a:gd name="connsiteY104" fmla="*/ 172526 h 1472498"/>
                  <a:gd name="connsiteX105" fmla="*/ 1245489 w 1453388"/>
                  <a:gd name="connsiteY105" fmla="*/ 298890 h 1472498"/>
                  <a:gd name="connsiteX106" fmla="*/ 1229868 w 1453388"/>
                  <a:gd name="connsiteY106" fmla="*/ 369502 h 1472498"/>
                  <a:gd name="connsiteX107" fmla="*/ 1323594 w 1453388"/>
                  <a:gd name="connsiteY107" fmla="*/ 351722 h 1472498"/>
                  <a:gd name="connsiteX108" fmla="*/ 1245489 w 1453388"/>
                  <a:gd name="connsiteY108" fmla="*/ 298890 h 1472498"/>
                  <a:gd name="connsiteX109" fmla="*/ 517779 w 1453388"/>
                  <a:gd name="connsiteY109" fmla="*/ 356040 h 1472498"/>
                  <a:gd name="connsiteX110" fmla="*/ 557530 w 1453388"/>
                  <a:gd name="connsiteY110" fmla="*/ 422081 h 1472498"/>
                  <a:gd name="connsiteX111" fmla="*/ 581279 w 1453388"/>
                  <a:gd name="connsiteY111" fmla="*/ 355406 h 1472498"/>
                  <a:gd name="connsiteX112" fmla="*/ 517779 w 1453388"/>
                  <a:gd name="connsiteY112" fmla="*/ 356040 h 1472498"/>
                  <a:gd name="connsiteX113" fmla="*/ 787400 w 1453388"/>
                  <a:gd name="connsiteY113" fmla="*/ 550224 h 1472498"/>
                  <a:gd name="connsiteX114" fmla="*/ 551561 w 1453388"/>
                  <a:gd name="connsiteY114" fmla="*/ 708084 h 1472498"/>
                  <a:gd name="connsiteX115" fmla="*/ 521081 w 1453388"/>
                  <a:gd name="connsiteY115" fmla="*/ 910269 h 1472498"/>
                  <a:gd name="connsiteX116" fmla="*/ 656336 w 1453388"/>
                  <a:gd name="connsiteY116" fmla="*/ 1108643 h 1472498"/>
                  <a:gd name="connsiteX117" fmla="*/ 885698 w 1453388"/>
                  <a:gd name="connsiteY117" fmla="*/ 1143059 h 1472498"/>
                  <a:gd name="connsiteX118" fmla="*/ 1167257 w 1453388"/>
                  <a:gd name="connsiteY118" fmla="*/ 1081464 h 1472498"/>
                  <a:gd name="connsiteX119" fmla="*/ 1254379 w 1453388"/>
                  <a:gd name="connsiteY119" fmla="*/ 789745 h 1472498"/>
                  <a:gd name="connsiteX120" fmla="*/ 1073404 w 1453388"/>
                  <a:gd name="connsiteY120" fmla="*/ 576766 h 1472498"/>
                  <a:gd name="connsiteX121" fmla="*/ 787400 w 1453388"/>
                  <a:gd name="connsiteY121" fmla="*/ 550224 h 1472498"/>
                  <a:gd name="connsiteX122" fmla="*/ 266700 w 1453388"/>
                  <a:gd name="connsiteY122" fmla="*/ 566480 h 1472498"/>
                  <a:gd name="connsiteX123" fmla="*/ 314071 w 1453388"/>
                  <a:gd name="connsiteY123" fmla="*/ 625407 h 1472498"/>
                  <a:gd name="connsiteX124" fmla="*/ 266700 w 1453388"/>
                  <a:gd name="connsiteY124" fmla="*/ 566480 h 1472498"/>
                  <a:gd name="connsiteX125" fmla="*/ 508508 w 1453388"/>
                  <a:gd name="connsiteY125" fmla="*/ 984309 h 1472498"/>
                  <a:gd name="connsiteX126" fmla="*/ 500888 w 1453388"/>
                  <a:gd name="connsiteY126" fmla="*/ 753677 h 1472498"/>
                  <a:gd name="connsiteX127" fmla="*/ 508508 w 1453388"/>
                  <a:gd name="connsiteY127" fmla="*/ 984309 h 1472498"/>
                  <a:gd name="connsiteX128" fmla="*/ 1274572 w 1453388"/>
                  <a:gd name="connsiteY128" fmla="*/ 752662 h 1472498"/>
                  <a:gd name="connsiteX129" fmla="*/ 1273048 w 1453388"/>
                  <a:gd name="connsiteY129" fmla="*/ 989008 h 1472498"/>
                  <a:gd name="connsiteX130" fmla="*/ 1274572 w 1453388"/>
                  <a:gd name="connsiteY130" fmla="*/ 752662 h 1472498"/>
                  <a:gd name="connsiteX131" fmla="*/ 1310640 w 1453388"/>
                  <a:gd name="connsiteY131" fmla="*/ 1163761 h 1472498"/>
                  <a:gd name="connsiteX132" fmla="*/ 1312418 w 1453388"/>
                  <a:gd name="connsiteY132" fmla="*/ 1303461 h 1472498"/>
                  <a:gd name="connsiteX133" fmla="*/ 1425702 w 1453388"/>
                  <a:gd name="connsiteY133" fmla="*/ 1234119 h 1472498"/>
                  <a:gd name="connsiteX134" fmla="*/ 1310640 w 1453388"/>
                  <a:gd name="connsiteY134" fmla="*/ 1163761 h 1472498"/>
                  <a:gd name="connsiteX135" fmla="*/ 1154557 w 1453388"/>
                  <a:gd name="connsiteY135" fmla="*/ 1181540 h 1472498"/>
                  <a:gd name="connsiteX136" fmla="*/ 1189609 w 1453388"/>
                  <a:gd name="connsiteY136" fmla="*/ 1338005 h 1472498"/>
                  <a:gd name="connsiteX137" fmla="*/ 1241806 w 1453388"/>
                  <a:gd name="connsiteY137" fmla="*/ 1235643 h 1472498"/>
                  <a:gd name="connsiteX138" fmla="*/ 1154557 w 1453388"/>
                  <a:gd name="connsiteY138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166114 w 1453388"/>
                  <a:gd name="connsiteY15" fmla="*/ 154364 h 1472498"/>
                  <a:gd name="connsiteX16" fmla="*/ 1306703 w 1453388"/>
                  <a:gd name="connsiteY16" fmla="*/ 149920 h 1472498"/>
                  <a:gd name="connsiteX17" fmla="*/ 1414653 w 1453388"/>
                  <a:gd name="connsiteY17" fmla="*/ 279206 h 1472498"/>
                  <a:gd name="connsiteX18" fmla="*/ 1394587 w 1453388"/>
                  <a:gd name="connsiteY18" fmla="*/ 290255 h 1472498"/>
                  <a:gd name="connsiteX19" fmla="*/ 1349121 w 1453388"/>
                  <a:gd name="connsiteY19" fmla="*/ 319338 h 1472498"/>
                  <a:gd name="connsiteX20" fmla="*/ 1338961 w 1453388"/>
                  <a:gd name="connsiteY20" fmla="*/ 386520 h 1472498"/>
                  <a:gd name="connsiteX21" fmla="*/ 1206754 w 1453388"/>
                  <a:gd name="connsiteY21" fmla="*/ 380044 h 1472498"/>
                  <a:gd name="connsiteX22" fmla="*/ 1190244 w 1453388"/>
                  <a:gd name="connsiteY22" fmla="*/ 344357 h 1472498"/>
                  <a:gd name="connsiteX23" fmla="*/ 1201801 w 1453388"/>
                  <a:gd name="connsiteY23" fmla="*/ 303844 h 1472498"/>
                  <a:gd name="connsiteX24" fmla="*/ 1082294 w 1453388"/>
                  <a:gd name="connsiteY24" fmla="*/ 261426 h 1472498"/>
                  <a:gd name="connsiteX25" fmla="*/ 945007 w 1453388"/>
                  <a:gd name="connsiteY25" fmla="*/ 390712 h 1472498"/>
                  <a:gd name="connsiteX26" fmla="*/ 895604 w 1453388"/>
                  <a:gd name="connsiteY26" fmla="*/ 397570 h 1472498"/>
                  <a:gd name="connsiteX27" fmla="*/ 895350 w 1453388"/>
                  <a:gd name="connsiteY27" fmla="*/ 515171 h 1472498"/>
                  <a:gd name="connsiteX28" fmla="*/ 1144651 w 1453388"/>
                  <a:gd name="connsiteY28" fmla="*/ 586800 h 1472498"/>
                  <a:gd name="connsiteX29" fmla="*/ 1251204 w 1453388"/>
                  <a:gd name="connsiteY29" fmla="*/ 704528 h 1472498"/>
                  <a:gd name="connsiteX30" fmla="*/ 1340993 w 1453388"/>
                  <a:gd name="connsiteY30" fmla="*/ 779713 h 1472498"/>
                  <a:gd name="connsiteX31" fmla="*/ 1256030 w 1453388"/>
                  <a:gd name="connsiteY31" fmla="*/ 1014155 h 1472498"/>
                  <a:gd name="connsiteX32" fmla="*/ 1237361 w 1453388"/>
                  <a:gd name="connsiteY32" fmla="*/ 1043111 h 1472498"/>
                  <a:gd name="connsiteX33" fmla="*/ 1122934 w 1453388"/>
                  <a:gd name="connsiteY33" fmla="*/ 1135439 h 1472498"/>
                  <a:gd name="connsiteX34" fmla="*/ 1246632 w 1453388"/>
                  <a:gd name="connsiteY34" fmla="*/ 1210624 h 1472498"/>
                  <a:gd name="connsiteX35" fmla="*/ 1310640 w 1453388"/>
                  <a:gd name="connsiteY35" fmla="*/ 1137345 h 1472498"/>
                  <a:gd name="connsiteX36" fmla="*/ 1410843 w 1453388"/>
                  <a:gd name="connsiteY36" fmla="*/ 1154108 h 1472498"/>
                  <a:gd name="connsiteX37" fmla="*/ 1453388 w 1453388"/>
                  <a:gd name="connsiteY37" fmla="*/ 1224720 h 1472498"/>
                  <a:gd name="connsiteX38" fmla="*/ 1383665 w 1453388"/>
                  <a:gd name="connsiteY38" fmla="*/ 1462338 h 1472498"/>
                  <a:gd name="connsiteX39" fmla="*/ 1360424 w 1453388"/>
                  <a:gd name="connsiteY39" fmla="*/ 1465005 h 1472498"/>
                  <a:gd name="connsiteX40" fmla="*/ 1413637 w 1453388"/>
                  <a:gd name="connsiteY40" fmla="*/ 1314509 h 1472498"/>
                  <a:gd name="connsiteX41" fmla="*/ 1331468 w 1453388"/>
                  <a:gd name="connsiteY41" fmla="*/ 1334068 h 1472498"/>
                  <a:gd name="connsiteX42" fmla="*/ 1247394 w 1453388"/>
                  <a:gd name="connsiteY42" fmla="*/ 1274251 h 1472498"/>
                  <a:gd name="connsiteX43" fmla="*/ 1194054 w 1453388"/>
                  <a:gd name="connsiteY43" fmla="*/ 1459036 h 1472498"/>
                  <a:gd name="connsiteX44" fmla="*/ 1192022 w 1453388"/>
                  <a:gd name="connsiteY44" fmla="*/ 1472498 h 1472498"/>
                  <a:gd name="connsiteX45" fmla="*/ 1176909 w 1453388"/>
                  <a:gd name="connsiteY45" fmla="*/ 1457257 h 1472498"/>
                  <a:gd name="connsiteX46" fmla="*/ 1165606 w 1453388"/>
                  <a:gd name="connsiteY46" fmla="*/ 1370136 h 1472498"/>
                  <a:gd name="connsiteX47" fmla="*/ 1128776 w 1453388"/>
                  <a:gd name="connsiteY47" fmla="*/ 1185986 h 1472498"/>
                  <a:gd name="connsiteX48" fmla="*/ 1121791 w 1453388"/>
                  <a:gd name="connsiteY48" fmla="*/ 1162618 h 1472498"/>
                  <a:gd name="connsiteX49" fmla="*/ 950214 w 1453388"/>
                  <a:gd name="connsiteY49" fmla="*/ 1166427 h 1472498"/>
                  <a:gd name="connsiteX50" fmla="*/ 685927 w 1453388"/>
                  <a:gd name="connsiteY50" fmla="*/ 1159062 h 1472498"/>
                  <a:gd name="connsiteX51" fmla="*/ 645795 w 1453388"/>
                  <a:gd name="connsiteY51" fmla="*/ 1182302 h 1472498"/>
                  <a:gd name="connsiteX52" fmla="*/ 599694 w 1453388"/>
                  <a:gd name="connsiteY52" fmla="*/ 1461830 h 1472498"/>
                  <a:gd name="connsiteX53" fmla="*/ 574929 w 1453388"/>
                  <a:gd name="connsiteY53" fmla="*/ 1466020 h 1472498"/>
                  <a:gd name="connsiteX54" fmla="*/ 614299 w 1453388"/>
                  <a:gd name="connsiteY54" fmla="*/ 1184207 h 1472498"/>
                  <a:gd name="connsiteX55" fmla="*/ 481711 w 1453388"/>
                  <a:gd name="connsiteY55" fmla="*/ 1325051 h 1472498"/>
                  <a:gd name="connsiteX56" fmla="*/ 439166 w 1453388"/>
                  <a:gd name="connsiteY56" fmla="*/ 1458527 h 1472498"/>
                  <a:gd name="connsiteX57" fmla="*/ 413258 w 1453388"/>
                  <a:gd name="connsiteY57" fmla="*/ 1468814 h 1472498"/>
                  <a:gd name="connsiteX58" fmla="*/ 520319 w 1453388"/>
                  <a:gd name="connsiteY58" fmla="*/ 1228657 h 1472498"/>
                  <a:gd name="connsiteX59" fmla="*/ 650621 w 1453388"/>
                  <a:gd name="connsiteY59" fmla="*/ 1136963 h 1472498"/>
                  <a:gd name="connsiteX60" fmla="*/ 524637 w 1453388"/>
                  <a:gd name="connsiteY60" fmla="*/ 1011361 h 1472498"/>
                  <a:gd name="connsiteX61" fmla="*/ 446024 w 1453388"/>
                  <a:gd name="connsiteY61" fmla="*/ 970720 h 1472498"/>
                  <a:gd name="connsiteX62" fmla="*/ 414147 w 1453388"/>
                  <a:gd name="connsiteY62" fmla="*/ 824925 h 1472498"/>
                  <a:gd name="connsiteX63" fmla="*/ 513842 w 1453388"/>
                  <a:gd name="connsiteY63" fmla="*/ 724849 h 1472498"/>
                  <a:gd name="connsiteX64" fmla="*/ 691896 w 1453388"/>
                  <a:gd name="connsiteY64" fmla="*/ 550477 h 1472498"/>
                  <a:gd name="connsiteX65" fmla="*/ 869061 w 1453388"/>
                  <a:gd name="connsiteY65" fmla="*/ 514409 h 1472498"/>
                  <a:gd name="connsiteX66" fmla="*/ 869061 w 1453388"/>
                  <a:gd name="connsiteY66" fmla="*/ 398458 h 1472498"/>
                  <a:gd name="connsiteX67" fmla="*/ 722757 w 1453388"/>
                  <a:gd name="connsiteY67" fmla="*/ 301684 h 1472498"/>
                  <a:gd name="connsiteX68" fmla="*/ 610616 w 1453388"/>
                  <a:gd name="connsiteY68" fmla="*/ 358453 h 1472498"/>
                  <a:gd name="connsiteX69" fmla="*/ 598932 w 1453388"/>
                  <a:gd name="connsiteY69" fmla="*/ 438082 h 1472498"/>
                  <a:gd name="connsiteX70" fmla="*/ 511556 w 1453388"/>
                  <a:gd name="connsiteY70" fmla="*/ 439860 h 1472498"/>
                  <a:gd name="connsiteX71" fmla="*/ 475615 w 1453388"/>
                  <a:gd name="connsiteY71" fmla="*/ 374328 h 1472498"/>
                  <a:gd name="connsiteX72" fmla="*/ 395224 w 1453388"/>
                  <a:gd name="connsiteY72" fmla="*/ 348801 h 1472498"/>
                  <a:gd name="connsiteX73" fmla="*/ 326771 w 1453388"/>
                  <a:gd name="connsiteY73" fmla="*/ 533713 h 1472498"/>
                  <a:gd name="connsiteX74" fmla="*/ 356489 w 1453388"/>
                  <a:gd name="connsiteY74" fmla="*/ 561400 h 1472498"/>
                  <a:gd name="connsiteX75" fmla="*/ 290703 w 1453388"/>
                  <a:gd name="connsiteY75" fmla="*/ 659189 h 1472498"/>
                  <a:gd name="connsiteX76" fmla="*/ 241808 w 1453388"/>
                  <a:gd name="connsiteY76" fmla="*/ 552890 h 1472498"/>
                  <a:gd name="connsiteX77" fmla="*/ 300228 w 1453388"/>
                  <a:gd name="connsiteY77" fmla="*/ 527871 h 1472498"/>
                  <a:gd name="connsiteX78" fmla="*/ 349250 w 1453388"/>
                  <a:gd name="connsiteY78" fmla="*/ 400871 h 1472498"/>
                  <a:gd name="connsiteX79" fmla="*/ 372999 w 1453388"/>
                  <a:gd name="connsiteY79" fmla="*/ 338895 h 1472498"/>
                  <a:gd name="connsiteX80" fmla="*/ 180721 w 1453388"/>
                  <a:gd name="connsiteY80" fmla="*/ 261933 h 1472498"/>
                  <a:gd name="connsiteX81" fmla="*/ 131445 w 1453388"/>
                  <a:gd name="connsiteY81" fmla="*/ 300288 h 1472498"/>
                  <a:gd name="connsiteX82" fmla="*/ 34798 w 1453388"/>
                  <a:gd name="connsiteY82" fmla="*/ 262441 h 1472498"/>
                  <a:gd name="connsiteX83" fmla="*/ 62103 w 1453388"/>
                  <a:gd name="connsiteY83" fmla="*/ 148014 h 1472498"/>
                  <a:gd name="connsiteX84" fmla="*/ 130175 w 1453388"/>
                  <a:gd name="connsiteY84" fmla="*/ 143696 h 1472498"/>
                  <a:gd name="connsiteX85" fmla="*/ 124587 w 1453388"/>
                  <a:gd name="connsiteY85" fmla="*/ 109660 h 1472498"/>
                  <a:gd name="connsiteX86" fmla="*/ 0 w 1453388"/>
                  <a:gd name="connsiteY86" fmla="*/ 45399 h 1472498"/>
                  <a:gd name="connsiteX87" fmla="*/ 32893 w 1453388"/>
                  <a:gd name="connsiteY87" fmla="*/ 36127 h 1472498"/>
                  <a:gd name="connsiteX88" fmla="*/ 65278 w 1453388"/>
                  <a:gd name="connsiteY88" fmla="*/ 60765 h 1472498"/>
                  <a:gd name="connsiteX89" fmla="*/ 280543 w 1453388"/>
                  <a:gd name="connsiteY89" fmla="*/ 123757 h 1472498"/>
                  <a:gd name="connsiteX90" fmla="*/ 32893 w 1453388"/>
                  <a:gd name="connsiteY90" fmla="*/ 36127 h 1472498"/>
                  <a:gd name="connsiteX91" fmla="*/ 839978 w 1453388"/>
                  <a:gd name="connsiteY91" fmla="*/ 33334 h 1472498"/>
                  <a:gd name="connsiteX92" fmla="*/ 729488 w 1453388"/>
                  <a:gd name="connsiteY92" fmla="*/ 140649 h 1472498"/>
                  <a:gd name="connsiteX93" fmla="*/ 886968 w 1453388"/>
                  <a:gd name="connsiteY93" fmla="*/ 369883 h 1472498"/>
                  <a:gd name="connsiteX94" fmla="*/ 1055370 w 1453388"/>
                  <a:gd name="connsiteY94" fmla="*/ 257362 h 1472498"/>
                  <a:gd name="connsiteX95" fmla="*/ 993902 w 1453388"/>
                  <a:gd name="connsiteY95" fmla="*/ 60765 h 1472498"/>
                  <a:gd name="connsiteX96" fmla="*/ 839978 w 1453388"/>
                  <a:gd name="connsiteY96" fmla="*/ 33334 h 1472498"/>
                  <a:gd name="connsiteX97" fmla="*/ 1186180 w 1453388"/>
                  <a:gd name="connsiteY97" fmla="*/ 144205 h 1472498"/>
                  <a:gd name="connsiteX98" fmla="*/ 1186180 w 1453388"/>
                  <a:gd name="connsiteY98" fmla="*/ 144205 h 1472498"/>
                  <a:gd name="connsiteX99" fmla="*/ 77851 w 1453388"/>
                  <a:gd name="connsiteY99" fmla="*/ 172526 h 1472498"/>
                  <a:gd name="connsiteX100" fmla="*/ 54356 w 1453388"/>
                  <a:gd name="connsiteY100" fmla="*/ 238565 h 1472498"/>
                  <a:gd name="connsiteX101" fmla="*/ 125984 w 1453388"/>
                  <a:gd name="connsiteY101" fmla="*/ 274126 h 1472498"/>
                  <a:gd name="connsiteX102" fmla="*/ 170180 w 1453388"/>
                  <a:gd name="connsiteY102" fmla="*/ 225484 h 1472498"/>
                  <a:gd name="connsiteX103" fmla="*/ 77851 w 1453388"/>
                  <a:gd name="connsiteY103" fmla="*/ 172526 h 1472498"/>
                  <a:gd name="connsiteX104" fmla="*/ 1245489 w 1453388"/>
                  <a:gd name="connsiteY104" fmla="*/ 298890 h 1472498"/>
                  <a:gd name="connsiteX105" fmla="*/ 1229868 w 1453388"/>
                  <a:gd name="connsiteY105" fmla="*/ 369502 h 1472498"/>
                  <a:gd name="connsiteX106" fmla="*/ 1323594 w 1453388"/>
                  <a:gd name="connsiteY106" fmla="*/ 351722 h 1472498"/>
                  <a:gd name="connsiteX107" fmla="*/ 1245489 w 1453388"/>
                  <a:gd name="connsiteY107" fmla="*/ 298890 h 1472498"/>
                  <a:gd name="connsiteX108" fmla="*/ 517779 w 1453388"/>
                  <a:gd name="connsiteY108" fmla="*/ 356040 h 1472498"/>
                  <a:gd name="connsiteX109" fmla="*/ 557530 w 1453388"/>
                  <a:gd name="connsiteY109" fmla="*/ 422081 h 1472498"/>
                  <a:gd name="connsiteX110" fmla="*/ 581279 w 1453388"/>
                  <a:gd name="connsiteY110" fmla="*/ 355406 h 1472498"/>
                  <a:gd name="connsiteX111" fmla="*/ 517779 w 1453388"/>
                  <a:gd name="connsiteY111" fmla="*/ 356040 h 1472498"/>
                  <a:gd name="connsiteX112" fmla="*/ 787400 w 1453388"/>
                  <a:gd name="connsiteY112" fmla="*/ 550224 h 1472498"/>
                  <a:gd name="connsiteX113" fmla="*/ 551561 w 1453388"/>
                  <a:gd name="connsiteY113" fmla="*/ 708084 h 1472498"/>
                  <a:gd name="connsiteX114" fmla="*/ 521081 w 1453388"/>
                  <a:gd name="connsiteY114" fmla="*/ 910269 h 1472498"/>
                  <a:gd name="connsiteX115" fmla="*/ 656336 w 1453388"/>
                  <a:gd name="connsiteY115" fmla="*/ 1108643 h 1472498"/>
                  <a:gd name="connsiteX116" fmla="*/ 885698 w 1453388"/>
                  <a:gd name="connsiteY116" fmla="*/ 1143059 h 1472498"/>
                  <a:gd name="connsiteX117" fmla="*/ 1167257 w 1453388"/>
                  <a:gd name="connsiteY117" fmla="*/ 1081464 h 1472498"/>
                  <a:gd name="connsiteX118" fmla="*/ 1254379 w 1453388"/>
                  <a:gd name="connsiteY118" fmla="*/ 789745 h 1472498"/>
                  <a:gd name="connsiteX119" fmla="*/ 1073404 w 1453388"/>
                  <a:gd name="connsiteY119" fmla="*/ 576766 h 1472498"/>
                  <a:gd name="connsiteX120" fmla="*/ 787400 w 1453388"/>
                  <a:gd name="connsiteY120" fmla="*/ 550224 h 1472498"/>
                  <a:gd name="connsiteX121" fmla="*/ 266700 w 1453388"/>
                  <a:gd name="connsiteY121" fmla="*/ 566480 h 1472498"/>
                  <a:gd name="connsiteX122" fmla="*/ 314071 w 1453388"/>
                  <a:gd name="connsiteY122" fmla="*/ 625407 h 1472498"/>
                  <a:gd name="connsiteX123" fmla="*/ 266700 w 1453388"/>
                  <a:gd name="connsiteY123" fmla="*/ 566480 h 1472498"/>
                  <a:gd name="connsiteX124" fmla="*/ 508508 w 1453388"/>
                  <a:gd name="connsiteY124" fmla="*/ 984309 h 1472498"/>
                  <a:gd name="connsiteX125" fmla="*/ 500888 w 1453388"/>
                  <a:gd name="connsiteY125" fmla="*/ 753677 h 1472498"/>
                  <a:gd name="connsiteX126" fmla="*/ 508508 w 1453388"/>
                  <a:gd name="connsiteY126" fmla="*/ 984309 h 1472498"/>
                  <a:gd name="connsiteX127" fmla="*/ 1274572 w 1453388"/>
                  <a:gd name="connsiteY127" fmla="*/ 752662 h 1472498"/>
                  <a:gd name="connsiteX128" fmla="*/ 1273048 w 1453388"/>
                  <a:gd name="connsiteY128" fmla="*/ 989008 h 1472498"/>
                  <a:gd name="connsiteX129" fmla="*/ 1274572 w 1453388"/>
                  <a:gd name="connsiteY129" fmla="*/ 752662 h 1472498"/>
                  <a:gd name="connsiteX130" fmla="*/ 1310640 w 1453388"/>
                  <a:gd name="connsiteY130" fmla="*/ 1163761 h 1472498"/>
                  <a:gd name="connsiteX131" fmla="*/ 1312418 w 1453388"/>
                  <a:gd name="connsiteY131" fmla="*/ 1303461 h 1472498"/>
                  <a:gd name="connsiteX132" fmla="*/ 1425702 w 1453388"/>
                  <a:gd name="connsiteY132" fmla="*/ 1234119 h 1472498"/>
                  <a:gd name="connsiteX133" fmla="*/ 1310640 w 1453388"/>
                  <a:gd name="connsiteY133" fmla="*/ 1163761 h 1472498"/>
                  <a:gd name="connsiteX134" fmla="*/ 1154557 w 1453388"/>
                  <a:gd name="connsiteY134" fmla="*/ 1181540 h 1472498"/>
                  <a:gd name="connsiteX135" fmla="*/ 1189609 w 1453388"/>
                  <a:gd name="connsiteY135" fmla="*/ 1338005 h 1472498"/>
                  <a:gd name="connsiteX136" fmla="*/ 1241806 w 1453388"/>
                  <a:gd name="connsiteY136" fmla="*/ 1235643 h 1472498"/>
                  <a:gd name="connsiteX137" fmla="*/ 1154557 w 1453388"/>
                  <a:gd name="connsiteY137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166114 w 1453388"/>
                  <a:gd name="connsiteY15" fmla="*/ 154364 h 1472498"/>
                  <a:gd name="connsiteX16" fmla="*/ 1414653 w 1453388"/>
                  <a:gd name="connsiteY16" fmla="*/ 279206 h 1472498"/>
                  <a:gd name="connsiteX17" fmla="*/ 1394587 w 1453388"/>
                  <a:gd name="connsiteY17" fmla="*/ 290255 h 1472498"/>
                  <a:gd name="connsiteX18" fmla="*/ 1349121 w 1453388"/>
                  <a:gd name="connsiteY18" fmla="*/ 319338 h 1472498"/>
                  <a:gd name="connsiteX19" fmla="*/ 1338961 w 1453388"/>
                  <a:gd name="connsiteY19" fmla="*/ 386520 h 1472498"/>
                  <a:gd name="connsiteX20" fmla="*/ 1206754 w 1453388"/>
                  <a:gd name="connsiteY20" fmla="*/ 380044 h 1472498"/>
                  <a:gd name="connsiteX21" fmla="*/ 1190244 w 1453388"/>
                  <a:gd name="connsiteY21" fmla="*/ 344357 h 1472498"/>
                  <a:gd name="connsiteX22" fmla="*/ 1201801 w 1453388"/>
                  <a:gd name="connsiteY22" fmla="*/ 303844 h 1472498"/>
                  <a:gd name="connsiteX23" fmla="*/ 1082294 w 1453388"/>
                  <a:gd name="connsiteY23" fmla="*/ 261426 h 1472498"/>
                  <a:gd name="connsiteX24" fmla="*/ 945007 w 1453388"/>
                  <a:gd name="connsiteY24" fmla="*/ 390712 h 1472498"/>
                  <a:gd name="connsiteX25" fmla="*/ 895604 w 1453388"/>
                  <a:gd name="connsiteY25" fmla="*/ 397570 h 1472498"/>
                  <a:gd name="connsiteX26" fmla="*/ 895350 w 1453388"/>
                  <a:gd name="connsiteY26" fmla="*/ 515171 h 1472498"/>
                  <a:gd name="connsiteX27" fmla="*/ 1144651 w 1453388"/>
                  <a:gd name="connsiteY27" fmla="*/ 586800 h 1472498"/>
                  <a:gd name="connsiteX28" fmla="*/ 1251204 w 1453388"/>
                  <a:gd name="connsiteY28" fmla="*/ 704528 h 1472498"/>
                  <a:gd name="connsiteX29" fmla="*/ 1340993 w 1453388"/>
                  <a:gd name="connsiteY29" fmla="*/ 779713 h 1472498"/>
                  <a:gd name="connsiteX30" fmla="*/ 1256030 w 1453388"/>
                  <a:gd name="connsiteY30" fmla="*/ 1014155 h 1472498"/>
                  <a:gd name="connsiteX31" fmla="*/ 1237361 w 1453388"/>
                  <a:gd name="connsiteY31" fmla="*/ 1043111 h 1472498"/>
                  <a:gd name="connsiteX32" fmla="*/ 1122934 w 1453388"/>
                  <a:gd name="connsiteY32" fmla="*/ 1135439 h 1472498"/>
                  <a:gd name="connsiteX33" fmla="*/ 1246632 w 1453388"/>
                  <a:gd name="connsiteY33" fmla="*/ 1210624 h 1472498"/>
                  <a:gd name="connsiteX34" fmla="*/ 1310640 w 1453388"/>
                  <a:gd name="connsiteY34" fmla="*/ 1137345 h 1472498"/>
                  <a:gd name="connsiteX35" fmla="*/ 1410843 w 1453388"/>
                  <a:gd name="connsiteY35" fmla="*/ 1154108 h 1472498"/>
                  <a:gd name="connsiteX36" fmla="*/ 1453388 w 1453388"/>
                  <a:gd name="connsiteY36" fmla="*/ 1224720 h 1472498"/>
                  <a:gd name="connsiteX37" fmla="*/ 1383665 w 1453388"/>
                  <a:gd name="connsiteY37" fmla="*/ 1462338 h 1472498"/>
                  <a:gd name="connsiteX38" fmla="*/ 1360424 w 1453388"/>
                  <a:gd name="connsiteY38" fmla="*/ 1465005 h 1472498"/>
                  <a:gd name="connsiteX39" fmla="*/ 1413637 w 1453388"/>
                  <a:gd name="connsiteY39" fmla="*/ 1314509 h 1472498"/>
                  <a:gd name="connsiteX40" fmla="*/ 1331468 w 1453388"/>
                  <a:gd name="connsiteY40" fmla="*/ 1334068 h 1472498"/>
                  <a:gd name="connsiteX41" fmla="*/ 1247394 w 1453388"/>
                  <a:gd name="connsiteY41" fmla="*/ 1274251 h 1472498"/>
                  <a:gd name="connsiteX42" fmla="*/ 1194054 w 1453388"/>
                  <a:gd name="connsiteY42" fmla="*/ 1459036 h 1472498"/>
                  <a:gd name="connsiteX43" fmla="*/ 1192022 w 1453388"/>
                  <a:gd name="connsiteY43" fmla="*/ 1472498 h 1472498"/>
                  <a:gd name="connsiteX44" fmla="*/ 1176909 w 1453388"/>
                  <a:gd name="connsiteY44" fmla="*/ 1457257 h 1472498"/>
                  <a:gd name="connsiteX45" fmla="*/ 1165606 w 1453388"/>
                  <a:gd name="connsiteY45" fmla="*/ 1370136 h 1472498"/>
                  <a:gd name="connsiteX46" fmla="*/ 1128776 w 1453388"/>
                  <a:gd name="connsiteY46" fmla="*/ 1185986 h 1472498"/>
                  <a:gd name="connsiteX47" fmla="*/ 1121791 w 1453388"/>
                  <a:gd name="connsiteY47" fmla="*/ 1162618 h 1472498"/>
                  <a:gd name="connsiteX48" fmla="*/ 950214 w 1453388"/>
                  <a:gd name="connsiteY48" fmla="*/ 1166427 h 1472498"/>
                  <a:gd name="connsiteX49" fmla="*/ 685927 w 1453388"/>
                  <a:gd name="connsiteY49" fmla="*/ 1159062 h 1472498"/>
                  <a:gd name="connsiteX50" fmla="*/ 645795 w 1453388"/>
                  <a:gd name="connsiteY50" fmla="*/ 1182302 h 1472498"/>
                  <a:gd name="connsiteX51" fmla="*/ 599694 w 1453388"/>
                  <a:gd name="connsiteY51" fmla="*/ 1461830 h 1472498"/>
                  <a:gd name="connsiteX52" fmla="*/ 574929 w 1453388"/>
                  <a:gd name="connsiteY52" fmla="*/ 1466020 h 1472498"/>
                  <a:gd name="connsiteX53" fmla="*/ 614299 w 1453388"/>
                  <a:gd name="connsiteY53" fmla="*/ 1184207 h 1472498"/>
                  <a:gd name="connsiteX54" fmla="*/ 481711 w 1453388"/>
                  <a:gd name="connsiteY54" fmla="*/ 1325051 h 1472498"/>
                  <a:gd name="connsiteX55" fmla="*/ 439166 w 1453388"/>
                  <a:gd name="connsiteY55" fmla="*/ 1458527 h 1472498"/>
                  <a:gd name="connsiteX56" fmla="*/ 413258 w 1453388"/>
                  <a:gd name="connsiteY56" fmla="*/ 1468814 h 1472498"/>
                  <a:gd name="connsiteX57" fmla="*/ 520319 w 1453388"/>
                  <a:gd name="connsiteY57" fmla="*/ 1228657 h 1472498"/>
                  <a:gd name="connsiteX58" fmla="*/ 650621 w 1453388"/>
                  <a:gd name="connsiteY58" fmla="*/ 1136963 h 1472498"/>
                  <a:gd name="connsiteX59" fmla="*/ 524637 w 1453388"/>
                  <a:gd name="connsiteY59" fmla="*/ 1011361 h 1472498"/>
                  <a:gd name="connsiteX60" fmla="*/ 446024 w 1453388"/>
                  <a:gd name="connsiteY60" fmla="*/ 970720 h 1472498"/>
                  <a:gd name="connsiteX61" fmla="*/ 414147 w 1453388"/>
                  <a:gd name="connsiteY61" fmla="*/ 824925 h 1472498"/>
                  <a:gd name="connsiteX62" fmla="*/ 513842 w 1453388"/>
                  <a:gd name="connsiteY62" fmla="*/ 724849 h 1472498"/>
                  <a:gd name="connsiteX63" fmla="*/ 691896 w 1453388"/>
                  <a:gd name="connsiteY63" fmla="*/ 550477 h 1472498"/>
                  <a:gd name="connsiteX64" fmla="*/ 869061 w 1453388"/>
                  <a:gd name="connsiteY64" fmla="*/ 514409 h 1472498"/>
                  <a:gd name="connsiteX65" fmla="*/ 869061 w 1453388"/>
                  <a:gd name="connsiteY65" fmla="*/ 398458 h 1472498"/>
                  <a:gd name="connsiteX66" fmla="*/ 722757 w 1453388"/>
                  <a:gd name="connsiteY66" fmla="*/ 301684 h 1472498"/>
                  <a:gd name="connsiteX67" fmla="*/ 610616 w 1453388"/>
                  <a:gd name="connsiteY67" fmla="*/ 358453 h 1472498"/>
                  <a:gd name="connsiteX68" fmla="*/ 598932 w 1453388"/>
                  <a:gd name="connsiteY68" fmla="*/ 438082 h 1472498"/>
                  <a:gd name="connsiteX69" fmla="*/ 511556 w 1453388"/>
                  <a:gd name="connsiteY69" fmla="*/ 439860 h 1472498"/>
                  <a:gd name="connsiteX70" fmla="*/ 475615 w 1453388"/>
                  <a:gd name="connsiteY70" fmla="*/ 374328 h 1472498"/>
                  <a:gd name="connsiteX71" fmla="*/ 395224 w 1453388"/>
                  <a:gd name="connsiteY71" fmla="*/ 348801 h 1472498"/>
                  <a:gd name="connsiteX72" fmla="*/ 326771 w 1453388"/>
                  <a:gd name="connsiteY72" fmla="*/ 533713 h 1472498"/>
                  <a:gd name="connsiteX73" fmla="*/ 356489 w 1453388"/>
                  <a:gd name="connsiteY73" fmla="*/ 561400 h 1472498"/>
                  <a:gd name="connsiteX74" fmla="*/ 290703 w 1453388"/>
                  <a:gd name="connsiteY74" fmla="*/ 659189 h 1472498"/>
                  <a:gd name="connsiteX75" fmla="*/ 241808 w 1453388"/>
                  <a:gd name="connsiteY75" fmla="*/ 552890 h 1472498"/>
                  <a:gd name="connsiteX76" fmla="*/ 300228 w 1453388"/>
                  <a:gd name="connsiteY76" fmla="*/ 527871 h 1472498"/>
                  <a:gd name="connsiteX77" fmla="*/ 349250 w 1453388"/>
                  <a:gd name="connsiteY77" fmla="*/ 400871 h 1472498"/>
                  <a:gd name="connsiteX78" fmla="*/ 372999 w 1453388"/>
                  <a:gd name="connsiteY78" fmla="*/ 338895 h 1472498"/>
                  <a:gd name="connsiteX79" fmla="*/ 180721 w 1453388"/>
                  <a:gd name="connsiteY79" fmla="*/ 261933 h 1472498"/>
                  <a:gd name="connsiteX80" fmla="*/ 131445 w 1453388"/>
                  <a:gd name="connsiteY80" fmla="*/ 300288 h 1472498"/>
                  <a:gd name="connsiteX81" fmla="*/ 34798 w 1453388"/>
                  <a:gd name="connsiteY81" fmla="*/ 262441 h 1472498"/>
                  <a:gd name="connsiteX82" fmla="*/ 62103 w 1453388"/>
                  <a:gd name="connsiteY82" fmla="*/ 148014 h 1472498"/>
                  <a:gd name="connsiteX83" fmla="*/ 130175 w 1453388"/>
                  <a:gd name="connsiteY83" fmla="*/ 143696 h 1472498"/>
                  <a:gd name="connsiteX84" fmla="*/ 124587 w 1453388"/>
                  <a:gd name="connsiteY84" fmla="*/ 109660 h 1472498"/>
                  <a:gd name="connsiteX85" fmla="*/ 0 w 1453388"/>
                  <a:gd name="connsiteY85" fmla="*/ 45399 h 1472498"/>
                  <a:gd name="connsiteX86" fmla="*/ 32893 w 1453388"/>
                  <a:gd name="connsiteY86" fmla="*/ 36127 h 1472498"/>
                  <a:gd name="connsiteX87" fmla="*/ 65278 w 1453388"/>
                  <a:gd name="connsiteY87" fmla="*/ 60765 h 1472498"/>
                  <a:gd name="connsiteX88" fmla="*/ 280543 w 1453388"/>
                  <a:gd name="connsiteY88" fmla="*/ 123757 h 1472498"/>
                  <a:gd name="connsiteX89" fmla="*/ 32893 w 1453388"/>
                  <a:gd name="connsiteY89" fmla="*/ 36127 h 1472498"/>
                  <a:gd name="connsiteX90" fmla="*/ 839978 w 1453388"/>
                  <a:gd name="connsiteY90" fmla="*/ 33334 h 1472498"/>
                  <a:gd name="connsiteX91" fmla="*/ 729488 w 1453388"/>
                  <a:gd name="connsiteY91" fmla="*/ 140649 h 1472498"/>
                  <a:gd name="connsiteX92" fmla="*/ 886968 w 1453388"/>
                  <a:gd name="connsiteY92" fmla="*/ 369883 h 1472498"/>
                  <a:gd name="connsiteX93" fmla="*/ 1055370 w 1453388"/>
                  <a:gd name="connsiteY93" fmla="*/ 257362 h 1472498"/>
                  <a:gd name="connsiteX94" fmla="*/ 993902 w 1453388"/>
                  <a:gd name="connsiteY94" fmla="*/ 60765 h 1472498"/>
                  <a:gd name="connsiteX95" fmla="*/ 839978 w 1453388"/>
                  <a:gd name="connsiteY95" fmla="*/ 33334 h 1472498"/>
                  <a:gd name="connsiteX96" fmla="*/ 1186180 w 1453388"/>
                  <a:gd name="connsiteY96" fmla="*/ 144205 h 1472498"/>
                  <a:gd name="connsiteX97" fmla="*/ 1186180 w 1453388"/>
                  <a:gd name="connsiteY97" fmla="*/ 144205 h 1472498"/>
                  <a:gd name="connsiteX98" fmla="*/ 77851 w 1453388"/>
                  <a:gd name="connsiteY98" fmla="*/ 172526 h 1472498"/>
                  <a:gd name="connsiteX99" fmla="*/ 54356 w 1453388"/>
                  <a:gd name="connsiteY99" fmla="*/ 238565 h 1472498"/>
                  <a:gd name="connsiteX100" fmla="*/ 125984 w 1453388"/>
                  <a:gd name="connsiteY100" fmla="*/ 274126 h 1472498"/>
                  <a:gd name="connsiteX101" fmla="*/ 170180 w 1453388"/>
                  <a:gd name="connsiteY101" fmla="*/ 225484 h 1472498"/>
                  <a:gd name="connsiteX102" fmla="*/ 77851 w 1453388"/>
                  <a:gd name="connsiteY102" fmla="*/ 172526 h 1472498"/>
                  <a:gd name="connsiteX103" fmla="*/ 1245489 w 1453388"/>
                  <a:gd name="connsiteY103" fmla="*/ 298890 h 1472498"/>
                  <a:gd name="connsiteX104" fmla="*/ 1229868 w 1453388"/>
                  <a:gd name="connsiteY104" fmla="*/ 369502 h 1472498"/>
                  <a:gd name="connsiteX105" fmla="*/ 1323594 w 1453388"/>
                  <a:gd name="connsiteY105" fmla="*/ 351722 h 1472498"/>
                  <a:gd name="connsiteX106" fmla="*/ 1245489 w 1453388"/>
                  <a:gd name="connsiteY106" fmla="*/ 298890 h 1472498"/>
                  <a:gd name="connsiteX107" fmla="*/ 517779 w 1453388"/>
                  <a:gd name="connsiteY107" fmla="*/ 356040 h 1472498"/>
                  <a:gd name="connsiteX108" fmla="*/ 557530 w 1453388"/>
                  <a:gd name="connsiteY108" fmla="*/ 422081 h 1472498"/>
                  <a:gd name="connsiteX109" fmla="*/ 581279 w 1453388"/>
                  <a:gd name="connsiteY109" fmla="*/ 355406 h 1472498"/>
                  <a:gd name="connsiteX110" fmla="*/ 517779 w 1453388"/>
                  <a:gd name="connsiteY110" fmla="*/ 356040 h 1472498"/>
                  <a:gd name="connsiteX111" fmla="*/ 787400 w 1453388"/>
                  <a:gd name="connsiteY111" fmla="*/ 550224 h 1472498"/>
                  <a:gd name="connsiteX112" fmla="*/ 551561 w 1453388"/>
                  <a:gd name="connsiteY112" fmla="*/ 708084 h 1472498"/>
                  <a:gd name="connsiteX113" fmla="*/ 521081 w 1453388"/>
                  <a:gd name="connsiteY113" fmla="*/ 910269 h 1472498"/>
                  <a:gd name="connsiteX114" fmla="*/ 656336 w 1453388"/>
                  <a:gd name="connsiteY114" fmla="*/ 1108643 h 1472498"/>
                  <a:gd name="connsiteX115" fmla="*/ 885698 w 1453388"/>
                  <a:gd name="connsiteY115" fmla="*/ 1143059 h 1472498"/>
                  <a:gd name="connsiteX116" fmla="*/ 1167257 w 1453388"/>
                  <a:gd name="connsiteY116" fmla="*/ 1081464 h 1472498"/>
                  <a:gd name="connsiteX117" fmla="*/ 1254379 w 1453388"/>
                  <a:gd name="connsiteY117" fmla="*/ 789745 h 1472498"/>
                  <a:gd name="connsiteX118" fmla="*/ 1073404 w 1453388"/>
                  <a:gd name="connsiteY118" fmla="*/ 576766 h 1472498"/>
                  <a:gd name="connsiteX119" fmla="*/ 787400 w 1453388"/>
                  <a:gd name="connsiteY119" fmla="*/ 550224 h 1472498"/>
                  <a:gd name="connsiteX120" fmla="*/ 266700 w 1453388"/>
                  <a:gd name="connsiteY120" fmla="*/ 566480 h 1472498"/>
                  <a:gd name="connsiteX121" fmla="*/ 314071 w 1453388"/>
                  <a:gd name="connsiteY121" fmla="*/ 625407 h 1472498"/>
                  <a:gd name="connsiteX122" fmla="*/ 266700 w 1453388"/>
                  <a:gd name="connsiteY122" fmla="*/ 566480 h 1472498"/>
                  <a:gd name="connsiteX123" fmla="*/ 508508 w 1453388"/>
                  <a:gd name="connsiteY123" fmla="*/ 984309 h 1472498"/>
                  <a:gd name="connsiteX124" fmla="*/ 500888 w 1453388"/>
                  <a:gd name="connsiteY124" fmla="*/ 753677 h 1472498"/>
                  <a:gd name="connsiteX125" fmla="*/ 508508 w 1453388"/>
                  <a:gd name="connsiteY125" fmla="*/ 984309 h 1472498"/>
                  <a:gd name="connsiteX126" fmla="*/ 1274572 w 1453388"/>
                  <a:gd name="connsiteY126" fmla="*/ 752662 h 1472498"/>
                  <a:gd name="connsiteX127" fmla="*/ 1273048 w 1453388"/>
                  <a:gd name="connsiteY127" fmla="*/ 989008 h 1472498"/>
                  <a:gd name="connsiteX128" fmla="*/ 1274572 w 1453388"/>
                  <a:gd name="connsiteY128" fmla="*/ 752662 h 1472498"/>
                  <a:gd name="connsiteX129" fmla="*/ 1310640 w 1453388"/>
                  <a:gd name="connsiteY129" fmla="*/ 1163761 h 1472498"/>
                  <a:gd name="connsiteX130" fmla="*/ 1312418 w 1453388"/>
                  <a:gd name="connsiteY130" fmla="*/ 1303461 h 1472498"/>
                  <a:gd name="connsiteX131" fmla="*/ 1425702 w 1453388"/>
                  <a:gd name="connsiteY131" fmla="*/ 1234119 h 1472498"/>
                  <a:gd name="connsiteX132" fmla="*/ 1310640 w 1453388"/>
                  <a:gd name="connsiteY132" fmla="*/ 1163761 h 1472498"/>
                  <a:gd name="connsiteX133" fmla="*/ 1154557 w 1453388"/>
                  <a:gd name="connsiteY133" fmla="*/ 1181540 h 1472498"/>
                  <a:gd name="connsiteX134" fmla="*/ 1189609 w 1453388"/>
                  <a:gd name="connsiteY134" fmla="*/ 1338005 h 1472498"/>
                  <a:gd name="connsiteX135" fmla="*/ 1241806 w 1453388"/>
                  <a:gd name="connsiteY135" fmla="*/ 1235643 h 1472498"/>
                  <a:gd name="connsiteX136" fmla="*/ 1154557 w 1453388"/>
                  <a:gd name="connsiteY136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166114 w 1453388"/>
                  <a:gd name="connsiteY15" fmla="*/ 154364 h 1472498"/>
                  <a:gd name="connsiteX16" fmla="*/ 1414653 w 1453388"/>
                  <a:gd name="connsiteY16" fmla="*/ 279206 h 1472498"/>
                  <a:gd name="connsiteX17" fmla="*/ 1394587 w 1453388"/>
                  <a:gd name="connsiteY17" fmla="*/ 290255 h 1472498"/>
                  <a:gd name="connsiteX18" fmla="*/ 1349121 w 1453388"/>
                  <a:gd name="connsiteY18" fmla="*/ 319338 h 1472498"/>
                  <a:gd name="connsiteX19" fmla="*/ 1338961 w 1453388"/>
                  <a:gd name="connsiteY19" fmla="*/ 386520 h 1472498"/>
                  <a:gd name="connsiteX20" fmla="*/ 1206754 w 1453388"/>
                  <a:gd name="connsiteY20" fmla="*/ 380044 h 1472498"/>
                  <a:gd name="connsiteX21" fmla="*/ 1190244 w 1453388"/>
                  <a:gd name="connsiteY21" fmla="*/ 344357 h 1472498"/>
                  <a:gd name="connsiteX22" fmla="*/ 1201801 w 1453388"/>
                  <a:gd name="connsiteY22" fmla="*/ 303844 h 1472498"/>
                  <a:gd name="connsiteX23" fmla="*/ 1082294 w 1453388"/>
                  <a:gd name="connsiteY23" fmla="*/ 261426 h 1472498"/>
                  <a:gd name="connsiteX24" fmla="*/ 945007 w 1453388"/>
                  <a:gd name="connsiteY24" fmla="*/ 390712 h 1472498"/>
                  <a:gd name="connsiteX25" fmla="*/ 895604 w 1453388"/>
                  <a:gd name="connsiteY25" fmla="*/ 397570 h 1472498"/>
                  <a:gd name="connsiteX26" fmla="*/ 895350 w 1453388"/>
                  <a:gd name="connsiteY26" fmla="*/ 515171 h 1472498"/>
                  <a:gd name="connsiteX27" fmla="*/ 1144651 w 1453388"/>
                  <a:gd name="connsiteY27" fmla="*/ 586800 h 1472498"/>
                  <a:gd name="connsiteX28" fmla="*/ 1251204 w 1453388"/>
                  <a:gd name="connsiteY28" fmla="*/ 704528 h 1472498"/>
                  <a:gd name="connsiteX29" fmla="*/ 1340993 w 1453388"/>
                  <a:gd name="connsiteY29" fmla="*/ 779713 h 1472498"/>
                  <a:gd name="connsiteX30" fmla="*/ 1256030 w 1453388"/>
                  <a:gd name="connsiteY30" fmla="*/ 1014155 h 1472498"/>
                  <a:gd name="connsiteX31" fmla="*/ 1237361 w 1453388"/>
                  <a:gd name="connsiteY31" fmla="*/ 1043111 h 1472498"/>
                  <a:gd name="connsiteX32" fmla="*/ 1122934 w 1453388"/>
                  <a:gd name="connsiteY32" fmla="*/ 1135439 h 1472498"/>
                  <a:gd name="connsiteX33" fmla="*/ 1246632 w 1453388"/>
                  <a:gd name="connsiteY33" fmla="*/ 1210624 h 1472498"/>
                  <a:gd name="connsiteX34" fmla="*/ 1310640 w 1453388"/>
                  <a:gd name="connsiteY34" fmla="*/ 1137345 h 1472498"/>
                  <a:gd name="connsiteX35" fmla="*/ 1410843 w 1453388"/>
                  <a:gd name="connsiteY35" fmla="*/ 1154108 h 1472498"/>
                  <a:gd name="connsiteX36" fmla="*/ 1453388 w 1453388"/>
                  <a:gd name="connsiteY36" fmla="*/ 1224720 h 1472498"/>
                  <a:gd name="connsiteX37" fmla="*/ 1383665 w 1453388"/>
                  <a:gd name="connsiteY37" fmla="*/ 1462338 h 1472498"/>
                  <a:gd name="connsiteX38" fmla="*/ 1360424 w 1453388"/>
                  <a:gd name="connsiteY38" fmla="*/ 1465005 h 1472498"/>
                  <a:gd name="connsiteX39" fmla="*/ 1413637 w 1453388"/>
                  <a:gd name="connsiteY39" fmla="*/ 1314509 h 1472498"/>
                  <a:gd name="connsiteX40" fmla="*/ 1331468 w 1453388"/>
                  <a:gd name="connsiteY40" fmla="*/ 1334068 h 1472498"/>
                  <a:gd name="connsiteX41" fmla="*/ 1247394 w 1453388"/>
                  <a:gd name="connsiteY41" fmla="*/ 1274251 h 1472498"/>
                  <a:gd name="connsiteX42" fmla="*/ 1194054 w 1453388"/>
                  <a:gd name="connsiteY42" fmla="*/ 1459036 h 1472498"/>
                  <a:gd name="connsiteX43" fmla="*/ 1192022 w 1453388"/>
                  <a:gd name="connsiteY43" fmla="*/ 1472498 h 1472498"/>
                  <a:gd name="connsiteX44" fmla="*/ 1176909 w 1453388"/>
                  <a:gd name="connsiteY44" fmla="*/ 1457257 h 1472498"/>
                  <a:gd name="connsiteX45" fmla="*/ 1165606 w 1453388"/>
                  <a:gd name="connsiteY45" fmla="*/ 1370136 h 1472498"/>
                  <a:gd name="connsiteX46" fmla="*/ 1128776 w 1453388"/>
                  <a:gd name="connsiteY46" fmla="*/ 1185986 h 1472498"/>
                  <a:gd name="connsiteX47" fmla="*/ 1121791 w 1453388"/>
                  <a:gd name="connsiteY47" fmla="*/ 1162618 h 1472498"/>
                  <a:gd name="connsiteX48" fmla="*/ 950214 w 1453388"/>
                  <a:gd name="connsiteY48" fmla="*/ 1166427 h 1472498"/>
                  <a:gd name="connsiteX49" fmla="*/ 685927 w 1453388"/>
                  <a:gd name="connsiteY49" fmla="*/ 1159062 h 1472498"/>
                  <a:gd name="connsiteX50" fmla="*/ 645795 w 1453388"/>
                  <a:gd name="connsiteY50" fmla="*/ 1182302 h 1472498"/>
                  <a:gd name="connsiteX51" fmla="*/ 599694 w 1453388"/>
                  <a:gd name="connsiteY51" fmla="*/ 1461830 h 1472498"/>
                  <a:gd name="connsiteX52" fmla="*/ 574929 w 1453388"/>
                  <a:gd name="connsiteY52" fmla="*/ 1466020 h 1472498"/>
                  <a:gd name="connsiteX53" fmla="*/ 614299 w 1453388"/>
                  <a:gd name="connsiteY53" fmla="*/ 1184207 h 1472498"/>
                  <a:gd name="connsiteX54" fmla="*/ 481711 w 1453388"/>
                  <a:gd name="connsiteY54" fmla="*/ 1325051 h 1472498"/>
                  <a:gd name="connsiteX55" fmla="*/ 439166 w 1453388"/>
                  <a:gd name="connsiteY55" fmla="*/ 1458527 h 1472498"/>
                  <a:gd name="connsiteX56" fmla="*/ 413258 w 1453388"/>
                  <a:gd name="connsiteY56" fmla="*/ 1468814 h 1472498"/>
                  <a:gd name="connsiteX57" fmla="*/ 520319 w 1453388"/>
                  <a:gd name="connsiteY57" fmla="*/ 1228657 h 1472498"/>
                  <a:gd name="connsiteX58" fmla="*/ 650621 w 1453388"/>
                  <a:gd name="connsiteY58" fmla="*/ 1136963 h 1472498"/>
                  <a:gd name="connsiteX59" fmla="*/ 524637 w 1453388"/>
                  <a:gd name="connsiteY59" fmla="*/ 1011361 h 1472498"/>
                  <a:gd name="connsiteX60" fmla="*/ 446024 w 1453388"/>
                  <a:gd name="connsiteY60" fmla="*/ 970720 h 1472498"/>
                  <a:gd name="connsiteX61" fmla="*/ 414147 w 1453388"/>
                  <a:gd name="connsiteY61" fmla="*/ 824925 h 1472498"/>
                  <a:gd name="connsiteX62" fmla="*/ 513842 w 1453388"/>
                  <a:gd name="connsiteY62" fmla="*/ 724849 h 1472498"/>
                  <a:gd name="connsiteX63" fmla="*/ 691896 w 1453388"/>
                  <a:gd name="connsiteY63" fmla="*/ 550477 h 1472498"/>
                  <a:gd name="connsiteX64" fmla="*/ 869061 w 1453388"/>
                  <a:gd name="connsiteY64" fmla="*/ 514409 h 1472498"/>
                  <a:gd name="connsiteX65" fmla="*/ 869061 w 1453388"/>
                  <a:gd name="connsiteY65" fmla="*/ 398458 h 1472498"/>
                  <a:gd name="connsiteX66" fmla="*/ 722757 w 1453388"/>
                  <a:gd name="connsiteY66" fmla="*/ 301684 h 1472498"/>
                  <a:gd name="connsiteX67" fmla="*/ 610616 w 1453388"/>
                  <a:gd name="connsiteY67" fmla="*/ 358453 h 1472498"/>
                  <a:gd name="connsiteX68" fmla="*/ 598932 w 1453388"/>
                  <a:gd name="connsiteY68" fmla="*/ 438082 h 1472498"/>
                  <a:gd name="connsiteX69" fmla="*/ 511556 w 1453388"/>
                  <a:gd name="connsiteY69" fmla="*/ 439860 h 1472498"/>
                  <a:gd name="connsiteX70" fmla="*/ 475615 w 1453388"/>
                  <a:gd name="connsiteY70" fmla="*/ 374328 h 1472498"/>
                  <a:gd name="connsiteX71" fmla="*/ 395224 w 1453388"/>
                  <a:gd name="connsiteY71" fmla="*/ 348801 h 1472498"/>
                  <a:gd name="connsiteX72" fmla="*/ 326771 w 1453388"/>
                  <a:gd name="connsiteY72" fmla="*/ 533713 h 1472498"/>
                  <a:gd name="connsiteX73" fmla="*/ 356489 w 1453388"/>
                  <a:gd name="connsiteY73" fmla="*/ 561400 h 1472498"/>
                  <a:gd name="connsiteX74" fmla="*/ 290703 w 1453388"/>
                  <a:gd name="connsiteY74" fmla="*/ 659189 h 1472498"/>
                  <a:gd name="connsiteX75" fmla="*/ 241808 w 1453388"/>
                  <a:gd name="connsiteY75" fmla="*/ 552890 h 1472498"/>
                  <a:gd name="connsiteX76" fmla="*/ 300228 w 1453388"/>
                  <a:gd name="connsiteY76" fmla="*/ 527871 h 1472498"/>
                  <a:gd name="connsiteX77" fmla="*/ 349250 w 1453388"/>
                  <a:gd name="connsiteY77" fmla="*/ 400871 h 1472498"/>
                  <a:gd name="connsiteX78" fmla="*/ 372999 w 1453388"/>
                  <a:gd name="connsiteY78" fmla="*/ 338895 h 1472498"/>
                  <a:gd name="connsiteX79" fmla="*/ 180721 w 1453388"/>
                  <a:gd name="connsiteY79" fmla="*/ 261933 h 1472498"/>
                  <a:gd name="connsiteX80" fmla="*/ 131445 w 1453388"/>
                  <a:gd name="connsiteY80" fmla="*/ 300288 h 1472498"/>
                  <a:gd name="connsiteX81" fmla="*/ 34798 w 1453388"/>
                  <a:gd name="connsiteY81" fmla="*/ 262441 h 1472498"/>
                  <a:gd name="connsiteX82" fmla="*/ 62103 w 1453388"/>
                  <a:gd name="connsiteY82" fmla="*/ 148014 h 1472498"/>
                  <a:gd name="connsiteX83" fmla="*/ 130175 w 1453388"/>
                  <a:gd name="connsiteY83" fmla="*/ 143696 h 1472498"/>
                  <a:gd name="connsiteX84" fmla="*/ 124587 w 1453388"/>
                  <a:gd name="connsiteY84" fmla="*/ 109660 h 1472498"/>
                  <a:gd name="connsiteX85" fmla="*/ 0 w 1453388"/>
                  <a:gd name="connsiteY85" fmla="*/ 45399 h 1472498"/>
                  <a:gd name="connsiteX86" fmla="*/ 32893 w 1453388"/>
                  <a:gd name="connsiteY86" fmla="*/ 36127 h 1472498"/>
                  <a:gd name="connsiteX87" fmla="*/ 65278 w 1453388"/>
                  <a:gd name="connsiteY87" fmla="*/ 60765 h 1472498"/>
                  <a:gd name="connsiteX88" fmla="*/ 280543 w 1453388"/>
                  <a:gd name="connsiteY88" fmla="*/ 123757 h 1472498"/>
                  <a:gd name="connsiteX89" fmla="*/ 32893 w 1453388"/>
                  <a:gd name="connsiteY89" fmla="*/ 36127 h 1472498"/>
                  <a:gd name="connsiteX90" fmla="*/ 839978 w 1453388"/>
                  <a:gd name="connsiteY90" fmla="*/ 33334 h 1472498"/>
                  <a:gd name="connsiteX91" fmla="*/ 729488 w 1453388"/>
                  <a:gd name="connsiteY91" fmla="*/ 140649 h 1472498"/>
                  <a:gd name="connsiteX92" fmla="*/ 886968 w 1453388"/>
                  <a:gd name="connsiteY92" fmla="*/ 369883 h 1472498"/>
                  <a:gd name="connsiteX93" fmla="*/ 1055370 w 1453388"/>
                  <a:gd name="connsiteY93" fmla="*/ 257362 h 1472498"/>
                  <a:gd name="connsiteX94" fmla="*/ 993902 w 1453388"/>
                  <a:gd name="connsiteY94" fmla="*/ 60765 h 1472498"/>
                  <a:gd name="connsiteX95" fmla="*/ 839978 w 1453388"/>
                  <a:gd name="connsiteY95" fmla="*/ 33334 h 1472498"/>
                  <a:gd name="connsiteX96" fmla="*/ 77851 w 1453388"/>
                  <a:gd name="connsiteY96" fmla="*/ 172526 h 1472498"/>
                  <a:gd name="connsiteX97" fmla="*/ 54356 w 1453388"/>
                  <a:gd name="connsiteY97" fmla="*/ 238565 h 1472498"/>
                  <a:gd name="connsiteX98" fmla="*/ 125984 w 1453388"/>
                  <a:gd name="connsiteY98" fmla="*/ 274126 h 1472498"/>
                  <a:gd name="connsiteX99" fmla="*/ 170180 w 1453388"/>
                  <a:gd name="connsiteY99" fmla="*/ 225484 h 1472498"/>
                  <a:gd name="connsiteX100" fmla="*/ 77851 w 1453388"/>
                  <a:gd name="connsiteY100" fmla="*/ 172526 h 1472498"/>
                  <a:gd name="connsiteX101" fmla="*/ 1245489 w 1453388"/>
                  <a:gd name="connsiteY101" fmla="*/ 298890 h 1472498"/>
                  <a:gd name="connsiteX102" fmla="*/ 1229868 w 1453388"/>
                  <a:gd name="connsiteY102" fmla="*/ 369502 h 1472498"/>
                  <a:gd name="connsiteX103" fmla="*/ 1323594 w 1453388"/>
                  <a:gd name="connsiteY103" fmla="*/ 351722 h 1472498"/>
                  <a:gd name="connsiteX104" fmla="*/ 1245489 w 1453388"/>
                  <a:gd name="connsiteY104" fmla="*/ 298890 h 1472498"/>
                  <a:gd name="connsiteX105" fmla="*/ 517779 w 1453388"/>
                  <a:gd name="connsiteY105" fmla="*/ 356040 h 1472498"/>
                  <a:gd name="connsiteX106" fmla="*/ 557530 w 1453388"/>
                  <a:gd name="connsiteY106" fmla="*/ 422081 h 1472498"/>
                  <a:gd name="connsiteX107" fmla="*/ 581279 w 1453388"/>
                  <a:gd name="connsiteY107" fmla="*/ 355406 h 1472498"/>
                  <a:gd name="connsiteX108" fmla="*/ 517779 w 1453388"/>
                  <a:gd name="connsiteY108" fmla="*/ 356040 h 1472498"/>
                  <a:gd name="connsiteX109" fmla="*/ 787400 w 1453388"/>
                  <a:gd name="connsiteY109" fmla="*/ 550224 h 1472498"/>
                  <a:gd name="connsiteX110" fmla="*/ 551561 w 1453388"/>
                  <a:gd name="connsiteY110" fmla="*/ 708084 h 1472498"/>
                  <a:gd name="connsiteX111" fmla="*/ 521081 w 1453388"/>
                  <a:gd name="connsiteY111" fmla="*/ 910269 h 1472498"/>
                  <a:gd name="connsiteX112" fmla="*/ 656336 w 1453388"/>
                  <a:gd name="connsiteY112" fmla="*/ 1108643 h 1472498"/>
                  <a:gd name="connsiteX113" fmla="*/ 885698 w 1453388"/>
                  <a:gd name="connsiteY113" fmla="*/ 1143059 h 1472498"/>
                  <a:gd name="connsiteX114" fmla="*/ 1167257 w 1453388"/>
                  <a:gd name="connsiteY114" fmla="*/ 1081464 h 1472498"/>
                  <a:gd name="connsiteX115" fmla="*/ 1254379 w 1453388"/>
                  <a:gd name="connsiteY115" fmla="*/ 789745 h 1472498"/>
                  <a:gd name="connsiteX116" fmla="*/ 1073404 w 1453388"/>
                  <a:gd name="connsiteY116" fmla="*/ 576766 h 1472498"/>
                  <a:gd name="connsiteX117" fmla="*/ 787400 w 1453388"/>
                  <a:gd name="connsiteY117" fmla="*/ 550224 h 1472498"/>
                  <a:gd name="connsiteX118" fmla="*/ 266700 w 1453388"/>
                  <a:gd name="connsiteY118" fmla="*/ 566480 h 1472498"/>
                  <a:gd name="connsiteX119" fmla="*/ 314071 w 1453388"/>
                  <a:gd name="connsiteY119" fmla="*/ 625407 h 1472498"/>
                  <a:gd name="connsiteX120" fmla="*/ 266700 w 1453388"/>
                  <a:gd name="connsiteY120" fmla="*/ 566480 h 1472498"/>
                  <a:gd name="connsiteX121" fmla="*/ 508508 w 1453388"/>
                  <a:gd name="connsiteY121" fmla="*/ 984309 h 1472498"/>
                  <a:gd name="connsiteX122" fmla="*/ 500888 w 1453388"/>
                  <a:gd name="connsiteY122" fmla="*/ 753677 h 1472498"/>
                  <a:gd name="connsiteX123" fmla="*/ 508508 w 1453388"/>
                  <a:gd name="connsiteY123" fmla="*/ 984309 h 1472498"/>
                  <a:gd name="connsiteX124" fmla="*/ 1274572 w 1453388"/>
                  <a:gd name="connsiteY124" fmla="*/ 752662 h 1472498"/>
                  <a:gd name="connsiteX125" fmla="*/ 1273048 w 1453388"/>
                  <a:gd name="connsiteY125" fmla="*/ 989008 h 1472498"/>
                  <a:gd name="connsiteX126" fmla="*/ 1274572 w 1453388"/>
                  <a:gd name="connsiteY126" fmla="*/ 752662 h 1472498"/>
                  <a:gd name="connsiteX127" fmla="*/ 1310640 w 1453388"/>
                  <a:gd name="connsiteY127" fmla="*/ 1163761 h 1472498"/>
                  <a:gd name="connsiteX128" fmla="*/ 1312418 w 1453388"/>
                  <a:gd name="connsiteY128" fmla="*/ 1303461 h 1472498"/>
                  <a:gd name="connsiteX129" fmla="*/ 1425702 w 1453388"/>
                  <a:gd name="connsiteY129" fmla="*/ 1234119 h 1472498"/>
                  <a:gd name="connsiteX130" fmla="*/ 1310640 w 1453388"/>
                  <a:gd name="connsiteY130" fmla="*/ 1163761 h 1472498"/>
                  <a:gd name="connsiteX131" fmla="*/ 1154557 w 1453388"/>
                  <a:gd name="connsiteY131" fmla="*/ 1181540 h 1472498"/>
                  <a:gd name="connsiteX132" fmla="*/ 1189609 w 1453388"/>
                  <a:gd name="connsiteY132" fmla="*/ 1338005 h 1472498"/>
                  <a:gd name="connsiteX133" fmla="*/ 1241806 w 1453388"/>
                  <a:gd name="connsiteY133" fmla="*/ 1235643 h 1472498"/>
                  <a:gd name="connsiteX134" fmla="*/ 1154557 w 1453388"/>
                  <a:gd name="connsiteY134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414653 w 1453388"/>
                  <a:gd name="connsiteY15" fmla="*/ 279206 h 1472498"/>
                  <a:gd name="connsiteX16" fmla="*/ 1394587 w 1453388"/>
                  <a:gd name="connsiteY16" fmla="*/ 290255 h 1472498"/>
                  <a:gd name="connsiteX17" fmla="*/ 1349121 w 1453388"/>
                  <a:gd name="connsiteY17" fmla="*/ 319338 h 1472498"/>
                  <a:gd name="connsiteX18" fmla="*/ 1338961 w 1453388"/>
                  <a:gd name="connsiteY18" fmla="*/ 386520 h 1472498"/>
                  <a:gd name="connsiteX19" fmla="*/ 1206754 w 1453388"/>
                  <a:gd name="connsiteY19" fmla="*/ 380044 h 1472498"/>
                  <a:gd name="connsiteX20" fmla="*/ 1190244 w 1453388"/>
                  <a:gd name="connsiteY20" fmla="*/ 344357 h 1472498"/>
                  <a:gd name="connsiteX21" fmla="*/ 1201801 w 1453388"/>
                  <a:gd name="connsiteY21" fmla="*/ 303844 h 1472498"/>
                  <a:gd name="connsiteX22" fmla="*/ 1082294 w 1453388"/>
                  <a:gd name="connsiteY22" fmla="*/ 261426 h 1472498"/>
                  <a:gd name="connsiteX23" fmla="*/ 945007 w 1453388"/>
                  <a:gd name="connsiteY23" fmla="*/ 390712 h 1472498"/>
                  <a:gd name="connsiteX24" fmla="*/ 895604 w 1453388"/>
                  <a:gd name="connsiteY24" fmla="*/ 397570 h 1472498"/>
                  <a:gd name="connsiteX25" fmla="*/ 895350 w 1453388"/>
                  <a:gd name="connsiteY25" fmla="*/ 515171 h 1472498"/>
                  <a:gd name="connsiteX26" fmla="*/ 1144651 w 1453388"/>
                  <a:gd name="connsiteY26" fmla="*/ 586800 h 1472498"/>
                  <a:gd name="connsiteX27" fmla="*/ 1251204 w 1453388"/>
                  <a:gd name="connsiteY27" fmla="*/ 704528 h 1472498"/>
                  <a:gd name="connsiteX28" fmla="*/ 1340993 w 1453388"/>
                  <a:gd name="connsiteY28" fmla="*/ 779713 h 1472498"/>
                  <a:gd name="connsiteX29" fmla="*/ 1256030 w 1453388"/>
                  <a:gd name="connsiteY29" fmla="*/ 1014155 h 1472498"/>
                  <a:gd name="connsiteX30" fmla="*/ 1237361 w 1453388"/>
                  <a:gd name="connsiteY30" fmla="*/ 1043111 h 1472498"/>
                  <a:gd name="connsiteX31" fmla="*/ 1122934 w 1453388"/>
                  <a:gd name="connsiteY31" fmla="*/ 1135439 h 1472498"/>
                  <a:gd name="connsiteX32" fmla="*/ 1246632 w 1453388"/>
                  <a:gd name="connsiteY32" fmla="*/ 1210624 h 1472498"/>
                  <a:gd name="connsiteX33" fmla="*/ 1310640 w 1453388"/>
                  <a:gd name="connsiteY33" fmla="*/ 1137345 h 1472498"/>
                  <a:gd name="connsiteX34" fmla="*/ 1410843 w 1453388"/>
                  <a:gd name="connsiteY34" fmla="*/ 1154108 h 1472498"/>
                  <a:gd name="connsiteX35" fmla="*/ 1453388 w 1453388"/>
                  <a:gd name="connsiteY35" fmla="*/ 1224720 h 1472498"/>
                  <a:gd name="connsiteX36" fmla="*/ 1383665 w 1453388"/>
                  <a:gd name="connsiteY36" fmla="*/ 1462338 h 1472498"/>
                  <a:gd name="connsiteX37" fmla="*/ 1360424 w 1453388"/>
                  <a:gd name="connsiteY37" fmla="*/ 1465005 h 1472498"/>
                  <a:gd name="connsiteX38" fmla="*/ 1413637 w 1453388"/>
                  <a:gd name="connsiteY38" fmla="*/ 1314509 h 1472498"/>
                  <a:gd name="connsiteX39" fmla="*/ 1331468 w 1453388"/>
                  <a:gd name="connsiteY39" fmla="*/ 1334068 h 1472498"/>
                  <a:gd name="connsiteX40" fmla="*/ 1247394 w 1453388"/>
                  <a:gd name="connsiteY40" fmla="*/ 1274251 h 1472498"/>
                  <a:gd name="connsiteX41" fmla="*/ 1194054 w 1453388"/>
                  <a:gd name="connsiteY41" fmla="*/ 1459036 h 1472498"/>
                  <a:gd name="connsiteX42" fmla="*/ 1192022 w 1453388"/>
                  <a:gd name="connsiteY42" fmla="*/ 1472498 h 1472498"/>
                  <a:gd name="connsiteX43" fmla="*/ 1176909 w 1453388"/>
                  <a:gd name="connsiteY43" fmla="*/ 1457257 h 1472498"/>
                  <a:gd name="connsiteX44" fmla="*/ 1165606 w 1453388"/>
                  <a:gd name="connsiteY44" fmla="*/ 1370136 h 1472498"/>
                  <a:gd name="connsiteX45" fmla="*/ 1128776 w 1453388"/>
                  <a:gd name="connsiteY45" fmla="*/ 1185986 h 1472498"/>
                  <a:gd name="connsiteX46" fmla="*/ 1121791 w 1453388"/>
                  <a:gd name="connsiteY46" fmla="*/ 1162618 h 1472498"/>
                  <a:gd name="connsiteX47" fmla="*/ 950214 w 1453388"/>
                  <a:gd name="connsiteY47" fmla="*/ 1166427 h 1472498"/>
                  <a:gd name="connsiteX48" fmla="*/ 685927 w 1453388"/>
                  <a:gd name="connsiteY48" fmla="*/ 1159062 h 1472498"/>
                  <a:gd name="connsiteX49" fmla="*/ 645795 w 1453388"/>
                  <a:gd name="connsiteY49" fmla="*/ 1182302 h 1472498"/>
                  <a:gd name="connsiteX50" fmla="*/ 599694 w 1453388"/>
                  <a:gd name="connsiteY50" fmla="*/ 1461830 h 1472498"/>
                  <a:gd name="connsiteX51" fmla="*/ 574929 w 1453388"/>
                  <a:gd name="connsiteY51" fmla="*/ 1466020 h 1472498"/>
                  <a:gd name="connsiteX52" fmla="*/ 614299 w 1453388"/>
                  <a:gd name="connsiteY52" fmla="*/ 1184207 h 1472498"/>
                  <a:gd name="connsiteX53" fmla="*/ 481711 w 1453388"/>
                  <a:gd name="connsiteY53" fmla="*/ 1325051 h 1472498"/>
                  <a:gd name="connsiteX54" fmla="*/ 439166 w 1453388"/>
                  <a:gd name="connsiteY54" fmla="*/ 1458527 h 1472498"/>
                  <a:gd name="connsiteX55" fmla="*/ 413258 w 1453388"/>
                  <a:gd name="connsiteY55" fmla="*/ 1468814 h 1472498"/>
                  <a:gd name="connsiteX56" fmla="*/ 520319 w 1453388"/>
                  <a:gd name="connsiteY56" fmla="*/ 1228657 h 1472498"/>
                  <a:gd name="connsiteX57" fmla="*/ 650621 w 1453388"/>
                  <a:gd name="connsiteY57" fmla="*/ 1136963 h 1472498"/>
                  <a:gd name="connsiteX58" fmla="*/ 524637 w 1453388"/>
                  <a:gd name="connsiteY58" fmla="*/ 1011361 h 1472498"/>
                  <a:gd name="connsiteX59" fmla="*/ 446024 w 1453388"/>
                  <a:gd name="connsiteY59" fmla="*/ 970720 h 1472498"/>
                  <a:gd name="connsiteX60" fmla="*/ 414147 w 1453388"/>
                  <a:gd name="connsiteY60" fmla="*/ 824925 h 1472498"/>
                  <a:gd name="connsiteX61" fmla="*/ 513842 w 1453388"/>
                  <a:gd name="connsiteY61" fmla="*/ 724849 h 1472498"/>
                  <a:gd name="connsiteX62" fmla="*/ 691896 w 1453388"/>
                  <a:gd name="connsiteY62" fmla="*/ 550477 h 1472498"/>
                  <a:gd name="connsiteX63" fmla="*/ 869061 w 1453388"/>
                  <a:gd name="connsiteY63" fmla="*/ 514409 h 1472498"/>
                  <a:gd name="connsiteX64" fmla="*/ 869061 w 1453388"/>
                  <a:gd name="connsiteY64" fmla="*/ 398458 h 1472498"/>
                  <a:gd name="connsiteX65" fmla="*/ 722757 w 1453388"/>
                  <a:gd name="connsiteY65" fmla="*/ 301684 h 1472498"/>
                  <a:gd name="connsiteX66" fmla="*/ 610616 w 1453388"/>
                  <a:gd name="connsiteY66" fmla="*/ 358453 h 1472498"/>
                  <a:gd name="connsiteX67" fmla="*/ 598932 w 1453388"/>
                  <a:gd name="connsiteY67" fmla="*/ 438082 h 1472498"/>
                  <a:gd name="connsiteX68" fmla="*/ 511556 w 1453388"/>
                  <a:gd name="connsiteY68" fmla="*/ 439860 h 1472498"/>
                  <a:gd name="connsiteX69" fmla="*/ 475615 w 1453388"/>
                  <a:gd name="connsiteY69" fmla="*/ 374328 h 1472498"/>
                  <a:gd name="connsiteX70" fmla="*/ 395224 w 1453388"/>
                  <a:gd name="connsiteY70" fmla="*/ 348801 h 1472498"/>
                  <a:gd name="connsiteX71" fmla="*/ 326771 w 1453388"/>
                  <a:gd name="connsiteY71" fmla="*/ 533713 h 1472498"/>
                  <a:gd name="connsiteX72" fmla="*/ 356489 w 1453388"/>
                  <a:gd name="connsiteY72" fmla="*/ 561400 h 1472498"/>
                  <a:gd name="connsiteX73" fmla="*/ 290703 w 1453388"/>
                  <a:gd name="connsiteY73" fmla="*/ 659189 h 1472498"/>
                  <a:gd name="connsiteX74" fmla="*/ 241808 w 1453388"/>
                  <a:gd name="connsiteY74" fmla="*/ 552890 h 1472498"/>
                  <a:gd name="connsiteX75" fmla="*/ 300228 w 1453388"/>
                  <a:gd name="connsiteY75" fmla="*/ 527871 h 1472498"/>
                  <a:gd name="connsiteX76" fmla="*/ 349250 w 1453388"/>
                  <a:gd name="connsiteY76" fmla="*/ 400871 h 1472498"/>
                  <a:gd name="connsiteX77" fmla="*/ 372999 w 1453388"/>
                  <a:gd name="connsiteY77" fmla="*/ 338895 h 1472498"/>
                  <a:gd name="connsiteX78" fmla="*/ 180721 w 1453388"/>
                  <a:gd name="connsiteY78" fmla="*/ 261933 h 1472498"/>
                  <a:gd name="connsiteX79" fmla="*/ 131445 w 1453388"/>
                  <a:gd name="connsiteY79" fmla="*/ 300288 h 1472498"/>
                  <a:gd name="connsiteX80" fmla="*/ 34798 w 1453388"/>
                  <a:gd name="connsiteY80" fmla="*/ 262441 h 1472498"/>
                  <a:gd name="connsiteX81" fmla="*/ 62103 w 1453388"/>
                  <a:gd name="connsiteY81" fmla="*/ 148014 h 1472498"/>
                  <a:gd name="connsiteX82" fmla="*/ 130175 w 1453388"/>
                  <a:gd name="connsiteY82" fmla="*/ 143696 h 1472498"/>
                  <a:gd name="connsiteX83" fmla="*/ 124587 w 1453388"/>
                  <a:gd name="connsiteY83" fmla="*/ 109660 h 1472498"/>
                  <a:gd name="connsiteX84" fmla="*/ 0 w 1453388"/>
                  <a:gd name="connsiteY84" fmla="*/ 45399 h 1472498"/>
                  <a:gd name="connsiteX85" fmla="*/ 32893 w 1453388"/>
                  <a:gd name="connsiteY85" fmla="*/ 36127 h 1472498"/>
                  <a:gd name="connsiteX86" fmla="*/ 65278 w 1453388"/>
                  <a:gd name="connsiteY86" fmla="*/ 60765 h 1472498"/>
                  <a:gd name="connsiteX87" fmla="*/ 280543 w 1453388"/>
                  <a:gd name="connsiteY87" fmla="*/ 123757 h 1472498"/>
                  <a:gd name="connsiteX88" fmla="*/ 32893 w 1453388"/>
                  <a:gd name="connsiteY88" fmla="*/ 36127 h 1472498"/>
                  <a:gd name="connsiteX89" fmla="*/ 839978 w 1453388"/>
                  <a:gd name="connsiteY89" fmla="*/ 33334 h 1472498"/>
                  <a:gd name="connsiteX90" fmla="*/ 729488 w 1453388"/>
                  <a:gd name="connsiteY90" fmla="*/ 140649 h 1472498"/>
                  <a:gd name="connsiteX91" fmla="*/ 886968 w 1453388"/>
                  <a:gd name="connsiteY91" fmla="*/ 369883 h 1472498"/>
                  <a:gd name="connsiteX92" fmla="*/ 1055370 w 1453388"/>
                  <a:gd name="connsiteY92" fmla="*/ 257362 h 1472498"/>
                  <a:gd name="connsiteX93" fmla="*/ 993902 w 1453388"/>
                  <a:gd name="connsiteY93" fmla="*/ 60765 h 1472498"/>
                  <a:gd name="connsiteX94" fmla="*/ 839978 w 1453388"/>
                  <a:gd name="connsiteY94" fmla="*/ 33334 h 1472498"/>
                  <a:gd name="connsiteX95" fmla="*/ 77851 w 1453388"/>
                  <a:gd name="connsiteY95" fmla="*/ 172526 h 1472498"/>
                  <a:gd name="connsiteX96" fmla="*/ 54356 w 1453388"/>
                  <a:gd name="connsiteY96" fmla="*/ 238565 h 1472498"/>
                  <a:gd name="connsiteX97" fmla="*/ 125984 w 1453388"/>
                  <a:gd name="connsiteY97" fmla="*/ 274126 h 1472498"/>
                  <a:gd name="connsiteX98" fmla="*/ 170180 w 1453388"/>
                  <a:gd name="connsiteY98" fmla="*/ 225484 h 1472498"/>
                  <a:gd name="connsiteX99" fmla="*/ 77851 w 1453388"/>
                  <a:gd name="connsiteY99" fmla="*/ 172526 h 1472498"/>
                  <a:gd name="connsiteX100" fmla="*/ 1245489 w 1453388"/>
                  <a:gd name="connsiteY100" fmla="*/ 298890 h 1472498"/>
                  <a:gd name="connsiteX101" fmla="*/ 1229868 w 1453388"/>
                  <a:gd name="connsiteY101" fmla="*/ 369502 h 1472498"/>
                  <a:gd name="connsiteX102" fmla="*/ 1323594 w 1453388"/>
                  <a:gd name="connsiteY102" fmla="*/ 351722 h 1472498"/>
                  <a:gd name="connsiteX103" fmla="*/ 1245489 w 1453388"/>
                  <a:gd name="connsiteY103" fmla="*/ 298890 h 1472498"/>
                  <a:gd name="connsiteX104" fmla="*/ 517779 w 1453388"/>
                  <a:gd name="connsiteY104" fmla="*/ 356040 h 1472498"/>
                  <a:gd name="connsiteX105" fmla="*/ 557530 w 1453388"/>
                  <a:gd name="connsiteY105" fmla="*/ 422081 h 1472498"/>
                  <a:gd name="connsiteX106" fmla="*/ 581279 w 1453388"/>
                  <a:gd name="connsiteY106" fmla="*/ 355406 h 1472498"/>
                  <a:gd name="connsiteX107" fmla="*/ 517779 w 1453388"/>
                  <a:gd name="connsiteY107" fmla="*/ 356040 h 1472498"/>
                  <a:gd name="connsiteX108" fmla="*/ 787400 w 1453388"/>
                  <a:gd name="connsiteY108" fmla="*/ 550224 h 1472498"/>
                  <a:gd name="connsiteX109" fmla="*/ 551561 w 1453388"/>
                  <a:gd name="connsiteY109" fmla="*/ 708084 h 1472498"/>
                  <a:gd name="connsiteX110" fmla="*/ 521081 w 1453388"/>
                  <a:gd name="connsiteY110" fmla="*/ 910269 h 1472498"/>
                  <a:gd name="connsiteX111" fmla="*/ 656336 w 1453388"/>
                  <a:gd name="connsiteY111" fmla="*/ 1108643 h 1472498"/>
                  <a:gd name="connsiteX112" fmla="*/ 885698 w 1453388"/>
                  <a:gd name="connsiteY112" fmla="*/ 1143059 h 1472498"/>
                  <a:gd name="connsiteX113" fmla="*/ 1167257 w 1453388"/>
                  <a:gd name="connsiteY113" fmla="*/ 1081464 h 1472498"/>
                  <a:gd name="connsiteX114" fmla="*/ 1254379 w 1453388"/>
                  <a:gd name="connsiteY114" fmla="*/ 789745 h 1472498"/>
                  <a:gd name="connsiteX115" fmla="*/ 1073404 w 1453388"/>
                  <a:gd name="connsiteY115" fmla="*/ 576766 h 1472498"/>
                  <a:gd name="connsiteX116" fmla="*/ 787400 w 1453388"/>
                  <a:gd name="connsiteY116" fmla="*/ 550224 h 1472498"/>
                  <a:gd name="connsiteX117" fmla="*/ 266700 w 1453388"/>
                  <a:gd name="connsiteY117" fmla="*/ 566480 h 1472498"/>
                  <a:gd name="connsiteX118" fmla="*/ 314071 w 1453388"/>
                  <a:gd name="connsiteY118" fmla="*/ 625407 h 1472498"/>
                  <a:gd name="connsiteX119" fmla="*/ 266700 w 1453388"/>
                  <a:gd name="connsiteY119" fmla="*/ 566480 h 1472498"/>
                  <a:gd name="connsiteX120" fmla="*/ 508508 w 1453388"/>
                  <a:gd name="connsiteY120" fmla="*/ 984309 h 1472498"/>
                  <a:gd name="connsiteX121" fmla="*/ 500888 w 1453388"/>
                  <a:gd name="connsiteY121" fmla="*/ 753677 h 1472498"/>
                  <a:gd name="connsiteX122" fmla="*/ 508508 w 1453388"/>
                  <a:gd name="connsiteY122" fmla="*/ 984309 h 1472498"/>
                  <a:gd name="connsiteX123" fmla="*/ 1274572 w 1453388"/>
                  <a:gd name="connsiteY123" fmla="*/ 752662 h 1472498"/>
                  <a:gd name="connsiteX124" fmla="*/ 1273048 w 1453388"/>
                  <a:gd name="connsiteY124" fmla="*/ 989008 h 1472498"/>
                  <a:gd name="connsiteX125" fmla="*/ 1274572 w 1453388"/>
                  <a:gd name="connsiteY125" fmla="*/ 752662 h 1472498"/>
                  <a:gd name="connsiteX126" fmla="*/ 1310640 w 1453388"/>
                  <a:gd name="connsiteY126" fmla="*/ 1163761 h 1472498"/>
                  <a:gd name="connsiteX127" fmla="*/ 1312418 w 1453388"/>
                  <a:gd name="connsiteY127" fmla="*/ 1303461 h 1472498"/>
                  <a:gd name="connsiteX128" fmla="*/ 1425702 w 1453388"/>
                  <a:gd name="connsiteY128" fmla="*/ 1234119 h 1472498"/>
                  <a:gd name="connsiteX129" fmla="*/ 1310640 w 1453388"/>
                  <a:gd name="connsiteY129" fmla="*/ 1163761 h 1472498"/>
                  <a:gd name="connsiteX130" fmla="*/ 1154557 w 1453388"/>
                  <a:gd name="connsiteY130" fmla="*/ 1181540 h 1472498"/>
                  <a:gd name="connsiteX131" fmla="*/ 1189609 w 1453388"/>
                  <a:gd name="connsiteY131" fmla="*/ 1338005 h 1472498"/>
                  <a:gd name="connsiteX132" fmla="*/ 1241806 w 1453388"/>
                  <a:gd name="connsiteY132" fmla="*/ 1235643 h 1472498"/>
                  <a:gd name="connsiteX133" fmla="*/ 1154557 w 1453388"/>
                  <a:gd name="connsiteY133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414653 w 1453388"/>
                  <a:gd name="connsiteY15" fmla="*/ 279206 h 1472498"/>
                  <a:gd name="connsiteX16" fmla="*/ 1349121 w 1453388"/>
                  <a:gd name="connsiteY16" fmla="*/ 319338 h 1472498"/>
                  <a:gd name="connsiteX17" fmla="*/ 1338961 w 1453388"/>
                  <a:gd name="connsiteY17" fmla="*/ 386520 h 1472498"/>
                  <a:gd name="connsiteX18" fmla="*/ 1206754 w 1453388"/>
                  <a:gd name="connsiteY18" fmla="*/ 380044 h 1472498"/>
                  <a:gd name="connsiteX19" fmla="*/ 1190244 w 1453388"/>
                  <a:gd name="connsiteY19" fmla="*/ 344357 h 1472498"/>
                  <a:gd name="connsiteX20" fmla="*/ 1201801 w 1453388"/>
                  <a:gd name="connsiteY20" fmla="*/ 303844 h 1472498"/>
                  <a:gd name="connsiteX21" fmla="*/ 1082294 w 1453388"/>
                  <a:gd name="connsiteY21" fmla="*/ 261426 h 1472498"/>
                  <a:gd name="connsiteX22" fmla="*/ 945007 w 1453388"/>
                  <a:gd name="connsiteY22" fmla="*/ 390712 h 1472498"/>
                  <a:gd name="connsiteX23" fmla="*/ 895604 w 1453388"/>
                  <a:gd name="connsiteY23" fmla="*/ 397570 h 1472498"/>
                  <a:gd name="connsiteX24" fmla="*/ 895350 w 1453388"/>
                  <a:gd name="connsiteY24" fmla="*/ 515171 h 1472498"/>
                  <a:gd name="connsiteX25" fmla="*/ 1144651 w 1453388"/>
                  <a:gd name="connsiteY25" fmla="*/ 586800 h 1472498"/>
                  <a:gd name="connsiteX26" fmla="*/ 1251204 w 1453388"/>
                  <a:gd name="connsiteY26" fmla="*/ 704528 h 1472498"/>
                  <a:gd name="connsiteX27" fmla="*/ 1340993 w 1453388"/>
                  <a:gd name="connsiteY27" fmla="*/ 779713 h 1472498"/>
                  <a:gd name="connsiteX28" fmla="*/ 1256030 w 1453388"/>
                  <a:gd name="connsiteY28" fmla="*/ 1014155 h 1472498"/>
                  <a:gd name="connsiteX29" fmla="*/ 1237361 w 1453388"/>
                  <a:gd name="connsiteY29" fmla="*/ 1043111 h 1472498"/>
                  <a:gd name="connsiteX30" fmla="*/ 1122934 w 1453388"/>
                  <a:gd name="connsiteY30" fmla="*/ 1135439 h 1472498"/>
                  <a:gd name="connsiteX31" fmla="*/ 1246632 w 1453388"/>
                  <a:gd name="connsiteY31" fmla="*/ 1210624 h 1472498"/>
                  <a:gd name="connsiteX32" fmla="*/ 1310640 w 1453388"/>
                  <a:gd name="connsiteY32" fmla="*/ 1137345 h 1472498"/>
                  <a:gd name="connsiteX33" fmla="*/ 1410843 w 1453388"/>
                  <a:gd name="connsiteY33" fmla="*/ 1154108 h 1472498"/>
                  <a:gd name="connsiteX34" fmla="*/ 1453388 w 1453388"/>
                  <a:gd name="connsiteY34" fmla="*/ 1224720 h 1472498"/>
                  <a:gd name="connsiteX35" fmla="*/ 1383665 w 1453388"/>
                  <a:gd name="connsiteY35" fmla="*/ 1462338 h 1472498"/>
                  <a:gd name="connsiteX36" fmla="*/ 1360424 w 1453388"/>
                  <a:gd name="connsiteY36" fmla="*/ 1465005 h 1472498"/>
                  <a:gd name="connsiteX37" fmla="*/ 1413637 w 1453388"/>
                  <a:gd name="connsiteY37" fmla="*/ 1314509 h 1472498"/>
                  <a:gd name="connsiteX38" fmla="*/ 1331468 w 1453388"/>
                  <a:gd name="connsiteY38" fmla="*/ 1334068 h 1472498"/>
                  <a:gd name="connsiteX39" fmla="*/ 1247394 w 1453388"/>
                  <a:gd name="connsiteY39" fmla="*/ 1274251 h 1472498"/>
                  <a:gd name="connsiteX40" fmla="*/ 1194054 w 1453388"/>
                  <a:gd name="connsiteY40" fmla="*/ 1459036 h 1472498"/>
                  <a:gd name="connsiteX41" fmla="*/ 1192022 w 1453388"/>
                  <a:gd name="connsiteY41" fmla="*/ 1472498 h 1472498"/>
                  <a:gd name="connsiteX42" fmla="*/ 1176909 w 1453388"/>
                  <a:gd name="connsiteY42" fmla="*/ 1457257 h 1472498"/>
                  <a:gd name="connsiteX43" fmla="*/ 1165606 w 1453388"/>
                  <a:gd name="connsiteY43" fmla="*/ 1370136 h 1472498"/>
                  <a:gd name="connsiteX44" fmla="*/ 1128776 w 1453388"/>
                  <a:gd name="connsiteY44" fmla="*/ 1185986 h 1472498"/>
                  <a:gd name="connsiteX45" fmla="*/ 1121791 w 1453388"/>
                  <a:gd name="connsiteY45" fmla="*/ 1162618 h 1472498"/>
                  <a:gd name="connsiteX46" fmla="*/ 950214 w 1453388"/>
                  <a:gd name="connsiteY46" fmla="*/ 1166427 h 1472498"/>
                  <a:gd name="connsiteX47" fmla="*/ 685927 w 1453388"/>
                  <a:gd name="connsiteY47" fmla="*/ 1159062 h 1472498"/>
                  <a:gd name="connsiteX48" fmla="*/ 645795 w 1453388"/>
                  <a:gd name="connsiteY48" fmla="*/ 1182302 h 1472498"/>
                  <a:gd name="connsiteX49" fmla="*/ 599694 w 1453388"/>
                  <a:gd name="connsiteY49" fmla="*/ 1461830 h 1472498"/>
                  <a:gd name="connsiteX50" fmla="*/ 574929 w 1453388"/>
                  <a:gd name="connsiteY50" fmla="*/ 1466020 h 1472498"/>
                  <a:gd name="connsiteX51" fmla="*/ 614299 w 1453388"/>
                  <a:gd name="connsiteY51" fmla="*/ 1184207 h 1472498"/>
                  <a:gd name="connsiteX52" fmla="*/ 481711 w 1453388"/>
                  <a:gd name="connsiteY52" fmla="*/ 1325051 h 1472498"/>
                  <a:gd name="connsiteX53" fmla="*/ 439166 w 1453388"/>
                  <a:gd name="connsiteY53" fmla="*/ 1458527 h 1472498"/>
                  <a:gd name="connsiteX54" fmla="*/ 413258 w 1453388"/>
                  <a:gd name="connsiteY54" fmla="*/ 1468814 h 1472498"/>
                  <a:gd name="connsiteX55" fmla="*/ 520319 w 1453388"/>
                  <a:gd name="connsiteY55" fmla="*/ 1228657 h 1472498"/>
                  <a:gd name="connsiteX56" fmla="*/ 650621 w 1453388"/>
                  <a:gd name="connsiteY56" fmla="*/ 1136963 h 1472498"/>
                  <a:gd name="connsiteX57" fmla="*/ 524637 w 1453388"/>
                  <a:gd name="connsiteY57" fmla="*/ 1011361 h 1472498"/>
                  <a:gd name="connsiteX58" fmla="*/ 446024 w 1453388"/>
                  <a:gd name="connsiteY58" fmla="*/ 970720 h 1472498"/>
                  <a:gd name="connsiteX59" fmla="*/ 414147 w 1453388"/>
                  <a:gd name="connsiteY59" fmla="*/ 824925 h 1472498"/>
                  <a:gd name="connsiteX60" fmla="*/ 513842 w 1453388"/>
                  <a:gd name="connsiteY60" fmla="*/ 724849 h 1472498"/>
                  <a:gd name="connsiteX61" fmla="*/ 691896 w 1453388"/>
                  <a:gd name="connsiteY61" fmla="*/ 550477 h 1472498"/>
                  <a:gd name="connsiteX62" fmla="*/ 869061 w 1453388"/>
                  <a:gd name="connsiteY62" fmla="*/ 514409 h 1472498"/>
                  <a:gd name="connsiteX63" fmla="*/ 869061 w 1453388"/>
                  <a:gd name="connsiteY63" fmla="*/ 398458 h 1472498"/>
                  <a:gd name="connsiteX64" fmla="*/ 722757 w 1453388"/>
                  <a:gd name="connsiteY64" fmla="*/ 301684 h 1472498"/>
                  <a:gd name="connsiteX65" fmla="*/ 610616 w 1453388"/>
                  <a:gd name="connsiteY65" fmla="*/ 358453 h 1472498"/>
                  <a:gd name="connsiteX66" fmla="*/ 598932 w 1453388"/>
                  <a:gd name="connsiteY66" fmla="*/ 438082 h 1472498"/>
                  <a:gd name="connsiteX67" fmla="*/ 511556 w 1453388"/>
                  <a:gd name="connsiteY67" fmla="*/ 439860 h 1472498"/>
                  <a:gd name="connsiteX68" fmla="*/ 475615 w 1453388"/>
                  <a:gd name="connsiteY68" fmla="*/ 374328 h 1472498"/>
                  <a:gd name="connsiteX69" fmla="*/ 395224 w 1453388"/>
                  <a:gd name="connsiteY69" fmla="*/ 348801 h 1472498"/>
                  <a:gd name="connsiteX70" fmla="*/ 326771 w 1453388"/>
                  <a:gd name="connsiteY70" fmla="*/ 533713 h 1472498"/>
                  <a:gd name="connsiteX71" fmla="*/ 356489 w 1453388"/>
                  <a:gd name="connsiteY71" fmla="*/ 561400 h 1472498"/>
                  <a:gd name="connsiteX72" fmla="*/ 290703 w 1453388"/>
                  <a:gd name="connsiteY72" fmla="*/ 659189 h 1472498"/>
                  <a:gd name="connsiteX73" fmla="*/ 241808 w 1453388"/>
                  <a:gd name="connsiteY73" fmla="*/ 552890 h 1472498"/>
                  <a:gd name="connsiteX74" fmla="*/ 300228 w 1453388"/>
                  <a:gd name="connsiteY74" fmla="*/ 527871 h 1472498"/>
                  <a:gd name="connsiteX75" fmla="*/ 349250 w 1453388"/>
                  <a:gd name="connsiteY75" fmla="*/ 400871 h 1472498"/>
                  <a:gd name="connsiteX76" fmla="*/ 372999 w 1453388"/>
                  <a:gd name="connsiteY76" fmla="*/ 338895 h 1472498"/>
                  <a:gd name="connsiteX77" fmla="*/ 180721 w 1453388"/>
                  <a:gd name="connsiteY77" fmla="*/ 261933 h 1472498"/>
                  <a:gd name="connsiteX78" fmla="*/ 131445 w 1453388"/>
                  <a:gd name="connsiteY78" fmla="*/ 300288 h 1472498"/>
                  <a:gd name="connsiteX79" fmla="*/ 34798 w 1453388"/>
                  <a:gd name="connsiteY79" fmla="*/ 262441 h 1472498"/>
                  <a:gd name="connsiteX80" fmla="*/ 62103 w 1453388"/>
                  <a:gd name="connsiteY80" fmla="*/ 148014 h 1472498"/>
                  <a:gd name="connsiteX81" fmla="*/ 130175 w 1453388"/>
                  <a:gd name="connsiteY81" fmla="*/ 143696 h 1472498"/>
                  <a:gd name="connsiteX82" fmla="*/ 124587 w 1453388"/>
                  <a:gd name="connsiteY82" fmla="*/ 109660 h 1472498"/>
                  <a:gd name="connsiteX83" fmla="*/ 0 w 1453388"/>
                  <a:gd name="connsiteY83" fmla="*/ 45399 h 1472498"/>
                  <a:gd name="connsiteX84" fmla="*/ 32893 w 1453388"/>
                  <a:gd name="connsiteY84" fmla="*/ 36127 h 1472498"/>
                  <a:gd name="connsiteX85" fmla="*/ 65278 w 1453388"/>
                  <a:gd name="connsiteY85" fmla="*/ 60765 h 1472498"/>
                  <a:gd name="connsiteX86" fmla="*/ 280543 w 1453388"/>
                  <a:gd name="connsiteY86" fmla="*/ 123757 h 1472498"/>
                  <a:gd name="connsiteX87" fmla="*/ 32893 w 1453388"/>
                  <a:gd name="connsiteY87" fmla="*/ 36127 h 1472498"/>
                  <a:gd name="connsiteX88" fmla="*/ 839978 w 1453388"/>
                  <a:gd name="connsiteY88" fmla="*/ 33334 h 1472498"/>
                  <a:gd name="connsiteX89" fmla="*/ 729488 w 1453388"/>
                  <a:gd name="connsiteY89" fmla="*/ 140649 h 1472498"/>
                  <a:gd name="connsiteX90" fmla="*/ 886968 w 1453388"/>
                  <a:gd name="connsiteY90" fmla="*/ 369883 h 1472498"/>
                  <a:gd name="connsiteX91" fmla="*/ 1055370 w 1453388"/>
                  <a:gd name="connsiteY91" fmla="*/ 257362 h 1472498"/>
                  <a:gd name="connsiteX92" fmla="*/ 993902 w 1453388"/>
                  <a:gd name="connsiteY92" fmla="*/ 60765 h 1472498"/>
                  <a:gd name="connsiteX93" fmla="*/ 839978 w 1453388"/>
                  <a:gd name="connsiteY93" fmla="*/ 33334 h 1472498"/>
                  <a:gd name="connsiteX94" fmla="*/ 77851 w 1453388"/>
                  <a:gd name="connsiteY94" fmla="*/ 172526 h 1472498"/>
                  <a:gd name="connsiteX95" fmla="*/ 54356 w 1453388"/>
                  <a:gd name="connsiteY95" fmla="*/ 238565 h 1472498"/>
                  <a:gd name="connsiteX96" fmla="*/ 125984 w 1453388"/>
                  <a:gd name="connsiteY96" fmla="*/ 274126 h 1472498"/>
                  <a:gd name="connsiteX97" fmla="*/ 170180 w 1453388"/>
                  <a:gd name="connsiteY97" fmla="*/ 225484 h 1472498"/>
                  <a:gd name="connsiteX98" fmla="*/ 77851 w 1453388"/>
                  <a:gd name="connsiteY98" fmla="*/ 172526 h 1472498"/>
                  <a:gd name="connsiteX99" fmla="*/ 1245489 w 1453388"/>
                  <a:gd name="connsiteY99" fmla="*/ 298890 h 1472498"/>
                  <a:gd name="connsiteX100" fmla="*/ 1229868 w 1453388"/>
                  <a:gd name="connsiteY100" fmla="*/ 369502 h 1472498"/>
                  <a:gd name="connsiteX101" fmla="*/ 1323594 w 1453388"/>
                  <a:gd name="connsiteY101" fmla="*/ 351722 h 1472498"/>
                  <a:gd name="connsiteX102" fmla="*/ 1245489 w 1453388"/>
                  <a:gd name="connsiteY102" fmla="*/ 298890 h 1472498"/>
                  <a:gd name="connsiteX103" fmla="*/ 517779 w 1453388"/>
                  <a:gd name="connsiteY103" fmla="*/ 356040 h 1472498"/>
                  <a:gd name="connsiteX104" fmla="*/ 557530 w 1453388"/>
                  <a:gd name="connsiteY104" fmla="*/ 422081 h 1472498"/>
                  <a:gd name="connsiteX105" fmla="*/ 581279 w 1453388"/>
                  <a:gd name="connsiteY105" fmla="*/ 355406 h 1472498"/>
                  <a:gd name="connsiteX106" fmla="*/ 517779 w 1453388"/>
                  <a:gd name="connsiteY106" fmla="*/ 356040 h 1472498"/>
                  <a:gd name="connsiteX107" fmla="*/ 787400 w 1453388"/>
                  <a:gd name="connsiteY107" fmla="*/ 550224 h 1472498"/>
                  <a:gd name="connsiteX108" fmla="*/ 551561 w 1453388"/>
                  <a:gd name="connsiteY108" fmla="*/ 708084 h 1472498"/>
                  <a:gd name="connsiteX109" fmla="*/ 521081 w 1453388"/>
                  <a:gd name="connsiteY109" fmla="*/ 910269 h 1472498"/>
                  <a:gd name="connsiteX110" fmla="*/ 656336 w 1453388"/>
                  <a:gd name="connsiteY110" fmla="*/ 1108643 h 1472498"/>
                  <a:gd name="connsiteX111" fmla="*/ 885698 w 1453388"/>
                  <a:gd name="connsiteY111" fmla="*/ 1143059 h 1472498"/>
                  <a:gd name="connsiteX112" fmla="*/ 1167257 w 1453388"/>
                  <a:gd name="connsiteY112" fmla="*/ 1081464 h 1472498"/>
                  <a:gd name="connsiteX113" fmla="*/ 1254379 w 1453388"/>
                  <a:gd name="connsiteY113" fmla="*/ 789745 h 1472498"/>
                  <a:gd name="connsiteX114" fmla="*/ 1073404 w 1453388"/>
                  <a:gd name="connsiteY114" fmla="*/ 576766 h 1472498"/>
                  <a:gd name="connsiteX115" fmla="*/ 787400 w 1453388"/>
                  <a:gd name="connsiteY115" fmla="*/ 550224 h 1472498"/>
                  <a:gd name="connsiteX116" fmla="*/ 266700 w 1453388"/>
                  <a:gd name="connsiteY116" fmla="*/ 566480 h 1472498"/>
                  <a:gd name="connsiteX117" fmla="*/ 314071 w 1453388"/>
                  <a:gd name="connsiteY117" fmla="*/ 625407 h 1472498"/>
                  <a:gd name="connsiteX118" fmla="*/ 266700 w 1453388"/>
                  <a:gd name="connsiteY118" fmla="*/ 566480 h 1472498"/>
                  <a:gd name="connsiteX119" fmla="*/ 508508 w 1453388"/>
                  <a:gd name="connsiteY119" fmla="*/ 984309 h 1472498"/>
                  <a:gd name="connsiteX120" fmla="*/ 500888 w 1453388"/>
                  <a:gd name="connsiteY120" fmla="*/ 753677 h 1472498"/>
                  <a:gd name="connsiteX121" fmla="*/ 508508 w 1453388"/>
                  <a:gd name="connsiteY121" fmla="*/ 984309 h 1472498"/>
                  <a:gd name="connsiteX122" fmla="*/ 1274572 w 1453388"/>
                  <a:gd name="connsiteY122" fmla="*/ 752662 h 1472498"/>
                  <a:gd name="connsiteX123" fmla="*/ 1273048 w 1453388"/>
                  <a:gd name="connsiteY123" fmla="*/ 989008 h 1472498"/>
                  <a:gd name="connsiteX124" fmla="*/ 1274572 w 1453388"/>
                  <a:gd name="connsiteY124" fmla="*/ 752662 h 1472498"/>
                  <a:gd name="connsiteX125" fmla="*/ 1310640 w 1453388"/>
                  <a:gd name="connsiteY125" fmla="*/ 1163761 h 1472498"/>
                  <a:gd name="connsiteX126" fmla="*/ 1312418 w 1453388"/>
                  <a:gd name="connsiteY126" fmla="*/ 1303461 h 1472498"/>
                  <a:gd name="connsiteX127" fmla="*/ 1425702 w 1453388"/>
                  <a:gd name="connsiteY127" fmla="*/ 1234119 h 1472498"/>
                  <a:gd name="connsiteX128" fmla="*/ 1310640 w 1453388"/>
                  <a:gd name="connsiteY128" fmla="*/ 1163761 h 1472498"/>
                  <a:gd name="connsiteX129" fmla="*/ 1154557 w 1453388"/>
                  <a:gd name="connsiteY129" fmla="*/ 1181540 h 1472498"/>
                  <a:gd name="connsiteX130" fmla="*/ 1189609 w 1453388"/>
                  <a:gd name="connsiteY130" fmla="*/ 1338005 h 1472498"/>
                  <a:gd name="connsiteX131" fmla="*/ 1241806 w 1453388"/>
                  <a:gd name="connsiteY131" fmla="*/ 1235643 h 1472498"/>
                  <a:gd name="connsiteX132" fmla="*/ 1154557 w 1453388"/>
                  <a:gd name="connsiteY132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349121 w 1453388"/>
                  <a:gd name="connsiteY15" fmla="*/ 319338 h 1472498"/>
                  <a:gd name="connsiteX16" fmla="*/ 1338961 w 1453388"/>
                  <a:gd name="connsiteY16" fmla="*/ 386520 h 1472498"/>
                  <a:gd name="connsiteX17" fmla="*/ 1206754 w 1453388"/>
                  <a:gd name="connsiteY17" fmla="*/ 380044 h 1472498"/>
                  <a:gd name="connsiteX18" fmla="*/ 1190244 w 1453388"/>
                  <a:gd name="connsiteY18" fmla="*/ 344357 h 1472498"/>
                  <a:gd name="connsiteX19" fmla="*/ 1201801 w 1453388"/>
                  <a:gd name="connsiteY19" fmla="*/ 303844 h 1472498"/>
                  <a:gd name="connsiteX20" fmla="*/ 1082294 w 1453388"/>
                  <a:gd name="connsiteY20" fmla="*/ 261426 h 1472498"/>
                  <a:gd name="connsiteX21" fmla="*/ 945007 w 1453388"/>
                  <a:gd name="connsiteY21" fmla="*/ 390712 h 1472498"/>
                  <a:gd name="connsiteX22" fmla="*/ 895604 w 1453388"/>
                  <a:gd name="connsiteY22" fmla="*/ 397570 h 1472498"/>
                  <a:gd name="connsiteX23" fmla="*/ 895350 w 1453388"/>
                  <a:gd name="connsiteY23" fmla="*/ 515171 h 1472498"/>
                  <a:gd name="connsiteX24" fmla="*/ 1144651 w 1453388"/>
                  <a:gd name="connsiteY24" fmla="*/ 586800 h 1472498"/>
                  <a:gd name="connsiteX25" fmla="*/ 1251204 w 1453388"/>
                  <a:gd name="connsiteY25" fmla="*/ 704528 h 1472498"/>
                  <a:gd name="connsiteX26" fmla="*/ 1340993 w 1453388"/>
                  <a:gd name="connsiteY26" fmla="*/ 779713 h 1472498"/>
                  <a:gd name="connsiteX27" fmla="*/ 1256030 w 1453388"/>
                  <a:gd name="connsiteY27" fmla="*/ 1014155 h 1472498"/>
                  <a:gd name="connsiteX28" fmla="*/ 1237361 w 1453388"/>
                  <a:gd name="connsiteY28" fmla="*/ 1043111 h 1472498"/>
                  <a:gd name="connsiteX29" fmla="*/ 1122934 w 1453388"/>
                  <a:gd name="connsiteY29" fmla="*/ 1135439 h 1472498"/>
                  <a:gd name="connsiteX30" fmla="*/ 1246632 w 1453388"/>
                  <a:gd name="connsiteY30" fmla="*/ 1210624 h 1472498"/>
                  <a:gd name="connsiteX31" fmla="*/ 1310640 w 1453388"/>
                  <a:gd name="connsiteY31" fmla="*/ 1137345 h 1472498"/>
                  <a:gd name="connsiteX32" fmla="*/ 1410843 w 1453388"/>
                  <a:gd name="connsiteY32" fmla="*/ 1154108 h 1472498"/>
                  <a:gd name="connsiteX33" fmla="*/ 1453388 w 1453388"/>
                  <a:gd name="connsiteY33" fmla="*/ 1224720 h 1472498"/>
                  <a:gd name="connsiteX34" fmla="*/ 1383665 w 1453388"/>
                  <a:gd name="connsiteY34" fmla="*/ 1462338 h 1472498"/>
                  <a:gd name="connsiteX35" fmla="*/ 1360424 w 1453388"/>
                  <a:gd name="connsiteY35" fmla="*/ 1465005 h 1472498"/>
                  <a:gd name="connsiteX36" fmla="*/ 1413637 w 1453388"/>
                  <a:gd name="connsiteY36" fmla="*/ 1314509 h 1472498"/>
                  <a:gd name="connsiteX37" fmla="*/ 1331468 w 1453388"/>
                  <a:gd name="connsiteY37" fmla="*/ 1334068 h 1472498"/>
                  <a:gd name="connsiteX38" fmla="*/ 1247394 w 1453388"/>
                  <a:gd name="connsiteY38" fmla="*/ 1274251 h 1472498"/>
                  <a:gd name="connsiteX39" fmla="*/ 1194054 w 1453388"/>
                  <a:gd name="connsiteY39" fmla="*/ 1459036 h 1472498"/>
                  <a:gd name="connsiteX40" fmla="*/ 1192022 w 1453388"/>
                  <a:gd name="connsiteY40" fmla="*/ 1472498 h 1472498"/>
                  <a:gd name="connsiteX41" fmla="*/ 1176909 w 1453388"/>
                  <a:gd name="connsiteY41" fmla="*/ 1457257 h 1472498"/>
                  <a:gd name="connsiteX42" fmla="*/ 1165606 w 1453388"/>
                  <a:gd name="connsiteY42" fmla="*/ 1370136 h 1472498"/>
                  <a:gd name="connsiteX43" fmla="*/ 1128776 w 1453388"/>
                  <a:gd name="connsiteY43" fmla="*/ 1185986 h 1472498"/>
                  <a:gd name="connsiteX44" fmla="*/ 1121791 w 1453388"/>
                  <a:gd name="connsiteY44" fmla="*/ 1162618 h 1472498"/>
                  <a:gd name="connsiteX45" fmla="*/ 950214 w 1453388"/>
                  <a:gd name="connsiteY45" fmla="*/ 1166427 h 1472498"/>
                  <a:gd name="connsiteX46" fmla="*/ 685927 w 1453388"/>
                  <a:gd name="connsiteY46" fmla="*/ 1159062 h 1472498"/>
                  <a:gd name="connsiteX47" fmla="*/ 645795 w 1453388"/>
                  <a:gd name="connsiteY47" fmla="*/ 1182302 h 1472498"/>
                  <a:gd name="connsiteX48" fmla="*/ 599694 w 1453388"/>
                  <a:gd name="connsiteY48" fmla="*/ 1461830 h 1472498"/>
                  <a:gd name="connsiteX49" fmla="*/ 574929 w 1453388"/>
                  <a:gd name="connsiteY49" fmla="*/ 1466020 h 1472498"/>
                  <a:gd name="connsiteX50" fmla="*/ 614299 w 1453388"/>
                  <a:gd name="connsiteY50" fmla="*/ 1184207 h 1472498"/>
                  <a:gd name="connsiteX51" fmla="*/ 481711 w 1453388"/>
                  <a:gd name="connsiteY51" fmla="*/ 1325051 h 1472498"/>
                  <a:gd name="connsiteX52" fmla="*/ 439166 w 1453388"/>
                  <a:gd name="connsiteY52" fmla="*/ 1458527 h 1472498"/>
                  <a:gd name="connsiteX53" fmla="*/ 413258 w 1453388"/>
                  <a:gd name="connsiteY53" fmla="*/ 1468814 h 1472498"/>
                  <a:gd name="connsiteX54" fmla="*/ 520319 w 1453388"/>
                  <a:gd name="connsiteY54" fmla="*/ 1228657 h 1472498"/>
                  <a:gd name="connsiteX55" fmla="*/ 650621 w 1453388"/>
                  <a:gd name="connsiteY55" fmla="*/ 1136963 h 1472498"/>
                  <a:gd name="connsiteX56" fmla="*/ 524637 w 1453388"/>
                  <a:gd name="connsiteY56" fmla="*/ 1011361 h 1472498"/>
                  <a:gd name="connsiteX57" fmla="*/ 446024 w 1453388"/>
                  <a:gd name="connsiteY57" fmla="*/ 970720 h 1472498"/>
                  <a:gd name="connsiteX58" fmla="*/ 414147 w 1453388"/>
                  <a:gd name="connsiteY58" fmla="*/ 824925 h 1472498"/>
                  <a:gd name="connsiteX59" fmla="*/ 513842 w 1453388"/>
                  <a:gd name="connsiteY59" fmla="*/ 724849 h 1472498"/>
                  <a:gd name="connsiteX60" fmla="*/ 691896 w 1453388"/>
                  <a:gd name="connsiteY60" fmla="*/ 550477 h 1472498"/>
                  <a:gd name="connsiteX61" fmla="*/ 869061 w 1453388"/>
                  <a:gd name="connsiteY61" fmla="*/ 514409 h 1472498"/>
                  <a:gd name="connsiteX62" fmla="*/ 869061 w 1453388"/>
                  <a:gd name="connsiteY62" fmla="*/ 398458 h 1472498"/>
                  <a:gd name="connsiteX63" fmla="*/ 722757 w 1453388"/>
                  <a:gd name="connsiteY63" fmla="*/ 301684 h 1472498"/>
                  <a:gd name="connsiteX64" fmla="*/ 610616 w 1453388"/>
                  <a:gd name="connsiteY64" fmla="*/ 358453 h 1472498"/>
                  <a:gd name="connsiteX65" fmla="*/ 598932 w 1453388"/>
                  <a:gd name="connsiteY65" fmla="*/ 438082 h 1472498"/>
                  <a:gd name="connsiteX66" fmla="*/ 511556 w 1453388"/>
                  <a:gd name="connsiteY66" fmla="*/ 439860 h 1472498"/>
                  <a:gd name="connsiteX67" fmla="*/ 475615 w 1453388"/>
                  <a:gd name="connsiteY67" fmla="*/ 374328 h 1472498"/>
                  <a:gd name="connsiteX68" fmla="*/ 395224 w 1453388"/>
                  <a:gd name="connsiteY68" fmla="*/ 348801 h 1472498"/>
                  <a:gd name="connsiteX69" fmla="*/ 326771 w 1453388"/>
                  <a:gd name="connsiteY69" fmla="*/ 533713 h 1472498"/>
                  <a:gd name="connsiteX70" fmla="*/ 356489 w 1453388"/>
                  <a:gd name="connsiteY70" fmla="*/ 561400 h 1472498"/>
                  <a:gd name="connsiteX71" fmla="*/ 290703 w 1453388"/>
                  <a:gd name="connsiteY71" fmla="*/ 659189 h 1472498"/>
                  <a:gd name="connsiteX72" fmla="*/ 241808 w 1453388"/>
                  <a:gd name="connsiteY72" fmla="*/ 552890 h 1472498"/>
                  <a:gd name="connsiteX73" fmla="*/ 300228 w 1453388"/>
                  <a:gd name="connsiteY73" fmla="*/ 527871 h 1472498"/>
                  <a:gd name="connsiteX74" fmla="*/ 349250 w 1453388"/>
                  <a:gd name="connsiteY74" fmla="*/ 400871 h 1472498"/>
                  <a:gd name="connsiteX75" fmla="*/ 372999 w 1453388"/>
                  <a:gd name="connsiteY75" fmla="*/ 338895 h 1472498"/>
                  <a:gd name="connsiteX76" fmla="*/ 180721 w 1453388"/>
                  <a:gd name="connsiteY76" fmla="*/ 261933 h 1472498"/>
                  <a:gd name="connsiteX77" fmla="*/ 131445 w 1453388"/>
                  <a:gd name="connsiteY77" fmla="*/ 300288 h 1472498"/>
                  <a:gd name="connsiteX78" fmla="*/ 34798 w 1453388"/>
                  <a:gd name="connsiteY78" fmla="*/ 262441 h 1472498"/>
                  <a:gd name="connsiteX79" fmla="*/ 62103 w 1453388"/>
                  <a:gd name="connsiteY79" fmla="*/ 148014 h 1472498"/>
                  <a:gd name="connsiteX80" fmla="*/ 130175 w 1453388"/>
                  <a:gd name="connsiteY80" fmla="*/ 143696 h 1472498"/>
                  <a:gd name="connsiteX81" fmla="*/ 124587 w 1453388"/>
                  <a:gd name="connsiteY81" fmla="*/ 109660 h 1472498"/>
                  <a:gd name="connsiteX82" fmla="*/ 0 w 1453388"/>
                  <a:gd name="connsiteY82" fmla="*/ 45399 h 1472498"/>
                  <a:gd name="connsiteX83" fmla="*/ 32893 w 1453388"/>
                  <a:gd name="connsiteY83" fmla="*/ 36127 h 1472498"/>
                  <a:gd name="connsiteX84" fmla="*/ 65278 w 1453388"/>
                  <a:gd name="connsiteY84" fmla="*/ 60765 h 1472498"/>
                  <a:gd name="connsiteX85" fmla="*/ 280543 w 1453388"/>
                  <a:gd name="connsiteY85" fmla="*/ 123757 h 1472498"/>
                  <a:gd name="connsiteX86" fmla="*/ 32893 w 1453388"/>
                  <a:gd name="connsiteY86" fmla="*/ 36127 h 1472498"/>
                  <a:gd name="connsiteX87" fmla="*/ 839978 w 1453388"/>
                  <a:gd name="connsiteY87" fmla="*/ 33334 h 1472498"/>
                  <a:gd name="connsiteX88" fmla="*/ 729488 w 1453388"/>
                  <a:gd name="connsiteY88" fmla="*/ 140649 h 1472498"/>
                  <a:gd name="connsiteX89" fmla="*/ 886968 w 1453388"/>
                  <a:gd name="connsiteY89" fmla="*/ 369883 h 1472498"/>
                  <a:gd name="connsiteX90" fmla="*/ 1055370 w 1453388"/>
                  <a:gd name="connsiteY90" fmla="*/ 257362 h 1472498"/>
                  <a:gd name="connsiteX91" fmla="*/ 993902 w 1453388"/>
                  <a:gd name="connsiteY91" fmla="*/ 60765 h 1472498"/>
                  <a:gd name="connsiteX92" fmla="*/ 839978 w 1453388"/>
                  <a:gd name="connsiteY92" fmla="*/ 33334 h 1472498"/>
                  <a:gd name="connsiteX93" fmla="*/ 77851 w 1453388"/>
                  <a:gd name="connsiteY93" fmla="*/ 172526 h 1472498"/>
                  <a:gd name="connsiteX94" fmla="*/ 54356 w 1453388"/>
                  <a:gd name="connsiteY94" fmla="*/ 238565 h 1472498"/>
                  <a:gd name="connsiteX95" fmla="*/ 125984 w 1453388"/>
                  <a:gd name="connsiteY95" fmla="*/ 274126 h 1472498"/>
                  <a:gd name="connsiteX96" fmla="*/ 170180 w 1453388"/>
                  <a:gd name="connsiteY96" fmla="*/ 225484 h 1472498"/>
                  <a:gd name="connsiteX97" fmla="*/ 77851 w 1453388"/>
                  <a:gd name="connsiteY97" fmla="*/ 172526 h 1472498"/>
                  <a:gd name="connsiteX98" fmla="*/ 1245489 w 1453388"/>
                  <a:gd name="connsiteY98" fmla="*/ 298890 h 1472498"/>
                  <a:gd name="connsiteX99" fmla="*/ 1229868 w 1453388"/>
                  <a:gd name="connsiteY99" fmla="*/ 369502 h 1472498"/>
                  <a:gd name="connsiteX100" fmla="*/ 1323594 w 1453388"/>
                  <a:gd name="connsiteY100" fmla="*/ 351722 h 1472498"/>
                  <a:gd name="connsiteX101" fmla="*/ 1245489 w 1453388"/>
                  <a:gd name="connsiteY101" fmla="*/ 298890 h 1472498"/>
                  <a:gd name="connsiteX102" fmla="*/ 517779 w 1453388"/>
                  <a:gd name="connsiteY102" fmla="*/ 356040 h 1472498"/>
                  <a:gd name="connsiteX103" fmla="*/ 557530 w 1453388"/>
                  <a:gd name="connsiteY103" fmla="*/ 422081 h 1472498"/>
                  <a:gd name="connsiteX104" fmla="*/ 581279 w 1453388"/>
                  <a:gd name="connsiteY104" fmla="*/ 355406 h 1472498"/>
                  <a:gd name="connsiteX105" fmla="*/ 517779 w 1453388"/>
                  <a:gd name="connsiteY105" fmla="*/ 356040 h 1472498"/>
                  <a:gd name="connsiteX106" fmla="*/ 787400 w 1453388"/>
                  <a:gd name="connsiteY106" fmla="*/ 550224 h 1472498"/>
                  <a:gd name="connsiteX107" fmla="*/ 551561 w 1453388"/>
                  <a:gd name="connsiteY107" fmla="*/ 708084 h 1472498"/>
                  <a:gd name="connsiteX108" fmla="*/ 521081 w 1453388"/>
                  <a:gd name="connsiteY108" fmla="*/ 910269 h 1472498"/>
                  <a:gd name="connsiteX109" fmla="*/ 656336 w 1453388"/>
                  <a:gd name="connsiteY109" fmla="*/ 1108643 h 1472498"/>
                  <a:gd name="connsiteX110" fmla="*/ 885698 w 1453388"/>
                  <a:gd name="connsiteY110" fmla="*/ 1143059 h 1472498"/>
                  <a:gd name="connsiteX111" fmla="*/ 1167257 w 1453388"/>
                  <a:gd name="connsiteY111" fmla="*/ 1081464 h 1472498"/>
                  <a:gd name="connsiteX112" fmla="*/ 1254379 w 1453388"/>
                  <a:gd name="connsiteY112" fmla="*/ 789745 h 1472498"/>
                  <a:gd name="connsiteX113" fmla="*/ 1073404 w 1453388"/>
                  <a:gd name="connsiteY113" fmla="*/ 576766 h 1472498"/>
                  <a:gd name="connsiteX114" fmla="*/ 787400 w 1453388"/>
                  <a:gd name="connsiteY114" fmla="*/ 550224 h 1472498"/>
                  <a:gd name="connsiteX115" fmla="*/ 266700 w 1453388"/>
                  <a:gd name="connsiteY115" fmla="*/ 566480 h 1472498"/>
                  <a:gd name="connsiteX116" fmla="*/ 314071 w 1453388"/>
                  <a:gd name="connsiteY116" fmla="*/ 625407 h 1472498"/>
                  <a:gd name="connsiteX117" fmla="*/ 266700 w 1453388"/>
                  <a:gd name="connsiteY117" fmla="*/ 566480 h 1472498"/>
                  <a:gd name="connsiteX118" fmla="*/ 508508 w 1453388"/>
                  <a:gd name="connsiteY118" fmla="*/ 984309 h 1472498"/>
                  <a:gd name="connsiteX119" fmla="*/ 500888 w 1453388"/>
                  <a:gd name="connsiteY119" fmla="*/ 753677 h 1472498"/>
                  <a:gd name="connsiteX120" fmla="*/ 508508 w 1453388"/>
                  <a:gd name="connsiteY120" fmla="*/ 984309 h 1472498"/>
                  <a:gd name="connsiteX121" fmla="*/ 1274572 w 1453388"/>
                  <a:gd name="connsiteY121" fmla="*/ 752662 h 1472498"/>
                  <a:gd name="connsiteX122" fmla="*/ 1273048 w 1453388"/>
                  <a:gd name="connsiteY122" fmla="*/ 989008 h 1472498"/>
                  <a:gd name="connsiteX123" fmla="*/ 1274572 w 1453388"/>
                  <a:gd name="connsiteY123" fmla="*/ 752662 h 1472498"/>
                  <a:gd name="connsiteX124" fmla="*/ 1310640 w 1453388"/>
                  <a:gd name="connsiteY124" fmla="*/ 1163761 h 1472498"/>
                  <a:gd name="connsiteX125" fmla="*/ 1312418 w 1453388"/>
                  <a:gd name="connsiteY125" fmla="*/ 1303461 h 1472498"/>
                  <a:gd name="connsiteX126" fmla="*/ 1425702 w 1453388"/>
                  <a:gd name="connsiteY126" fmla="*/ 1234119 h 1472498"/>
                  <a:gd name="connsiteX127" fmla="*/ 1310640 w 1453388"/>
                  <a:gd name="connsiteY127" fmla="*/ 1163761 h 1472498"/>
                  <a:gd name="connsiteX128" fmla="*/ 1154557 w 1453388"/>
                  <a:gd name="connsiteY128" fmla="*/ 1181540 h 1472498"/>
                  <a:gd name="connsiteX129" fmla="*/ 1189609 w 1453388"/>
                  <a:gd name="connsiteY129" fmla="*/ 1338005 h 1472498"/>
                  <a:gd name="connsiteX130" fmla="*/ 1241806 w 1453388"/>
                  <a:gd name="connsiteY130" fmla="*/ 1235643 h 1472498"/>
                  <a:gd name="connsiteX131" fmla="*/ 1154557 w 1453388"/>
                  <a:gd name="connsiteY131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49121 w 1453388"/>
                  <a:gd name="connsiteY14" fmla="*/ 319338 h 1472498"/>
                  <a:gd name="connsiteX15" fmla="*/ 1338961 w 1453388"/>
                  <a:gd name="connsiteY15" fmla="*/ 386520 h 1472498"/>
                  <a:gd name="connsiteX16" fmla="*/ 1206754 w 1453388"/>
                  <a:gd name="connsiteY16" fmla="*/ 380044 h 1472498"/>
                  <a:gd name="connsiteX17" fmla="*/ 1190244 w 1453388"/>
                  <a:gd name="connsiteY17" fmla="*/ 344357 h 1472498"/>
                  <a:gd name="connsiteX18" fmla="*/ 1201801 w 1453388"/>
                  <a:gd name="connsiteY18" fmla="*/ 303844 h 1472498"/>
                  <a:gd name="connsiteX19" fmla="*/ 1082294 w 1453388"/>
                  <a:gd name="connsiteY19" fmla="*/ 261426 h 1472498"/>
                  <a:gd name="connsiteX20" fmla="*/ 945007 w 1453388"/>
                  <a:gd name="connsiteY20" fmla="*/ 390712 h 1472498"/>
                  <a:gd name="connsiteX21" fmla="*/ 895604 w 1453388"/>
                  <a:gd name="connsiteY21" fmla="*/ 397570 h 1472498"/>
                  <a:gd name="connsiteX22" fmla="*/ 895350 w 1453388"/>
                  <a:gd name="connsiteY22" fmla="*/ 515171 h 1472498"/>
                  <a:gd name="connsiteX23" fmla="*/ 1144651 w 1453388"/>
                  <a:gd name="connsiteY23" fmla="*/ 586800 h 1472498"/>
                  <a:gd name="connsiteX24" fmla="*/ 1251204 w 1453388"/>
                  <a:gd name="connsiteY24" fmla="*/ 704528 h 1472498"/>
                  <a:gd name="connsiteX25" fmla="*/ 1340993 w 1453388"/>
                  <a:gd name="connsiteY25" fmla="*/ 779713 h 1472498"/>
                  <a:gd name="connsiteX26" fmla="*/ 1256030 w 1453388"/>
                  <a:gd name="connsiteY26" fmla="*/ 1014155 h 1472498"/>
                  <a:gd name="connsiteX27" fmla="*/ 1237361 w 1453388"/>
                  <a:gd name="connsiteY27" fmla="*/ 1043111 h 1472498"/>
                  <a:gd name="connsiteX28" fmla="*/ 1122934 w 1453388"/>
                  <a:gd name="connsiteY28" fmla="*/ 1135439 h 1472498"/>
                  <a:gd name="connsiteX29" fmla="*/ 1246632 w 1453388"/>
                  <a:gd name="connsiteY29" fmla="*/ 1210624 h 1472498"/>
                  <a:gd name="connsiteX30" fmla="*/ 1310640 w 1453388"/>
                  <a:gd name="connsiteY30" fmla="*/ 1137345 h 1472498"/>
                  <a:gd name="connsiteX31" fmla="*/ 1410843 w 1453388"/>
                  <a:gd name="connsiteY31" fmla="*/ 1154108 h 1472498"/>
                  <a:gd name="connsiteX32" fmla="*/ 1453388 w 1453388"/>
                  <a:gd name="connsiteY32" fmla="*/ 1224720 h 1472498"/>
                  <a:gd name="connsiteX33" fmla="*/ 1383665 w 1453388"/>
                  <a:gd name="connsiteY33" fmla="*/ 1462338 h 1472498"/>
                  <a:gd name="connsiteX34" fmla="*/ 1360424 w 1453388"/>
                  <a:gd name="connsiteY34" fmla="*/ 1465005 h 1472498"/>
                  <a:gd name="connsiteX35" fmla="*/ 1413637 w 1453388"/>
                  <a:gd name="connsiteY35" fmla="*/ 1314509 h 1472498"/>
                  <a:gd name="connsiteX36" fmla="*/ 1331468 w 1453388"/>
                  <a:gd name="connsiteY36" fmla="*/ 1334068 h 1472498"/>
                  <a:gd name="connsiteX37" fmla="*/ 1247394 w 1453388"/>
                  <a:gd name="connsiteY37" fmla="*/ 1274251 h 1472498"/>
                  <a:gd name="connsiteX38" fmla="*/ 1194054 w 1453388"/>
                  <a:gd name="connsiteY38" fmla="*/ 1459036 h 1472498"/>
                  <a:gd name="connsiteX39" fmla="*/ 1192022 w 1453388"/>
                  <a:gd name="connsiteY39" fmla="*/ 1472498 h 1472498"/>
                  <a:gd name="connsiteX40" fmla="*/ 1176909 w 1453388"/>
                  <a:gd name="connsiteY40" fmla="*/ 1457257 h 1472498"/>
                  <a:gd name="connsiteX41" fmla="*/ 1165606 w 1453388"/>
                  <a:gd name="connsiteY41" fmla="*/ 1370136 h 1472498"/>
                  <a:gd name="connsiteX42" fmla="*/ 1128776 w 1453388"/>
                  <a:gd name="connsiteY42" fmla="*/ 1185986 h 1472498"/>
                  <a:gd name="connsiteX43" fmla="*/ 1121791 w 1453388"/>
                  <a:gd name="connsiteY43" fmla="*/ 1162618 h 1472498"/>
                  <a:gd name="connsiteX44" fmla="*/ 950214 w 1453388"/>
                  <a:gd name="connsiteY44" fmla="*/ 1166427 h 1472498"/>
                  <a:gd name="connsiteX45" fmla="*/ 685927 w 1453388"/>
                  <a:gd name="connsiteY45" fmla="*/ 1159062 h 1472498"/>
                  <a:gd name="connsiteX46" fmla="*/ 645795 w 1453388"/>
                  <a:gd name="connsiteY46" fmla="*/ 1182302 h 1472498"/>
                  <a:gd name="connsiteX47" fmla="*/ 599694 w 1453388"/>
                  <a:gd name="connsiteY47" fmla="*/ 1461830 h 1472498"/>
                  <a:gd name="connsiteX48" fmla="*/ 574929 w 1453388"/>
                  <a:gd name="connsiteY48" fmla="*/ 1466020 h 1472498"/>
                  <a:gd name="connsiteX49" fmla="*/ 614299 w 1453388"/>
                  <a:gd name="connsiteY49" fmla="*/ 1184207 h 1472498"/>
                  <a:gd name="connsiteX50" fmla="*/ 481711 w 1453388"/>
                  <a:gd name="connsiteY50" fmla="*/ 1325051 h 1472498"/>
                  <a:gd name="connsiteX51" fmla="*/ 439166 w 1453388"/>
                  <a:gd name="connsiteY51" fmla="*/ 1458527 h 1472498"/>
                  <a:gd name="connsiteX52" fmla="*/ 413258 w 1453388"/>
                  <a:gd name="connsiteY52" fmla="*/ 1468814 h 1472498"/>
                  <a:gd name="connsiteX53" fmla="*/ 520319 w 1453388"/>
                  <a:gd name="connsiteY53" fmla="*/ 1228657 h 1472498"/>
                  <a:gd name="connsiteX54" fmla="*/ 650621 w 1453388"/>
                  <a:gd name="connsiteY54" fmla="*/ 1136963 h 1472498"/>
                  <a:gd name="connsiteX55" fmla="*/ 524637 w 1453388"/>
                  <a:gd name="connsiteY55" fmla="*/ 1011361 h 1472498"/>
                  <a:gd name="connsiteX56" fmla="*/ 446024 w 1453388"/>
                  <a:gd name="connsiteY56" fmla="*/ 970720 h 1472498"/>
                  <a:gd name="connsiteX57" fmla="*/ 414147 w 1453388"/>
                  <a:gd name="connsiteY57" fmla="*/ 824925 h 1472498"/>
                  <a:gd name="connsiteX58" fmla="*/ 513842 w 1453388"/>
                  <a:gd name="connsiteY58" fmla="*/ 724849 h 1472498"/>
                  <a:gd name="connsiteX59" fmla="*/ 691896 w 1453388"/>
                  <a:gd name="connsiteY59" fmla="*/ 550477 h 1472498"/>
                  <a:gd name="connsiteX60" fmla="*/ 869061 w 1453388"/>
                  <a:gd name="connsiteY60" fmla="*/ 514409 h 1472498"/>
                  <a:gd name="connsiteX61" fmla="*/ 869061 w 1453388"/>
                  <a:gd name="connsiteY61" fmla="*/ 398458 h 1472498"/>
                  <a:gd name="connsiteX62" fmla="*/ 722757 w 1453388"/>
                  <a:gd name="connsiteY62" fmla="*/ 301684 h 1472498"/>
                  <a:gd name="connsiteX63" fmla="*/ 610616 w 1453388"/>
                  <a:gd name="connsiteY63" fmla="*/ 358453 h 1472498"/>
                  <a:gd name="connsiteX64" fmla="*/ 598932 w 1453388"/>
                  <a:gd name="connsiteY64" fmla="*/ 438082 h 1472498"/>
                  <a:gd name="connsiteX65" fmla="*/ 511556 w 1453388"/>
                  <a:gd name="connsiteY65" fmla="*/ 439860 h 1472498"/>
                  <a:gd name="connsiteX66" fmla="*/ 475615 w 1453388"/>
                  <a:gd name="connsiteY66" fmla="*/ 374328 h 1472498"/>
                  <a:gd name="connsiteX67" fmla="*/ 395224 w 1453388"/>
                  <a:gd name="connsiteY67" fmla="*/ 348801 h 1472498"/>
                  <a:gd name="connsiteX68" fmla="*/ 326771 w 1453388"/>
                  <a:gd name="connsiteY68" fmla="*/ 533713 h 1472498"/>
                  <a:gd name="connsiteX69" fmla="*/ 356489 w 1453388"/>
                  <a:gd name="connsiteY69" fmla="*/ 561400 h 1472498"/>
                  <a:gd name="connsiteX70" fmla="*/ 290703 w 1453388"/>
                  <a:gd name="connsiteY70" fmla="*/ 659189 h 1472498"/>
                  <a:gd name="connsiteX71" fmla="*/ 241808 w 1453388"/>
                  <a:gd name="connsiteY71" fmla="*/ 552890 h 1472498"/>
                  <a:gd name="connsiteX72" fmla="*/ 300228 w 1453388"/>
                  <a:gd name="connsiteY72" fmla="*/ 527871 h 1472498"/>
                  <a:gd name="connsiteX73" fmla="*/ 349250 w 1453388"/>
                  <a:gd name="connsiteY73" fmla="*/ 400871 h 1472498"/>
                  <a:gd name="connsiteX74" fmla="*/ 372999 w 1453388"/>
                  <a:gd name="connsiteY74" fmla="*/ 338895 h 1472498"/>
                  <a:gd name="connsiteX75" fmla="*/ 180721 w 1453388"/>
                  <a:gd name="connsiteY75" fmla="*/ 261933 h 1472498"/>
                  <a:gd name="connsiteX76" fmla="*/ 131445 w 1453388"/>
                  <a:gd name="connsiteY76" fmla="*/ 300288 h 1472498"/>
                  <a:gd name="connsiteX77" fmla="*/ 34798 w 1453388"/>
                  <a:gd name="connsiteY77" fmla="*/ 262441 h 1472498"/>
                  <a:gd name="connsiteX78" fmla="*/ 62103 w 1453388"/>
                  <a:gd name="connsiteY78" fmla="*/ 148014 h 1472498"/>
                  <a:gd name="connsiteX79" fmla="*/ 130175 w 1453388"/>
                  <a:gd name="connsiteY79" fmla="*/ 143696 h 1472498"/>
                  <a:gd name="connsiteX80" fmla="*/ 124587 w 1453388"/>
                  <a:gd name="connsiteY80" fmla="*/ 109660 h 1472498"/>
                  <a:gd name="connsiteX81" fmla="*/ 0 w 1453388"/>
                  <a:gd name="connsiteY81" fmla="*/ 45399 h 1472498"/>
                  <a:gd name="connsiteX82" fmla="*/ 32893 w 1453388"/>
                  <a:gd name="connsiteY82" fmla="*/ 36127 h 1472498"/>
                  <a:gd name="connsiteX83" fmla="*/ 65278 w 1453388"/>
                  <a:gd name="connsiteY83" fmla="*/ 60765 h 1472498"/>
                  <a:gd name="connsiteX84" fmla="*/ 280543 w 1453388"/>
                  <a:gd name="connsiteY84" fmla="*/ 123757 h 1472498"/>
                  <a:gd name="connsiteX85" fmla="*/ 32893 w 1453388"/>
                  <a:gd name="connsiteY85" fmla="*/ 36127 h 1472498"/>
                  <a:gd name="connsiteX86" fmla="*/ 839978 w 1453388"/>
                  <a:gd name="connsiteY86" fmla="*/ 33334 h 1472498"/>
                  <a:gd name="connsiteX87" fmla="*/ 729488 w 1453388"/>
                  <a:gd name="connsiteY87" fmla="*/ 140649 h 1472498"/>
                  <a:gd name="connsiteX88" fmla="*/ 886968 w 1453388"/>
                  <a:gd name="connsiteY88" fmla="*/ 369883 h 1472498"/>
                  <a:gd name="connsiteX89" fmla="*/ 1055370 w 1453388"/>
                  <a:gd name="connsiteY89" fmla="*/ 257362 h 1472498"/>
                  <a:gd name="connsiteX90" fmla="*/ 993902 w 1453388"/>
                  <a:gd name="connsiteY90" fmla="*/ 60765 h 1472498"/>
                  <a:gd name="connsiteX91" fmla="*/ 839978 w 1453388"/>
                  <a:gd name="connsiteY91" fmla="*/ 33334 h 1472498"/>
                  <a:gd name="connsiteX92" fmla="*/ 77851 w 1453388"/>
                  <a:gd name="connsiteY92" fmla="*/ 172526 h 1472498"/>
                  <a:gd name="connsiteX93" fmla="*/ 54356 w 1453388"/>
                  <a:gd name="connsiteY93" fmla="*/ 238565 h 1472498"/>
                  <a:gd name="connsiteX94" fmla="*/ 125984 w 1453388"/>
                  <a:gd name="connsiteY94" fmla="*/ 274126 h 1472498"/>
                  <a:gd name="connsiteX95" fmla="*/ 170180 w 1453388"/>
                  <a:gd name="connsiteY95" fmla="*/ 225484 h 1472498"/>
                  <a:gd name="connsiteX96" fmla="*/ 77851 w 1453388"/>
                  <a:gd name="connsiteY96" fmla="*/ 172526 h 1472498"/>
                  <a:gd name="connsiteX97" fmla="*/ 1245489 w 1453388"/>
                  <a:gd name="connsiteY97" fmla="*/ 298890 h 1472498"/>
                  <a:gd name="connsiteX98" fmla="*/ 1229868 w 1453388"/>
                  <a:gd name="connsiteY98" fmla="*/ 369502 h 1472498"/>
                  <a:gd name="connsiteX99" fmla="*/ 1323594 w 1453388"/>
                  <a:gd name="connsiteY99" fmla="*/ 351722 h 1472498"/>
                  <a:gd name="connsiteX100" fmla="*/ 1245489 w 1453388"/>
                  <a:gd name="connsiteY100" fmla="*/ 298890 h 1472498"/>
                  <a:gd name="connsiteX101" fmla="*/ 517779 w 1453388"/>
                  <a:gd name="connsiteY101" fmla="*/ 356040 h 1472498"/>
                  <a:gd name="connsiteX102" fmla="*/ 557530 w 1453388"/>
                  <a:gd name="connsiteY102" fmla="*/ 422081 h 1472498"/>
                  <a:gd name="connsiteX103" fmla="*/ 581279 w 1453388"/>
                  <a:gd name="connsiteY103" fmla="*/ 355406 h 1472498"/>
                  <a:gd name="connsiteX104" fmla="*/ 517779 w 1453388"/>
                  <a:gd name="connsiteY104" fmla="*/ 356040 h 1472498"/>
                  <a:gd name="connsiteX105" fmla="*/ 787400 w 1453388"/>
                  <a:gd name="connsiteY105" fmla="*/ 550224 h 1472498"/>
                  <a:gd name="connsiteX106" fmla="*/ 551561 w 1453388"/>
                  <a:gd name="connsiteY106" fmla="*/ 708084 h 1472498"/>
                  <a:gd name="connsiteX107" fmla="*/ 521081 w 1453388"/>
                  <a:gd name="connsiteY107" fmla="*/ 910269 h 1472498"/>
                  <a:gd name="connsiteX108" fmla="*/ 656336 w 1453388"/>
                  <a:gd name="connsiteY108" fmla="*/ 1108643 h 1472498"/>
                  <a:gd name="connsiteX109" fmla="*/ 885698 w 1453388"/>
                  <a:gd name="connsiteY109" fmla="*/ 1143059 h 1472498"/>
                  <a:gd name="connsiteX110" fmla="*/ 1167257 w 1453388"/>
                  <a:gd name="connsiteY110" fmla="*/ 1081464 h 1472498"/>
                  <a:gd name="connsiteX111" fmla="*/ 1254379 w 1453388"/>
                  <a:gd name="connsiteY111" fmla="*/ 789745 h 1472498"/>
                  <a:gd name="connsiteX112" fmla="*/ 1073404 w 1453388"/>
                  <a:gd name="connsiteY112" fmla="*/ 576766 h 1472498"/>
                  <a:gd name="connsiteX113" fmla="*/ 787400 w 1453388"/>
                  <a:gd name="connsiteY113" fmla="*/ 550224 h 1472498"/>
                  <a:gd name="connsiteX114" fmla="*/ 266700 w 1453388"/>
                  <a:gd name="connsiteY114" fmla="*/ 566480 h 1472498"/>
                  <a:gd name="connsiteX115" fmla="*/ 314071 w 1453388"/>
                  <a:gd name="connsiteY115" fmla="*/ 625407 h 1472498"/>
                  <a:gd name="connsiteX116" fmla="*/ 266700 w 1453388"/>
                  <a:gd name="connsiteY116" fmla="*/ 566480 h 1472498"/>
                  <a:gd name="connsiteX117" fmla="*/ 508508 w 1453388"/>
                  <a:gd name="connsiteY117" fmla="*/ 984309 h 1472498"/>
                  <a:gd name="connsiteX118" fmla="*/ 500888 w 1453388"/>
                  <a:gd name="connsiteY118" fmla="*/ 753677 h 1472498"/>
                  <a:gd name="connsiteX119" fmla="*/ 508508 w 1453388"/>
                  <a:gd name="connsiteY119" fmla="*/ 984309 h 1472498"/>
                  <a:gd name="connsiteX120" fmla="*/ 1274572 w 1453388"/>
                  <a:gd name="connsiteY120" fmla="*/ 752662 h 1472498"/>
                  <a:gd name="connsiteX121" fmla="*/ 1273048 w 1453388"/>
                  <a:gd name="connsiteY121" fmla="*/ 989008 h 1472498"/>
                  <a:gd name="connsiteX122" fmla="*/ 1274572 w 1453388"/>
                  <a:gd name="connsiteY122" fmla="*/ 752662 h 1472498"/>
                  <a:gd name="connsiteX123" fmla="*/ 1310640 w 1453388"/>
                  <a:gd name="connsiteY123" fmla="*/ 1163761 h 1472498"/>
                  <a:gd name="connsiteX124" fmla="*/ 1312418 w 1453388"/>
                  <a:gd name="connsiteY124" fmla="*/ 1303461 h 1472498"/>
                  <a:gd name="connsiteX125" fmla="*/ 1425702 w 1453388"/>
                  <a:gd name="connsiteY125" fmla="*/ 1234119 h 1472498"/>
                  <a:gd name="connsiteX126" fmla="*/ 1310640 w 1453388"/>
                  <a:gd name="connsiteY126" fmla="*/ 1163761 h 1472498"/>
                  <a:gd name="connsiteX127" fmla="*/ 1154557 w 1453388"/>
                  <a:gd name="connsiteY127" fmla="*/ 1181540 h 1472498"/>
                  <a:gd name="connsiteX128" fmla="*/ 1189609 w 1453388"/>
                  <a:gd name="connsiteY128" fmla="*/ 1338005 h 1472498"/>
                  <a:gd name="connsiteX129" fmla="*/ 1241806 w 1453388"/>
                  <a:gd name="connsiteY129" fmla="*/ 1235643 h 1472498"/>
                  <a:gd name="connsiteX130" fmla="*/ 1154557 w 1453388"/>
                  <a:gd name="connsiteY130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49121 w 1453388"/>
                  <a:gd name="connsiteY14" fmla="*/ 319338 h 1472498"/>
                  <a:gd name="connsiteX15" fmla="*/ 1338961 w 1453388"/>
                  <a:gd name="connsiteY15" fmla="*/ 386520 h 1472498"/>
                  <a:gd name="connsiteX16" fmla="*/ 1206754 w 1453388"/>
                  <a:gd name="connsiteY16" fmla="*/ 380044 h 1472498"/>
                  <a:gd name="connsiteX17" fmla="*/ 1190244 w 1453388"/>
                  <a:gd name="connsiteY17" fmla="*/ 344357 h 1472498"/>
                  <a:gd name="connsiteX18" fmla="*/ 1201801 w 1453388"/>
                  <a:gd name="connsiteY18" fmla="*/ 303844 h 1472498"/>
                  <a:gd name="connsiteX19" fmla="*/ 1082294 w 1453388"/>
                  <a:gd name="connsiteY19" fmla="*/ 261426 h 1472498"/>
                  <a:gd name="connsiteX20" fmla="*/ 945007 w 1453388"/>
                  <a:gd name="connsiteY20" fmla="*/ 390712 h 1472498"/>
                  <a:gd name="connsiteX21" fmla="*/ 895604 w 1453388"/>
                  <a:gd name="connsiteY21" fmla="*/ 397570 h 1472498"/>
                  <a:gd name="connsiteX22" fmla="*/ 895350 w 1453388"/>
                  <a:gd name="connsiteY22" fmla="*/ 515171 h 1472498"/>
                  <a:gd name="connsiteX23" fmla="*/ 1144651 w 1453388"/>
                  <a:gd name="connsiteY23" fmla="*/ 586800 h 1472498"/>
                  <a:gd name="connsiteX24" fmla="*/ 1251204 w 1453388"/>
                  <a:gd name="connsiteY24" fmla="*/ 704528 h 1472498"/>
                  <a:gd name="connsiteX25" fmla="*/ 1340993 w 1453388"/>
                  <a:gd name="connsiteY25" fmla="*/ 779713 h 1472498"/>
                  <a:gd name="connsiteX26" fmla="*/ 1256030 w 1453388"/>
                  <a:gd name="connsiteY26" fmla="*/ 1014155 h 1472498"/>
                  <a:gd name="connsiteX27" fmla="*/ 1237361 w 1453388"/>
                  <a:gd name="connsiteY27" fmla="*/ 1043111 h 1472498"/>
                  <a:gd name="connsiteX28" fmla="*/ 1122934 w 1453388"/>
                  <a:gd name="connsiteY28" fmla="*/ 1135439 h 1472498"/>
                  <a:gd name="connsiteX29" fmla="*/ 1246632 w 1453388"/>
                  <a:gd name="connsiteY29" fmla="*/ 1210624 h 1472498"/>
                  <a:gd name="connsiteX30" fmla="*/ 1310640 w 1453388"/>
                  <a:gd name="connsiteY30" fmla="*/ 1137345 h 1472498"/>
                  <a:gd name="connsiteX31" fmla="*/ 1410843 w 1453388"/>
                  <a:gd name="connsiteY31" fmla="*/ 1154108 h 1472498"/>
                  <a:gd name="connsiteX32" fmla="*/ 1453388 w 1453388"/>
                  <a:gd name="connsiteY32" fmla="*/ 1224720 h 1472498"/>
                  <a:gd name="connsiteX33" fmla="*/ 1383665 w 1453388"/>
                  <a:gd name="connsiteY33" fmla="*/ 1462338 h 1472498"/>
                  <a:gd name="connsiteX34" fmla="*/ 1360424 w 1453388"/>
                  <a:gd name="connsiteY34" fmla="*/ 1465005 h 1472498"/>
                  <a:gd name="connsiteX35" fmla="*/ 1413637 w 1453388"/>
                  <a:gd name="connsiteY35" fmla="*/ 1314509 h 1472498"/>
                  <a:gd name="connsiteX36" fmla="*/ 1331468 w 1453388"/>
                  <a:gd name="connsiteY36" fmla="*/ 1334068 h 1472498"/>
                  <a:gd name="connsiteX37" fmla="*/ 1247394 w 1453388"/>
                  <a:gd name="connsiteY37" fmla="*/ 1274251 h 1472498"/>
                  <a:gd name="connsiteX38" fmla="*/ 1194054 w 1453388"/>
                  <a:gd name="connsiteY38" fmla="*/ 1459036 h 1472498"/>
                  <a:gd name="connsiteX39" fmla="*/ 1192022 w 1453388"/>
                  <a:gd name="connsiteY39" fmla="*/ 1472498 h 1472498"/>
                  <a:gd name="connsiteX40" fmla="*/ 1176909 w 1453388"/>
                  <a:gd name="connsiteY40" fmla="*/ 1457257 h 1472498"/>
                  <a:gd name="connsiteX41" fmla="*/ 1165606 w 1453388"/>
                  <a:gd name="connsiteY41" fmla="*/ 1370136 h 1472498"/>
                  <a:gd name="connsiteX42" fmla="*/ 1128776 w 1453388"/>
                  <a:gd name="connsiteY42" fmla="*/ 1185986 h 1472498"/>
                  <a:gd name="connsiteX43" fmla="*/ 1121791 w 1453388"/>
                  <a:gd name="connsiteY43" fmla="*/ 1162618 h 1472498"/>
                  <a:gd name="connsiteX44" fmla="*/ 950214 w 1453388"/>
                  <a:gd name="connsiteY44" fmla="*/ 1166427 h 1472498"/>
                  <a:gd name="connsiteX45" fmla="*/ 685927 w 1453388"/>
                  <a:gd name="connsiteY45" fmla="*/ 1159062 h 1472498"/>
                  <a:gd name="connsiteX46" fmla="*/ 645795 w 1453388"/>
                  <a:gd name="connsiteY46" fmla="*/ 1182302 h 1472498"/>
                  <a:gd name="connsiteX47" fmla="*/ 599694 w 1453388"/>
                  <a:gd name="connsiteY47" fmla="*/ 1461830 h 1472498"/>
                  <a:gd name="connsiteX48" fmla="*/ 574929 w 1453388"/>
                  <a:gd name="connsiteY48" fmla="*/ 1466020 h 1472498"/>
                  <a:gd name="connsiteX49" fmla="*/ 614299 w 1453388"/>
                  <a:gd name="connsiteY49" fmla="*/ 1184207 h 1472498"/>
                  <a:gd name="connsiteX50" fmla="*/ 481711 w 1453388"/>
                  <a:gd name="connsiteY50" fmla="*/ 1325051 h 1472498"/>
                  <a:gd name="connsiteX51" fmla="*/ 439166 w 1453388"/>
                  <a:gd name="connsiteY51" fmla="*/ 1458527 h 1472498"/>
                  <a:gd name="connsiteX52" fmla="*/ 413258 w 1453388"/>
                  <a:gd name="connsiteY52" fmla="*/ 1468814 h 1472498"/>
                  <a:gd name="connsiteX53" fmla="*/ 520319 w 1453388"/>
                  <a:gd name="connsiteY53" fmla="*/ 1228657 h 1472498"/>
                  <a:gd name="connsiteX54" fmla="*/ 650621 w 1453388"/>
                  <a:gd name="connsiteY54" fmla="*/ 1136963 h 1472498"/>
                  <a:gd name="connsiteX55" fmla="*/ 524637 w 1453388"/>
                  <a:gd name="connsiteY55" fmla="*/ 1011361 h 1472498"/>
                  <a:gd name="connsiteX56" fmla="*/ 446024 w 1453388"/>
                  <a:gd name="connsiteY56" fmla="*/ 970720 h 1472498"/>
                  <a:gd name="connsiteX57" fmla="*/ 414147 w 1453388"/>
                  <a:gd name="connsiteY57" fmla="*/ 824925 h 1472498"/>
                  <a:gd name="connsiteX58" fmla="*/ 513842 w 1453388"/>
                  <a:gd name="connsiteY58" fmla="*/ 724849 h 1472498"/>
                  <a:gd name="connsiteX59" fmla="*/ 691896 w 1453388"/>
                  <a:gd name="connsiteY59" fmla="*/ 550477 h 1472498"/>
                  <a:gd name="connsiteX60" fmla="*/ 869061 w 1453388"/>
                  <a:gd name="connsiteY60" fmla="*/ 514409 h 1472498"/>
                  <a:gd name="connsiteX61" fmla="*/ 869061 w 1453388"/>
                  <a:gd name="connsiteY61" fmla="*/ 398458 h 1472498"/>
                  <a:gd name="connsiteX62" fmla="*/ 722757 w 1453388"/>
                  <a:gd name="connsiteY62" fmla="*/ 301684 h 1472498"/>
                  <a:gd name="connsiteX63" fmla="*/ 610616 w 1453388"/>
                  <a:gd name="connsiteY63" fmla="*/ 358453 h 1472498"/>
                  <a:gd name="connsiteX64" fmla="*/ 598932 w 1453388"/>
                  <a:gd name="connsiteY64" fmla="*/ 438082 h 1472498"/>
                  <a:gd name="connsiteX65" fmla="*/ 511556 w 1453388"/>
                  <a:gd name="connsiteY65" fmla="*/ 439860 h 1472498"/>
                  <a:gd name="connsiteX66" fmla="*/ 475615 w 1453388"/>
                  <a:gd name="connsiteY66" fmla="*/ 374328 h 1472498"/>
                  <a:gd name="connsiteX67" fmla="*/ 395224 w 1453388"/>
                  <a:gd name="connsiteY67" fmla="*/ 348801 h 1472498"/>
                  <a:gd name="connsiteX68" fmla="*/ 326771 w 1453388"/>
                  <a:gd name="connsiteY68" fmla="*/ 533713 h 1472498"/>
                  <a:gd name="connsiteX69" fmla="*/ 356489 w 1453388"/>
                  <a:gd name="connsiteY69" fmla="*/ 561400 h 1472498"/>
                  <a:gd name="connsiteX70" fmla="*/ 290703 w 1453388"/>
                  <a:gd name="connsiteY70" fmla="*/ 659189 h 1472498"/>
                  <a:gd name="connsiteX71" fmla="*/ 241808 w 1453388"/>
                  <a:gd name="connsiteY71" fmla="*/ 552890 h 1472498"/>
                  <a:gd name="connsiteX72" fmla="*/ 300228 w 1453388"/>
                  <a:gd name="connsiteY72" fmla="*/ 527871 h 1472498"/>
                  <a:gd name="connsiteX73" fmla="*/ 349250 w 1453388"/>
                  <a:gd name="connsiteY73" fmla="*/ 400871 h 1472498"/>
                  <a:gd name="connsiteX74" fmla="*/ 372999 w 1453388"/>
                  <a:gd name="connsiteY74" fmla="*/ 338895 h 1472498"/>
                  <a:gd name="connsiteX75" fmla="*/ 180721 w 1453388"/>
                  <a:gd name="connsiteY75" fmla="*/ 261933 h 1472498"/>
                  <a:gd name="connsiteX76" fmla="*/ 131445 w 1453388"/>
                  <a:gd name="connsiteY76" fmla="*/ 300288 h 1472498"/>
                  <a:gd name="connsiteX77" fmla="*/ 34798 w 1453388"/>
                  <a:gd name="connsiteY77" fmla="*/ 262441 h 1472498"/>
                  <a:gd name="connsiteX78" fmla="*/ 62103 w 1453388"/>
                  <a:gd name="connsiteY78" fmla="*/ 148014 h 1472498"/>
                  <a:gd name="connsiteX79" fmla="*/ 130175 w 1453388"/>
                  <a:gd name="connsiteY79" fmla="*/ 143696 h 1472498"/>
                  <a:gd name="connsiteX80" fmla="*/ 124587 w 1453388"/>
                  <a:gd name="connsiteY80" fmla="*/ 109660 h 1472498"/>
                  <a:gd name="connsiteX81" fmla="*/ 0 w 1453388"/>
                  <a:gd name="connsiteY81" fmla="*/ 45399 h 1472498"/>
                  <a:gd name="connsiteX82" fmla="*/ 32893 w 1453388"/>
                  <a:gd name="connsiteY82" fmla="*/ 36127 h 1472498"/>
                  <a:gd name="connsiteX83" fmla="*/ 65278 w 1453388"/>
                  <a:gd name="connsiteY83" fmla="*/ 60765 h 1472498"/>
                  <a:gd name="connsiteX84" fmla="*/ 280543 w 1453388"/>
                  <a:gd name="connsiteY84" fmla="*/ 123757 h 1472498"/>
                  <a:gd name="connsiteX85" fmla="*/ 32893 w 1453388"/>
                  <a:gd name="connsiteY85" fmla="*/ 36127 h 1472498"/>
                  <a:gd name="connsiteX86" fmla="*/ 839978 w 1453388"/>
                  <a:gd name="connsiteY86" fmla="*/ 33334 h 1472498"/>
                  <a:gd name="connsiteX87" fmla="*/ 729488 w 1453388"/>
                  <a:gd name="connsiteY87" fmla="*/ 140649 h 1472498"/>
                  <a:gd name="connsiteX88" fmla="*/ 886968 w 1453388"/>
                  <a:gd name="connsiteY88" fmla="*/ 369883 h 1472498"/>
                  <a:gd name="connsiteX89" fmla="*/ 1055370 w 1453388"/>
                  <a:gd name="connsiteY89" fmla="*/ 257362 h 1472498"/>
                  <a:gd name="connsiteX90" fmla="*/ 993902 w 1453388"/>
                  <a:gd name="connsiteY90" fmla="*/ 60765 h 1472498"/>
                  <a:gd name="connsiteX91" fmla="*/ 839978 w 1453388"/>
                  <a:gd name="connsiteY91" fmla="*/ 33334 h 1472498"/>
                  <a:gd name="connsiteX92" fmla="*/ 77851 w 1453388"/>
                  <a:gd name="connsiteY92" fmla="*/ 172526 h 1472498"/>
                  <a:gd name="connsiteX93" fmla="*/ 54356 w 1453388"/>
                  <a:gd name="connsiteY93" fmla="*/ 238565 h 1472498"/>
                  <a:gd name="connsiteX94" fmla="*/ 125984 w 1453388"/>
                  <a:gd name="connsiteY94" fmla="*/ 274126 h 1472498"/>
                  <a:gd name="connsiteX95" fmla="*/ 170180 w 1453388"/>
                  <a:gd name="connsiteY95" fmla="*/ 225484 h 1472498"/>
                  <a:gd name="connsiteX96" fmla="*/ 77851 w 1453388"/>
                  <a:gd name="connsiteY96" fmla="*/ 172526 h 1472498"/>
                  <a:gd name="connsiteX97" fmla="*/ 1245489 w 1453388"/>
                  <a:gd name="connsiteY97" fmla="*/ 298890 h 1472498"/>
                  <a:gd name="connsiteX98" fmla="*/ 1229868 w 1453388"/>
                  <a:gd name="connsiteY98" fmla="*/ 369502 h 1472498"/>
                  <a:gd name="connsiteX99" fmla="*/ 1323594 w 1453388"/>
                  <a:gd name="connsiteY99" fmla="*/ 351722 h 1472498"/>
                  <a:gd name="connsiteX100" fmla="*/ 517779 w 1453388"/>
                  <a:gd name="connsiteY100" fmla="*/ 356040 h 1472498"/>
                  <a:gd name="connsiteX101" fmla="*/ 557530 w 1453388"/>
                  <a:gd name="connsiteY101" fmla="*/ 422081 h 1472498"/>
                  <a:gd name="connsiteX102" fmla="*/ 581279 w 1453388"/>
                  <a:gd name="connsiteY102" fmla="*/ 355406 h 1472498"/>
                  <a:gd name="connsiteX103" fmla="*/ 517779 w 1453388"/>
                  <a:gd name="connsiteY103" fmla="*/ 356040 h 1472498"/>
                  <a:gd name="connsiteX104" fmla="*/ 787400 w 1453388"/>
                  <a:gd name="connsiteY104" fmla="*/ 550224 h 1472498"/>
                  <a:gd name="connsiteX105" fmla="*/ 551561 w 1453388"/>
                  <a:gd name="connsiteY105" fmla="*/ 708084 h 1472498"/>
                  <a:gd name="connsiteX106" fmla="*/ 521081 w 1453388"/>
                  <a:gd name="connsiteY106" fmla="*/ 910269 h 1472498"/>
                  <a:gd name="connsiteX107" fmla="*/ 656336 w 1453388"/>
                  <a:gd name="connsiteY107" fmla="*/ 1108643 h 1472498"/>
                  <a:gd name="connsiteX108" fmla="*/ 885698 w 1453388"/>
                  <a:gd name="connsiteY108" fmla="*/ 1143059 h 1472498"/>
                  <a:gd name="connsiteX109" fmla="*/ 1167257 w 1453388"/>
                  <a:gd name="connsiteY109" fmla="*/ 1081464 h 1472498"/>
                  <a:gd name="connsiteX110" fmla="*/ 1254379 w 1453388"/>
                  <a:gd name="connsiteY110" fmla="*/ 789745 h 1472498"/>
                  <a:gd name="connsiteX111" fmla="*/ 1073404 w 1453388"/>
                  <a:gd name="connsiteY111" fmla="*/ 576766 h 1472498"/>
                  <a:gd name="connsiteX112" fmla="*/ 787400 w 1453388"/>
                  <a:gd name="connsiteY112" fmla="*/ 550224 h 1472498"/>
                  <a:gd name="connsiteX113" fmla="*/ 266700 w 1453388"/>
                  <a:gd name="connsiteY113" fmla="*/ 566480 h 1472498"/>
                  <a:gd name="connsiteX114" fmla="*/ 314071 w 1453388"/>
                  <a:gd name="connsiteY114" fmla="*/ 625407 h 1472498"/>
                  <a:gd name="connsiteX115" fmla="*/ 266700 w 1453388"/>
                  <a:gd name="connsiteY115" fmla="*/ 566480 h 1472498"/>
                  <a:gd name="connsiteX116" fmla="*/ 508508 w 1453388"/>
                  <a:gd name="connsiteY116" fmla="*/ 984309 h 1472498"/>
                  <a:gd name="connsiteX117" fmla="*/ 500888 w 1453388"/>
                  <a:gd name="connsiteY117" fmla="*/ 753677 h 1472498"/>
                  <a:gd name="connsiteX118" fmla="*/ 508508 w 1453388"/>
                  <a:gd name="connsiteY118" fmla="*/ 984309 h 1472498"/>
                  <a:gd name="connsiteX119" fmla="*/ 1274572 w 1453388"/>
                  <a:gd name="connsiteY119" fmla="*/ 752662 h 1472498"/>
                  <a:gd name="connsiteX120" fmla="*/ 1273048 w 1453388"/>
                  <a:gd name="connsiteY120" fmla="*/ 989008 h 1472498"/>
                  <a:gd name="connsiteX121" fmla="*/ 1274572 w 1453388"/>
                  <a:gd name="connsiteY121" fmla="*/ 752662 h 1472498"/>
                  <a:gd name="connsiteX122" fmla="*/ 1310640 w 1453388"/>
                  <a:gd name="connsiteY122" fmla="*/ 1163761 h 1472498"/>
                  <a:gd name="connsiteX123" fmla="*/ 1312418 w 1453388"/>
                  <a:gd name="connsiteY123" fmla="*/ 1303461 h 1472498"/>
                  <a:gd name="connsiteX124" fmla="*/ 1425702 w 1453388"/>
                  <a:gd name="connsiteY124" fmla="*/ 1234119 h 1472498"/>
                  <a:gd name="connsiteX125" fmla="*/ 1310640 w 1453388"/>
                  <a:gd name="connsiteY125" fmla="*/ 1163761 h 1472498"/>
                  <a:gd name="connsiteX126" fmla="*/ 1154557 w 1453388"/>
                  <a:gd name="connsiteY126" fmla="*/ 1181540 h 1472498"/>
                  <a:gd name="connsiteX127" fmla="*/ 1189609 w 1453388"/>
                  <a:gd name="connsiteY127" fmla="*/ 1338005 h 1472498"/>
                  <a:gd name="connsiteX128" fmla="*/ 1241806 w 1453388"/>
                  <a:gd name="connsiteY128" fmla="*/ 1235643 h 1472498"/>
                  <a:gd name="connsiteX129" fmla="*/ 1154557 w 1453388"/>
                  <a:gd name="connsiteY129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38961 w 1453388"/>
                  <a:gd name="connsiteY14" fmla="*/ 386520 h 1472498"/>
                  <a:gd name="connsiteX15" fmla="*/ 1206754 w 1453388"/>
                  <a:gd name="connsiteY15" fmla="*/ 380044 h 1472498"/>
                  <a:gd name="connsiteX16" fmla="*/ 1190244 w 1453388"/>
                  <a:gd name="connsiteY16" fmla="*/ 344357 h 1472498"/>
                  <a:gd name="connsiteX17" fmla="*/ 1201801 w 1453388"/>
                  <a:gd name="connsiteY17" fmla="*/ 303844 h 1472498"/>
                  <a:gd name="connsiteX18" fmla="*/ 1082294 w 1453388"/>
                  <a:gd name="connsiteY18" fmla="*/ 261426 h 1472498"/>
                  <a:gd name="connsiteX19" fmla="*/ 945007 w 1453388"/>
                  <a:gd name="connsiteY19" fmla="*/ 390712 h 1472498"/>
                  <a:gd name="connsiteX20" fmla="*/ 895604 w 1453388"/>
                  <a:gd name="connsiteY20" fmla="*/ 397570 h 1472498"/>
                  <a:gd name="connsiteX21" fmla="*/ 895350 w 1453388"/>
                  <a:gd name="connsiteY21" fmla="*/ 515171 h 1472498"/>
                  <a:gd name="connsiteX22" fmla="*/ 1144651 w 1453388"/>
                  <a:gd name="connsiteY22" fmla="*/ 586800 h 1472498"/>
                  <a:gd name="connsiteX23" fmla="*/ 1251204 w 1453388"/>
                  <a:gd name="connsiteY23" fmla="*/ 704528 h 1472498"/>
                  <a:gd name="connsiteX24" fmla="*/ 1340993 w 1453388"/>
                  <a:gd name="connsiteY24" fmla="*/ 779713 h 1472498"/>
                  <a:gd name="connsiteX25" fmla="*/ 1256030 w 1453388"/>
                  <a:gd name="connsiteY25" fmla="*/ 1014155 h 1472498"/>
                  <a:gd name="connsiteX26" fmla="*/ 1237361 w 1453388"/>
                  <a:gd name="connsiteY26" fmla="*/ 1043111 h 1472498"/>
                  <a:gd name="connsiteX27" fmla="*/ 1122934 w 1453388"/>
                  <a:gd name="connsiteY27" fmla="*/ 1135439 h 1472498"/>
                  <a:gd name="connsiteX28" fmla="*/ 1246632 w 1453388"/>
                  <a:gd name="connsiteY28" fmla="*/ 1210624 h 1472498"/>
                  <a:gd name="connsiteX29" fmla="*/ 1310640 w 1453388"/>
                  <a:gd name="connsiteY29" fmla="*/ 1137345 h 1472498"/>
                  <a:gd name="connsiteX30" fmla="*/ 1410843 w 1453388"/>
                  <a:gd name="connsiteY30" fmla="*/ 1154108 h 1472498"/>
                  <a:gd name="connsiteX31" fmla="*/ 1453388 w 1453388"/>
                  <a:gd name="connsiteY31" fmla="*/ 1224720 h 1472498"/>
                  <a:gd name="connsiteX32" fmla="*/ 1383665 w 1453388"/>
                  <a:gd name="connsiteY32" fmla="*/ 1462338 h 1472498"/>
                  <a:gd name="connsiteX33" fmla="*/ 1360424 w 1453388"/>
                  <a:gd name="connsiteY33" fmla="*/ 1465005 h 1472498"/>
                  <a:gd name="connsiteX34" fmla="*/ 1413637 w 1453388"/>
                  <a:gd name="connsiteY34" fmla="*/ 1314509 h 1472498"/>
                  <a:gd name="connsiteX35" fmla="*/ 1331468 w 1453388"/>
                  <a:gd name="connsiteY35" fmla="*/ 1334068 h 1472498"/>
                  <a:gd name="connsiteX36" fmla="*/ 1247394 w 1453388"/>
                  <a:gd name="connsiteY36" fmla="*/ 1274251 h 1472498"/>
                  <a:gd name="connsiteX37" fmla="*/ 1194054 w 1453388"/>
                  <a:gd name="connsiteY37" fmla="*/ 1459036 h 1472498"/>
                  <a:gd name="connsiteX38" fmla="*/ 1192022 w 1453388"/>
                  <a:gd name="connsiteY38" fmla="*/ 1472498 h 1472498"/>
                  <a:gd name="connsiteX39" fmla="*/ 1176909 w 1453388"/>
                  <a:gd name="connsiteY39" fmla="*/ 1457257 h 1472498"/>
                  <a:gd name="connsiteX40" fmla="*/ 1165606 w 1453388"/>
                  <a:gd name="connsiteY40" fmla="*/ 1370136 h 1472498"/>
                  <a:gd name="connsiteX41" fmla="*/ 1128776 w 1453388"/>
                  <a:gd name="connsiteY41" fmla="*/ 1185986 h 1472498"/>
                  <a:gd name="connsiteX42" fmla="*/ 1121791 w 1453388"/>
                  <a:gd name="connsiteY42" fmla="*/ 1162618 h 1472498"/>
                  <a:gd name="connsiteX43" fmla="*/ 950214 w 1453388"/>
                  <a:gd name="connsiteY43" fmla="*/ 1166427 h 1472498"/>
                  <a:gd name="connsiteX44" fmla="*/ 685927 w 1453388"/>
                  <a:gd name="connsiteY44" fmla="*/ 1159062 h 1472498"/>
                  <a:gd name="connsiteX45" fmla="*/ 645795 w 1453388"/>
                  <a:gd name="connsiteY45" fmla="*/ 1182302 h 1472498"/>
                  <a:gd name="connsiteX46" fmla="*/ 599694 w 1453388"/>
                  <a:gd name="connsiteY46" fmla="*/ 1461830 h 1472498"/>
                  <a:gd name="connsiteX47" fmla="*/ 574929 w 1453388"/>
                  <a:gd name="connsiteY47" fmla="*/ 1466020 h 1472498"/>
                  <a:gd name="connsiteX48" fmla="*/ 614299 w 1453388"/>
                  <a:gd name="connsiteY48" fmla="*/ 1184207 h 1472498"/>
                  <a:gd name="connsiteX49" fmla="*/ 481711 w 1453388"/>
                  <a:gd name="connsiteY49" fmla="*/ 1325051 h 1472498"/>
                  <a:gd name="connsiteX50" fmla="*/ 439166 w 1453388"/>
                  <a:gd name="connsiteY50" fmla="*/ 1458527 h 1472498"/>
                  <a:gd name="connsiteX51" fmla="*/ 413258 w 1453388"/>
                  <a:gd name="connsiteY51" fmla="*/ 1468814 h 1472498"/>
                  <a:gd name="connsiteX52" fmla="*/ 520319 w 1453388"/>
                  <a:gd name="connsiteY52" fmla="*/ 1228657 h 1472498"/>
                  <a:gd name="connsiteX53" fmla="*/ 650621 w 1453388"/>
                  <a:gd name="connsiteY53" fmla="*/ 1136963 h 1472498"/>
                  <a:gd name="connsiteX54" fmla="*/ 524637 w 1453388"/>
                  <a:gd name="connsiteY54" fmla="*/ 1011361 h 1472498"/>
                  <a:gd name="connsiteX55" fmla="*/ 446024 w 1453388"/>
                  <a:gd name="connsiteY55" fmla="*/ 970720 h 1472498"/>
                  <a:gd name="connsiteX56" fmla="*/ 414147 w 1453388"/>
                  <a:gd name="connsiteY56" fmla="*/ 824925 h 1472498"/>
                  <a:gd name="connsiteX57" fmla="*/ 513842 w 1453388"/>
                  <a:gd name="connsiteY57" fmla="*/ 724849 h 1472498"/>
                  <a:gd name="connsiteX58" fmla="*/ 691896 w 1453388"/>
                  <a:gd name="connsiteY58" fmla="*/ 550477 h 1472498"/>
                  <a:gd name="connsiteX59" fmla="*/ 869061 w 1453388"/>
                  <a:gd name="connsiteY59" fmla="*/ 514409 h 1472498"/>
                  <a:gd name="connsiteX60" fmla="*/ 869061 w 1453388"/>
                  <a:gd name="connsiteY60" fmla="*/ 398458 h 1472498"/>
                  <a:gd name="connsiteX61" fmla="*/ 722757 w 1453388"/>
                  <a:gd name="connsiteY61" fmla="*/ 301684 h 1472498"/>
                  <a:gd name="connsiteX62" fmla="*/ 610616 w 1453388"/>
                  <a:gd name="connsiteY62" fmla="*/ 358453 h 1472498"/>
                  <a:gd name="connsiteX63" fmla="*/ 598932 w 1453388"/>
                  <a:gd name="connsiteY63" fmla="*/ 438082 h 1472498"/>
                  <a:gd name="connsiteX64" fmla="*/ 511556 w 1453388"/>
                  <a:gd name="connsiteY64" fmla="*/ 439860 h 1472498"/>
                  <a:gd name="connsiteX65" fmla="*/ 475615 w 1453388"/>
                  <a:gd name="connsiteY65" fmla="*/ 374328 h 1472498"/>
                  <a:gd name="connsiteX66" fmla="*/ 395224 w 1453388"/>
                  <a:gd name="connsiteY66" fmla="*/ 348801 h 1472498"/>
                  <a:gd name="connsiteX67" fmla="*/ 326771 w 1453388"/>
                  <a:gd name="connsiteY67" fmla="*/ 533713 h 1472498"/>
                  <a:gd name="connsiteX68" fmla="*/ 356489 w 1453388"/>
                  <a:gd name="connsiteY68" fmla="*/ 561400 h 1472498"/>
                  <a:gd name="connsiteX69" fmla="*/ 290703 w 1453388"/>
                  <a:gd name="connsiteY69" fmla="*/ 659189 h 1472498"/>
                  <a:gd name="connsiteX70" fmla="*/ 241808 w 1453388"/>
                  <a:gd name="connsiteY70" fmla="*/ 552890 h 1472498"/>
                  <a:gd name="connsiteX71" fmla="*/ 300228 w 1453388"/>
                  <a:gd name="connsiteY71" fmla="*/ 527871 h 1472498"/>
                  <a:gd name="connsiteX72" fmla="*/ 349250 w 1453388"/>
                  <a:gd name="connsiteY72" fmla="*/ 400871 h 1472498"/>
                  <a:gd name="connsiteX73" fmla="*/ 372999 w 1453388"/>
                  <a:gd name="connsiteY73" fmla="*/ 338895 h 1472498"/>
                  <a:gd name="connsiteX74" fmla="*/ 180721 w 1453388"/>
                  <a:gd name="connsiteY74" fmla="*/ 261933 h 1472498"/>
                  <a:gd name="connsiteX75" fmla="*/ 131445 w 1453388"/>
                  <a:gd name="connsiteY75" fmla="*/ 300288 h 1472498"/>
                  <a:gd name="connsiteX76" fmla="*/ 34798 w 1453388"/>
                  <a:gd name="connsiteY76" fmla="*/ 262441 h 1472498"/>
                  <a:gd name="connsiteX77" fmla="*/ 62103 w 1453388"/>
                  <a:gd name="connsiteY77" fmla="*/ 148014 h 1472498"/>
                  <a:gd name="connsiteX78" fmla="*/ 130175 w 1453388"/>
                  <a:gd name="connsiteY78" fmla="*/ 143696 h 1472498"/>
                  <a:gd name="connsiteX79" fmla="*/ 124587 w 1453388"/>
                  <a:gd name="connsiteY79" fmla="*/ 109660 h 1472498"/>
                  <a:gd name="connsiteX80" fmla="*/ 0 w 1453388"/>
                  <a:gd name="connsiteY80" fmla="*/ 45399 h 1472498"/>
                  <a:gd name="connsiteX81" fmla="*/ 32893 w 1453388"/>
                  <a:gd name="connsiteY81" fmla="*/ 36127 h 1472498"/>
                  <a:gd name="connsiteX82" fmla="*/ 65278 w 1453388"/>
                  <a:gd name="connsiteY82" fmla="*/ 60765 h 1472498"/>
                  <a:gd name="connsiteX83" fmla="*/ 280543 w 1453388"/>
                  <a:gd name="connsiteY83" fmla="*/ 123757 h 1472498"/>
                  <a:gd name="connsiteX84" fmla="*/ 32893 w 1453388"/>
                  <a:gd name="connsiteY84" fmla="*/ 36127 h 1472498"/>
                  <a:gd name="connsiteX85" fmla="*/ 839978 w 1453388"/>
                  <a:gd name="connsiteY85" fmla="*/ 33334 h 1472498"/>
                  <a:gd name="connsiteX86" fmla="*/ 729488 w 1453388"/>
                  <a:gd name="connsiteY86" fmla="*/ 140649 h 1472498"/>
                  <a:gd name="connsiteX87" fmla="*/ 886968 w 1453388"/>
                  <a:gd name="connsiteY87" fmla="*/ 369883 h 1472498"/>
                  <a:gd name="connsiteX88" fmla="*/ 1055370 w 1453388"/>
                  <a:gd name="connsiteY88" fmla="*/ 257362 h 1472498"/>
                  <a:gd name="connsiteX89" fmla="*/ 993902 w 1453388"/>
                  <a:gd name="connsiteY89" fmla="*/ 60765 h 1472498"/>
                  <a:gd name="connsiteX90" fmla="*/ 839978 w 1453388"/>
                  <a:gd name="connsiteY90" fmla="*/ 33334 h 1472498"/>
                  <a:gd name="connsiteX91" fmla="*/ 77851 w 1453388"/>
                  <a:gd name="connsiteY91" fmla="*/ 172526 h 1472498"/>
                  <a:gd name="connsiteX92" fmla="*/ 54356 w 1453388"/>
                  <a:gd name="connsiteY92" fmla="*/ 238565 h 1472498"/>
                  <a:gd name="connsiteX93" fmla="*/ 125984 w 1453388"/>
                  <a:gd name="connsiteY93" fmla="*/ 274126 h 1472498"/>
                  <a:gd name="connsiteX94" fmla="*/ 170180 w 1453388"/>
                  <a:gd name="connsiteY94" fmla="*/ 225484 h 1472498"/>
                  <a:gd name="connsiteX95" fmla="*/ 77851 w 1453388"/>
                  <a:gd name="connsiteY95" fmla="*/ 172526 h 1472498"/>
                  <a:gd name="connsiteX96" fmla="*/ 1245489 w 1453388"/>
                  <a:gd name="connsiteY96" fmla="*/ 298890 h 1472498"/>
                  <a:gd name="connsiteX97" fmla="*/ 1229868 w 1453388"/>
                  <a:gd name="connsiteY97" fmla="*/ 369502 h 1472498"/>
                  <a:gd name="connsiteX98" fmla="*/ 1323594 w 1453388"/>
                  <a:gd name="connsiteY98" fmla="*/ 351722 h 1472498"/>
                  <a:gd name="connsiteX99" fmla="*/ 517779 w 1453388"/>
                  <a:gd name="connsiteY99" fmla="*/ 356040 h 1472498"/>
                  <a:gd name="connsiteX100" fmla="*/ 557530 w 1453388"/>
                  <a:gd name="connsiteY100" fmla="*/ 422081 h 1472498"/>
                  <a:gd name="connsiteX101" fmla="*/ 581279 w 1453388"/>
                  <a:gd name="connsiteY101" fmla="*/ 355406 h 1472498"/>
                  <a:gd name="connsiteX102" fmla="*/ 517779 w 1453388"/>
                  <a:gd name="connsiteY102" fmla="*/ 356040 h 1472498"/>
                  <a:gd name="connsiteX103" fmla="*/ 787400 w 1453388"/>
                  <a:gd name="connsiteY103" fmla="*/ 550224 h 1472498"/>
                  <a:gd name="connsiteX104" fmla="*/ 551561 w 1453388"/>
                  <a:gd name="connsiteY104" fmla="*/ 708084 h 1472498"/>
                  <a:gd name="connsiteX105" fmla="*/ 521081 w 1453388"/>
                  <a:gd name="connsiteY105" fmla="*/ 910269 h 1472498"/>
                  <a:gd name="connsiteX106" fmla="*/ 656336 w 1453388"/>
                  <a:gd name="connsiteY106" fmla="*/ 1108643 h 1472498"/>
                  <a:gd name="connsiteX107" fmla="*/ 885698 w 1453388"/>
                  <a:gd name="connsiteY107" fmla="*/ 1143059 h 1472498"/>
                  <a:gd name="connsiteX108" fmla="*/ 1167257 w 1453388"/>
                  <a:gd name="connsiteY108" fmla="*/ 1081464 h 1472498"/>
                  <a:gd name="connsiteX109" fmla="*/ 1254379 w 1453388"/>
                  <a:gd name="connsiteY109" fmla="*/ 789745 h 1472498"/>
                  <a:gd name="connsiteX110" fmla="*/ 1073404 w 1453388"/>
                  <a:gd name="connsiteY110" fmla="*/ 576766 h 1472498"/>
                  <a:gd name="connsiteX111" fmla="*/ 787400 w 1453388"/>
                  <a:gd name="connsiteY111" fmla="*/ 550224 h 1472498"/>
                  <a:gd name="connsiteX112" fmla="*/ 266700 w 1453388"/>
                  <a:gd name="connsiteY112" fmla="*/ 566480 h 1472498"/>
                  <a:gd name="connsiteX113" fmla="*/ 314071 w 1453388"/>
                  <a:gd name="connsiteY113" fmla="*/ 625407 h 1472498"/>
                  <a:gd name="connsiteX114" fmla="*/ 266700 w 1453388"/>
                  <a:gd name="connsiteY114" fmla="*/ 566480 h 1472498"/>
                  <a:gd name="connsiteX115" fmla="*/ 508508 w 1453388"/>
                  <a:gd name="connsiteY115" fmla="*/ 984309 h 1472498"/>
                  <a:gd name="connsiteX116" fmla="*/ 500888 w 1453388"/>
                  <a:gd name="connsiteY116" fmla="*/ 753677 h 1472498"/>
                  <a:gd name="connsiteX117" fmla="*/ 508508 w 1453388"/>
                  <a:gd name="connsiteY117" fmla="*/ 984309 h 1472498"/>
                  <a:gd name="connsiteX118" fmla="*/ 1274572 w 1453388"/>
                  <a:gd name="connsiteY118" fmla="*/ 752662 h 1472498"/>
                  <a:gd name="connsiteX119" fmla="*/ 1273048 w 1453388"/>
                  <a:gd name="connsiteY119" fmla="*/ 989008 h 1472498"/>
                  <a:gd name="connsiteX120" fmla="*/ 1274572 w 1453388"/>
                  <a:gd name="connsiteY120" fmla="*/ 752662 h 1472498"/>
                  <a:gd name="connsiteX121" fmla="*/ 1310640 w 1453388"/>
                  <a:gd name="connsiteY121" fmla="*/ 1163761 h 1472498"/>
                  <a:gd name="connsiteX122" fmla="*/ 1312418 w 1453388"/>
                  <a:gd name="connsiteY122" fmla="*/ 1303461 h 1472498"/>
                  <a:gd name="connsiteX123" fmla="*/ 1425702 w 1453388"/>
                  <a:gd name="connsiteY123" fmla="*/ 1234119 h 1472498"/>
                  <a:gd name="connsiteX124" fmla="*/ 1310640 w 1453388"/>
                  <a:gd name="connsiteY124" fmla="*/ 1163761 h 1472498"/>
                  <a:gd name="connsiteX125" fmla="*/ 1154557 w 1453388"/>
                  <a:gd name="connsiteY125" fmla="*/ 1181540 h 1472498"/>
                  <a:gd name="connsiteX126" fmla="*/ 1189609 w 1453388"/>
                  <a:gd name="connsiteY126" fmla="*/ 1338005 h 1472498"/>
                  <a:gd name="connsiteX127" fmla="*/ 1241806 w 1453388"/>
                  <a:gd name="connsiteY127" fmla="*/ 1235643 h 1472498"/>
                  <a:gd name="connsiteX128" fmla="*/ 1154557 w 1453388"/>
                  <a:gd name="connsiteY128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38961 w 1453388"/>
                  <a:gd name="connsiteY14" fmla="*/ 386520 h 1472498"/>
                  <a:gd name="connsiteX15" fmla="*/ 1206754 w 1453388"/>
                  <a:gd name="connsiteY15" fmla="*/ 380044 h 1472498"/>
                  <a:gd name="connsiteX16" fmla="*/ 1190244 w 1453388"/>
                  <a:gd name="connsiteY16" fmla="*/ 344357 h 1472498"/>
                  <a:gd name="connsiteX17" fmla="*/ 1201801 w 1453388"/>
                  <a:gd name="connsiteY17" fmla="*/ 303844 h 1472498"/>
                  <a:gd name="connsiteX18" fmla="*/ 1082294 w 1453388"/>
                  <a:gd name="connsiteY18" fmla="*/ 261426 h 1472498"/>
                  <a:gd name="connsiteX19" fmla="*/ 945007 w 1453388"/>
                  <a:gd name="connsiteY19" fmla="*/ 390712 h 1472498"/>
                  <a:gd name="connsiteX20" fmla="*/ 895604 w 1453388"/>
                  <a:gd name="connsiteY20" fmla="*/ 397570 h 1472498"/>
                  <a:gd name="connsiteX21" fmla="*/ 895350 w 1453388"/>
                  <a:gd name="connsiteY21" fmla="*/ 515171 h 1472498"/>
                  <a:gd name="connsiteX22" fmla="*/ 1144651 w 1453388"/>
                  <a:gd name="connsiteY22" fmla="*/ 586800 h 1472498"/>
                  <a:gd name="connsiteX23" fmla="*/ 1251204 w 1453388"/>
                  <a:gd name="connsiteY23" fmla="*/ 704528 h 1472498"/>
                  <a:gd name="connsiteX24" fmla="*/ 1340993 w 1453388"/>
                  <a:gd name="connsiteY24" fmla="*/ 779713 h 1472498"/>
                  <a:gd name="connsiteX25" fmla="*/ 1256030 w 1453388"/>
                  <a:gd name="connsiteY25" fmla="*/ 1014155 h 1472498"/>
                  <a:gd name="connsiteX26" fmla="*/ 1237361 w 1453388"/>
                  <a:gd name="connsiteY26" fmla="*/ 1043111 h 1472498"/>
                  <a:gd name="connsiteX27" fmla="*/ 1122934 w 1453388"/>
                  <a:gd name="connsiteY27" fmla="*/ 1135439 h 1472498"/>
                  <a:gd name="connsiteX28" fmla="*/ 1246632 w 1453388"/>
                  <a:gd name="connsiteY28" fmla="*/ 1210624 h 1472498"/>
                  <a:gd name="connsiteX29" fmla="*/ 1310640 w 1453388"/>
                  <a:gd name="connsiteY29" fmla="*/ 1137345 h 1472498"/>
                  <a:gd name="connsiteX30" fmla="*/ 1410843 w 1453388"/>
                  <a:gd name="connsiteY30" fmla="*/ 1154108 h 1472498"/>
                  <a:gd name="connsiteX31" fmla="*/ 1453388 w 1453388"/>
                  <a:gd name="connsiteY31" fmla="*/ 1224720 h 1472498"/>
                  <a:gd name="connsiteX32" fmla="*/ 1383665 w 1453388"/>
                  <a:gd name="connsiteY32" fmla="*/ 1462338 h 1472498"/>
                  <a:gd name="connsiteX33" fmla="*/ 1360424 w 1453388"/>
                  <a:gd name="connsiteY33" fmla="*/ 1465005 h 1472498"/>
                  <a:gd name="connsiteX34" fmla="*/ 1413637 w 1453388"/>
                  <a:gd name="connsiteY34" fmla="*/ 1314509 h 1472498"/>
                  <a:gd name="connsiteX35" fmla="*/ 1331468 w 1453388"/>
                  <a:gd name="connsiteY35" fmla="*/ 1334068 h 1472498"/>
                  <a:gd name="connsiteX36" fmla="*/ 1247394 w 1453388"/>
                  <a:gd name="connsiteY36" fmla="*/ 1274251 h 1472498"/>
                  <a:gd name="connsiteX37" fmla="*/ 1194054 w 1453388"/>
                  <a:gd name="connsiteY37" fmla="*/ 1459036 h 1472498"/>
                  <a:gd name="connsiteX38" fmla="*/ 1192022 w 1453388"/>
                  <a:gd name="connsiteY38" fmla="*/ 1472498 h 1472498"/>
                  <a:gd name="connsiteX39" fmla="*/ 1176909 w 1453388"/>
                  <a:gd name="connsiteY39" fmla="*/ 1457257 h 1472498"/>
                  <a:gd name="connsiteX40" fmla="*/ 1165606 w 1453388"/>
                  <a:gd name="connsiteY40" fmla="*/ 1370136 h 1472498"/>
                  <a:gd name="connsiteX41" fmla="*/ 1128776 w 1453388"/>
                  <a:gd name="connsiteY41" fmla="*/ 1185986 h 1472498"/>
                  <a:gd name="connsiteX42" fmla="*/ 1121791 w 1453388"/>
                  <a:gd name="connsiteY42" fmla="*/ 1162618 h 1472498"/>
                  <a:gd name="connsiteX43" fmla="*/ 950214 w 1453388"/>
                  <a:gd name="connsiteY43" fmla="*/ 1166427 h 1472498"/>
                  <a:gd name="connsiteX44" fmla="*/ 685927 w 1453388"/>
                  <a:gd name="connsiteY44" fmla="*/ 1159062 h 1472498"/>
                  <a:gd name="connsiteX45" fmla="*/ 645795 w 1453388"/>
                  <a:gd name="connsiteY45" fmla="*/ 1182302 h 1472498"/>
                  <a:gd name="connsiteX46" fmla="*/ 599694 w 1453388"/>
                  <a:gd name="connsiteY46" fmla="*/ 1461830 h 1472498"/>
                  <a:gd name="connsiteX47" fmla="*/ 574929 w 1453388"/>
                  <a:gd name="connsiteY47" fmla="*/ 1466020 h 1472498"/>
                  <a:gd name="connsiteX48" fmla="*/ 614299 w 1453388"/>
                  <a:gd name="connsiteY48" fmla="*/ 1184207 h 1472498"/>
                  <a:gd name="connsiteX49" fmla="*/ 481711 w 1453388"/>
                  <a:gd name="connsiteY49" fmla="*/ 1325051 h 1472498"/>
                  <a:gd name="connsiteX50" fmla="*/ 439166 w 1453388"/>
                  <a:gd name="connsiteY50" fmla="*/ 1458527 h 1472498"/>
                  <a:gd name="connsiteX51" fmla="*/ 413258 w 1453388"/>
                  <a:gd name="connsiteY51" fmla="*/ 1468814 h 1472498"/>
                  <a:gd name="connsiteX52" fmla="*/ 520319 w 1453388"/>
                  <a:gd name="connsiteY52" fmla="*/ 1228657 h 1472498"/>
                  <a:gd name="connsiteX53" fmla="*/ 650621 w 1453388"/>
                  <a:gd name="connsiteY53" fmla="*/ 1136963 h 1472498"/>
                  <a:gd name="connsiteX54" fmla="*/ 524637 w 1453388"/>
                  <a:gd name="connsiteY54" fmla="*/ 1011361 h 1472498"/>
                  <a:gd name="connsiteX55" fmla="*/ 446024 w 1453388"/>
                  <a:gd name="connsiteY55" fmla="*/ 970720 h 1472498"/>
                  <a:gd name="connsiteX56" fmla="*/ 414147 w 1453388"/>
                  <a:gd name="connsiteY56" fmla="*/ 824925 h 1472498"/>
                  <a:gd name="connsiteX57" fmla="*/ 513842 w 1453388"/>
                  <a:gd name="connsiteY57" fmla="*/ 724849 h 1472498"/>
                  <a:gd name="connsiteX58" fmla="*/ 691896 w 1453388"/>
                  <a:gd name="connsiteY58" fmla="*/ 550477 h 1472498"/>
                  <a:gd name="connsiteX59" fmla="*/ 869061 w 1453388"/>
                  <a:gd name="connsiteY59" fmla="*/ 514409 h 1472498"/>
                  <a:gd name="connsiteX60" fmla="*/ 869061 w 1453388"/>
                  <a:gd name="connsiteY60" fmla="*/ 398458 h 1472498"/>
                  <a:gd name="connsiteX61" fmla="*/ 722757 w 1453388"/>
                  <a:gd name="connsiteY61" fmla="*/ 301684 h 1472498"/>
                  <a:gd name="connsiteX62" fmla="*/ 610616 w 1453388"/>
                  <a:gd name="connsiteY62" fmla="*/ 358453 h 1472498"/>
                  <a:gd name="connsiteX63" fmla="*/ 598932 w 1453388"/>
                  <a:gd name="connsiteY63" fmla="*/ 438082 h 1472498"/>
                  <a:gd name="connsiteX64" fmla="*/ 511556 w 1453388"/>
                  <a:gd name="connsiteY64" fmla="*/ 439860 h 1472498"/>
                  <a:gd name="connsiteX65" fmla="*/ 475615 w 1453388"/>
                  <a:gd name="connsiteY65" fmla="*/ 374328 h 1472498"/>
                  <a:gd name="connsiteX66" fmla="*/ 395224 w 1453388"/>
                  <a:gd name="connsiteY66" fmla="*/ 348801 h 1472498"/>
                  <a:gd name="connsiteX67" fmla="*/ 326771 w 1453388"/>
                  <a:gd name="connsiteY67" fmla="*/ 533713 h 1472498"/>
                  <a:gd name="connsiteX68" fmla="*/ 356489 w 1453388"/>
                  <a:gd name="connsiteY68" fmla="*/ 561400 h 1472498"/>
                  <a:gd name="connsiteX69" fmla="*/ 290703 w 1453388"/>
                  <a:gd name="connsiteY69" fmla="*/ 659189 h 1472498"/>
                  <a:gd name="connsiteX70" fmla="*/ 241808 w 1453388"/>
                  <a:gd name="connsiteY70" fmla="*/ 552890 h 1472498"/>
                  <a:gd name="connsiteX71" fmla="*/ 300228 w 1453388"/>
                  <a:gd name="connsiteY71" fmla="*/ 527871 h 1472498"/>
                  <a:gd name="connsiteX72" fmla="*/ 349250 w 1453388"/>
                  <a:gd name="connsiteY72" fmla="*/ 400871 h 1472498"/>
                  <a:gd name="connsiteX73" fmla="*/ 372999 w 1453388"/>
                  <a:gd name="connsiteY73" fmla="*/ 338895 h 1472498"/>
                  <a:gd name="connsiteX74" fmla="*/ 180721 w 1453388"/>
                  <a:gd name="connsiteY74" fmla="*/ 261933 h 1472498"/>
                  <a:gd name="connsiteX75" fmla="*/ 131445 w 1453388"/>
                  <a:gd name="connsiteY75" fmla="*/ 300288 h 1472498"/>
                  <a:gd name="connsiteX76" fmla="*/ 34798 w 1453388"/>
                  <a:gd name="connsiteY76" fmla="*/ 262441 h 1472498"/>
                  <a:gd name="connsiteX77" fmla="*/ 62103 w 1453388"/>
                  <a:gd name="connsiteY77" fmla="*/ 148014 h 1472498"/>
                  <a:gd name="connsiteX78" fmla="*/ 130175 w 1453388"/>
                  <a:gd name="connsiteY78" fmla="*/ 143696 h 1472498"/>
                  <a:gd name="connsiteX79" fmla="*/ 124587 w 1453388"/>
                  <a:gd name="connsiteY79" fmla="*/ 109660 h 1472498"/>
                  <a:gd name="connsiteX80" fmla="*/ 0 w 1453388"/>
                  <a:gd name="connsiteY80" fmla="*/ 45399 h 1472498"/>
                  <a:gd name="connsiteX81" fmla="*/ 32893 w 1453388"/>
                  <a:gd name="connsiteY81" fmla="*/ 36127 h 1472498"/>
                  <a:gd name="connsiteX82" fmla="*/ 65278 w 1453388"/>
                  <a:gd name="connsiteY82" fmla="*/ 60765 h 1472498"/>
                  <a:gd name="connsiteX83" fmla="*/ 280543 w 1453388"/>
                  <a:gd name="connsiteY83" fmla="*/ 123757 h 1472498"/>
                  <a:gd name="connsiteX84" fmla="*/ 32893 w 1453388"/>
                  <a:gd name="connsiteY84" fmla="*/ 36127 h 1472498"/>
                  <a:gd name="connsiteX85" fmla="*/ 839978 w 1453388"/>
                  <a:gd name="connsiteY85" fmla="*/ 33334 h 1472498"/>
                  <a:gd name="connsiteX86" fmla="*/ 729488 w 1453388"/>
                  <a:gd name="connsiteY86" fmla="*/ 140649 h 1472498"/>
                  <a:gd name="connsiteX87" fmla="*/ 886968 w 1453388"/>
                  <a:gd name="connsiteY87" fmla="*/ 369883 h 1472498"/>
                  <a:gd name="connsiteX88" fmla="*/ 1055370 w 1453388"/>
                  <a:gd name="connsiteY88" fmla="*/ 257362 h 1472498"/>
                  <a:gd name="connsiteX89" fmla="*/ 993902 w 1453388"/>
                  <a:gd name="connsiteY89" fmla="*/ 60765 h 1472498"/>
                  <a:gd name="connsiteX90" fmla="*/ 839978 w 1453388"/>
                  <a:gd name="connsiteY90" fmla="*/ 33334 h 1472498"/>
                  <a:gd name="connsiteX91" fmla="*/ 77851 w 1453388"/>
                  <a:gd name="connsiteY91" fmla="*/ 172526 h 1472498"/>
                  <a:gd name="connsiteX92" fmla="*/ 54356 w 1453388"/>
                  <a:gd name="connsiteY92" fmla="*/ 238565 h 1472498"/>
                  <a:gd name="connsiteX93" fmla="*/ 125984 w 1453388"/>
                  <a:gd name="connsiteY93" fmla="*/ 274126 h 1472498"/>
                  <a:gd name="connsiteX94" fmla="*/ 170180 w 1453388"/>
                  <a:gd name="connsiteY94" fmla="*/ 225484 h 1472498"/>
                  <a:gd name="connsiteX95" fmla="*/ 77851 w 1453388"/>
                  <a:gd name="connsiteY95" fmla="*/ 172526 h 1472498"/>
                  <a:gd name="connsiteX96" fmla="*/ 1245489 w 1453388"/>
                  <a:gd name="connsiteY96" fmla="*/ 298890 h 1472498"/>
                  <a:gd name="connsiteX97" fmla="*/ 1229868 w 1453388"/>
                  <a:gd name="connsiteY97" fmla="*/ 369502 h 1472498"/>
                  <a:gd name="connsiteX98" fmla="*/ 517779 w 1453388"/>
                  <a:gd name="connsiteY98" fmla="*/ 356040 h 1472498"/>
                  <a:gd name="connsiteX99" fmla="*/ 557530 w 1453388"/>
                  <a:gd name="connsiteY99" fmla="*/ 422081 h 1472498"/>
                  <a:gd name="connsiteX100" fmla="*/ 581279 w 1453388"/>
                  <a:gd name="connsiteY100" fmla="*/ 355406 h 1472498"/>
                  <a:gd name="connsiteX101" fmla="*/ 517779 w 1453388"/>
                  <a:gd name="connsiteY101" fmla="*/ 356040 h 1472498"/>
                  <a:gd name="connsiteX102" fmla="*/ 787400 w 1453388"/>
                  <a:gd name="connsiteY102" fmla="*/ 550224 h 1472498"/>
                  <a:gd name="connsiteX103" fmla="*/ 551561 w 1453388"/>
                  <a:gd name="connsiteY103" fmla="*/ 708084 h 1472498"/>
                  <a:gd name="connsiteX104" fmla="*/ 521081 w 1453388"/>
                  <a:gd name="connsiteY104" fmla="*/ 910269 h 1472498"/>
                  <a:gd name="connsiteX105" fmla="*/ 656336 w 1453388"/>
                  <a:gd name="connsiteY105" fmla="*/ 1108643 h 1472498"/>
                  <a:gd name="connsiteX106" fmla="*/ 885698 w 1453388"/>
                  <a:gd name="connsiteY106" fmla="*/ 1143059 h 1472498"/>
                  <a:gd name="connsiteX107" fmla="*/ 1167257 w 1453388"/>
                  <a:gd name="connsiteY107" fmla="*/ 1081464 h 1472498"/>
                  <a:gd name="connsiteX108" fmla="*/ 1254379 w 1453388"/>
                  <a:gd name="connsiteY108" fmla="*/ 789745 h 1472498"/>
                  <a:gd name="connsiteX109" fmla="*/ 1073404 w 1453388"/>
                  <a:gd name="connsiteY109" fmla="*/ 576766 h 1472498"/>
                  <a:gd name="connsiteX110" fmla="*/ 787400 w 1453388"/>
                  <a:gd name="connsiteY110" fmla="*/ 550224 h 1472498"/>
                  <a:gd name="connsiteX111" fmla="*/ 266700 w 1453388"/>
                  <a:gd name="connsiteY111" fmla="*/ 566480 h 1472498"/>
                  <a:gd name="connsiteX112" fmla="*/ 314071 w 1453388"/>
                  <a:gd name="connsiteY112" fmla="*/ 625407 h 1472498"/>
                  <a:gd name="connsiteX113" fmla="*/ 266700 w 1453388"/>
                  <a:gd name="connsiteY113" fmla="*/ 566480 h 1472498"/>
                  <a:gd name="connsiteX114" fmla="*/ 508508 w 1453388"/>
                  <a:gd name="connsiteY114" fmla="*/ 984309 h 1472498"/>
                  <a:gd name="connsiteX115" fmla="*/ 500888 w 1453388"/>
                  <a:gd name="connsiteY115" fmla="*/ 753677 h 1472498"/>
                  <a:gd name="connsiteX116" fmla="*/ 508508 w 1453388"/>
                  <a:gd name="connsiteY116" fmla="*/ 984309 h 1472498"/>
                  <a:gd name="connsiteX117" fmla="*/ 1274572 w 1453388"/>
                  <a:gd name="connsiteY117" fmla="*/ 752662 h 1472498"/>
                  <a:gd name="connsiteX118" fmla="*/ 1273048 w 1453388"/>
                  <a:gd name="connsiteY118" fmla="*/ 989008 h 1472498"/>
                  <a:gd name="connsiteX119" fmla="*/ 1274572 w 1453388"/>
                  <a:gd name="connsiteY119" fmla="*/ 752662 h 1472498"/>
                  <a:gd name="connsiteX120" fmla="*/ 1310640 w 1453388"/>
                  <a:gd name="connsiteY120" fmla="*/ 1163761 h 1472498"/>
                  <a:gd name="connsiteX121" fmla="*/ 1312418 w 1453388"/>
                  <a:gd name="connsiteY121" fmla="*/ 1303461 h 1472498"/>
                  <a:gd name="connsiteX122" fmla="*/ 1425702 w 1453388"/>
                  <a:gd name="connsiteY122" fmla="*/ 1234119 h 1472498"/>
                  <a:gd name="connsiteX123" fmla="*/ 1310640 w 1453388"/>
                  <a:gd name="connsiteY123" fmla="*/ 1163761 h 1472498"/>
                  <a:gd name="connsiteX124" fmla="*/ 1154557 w 1453388"/>
                  <a:gd name="connsiteY124" fmla="*/ 1181540 h 1472498"/>
                  <a:gd name="connsiteX125" fmla="*/ 1189609 w 1453388"/>
                  <a:gd name="connsiteY125" fmla="*/ 1338005 h 1472498"/>
                  <a:gd name="connsiteX126" fmla="*/ 1241806 w 1453388"/>
                  <a:gd name="connsiteY126" fmla="*/ 1235643 h 1472498"/>
                  <a:gd name="connsiteX127" fmla="*/ 1154557 w 1453388"/>
                  <a:gd name="connsiteY127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38961 w 1453388"/>
                  <a:gd name="connsiteY14" fmla="*/ 386520 h 1472498"/>
                  <a:gd name="connsiteX15" fmla="*/ 1206754 w 1453388"/>
                  <a:gd name="connsiteY15" fmla="*/ 380044 h 1472498"/>
                  <a:gd name="connsiteX16" fmla="*/ 1190244 w 1453388"/>
                  <a:gd name="connsiteY16" fmla="*/ 344357 h 1472498"/>
                  <a:gd name="connsiteX17" fmla="*/ 1201801 w 1453388"/>
                  <a:gd name="connsiteY17" fmla="*/ 303844 h 1472498"/>
                  <a:gd name="connsiteX18" fmla="*/ 1082294 w 1453388"/>
                  <a:gd name="connsiteY18" fmla="*/ 261426 h 1472498"/>
                  <a:gd name="connsiteX19" fmla="*/ 945007 w 1453388"/>
                  <a:gd name="connsiteY19" fmla="*/ 390712 h 1472498"/>
                  <a:gd name="connsiteX20" fmla="*/ 895604 w 1453388"/>
                  <a:gd name="connsiteY20" fmla="*/ 397570 h 1472498"/>
                  <a:gd name="connsiteX21" fmla="*/ 895350 w 1453388"/>
                  <a:gd name="connsiteY21" fmla="*/ 515171 h 1472498"/>
                  <a:gd name="connsiteX22" fmla="*/ 1144651 w 1453388"/>
                  <a:gd name="connsiteY22" fmla="*/ 586800 h 1472498"/>
                  <a:gd name="connsiteX23" fmla="*/ 1251204 w 1453388"/>
                  <a:gd name="connsiteY23" fmla="*/ 704528 h 1472498"/>
                  <a:gd name="connsiteX24" fmla="*/ 1340993 w 1453388"/>
                  <a:gd name="connsiteY24" fmla="*/ 779713 h 1472498"/>
                  <a:gd name="connsiteX25" fmla="*/ 1256030 w 1453388"/>
                  <a:gd name="connsiteY25" fmla="*/ 1014155 h 1472498"/>
                  <a:gd name="connsiteX26" fmla="*/ 1237361 w 1453388"/>
                  <a:gd name="connsiteY26" fmla="*/ 1043111 h 1472498"/>
                  <a:gd name="connsiteX27" fmla="*/ 1122934 w 1453388"/>
                  <a:gd name="connsiteY27" fmla="*/ 1135439 h 1472498"/>
                  <a:gd name="connsiteX28" fmla="*/ 1246632 w 1453388"/>
                  <a:gd name="connsiteY28" fmla="*/ 1210624 h 1472498"/>
                  <a:gd name="connsiteX29" fmla="*/ 1310640 w 1453388"/>
                  <a:gd name="connsiteY29" fmla="*/ 1137345 h 1472498"/>
                  <a:gd name="connsiteX30" fmla="*/ 1410843 w 1453388"/>
                  <a:gd name="connsiteY30" fmla="*/ 1154108 h 1472498"/>
                  <a:gd name="connsiteX31" fmla="*/ 1453388 w 1453388"/>
                  <a:gd name="connsiteY31" fmla="*/ 1224720 h 1472498"/>
                  <a:gd name="connsiteX32" fmla="*/ 1383665 w 1453388"/>
                  <a:gd name="connsiteY32" fmla="*/ 1462338 h 1472498"/>
                  <a:gd name="connsiteX33" fmla="*/ 1360424 w 1453388"/>
                  <a:gd name="connsiteY33" fmla="*/ 1465005 h 1472498"/>
                  <a:gd name="connsiteX34" fmla="*/ 1413637 w 1453388"/>
                  <a:gd name="connsiteY34" fmla="*/ 1314509 h 1472498"/>
                  <a:gd name="connsiteX35" fmla="*/ 1331468 w 1453388"/>
                  <a:gd name="connsiteY35" fmla="*/ 1334068 h 1472498"/>
                  <a:gd name="connsiteX36" fmla="*/ 1247394 w 1453388"/>
                  <a:gd name="connsiteY36" fmla="*/ 1274251 h 1472498"/>
                  <a:gd name="connsiteX37" fmla="*/ 1194054 w 1453388"/>
                  <a:gd name="connsiteY37" fmla="*/ 1459036 h 1472498"/>
                  <a:gd name="connsiteX38" fmla="*/ 1192022 w 1453388"/>
                  <a:gd name="connsiteY38" fmla="*/ 1472498 h 1472498"/>
                  <a:gd name="connsiteX39" fmla="*/ 1176909 w 1453388"/>
                  <a:gd name="connsiteY39" fmla="*/ 1457257 h 1472498"/>
                  <a:gd name="connsiteX40" fmla="*/ 1165606 w 1453388"/>
                  <a:gd name="connsiteY40" fmla="*/ 1370136 h 1472498"/>
                  <a:gd name="connsiteX41" fmla="*/ 1128776 w 1453388"/>
                  <a:gd name="connsiteY41" fmla="*/ 1185986 h 1472498"/>
                  <a:gd name="connsiteX42" fmla="*/ 1121791 w 1453388"/>
                  <a:gd name="connsiteY42" fmla="*/ 1162618 h 1472498"/>
                  <a:gd name="connsiteX43" fmla="*/ 950214 w 1453388"/>
                  <a:gd name="connsiteY43" fmla="*/ 1166427 h 1472498"/>
                  <a:gd name="connsiteX44" fmla="*/ 685927 w 1453388"/>
                  <a:gd name="connsiteY44" fmla="*/ 1159062 h 1472498"/>
                  <a:gd name="connsiteX45" fmla="*/ 645795 w 1453388"/>
                  <a:gd name="connsiteY45" fmla="*/ 1182302 h 1472498"/>
                  <a:gd name="connsiteX46" fmla="*/ 599694 w 1453388"/>
                  <a:gd name="connsiteY46" fmla="*/ 1461830 h 1472498"/>
                  <a:gd name="connsiteX47" fmla="*/ 574929 w 1453388"/>
                  <a:gd name="connsiteY47" fmla="*/ 1466020 h 1472498"/>
                  <a:gd name="connsiteX48" fmla="*/ 614299 w 1453388"/>
                  <a:gd name="connsiteY48" fmla="*/ 1184207 h 1472498"/>
                  <a:gd name="connsiteX49" fmla="*/ 481711 w 1453388"/>
                  <a:gd name="connsiteY49" fmla="*/ 1325051 h 1472498"/>
                  <a:gd name="connsiteX50" fmla="*/ 439166 w 1453388"/>
                  <a:gd name="connsiteY50" fmla="*/ 1458527 h 1472498"/>
                  <a:gd name="connsiteX51" fmla="*/ 413258 w 1453388"/>
                  <a:gd name="connsiteY51" fmla="*/ 1468814 h 1472498"/>
                  <a:gd name="connsiteX52" fmla="*/ 520319 w 1453388"/>
                  <a:gd name="connsiteY52" fmla="*/ 1228657 h 1472498"/>
                  <a:gd name="connsiteX53" fmla="*/ 650621 w 1453388"/>
                  <a:gd name="connsiteY53" fmla="*/ 1136963 h 1472498"/>
                  <a:gd name="connsiteX54" fmla="*/ 524637 w 1453388"/>
                  <a:gd name="connsiteY54" fmla="*/ 1011361 h 1472498"/>
                  <a:gd name="connsiteX55" fmla="*/ 446024 w 1453388"/>
                  <a:gd name="connsiteY55" fmla="*/ 970720 h 1472498"/>
                  <a:gd name="connsiteX56" fmla="*/ 414147 w 1453388"/>
                  <a:gd name="connsiteY56" fmla="*/ 824925 h 1472498"/>
                  <a:gd name="connsiteX57" fmla="*/ 513842 w 1453388"/>
                  <a:gd name="connsiteY57" fmla="*/ 724849 h 1472498"/>
                  <a:gd name="connsiteX58" fmla="*/ 691896 w 1453388"/>
                  <a:gd name="connsiteY58" fmla="*/ 550477 h 1472498"/>
                  <a:gd name="connsiteX59" fmla="*/ 869061 w 1453388"/>
                  <a:gd name="connsiteY59" fmla="*/ 514409 h 1472498"/>
                  <a:gd name="connsiteX60" fmla="*/ 869061 w 1453388"/>
                  <a:gd name="connsiteY60" fmla="*/ 398458 h 1472498"/>
                  <a:gd name="connsiteX61" fmla="*/ 722757 w 1453388"/>
                  <a:gd name="connsiteY61" fmla="*/ 301684 h 1472498"/>
                  <a:gd name="connsiteX62" fmla="*/ 610616 w 1453388"/>
                  <a:gd name="connsiteY62" fmla="*/ 358453 h 1472498"/>
                  <a:gd name="connsiteX63" fmla="*/ 598932 w 1453388"/>
                  <a:gd name="connsiteY63" fmla="*/ 438082 h 1472498"/>
                  <a:gd name="connsiteX64" fmla="*/ 511556 w 1453388"/>
                  <a:gd name="connsiteY64" fmla="*/ 439860 h 1472498"/>
                  <a:gd name="connsiteX65" fmla="*/ 475615 w 1453388"/>
                  <a:gd name="connsiteY65" fmla="*/ 374328 h 1472498"/>
                  <a:gd name="connsiteX66" fmla="*/ 395224 w 1453388"/>
                  <a:gd name="connsiteY66" fmla="*/ 348801 h 1472498"/>
                  <a:gd name="connsiteX67" fmla="*/ 326771 w 1453388"/>
                  <a:gd name="connsiteY67" fmla="*/ 533713 h 1472498"/>
                  <a:gd name="connsiteX68" fmla="*/ 356489 w 1453388"/>
                  <a:gd name="connsiteY68" fmla="*/ 561400 h 1472498"/>
                  <a:gd name="connsiteX69" fmla="*/ 290703 w 1453388"/>
                  <a:gd name="connsiteY69" fmla="*/ 659189 h 1472498"/>
                  <a:gd name="connsiteX70" fmla="*/ 241808 w 1453388"/>
                  <a:gd name="connsiteY70" fmla="*/ 552890 h 1472498"/>
                  <a:gd name="connsiteX71" fmla="*/ 300228 w 1453388"/>
                  <a:gd name="connsiteY71" fmla="*/ 527871 h 1472498"/>
                  <a:gd name="connsiteX72" fmla="*/ 349250 w 1453388"/>
                  <a:gd name="connsiteY72" fmla="*/ 400871 h 1472498"/>
                  <a:gd name="connsiteX73" fmla="*/ 372999 w 1453388"/>
                  <a:gd name="connsiteY73" fmla="*/ 338895 h 1472498"/>
                  <a:gd name="connsiteX74" fmla="*/ 180721 w 1453388"/>
                  <a:gd name="connsiteY74" fmla="*/ 261933 h 1472498"/>
                  <a:gd name="connsiteX75" fmla="*/ 131445 w 1453388"/>
                  <a:gd name="connsiteY75" fmla="*/ 300288 h 1472498"/>
                  <a:gd name="connsiteX76" fmla="*/ 34798 w 1453388"/>
                  <a:gd name="connsiteY76" fmla="*/ 262441 h 1472498"/>
                  <a:gd name="connsiteX77" fmla="*/ 62103 w 1453388"/>
                  <a:gd name="connsiteY77" fmla="*/ 148014 h 1472498"/>
                  <a:gd name="connsiteX78" fmla="*/ 130175 w 1453388"/>
                  <a:gd name="connsiteY78" fmla="*/ 143696 h 1472498"/>
                  <a:gd name="connsiteX79" fmla="*/ 124587 w 1453388"/>
                  <a:gd name="connsiteY79" fmla="*/ 109660 h 1472498"/>
                  <a:gd name="connsiteX80" fmla="*/ 0 w 1453388"/>
                  <a:gd name="connsiteY80" fmla="*/ 45399 h 1472498"/>
                  <a:gd name="connsiteX81" fmla="*/ 32893 w 1453388"/>
                  <a:gd name="connsiteY81" fmla="*/ 36127 h 1472498"/>
                  <a:gd name="connsiteX82" fmla="*/ 65278 w 1453388"/>
                  <a:gd name="connsiteY82" fmla="*/ 60765 h 1472498"/>
                  <a:gd name="connsiteX83" fmla="*/ 280543 w 1453388"/>
                  <a:gd name="connsiteY83" fmla="*/ 123757 h 1472498"/>
                  <a:gd name="connsiteX84" fmla="*/ 32893 w 1453388"/>
                  <a:gd name="connsiteY84" fmla="*/ 36127 h 1472498"/>
                  <a:gd name="connsiteX85" fmla="*/ 839978 w 1453388"/>
                  <a:gd name="connsiteY85" fmla="*/ 33334 h 1472498"/>
                  <a:gd name="connsiteX86" fmla="*/ 729488 w 1453388"/>
                  <a:gd name="connsiteY86" fmla="*/ 140649 h 1472498"/>
                  <a:gd name="connsiteX87" fmla="*/ 886968 w 1453388"/>
                  <a:gd name="connsiteY87" fmla="*/ 369883 h 1472498"/>
                  <a:gd name="connsiteX88" fmla="*/ 1055370 w 1453388"/>
                  <a:gd name="connsiteY88" fmla="*/ 257362 h 1472498"/>
                  <a:gd name="connsiteX89" fmla="*/ 993902 w 1453388"/>
                  <a:gd name="connsiteY89" fmla="*/ 60765 h 1472498"/>
                  <a:gd name="connsiteX90" fmla="*/ 839978 w 1453388"/>
                  <a:gd name="connsiteY90" fmla="*/ 33334 h 1472498"/>
                  <a:gd name="connsiteX91" fmla="*/ 77851 w 1453388"/>
                  <a:gd name="connsiteY91" fmla="*/ 172526 h 1472498"/>
                  <a:gd name="connsiteX92" fmla="*/ 54356 w 1453388"/>
                  <a:gd name="connsiteY92" fmla="*/ 238565 h 1472498"/>
                  <a:gd name="connsiteX93" fmla="*/ 125984 w 1453388"/>
                  <a:gd name="connsiteY93" fmla="*/ 274126 h 1472498"/>
                  <a:gd name="connsiteX94" fmla="*/ 170180 w 1453388"/>
                  <a:gd name="connsiteY94" fmla="*/ 225484 h 1472498"/>
                  <a:gd name="connsiteX95" fmla="*/ 77851 w 1453388"/>
                  <a:gd name="connsiteY95" fmla="*/ 172526 h 1472498"/>
                  <a:gd name="connsiteX96" fmla="*/ 517779 w 1453388"/>
                  <a:gd name="connsiteY96" fmla="*/ 356040 h 1472498"/>
                  <a:gd name="connsiteX97" fmla="*/ 557530 w 1453388"/>
                  <a:gd name="connsiteY97" fmla="*/ 422081 h 1472498"/>
                  <a:gd name="connsiteX98" fmla="*/ 581279 w 1453388"/>
                  <a:gd name="connsiteY98" fmla="*/ 355406 h 1472498"/>
                  <a:gd name="connsiteX99" fmla="*/ 517779 w 1453388"/>
                  <a:gd name="connsiteY99" fmla="*/ 356040 h 1472498"/>
                  <a:gd name="connsiteX100" fmla="*/ 787400 w 1453388"/>
                  <a:gd name="connsiteY100" fmla="*/ 550224 h 1472498"/>
                  <a:gd name="connsiteX101" fmla="*/ 551561 w 1453388"/>
                  <a:gd name="connsiteY101" fmla="*/ 708084 h 1472498"/>
                  <a:gd name="connsiteX102" fmla="*/ 521081 w 1453388"/>
                  <a:gd name="connsiteY102" fmla="*/ 910269 h 1472498"/>
                  <a:gd name="connsiteX103" fmla="*/ 656336 w 1453388"/>
                  <a:gd name="connsiteY103" fmla="*/ 1108643 h 1472498"/>
                  <a:gd name="connsiteX104" fmla="*/ 885698 w 1453388"/>
                  <a:gd name="connsiteY104" fmla="*/ 1143059 h 1472498"/>
                  <a:gd name="connsiteX105" fmla="*/ 1167257 w 1453388"/>
                  <a:gd name="connsiteY105" fmla="*/ 1081464 h 1472498"/>
                  <a:gd name="connsiteX106" fmla="*/ 1254379 w 1453388"/>
                  <a:gd name="connsiteY106" fmla="*/ 789745 h 1472498"/>
                  <a:gd name="connsiteX107" fmla="*/ 1073404 w 1453388"/>
                  <a:gd name="connsiteY107" fmla="*/ 576766 h 1472498"/>
                  <a:gd name="connsiteX108" fmla="*/ 787400 w 1453388"/>
                  <a:gd name="connsiteY108" fmla="*/ 550224 h 1472498"/>
                  <a:gd name="connsiteX109" fmla="*/ 266700 w 1453388"/>
                  <a:gd name="connsiteY109" fmla="*/ 566480 h 1472498"/>
                  <a:gd name="connsiteX110" fmla="*/ 314071 w 1453388"/>
                  <a:gd name="connsiteY110" fmla="*/ 625407 h 1472498"/>
                  <a:gd name="connsiteX111" fmla="*/ 266700 w 1453388"/>
                  <a:gd name="connsiteY111" fmla="*/ 566480 h 1472498"/>
                  <a:gd name="connsiteX112" fmla="*/ 508508 w 1453388"/>
                  <a:gd name="connsiteY112" fmla="*/ 984309 h 1472498"/>
                  <a:gd name="connsiteX113" fmla="*/ 500888 w 1453388"/>
                  <a:gd name="connsiteY113" fmla="*/ 753677 h 1472498"/>
                  <a:gd name="connsiteX114" fmla="*/ 508508 w 1453388"/>
                  <a:gd name="connsiteY114" fmla="*/ 984309 h 1472498"/>
                  <a:gd name="connsiteX115" fmla="*/ 1274572 w 1453388"/>
                  <a:gd name="connsiteY115" fmla="*/ 752662 h 1472498"/>
                  <a:gd name="connsiteX116" fmla="*/ 1273048 w 1453388"/>
                  <a:gd name="connsiteY116" fmla="*/ 989008 h 1472498"/>
                  <a:gd name="connsiteX117" fmla="*/ 1274572 w 1453388"/>
                  <a:gd name="connsiteY117" fmla="*/ 752662 h 1472498"/>
                  <a:gd name="connsiteX118" fmla="*/ 1310640 w 1453388"/>
                  <a:gd name="connsiteY118" fmla="*/ 1163761 h 1472498"/>
                  <a:gd name="connsiteX119" fmla="*/ 1312418 w 1453388"/>
                  <a:gd name="connsiteY119" fmla="*/ 1303461 h 1472498"/>
                  <a:gd name="connsiteX120" fmla="*/ 1425702 w 1453388"/>
                  <a:gd name="connsiteY120" fmla="*/ 1234119 h 1472498"/>
                  <a:gd name="connsiteX121" fmla="*/ 1310640 w 1453388"/>
                  <a:gd name="connsiteY121" fmla="*/ 1163761 h 1472498"/>
                  <a:gd name="connsiteX122" fmla="*/ 1154557 w 1453388"/>
                  <a:gd name="connsiteY122" fmla="*/ 1181540 h 1472498"/>
                  <a:gd name="connsiteX123" fmla="*/ 1189609 w 1453388"/>
                  <a:gd name="connsiteY123" fmla="*/ 1338005 h 1472498"/>
                  <a:gd name="connsiteX124" fmla="*/ 1241806 w 1453388"/>
                  <a:gd name="connsiteY124" fmla="*/ 1235643 h 1472498"/>
                  <a:gd name="connsiteX125" fmla="*/ 1154557 w 1453388"/>
                  <a:gd name="connsiteY125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06754 w 1453388"/>
                  <a:gd name="connsiteY14" fmla="*/ 380044 h 1472498"/>
                  <a:gd name="connsiteX15" fmla="*/ 1190244 w 1453388"/>
                  <a:gd name="connsiteY15" fmla="*/ 344357 h 1472498"/>
                  <a:gd name="connsiteX16" fmla="*/ 1201801 w 1453388"/>
                  <a:gd name="connsiteY16" fmla="*/ 303844 h 1472498"/>
                  <a:gd name="connsiteX17" fmla="*/ 1082294 w 1453388"/>
                  <a:gd name="connsiteY17" fmla="*/ 261426 h 1472498"/>
                  <a:gd name="connsiteX18" fmla="*/ 945007 w 1453388"/>
                  <a:gd name="connsiteY18" fmla="*/ 390712 h 1472498"/>
                  <a:gd name="connsiteX19" fmla="*/ 895604 w 1453388"/>
                  <a:gd name="connsiteY19" fmla="*/ 397570 h 1472498"/>
                  <a:gd name="connsiteX20" fmla="*/ 895350 w 1453388"/>
                  <a:gd name="connsiteY20" fmla="*/ 515171 h 1472498"/>
                  <a:gd name="connsiteX21" fmla="*/ 1144651 w 1453388"/>
                  <a:gd name="connsiteY21" fmla="*/ 586800 h 1472498"/>
                  <a:gd name="connsiteX22" fmla="*/ 1251204 w 1453388"/>
                  <a:gd name="connsiteY22" fmla="*/ 704528 h 1472498"/>
                  <a:gd name="connsiteX23" fmla="*/ 1340993 w 1453388"/>
                  <a:gd name="connsiteY23" fmla="*/ 779713 h 1472498"/>
                  <a:gd name="connsiteX24" fmla="*/ 1256030 w 1453388"/>
                  <a:gd name="connsiteY24" fmla="*/ 1014155 h 1472498"/>
                  <a:gd name="connsiteX25" fmla="*/ 1237361 w 1453388"/>
                  <a:gd name="connsiteY25" fmla="*/ 1043111 h 1472498"/>
                  <a:gd name="connsiteX26" fmla="*/ 1122934 w 1453388"/>
                  <a:gd name="connsiteY26" fmla="*/ 1135439 h 1472498"/>
                  <a:gd name="connsiteX27" fmla="*/ 1246632 w 1453388"/>
                  <a:gd name="connsiteY27" fmla="*/ 1210624 h 1472498"/>
                  <a:gd name="connsiteX28" fmla="*/ 1310640 w 1453388"/>
                  <a:gd name="connsiteY28" fmla="*/ 1137345 h 1472498"/>
                  <a:gd name="connsiteX29" fmla="*/ 1410843 w 1453388"/>
                  <a:gd name="connsiteY29" fmla="*/ 1154108 h 1472498"/>
                  <a:gd name="connsiteX30" fmla="*/ 1453388 w 1453388"/>
                  <a:gd name="connsiteY30" fmla="*/ 1224720 h 1472498"/>
                  <a:gd name="connsiteX31" fmla="*/ 1383665 w 1453388"/>
                  <a:gd name="connsiteY31" fmla="*/ 1462338 h 1472498"/>
                  <a:gd name="connsiteX32" fmla="*/ 1360424 w 1453388"/>
                  <a:gd name="connsiteY32" fmla="*/ 1465005 h 1472498"/>
                  <a:gd name="connsiteX33" fmla="*/ 1413637 w 1453388"/>
                  <a:gd name="connsiteY33" fmla="*/ 1314509 h 1472498"/>
                  <a:gd name="connsiteX34" fmla="*/ 1331468 w 1453388"/>
                  <a:gd name="connsiteY34" fmla="*/ 1334068 h 1472498"/>
                  <a:gd name="connsiteX35" fmla="*/ 1247394 w 1453388"/>
                  <a:gd name="connsiteY35" fmla="*/ 1274251 h 1472498"/>
                  <a:gd name="connsiteX36" fmla="*/ 1194054 w 1453388"/>
                  <a:gd name="connsiteY36" fmla="*/ 1459036 h 1472498"/>
                  <a:gd name="connsiteX37" fmla="*/ 1192022 w 1453388"/>
                  <a:gd name="connsiteY37" fmla="*/ 1472498 h 1472498"/>
                  <a:gd name="connsiteX38" fmla="*/ 1176909 w 1453388"/>
                  <a:gd name="connsiteY38" fmla="*/ 1457257 h 1472498"/>
                  <a:gd name="connsiteX39" fmla="*/ 1165606 w 1453388"/>
                  <a:gd name="connsiteY39" fmla="*/ 1370136 h 1472498"/>
                  <a:gd name="connsiteX40" fmla="*/ 1128776 w 1453388"/>
                  <a:gd name="connsiteY40" fmla="*/ 1185986 h 1472498"/>
                  <a:gd name="connsiteX41" fmla="*/ 1121791 w 1453388"/>
                  <a:gd name="connsiteY41" fmla="*/ 1162618 h 1472498"/>
                  <a:gd name="connsiteX42" fmla="*/ 950214 w 1453388"/>
                  <a:gd name="connsiteY42" fmla="*/ 1166427 h 1472498"/>
                  <a:gd name="connsiteX43" fmla="*/ 685927 w 1453388"/>
                  <a:gd name="connsiteY43" fmla="*/ 1159062 h 1472498"/>
                  <a:gd name="connsiteX44" fmla="*/ 645795 w 1453388"/>
                  <a:gd name="connsiteY44" fmla="*/ 1182302 h 1472498"/>
                  <a:gd name="connsiteX45" fmla="*/ 599694 w 1453388"/>
                  <a:gd name="connsiteY45" fmla="*/ 1461830 h 1472498"/>
                  <a:gd name="connsiteX46" fmla="*/ 574929 w 1453388"/>
                  <a:gd name="connsiteY46" fmla="*/ 1466020 h 1472498"/>
                  <a:gd name="connsiteX47" fmla="*/ 614299 w 1453388"/>
                  <a:gd name="connsiteY47" fmla="*/ 1184207 h 1472498"/>
                  <a:gd name="connsiteX48" fmla="*/ 481711 w 1453388"/>
                  <a:gd name="connsiteY48" fmla="*/ 1325051 h 1472498"/>
                  <a:gd name="connsiteX49" fmla="*/ 439166 w 1453388"/>
                  <a:gd name="connsiteY49" fmla="*/ 1458527 h 1472498"/>
                  <a:gd name="connsiteX50" fmla="*/ 413258 w 1453388"/>
                  <a:gd name="connsiteY50" fmla="*/ 1468814 h 1472498"/>
                  <a:gd name="connsiteX51" fmla="*/ 520319 w 1453388"/>
                  <a:gd name="connsiteY51" fmla="*/ 1228657 h 1472498"/>
                  <a:gd name="connsiteX52" fmla="*/ 650621 w 1453388"/>
                  <a:gd name="connsiteY52" fmla="*/ 1136963 h 1472498"/>
                  <a:gd name="connsiteX53" fmla="*/ 524637 w 1453388"/>
                  <a:gd name="connsiteY53" fmla="*/ 1011361 h 1472498"/>
                  <a:gd name="connsiteX54" fmla="*/ 446024 w 1453388"/>
                  <a:gd name="connsiteY54" fmla="*/ 970720 h 1472498"/>
                  <a:gd name="connsiteX55" fmla="*/ 414147 w 1453388"/>
                  <a:gd name="connsiteY55" fmla="*/ 824925 h 1472498"/>
                  <a:gd name="connsiteX56" fmla="*/ 513842 w 1453388"/>
                  <a:gd name="connsiteY56" fmla="*/ 724849 h 1472498"/>
                  <a:gd name="connsiteX57" fmla="*/ 691896 w 1453388"/>
                  <a:gd name="connsiteY57" fmla="*/ 550477 h 1472498"/>
                  <a:gd name="connsiteX58" fmla="*/ 869061 w 1453388"/>
                  <a:gd name="connsiteY58" fmla="*/ 514409 h 1472498"/>
                  <a:gd name="connsiteX59" fmla="*/ 869061 w 1453388"/>
                  <a:gd name="connsiteY59" fmla="*/ 398458 h 1472498"/>
                  <a:gd name="connsiteX60" fmla="*/ 722757 w 1453388"/>
                  <a:gd name="connsiteY60" fmla="*/ 301684 h 1472498"/>
                  <a:gd name="connsiteX61" fmla="*/ 610616 w 1453388"/>
                  <a:gd name="connsiteY61" fmla="*/ 358453 h 1472498"/>
                  <a:gd name="connsiteX62" fmla="*/ 598932 w 1453388"/>
                  <a:gd name="connsiteY62" fmla="*/ 438082 h 1472498"/>
                  <a:gd name="connsiteX63" fmla="*/ 511556 w 1453388"/>
                  <a:gd name="connsiteY63" fmla="*/ 439860 h 1472498"/>
                  <a:gd name="connsiteX64" fmla="*/ 475615 w 1453388"/>
                  <a:gd name="connsiteY64" fmla="*/ 374328 h 1472498"/>
                  <a:gd name="connsiteX65" fmla="*/ 395224 w 1453388"/>
                  <a:gd name="connsiteY65" fmla="*/ 348801 h 1472498"/>
                  <a:gd name="connsiteX66" fmla="*/ 326771 w 1453388"/>
                  <a:gd name="connsiteY66" fmla="*/ 533713 h 1472498"/>
                  <a:gd name="connsiteX67" fmla="*/ 356489 w 1453388"/>
                  <a:gd name="connsiteY67" fmla="*/ 561400 h 1472498"/>
                  <a:gd name="connsiteX68" fmla="*/ 290703 w 1453388"/>
                  <a:gd name="connsiteY68" fmla="*/ 659189 h 1472498"/>
                  <a:gd name="connsiteX69" fmla="*/ 241808 w 1453388"/>
                  <a:gd name="connsiteY69" fmla="*/ 552890 h 1472498"/>
                  <a:gd name="connsiteX70" fmla="*/ 300228 w 1453388"/>
                  <a:gd name="connsiteY70" fmla="*/ 527871 h 1472498"/>
                  <a:gd name="connsiteX71" fmla="*/ 349250 w 1453388"/>
                  <a:gd name="connsiteY71" fmla="*/ 400871 h 1472498"/>
                  <a:gd name="connsiteX72" fmla="*/ 372999 w 1453388"/>
                  <a:gd name="connsiteY72" fmla="*/ 338895 h 1472498"/>
                  <a:gd name="connsiteX73" fmla="*/ 180721 w 1453388"/>
                  <a:gd name="connsiteY73" fmla="*/ 261933 h 1472498"/>
                  <a:gd name="connsiteX74" fmla="*/ 131445 w 1453388"/>
                  <a:gd name="connsiteY74" fmla="*/ 300288 h 1472498"/>
                  <a:gd name="connsiteX75" fmla="*/ 34798 w 1453388"/>
                  <a:gd name="connsiteY75" fmla="*/ 262441 h 1472498"/>
                  <a:gd name="connsiteX76" fmla="*/ 62103 w 1453388"/>
                  <a:gd name="connsiteY76" fmla="*/ 148014 h 1472498"/>
                  <a:gd name="connsiteX77" fmla="*/ 130175 w 1453388"/>
                  <a:gd name="connsiteY77" fmla="*/ 143696 h 1472498"/>
                  <a:gd name="connsiteX78" fmla="*/ 124587 w 1453388"/>
                  <a:gd name="connsiteY78" fmla="*/ 109660 h 1472498"/>
                  <a:gd name="connsiteX79" fmla="*/ 0 w 1453388"/>
                  <a:gd name="connsiteY79" fmla="*/ 45399 h 1472498"/>
                  <a:gd name="connsiteX80" fmla="*/ 32893 w 1453388"/>
                  <a:gd name="connsiteY80" fmla="*/ 36127 h 1472498"/>
                  <a:gd name="connsiteX81" fmla="*/ 65278 w 1453388"/>
                  <a:gd name="connsiteY81" fmla="*/ 60765 h 1472498"/>
                  <a:gd name="connsiteX82" fmla="*/ 280543 w 1453388"/>
                  <a:gd name="connsiteY82" fmla="*/ 123757 h 1472498"/>
                  <a:gd name="connsiteX83" fmla="*/ 32893 w 1453388"/>
                  <a:gd name="connsiteY83" fmla="*/ 36127 h 1472498"/>
                  <a:gd name="connsiteX84" fmla="*/ 839978 w 1453388"/>
                  <a:gd name="connsiteY84" fmla="*/ 33334 h 1472498"/>
                  <a:gd name="connsiteX85" fmla="*/ 729488 w 1453388"/>
                  <a:gd name="connsiteY85" fmla="*/ 140649 h 1472498"/>
                  <a:gd name="connsiteX86" fmla="*/ 886968 w 1453388"/>
                  <a:gd name="connsiteY86" fmla="*/ 369883 h 1472498"/>
                  <a:gd name="connsiteX87" fmla="*/ 1055370 w 1453388"/>
                  <a:gd name="connsiteY87" fmla="*/ 257362 h 1472498"/>
                  <a:gd name="connsiteX88" fmla="*/ 993902 w 1453388"/>
                  <a:gd name="connsiteY88" fmla="*/ 60765 h 1472498"/>
                  <a:gd name="connsiteX89" fmla="*/ 839978 w 1453388"/>
                  <a:gd name="connsiteY89" fmla="*/ 33334 h 1472498"/>
                  <a:gd name="connsiteX90" fmla="*/ 77851 w 1453388"/>
                  <a:gd name="connsiteY90" fmla="*/ 172526 h 1472498"/>
                  <a:gd name="connsiteX91" fmla="*/ 54356 w 1453388"/>
                  <a:gd name="connsiteY91" fmla="*/ 238565 h 1472498"/>
                  <a:gd name="connsiteX92" fmla="*/ 125984 w 1453388"/>
                  <a:gd name="connsiteY92" fmla="*/ 274126 h 1472498"/>
                  <a:gd name="connsiteX93" fmla="*/ 170180 w 1453388"/>
                  <a:gd name="connsiteY93" fmla="*/ 225484 h 1472498"/>
                  <a:gd name="connsiteX94" fmla="*/ 77851 w 1453388"/>
                  <a:gd name="connsiteY94" fmla="*/ 172526 h 1472498"/>
                  <a:gd name="connsiteX95" fmla="*/ 517779 w 1453388"/>
                  <a:gd name="connsiteY95" fmla="*/ 356040 h 1472498"/>
                  <a:gd name="connsiteX96" fmla="*/ 557530 w 1453388"/>
                  <a:gd name="connsiteY96" fmla="*/ 422081 h 1472498"/>
                  <a:gd name="connsiteX97" fmla="*/ 581279 w 1453388"/>
                  <a:gd name="connsiteY97" fmla="*/ 355406 h 1472498"/>
                  <a:gd name="connsiteX98" fmla="*/ 517779 w 1453388"/>
                  <a:gd name="connsiteY98" fmla="*/ 356040 h 1472498"/>
                  <a:gd name="connsiteX99" fmla="*/ 787400 w 1453388"/>
                  <a:gd name="connsiteY99" fmla="*/ 550224 h 1472498"/>
                  <a:gd name="connsiteX100" fmla="*/ 551561 w 1453388"/>
                  <a:gd name="connsiteY100" fmla="*/ 708084 h 1472498"/>
                  <a:gd name="connsiteX101" fmla="*/ 521081 w 1453388"/>
                  <a:gd name="connsiteY101" fmla="*/ 910269 h 1472498"/>
                  <a:gd name="connsiteX102" fmla="*/ 656336 w 1453388"/>
                  <a:gd name="connsiteY102" fmla="*/ 1108643 h 1472498"/>
                  <a:gd name="connsiteX103" fmla="*/ 885698 w 1453388"/>
                  <a:gd name="connsiteY103" fmla="*/ 1143059 h 1472498"/>
                  <a:gd name="connsiteX104" fmla="*/ 1167257 w 1453388"/>
                  <a:gd name="connsiteY104" fmla="*/ 1081464 h 1472498"/>
                  <a:gd name="connsiteX105" fmla="*/ 1254379 w 1453388"/>
                  <a:gd name="connsiteY105" fmla="*/ 789745 h 1472498"/>
                  <a:gd name="connsiteX106" fmla="*/ 1073404 w 1453388"/>
                  <a:gd name="connsiteY106" fmla="*/ 576766 h 1472498"/>
                  <a:gd name="connsiteX107" fmla="*/ 787400 w 1453388"/>
                  <a:gd name="connsiteY107" fmla="*/ 550224 h 1472498"/>
                  <a:gd name="connsiteX108" fmla="*/ 266700 w 1453388"/>
                  <a:gd name="connsiteY108" fmla="*/ 566480 h 1472498"/>
                  <a:gd name="connsiteX109" fmla="*/ 314071 w 1453388"/>
                  <a:gd name="connsiteY109" fmla="*/ 625407 h 1472498"/>
                  <a:gd name="connsiteX110" fmla="*/ 266700 w 1453388"/>
                  <a:gd name="connsiteY110" fmla="*/ 566480 h 1472498"/>
                  <a:gd name="connsiteX111" fmla="*/ 508508 w 1453388"/>
                  <a:gd name="connsiteY111" fmla="*/ 984309 h 1472498"/>
                  <a:gd name="connsiteX112" fmla="*/ 500888 w 1453388"/>
                  <a:gd name="connsiteY112" fmla="*/ 753677 h 1472498"/>
                  <a:gd name="connsiteX113" fmla="*/ 508508 w 1453388"/>
                  <a:gd name="connsiteY113" fmla="*/ 984309 h 1472498"/>
                  <a:gd name="connsiteX114" fmla="*/ 1274572 w 1453388"/>
                  <a:gd name="connsiteY114" fmla="*/ 752662 h 1472498"/>
                  <a:gd name="connsiteX115" fmla="*/ 1273048 w 1453388"/>
                  <a:gd name="connsiteY115" fmla="*/ 989008 h 1472498"/>
                  <a:gd name="connsiteX116" fmla="*/ 1274572 w 1453388"/>
                  <a:gd name="connsiteY116" fmla="*/ 752662 h 1472498"/>
                  <a:gd name="connsiteX117" fmla="*/ 1310640 w 1453388"/>
                  <a:gd name="connsiteY117" fmla="*/ 1163761 h 1472498"/>
                  <a:gd name="connsiteX118" fmla="*/ 1312418 w 1453388"/>
                  <a:gd name="connsiteY118" fmla="*/ 1303461 h 1472498"/>
                  <a:gd name="connsiteX119" fmla="*/ 1425702 w 1453388"/>
                  <a:gd name="connsiteY119" fmla="*/ 1234119 h 1472498"/>
                  <a:gd name="connsiteX120" fmla="*/ 1310640 w 1453388"/>
                  <a:gd name="connsiteY120" fmla="*/ 1163761 h 1472498"/>
                  <a:gd name="connsiteX121" fmla="*/ 1154557 w 1453388"/>
                  <a:gd name="connsiteY121" fmla="*/ 1181540 h 1472498"/>
                  <a:gd name="connsiteX122" fmla="*/ 1189609 w 1453388"/>
                  <a:gd name="connsiteY122" fmla="*/ 1338005 h 1472498"/>
                  <a:gd name="connsiteX123" fmla="*/ 1241806 w 1453388"/>
                  <a:gd name="connsiteY123" fmla="*/ 1235643 h 1472498"/>
                  <a:gd name="connsiteX124" fmla="*/ 1154557 w 1453388"/>
                  <a:gd name="connsiteY124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190244 w 1453388"/>
                  <a:gd name="connsiteY14" fmla="*/ 344357 h 1472498"/>
                  <a:gd name="connsiteX15" fmla="*/ 1201801 w 1453388"/>
                  <a:gd name="connsiteY15" fmla="*/ 303844 h 1472498"/>
                  <a:gd name="connsiteX16" fmla="*/ 1082294 w 1453388"/>
                  <a:gd name="connsiteY16" fmla="*/ 261426 h 1472498"/>
                  <a:gd name="connsiteX17" fmla="*/ 945007 w 1453388"/>
                  <a:gd name="connsiteY17" fmla="*/ 390712 h 1472498"/>
                  <a:gd name="connsiteX18" fmla="*/ 895604 w 1453388"/>
                  <a:gd name="connsiteY18" fmla="*/ 397570 h 1472498"/>
                  <a:gd name="connsiteX19" fmla="*/ 895350 w 1453388"/>
                  <a:gd name="connsiteY19" fmla="*/ 515171 h 1472498"/>
                  <a:gd name="connsiteX20" fmla="*/ 1144651 w 1453388"/>
                  <a:gd name="connsiteY20" fmla="*/ 586800 h 1472498"/>
                  <a:gd name="connsiteX21" fmla="*/ 1251204 w 1453388"/>
                  <a:gd name="connsiteY21" fmla="*/ 704528 h 1472498"/>
                  <a:gd name="connsiteX22" fmla="*/ 1340993 w 1453388"/>
                  <a:gd name="connsiteY22" fmla="*/ 779713 h 1472498"/>
                  <a:gd name="connsiteX23" fmla="*/ 1256030 w 1453388"/>
                  <a:gd name="connsiteY23" fmla="*/ 1014155 h 1472498"/>
                  <a:gd name="connsiteX24" fmla="*/ 1237361 w 1453388"/>
                  <a:gd name="connsiteY24" fmla="*/ 1043111 h 1472498"/>
                  <a:gd name="connsiteX25" fmla="*/ 1122934 w 1453388"/>
                  <a:gd name="connsiteY25" fmla="*/ 1135439 h 1472498"/>
                  <a:gd name="connsiteX26" fmla="*/ 1246632 w 1453388"/>
                  <a:gd name="connsiteY26" fmla="*/ 1210624 h 1472498"/>
                  <a:gd name="connsiteX27" fmla="*/ 1310640 w 1453388"/>
                  <a:gd name="connsiteY27" fmla="*/ 1137345 h 1472498"/>
                  <a:gd name="connsiteX28" fmla="*/ 1410843 w 1453388"/>
                  <a:gd name="connsiteY28" fmla="*/ 1154108 h 1472498"/>
                  <a:gd name="connsiteX29" fmla="*/ 1453388 w 1453388"/>
                  <a:gd name="connsiteY29" fmla="*/ 1224720 h 1472498"/>
                  <a:gd name="connsiteX30" fmla="*/ 1383665 w 1453388"/>
                  <a:gd name="connsiteY30" fmla="*/ 1462338 h 1472498"/>
                  <a:gd name="connsiteX31" fmla="*/ 1360424 w 1453388"/>
                  <a:gd name="connsiteY31" fmla="*/ 1465005 h 1472498"/>
                  <a:gd name="connsiteX32" fmla="*/ 1413637 w 1453388"/>
                  <a:gd name="connsiteY32" fmla="*/ 1314509 h 1472498"/>
                  <a:gd name="connsiteX33" fmla="*/ 1331468 w 1453388"/>
                  <a:gd name="connsiteY33" fmla="*/ 1334068 h 1472498"/>
                  <a:gd name="connsiteX34" fmla="*/ 1247394 w 1453388"/>
                  <a:gd name="connsiteY34" fmla="*/ 1274251 h 1472498"/>
                  <a:gd name="connsiteX35" fmla="*/ 1194054 w 1453388"/>
                  <a:gd name="connsiteY35" fmla="*/ 1459036 h 1472498"/>
                  <a:gd name="connsiteX36" fmla="*/ 1192022 w 1453388"/>
                  <a:gd name="connsiteY36" fmla="*/ 1472498 h 1472498"/>
                  <a:gd name="connsiteX37" fmla="*/ 1176909 w 1453388"/>
                  <a:gd name="connsiteY37" fmla="*/ 1457257 h 1472498"/>
                  <a:gd name="connsiteX38" fmla="*/ 1165606 w 1453388"/>
                  <a:gd name="connsiteY38" fmla="*/ 1370136 h 1472498"/>
                  <a:gd name="connsiteX39" fmla="*/ 1128776 w 1453388"/>
                  <a:gd name="connsiteY39" fmla="*/ 1185986 h 1472498"/>
                  <a:gd name="connsiteX40" fmla="*/ 1121791 w 1453388"/>
                  <a:gd name="connsiteY40" fmla="*/ 1162618 h 1472498"/>
                  <a:gd name="connsiteX41" fmla="*/ 950214 w 1453388"/>
                  <a:gd name="connsiteY41" fmla="*/ 1166427 h 1472498"/>
                  <a:gd name="connsiteX42" fmla="*/ 685927 w 1453388"/>
                  <a:gd name="connsiteY42" fmla="*/ 1159062 h 1472498"/>
                  <a:gd name="connsiteX43" fmla="*/ 645795 w 1453388"/>
                  <a:gd name="connsiteY43" fmla="*/ 1182302 h 1472498"/>
                  <a:gd name="connsiteX44" fmla="*/ 599694 w 1453388"/>
                  <a:gd name="connsiteY44" fmla="*/ 1461830 h 1472498"/>
                  <a:gd name="connsiteX45" fmla="*/ 574929 w 1453388"/>
                  <a:gd name="connsiteY45" fmla="*/ 1466020 h 1472498"/>
                  <a:gd name="connsiteX46" fmla="*/ 614299 w 1453388"/>
                  <a:gd name="connsiteY46" fmla="*/ 1184207 h 1472498"/>
                  <a:gd name="connsiteX47" fmla="*/ 481711 w 1453388"/>
                  <a:gd name="connsiteY47" fmla="*/ 1325051 h 1472498"/>
                  <a:gd name="connsiteX48" fmla="*/ 439166 w 1453388"/>
                  <a:gd name="connsiteY48" fmla="*/ 1458527 h 1472498"/>
                  <a:gd name="connsiteX49" fmla="*/ 413258 w 1453388"/>
                  <a:gd name="connsiteY49" fmla="*/ 1468814 h 1472498"/>
                  <a:gd name="connsiteX50" fmla="*/ 520319 w 1453388"/>
                  <a:gd name="connsiteY50" fmla="*/ 1228657 h 1472498"/>
                  <a:gd name="connsiteX51" fmla="*/ 650621 w 1453388"/>
                  <a:gd name="connsiteY51" fmla="*/ 1136963 h 1472498"/>
                  <a:gd name="connsiteX52" fmla="*/ 524637 w 1453388"/>
                  <a:gd name="connsiteY52" fmla="*/ 1011361 h 1472498"/>
                  <a:gd name="connsiteX53" fmla="*/ 446024 w 1453388"/>
                  <a:gd name="connsiteY53" fmla="*/ 970720 h 1472498"/>
                  <a:gd name="connsiteX54" fmla="*/ 414147 w 1453388"/>
                  <a:gd name="connsiteY54" fmla="*/ 824925 h 1472498"/>
                  <a:gd name="connsiteX55" fmla="*/ 513842 w 1453388"/>
                  <a:gd name="connsiteY55" fmla="*/ 724849 h 1472498"/>
                  <a:gd name="connsiteX56" fmla="*/ 691896 w 1453388"/>
                  <a:gd name="connsiteY56" fmla="*/ 550477 h 1472498"/>
                  <a:gd name="connsiteX57" fmla="*/ 869061 w 1453388"/>
                  <a:gd name="connsiteY57" fmla="*/ 514409 h 1472498"/>
                  <a:gd name="connsiteX58" fmla="*/ 869061 w 1453388"/>
                  <a:gd name="connsiteY58" fmla="*/ 398458 h 1472498"/>
                  <a:gd name="connsiteX59" fmla="*/ 722757 w 1453388"/>
                  <a:gd name="connsiteY59" fmla="*/ 301684 h 1472498"/>
                  <a:gd name="connsiteX60" fmla="*/ 610616 w 1453388"/>
                  <a:gd name="connsiteY60" fmla="*/ 358453 h 1472498"/>
                  <a:gd name="connsiteX61" fmla="*/ 598932 w 1453388"/>
                  <a:gd name="connsiteY61" fmla="*/ 438082 h 1472498"/>
                  <a:gd name="connsiteX62" fmla="*/ 511556 w 1453388"/>
                  <a:gd name="connsiteY62" fmla="*/ 439860 h 1472498"/>
                  <a:gd name="connsiteX63" fmla="*/ 475615 w 1453388"/>
                  <a:gd name="connsiteY63" fmla="*/ 374328 h 1472498"/>
                  <a:gd name="connsiteX64" fmla="*/ 395224 w 1453388"/>
                  <a:gd name="connsiteY64" fmla="*/ 348801 h 1472498"/>
                  <a:gd name="connsiteX65" fmla="*/ 326771 w 1453388"/>
                  <a:gd name="connsiteY65" fmla="*/ 533713 h 1472498"/>
                  <a:gd name="connsiteX66" fmla="*/ 356489 w 1453388"/>
                  <a:gd name="connsiteY66" fmla="*/ 561400 h 1472498"/>
                  <a:gd name="connsiteX67" fmla="*/ 290703 w 1453388"/>
                  <a:gd name="connsiteY67" fmla="*/ 659189 h 1472498"/>
                  <a:gd name="connsiteX68" fmla="*/ 241808 w 1453388"/>
                  <a:gd name="connsiteY68" fmla="*/ 552890 h 1472498"/>
                  <a:gd name="connsiteX69" fmla="*/ 300228 w 1453388"/>
                  <a:gd name="connsiteY69" fmla="*/ 527871 h 1472498"/>
                  <a:gd name="connsiteX70" fmla="*/ 349250 w 1453388"/>
                  <a:gd name="connsiteY70" fmla="*/ 400871 h 1472498"/>
                  <a:gd name="connsiteX71" fmla="*/ 372999 w 1453388"/>
                  <a:gd name="connsiteY71" fmla="*/ 338895 h 1472498"/>
                  <a:gd name="connsiteX72" fmla="*/ 180721 w 1453388"/>
                  <a:gd name="connsiteY72" fmla="*/ 261933 h 1472498"/>
                  <a:gd name="connsiteX73" fmla="*/ 131445 w 1453388"/>
                  <a:gd name="connsiteY73" fmla="*/ 300288 h 1472498"/>
                  <a:gd name="connsiteX74" fmla="*/ 34798 w 1453388"/>
                  <a:gd name="connsiteY74" fmla="*/ 262441 h 1472498"/>
                  <a:gd name="connsiteX75" fmla="*/ 62103 w 1453388"/>
                  <a:gd name="connsiteY75" fmla="*/ 148014 h 1472498"/>
                  <a:gd name="connsiteX76" fmla="*/ 130175 w 1453388"/>
                  <a:gd name="connsiteY76" fmla="*/ 143696 h 1472498"/>
                  <a:gd name="connsiteX77" fmla="*/ 124587 w 1453388"/>
                  <a:gd name="connsiteY77" fmla="*/ 109660 h 1472498"/>
                  <a:gd name="connsiteX78" fmla="*/ 0 w 1453388"/>
                  <a:gd name="connsiteY78" fmla="*/ 45399 h 1472498"/>
                  <a:gd name="connsiteX79" fmla="*/ 32893 w 1453388"/>
                  <a:gd name="connsiteY79" fmla="*/ 36127 h 1472498"/>
                  <a:gd name="connsiteX80" fmla="*/ 65278 w 1453388"/>
                  <a:gd name="connsiteY80" fmla="*/ 60765 h 1472498"/>
                  <a:gd name="connsiteX81" fmla="*/ 280543 w 1453388"/>
                  <a:gd name="connsiteY81" fmla="*/ 123757 h 1472498"/>
                  <a:gd name="connsiteX82" fmla="*/ 32893 w 1453388"/>
                  <a:gd name="connsiteY82" fmla="*/ 36127 h 1472498"/>
                  <a:gd name="connsiteX83" fmla="*/ 839978 w 1453388"/>
                  <a:gd name="connsiteY83" fmla="*/ 33334 h 1472498"/>
                  <a:gd name="connsiteX84" fmla="*/ 729488 w 1453388"/>
                  <a:gd name="connsiteY84" fmla="*/ 140649 h 1472498"/>
                  <a:gd name="connsiteX85" fmla="*/ 886968 w 1453388"/>
                  <a:gd name="connsiteY85" fmla="*/ 369883 h 1472498"/>
                  <a:gd name="connsiteX86" fmla="*/ 1055370 w 1453388"/>
                  <a:gd name="connsiteY86" fmla="*/ 257362 h 1472498"/>
                  <a:gd name="connsiteX87" fmla="*/ 993902 w 1453388"/>
                  <a:gd name="connsiteY87" fmla="*/ 60765 h 1472498"/>
                  <a:gd name="connsiteX88" fmla="*/ 839978 w 1453388"/>
                  <a:gd name="connsiteY88" fmla="*/ 33334 h 1472498"/>
                  <a:gd name="connsiteX89" fmla="*/ 77851 w 1453388"/>
                  <a:gd name="connsiteY89" fmla="*/ 172526 h 1472498"/>
                  <a:gd name="connsiteX90" fmla="*/ 54356 w 1453388"/>
                  <a:gd name="connsiteY90" fmla="*/ 238565 h 1472498"/>
                  <a:gd name="connsiteX91" fmla="*/ 125984 w 1453388"/>
                  <a:gd name="connsiteY91" fmla="*/ 274126 h 1472498"/>
                  <a:gd name="connsiteX92" fmla="*/ 170180 w 1453388"/>
                  <a:gd name="connsiteY92" fmla="*/ 225484 h 1472498"/>
                  <a:gd name="connsiteX93" fmla="*/ 77851 w 1453388"/>
                  <a:gd name="connsiteY93" fmla="*/ 172526 h 1472498"/>
                  <a:gd name="connsiteX94" fmla="*/ 517779 w 1453388"/>
                  <a:gd name="connsiteY94" fmla="*/ 356040 h 1472498"/>
                  <a:gd name="connsiteX95" fmla="*/ 557530 w 1453388"/>
                  <a:gd name="connsiteY95" fmla="*/ 422081 h 1472498"/>
                  <a:gd name="connsiteX96" fmla="*/ 581279 w 1453388"/>
                  <a:gd name="connsiteY96" fmla="*/ 355406 h 1472498"/>
                  <a:gd name="connsiteX97" fmla="*/ 517779 w 1453388"/>
                  <a:gd name="connsiteY97" fmla="*/ 356040 h 1472498"/>
                  <a:gd name="connsiteX98" fmla="*/ 787400 w 1453388"/>
                  <a:gd name="connsiteY98" fmla="*/ 550224 h 1472498"/>
                  <a:gd name="connsiteX99" fmla="*/ 551561 w 1453388"/>
                  <a:gd name="connsiteY99" fmla="*/ 708084 h 1472498"/>
                  <a:gd name="connsiteX100" fmla="*/ 521081 w 1453388"/>
                  <a:gd name="connsiteY100" fmla="*/ 910269 h 1472498"/>
                  <a:gd name="connsiteX101" fmla="*/ 656336 w 1453388"/>
                  <a:gd name="connsiteY101" fmla="*/ 1108643 h 1472498"/>
                  <a:gd name="connsiteX102" fmla="*/ 885698 w 1453388"/>
                  <a:gd name="connsiteY102" fmla="*/ 1143059 h 1472498"/>
                  <a:gd name="connsiteX103" fmla="*/ 1167257 w 1453388"/>
                  <a:gd name="connsiteY103" fmla="*/ 1081464 h 1472498"/>
                  <a:gd name="connsiteX104" fmla="*/ 1254379 w 1453388"/>
                  <a:gd name="connsiteY104" fmla="*/ 789745 h 1472498"/>
                  <a:gd name="connsiteX105" fmla="*/ 1073404 w 1453388"/>
                  <a:gd name="connsiteY105" fmla="*/ 576766 h 1472498"/>
                  <a:gd name="connsiteX106" fmla="*/ 787400 w 1453388"/>
                  <a:gd name="connsiteY106" fmla="*/ 550224 h 1472498"/>
                  <a:gd name="connsiteX107" fmla="*/ 266700 w 1453388"/>
                  <a:gd name="connsiteY107" fmla="*/ 566480 h 1472498"/>
                  <a:gd name="connsiteX108" fmla="*/ 314071 w 1453388"/>
                  <a:gd name="connsiteY108" fmla="*/ 625407 h 1472498"/>
                  <a:gd name="connsiteX109" fmla="*/ 266700 w 1453388"/>
                  <a:gd name="connsiteY109" fmla="*/ 566480 h 1472498"/>
                  <a:gd name="connsiteX110" fmla="*/ 508508 w 1453388"/>
                  <a:gd name="connsiteY110" fmla="*/ 984309 h 1472498"/>
                  <a:gd name="connsiteX111" fmla="*/ 500888 w 1453388"/>
                  <a:gd name="connsiteY111" fmla="*/ 753677 h 1472498"/>
                  <a:gd name="connsiteX112" fmla="*/ 508508 w 1453388"/>
                  <a:gd name="connsiteY112" fmla="*/ 984309 h 1472498"/>
                  <a:gd name="connsiteX113" fmla="*/ 1274572 w 1453388"/>
                  <a:gd name="connsiteY113" fmla="*/ 752662 h 1472498"/>
                  <a:gd name="connsiteX114" fmla="*/ 1273048 w 1453388"/>
                  <a:gd name="connsiteY114" fmla="*/ 989008 h 1472498"/>
                  <a:gd name="connsiteX115" fmla="*/ 1274572 w 1453388"/>
                  <a:gd name="connsiteY115" fmla="*/ 752662 h 1472498"/>
                  <a:gd name="connsiteX116" fmla="*/ 1310640 w 1453388"/>
                  <a:gd name="connsiteY116" fmla="*/ 1163761 h 1472498"/>
                  <a:gd name="connsiteX117" fmla="*/ 1312418 w 1453388"/>
                  <a:gd name="connsiteY117" fmla="*/ 1303461 h 1472498"/>
                  <a:gd name="connsiteX118" fmla="*/ 1425702 w 1453388"/>
                  <a:gd name="connsiteY118" fmla="*/ 1234119 h 1472498"/>
                  <a:gd name="connsiteX119" fmla="*/ 1310640 w 1453388"/>
                  <a:gd name="connsiteY119" fmla="*/ 1163761 h 1472498"/>
                  <a:gd name="connsiteX120" fmla="*/ 1154557 w 1453388"/>
                  <a:gd name="connsiteY120" fmla="*/ 1181540 h 1472498"/>
                  <a:gd name="connsiteX121" fmla="*/ 1189609 w 1453388"/>
                  <a:gd name="connsiteY121" fmla="*/ 1338005 h 1472498"/>
                  <a:gd name="connsiteX122" fmla="*/ 1241806 w 1453388"/>
                  <a:gd name="connsiteY122" fmla="*/ 1235643 h 1472498"/>
                  <a:gd name="connsiteX123" fmla="*/ 1154557 w 1453388"/>
                  <a:gd name="connsiteY123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01801 w 1453388"/>
                  <a:gd name="connsiteY14" fmla="*/ 303844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475615 w 1453388"/>
                  <a:gd name="connsiteY62" fmla="*/ 374328 h 1472498"/>
                  <a:gd name="connsiteX63" fmla="*/ 395224 w 1453388"/>
                  <a:gd name="connsiteY63" fmla="*/ 348801 h 1472498"/>
                  <a:gd name="connsiteX64" fmla="*/ 326771 w 1453388"/>
                  <a:gd name="connsiteY64" fmla="*/ 533713 h 1472498"/>
                  <a:gd name="connsiteX65" fmla="*/ 356489 w 1453388"/>
                  <a:gd name="connsiteY65" fmla="*/ 561400 h 1472498"/>
                  <a:gd name="connsiteX66" fmla="*/ 290703 w 1453388"/>
                  <a:gd name="connsiteY66" fmla="*/ 659189 h 1472498"/>
                  <a:gd name="connsiteX67" fmla="*/ 241808 w 1453388"/>
                  <a:gd name="connsiteY67" fmla="*/ 552890 h 1472498"/>
                  <a:gd name="connsiteX68" fmla="*/ 300228 w 1453388"/>
                  <a:gd name="connsiteY68" fmla="*/ 527871 h 1472498"/>
                  <a:gd name="connsiteX69" fmla="*/ 349250 w 1453388"/>
                  <a:gd name="connsiteY69" fmla="*/ 400871 h 1472498"/>
                  <a:gd name="connsiteX70" fmla="*/ 372999 w 1453388"/>
                  <a:gd name="connsiteY70" fmla="*/ 338895 h 1472498"/>
                  <a:gd name="connsiteX71" fmla="*/ 180721 w 1453388"/>
                  <a:gd name="connsiteY71" fmla="*/ 261933 h 1472498"/>
                  <a:gd name="connsiteX72" fmla="*/ 131445 w 1453388"/>
                  <a:gd name="connsiteY72" fmla="*/ 300288 h 1472498"/>
                  <a:gd name="connsiteX73" fmla="*/ 34798 w 1453388"/>
                  <a:gd name="connsiteY73" fmla="*/ 262441 h 1472498"/>
                  <a:gd name="connsiteX74" fmla="*/ 62103 w 1453388"/>
                  <a:gd name="connsiteY74" fmla="*/ 148014 h 1472498"/>
                  <a:gd name="connsiteX75" fmla="*/ 130175 w 1453388"/>
                  <a:gd name="connsiteY75" fmla="*/ 143696 h 1472498"/>
                  <a:gd name="connsiteX76" fmla="*/ 124587 w 1453388"/>
                  <a:gd name="connsiteY76" fmla="*/ 109660 h 1472498"/>
                  <a:gd name="connsiteX77" fmla="*/ 0 w 1453388"/>
                  <a:gd name="connsiteY77" fmla="*/ 45399 h 1472498"/>
                  <a:gd name="connsiteX78" fmla="*/ 32893 w 1453388"/>
                  <a:gd name="connsiteY78" fmla="*/ 36127 h 1472498"/>
                  <a:gd name="connsiteX79" fmla="*/ 65278 w 1453388"/>
                  <a:gd name="connsiteY79" fmla="*/ 60765 h 1472498"/>
                  <a:gd name="connsiteX80" fmla="*/ 280543 w 1453388"/>
                  <a:gd name="connsiteY80" fmla="*/ 123757 h 1472498"/>
                  <a:gd name="connsiteX81" fmla="*/ 32893 w 1453388"/>
                  <a:gd name="connsiteY81" fmla="*/ 36127 h 1472498"/>
                  <a:gd name="connsiteX82" fmla="*/ 839978 w 1453388"/>
                  <a:gd name="connsiteY82" fmla="*/ 33334 h 1472498"/>
                  <a:gd name="connsiteX83" fmla="*/ 729488 w 1453388"/>
                  <a:gd name="connsiteY83" fmla="*/ 140649 h 1472498"/>
                  <a:gd name="connsiteX84" fmla="*/ 886968 w 1453388"/>
                  <a:gd name="connsiteY84" fmla="*/ 369883 h 1472498"/>
                  <a:gd name="connsiteX85" fmla="*/ 1055370 w 1453388"/>
                  <a:gd name="connsiteY85" fmla="*/ 257362 h 1472498"/>
                  <a:gd name="connsiteX86" fmla="*/ 993902 w 1453388"/>
                  <a:gd name="connsiteY86" fmla="*/ 60765 h 1472498"/>
                  <a:gd name="connsiteX87" fmla="*/ 839978 w 1453388"/>
                  <a:gd name="connsiteY87" fmla="*/ 33334 h 1472498"/>
                  <a:gd name="connsiteX88" fmla="*/ 77851 w 1453388"/>
                  <a:gd name="connsiteY88" fmla="*/ 172526 h 1472498"/>
                  <a:gd name="connsiteX89" fmla="*/ 54356 w 1453388"/>
                  <a:gd name="connsiteY89" fmla="*/ 238565 h 1472498"/>
                  <a:gd name="connsiteX90" fmla="*/ 125984 w 1453388"/>
                  <a:gd name="connsiteY90" fmla="*/ 274126 h 1472498"/>
                  <a:gd name="connsiteX91" fmla="*/ 170180 w 1453388"/>
                  <a:gd name="connsiteY91" fmla="*/ 225484 h 1472498"/>
                  <a:gd name="connsiteX92" fmla="*/ 77851 w 1453388"/>
                  <a:gd name="connsiteY92" fmla="*/ 172526 h 1472498"/>
                  <a:gd name="connsiteX93" fmla="*/ 517779 w 1453388"/>
                  <a:gd name="connsiteY93" fmla="*/ 356040 h 1472498"/>
                  <a:gd name="connsiteX94" fmla="*/ 557530 w 1453388"/>
                  <a:gd name="connsiteY94" fmla="*/ 422081 h 1472498"/>
                  <a:gd name="connsiteX95" fmla="*/ 581279 w 1453388"/>
                  <a:gd name="connsiteY95" fmla="*/ 355406 h 1472498"/>
                  <a:gd name="connsiteX96" fmla="*/ 517779 w 1453388"/>
                  <a:gd name="connsiteY96" fmla="*/ 356040 h 1472498"/>
                  <a:gd name="connsiteX97" fmla="*/ 787400 w 1453388"/>
                  <a:gd name="connsiteY97" fmla="*/ 550224 h 1472498"/>
                  <a:gd name="connsiteX98" fmla="*/ 551561 w 1453388"/>
                  <a:gd name="connsiteY98" fmla="*/ 708084 h 1472498"/>
                  <a:gd name="connsiteX99" fmla="*/ 521081 w 1453388"/>
                  <a:gd name="connsiteY99" fmla="*/ 910269 h 1472498"/>
                  <a:gd name="connsiteX100" fmla="*/ 656336 w 1453388"/>
                  <a:gd name="connsiteY100" fmla="*/ 1108643 h 1472498"/>
                  <a:gd name="connsiteX101" fmla="*/ 885698 w 1453388"/>
                  <a:gd name="connsiteY101" fmla="*/ 1143059 h 1472498"/>
                  <a:gd name="connsiteX102" fmla="*/ 1167257 w 1453388"/>
                  <a:gd name="connsiteY102" fmla="*/ 1081464 h 1472498"/>
                  <a:gd name="connsiteX103" fmla="*/ 1254379 w 1453388"/>
                  <a:gd name="connsiteY103" fmla="*/ 789745 h 1472498"/>
                  <a:gd name="connsiteX104" fmla="*/ 1073404 w 1453388"/>
                  <a:gd name="connsiteY104" fmla="*/ 576766 h 1472498"/>
                  <a:gd name="connsiteX105" fmla="*/ 787400 w 1453388"/>
                  <a:gd name="connsiteY105" fmla="*/ 550224 h 1472498"/>
                  <a:gd name="connsiteX106" fmla="*/ 266700 w 1453388"/>
                  <a:gd name="connsiteY106" fmla="*/ 566480 h 1472498"/>
                  <a:gd name="connsiteX107" fmla="*/ 314071 w 1453388"/>
                  <a:gd name="connsiteY107" fmla="*/ 625407 h 1472498"/>
                  <a:gd name="connsiteX108" fmla="*/ 266700 w 1453388"/>
                  <a:gd name="connsiteY108" fmla="*/ 566480 h 1472498"/>
                  <a:gd name="connsiteX109" fmla="*/ 508508 w 1453388"/>
                  <a:gd name="connsiteY109" fmla="*/ 984309 h 1472498"/>
                  <a:gd name="connsiteX110" fmla="*/ 500888 w 1453388"/>
                  <a:gd name="connsiteY110" fmla="*/ 753677 h 1472498"/>
                  <a:gd name="connsiteX111" fmla="*/ 508508 w 1453388"/>
                  <a:gd name="connsiteY111" fmla="*/ 984309 h 1472498"/>
                  <a:gd name="connsiteX112" fmla="*/ 1274572 w 1453388"/>
                  <a:gd name="connsiteY112" fmla="*/ 752662 h 1472498"/>
                  <a:gd name="connsiteX113" fmla="*/ 1273048 w 1453388"/>
                  <a:gd name="connsiteY113" fmla="*/ 989008 h 1472498"/>
                  <a:gd name="connsiteX114" fmla="*/ 1274572 w 1453388"/>
                  <a:gd name="connsiteY114" fmla="*/ 752662 h 1472498"/>
                  <a:gd name="connsiteX115" fmla="*/ 1310640 w 1453388"/>
                  <a:gd name="connsiteY115" fmla="*/ 1163761 h 1472498"/>
                  <a:gd name="connsiteX116" fmla="*/ 1312418 w 1453388"/>
                  <a:gd name="connsiteY116" fmla="*/ 1303461 h 1472498"/>
                  <a:gd name="connsiteX117" fmla="*/ 1425702 w 1453388"/>
                  <a:gd name="connsiteY117" fmla="*/ 1234119 h 1472498"/>
                  <a:gd name="connsiteX118" fmla="*/ 1310640 w 1453388"/>
                  <a:gd name="connsiteY118" fmla="*/ 1163761 h 1472498"/>
                  <a:gd name="connsiteX119" fmla="*/ 1154557 w 1453388"/>
                  <a:gd name="connsiteY119" fmla="*/ 1181540 h 1472498"/>
                  <a:gd name="connsiteX120" fmla="*/ 1189609 w 1453388"/>
                  <a:gd name="connsiteY120" fmla="*/ 1338005 h 1472498"/>
                  <a:gd name="connsiteX121" fmla="*/ 1241806 w 1453388"/>
                  <a:gd name="connsiteY121" fmla="*/ 1235643 h 1472498"/>
                  <a:gd name="connsiteX122" fmla="*/ 1154557 w 1453388"/>
                  <a:gd name="connsiteY122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475615 w 1453388"/>
                  <a:gd name="connsiteY62" fmla="*/ 374328 h 1472498"/>
                  <a:gd name="connsiteX63" fmla="*/ 395224 w 1453388"/>
                  <a:gd name="connsiteY63" fmla="*/ 348801 h 1472498"/>
                  <a:gd name="connsiteX64" fmla="*/ 326771 w 1453388"/>
                  <a:gd name="connsiteY64" fmla="*/ 533713 h 1472498"/>
                  <a:gd name="connsiteX65" fmla="*/ 356489 w 1453388"/>
                  <a:gd name="connsiteY65" fmla="*/ 561400 h 1472498"/>
                  <a:gd name="connsiteX66" fmla="*/ 290703 w 1453388"/>
                  <a:gd name="connsiteY66" fmla="*/ 659189 h 1472498"/>
                  <a:gd name="connsiteX67" fmla="*/ 241808 w 1453388"/>
                  <a:gd name="connsiteY67" fmla="*/ 552890 h 1472498"/>
                  <a:gd name="connsiteX68" fmla="*/ 300228 w 1453388"/>
                  <a:gd name="connsiteY68" fmla="*/ 527871 h 1472498"/>
                  <a:gd name="connsiteX69" fmla="*/ 349250 w 1453388"/>
                  <a:gd name="connsiteY69" fmla="*/ 400871 h 1472498"/>
                  <a:gd name="connsiteX70" fmla="*/ 372999 w 1453388"/>
                  <a:gd name="connsiteY70" fmla="*/ 338895 h 1472498"/>
                  <a:gd name="connsiteX71" fmla="*/ 180721 w 1453388"/>
                  <a:gd name="connsiteY71" fmla="*/ 261933 h 1472498"/>
                  <a:gd name="connsiteX72" fmla="*/ 131445 w 1453388"/>
                  <a:gd name="connsiteY72" fmla="*/ 300288 h 1472498"/>
                  <a:gd name="connsiteX73" fmla="*/ 34798 w 1453388"/>
                  <a:gd name="connsiteY73" fmla="*/ 262441 h 1472498"/>
                  <a:gd name="connsiteX74" fmla="*/ 62103 w 1453388"/>
                  <a:gd name="connsiteY74" fmla="*/ 148014 h 1472498"/>
                  <a:gd name="connsiteX75" fmla="*/ 130175 w 1453388"/>
                  <a:gd name="connsiteY75" fmla="*/ 143696 h 1472498"/>
                  <a:gd name="connsiteX76" fmla="*/ 124587 w 1453388"/>
                  <a:gd name="connsiteY76" fmla="*/ 109660 h 1472498"/>
                  <a:gd name="connsiteX77" fmla="*/ 0 w 1453388"/>
                  <a:gd name="connsiteY77" fmla="*/ 45399 h 1472498"/>
                  <a:gd name="connsiteX78" fmla="*/ 32893 w 1453388"/>
                  <a:gd name="connsiteY78" fmla="*/ 36127 h 1472498"/>
                  <a:gd name="connsiteX79" fmla="*/ 65278 w 1453388"/>
                  <a:gd name="connsiteY79" fmla="*/ 60765 h 1472498"/>
                  <a:gd name="connsiteX80" fmla="*/ 280543 w 1453388"/>
                  <a:gd name="connsiteY80" fmla="*/ 123757 h 1472498"/>
                  <a:gd name="connsiteX81" fmla="*/ 32893 w 1453388"/>
                  <a:gd name="connsiteY81" fmla="*/ 36127 h 1472498"/>
                  <a:gd name="connsiteX82" fmla="*/ 839978 w 1453388"/>
                  <a:gd name="connsiteY82" fmla="*/ 33334 h 1472498"/>
                  <a:gd name="connsiteX83" fmla="*/ 729488 w 1453388"/>
                  <a:gd name="connsiteY83" fmla="*/ 140649 h 1472498"/>
                  <a:gd name="connsiteX84" fmla="*/ 886968 w 1453388"/>
                  <a:gd name="connsiteY84" fmla="*/ 369883 h 1472498"/>
                  <a:gd name="connsiteX85" fmla="*/ 1055370 w 1453388"/>
                  <a:gd name="connsiteY85" fmla="*/ 257362 h 1472498"/>
                  <a:gd name="connsiteX86" fmla="*/ 993902 w 1453388"/>
                  <a:gd name="connsiteY86" fmla="*/ 60765 h 1472498"/>
                  <a:gd name="connsiteX87" fmla="*/ 839978 w 1453388"/>
                  <a:gd name="connsiteY87" fmla="*/ 33334 h 1472498"/>
                  <a:gd name="connsiteX88" fmla="*/ 77851 w 1453388"/>
                  <a:gd name="connsiteY88" fmla="*/ 172526 h 1472498"/>
                  <a:gd name="connsiteX89" fmla="*/ 54356 w 1453388"/>
                  <a:gd name="connsiteY89" fmla="*/ 238565 h 1472498"/>
                  <a:gd name="connsiteX90" fmla="*/ 125984 w 1453388"/>
                  <a:gd name="connsiteY90" fmla="*/ 274126 h 1472498"/>
                  <a:gd name="connsiteX91" fmla="*/ 170180 w 1453388"/>
                  <a:gd name="connsiteY91" fmla="*/ 225484 h 1472498"/>
                  <a:gd name="connsiteX92" fmla="*/ 77851 w 1453388"/>
                  <a:gd name="connsiteY92" fmla="*/ 172526 h 1472498"/>
                  <a:gd name="connsiteX93" fmla="*/ 517779 w 1453388"/>
                  <a:gd name="connsiteY93" fmla="*/ 356040 h 1472498"/>
                  <a:gd name="connsiteX94" fmla="*/ 557530 w 1453388"/>
                  <a:gd name="connsiteY94" fmla="*/ 422081 h 1472498"/>
                  <a:gd name="connsiteX95" fmla="*/ 581279 w 1453388"/>
                  <a:gd name="connsiteY95" fmla="*/ 355406 h 1472498"/>
                  <a:gd name="connsiteX96" fmla="*/ 517779 w 1453388"/>
                  <a:gd name="connsiteY96" fmla="*/ 356040 h 1472498"/>
                  <a:gd name="connsiteX97" fmla="*/ 787400 w 1453388"/>
                  <a:gd name="connsiteY97" fmla="*/ 550224 h 1472498"/>
                  <a:gd name="connsiteX98" fmla="*/ 551561 w 1453388"/>
                  <a:gd name="connsiteY98" fmla="*/ 708084 h 1472498"/>
                  <a:gd name="connsiteX99" fmla="*/ 521081 w 1453388"/>
                  <a:gd name="connsiteY99" fmla="*/ 910269 h 1472498"/>
                  <a:gd name="connsiteX100" fmla="*/ 656336 w 1453388"/>
                  <a:gd name="connsiteY100" fmla="*/ 1108643 h 1472498"/>
                  <a:gd name="connsiteX101" fmla="*/ 885698 w 1453388"/>
                  <a:gd name="connsiteY101" fmla="*/ 1143059 h 1472498"/>
                  <a:gd name="connsiteX102" fmla="*/ 1167257 w 1453388"/>
                  <a:gd name="connsiteY102" fmla="*/ 1081464 h 1472498"/>
                  <a:gd name="connsiteX103" fmla="*/ 1254379 w 1453388"/>
                  <a:gd name="connsiteY103" fmla="*/ 789745 h 1472498"/>
                  <a:gd name="connsiteX104" fmla="*/ 1073404 w 1453388"/>
                  <a:gd name="connsiteY104" fmla="*/ 576766 h 1472498"/>
                  <a:gd name="connsiteX105" fmla="*/ 787400 w 1453388"/>
                  <a:gd name="connsiteY105" fmla="*/ 550224 h 1472498"/>
                  <a:gd name="connsiteX106" fmla="*/ 266700 w 1453388"/>
                  <a:gd name="connsiteY106" fmla="*/ 566480 h 1472498"/>
                  <a:gd name="connsiteX107" fmla="*/ 314071 w 1453388"/>
                  <a:gd name="connsiteY107" fmla="*/ 625407 h 1472498"/>
                  <a:gd name="connsiteX108" fmla="*/ 266700 w 1453388"/>
                  <a:gd name="connsiteY108" fmla="*/ 566480 h 1472498"/>
                  <a:gd name="connsiteX109" fmla="*/ 508508 w 1453388"/>
                  <a:gd name="connsiteY109" fmla="*/ 984309 h 1472498"/>
                  <a:gd name="connsiteX110" fmla="*/ 500888 w 1453388"/>
                  <a:gd name="connsiteY110" fmla="*/ 753677 h 1472498"/>
                  <a:gd name="connsiteX111" fmla="*/ 508508 w 1453388"/>
                  <a:gd name="connsiteY111" fmla="*/ 984309 h 1472498"/>
                  <a:gd name="connsiteX112" fmla="*/ 1274572 w 1453388"/>
                  <a:gd name="connsiteY112" fmla="*/ 752662 h 1472498"/>
                  <a:gd name="connsiteX113" fmla="*/ 1273048 w 1453388"/>
                  <a:gd name="connsiteY113" fmla="*/ 989008 h 1472498"/>
                  <a:gd name="connsiteX114" fmla="*/ 1274572 w 1453388"/>
                  <a:gd name="connsiteY114" fmla="*/ 752662 h 1472498"/>
                  <a:gd name="connsiteX115" fmla="*/ 1310640 w 1453388"/>
                  <a:gd name="connsiteY115" fmla="*/ 1163761 h 1472498"/>
                  <a:gd name="connsiteX116" fmla="*/ 1312418 w 1453388"/>
                  <a:gd name="connsiteY116" fmla="*/ 1303461 h 1472498"/>
                  <a:gd name="connsiteX117" fmla="*/ 1425702 w 1453388"/>
                  <a:gd name="connsiteY117" fmla="*/ 1234119 h 1472498"/>
                  <a:gd name="connsiteX118" fmla="*/ 1310640 w 1453388"/>
                  <a:gd name="connsiteY118" fmla="*/ 1163761 h 1472498"/>
                  <a:gd name="connsiteX119" fmla="*/ 1154557 w 1453388"/>
                  <a:gd name="connsiteY119" fmla="*/ 1181540 h 1472498"/>
                  <a:gd name="connsiteX120" fmla="*/ 1189609 w 1453388"/>
                  <a:gd name="connsiteY120" fmla="*/ 1338005 h 1472498"/>
                  <a:gd name="connsiteX121" fmla="*/ 1241806 w 1453388"/>
                  <a:gd name="connsiteY121" fmla="*/ 1235643 h 1472498"/>
                  <a:gd name="connsiteX122" fmla="*/ 1154557 w 1453388"/>
                  <a:gd name="connsiteY122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395224 w 1453388"/>
                  <a:gd name="connsiteY62" fmla="*/ 348801 h 1472498"/>
                  <a:gd name="connsiteX63" fmla="*/ 326771 w 1453388"/>
                  <a:gd name="connsiteY63" fmla="*/ 533713 h 1472498"/>
                  <a:gd name="connsiteX64" fmla="*/ 356489 w 1453388"/>
                  <a:gd name="connsiteY64" fmla="*/ 561400 h 1472498"/>
                  <a:gd name="connsiteX65" fmla="*/ 290703 w 1453388"/>
                  <a:gd name="connsiteY65" fmla="*/ 659189 h 1472498"/>
                  <a:gd name="connsiteX66" fmla="*/ 241808 w 1453388"/>
                  <a:gd name="connsiteY66" fmla="*/ 552890 h 1472498"/>
                  <a:gd name="connsiteX67" fmla="*/ 300228 w 1453388"/>
                  <a:gd name="connsiteY67" fmla="*/ 527871 h 1472498"/>
                  <a:gd name="connsiteX68" fmla="*/ 349250 w 1453388"/>
                  <a:gd name="connsiteY68" fmla="*/ 400871 h 1472498"/>
                  <a:gd name="connsiteX69" fmla="*/ 372999 w 1453388"/>
                  <a:gd name="connsiteY69" fmla="*/ 338895 h 1472498"/>
                  <a:gd name="connsiteX70" fmla="*/ 180721 w 1453388"/>
                  <a:gd name="connsiteY70" fmla="*/ 261933 h 1472498"/>
                  <a:gd name="connsiteX71" fmla="*/ 131445 w 1453388"/>
                  <a:gd name="connsiteY71" fmla="*/ 300288 h 1472498"/>
                  <a:gd name="connsiteX72" fmla="*/ 34798 w 1453388"/>
                  <a:gd name="connsiteY72" fmla="*/ 262441 h 1472498"/>
                  <a:gd name="connsiteX73" fmla="*/ 62103 w 1453388"/>
                  <a:gd name="connsiteY73" fmla="*/ 148014 h 1472498"/>
                  <a:gd name="connsiteX74" fmla="*/ 130175 w 1453388"/>
                  <a:gd name="connsiteY74" fmla="*/ 143696 h 1472498"/>
                  <a:gd name="connsiteX75" fmla="*/ 124587 w 1453388"/>
                  <a:gd name="connsiteY75" fmla="*/ 109660 h 1472498"/>
                  <a:gd name="connsiteX76" fmla="*/ 0 w 1453388"/>
                  <a:gd name="connsiteY76" fmla="*/ 45399 h 1472498"/>
                  <a:gd name="connsiteX77" fmla="*/ 32893 w 1453388"/>
                  <a:gd name="connsiteY77" fmla="*/ 36127 h 1472498"/>
                  <a:gd name="connsiteX78" fmla="*/ 65278 w 1453388"/>
                  <a:gd name="connsiteY78" fmla="*/ 60765 h 1472498"/>
                  <a:gd name="connsiteX79" fmla="*/ 280543 w 1453388"/>
                  <a:gd name="connsiteY79" fmla="*/ 123757 h 1472498"/>
                  <a:gd name="connsiteX80" fmla="*/ 32893 w 1453388"/>
                  <a:gd name="connsiteY80" fmla="*/ 36127 h 1472498"/>
                  <a:gd name="connsiteX81" fmla="*/ 839978 w 1453388"/>
                  <a:gd name="connsiteY81" fmla="*/ 33334 h 1472498"/>
                  <a:gd name="connsiteX82" fmla="*/ 729488 w 1453388"/>
                  <a:gd name="connsiteY82" fmla="*/ 140649 h 1472498"/>
                  <a:gd name="connsiteX83" fmla="*/ 886968 w 1453388"/>
                  <a:gd name="connsiteY83" fmla="*/ 369883 h 1472498"/>
                  <a:gd name="connsiteX84" fmla="*/ 1055370 w 1453388"/>
                  <a:gd name="connsiteY84" fmla="*/ 257362 h 1472498"/>
                  <a:gd name="connsiteX85" fmla="*/ 993902 w 1453388"/>
                  <a:gd name="connsiteY85" fmla="*/ 60765 h 1472498"/>
                  <a:gd name="connsiteX86" fmla="*/ 839978 w 1453388"/>
                  <a:gd name="connsiteY86" fmla="*/ 33334 h 1472498"/>
                  <a:gd name="connsiteX87" fmla="*/ 77851 w 1453388"/>
                  <a:gd name="connsiteY87" fmla="*/ 172526 h 1472498"/>
                  <a:gd name="connsiteX88" fmla="*/ 54356 w 1453388"/>
                  <a:gd name="connsiteY88" fmla="*/ 238565 h 1472498"/>
                  <a:gd name="connsiteX89" fmla="*/ 125984 w 1453388"/>
                  <a:gd name="connsiteY89" fmla="*/ 274126 h 1472498"/>
                  <a:gd name="connsiteX90" fmla="*/ 170180 w 1453388"/>
                  <a:gd name="connsiteY90" fmla="*/ 225484 h 1472498"/>
                  <a:gd name="connsiteX91" fmla="*/ 77851 w 1453388"/>
                  <a:gd name="connsiteY91" fmla="*/ 172526 h 1472498"/>
                  <a:gd name="connsiteX92" fmla="*/ 517779 w 1453388"/>
                  <a:gd name="connsiteY92" fmla="*/ 356040 h 1472498"/>
                  <a:gd name="connsiteX93" fmla="*/ 557530 w 1453388"/>
                  <a:gd name="connsiteY93" fmla="*/ 422081 h 1472498"/>
                  <a:gd name="connsiteX94" fmla="*/ 581279 w 1453388"/>
                  <a:gd name="connsiteY94" fmla="*/ 355406 h 1472498"/>
                  <a:gd name="connsiteX95" fmla="*/ 517779 w 1453388"/>
                  <a:gd name="connsiteY95" fmla="*/ 356040 h 1472498"/>
                  <a:gd name="connsiteX96" fmla="*/ 787400 w 1453388"/>
                  <a:gd name="connsiteY96" fmla="*/ 550224 h 1472498"/>
                  <a:gd name="connsiteX97" fmla="*/ 551561 w 1453388"/>
                  <a:gd name="connsiteY97" fmla="*/ 708084 h 1472498"/>
                  <a:gd name="connsiteX98" fmla="*/ 521081 w 1453388"/>
                  <a:gd name="connsiteY98" fmla="*/ 910269 h 1472498"/>
                  <a:gd name="connsiteX99" fmla="*/ 656336 w 1453388"/>
                  <a:gd name="connsiteY99" fmla="*/ 1108643 h 1472498"/>
                  <a:gd name="connsiteX100" fmla="*/ 885698 w 1453388"/>
                  <a:gd name="connsiteY100" fmla="*/ 1143059 h 1472498"/>
                  <a:gd name="connsiteX101" fmla="*/ 1167257 w 1453388"/>
                  <a:gd name="connsiteY101" fmla="*/ 1081464 h 1472498"/>
                  <a:gd name="connsiteX102" fmla="*/ 1254379 w 1453388"/>
                  <a:gd name="connsiteY102" fmla="*/ 789745 h 1472498"/>
                  <a:gd name="connsiteX103" fmla="*/ 1073404 w 1453388"/>
                  <a:gd name="connsiteY103" fmla="*/ 576766 h 1472498"/>
                  <a:gd name="connsiteX104" fmla="*/ 787400 w 1453388"/>
                  <a:gd name="connsiteY104" fmla="*/ 550224 h 1472498"/>
                  <a:gd name="connsiteX105" fmla="*/ 266700 w 1453388"/>
                  <a:gd name="connsiteY105" fmla="*/ 566480 h 1472498"/>
                  <a:gd name="connsiteX106" fmla="*/ 314071 w 1453388"/>
                  <a:gd name="connsiteY106" fmla="*/ 625407 h 1472498"/>
                  <a:gd name="connsiteX107" fmla="*/ 266700 w 1453388"/>
                  <a:gd name="connsiteY107" fmla="*/ 566480 h 1472498"/>
                  <a:gd name="connsiteX108" fmla="*/ 508508 w 1453388"/>
                  <a:gd name="connsiteY108" fmla="*/ 984309 h 1472498"/>
                  <a:gd name="connsiteX109" fmla="*/ 500888 w 1453388"/>
                  <a:gd name="connsiteY109" fmla="*/ 753677 h 1472498"/>
                  <a:gd name="connsiteX110" fmla="*/ 508508 w 1453388"/>
                  <a:gd name="connsiteY110" fmla="*/ 984309 h 1472498"/>
                  <a:gd name="connsiteX111" fmla="*/ 1274572 w 1453388"/>
                  <a:gd name="connsiteY111" fmla="*/ 752662 h 1472498"/>
                  <a:gd name="connsiteX112" fmla="*/ 1273048 w 1453388"/>
                  <a:gd name="connsiteY112" fmla="*/ 989008 h 1472498"/>
                  <a:gd name="connsiteX113" fmla="*/ 1274572 w 1453388"/>
                  <a:gd name="connsiteY113" fmla="*/ 752662 h 1472498"/>
                  <a:gd name="connsiteX114" fmla="*/ 1310640 w 1453388"/>
                  <a:gd name="connsiteY114" fmla="*/ 1163761 h 1472498"/>
                  <a:gd name="connsiteX115" fmla="*/ 1312418 w 1453388"/>
                  <a:gd name="connsiteY115" fmla="*/ 1303461 h 1472498"/>
                  <a:gd name="connsiteX116" fmla="*/ 1425702 w 1453388"/>
                  <a:gd name="connsiteY116" fmla="*/ 1234119 h 1472498"/>
                  <a:gd name="connsiteX117" fmla="*/ 1310640 w 1453388"/>
                  <a:gd name="connsiteY117" fmla="*/ 1163761 h 1472498"/>
                  <a:gd name="connsiteX118" fmla="*/ 1154557 w 1453388"/>
                  <a:gd name="connsiteY118" fmla="*/ 1181540 h 1472498"/>
                  <a:gd name="connsiteX119" fmla="*/ 1189609 w 1453388"/>
                  <a:gd name="connsiteY119" fmla="*/ 1338005 h 1472498"/>
                  <a:gd name="connsiteX120" fmla="*/ 1241806 w 1453388"/>
                  <a:gd name="connsiteY120" fmla="*/ 1235643 h 1472498"/>
                  <a:gd name="connsiteX121" fmla="*/ 1154557 w 1453388"/>
                  <a:gd name="connsiteY121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395224 w 1453388"/>
                  <a:gd name="connsiteY62" fmla="*/ 348801 h 1472498"/>
                  <a:gd name="connsiteX63" fmla="*/ 326771 w 1453388"/>
                  <a:gd name="connsiteY63" fmla="*/ 533713 h 1472498"/>
                  <a:gd name="connsiteX64" fmla="*/ 356489 w 1453388"/>
                  <a:gd name="connsiteY64" fmla="*/ 561400 h 1472498"/>
                  <a:gd name="connsiteX65" fmla="*/ 290703 w 1453388"/>
                  <a:gd name="connsiteY65" fmla="*/ 659189 h 1472498"/>
                  <a:gd name="connsiteX66" fmla="*/ 241808 w 1453388"/>
                  <a:gd name="connsiteY66" fmla="*/ 552890 h 1472498"/>
                  <a:gd name="connsiteX67" fmla="*/ 300228 w 1453388"/>
                  <a:gd name="connsiteY67" fmla="*/ 527871 h 1472498"/>
                  <a:gd name="connsiteX68" fmla="*/ 349250 w 1453388"/>
                  <a:gd name="connsiteY68" fmla="*/ 400871 h 1472498"/>
                  <a:gd name="connsiteX69" fmla="*/ 372999 w 1453388"/>
                  <a:gd name="connsiteY69" fmla="*/ 338895 h 1472498"/>
                  <a:gd name="connsiteX70" fmla="*/ 180721 w 1453388"/>
                  <a:gd name="connsiteY70" fmla="*/ 261933 h 1472498"/>
                  <a:gd name="connsiteX71" fmla="*/ 131445 w 1453388"/>
                  <a:gd name="connsiteY71" fmla="*/ 300288 h 1472498"/>
                  <a:gd name="connsiteX72" fmla="*/ 34798 w 1453388"/>
                  <a:gd name="connsiteY72" fmla="*/ 262441 h 1472498"/>
                  <a:gd name="connsiteX73" fmla="*/ 62103 w 1453388"/>
                  <a:gd name="connsiteY73" fmla="*/ 148014 h 1472498"/>
                  <a:gd name="connsiteX74" fmla="*/ 130175 w 1453388"/>
                  <a:gd name="connsiteY74" fmla="*/ 143696 h 1472498"/>
                  <a:gd name="connsiteX75" fmla="*/ 124587 w 1453388"/>
                  <a:gd name="connsiteY75" fmla="*/ 109660 h 1472498"/>
                  <a:gd name="connsiteX76" fmla="*/ 0 w 1453388"/>
                  <a:gd name="connsiteY76" fmla="*/ 45399 h 1472498"/>
                  <a:gd name="connsiteX77" fmla="*/ 32893 w 1453388"/>
                  <a:gd name="connsiteY77" fmla="*/ 36127 h 1472498"/>
                  <a:gd name="connsiteX78" fmla="*/ 65278 w 1453388"/>
                  <a:gd name="connsiteY78" fmla="*/ 60765 h 1472498"/>
                  <a:gd name="connsiteX79" fmla="*/ 280543 w 1453388"/>
                  <a:gd name="connsiteY79" fmla="*/ 123757 h 1472498"/>
                  <a:gd name="connsiteX80" fmla="*/ 32893 w 1453388"/>
                  <a:gd name="connsiteY80" fmla="*/ 36127 h 1472498"/>
                  <a:gd name="connsiteX81" fmla="*/ 839978 w 1453388"/>
                  <a:gd name="connsiteY81" fmla="*/ 33334 h 1472498"/>
                  <a:gd name="connsiteX82" fmla="*/ 729488 w 1453388"/>
                  <a:gd name="connsiteY82" fmla="*/ 140649 h 1472498"/>
                  <a:gd name="connsiteX83" fmla="*/ 886968 w 1453388"/>
                  <a:gd name="connsiteY83" fmla="*/ 369883 h 1472498"/>
                  <a:gd name="connsiteX84" fmla="*/ 1055370 w 1453388"/>
                  <a:gd name="connsiteY84" fmla="*/ 257362 h 1472498"/>
                  <a:gd name="connsiteX85" fmla="*/ 993902 w 1453388"/>
                  <a:gd name="connsiteY85" fmla="*/ 60765 h 1472498"/>
                  <a:gd name="connsiteX86" fmla="*/ 839978 w 1453388"/>
                  <a:gd name="connsiteY86" fmla="*/ 33334 h 1472498"/>
                  <a:gd name="connsiteX87" fmla="*/ 77851 w 1453388"/>
                  <a:gd name="connsiteY87" fmla="*/ 172526 h 1472498"/>
                  <a:gd name="connsiteX88" fmla="*/ 54356 w 1453388"/>
                  <a:gd name="connsiteY88" fmla="*/ 238565 h 1472498"/>
                  <a:gd name="connsiteX89" fmla="*/ 125984 w 1453388"/>
                  <a:gd name="connsiteY89" fmla="*/ 274126 h 1472498"/>
                  <a:gd name="connsiteX90" fmla="*/ 170180 w 1453388"/>
                  <a:gd name="connsiteY90" fmla="*/ 225484 h 1472498"/>
                  <a:gd name="connsiteX91" fmla="*/ 77851 w 1453388"/>
                  <a:gd name="connsiteY91" fmla="*/ 172526 h 1472498"/>
                  <a:gd name="connsiteX92" fmla="*/ 517779 w 1453388"/>
                  <a:gd name="connsiteY92" fmla="*/ 356040 h 1472498"/>
                  <a:gd name="connsiteX93" fmla="*/ 557530 w 1453388"/>
                  <a:gd name="connsiteY93" fmla="*/ 422081 h 1472498"/>
                  <a:gd name="connsiteX94" fmla="*/ 581279 w 1453388"/>
                  <a:gd name="connsiteY94" fmla="*/ 355406 h 1472498"/>
                  <a:gd name="connsiteX95" fmla="*/ 787400 w 1453388"/>
                  <a:gd name="connsiteY95" fmla="*/ 550224 h 1472498"/>
                  <a:gd name="connsiteX96" fmla="*/ 551561 w 1453388"/>
                  <a:gd name="connsiteY96" fmla="*/ 708084 h 1472498"/>
                  <a:gd name="connsiteX97" fmla="*/ 521081 w 1453388"/>
                  <a:gd name="connsiteY97" fmla="*/ 910269 h 1472498"/>
                  <a:gd name="connsiteX98" fmla="*/ 656336 w 1453388"/>
                  <a:gd name="connsiteY98" fmla="*/ 1108643 h 1472498"/>
                  <a:gd name="connsiteX99" fmla="*/ 885698 w 1453388"/>
                  <a:gd name="connsiteY99" fmla="*/ 1143059 h 1472498"/>
                  <a:gd name="connsiteX100" fmla="*/ 1167257 w 1453388"/>
                  <a:gd name="connsiteY100" fmla="*/ 1081464 h 1472498"/>
                  <a:gd name="connsiteX101" fmla="*/ 1254379 w 1453388"/>
                  <a:gd name="connsiteY101" fmla="*/ 789745 h 1472498"/>
                  <a:gd name="connsiteX102" fmla="*/ 1073404 w 1453388"/>
                  <a:gd name="connsiteY102" fmla="*/ 576766 h 1472498"/>
                  <a:gd name="connsiteX103" fmla="*/ 787400 w 1453388"/>
                  <a:gd name="connsiteY103" fmla="*/ 550224 h 1472498"/>
                  <a:gd name="connsiteX104" fmla="*/ 266700 w 1453388"/>
                  <a:gd name="connsiteY104" fmla="*/ 566480 h 1472498"/>
                  <a:gd name="connsiteX105" fmla="*/ 314071 w 1453388"/>
                  <a:gd name="connsiteY105" fmla="*/ 625407 h 1472498"/>
                  <a:gd name="connsiteX106" fmla="*/ 266700 w 1453388"/>
                  <a:gd name="connsiteY106" fmla="*/ 566480 h 1472498"/>
                  <a:gd name="connsiteX107" fmla="*/ 508508 w 1453388"/>
                  <a:gd name="connsiteY107" fmla="*/ 984309 h 1472498"/>
                  <a:gd name="connsiteX108" fmla="*/ 500888 w 1453388"/>
                  <a:gd name="connsiteY108" fmla="*/ 753677 h 1472498"/>
                  <a:gd name="connsiteX109" fmla="*/ 508508 w 1453388"/>
                  <a:gd name="connsiteY109" fmla="*/ 984309 h 1472498"/>
                  <a:gd name="connsiteX110" fmla="*/ 1274572 w 1453388"/>
                  <a:gd name="connsiteY110" fmla="*/ 752662 h 1472498"/>
                  <a:gd name="connsiteX111" fmla="*/ 1273048 w 1453388"/>
                  <a:gd name="connsiteY111" fmla="*/ 989008 h 1472498"/>
                  <a:gd name="connsiteX112" fmla="*/ 1274572 w 1453388"/>
                  <a:gd name="connsiteY112" fmla="*/ 752662 h 1472498"/>
                  <a:gd name="connsiteX113" fmla="*/ 1310640 w 1453388"/>
                  <a:gd name="connsiteY113" fmla="*/ 1163761 h 1472498"/>
                  <a:gd name="connsiteX114" fmla="*/ 1312418 w 1453388"/>
                  <a:gd name="connsiteY114" fmla="*/ 1303461 h 1472498"/>
                  <a:gd name="connsiteX115" fmla="*/ 1425702 w 1453388"/>
                  <a:gd name="connsiteY115" fmla="*/ 1234119 h 1472498"/>
                  <a:gd name="connsiteX116" fmla="*/ 1310640 w 1453388"/>
                  <a:gd name="connsiteY116" fmla="*/ 1163761 h 1472498"/>
                  <a:gd name="connsiteX117" fmla="*/ 1154557 w 1453388"/>
                  <a:gd name="connsiteY117" fmla="*/ 1181540 h 1472498"/>
                  <a:gd name="connsiteX118" fmla="*/ 1189609 w 1453388"/>
                  <a:gd name="connsiteY118" fmla="*/ 1338005 h 1472498"/>
                  <a:gd name="connsiteX119" fmla="*/ 1241806 w 1453388"/>
                  <a:gd name="connsiteY119" fmla="*/ 1235643 h 1472498"/>
                  <a:gd name="connsiteX120" fmla="*/ 1154557 w 1453388"/>
                  <a:gd name="connsiteY120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395224 w 1453388"/>
                  <a:gd name="connsiteY62" fmla="*/ 348801 h 1472498"/>
                  <a:gd name="connsiteX63" fmla="*/ 326771 w 1453388"/>
                  <a:gd name="connsiteY63" fmla="*/ 533713 h 1472498"/>
                  <a:gd name="connsiteX64" fmla="*/ 356489 w 1453388"/>
                  <a:gd name="connsiteY64" fmla="*/ 561400 h 1472498"/>
                  <a:gd name="connsiteX65" fmla="*/ 290703 w 1453388"/>
                  <a:gd name="connsiteY65" fmla="*/ 659189 h 1472498"/>
                  <a:gd name="connsiteX66" fmla="*/ 241808 w 1453388"/>
                  <a:gd name="connsiteY66" fmla="*/ 552890 h 1472498"/>
                  <a:gd name="connsiteX67" fmla="*/ 300228 w 1453388"/>
                  <a:gd name="connsiteY67" fmla="*/ 527871 h 1472498"/>
                  <a:gd name="connsiteX68" fmla="*/ 349250 w 1453388"/>
                  <a:gd name="connsiteY68" fmla="*/ 400871 h 1472498"/>
                  <a:gd name="connsiteX69" fmla="*/ 372999 w 1453388"/>
                  <a:gd name="connsiteY69" fmla="*/ 338895 h 1472498"/>
                  <a:gd name="connsiteX70" fmla="*/ 180721 w 1453388"/>
                  <a:gd name="connsiteY70" fmla="*/ 261933 h 1472498"/>
                  <a:gd name="connsiteX71" fmla="*/ 131445 w 1453388"/>
                  <a:gd name="connsiteY71" fmla="*/ 300288 h 1472498"/>
                  <a:gd name="connsiteX72" fmla="*/ 34798 w 1453388"/>
                  <a:gd name="connsiteY72" fmla="*/ 262441 h 1472498"/>
                  <a:gd name="connsiteX73" fmla="*/ 62103 w 1453388"/>
                  <a:gd name="connsiteY73" fmla="*/ 148014 h 1472498"/>
                  <a:gd name="connsiteX74" fmla="*/ 130175 w 1453388"/>
                  <a:gd name="connsiteY74" fmla="*/ 143696 h 1472498"/>
                  <a:gd name="connsiteX75" fmla="*/ 124587 w 1453388"/>
                  <a:gd name="connsiteY75" fmla="*/ 109660 h 1472498"/>
                  <a:gd name="connsiteX76" fmla="*/ 0 w 1453388"/>
                  <a:gd name="connsiteY76" fmla="*/ 45399 h 1472498"/>
                  <a:gd name="connsiteX77" fmla="*/ 32893 w 1453388"/>
                  <a:gd name="connsiteY77" fmla="*/ 36127 h 1472498"/>
                  <a:gd name="connsiteX78" fmla="*/ 65278 w 1453388"/>
                  <a:gd name="connsiteY78" fmla="*/ 60765 h 1472498"/>
                  <a:gd name="connsiteX79" fmla="*/ 280543 w 1453388"/>
                  <a:gd name="connsiteY79" fmla="*/ 123757 h 1472498"/>
                  <a:gd name="connsiteX80" fmla="*/ 32893 w 1453388"/>
                  <a:gd name="connsiteY80" fmla="*/ 36127 h 1472498"/>
                  <a:gd name="connsiteX81" fmla="*/ 839978 w 1453388"/>
                  <a:gd name="connsiteY81" fmla="*/ 33334 h 1472498"/>
                  <a:gd name="connsiteX82" fmla="*/ 729488 w 1453388"/>
                  <a:gd name="connsiteY82" fmla="*/ 140649 h 1472498"/>
                  <a:gd name="connsiteX83" fmla="*/ 886968 w 1453388"/>
                  <a:gd name="connsiteY83" fmla="*/ 369883 h 1472498"/>
                  <a:gd name="connsiteX84" fmla="*/ 1055370 w 1453388"/>
                  <a:gd name="connsiteY84" fmla="*/ 257362 h 1472498"/>
                  <a:gd name="connsiteX85" fmla="*/ 993902 w 1453388"/>
                  <a:gd name="connsiteY85" fmla="*/ 60765 h 1472498"/>
                  <a:gd name="connsiteX86" fmla="*/ 839978 w 1453388"/>
                  <a:gd name="connsiteY86" fmla="*/ 33334 h 1472498"/>
                  <a:gd name="connsiteX87" fmla="*/ 77851 w 1453388"/>
                  <a:gd name="connsiteY87" fmla="*/ 172526 h 1472498"/>
                  <a:gd name="connsiteX88" fmla="*/ 54356 w 1453388"/>
                  <a:gd name="connsiteY88" fmla="*/ 238565 h 1472498"/>
                  <a:gd name="connsiteX89" fmla="*/ 125984 w 1453388"/>
                  <a:gd name="connsiteY89" fmla="*/ 274126 h 1472498"/>
                  <a:gd name="connsiteX90" fmla="*/ 170180 w 1453388"/>
                  <a:gd name="connsiteY90" fmla="*/ 225484 h 1472498"/>
                  <a:gd name="connsiteX91" fmla="*/ 77851 w 1453388"/>
                  <a:gd name="connsiteY91" fmla="*/ 172526 h 1472498"/>
                  <a:gd name="connsiteX92" fmla="*/ 557530 w 1453388"/>
                  <a:gd name="connsiteY92" fmla="*/ 422081 h 1472498"/>
                  <a:gd name="connsiteX93" fmla="*/ 581279 w 1453388"/>
                  <a:gd name="connsiteY93" fmla="*/ 355406 h 1472498"/>
                  <a:gd name="connsiteX94" fmla="*/ 787400 w 1453388"/>
                  <a:gd name="connsiteY94" fmla="*/ 550224 h 1472498"/>
                  <a:gd name="connsiteX95" fmla="*/ 551561 w 1453388"/>
                  <a:gd name="connsiteY95" fmla="*/ 708084 h 1472498"/>
                  <a:gd name="connsiteX96" fmla="*/ 521081 w 1453388"/>
                  <a:gd name="connsiteY96" fmla="*/ 910269 h 1472498"/>
                  <a:gd name="connsiteX97" fmla="*/ 656336 w 1453388"/>
                  <a:gd name="connsiteY97" fmla="*/ 1108643 h 1472498"/>
                  <a:gd name="connsiteX98" fmla="*/ 885698 w 1453388"/>
                  <a:gd name="connsiteY98" fmla="*/ 1143059 h 1472498"/>
                  <a:gd name="connsiteX99" fmla="*/ 1167257 w 1453388"/>
                  <a:gd name="connsiteY99" fmla="*/ 1081464 h 1472498"/>
                  <a:gd name="connsiteX100" fmla="*/ 1254379 w 1453388"/>
                  <a:gd name="connsiteY100" fmla="*/ 789745 h 1472498"/>
                  <a:gd name="connsiteX101" fmla="*/ 1073404 w 1453388"/>
                  <a:gd name="connsiteY101" fmla="*/ 576766 h 1472498"/>
                  <a:gd name="connsiteX102" fmla="*/ 787400 w 1453388"/>
                  <a:gd name="connsiteY102" fmla="*/ 550224 h 1472498"/>
                  <a:gd name="connsiteX103" fmla="*/ 266700 w 1453388"/>
                  <a:gd name="connsiteY103" fmla="*/ 566480 h 1472498"/>
                  <a:gd name="connsiteX104" fmla="*/ 314071 w 1453388"/>
                  <a:gd name="connsiteY104" fmla="*/ 625407 h 1472498"/>
                  <a:gd name="connsiteX105" fmla="*/ 266700 w 1453388"/>
                  <a:gd name="connsiteY105" fmla="*/ 566480 h 1472498"/>
                  <a:gd name="connsiteX106" fmla="*/ 508508 w 1453388"/>
                  <a:gd name="connsiteY106" fmla="*/ 984309 h 1472498"/>
                  <a:gd name="connsiteX107" fmla="*/ 500888 w 1453388"/>
                  <a:gd name="connsiteY107" fmla="*/ 753677 h 1472498"/>
                  <a:gd name="connsiteX108" fmla="*/ 508508 w 1453388"/>
                  <a:gd name="connsiteY108" fmla="*/ 984309 h 1472498"/>
                  <a:gd name="connsiteX109" fmla="*/ 1274572 w 1453388"/>
                  <a:gd name="connsiteY109" fmla="*/ 752662 h 1472498"/>
                  <a:gd name="connsiteX110" fmla="*/ 1273048 w 1453388"/>
                  <a:gd name="connsiteY110" fmla="*/ 989008 h 1472498"/>
                  <a:gd name="connsiteX111" fmla="*/ 1274572 w 1453388"/>
                  <a:gd name="connsiteY111" fmla="*/ 752662 h 1472498"/>
                  <a:gd name="connsiteX112" fmla="*/ 1310640 w 1453388"/>
                  <a:gd name="connsiteY112" fmla="*/ 1163761 h 1472498"/>
                  <a:gd name="connsiteX113" fmla="*/ 1312418 w 1453388"/>
                  <a:gd name="connsiteY113" fmla="*/ 1303461 h 1472498"/>
                  <a:gd name="connsiteX114" fmla="*/ 1425702 w 1453388"/>
                  <a:gd name="connsiteY114" fmla="*/ 1234119 h 1472498"/>
                  <a:gd name="connsiteX115" fmla="*/ 1310640 w 1453388"/>
                  <a:gd name="connsiteY115" fmla="*/ 1163761 h 1472498"/>
                  <a:gd name="connsiteX116" fmla="*/ 1154557 w 1453388"/>
                  <a:gd name="connsiteY116" fmla="*/ 1181540 h 1472498"/>
                  <a:gd name="connsiteX117" fmla="*/ 1189609 w 1453388"/>
                  <a:gd name="connsiteY117" fmla="*/ 1338005 h 1472498"/>
                  <a:gd name="connsiteX118" fmla="*/ 1241806 w 1453388"/>
                  <a:gd name="connsiteY118" fmla="*/ 1235643 h 1472498"/>
                  <a:gd name="connsiteX119" fmla="*/ 1154557 w 1453388"/>
                  <a:gd name="connsiteY119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395224 w 1453388"/>
                  <a:gd name="connsiteY62" fmla="*/ 348801 h 1472498"/>
                  <a:gd name="connsiteX63" fmla="*/ 326771 w 1453388"/>
                  <a:gd name="connsiteY63" fmla="*/ 533713 h 1472498"/>
                  <a:gd name="connsiteX64" fmla="*/ 356489 w 1453388"/>
                  <a:gd name="connsiteY64" fmla="*/ 561400 h 1472498"/>
                  <a:gd name="connsiteX65" fmla="*/ 290703 w 1453388"/>
                  <a:gd name="connsiteY65" fmla="*/ 659189 h 1472498"/>
                  <a:gd name="connsiteX66" fmla="*/ 241808 w 1453388"/>
                  <a:gd name="connsiteY66" fmla="*/ 552890 h 1472498"/>
                  <a:gd name="connsiteX67" fmla="*/ 300228 w 1453388"/>
                  <a:gd name="connsiteY67" fmla="*/ 527871 h 1472498"/>
                  <a:gd name="connsiteX68" fmla="*/ 349250 w 1453388"/>
                  <a:gd name="connsiteY68" fmla="*/ 400871 h 1472498"/>
                  <a:gd name="connsiteX69" fmla="*/ 372999 w 1453388"/>
                  <a:gd name="connsiteY69" fmla="*/ 338895 h 1472498"/>
                  <a:gd name="connsiteX70" fmla="*/ 180721 w 1453388"/>
                  <a:gd name="connsiteY70" fmla="*/ 261933 h 1472498"/>
                  <a:gd name="connsiteX71" fmla="*/ 131445 w 1453388"/>
                  <a:gd name="connsiteY71" fmla="*/ 300288 h 1472498"/>
                  <a:gd name="connsiteX72" fmla="*/ 34798 w 1453388"/>
                  <a:gd name="connsiteY72" fmla="*/ 262441 h 1472498"/>
                  <a:gd name="connsiteX73" fmla="*/ 62103 w 1453388"/>
                  <a:gd name="connsiteY73" fmla="*/ 148014 h 1472498"/>
                  <a:gd name="connsiteX74" fmla="*/ 130175 w 1453388"/>
                  <a:gd name="connsiteY74" fmla="*/ 143696 h 1472498"/>
                  <a:gd name="connsiteX75" fmla="*/ 124587 w 1453388"/>
                  <a:gd name="connsiteY75" fmla="*/ 109660 h 1472498"/>
                  <a:gd name="connsiteX76" fmla="*/ 0 w 1453388"/>
                  <a:gd name="connsiteY76" fmla="*/ 45399 h 1472498"/>
                  <a:gd name="connsiteX77" fmla="*/ 32893 w 1453388"/>
                  <a:gd name="connsiteY77" fmla="*/ 36127 h 1472498"/>
                  <a:gd name="connsiteX78" fmla="*/ 65278 w 1453388"/>
                  <a:gd name="connsiteY78" fmla="*/ 60765 h 1472498"/>
                  <a:gd name="connsiteX79" fmla="*/ 280543 w 1453388"/>
                  <a:gd name="connsiteY79" fmla="*/ 123757 h 1472498"/>
                  <a:gd name="connsiteX80" fmla="*/ 32893 w 1453388"/>
                  <a:gd name="connsiteY80" fmla="*/ 36127 h 1472498"/>
                  <a:gd name="connsiteX81" fmla="*/ 839978 w 1453388"/>
                  <a:gd name="connsiteY81" fmla="*/ 33334 h 1472498"/>
                  <a:gd name="connsiteX82" fmla="*/ 729488 w 1453388"/>
                  <a:gd name="connsiteY82" fmla="*/ 140649 h 1472498"/>
                  <a:gd name="connsiteX83" fmla="*/ 886968 w 1453388"/>
                  <a:gd name="connsiteY83" fmla="*/ 369883 h 1472498"/>
                  <a:gd name="connsiteX84" fmla="*/ 1055370 w 1453388"/>
                  <a:gd name="connsiteY84" fmla="*/ 257362 h 1472498"/>
                  <a:gd name="connsiteX85" fmla="*/ 993902 w 1453388"/>
                  <a:gd name="connsiteY85" fmla="*/ 60765 h 1472498"/>
                  <a:gd name="connsiteX86" fmla="*/ 839978 w 1453388"/>
                  <a:gd name="connsiteY86" fmla="*/ 33334 h 1472498"/>
                  <a:gd name="connsiteX87" fmla="*/ 77851 w 1453388"/>
                  <a:gd name="connsiteY87" fmla="*/ 172526 h 1472498"/>
                  <a:gd name="connsiteX88" fmla="*/ 54356 w 1453388"/>
                  <a:gd name="connsiteY88" fmla="*/ 238565 h 1472498"/>
                  <a:gd name="connsiteX89" fmla="*/ 125984 w 1453388"/>
                  <a:gd name="connsiteY89" fmla="*/ 274126 h 1472498"/>
                  <a:gd name="connsiteX90" fmla="*/ 170180 w 1453388"/>
                  <a:gd name="connsiteY90" fmla="*/ 225484 h 1472498"/>
                  <a:gd name="connsiteX91" fmla="*/ 77851 w 1453388"/>
                  <a:gd name="connsiteY91" fmla="*/ 172526 h 1472498"/>
                  <a:gd name="connsiteX92" fmla="*/ 787400 w 1453388"/>
                  <a:gd name="connsiteY92" fmla="*/ 550224 h 1472498"/>
                  <a:gd name="connsiteX93" fmla="*/ 551561 w 1453388"/>
                  <a:gd name="connsiteY93" fmla="*/ 708084 h 1472498"/>
                  <a:gd name="connsiteX94" fmla="*/ 521081 w 1453388"/>
                  <a:gd name="connsiteY94" fmla="*/ 910269 h 1472498"/>
                  <a:gd name="connsiteX95" fmla="*/ 656336 w 1453388"/>
                  <a:gd name="connsiteY95" fmla="*/ 1108643 h 1472498"/>
                  <a:gd name="connsiteX96" fmla="*/ 885698 w 1453388"/>
                  <a:gd name="connsiteY96" fmla="*/ 1143059 h 1472498"/>
                  <a:gd name="connsiteX97" fmla="*/ 1167257 w 1453388"/>
                  <a:gd name="connsiteY97" fmla="*/ 1081464 h 1472498"/>
                  <a:gd name="connsiteX98" fmla="*/ 1254379 w 1453388"/>
                  <a:gd name="connsiteY98" fmla="*/ 789745 h 1472498"/>
                  <a:gd name="connsiteX99" fmla="*/ 1073404 w 1453388"/>
                  <a:gd name="connsiteY99" fmla="*/ 576766 h 1472498"/>
                  <a:gd name="connsiteX100" fmla="*/ 787400 w 1453388"/>
                  <a:gd name="connsiteY100" fmla="*/ 550224 h 1472498"/>
                  <a:gd name="connsiteX101" fmla="*/ 266700 w 1453388"/>
                  <a:gd name="connsiteY101" fmla="*/ 566480 h 1472498"/>
                  <a:gd name="connsiteX102" fmla="*/ 314071 w 1453388"/>
                  <a:gd name="connsiteY102" fmla="*/ 625407 h 1472498"/>
                  <a:gd name="connsiteX103" fmla="*/ 266700 w 1453388"/>
                  <a:gd name="connsiteY103" fmla="*/ 566480 h 1472498"/>
                  <a:gd name="connsiteX104" fmla="*/ 508508 w 1453388"/>
                  <a:gd name="connsiteY104" fmla="*/ 984309 h 1472498"/>
                  <a:gd name="connsiteX105" fmla="*/ 500888 w 1453388"/>
                  <a:gd name="connsiteY105" fmla="*/ 753677 h 1472498"/>
                  <a:gd name="connsiteX106" fmla="*/ 508508 w 1453388"/>
                  <a:gd name="connsiteY106" fmla="*/ 984309 h 1472498"/>
                  <a:gd name="connsiteX107" fmla="*/ 1274572 w 1453388"/>
                  <a:gd name="connsiteY107" fmla="*/ 752662 h 1472498"/>
                  <a:gd name="connsiteX108" fmla="*/ 1273048 w 1453388"/>
                  <a:gd name="connsiteY108" fmla="*/ 989008 h 1472498"/>
                  <a:gd name="connsiteX109" fmla="*/ 1274572 w 1453388"/>
                  <a:gd name="connsiteY109" fmla="*/ 752662 h 1472498"/>
                  <a:gd name="connsiteX110" fmla="*/ 1310640 w 1453388"/>
                  <a:gd name="connsiteY110" fmla="*/ 1163761 h 1472498"/>
                  <a:gd name="connsiteX111" fmla="*/ 1312418 w 1453388"/>
                  <a:gd name="connsiteY111" fmla="*/ 1303461 h 1472498"/>
                  <a:gd name="connsiteX112" fmla="*/ 1425702 w 1453388"/>
                  <a:gd name="connsiteY112" fmla="*/ 1234119 h 1472498"/>
                  <a:gd name="connsiteX113" fmla="*/ 1310640 w 1453388"/>
                  <a:gd name="connsiteY113" fmla="*/ 1163761 h 1472498"/>
                  <a:gd name="connsiteX114" fmla="*/ 1154557 w 1453388"/>
                  <a:gd name="connsiteY114" fmla="*/ 1181540 h 1472498"/>
                  <a:gd name="connsiteX115" fmla="*/ 1189609 w 1453388"/>
                  <a:gd name="connsiteY115" fmla="*/ 1338005 h 1472498"/>
                  <a:gd name="connsiteX116" fmla="*/ 1241806 w 1453388"/>
                  <a:gd name="connsiteY116" fmla="*/ 1235643 h 1472498"/>
                  <a:gd name="connsiteX117" fmla="*/ 1154557 w 1453388"/>
                  <a:gd name="connsiteY117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11556 w 1453388"/>
                  <a:gd name="connsiteY60" fmla="*/ 439860 h 1472498"/>
                  <a:gd name="connsiteX61" fmla="*/ 395224 w 1453388"/>
                  <a:gd name="connsiteY61" fmla="*/ 348801 h 1472498"/>
                  <a:gd name="connsiteX62" fmla="*/ 326771 w 1453388"/>
                  <a:gd name="connsiteY62" fmla="*/ 533713 h 1472498"/>
                  <a:gd name="connsiteX63" fmla="*/ 356489 w 1453388"/>
                  <a:gd name="connsiteY63" fmla="*/ 561400 h 1472498"/>
                  <a:gd name="connsiteX64" fmla="*/ 290703 w 1453388"/>
                  <a:gd name="connsiteY64" fmla="*/ 659189 h 1472498"/>
                  <a:gd name="connsiteX65" fmla="*/ 241808 w 1453388"/>
                  <a:gd name="connsiteY65" fmla="*/ 552890 h 1472498"/>
                  <a:gd name="connsiteX66" fmla="*/ 300228 w 1453388"/>
                  <a:gd name="connsiteY66" fmla="*/ 527871 h 1472498"/>
                  <a:gd name="connsiteX67" fmla="*/ 349250 w 1453388"/>
                  <a:gd name="connsiteY67" fmla="*/ 400871 h 1472498"/>
                  <a:gd name="connsiteX68" fmla="*/ 372999 w 1453388"/>
                  <a:gd name="connsiteY68" fmla="*/ 338895 h 1472498"/>
                  <a:gd name="connsiteX69" fmla="*/ 180721 w 1453388"/>
                  <a:gd name="connsiteY69" fmla="*/ 261933 h 1472498"/>
                  <a:gd name="connsiteX70" fmla="*/ 131445 w 1453388"/>
                  <a:gd name="connsiteY70" fmla="*/ 300288 h 1472498"/>
                  <a:gd name="connsiteX71" fmla="*/ 34798 w 1453388"/>
                  <a:gd name="connsiteY71" fmla="*/ 262441 h 1472498"/>
                  <a:gd name="connsiteX72" fmla="*/ 62103 w 1453388"/>
                  <a:gd name="connsiteY72" fmla="*/ 148014 h 1472498"/>
                  <a:gd name="connsiteX73" fmla="*/ 130175 w 1453388"/>
                  <a:gd name="connsiteY73" fmla="*/ 143696 h 1472498"/>
                  <a:gd name="connsiteX74" fmla="*/ 124587 w 1453388"/>
                  <a:gd name="connsiteY74" fmla="*/ 109660 h 1472498"/>
                  <a:gd name="connsiteX75" fmla="*/ 0 w 1453388"/>
                  <a:gd name="connsiteY75" fmla="*/ 45399 h 1472498"/>
                  <a:gd name="connsiteX76" fmla="*/ 32893 w 1453388"/>
                  <a:gd name="connsiteY76" fmla="*/ 36127 h 1472498"/>
                  <a:gd name="connsiteX77" fmla="*/ 65278 w 1453388"/>
                  <a:gd name="connsiteY77" fmla="*/ 60765 h 1472498"/>
                  <a:gd name="connsiteX78" fmla="*/ 280543 w 1453388"/>
                  <a:gd name="connsiteY78" fmla="*/ 123757 h 1472498"/>
                  <a:gd name="connsiteX79" fmla="*/ 32893 w 1453388"/>
                  <a:gd name="connsiteY79" fmla="*/ 36127 h 1472498"/>
                  <a:gd name="connsiteX80" fmla="*/ 839978 w 1453388"/>
                  <a:gd name="connsiteY80" fmla="*/ 33334 h 1472498"/>
                  <a:gd name="connsiteX81" fmla="*/ 729488 w 1453388"/>
                  <a:gd name="connsiteY81" fmla="*/ 140649 h 1472498"/>
                  <a:gd name="connsiteX82" fmla="*/ 886968 w 1453388"/>
                  <a:gd name="connsiteY82" fmla="*/ 369883 h 1472498"/>
                  <a:gd name="connsiteX83" fmla="*/ 1055370 w 1453388"/>
                  <a:gd name="connsiteY83" fmla="*/ 257362 h 1472498"/>
                  <a:gd name="connsiteX84" fmla="*/ 993902 w 1453388"/>
                  <a:gd name="connsiteY84" fmla="*/ 60765 h 1472498"/>
                  <a:gd name="connsiteX85" fmla="*/ 839978 w 1453388"/>
                  <a:gd name="connsiteY85" fmla="*/ 33334 h 1472498"/>
                  <a:gd name="connsiteX86" fmla="*/ 77851 w 1453388"/>
                  <a:gd name="connsiteY86" fmla="*/ 172526 h 1472498"/>
                  <a:gd name="connsiteX87" fmla="*/ 54356 w 1453388"/>
                  <a:gd name="connsiteY87" fmla="*/ 238565 h 1472498"/>
                  <a:gd name="connsiteX88" fmla="*/ 125984 w 1453388"/>
                  <a:gd name="connsiteY88" fmla="*/ 274126 h 1472498"/>
                  <a:gd name="connsiteX89" fmla="*/ 170180 w 1453388"/>
                  <a:gd name="connsiteY89" fmla="*/ 225484 h 1472498"/>
                  <a:gd name="connsiteX90" fmla="*/ 77851 w 1453388"/>
                  <a:gd name="connsiteY90" fmla="*/ 172526 h 1472498"/>
                  <a:gd name="connsiteX91" fmla="*/ 787400 w 1453388"/>
                  <a:gd name="connsiteY91" fmla="*/ 550224 h 1472498"/>
                  <a:gd name="connsiteX92" fmla="*/ 551561 w 1453388"/>
                  <a:gd name="connsiteY92" fmla="*/ 708084 h 1472498"/>
                  <a:gd name="connsiteX93" fmla="*/ 521081 w 1453388"/>
                  <a:gd name="connsiteY93" fmla="*/ 910269 h 1472498"/>
                  <a:gd name="connsiteX94" fmla="*/ 656336 w 1453388"/>
                  <a:gd name="connsiteY94" fmla="*/ 1108643 h 1472498"/>
                  <a:gd name="connsiteX95" fmla="*/ 885698 w 1453388"/>
                  <a:gd name="connsiteY95" fmla="*/ 1143059 h 1472498"/>
                  <a:gd name="connsiteX96" fmla="*/ 1167257 w 1453388"/>
                  <a:gd name="connsiteY96" fmla="*/ 1081464 h 1472498"/>
                  <a:gd name="connsiteX97" fmla="*/ 1254379 w 1453388"/>
                  <a:gd name="connsiteY97" fmla="*/ 789745 h 1472498"/>
                  <a:gd name="connsiteX98" fmla="*/ 1073404 w 1453388"/>
                  <a:gd name="connsiteY98" fmla="*/ 576766 h 1472498"/>
                  <a:gd name="connsiteX99" fmla="*/ 787400 w 1453388"/>
                  <a:gd name="connsiteY99" fmla="*/ 550224 h 1472498"/>
                  <a:gd name="connsiteX100" fmla="*/ 266700 w 1453388"/>
                  <a:gd name="connsiteY100" fmla="*/ 566480 h 1472498"/>
                  <a:gd name="connsiteX101" fmla="*/ 314071 w 1453388"/>
                  <a:gd name="connsiteY101" fmla="*/ 625407 h 1472498"/>
                  <a:gd name="connsiteX102" fmla="*/ 266700 w 1453388"/>
                  <a:gd name="connsiteY102" fmla="*/ 566480 h 1472498"/>
                  <a:gd name="connsiteX103" fmla="*/ 508508 w 1453388"/>
                  <a:gd name="connsiteY103" fmla="*/ 984309 h 1472498"/>
                  <a:gd name="connsiteX104" fmla="*/ 500888 w 1453388"/>
                  <a:gd name="connsiteY104" fmla="*/ 753677 h 1472498"/>
                  <a:gd name="connsiteX105" fmla="*/ 508508 w 1453388"/>
                  <a:gd name="connsiteY105" fmla="*/ 984309 h 1472498"/>
                  <a:gd name="connsiteX106" fmla="*/ 1274572 w 1453388"/>
                  <a:gd name="connsiteY106" fmla="*/ 752662 h 1472498"/>
                  <a:gd name="connsiteX107" fmla="*/ 1273048 w 1453388"/>
                  <a:gd name="connsiteY107" fmla="*/ 989008 h 1472498"/>
                  <a:gd name="connsiteX108" fmla="*/ 1274572 w 1453388"/>
                  <a:gd name="connsiteY108" fmla="*/ 752662 h 1472498"/>
                  <a:gd name="connsiteX109" fmla="*/ 1310640 w 1453388"/>
                  <a:gd name="connsiteY109" fmla="*/ 1163761 h 1472498"/>
                  <a:gd name="connsiteX110" fmla="*/ 1312418 w 1453388"/>
                  <a:gd name="connsiteY110" fmla="*/ 1303461 h 1472498"/>
                  <a:gd name="connsiteX111" fmla="*/ 1425702 w 1453388"/>
                  <a:gd name="connsiteY111" fmla="*/ 1234119 h 1472498"/>
                  <a:gd name="connsiteX112" fmla="*/ 1310640 w 1453388"/>
                  <a:gd name="connsiteY112" fmla="*/ 1163761 h 1472498"/>
                  <a:gd name="connsiteX113" fmla="*/ 1154557 w 1453388"/>
                  <a:gd name="connsiteY113" fmla="*/ 1181540 h 1472498"/>
                  <a:gd name="connsiteX114" fmla="*/ 1189609 w 1453388"/>
                  <a:gd name="connsiteY114" fmla="*/ 1338005 h 1472498"/>
                  <a:gd name="connsiteX115" fmla="*/ 1241806 w 1453388"/>
                  <a:gd name="connsiteY115" fmla="*/ 1235643 h 1472498"/>
                  <a:gd name="connsiteX116" fmla="*/ 1154557 w 1453388"/>
                  <a:gd name="connsiteY116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395224 w 1453388"/>
                  <a:gd name="connsiteY60" fmla="*/ 348801 h 1472498"/>
                  <a:gd name="connsiteX61" fmla="*/ 326771 w 1453388"/>
                  <a:gd name="connsiteY61" fmla="*/ 533713 h 1472498"/>
                  <a:gd name="connsiteX62" fmla="*/ 356489 w 1453388"/>
                  <a:gd name="connsiteY62" fmla="*/ 561400 h 1472498"/>
                  <a:gd name="connsiteX63" fmla="*/ 290703 w 1453388"/>
                  <a:gd name="connsiteY63" fmla="*/ 659189 h 1472498"/>
                  <a:gd name="connsiteX64" fmla="*/ 241808 w 1453388"/>
                  <a:gd name="connsiteY64" fmla="*/ 552890 h 1472498"/>
                  <a:gd name="connsiteX65" fmla="*/ 300228 w 1453388"/>
                  <a:gd name="connsiteY65" fmla="*/ 527871 h 1472498"/>
                  <a:gd name="connsiteX66" fmla="*/ 349250 w 1453388"/>
                  <a:gd name="connsiteY66" fmla="*/ 400871 h 1472498"/>
                  <a:gd name="connsiteX67" fmla="*/ 372999 w 1453388"/>
                  <a:gd name="connsiteY67" fmla="*/ 338895 h 1472498"/>
                  <a:gd name="connsiteX68" fmla="*/ 180721 w 1453388"/>
                  <a:gd name="connsiteY68" fmla="*/ 261933 h 1472498"/>
                  <a:gd name="connsiteX69" fmla="*/ 131445 w 1453388"/>
                  <a:gd name="connsiteY69" fmla="*/ 300288 h 1472498"/>
                  <a:gd name="connsiteX70" fmla="*/ 34798 w 1453388"/>
                  <a:gd name="connsiteY70" fmla="*/ 262441 h 1472498"/>
                  <a:gd name="connsiteX71" fmla="*/ 62103 w 1453388"/>
                  <a:gd name="connsiteY71" fmla="*/ 148014 h 1472498"/>
                  <a:gd name="connsiteX72" fmla="*/ 130175 w 1453388"/>
                  <a:gd name="connsiteY72" fmla="*/ 143696 h 1472498"/>
                  <a:gd name="connsiteX73" fmla="*/ 124587 w 1453388"/>
                  <a:gd name="connsiteY73" fmla="*/ 109660 h 1472498"/>
                  <a:gd name="connsiteX74" fmla="*/ 0 w 1453388"/>
                  <a:gd name="connsiteY74" fmla="*/ 45399 h 1472498"/>
                  <a:gd name="connsiteX75" fmla="*/ 32893 w 1453388"/>
                  <a:gd name="connsiteY75" fmla="*/ 36127 h 1472498"/>
                  <a:gd name="connsiteX76" fmla="*/ 65278 w 1453388"/>
                  <a:gd name="connsiteY76" fmla="*/ 60765 h 1472498"/>
                  <a:gd name="connsiteX77" fmla="*/ 280543 w 1453388"/>
                  <a:gd name="connsiteY77" fmla="*/ 123757 h 1472498"/>
                  <a:gd name="connsiteX78" fmla="*/ 32893 w 1453388"/>
                  <a:gd name="connsiteY78" fmla="*/ 36127 h 1472498"/>
                  <a:gd name="connsiteX79" fmla="*/ 839978 w 1453388"/>
                  <a:gd name="connsiteY79" fmla="*/ 33334 h 1472498"/>
                  <a:gd name="connsiteX80" fmla="*/ 729488 w 1453388"/>
                  <a:gd name="connsiteY80" fmla="*/ 140649 h 1472498"/>
                  <a:gd name="connsiteX81" fmla="*/ 886968 w 1453388"/>
                  <a:gd name="connsiteY81" fmla="*/ 369883 h 1472498"/>
                  <a:gd name="connsiteX82" fmla="*/ 1055370 w 1453388"/>
                  <a:gd name="connsiteY82" fmla="*/ 257362 h 1472498"/>
                  <a:gd name="connsiteX83" fmla="*/ 993902 w 1453388"/>
                  <a:gd name="connsiteY83" fmla="*/ 60765 h 1472498"/>
                  <a:gd name="connsiteX84" fmla="*/ 839978 w 1453388"/>
                  <a:gd name="connsiteY84" fmla="*/ 33334 h 1472498"/>
                  <a:gd name="connsiteX85" fmla="*/ 77851 w 1453388"/>
                  <a:gd name="connsiteY85" fmla="*/ 172526 h 1472498"/>
                  <a:gd name="connsiteX86" fmla="*/ 54356 w 1453388"/>
                  <a:gd name="connsiteY86" fmla="*/ 238565 h 1472498"/>
                  <a:gd name="connsiteX87" fmla="*/ 125984 w 1453388"/>
                  <a:gd name="connsiteY87" fmla="*/ 274126 h 1472498"/>
                  <a:gd name="connsiteX88" fmla="*/ 170180 w 1453388"/>
                  <a:gd name="connsiteY88" fmla="*/ 225484 h 1472498"/>
                  <a:gd name="connsiteX89" fmla="*/ 77851 w 1453388"/>
                  <a:gd name="connsiteY89" fmla="*/ 172526 h 1472498"/>
                  <a:gd name="connsiteX90" fmla="*/ 787400 w 1453388"/>
                  <a:gd name="connsiteY90" fmla="*/ 550224 h 1472498"/>
                  <a:gd name="connsiteX91" fmla="*/ 551561 w 1453388"/>
                  <a:gd name="connsiteY91" fmla="*/ 708084 h 1472498"/>
                  <a:gd name="connsiteX92" fmla="*/ 521081 w 1453388"/>
                  <a:gd name="connsiteY92" fmla="*/ 910269 h 1472498"/>
                  <a:gd name="connsiteX93" fmla="*/ 656336 w 1453388"/>
                  <a:gd name="connsiteY93" fmla="*/ 1108643 h 1472498"/>
                  <a:gd name="connsiteX94" fmla="*/ 885698 w 1453388"/>
                  <a:gd name="connsiteY94" fmla="*/ 1143059 h 1472498"/>
                  <a:gd name="connsiteX95" fmla="*/ 1167257 w 1453388"/>
                  <a:gd name="connsiteY95" fmla="*/ 1081464 h 1472498"/>
                  <a:gd name="connsiteX96" fmla="*/ 1254379 w 1453388"/>
                  <a:gd name="connsiteY96" fmla="*/ 789745 h 1472498"/>
                  <a:gd name="connsiteX97" fmla="*/ 1073404 w 1453388"/>
                  <a:gd name="connsiteY97" fmla="*/ 576766 h 1472498"/>
                  <a:gd name="connsiteX98" fmla="*/ 787400 w 1453388"/>
                  <a:gd name="connsiteY98" fmla="*/ 550224 h 1472498"/>
                  <a:gd name="connsiteX99" fmla="*/ 266700 w 1453388"/>
                  <a:gd name="connsiteY99" fmla="*/ 566480 h 1472498"/>
                  <a:gd name="connsiteX100" fmla="*/ 314071 w 1453388"/>
                  <a:gd name="connsiteY100" fmla="*/ 625407 h 1472498"/>
                  <a:gd name="connsiteX101" fmla="*/ 266700 w 1453388"/>
                  <a:gd name="connsiteY101" fmla="*/ 566480 h 1472498"/>
                  <a:gd name="connsiteX102" fmla="*/ 508508 w 1453388"/>
                  <a:gd name="connsiteY102" fmla="*/ 984309 h 1472498"/>
                  <a:gd name="connsiteX103" fmla="*/ 500888 w 1453388"/>
                  <a:gd name="connsiteY103" fmla="*/ 753677 h 1472498"/>
                  <a:gd name="connsiteX104" fmla="*/ 508508 w 1453388"/>
                  <a:gd name="connsiteY104" fmla="*/ 984309 h 1472498"/>
                  <a:gd name="connsiteX105" fmla="*/ 1274572 w 1453388"/>
                  <a:gd name="connsiteY105" fmla="*/ 752662 h 1472498"/>
                  <a:gd name="connsiteX106" fmla="*/ 1273048 w 1453388"/>
                  <a:gd name="connsiteY106" fmla="*/ 989008 h 1472498"/>
                  <a:gd name="connsiteX107" fmla="*/ 1274572 w 1453388"/>
                  <a:gd name="connsiteY107" fmla="*/ 752662 h 1472498"/>
                  <a:gd name="connsiteX108" fmla="*/ 1310640 w 1453388"/>
                  <a:gd name="connsiteY108" fmla="*/ 1163761 h 1472498"/>
                  <a:gd name="connsiteX109" fmla="*/ 1312418 w 1453388"/>
                  <a:gd name="connsiteY109" fmla="*/ 1303461 h 1472498"/>
                  <a:gd name="connsiteX110" fmla="*/ 1425702 w 1453388"/>
                  <a:gd name="connsiteY110" fmla="*/ 1234119 h 1472498"/>
                  <a:gd name="connsiteX111" fmla="*/ 1310640 w 1453388"/>
                  <a:gd name="connsiteY111" fmla="*/ 1163761 h 1472498"/>
                  <a:gd name="connsiteX112" fmla="*/ 1154557 w 1453388"/>
                  <a:gd name="connsiteY112" fmla="*/ 1181540 h 1472498"/>
                  <a:gd name="connsiteX113" fmla="*/ 1189609 w 1453388"/>
                  <a:gd name="connsiteY113" fmla="*/ 1338005 h 1472498"/>
                  <a:gd name="connsiteX114" fmla="*/ 1241806 w 1453388"/>
                  <a:gd name="connsiteY114" fmla="*/ 1235643 h 1472498"/>
                  <a:gd name="connsiteX115" fmla="*/ 1154557 w 1453388"/>
                  <a:gd name="connsiteY115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395224 w 1453388"/>
                  <a:gd name="connsiteY60" fmla="*/ 348801 h 1472498"/>
                  <a:gd name="connsiteX61" fmla="*/ 326771 w 1453388"/>
                  <a:gd name="connsiteY61" fmla="*/ 533713 h 1472498"/>
                  <a:gd name="connsiteX62" fmla="*/ 356489 w 1453388"/>
                  <a:gd name="connsiteY62" fmla="*/ 561400 h 1472498"/>
                  <a:gd name="connsiteX63" fmla="*/ 290703 w 1453388"/>
                  <a:gd name="connsiteY63" fmla="*/ 659189 h 1472498"/>
                  <a:gd name="connsiteX64" fmla="*/ 241808 w 1453388"/>
                  <a:gd name="connsiteY64" fmla="*/ 552890 h 1472498"/>
                  <a:gd name="connsiteX65" fmla="*/ 300228 w 1453388"/>
                  <a:gd name="connsiteY65" fmla="*/ 527871 h 1472498"/>
                  <a:gd name="connsiteX66" fmla="*/ 349250 w 1453388"/>
                  <a:gd name="connsiteY66" fmla="*/ 400871 h 1472498"/>
                  <a:gd name="connsiteX67" fmla="*/ 372999 w 1453388"/>
                  <a:gd name="connsiteY67" fmla="*/ 338895 h 1472498"/>
                  <a:gd name="connsiteX68" fmla="*/ 180721 w 1453388"/>
                  <a:gd name="connsiteY68" fmla="*/ 261933 h 1472498"/>
                  <a:gd name="connsiteX69" fmla="*/ 131445 w 1453388"/>
                  <a:gd name="connsiteY69" fmla="*/ 300288 h 1472498"/>
                  <a:gd name="connsiteX70" fmla="*/ 34798 w 1453388"/>
                  <a:gd name="connsiteY70" fmla="*/ 262441 h 1472498"/>
                  <a:gd name="connsiteX71" fmla="*/ 62103 w 1453388"/>
                  <a:gd name="connsiteY71" fmla="*/ 148014 h 1472498"/>
                  <a:gd name="connsiteX72" fmla="*/ 130175 w 1453388"/>
                  <a:gd name="connsiteY72" fmla="*/ 143696 h 1472498"/>
                  <a:gd name="connsiteX73" fmla="*/ 124587 w 1453388"/>
                  <a:gd name="connsiteY73" fmla="*/ 109660 h 1472498"/>
                  <a:gd name="connsiteX74" fmla="*/ 0 w 1453388"/>
                  <a:gd name="connsiteY74" fmla="*/ 45399 h 1472498"/>
                  <a:gd name="connsiteX75" fmla="*/ 32893 w 1453388"/>
                  <a:gd name="connsiteY75" fmla="*/ 36127 h 1472498"/>
                  <a:gd name="connsiteX76" fmla="*/ 280543 w 1453388"/>
                  <a:gd name="connsiteY76" fmla="*/ 123757 h 1472498"/>
                  <a:gd name="connsiteX77" fmla="*/ 32893 w 1453388"/>
                  <a:gd name="connsiteY77" fmla="*/ 36127 h 1472498"/>
                  <a:gd name="connsiteX78" fmla="*/ 839978 w 1453388"/>
                  <a:gd name="connsiteY78" fmla="*/ 33334 h 1472498"/>
                  <a:gd name="connsiteX79" fmla="*/ 729488 w 1453388"/>
                  <a:gd name="connsiteY79" fmla="*/ 140649 h 1472498"/>
                  <a:gd name="connsiteX80" fmla="*/ 886968 w 1453388"/>
                  <a:gd name="connsiteY80" fmla="*/ 369883 h 1472498"/>
                  <a:gd name="connsiteX81" fmla="*/ 1055370 w 1453388"/>
                  <a:gd name="connsiteY81" fmla="*/ 257362 h 1472498"/>
                  <a:gd name="connsiteX82" fmla="*/ 993902 w 1453388"/>
                  <a:gd name="connsiteY82" fmla="*/ 60765 h 1472498"/>
                  <a:gd name="connsiteX83" fmla="*/ 839978 w 1453388"/>
                  <a:gd name="connsiteY83" fmla="*/ 33334 h 1472498"/>
                  <a:gd name="connsiteX84" fmla="*/ 77851 w 1453388"/>
                  <a:gd name="connsiteY84" fmla="*/ 172526 h 1472498"/>
                  <a:gd name="connsiteX85" fmla="*/ 54356 w 1453388"/>
                  <a:gd name="connsiteY85" fmla="*/ 238565 h 1472498"/>
                  <a:gd name="connsiteX86" fmla="*/ 125984 w 1453388"/>
                  <a:gd name="connsiteY86" fmla="*/ 274126 h 1472498"/>
                  <a:gd name="connsiteX87" fmla="*/ 170180 w 1453388"/>
                  <a:gd name="connsiteY87" fmla="*/ 225484 h 1472498"/>
                  <a:gd name="connsiteX88" fmla="*/ 77851 w 1453388"/>
                  <a:gd name="connsiteY88" fmla="*/ 172526 h 1472498"/>
                  <a:gd name="connsiteX89" fmla="*/ 787400 w 1453388"/>
                  <a:gd name="connsiteY89" fmla="*/ 550224 h 1472498"/>
                  <a:gd name="connsiteX90" fmla="*/ 551561 w 1453388"/>
                  <a:gd name="connsiteY90" fmla="*/ 708084 h 1472498"/>
                  <a:gd name="connsiteX91" fmla="*/ 521081 w 1453388"/>
                  <a:gd name="connsiteY91" fmla="*/ 910269 h 1472498"/>
                  <a:gd name="connsiteX92" fmla="*/ 656336 w 1453388"/>
                  <a:gd name="connsiteY92" fmla="*/ 1108643 h 1472498"/>
                  <a:gd name="connsiteX93" fmla="*/ 885698 w 1453388"/>
                  <a:gd name="connsiteY93" fmla="*/ 1143059 h 1472498"/>
                  <a:gd name="connsiteX94" fmla="*/ 1167257 w 1453388"/>
                  <a:gd name="connsiteY94" fmla="*/ 1081464 h 1472498"/>
                  <a:gd name="connsiteX95" fmla="*/ 1254379 w 1453388"/>
                  <a:gd name="connsiteY95" fmla="*/ 789745 h 1472498"/>
                  <a:gd name="connsiteX96" fmla="*/ 1073404 w 1453388"/>
                  <a:gd name="connsiteY96" fmla="*/ 576766 h 1472498"/>
                  <a:gd name="connsiteX97" fmla="*/ 787400 w 1453388"/>
                  <a:gd name="connsiteY97" fmla="*/ 550224 h 1472498"/>
                  <a:gd name="connsiteX98" fmla="*/ 266700 w 1453388"/>
                  <a:gd name="connsiteY98" fmla="*/ 566480 h 1472498"/>
                  <a:gd name="connsiteX99" fmla="*/ 314071 w 1453388"/>
                  <a:gd name="connsiteY99" fmla="*/ 625407 h 1472498"/>
                  <a:gd name="connsiteX100" fmla="*/ 266700 w 1453388"/>
                  <a:gd name="connsiteY100" fmla="*/ 566480 h 1472498"/>
                  <a:gd name="connsiteX101" fmla="*/ 508508 w 1453388"/>
                  <a:gd name="connsiteY101" fmla="*/ 984309 h 1472498"/>
                  <a:gd name="connsiteX102" fmla="*/ 500888 w 1453388"/>
                  <a:gd name="connsiteY102" fmla="*/ 753677 h 1472498"/>
                  <a:gd name="connsiteX103" fmla="*/ 508508 w 1453388"/>
                  <a:gd name="connsiteY103" fmla="*/ 984309 h 1472498"/>
                  <a:gd name="connsiteX104" fmla="*/ 1274572 w 1453388"/>
                  <a:gd name="connsiteY104" fmla="*/ 752662 h 1472498"/>
                  <a:gd name="connsiteX105" fmla="*/ 1273048 w 1453388"/>
                  <a:gd name="connsiteY105" fmla="*/ 989008 h 1472498"/>
                  <a:gd name="connsiteX106" fmla="*/ 1274572 w 1453388"/>
                  <a:gd name="connsiteY106" fmla="*/ 752662 h 1472498"/>
                  <a:gd name="connsiteX107" fmla="*/ 1310640 w 1453388"/>
                  <a:gd name="connsiteY107" fmla="*/ 1163761 h 1472498"/>
                  <a:gd name="connsiteX108" fmla="*/ 1312418 w 1453388"/>
                  <a:gd name="connsiteY108" fmla="*/ 1303461 h 1472498"/>
                  <a:gd name="connsiteX109" fmla="*/ 1425702 w 1453388"/>
                  <a:gd name="connsiteY109" fmla="*/ 1234119 h 1472498"/>
                  <a:gd name="connsiteX110" fmla="*/ 1310640 w 1453388"/>
                  <a:gd name="connsiteY110" fmla="*/ 1163761 h 1472498"/>
                  <a:gd name="connsiteX111" fmla="*/ 1154557 w 1453388"/>
                  <a:gd name="connsiteY111" fmla="*/ 1181540 h 1472498"/>
                  <a:gd name="connsiteX112" fmla="*/ 1189609 w 1453388"/>
                  <a:gd name="connsiteY112" fmla="*/ 1338005 h 1472498"/>
                  <a:gd name="connsiteX113" fmla="*/ 1241806 w 1453388"/>
                  <a:gd name="connsiteY113" fmla="*/ 1235643 h 1472498"/>
                  <a:gd name="connsiteX114" fmla="*/ 1154557 w 1453388"/>
                  <a:gd name="connsiteY114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395224 w 1453388"/>
                  <a:gd name="connsiteY60" fmla="*/ 348801 h 1472498"/>
                  <a:gd name="connsiteX61" fmla="*/ 326771 w 1453388"/>
                  <a:gd name="connsiteY61" fmla="*/ 533713 h 1472498"/>
                  <a:gd name="connsiteX62" fmla="*/ 356489 w 1453388"/>
                  <a:gd name="connsiteY62" fmla="*/ 561400 h 1472498"/>
                  <a:gd name="connsiteX63" fmla="*/ 290703 w 1453388"/>
                  <a:gd name="connsiteY63" fmla="*/ 659189 h 1472498"/>
                  <a:gd name="connsiteX64" fmla="*/ 241808 w 1453388"/>
                  <a:gd name="connsiteY64" fmla="*/ 552890 h 1472498"/>
                  <a:gd name="connsiteX65" fmla="*/ 300228 w 1453388"/>
                  <a:gd name="connsiteY65" fmla="*/ 527871 h 1472498"/>
                  <a:gd name="connsiteX66" fmla="*/ 349250 w 1453388"/>
                  <a:gd name="connsiteY66" fmla="*/ 400871 h 1472498"/>
                  <a:gd name="connsiteX67" fmla="*/ 372999 w 1453388"/>
                  <a:gd name="connsiteY67" fmla="*/ 338895 h 1472498"/>
                  <a:gd name="connsiteX68" fmla="*/ 180721 w 1453388"/>
                  <a:gd name="connsiteY68" fmla="*/ 261933 h 1472498"/>
                  <a:gd name="connsiteX69" fmla="*/ 131445 w 1453388"/>
                  <a:gd name="connsiteY69" fmla="*/ 300288 h 1472498"/>
                  <a:gd name="connsiteX70" fmla="*/ 34798 w 1453388"/>
                  <a:gd name="connsiteY70" fmla="*/ 262441 h 1472498"/>
                  <a:gd name="connsiteX71" fmla="*/ 62103 w 1453388"/>
                  <a:gd name="connsiteY71" fmla="*/ 148014 h 1472498"/>
                  <a:gd name="connsiteX72" fmla="*/ 130175 w 1453388"/>
                  <a:gd name="connsiteY72" fmla="*/ 143696 h 1472498"/>
                  <a:gd name="connsiteX73" fmla="*/ 124587 w 1453388"/>
                  <a:gd name="connsiteY73" fmla="*/ 109660 h 1472498"/>
                  <a:gd name="connsiteX74" fmla="*/ 0 w 1453388"/>
                  <a:gd name="connsiteY74" fmla="*/ 45399 h 1472498"/>
                  <a:gd name="connsiteX75" fmla="*/ 32893 w 1453388"/>
                  <a:gd name="connsiteY75" fmla="*/ 36127 h 1472498"/>
                  <a:gd name="connsiteX76" fmla="*/ 32893 w 1453388"/>
                  <a:gd name="connsiteY76" fmla="*/ 36127 h 1472498"/>
                  <a:gd name="connsiteX77" fmla="*/ 839978 w 1453388"/>
                  <a:gd name="connsiteY77" fmla="*/ 33334 h 1472498"/>
                  <a:gd name="connsiteX78" fmla="*/ 729488 w 1453388"/>
                  <a:gd name="connsiteY78" fmla="*/ 140649 h 1472498"/>
                  <a:gd name="connsiteX79" fmla="*/ 886968 w 1453388"/>
                  <a:gd name="connsiteY79" fmla="*/ 369883 h 1472498"/>
                  <a:gd name="connsiteX80" fmla="*/ 1055370 w 1453388"/>
                  <a:gd name="connsiteY80" fmla="*/ 257362 h 1472498"/>
                  <a:gd name="connsiteX81" fmla="*/ 993902 w 1453388"/>
                  <a:gd name="connsiteY81" fmla="*/ 60765 h 1472498"/>
                  <a:gd name="connsiteX82" fmla="*/ 839978 w 1453388"/>
                  <a:gd name="connsiteY82" fmla="*/ 33334 h 1472498"/>
                  <a:gd name="connsiteX83" fmla="*/ 77851 w 1453388"/>
                  <a:gd name="connsiteY83" fmla="*/ 172526 h 1472498"/>
                  <a:gd name="connsiteX84" fmla="*/ 54356 w 1453388"/>
                  <a:gd name="connsiteY84" fmla="*/ 238565 h 1472498"/>
                  <a:gd name="connsiteX85" fmla="*/ 125984 w 1453388"/>
                  <a:gd name="connsiteY85" fmla="*/ 274126 h 1472498"/>
                  <a:gd name="connsiteX86" fmla="*/ 170180 w 1453388"/>
                  <a:gd name="connsiteY86" fmla="*/ 225484 h 1472498"/>
                  <a:gd name="connsiteX87" fmla="*/ 77851 w 1453388"/>
                  <a:gd name="connsiteY87" fmla="*/ 172526 h 1472498"/>
                  <a:gd name="connsiteX88" fmla="*/ 787400 w 1453388"/>
                  <a:gd name="connsiteY88" fmla="*/ 550224 h 1472498"/>
                  <a:gd name="connsiteX89" fmla="*/ 551561 w 1453388"/>
                  <a:gd name="connsiteY89" fmla="*/ 708084 h 1472498"/>
                  <a:gd name="connsiteX90" fmla="*/ 521081 w 1453388"/>
                  <a:gd name="connsiteY90" fmla="*/ 910269 h 1472498"/>
                  <a:gd name="connsiteX91" fmla="*/ 656336 w 1453388"/>
                  <a:gd name="connsiteY91" fmla="*/ 1108643 h 1472498"/>
                  <a:gd name="connsiteX92" fmla="*/ 885698 w 1453388"/>
                  <a:gd name="connsiteY92" fmla="*/ 1143059 h 1472498"/>
                  <a:gd name="connsiteX93" fmla="*/ 1167257 w 1453388"/>
                  <a:gd name="connsiteY93" fmla="*/ 1081464 h 1472498"/>
                  <a:gd name="connsiteX94" fmla="*/ 1254379 w 1453388"/>
                  <a:gd name="connsiteY94" fmla="*/ 789745 h 1472498"/>
                  <a:gd name="connsiteX95" fmla="*/ 1073404 w 1453388"/>
                  <a:gd name="connsiteY95" fmla="*/ 576766 h 1472498"/>
                  <a:gd name="connsiteX96" fmla="*/ 787400 w 1453388"/>
                  <a:gd name="connsiteY96" fmla="*/ 550224 h 1472498"/>
                  <a:gd name="connsiteX97" fmla="*/ 266700 w 1453388"/>
                  <a:gd name="connsiteY97" fmla="*/ 566480 h 1472498"/>
                  <a:gd name="connsiteX98" fmla="*/ 314071 w 1453388"/>
                  <a:gd name="connsiteY98" fmla="*/ 625407 h 1472498"/>
                  <a:gd name="connsiteX99" fmla="*/ 266700 w 1453388"/>
                  <a:gd name="connsiteY99" fmla="*/ 566480 h 1472498"/>
                  <a:gd name="connsiteX100" fmla="*/ 508508 w 1453388"/>
                  <a:gd name="connsiteY100" fmla="*/ 984309 h 1472498"/>
                  <a:gd name="connsiteX101" fmla="*/ 500888 w 1453388"/>
                  <a:gd name="connsiteY101" fmla="*/ 753677 h 1472498"/>
                  <a:gd name="connsiteX102" fmla="*/ 508508 w 1453388"/>
                  <a:gd name="connsiteY102" fmla="*/ 984309 h 1472498"/>
                  <a:gd name="connsiteX103" fmla="*/ 1274572 w 1453388"/>
                  <a:gd name="connsiteY103" fmla="*/ 752662 h 1472498"/>
                  <a:gd name="connsiteX104" fmla="*/ 1273048 w 1453388"/>
                  <a:gd name="connsiteY104" fmla="*/ 989008 h 1472498"/>
                  <a:gd name="connsiteX105" fmla="*/ 1274572 w 1453388"/>
                  <a:gd name="connsiteY105" fmla="*/ 752662 h 1472498"/>
                  <a:gd name="connsiteX106" fmla="*/ 1310640 w 1453388"/>
                  <a:gd name="connsiteY106" fmla="*/ 1163761 h 1472498"/>
                  <a:gd name="connsiteX107" fmla="*/ 1312418 w 1453388"/>
                  <a:gd name="connsiteY107" fmla="*/ 1303461 h 1472498"/>
                  <a:gd name="connsiteX108" fmla="*/ 1425702 w 1453388"/>
                  <a:gd name="connsiteY108" fmla="*/ 1234119 h 1472498"/>
                  <a:gd name="connsiteX109" fmla="*/ 1310640 w 1453388"/>
                  <a:gd name="connsiteY109" fmla="*/ 1163761 h 1472498"/>
                  <a:gd name="connsiteX110" fmla="*/ 1154557 w 1453388"/>
                  <a:gd name="connsiteY110" fmla="*/ 1181540 h 1472498"/>
                  <a:gd name="connsiteX111" fmla="*/ 1189609 w 1453388"/>
                  <a:gd name="connsiteY111" fmla="*/ 1338005 h 1472498"/>
                  <a:gd name="connsiteX112" fmla="*/ 1241806 w 1453388"/>
                  <a:gd name="connsiteY112" fmla="*/ 1235643 h 1472498"/>
                  <a:gd name="connsiteX113" fmla="*/ 1154557 w 1453388"/>
                  <a:gd name="connsiteY113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303784 w 1453388"/>
                  <a:gd name="connsiteY2" fmla="*/ 143188 h 1472498"/>
                  <a:gd name="connsiteX3" fmla="*/ 147193 w 1453388"/>
                  <a:gd name="connsiteY3" fmla="*/ 125155 h 1472498"/>
                  <a:gd name="connsiteX4" fmla="*/ 196977 w 1453388"/>
                  <a:gd name="connsiteY4" fmla="*/ 181034 h 1472498"/>
                  <a:gd name="connsiteX5" fmla="*/ 195326 w 1453388"/>
                  <a:gd name="connsiteY5" fmla="*/ 241740 h 1472498"/>
                  <a:gd name="connsiteX6" fmla="*/ 488950 w 1453388"/>
                  <a:gd name="connsiteY6" fmla="*/ 345245 h 1472498"/>
                  <a:gd name="connsiteX7" fmla="*/ 603758 w 1453388"/>
                  <a:gd name="connsiteY7" fmla="*/ 328482 h 1472498"/>
                  <a:gd name="connsiteX8" fmla="*/ 708787 w 1453388"/>
                  <a:gd name="connsiteY8" fmla="*/ 280476 h 1472498"/>
                  <a:gd name="connsiteX9" fmla="*/ 694817 w 1453388"/>
                  <a:gd name="connsiteY9" fmla="*/ 182685 h 1472498"/>
                  <a:gd name="connsiteX10" fmla="*/ 744220 w 1453388"/>
                  <a:gd name="connsiteY10" fmla="*/ 62924 h 1472498"/>
                  <a:gd name="connsiteX11" fmla="*/ 972566 w 1453388"/>
                  <a:gd name="connsiteY11" fmla="*/ 17077 h 1472498"/>
                  <a:gd name="connsiteX12" fmla="*/ 1092200 w 1453388"/>
                  <a:gd name="connsiteY12" fmla="*/ 236533 h 1472498"/>
                  <a:gd name="connsiteX13" fmla="*/ 1092532 w 1453388"/>
                  <a:gd name="connsiteY13" fmla="*/ 256335 h 1472498"/>
                  <a:gd name="connsiteX14" fmla="*/ 1082294 w 1453388"/>
                  <a:gd name="connsiteY14" fmla="*/ 261426 h 1472498"/>
                  <a:gd name="connsiteX15" fmla="*/ 945007 w 1453388"/>
                  <a:gd name="connsiteY15" fmla="*/ 390712 h 1472498"/>
                  <a:gd name="connsiteX16" fmla="*/ 895604 w 1453388"/>
                  <a:gd name="connsiteY16" fmla="*/ 397570 h 1472498"/>
                  <a:gd name="connsiteX17" fmla="*/ 895350 w 1453388"/>
                  <a:gd name="connsiteY17" fmla="*/ 515171 h 1472498"/>
                  <a:gd name="connsiteX18" fmla="*/ 1144651 w 1453388"/>
                  <a:gd name="connsiteY18" fmla="*/ 586800 h 1472498"/>
                  <a:gd name="connsiteX19" fmla="*/ 1251204 w 1453388"/>
                  <a:gd name="connsiteY19" fmla="*/ 704528 h 1472498"/>
                  <a:gd name="connsiteX20" fmla="*/ 1340993 w 1453388"/>
                  <a:gd name="connsiteY20" fmla="*/ 779713 h 1472498"/>
                  <a:gd name="connsiteX21" fmla="*/ 1256030 w 1453388"/>
                  <a:gd name="connsiteY21" fmla="*/ 1014155 h 1472498"/>
                  <a:gd name="connsiteX22" fmla="*/ 1237361 w 1453388"/>
                  <a:gd name="connsiteY22" fmla="*/ 1043111 h 1472498"/>
                  <a:gd name="connsiteX23" fmla="*/ 1122934 w 1453388"/>
                  <a:gd name="connsiteY23" fmla="*/ 1135439 h 1472498"/>
                  <a:gd name="connsiteX24" fmla="*/ 1246632 w 1453388"/>
                  <a:gd name="connsiteY24" fmla="*/ 1210624 h 1472498"/>
                  <a:gd name="connsiteX25" fmla="*/ 1310640 w 1453388"/>
                  <a:gd name="connsiteY25" fmla="*/ 1137345 h 1472498"/>
                  <a:gd name="connsiteX26" fmla="*/ 1410843 w 1453388"/>
                  <a:gd name="connsiteY26" fmla="*/ 1154108 h 1472498"/>
                  <a:gd name="connsiteX27" fmla="*/ 1453388 w 1453388"/>
                  <a:gd name="connsiteY27" fmla="*/ 1224720 h 1472498"/>
                  <a:gd name="connsiteX28" fmla="*/ 1383665 w 1453388"/>
                  <a:gd name="connsiteY28" fmla="*/ 1462338 h 1472498"/>
                  <a:gd name="connsiteX29" fmla="*/ 1360424 w 1453388"/>
                  <a:gd name="connsiteY29" fmla="*/ 1465005 h 1472498"/>
                  <a:gd name="connsiteX30" fmla="*/ 1413637 w 1453388"/>
                  <a:gd name="connsiteY30" fmla="*/ 1314509 h 1472498"/>
                  <a:gd name="connsiteX31" fmla="*/ 1331468 w 1453388"/>
                  <a:gd name="connsiteY31" fmla="*/ 1334068 h 1472498"/>
                  <a:gd name="connsiteX32" fmla="*/ 1247394 w 1453388"/>
                  <a:gd name="connsiteY32" fmla="*/ 1274251 h 1472498"/>
                  <a:gd name="connsiteX33" fmla="*/ 1194054 w 1453388"/>
                  <a:gd name="connsiteY33" fmla="*/ 1459036 h 1472498"/>
                  <a:gd name="connsiteX34" fmla="*/ 1192022 w 1453388"/>
                  <a:gd name="connsiteY34" fmla="*/ 1472498 h 1472498"/>
                  <a:gd name="connsiteX35" fmla="*/ 1176909 w 1453388"/>
                  <a:gd name="connsiteY35" fmla="*/ 1457257 h 1472498"/>
                  <a:gd name="connsiteX36" fmla="*/ 1165606 w 1453388"/>
                  <a:gd name="connsiteY36" fmla="*/ 1370136 h 1472498"/>
                  <a:gd name="connsiteX37" fmla="*/ 1128776 w 1453388"/>
                  <a:gd name="connsiteY37" fmla="*/ 1185986 h 1472498"/>
                  <a:gd name="connsiteX38" fmla="*/ 1121791 w 1453388"/>
                  <a:gd name="connsiteY38" fmla="*/ 1162618 h 1472498"/>
                  <a:gd name="connsiteX39" fmla="*/ 950214 w 1453388"/>
                  <a:gd name="connsiteY39" fmla="*/ 1166427 h 1472498"/>
                  <a:gd name="connsiteX40" fmla="*/ 685927 w 1453388"/>
                  <a:gd name="connsiteY40" fmla="*/ 1159062 h 1472498"/>
                  <a:gd name="connsiteX41" fmla="*/ 645795 w 1453388"/>
                  <a:gd name="connsiteY41" fmla="*/ 1182302 h 1472498"/>
                  <a:gd name="connsiteX42" fmla="*/ 599694 w 1453388"/>
                  <a:gd name="connsiteY42" fmla="*/ 1461830 h 1472498"/>
                  <a:gd name="connsiteX43" fmla="*/ 574929 w 1453388"/>
                  <a:gd name="connsiteY43" fmla="*/ 1466020 h 1472498"/>
                  <a:gd name="connsiteX44" fmla="*/ 614299 w 1453388"/>
                  <a:gd name="connsiteY44" fmla="*/ 1184207 h 1472498"/>
                  <a:gd name="connsiteX45" fmla="*/ 481711 w 1453388"/>
                  <a:gd name="connsiteY45" fmla="*/ 1325051 h 1472498"/>
                  <a:gd name="connsiteX46" fmla="*/ 439166 w 1453388"/>
                  <a:gd name="connsiteY46" fmla="*/ 1458527 h 1472498"/>
                  <a:gd name="connsiteX47" fmla="*/ 413258 w 1453388"/>
                  <a:gd name="connsiteY47" fmla="*/ 1468814 h 1472498"/>
                  <a:gd name="connsiteX48" fmla="*/ 520319 w 1453388"/>
                  <a:gd name="connsiteY48" fmla="*/ 1228657 h 1472498"/>
                  <a:gd name="connsiteX49" fmla="*/ 650621 w 1453388"/>
                  <a:gd name="connsiteY49" fmla="*/ 1136963 h 1472498"/>
                  <a:gd name="connsiteX50" fmla="*/ 524637 w 1453388"/>
                  <a:gd name="connsiteY50" fmla="*/ 1011361 h 1472498"/>
                  <a:gd name="connsiteX51" fmla="*/ 446024 w 1453388"/>
                  <a:gd name="connsiteY51" fmla="*/ 970720 h 1472498"/>
                  <a:gd name="connsiteX52" fmla="*/ 414147 w 1453388"/>
                  <a:gd name="connsiteY52" fmla="*/ 824925 h 1472498"/>
                  <a:gd name="connsiteX53" fmla="*/ 513842 w 1453388"/>
                  <a:gd name="connsiteY53" fmla="*/ 724849 h 1472498"/>
                  <a:gd name="connsiteX54" fmla="*/ 691896 w 1453388"/>
                  <a:gd name="connsiteY54" fmla="*/ 550477 h 1472498"/>
                  <a:gd name="connsiteX55" fmla="*/ 869061 w 1453388"/>
                  <a:gd name="connsiteY55" fmla="*/ 514409 h 1472498"/>
                  <a:gd name="connsiteX56" fmla="*/ 869061 w 1453388"/>
                  <a:gd name="connsiteY56" fmla="*/ 398458 h 1472498"/>
                  <a:gd name="connsiteX57" fmla="*/ 722757 w 1453388"/>
                  <a:gd name="connsiteY57" fmla="*/ 301684 h 1472498"/>
                  <a:gd name="connsiteX58" fmla="*/ 610616 w 1453388"/>
                  <a:gd name="connsiteY58" fmla="*/ 358453 h 1472498"/>
                  <a:gd name="connsiteX59" fmla="*/ 395224 w 1453388"/>
                  <a:gd name="connsiteY59" fmla="*/ 348801 h 1472498"/>
                  <a:gd name="connsiteX60" fmla="*/ 326771 w 1453388"/>
                  <a:gd name="connsiteY60" fmla="*/ 533713 h 1472498"/>
                  <a:gd name="connsiteX61" fmla="*/ 356489 w 1453388"/>
                  <a:gd name="connsiteY61" fmla="*/ 561400 h 1472498"/>
                  <a:gd name="connsiteX62" fmla="*/ 290703 w 1453388"/>
                  <a:gd name="connsiteY62" fmla="*/ 659189 h 1472498"/>
                  <a:gd name="connsiteX63" fmla="*/ 241808 w 1453388"/>
                  <a:gd name="connsiteY63" fmla="*/ 552890 h 1472498"/>
                  <a:gd name="connsiteX64" fmla="*/ 300228 w 1453388"/>
                  <a:gd name="connsiteY64" fmla="*/ 527871 h 1472498"/>
                  <a:gd name="connsiteX65" fmla="*/ 349250 w 1453388"/>
                  <a:gd name="connsiteY65" fmla="*/ 400871 h 1472498"/>
                  <a:gd name="connsiteX66" fmla="*/ 372999 w 1453388"/>
                  <a:gd name="connsiteY66" fmla="*/ 338895 h 1472498"/>
                  <a:gd name="connsiteX67" fmla="*/ 180721 w 1453388"/>
                  <a:gd name="connsiteY67" fmla="*/ 261933 h 1472498"/>
                  <a:gd name="connsiteX68" fmla="*/ 131445 w 1453388"/>
                  <a:gd name="connsiteY68" fmla="*/ 300288 h 1472498"/>
                  <a:gd name="connsiteX69" fmla="*/ 34798 w 1453388"/>
                  <a:gd name="connsiteY69" fmla="*/ 262441 h 1472498"/>
                  <a:gd name="connsiteX70" fmla="*/ 62103 w 1453388"/>
                  <a:gd name="connsiteY70" fmla="*/ 148014 h 1472498"/>
                  <a:gd name="connsiteX71" fmla="*/ 130175 w 1453388"/>
                  <a:gd name="connsiteY71" fmla="*/ 143696 h 1472498"/>
                  <a:gd name="connsiteX72" fmla="*/ 124587 w 1453388"/>
                  <a:gd name="connsiteY72" fmla="*/ 109660 h 1472498"/>
                  <a:gd name="connsiteX73" fmla="*/ 0 w 1453388"/>
                  <a:gd name="connsiteY73" fmla="*/ 45399 h 1472498"/>
                  <a:gd name="connsiteX74" fmla="*/ 32893 w 1453388"/>
                  <a:gd name="connsiteY74" fmla="*/ 36127 h 1472498"/>
                  <a:gd name="connsiteX75" fmla="*/ 32893 w 1453388"/>
                  <a:gd name="connsiteY75" fmla="*/ 36127 h 1472498"/>
                  <a:gd name="connsiteX76" fmla="*/ 839978 w 1453388"/>
                  <a:gd name="connsiteY76" fmla="*/ 33334 h 1472498"/>
                  <a:gd name="connsiteX77" fmla="*/ 729488 w 1453388"/>
                  <a:gd name="connsiteY77" fmla="*/ 140649 h 1472498"/>
                  <a:gd name="connsiteX78" fmla="*/ 886968 w 1453388"/>
                  <a:gd name="connsiteY78" fmla="*/ 369883 h 1472498"/>
                  <a:gd name="connsiteX79" fmla="*/ 1055370 w 1453388"/>
                  <a:gd name="connsiteY79" fmla="*/ 257362 h 1472498"/>
                  <a:gd name="connsiteX80" fmla="*/ 993902 w 1453388"/>
                  <a:gd name="connsiteY80" fmla="*/ 60765 h 1472498"/>
                  <a:gd name="connsiteX81" fmla="*/ 839978 w 1453388"/>
                  <a:gd name="connsiteY81" fmla="*/ 33334 h 1472498"/>
                  <a:gd name="connsiteX82" fmla="*/ 77851 w 1453388"/>
                  <a:gd name="connsiteY82" fmla="*/ 172526 h 1472498"/>
                  <a:gd name="connsiteX83" fmla="*/ 54356 w 1453388"/>
                  <a:gd name="connsiteY83" fmla="*/ 238565 h 1472498"/>
                  <a:gd name="connsiteX84" fmla="*/ 125984 w 1453388"/>
                  <a:gd name="connsiteY84" fmla="*/ 274126 h 1472498"/>
                  <a:gd name="connsiteX85" fmla="*/ 170180 w 1453388"/>
                  <a:gd name="connsiteY85" fmla="*/ 225484 h 1472498"/>
                  <a:gd name="connsiteX86" fmla="*/ 77851 w 1453388"/>
                  <a:gd name="connsiteY86" fmla="*/ 172526 h 1472498"/>
                  <a:gd name="connsiteX87" fmla="*/ 787400 w 1453388"/>
                  <a:gd name="connsiteY87" fmla="*/ 550224 h 1472498"/>
                  <a:gd name="connsiteX88" fmla="*/ 551561 w 1453388"/>
                  <a:gd name="connsiteY88" fmla="*/ 708084 h 1472498"/>
                  <a:gd name="connsiteX89" fmla="*/ 521081 w 1453388"/>
                  <a:gd name="connsiteY89" fmla="*/ 910269 h 1472498"/>
                  <a:gd name="connsiteX90" fmla="*/ 656336 w 1453388"/>
                  <a:gd name="connsiteY90" fmla="*/ 1108643 h 1472498"/>
                  <a:gd name="connsiteX91" fmla="*/ 885698 w 1453388"/>
                  <a:gd name="connsiteY91" fmla="*/ 1143059 h 1472498"/>
                  <a:gd name="connsiteX92" fmla="*/ 1167257 w 1453388"/>
                  <a:gd name="connsiteY92" fmla="*/ 1081464 h 1472498"/>
                  <a:gd name="connsiteX93" fmla="*/ 1254379 w 1453388"/>
                  <a:gd name="connsiteY93" fmla="*/ 789745 h 1472498"/>
                  <a:gd name="connsiteX94" fmla="*/ 1073404 w 1453388"/>
                  <a:gd name="connsiteY94" fmla="*/ 576766 h 1472498"/>
                  <a:gd name="connsiteX95" fmla="*/ 787400 w 1453388"/>
                  <a:gd name="connsiteY95" fmla="*/ 550224 h 1472498"/>
                  <a:gd name="connsiteX96" fmla="*/ 266700 w 1453388"/>
                  <a:gd name="connsiteY96" fmla="*/ 566480 h 1472498"/>
                  <a:gd name="connsiteX97" fmla="*/ 314071 w 1453388"/>
                  <a:gd name="connsiteY97" fmla="*/ 625407 h 1472498"/>
                  <a:gd name="connsiteX98" fmla="*/ 266700 w 1453388"/>
                  <a:gd name="connsiteY98" fmla="*/ 566480 h 1472498"/>
                  <a:gd name="connsiteX99" fmla="*/ 508508 w 1453388"/>
                  <a:gd name="connsiteY99" fmla="*/ 984309 h 1472498"/>
                  <a:gd name="connsiteX100" fmla="*/ 500888 w 1453388"/>
                  <a:gd name="connsiteY100" fmla="*/ 753677 h 1472498"/>
                  <a:gd name="connsiteX101" fmla="*/ 508508 w 1453388"/>
                  <a:gd name="connsiteY101" fmla="*/ 984309 h 1472498"/>
                  <a:gd name="connsiteX102" fmla="*/ 1274572 w 1453388"/>
                  <a:gd name="connsiteY102" fmla="*/ 752662 h 1472498"/>
                  <a:gd name="connsiteX103" fmla="*/ 1273048 w 1453388"/>
                  <a:gd name="connsiteY103" fmla="*/ 989008 h 1472498"/>
                  <a:gd name="connsiteX104" fmla="*/ 1274572 w 1453388"/>
                  <a:gd name="connsiteY104" fmla="*/ 752662 h 1472498"/>
                  <a:gd name="connsiteX105" fmla="*/ 1310640 w 1453388"/>
                  <a:gd name="connsiteY105" fmla="*/ 1163761 h 1472498"/>
                  <a:gd name="connsiteX106" fmla="*/ 1312418 w 1453388"/>
                  <a:gd name="connsiteY106" fmla="*/ 1303461 h 1472498"/>
                  <a:gd name="connsiteX107" fmla="*/ 1425702 w 1453388"/>
                  <a:gd name="connsiteY107" fmla="*/ 1234119 h 1472498"/>
                  <a:gd name="connsiteX108" fmla="*/ 1310640 w 1453388"/>
                  <a:gd name="connsiteY108" fmla="*/ 1163761 h 1472498"/>
                  <a:gd name="connsiteX109" fmla="*/ 1154557 w 1453388"/>
                  <a:gd name="connsiteY109" fmla="*/ 1181540 h 1472498"/>
                  <a:gd name="connsiteX110" fmla="*/ 1189609 w 1453388"/>
                  <a:gd name="connsiteY110" fmla="*/ 1338005 h 1472498"/>
                  <a:gd name="connsiteX111" fmla="*/ 1241806 w 1453388"/>
                  <a:gd name="connsiteY111" fmla="*/ 1235643 h 1472498"/>
                  <a:gd name="connsiteX112" fmla="*/ 1154557 w 1453388"/>
                  <a:gd name="connsiteY112" fmla="*/ 1181540 h 1472498"/>
                  <a:gd name="connsiteX0" fmla="*/ 0 w 1453388"/>
                  <a:gd name="connsiteY0" fmla="*/ 45399 h 1472498"/>
                  <a:gd name="connsiteX1" fmla="*/ 303784 w 1453388"/>
                  <a:gd name="connsiteY1" fmla="*/ 143188 h 1472498"/>
                  <a:gd name="connsiteX2" fmla="*/ 147193 w 1453388"/>
                  <a:gd name="connsiteY2" fmla="*/ 125155 h 1472498"/>
                  <a:gd name="connsiteX3" fmla="*/ 196977 w 1453388"/>
                  <a:gd name="connsiteY3" fmla="*/ 181034 h 1472498"/>
                  <a:gd name="connsiteX4" fmla="*/ 195326 w 1453388"/>
                  <a:gd name="connsiteY4" fmla="*/ 241740 h 1472498"/>
                  <a:gd name="connsiteX5" fmla="*/ 488950 w 1453388"/>
                  <a:gd name="connsiteY5" fmla="*/ 345245 h 1472498"/>
                  <a:gd name="connsiteX6" fmla="*/ 603758 w 1453388"/>
                  <a:gd name="connsiteY6" fmla="*/ 328482 h 1472498"/>
                  <a:gd name="connsiteX7" fmla="*/ 708787 w 1453388"/>
                  <a:gd name="connsiteY7" fmla="*/ 280476 h 1472498"/>
                  <a:gd name="connsiteX8" fmla="*/ 694817 w 1453388"/>
                  <a:gd name="connsiteY8" fmla="*/ 182685 h 1472498"/>
                  <a:gd name="connsiteX9" fmla="*/ 744220 w 1453388"/>
                  <a:gd name="connsiteY9" fmla="*/ 62924 h 1472498"/>
                  <a:gd name="connsiteX10" fmla="*/ 972566 w 1453388"/>
                  <a:gd name="connsiteY10" fmla="*/ 17077 h 1472498"/>
                  <a:gd name="connsiteX11" fmla="*/ 1092200 w 1453388"/>
                  <a:gd name="connsiteY11" fmla="*/ 236533 h 1472498"/>
                  <a:gd name="connsiteX12" fmla="*/ 1092532 w 1453388"/>
                  <a:gd name="connsiteY12" fmla="*/ 256335 h 1472498"/>
                  <a:gd name="connsiteX13" fmla="*/ 1082294 w 1453388"/>
                  <a:gd name="connsiteY13" fmla="*/ 261426 h 1472498"/>
                  <a:gd name="connsiteX14" fmla="*/ 945007 w 1453388"/>
                  <a:gd name="connsiteY14" fmla="*/ 390712 h 1472498"/>
                  <a:gd name="connsiteX15" fmla="*/ 895604 w 1453388"/>
                  <a:gd name="connsiteY15" fmla="*/ 397570 h 1472498"/>
                  <a:gd name="connsiteX16" fmla="*/ 895350 w 1453388"/>
                  <a:gd name="connsiteY16" fmla="*/ 515171 h 1472498"/>
                  <a:gd name="connsiteX17" fmla="*/ 1144651 w 1453388"/>
                  <a:gd name="connsiteY17" fmla="*/ 586800 h 1472498"/>
                  <a:gd name="connsiteX18" fmla="*/ 1251204 w 1453388"/>
                  <a:gd name="connsiteY18" fmla="*/ 704528 h 1472498"/>
                  <a:gd name="connsiteX19" fmla="*/ 1340993 w 1453388"/>
                  <a:gd name="connsiteY19" fmla="*/ 779713 h 1472498"/>
                  <a:gd name="connsiteX20" fmla="*/ 1256030 w 1453388"/>
                  <a:gd name="connsiteY20" fmla="*/ 1014155 h 1472498"/>
                  <a:gd name="connsiteX21" fmla="*/ 1237361 w 1453388"/>
                  <a:gd name="connsiteY21" fmla="*/ 1043111 h 1472498"/>
                  <a:gd name="connsiteX22" fmla="*/ 1122934 w 1453388"/>
                  <a:gd name="connsiteY22" fmla="*/ 1135439 h 1472498"/>
                  <a:gd name="connsiteX23" fmla="*/ 1246632 w 1453388"/>
                  <a:gd name="connsiteY23" fmla="*/ 1210624 h 1472498"/>
                  <a:gd name="connsiteX24" fmla="*/ 1310640 w 1453388"/>
                  <a:gd name="connsiteY24" fmla="*/ 1137345 h 1472498"/>
                  <a:gd name="connsiteX25" fmla="*/ 1410843 w 1453388"/>
                  <a:gd name="connsiteY25" fmla="*/ 1154108 h 1472498"/>
                  <a:gd name="connsiteX26" fmla="*/ 1453388 w 1453388"/>
                  <a:gd name="connsiteY26" fmla="*/ 1224720 h 1472498"/>
                  <a:gd name="connsiteX27" fmla="*/ 1383665 w 1453388"/>
                  <a:gd name="connsiteY27" fmla="*/ 1462338 h 1472498"/>
                  <a:gd name="connsiteX28" fmla="*/ 1360424 w 1453388"/>
                  <a:gd name="connsiteY28" fmla="*/ 1465005 h 1472498"/>
                  <a:gd name="connsiteX29" fmla="*/ 1413637 w 1453388"/>
                  <a:gd name="connsiteY29" fmla="*/ 1314509 h 1472498"/>
                  <a:gd name="connsiteX30" fmla="*/ 1331468 w 1453388"/>
                  <a:gd name="connsiteY30" fmla="*/ 1334068 h 1472498"/>
                  <a:gd name="connsiteX31" fmla="*/ 1247394 w 1453388"/>
                  <a:gd name="connsiteY31" fmla="*/ 1274251 h 1472498"/>
                  <a:gd name="connsiteX32" fmla="*/ 1194054 w 1453388"/>
                  <a:gd name="connsiteY32" fmla="*/ 1459036 h 1472498"/>
                  <a:gd name="connsiteX33" fmla="*/ 1192022 w 1453388"/>
                  <a:gd name="connsiteY33" fmla="*/ 1472498 h 1472498"/>
                  <a:gd name="connsiteX34" fmla="*/ 1176909 w 1453388"/>
                  <a:gd name="connsiteY34" fmla="*/ 1457257 h 1472498"/>
                  <a:gd name="connsiteX35" fmla="*/ 1165606 w 1453388"/>
                  <a:gd name="connsiteY35" fmla="*/ 1370136 h 1472498"/>
                  <a:gd name="connsiteX36" fmla="*/ 1128776 w 1453388"/>
                  <a:gd name="connsiteY36" fmla="*/ 1185986 h 1472498"/>
                  <a:gd name="connsiteX37" fmla="*/ 1121791 w 1453388"/>
                  <a:gd name="connsiteY37" fmla="*/ 1162618 h 1472498"/>
                  <a:gd name="connsiteX38" fmla="*/ 950214 w 1453388"/>
                  <a:gd name="connsiteY38" fmla="*/ 1166427 h 1472498"/>
                  <a:gd name="connsiteX39" fmla="*/ 685927 w 1453388"/>
                  <a:gd name="connsiteY39" fmla="*/ 1159062 h 1472498"/>
                  <a:gd name="connsiteX40" fmla="*/ 645795 w 1453388"/>
                  <a:gd name="connsiteY40" fmla="*/ 1182302 h 1472498"/>
                  <a:gd name="connsiteX41" fmla="*/ 599694 w 1453388"/>
                  <a:gd name="connsiteY41" fmla="*/ 1461830 h 1472498"/>
                  <a:gd name="connsiteX42" fmla="*/ 574929 w 1453388"/>
                  <a:gd name="connsiteY42" fmla="*/ 1466020 h 1472498"/>
                  <a:gd name="connsiteX43" fmla="*/ 614299 w 1453388"/>
                  <a:gd name="connsiteY43" fmla="*/ 1184207 h 1472498"/>
                  <a:gd name="connsiteX44" fmla="*/ 481711 w 1453388"/>
                  <a:gd name="connsiteY44" fmla="*/ 1325051 h 1472498"/>
                  <a:gd name="connsiteX45" fmla="*/ 439166 w 1453388"/>
                  <a:gd name="connsiteY45" fmla="*/ 1458527 h 1472498"/>
                  <a:gd name="connsiteX46" fmla="*/ 413258 w 1453388"/>
                  <a:gd name="connsiteY46" fmla="*/ 1468814 h 1472498"/>
                  <a:gd name="connsiteX47" fmla="*/ 520319 w 1453388"/>
                  <a:gd name="connsiteY47" fmla="*/ 1228657 h 1472498"/>
                  <a:gd name="connsiteX48" fmla="*/ 650621 w 1453388"/>
                  <a:gd name="connsiteY48" fmla="*/ 1136963 h 1472498"/>
                  <a:gd name="connsiteX49" fmla="*/ 524637 w 1453388"/>
                  <a:gd name="connsiteY49" fmla="*/ 1011361 h 1472498"/>
                  <a:gd name="connsiteX50" fmla="*/ 446024 w 1453388"/>
                  <a:gd name="connsiteY50" fmla="*/ 970720 h 1472498"/>
                  <a:gd name="connsiteX51" fmla="*/ 414147 w 1453388"/>
                  <a:gd name="connsiteY51" fmla="*/ 824925 h 1472498"/>
                  <a:gd name="connsiteX52" fmla="*/ 513842 w 1453388"/>
                  <a:gd name="connsiteY52" fmla="*/ 724849 h 1472498"/>
                  <a:gd name="connsiteX53" fmla="*/ 691896 w 1453388"/>
                  <a:gd name="connsiteY53" fmla="*/ 550477 h 1472498"/>
                  <a:gd name="connsiteX54" fmla="*/ 869061 w 1453388"/>
                  <a:gd name="connsiteY54" fmla="*/ 514409 h 1472498"/>
                  <a:gd name="connsiteX55" fmla="*/ 869061 w 1453388"/>
                  <a:gd name="connsiteY55" fmla="*/ 398458 h 1472498"/>
                  <a:gd name="connsiteX56" fmla="*/ 722757 w 1453388"/>
                  <a:gd name="connsiteY56" fmla="*/ 301684 h 1472498"/>
                  <a:gd name="connsiteX57" fmla="*/ 610616 w 1453388"/>
                  <a:gd name="connsiteY57" fmla="*/ 358453 h 1472498"/>
                  <a:gd name="connsiteX58" fmla="*/ 395224 w 1453388"/>
                  <a:gd name="connsiteY58" fmla="*/ 348801 h 1472498"/>
                  <a:gd name="connsiteX59" fmla="*/ 326771 w 1453388"/>
                  <a:gd name="connsiteY59" fmla="*/ 533713 h 1472498"/>
                  <a:gd name="connsiteX60" fmla="*/ 356489 w 1453388"/>
                  <a:gd name="connsiteY60" fmla="*/ 561400 h 1472498"/>
                  <a:gd name="connsiteX61" fmla="*/ 290703 w 1453388"/>
                  <a:gd name="connsiteY61" fmla="*/ 659189 h 1472498"/>
                  <a:gd name="connsiteX62" fmla="*/ 241808 w 1453388"/>
                  <a:gd name="connsiteY62" fmla="*/ 552890 h 1472498"/>
                  <a:gd name="connsiteX63" fmla="*/ 300228 w 1453388"/>
                  <a:gd name="connsiteY63" fmla="*/ 527871 h 1472498"/>
                  <a:gd name="connsiteX64" fmla="*/ 349250 w 1453388"/>
                  <a:gd name="connsiteY64" fmla="*/ 400871 h 1472498"/>
                  <a:gd name="connsiteX65" fmla="*/ 372999 w 1453388"/>
                  <a:gd name="connsiteY65" fmla="*/ 338895 h 1472498"/>
                  <a:gd name="connsiteX66" fmla="*/ 180721 w 1453388"/>
                  <a:gd name="connsiteY66" fmla="*/ 261933 h 1472498"/>
                  <a:gd name="connsiteX67" fmla="*/ 131445 w 1453388"/>
                  <a:gd name="connsiteY67" fmla="*/ 300288 h 1472498"/>
                  <a:gd name="connsiteX68" fmla="*/ 34798 w 1453388"/>
                  <a:gd name="connsiteY68" fmla="*/ 262441 h 1472498"/>
                  <a:gd name="connsiteX69" fmla="*/ 62103 w 1453388"/>
                  <a:gd name="connsiteY69" fmla="*/ 148014 h 1472498"/>
                  <a:gd name="connsiteX70" fmla="*/ 130175 w 1453388"/>
                  <a:gd name="connsiteY70" fmla="*/ 143696 h 1472498"/>
                  <a:gd name="connsiteX71" fmla="*/ 124587 w 1453388"/>
                  <a:gd name="connsiteY71" fmla="*/ 109660 h 1472498"/>
                  <a:gd name="connsiteX72" fmla="*/ 0 w 1453388"/>
                  <a:gd name="connsiteY72" fmla="*/ 45399 h 1472498"/>
                  <a:gd name="connsiteX73" fmla="*/ 32893 w 1453388"/>
                  <a:gd name="connsiteY73" fmla="*/ 36127 h 1472498"/>
                  <a:gd name="connsiteX74" fmla="*/ 32893 w 1453388"/>
                  <a:gd name="connsiteY74" fmla="*/ 36127 h 1472498"/>
                  <a:gd name="connsiteX75" fmla="*/ 839978 w 1453388"/>
                  <a:gd name="connsiteY75" fmla="*/ 33334 h 1472498"/>
                  <a:gd name="connsiteX76" fmla="*/ 729488 w 1453388"/>
                  <a:gd name="connsiteY76" fmla="*/ 140649 h 1472498"/>
                  <a:gd name="connsiteX77" fmla="*/ 886968 w 1453388"/>
                  <a:gd name="connsiteY77" fmla="*/ 369883 h 1472498"/>
                  <a:gd name="connsiteX78" fmla="*/ 1055370 w 1453388"/>
                  <a:gd name="connsiteY78" fmla="*/ 257362 h 1472498"/>
                  <a:gd name="connsiteX79" fmla="*/ 993902 w 1453388"/>
                  <a:gd name="connsiteY79" fmla="*/ 60765 h 1472498"/>
                  <a:gd name="connsiteX80" fmla="*/ 839978 w 1453388"/>
                  <a:gd name="connsiteY80" fmla="*/ 33334 h 1472498"/>
                  <a:gd name="connsiteX81" fmla="*/ 77851 w 1453388"/>
                  <a:gd name="connsiteY81" fmla="*/ 172526 h 1472498"/>
                  <a:gd name="connsiteX82" fmla="*/ 54356 w 1453388"/>
                  <a:gd name="connsiteY82" fmla="*/ 238565 h 1472498"/>
                  <a:gd name="connsiteX83" fmla="*/ 125984 w 1453388"/>
                  <a:gd name="connsiteY83" fmla="*/ 274126 h 1472498"/>
                  <a:gd name="connsiteX84" fmla="*/ 170180 w 1453388"/>
                  <a:gd name="connsiteY84" fmla="*/ 225484 h 1472498"/>
                  <a:gd name="connsiteX85" fmla="*/ 77851 w 1453388"/>
                  <a:gd name="connsiteY85" fmla="*/ 172526 h 1472498"/>
                  <a:gd name="connsiteX86" fmla="*/ 787400 w 1453388"/>
                  <a:gd name="connsiteY86" fmla="*/ 550224 h 1472498"/>
                  <a:gd name="connsiteX87" fmla="*/ 551561 w 1453388"/>
                  <a:gd name="connsiteY87" fmla="*/ 708084 h 1472498"/>
                  <a:gd name="connsiteX88" fmla="*/ 521081 w 1453388"/>
                  <a:gd name="connsiteY88" fmla="*/ 910269 h 1472498"/>
                  <a:gd name="connsiteX89" fmla="*/ 656336 w 1453388"/>
                  <a:gd name="connsiteY89" fmla="*/ 1108643 h 1472498"/>
                  <a:gd name="connsiteX90" fmla="*/ 885698 w 1453388"/>
                  <a:gd name="connsiteY90" fmla="*/ 1143059 h 1472498"/>
                  <a:gd name="connsiteX91" fmla="*/ 1167257 w 1453388"/>
                  <a:gd name="connsiteY91" fmla="*/ 1081464 h 1472498"/>
                  <a:gd name="connsiteX92" fmla="*/ 1254379 w 1453388"/>
                  <a:gd name="connsiteY92" fmla="*/ 789745 h 1472498"/>
                  <a:gd name="connsiteX93" fmla="*/ 1073404 w 1453388"/>
                  <a:gd name="connsiteY93" fmla="*/ 576766 h 1472498"/>
                  <a:gd name="connsiteX94" fmla="*/ 787400 w 1453388"/>
                  <a:gd name="connsiteY94" fmla="*/ 550224 h 1472498"/>
                  <a:gd name="connsiteX95" fmla="*/ 266700 w 1453388"/>
                  <a:gd name="connsiteY95" fmla="*/ 566480 h 1472498"/>
                  <a:gd name="connsiteX96" fmla="*/ 314071 w 1453388"/>
                  <a:gd name="connsiteY96" fmla="*/ 625407 h 1472498"/>
                  <a:gd name="connsiteX97" fmla="*/ 266700 w 1453388"/>
                  <a:gd name="connsiteY97" fmla="*/ 566480 h 1472498"/>
                  <a:gd name="connsiteX98" fmla="*/ 508508 w 1453388"/>
                  <a:gd name="connsiteY98" fmla="*/ 984309 h 1472498"/>
                  <a:gd name="connsiteX99" fmla="*/ 500888 w 1453388"/>
                  <a:gd name="connsiteY99" fmla="*/ 753677 h 1472498"/>
                  <a:gd name="connsiteX100" fmla="*/ 508508 w 1453388"/>
                  <a:gd name="connsiteY100" fmla="*/ 984309 h 1472498"/>
                  <a:gd name="connsiteX101" fmla="*/ 1274572 w 1453388"/>
                  <a:gd name="connsiteY101" fmla="*/ 752662 h 1472498"/>
                  <a:gd name="connsiteX102" fmla="*/ 1273048 w 1453388"/>
                  <a:gd name="connsiteY102" fmla="*/ 989008 h 1472498"/>
                  <a:gd name="connsiteX103" fmla="*/ 1274572 w 1453388"/>
                  <a:gd name="connsiteY103" fmla="*/ 752662 h 1472498"/>
                  <a:gd name="connsiteX104" fmla="*/ 1310640 w 1453388"/>
                  <a:gd name="connsiteY104" fmla="*/ 1163761 h 1472498"/>
                  <a:gd name="connsiteX105" fmla="*/ 1312418 w 1453388"/>
                  <a:gd name="connsiteY105" fmla="*/ 1303461 h 1472498"/>
                  <a:gd name="connsiteX106" fmla="*/ 1425702 w 1453388"/>
                  <a:gd name="connsiteY106" fmla="*/ 1234119 h 1472498"/>
                  <a:gd name="connsiteX107" fmla="*/ 1310640 w 1453388"/>
                  <a:gd name="connsiteY107" fmla="*/ 1163761 h 1472498"/>
                  <a:gd name="connsiteX108" fmla="*/ 1154557 w 1453388"/>
                  <a:gd name="connsiteY108" fmla="*/ 1181540 h 1472498"/>
                  <a:gd name="connsiteX109" fmla="*/ 1189609 w 1453388"/>
                  <a:gd name="connsiteY109" fmla="*/ 1338005 h 1472498"/>
                  <a:gd name="connsiteX110" fmla="*/ 1241806 w 1453388"/>
                  <a:gd name="connsiteY110" fmla="*/ 1235643 h 1472498"/>
                  <a:gd name="connsiteX111" fmla="*/ 1154557 w 1453388"/>
                  <a:gd name="connsiteY111" fmla="*/ 1181540 h 1472498"/>
                  <a:gd name="connsiteX0" fmla="*/ 0 w 1453388"/>
                  <a:gd name="connsiteY0" fmla="*/ 45399 h 1472498"/>
                  <a:gd name="connsiteX1" fmla="*/ 303784 w 1453388"/>
                  <a:gd name="connsiteY1" fmla="*/ 143188 h 1472498"/>
                  <a:gd name="connsiteX2" fmla="*/ 147193 w 1453388"/>
                  <a:gd name="connsiteY2" fmla="*/ 125155 h 1472498"/>
                  <a:gd name="connsiteX3" fmla="*/ 196977 w 1453388"/>
                  <a:gd name="connsiteY3" fmla="*/ 181034 h 1472498"/>
                  <a:gd name="connsiteX4" fmla="*/ 195326 w 1453388"/>
                  <a:gd name="connsiteY4" fmla="*/ 241740 h 1472498"/>
                  <a:gd name="connsiteX5" fmla="*/ 488950 w 1453388"/>
                  <a:gd name="connsiteY5" fmla="*/ 345245 h 1472498"/>
                  <a:gd name="connsiteX6" fmla="*/ 603758 w 1453388"/>
                  <a:gd name="connsiteY6" fmla="*/ 328482 h 1472498"/>
                  <a:gd name="connsiteX7" fmla="*/ 708787 w 1453388"/>
                  <a:gd name="connsiteY7" fmla="*/ 280476 h 1472498"/>
                  <a:gd name="connsiteX8" fmla="*/ 694817 w 1453388"/>
                  <a:gd name="connsiteY8" fmla="*/ 182685 h 1472498"/>
                  <a:gd name="connsiteX9" fmla="*/ 744220 w 1453388"/>
                  <a:gd name="connsiteY9" fmla="*/ 62924 h 1472498"/>
                  <a:gd name="connsiteX10" fmla="*/ 972566 w 1453388"/>
                  <a:gd name="connsiteY10" fmla="*/ 17077 h 1472498"/>
                  <a:gd name="connsiteX11" fmla="*/ 1092200 w 1453388"/>
                  <a:gd name="connsiteY11" fmla="*/ 236533 h 1472498"/>
                  <a:gd name="connsiteX12" fmla="*/ 1092532 w 1453388"/>
                  <a:gd name="connsiteY12" fmla="*/ 256335 h 1472498"/>
                  <a:gd name="connsiteX13" fmla="*/ 1082294 w 1453388"/>
                  <a:gd name="connsiteY13" fmla="*/ 261426 h 1472498"/>
                  <a:gd name="connsiteX14" fmla="*/ 945007 w 1453388"/>
                  <a:gd name="connsiteY14" fmla="*/ 390712 h 1472498"/>
                  <a:gd name="connsiteX15" fmla="*/ 895604 w 1453388"/>
                  <a:gd name="connsiteY15" fmla="*/ 397570 h 1472498"/>
                  <a:gd name="connsiteX16" fmla="*/ 895350 w 1453388"/>
                  <a:gd name="connsiteY16" fmla="*/ 515171 h 1472498"/>
                  <a:gd name="connsiteX17" fmla="*/ 1144651 w 1453388"/>
                  <a:gd name="connsiteY17" fmla="*/ 586800 h 1472498"/>
                  <a:gd name="connsiteX18" fmla="*/ 1251204 w 1453388"/>
                  <a:gd name="connsiteY18" fmla="*/ 704528 h 1472498"/>
                  <a:gd name="connsiteX19" fmla="*/ 1340993 w 1453388"/>
                  <a:gd name="connsiteY19" fmla="*/ 779713 h 1472498"/>
                  <a:gd name="connsiteX20" fmla="*/ 1256030 w 1453388"/>
                  <a:gd name="connsiteY20" fmla="*/ 1014155 h 1472498"/>
                  <a:gd name="connsiteX21" fmla="*/ 1237361 w 1453388"/>
                  <a:gd name="connsiteY21" fmla="*/ 1043111 h 1472498"/>
                  <a:gd name="connsiteX22" fmla="*/ 1122934 w 1453388"/>
                  <a:gd name="connsiteY22" fmla="*/ 1135439 h 1472498"/>
                  <a:gd name="connsiteX23" fmla="*/ 1246632 w 1453388"/>
                  <a:gd name="connsiteY23" fmla="*/ 1210624 h 1472498"/>
                  <a:gd name="connsiteX24" fmla="*/ 1310640 w 1453388"/>
                  <a:gd name="connsiteY24" fmla="*/ 1137345 h 1472498"/>
                  <a:gd name="connsiteX25" fmla="*/ 1410843 w 1453388"/>
                  <a:gd name="connsiteY25" fmla="*/ 1154108 h 1472498"/>
                  <a:gd name="connsiteX26" fmla="*/ 1453388 w 1453388"/>
                  <a:gd name="connsiteY26" fmla="*/ 1224720 h 1472498"/>
                  <a:gd name="connsiteX27" fmla="*/ 1383665 w 1453388"/>
                  <a:gd name="connsiteY27" fmla="*/ 1462338 h 1472498"/>
                  <a:gd name="connsiteX28" fmla="*/ 1360424 w 1453388"/>
                  <a:gd name="connsiteY28" fmla="*/ 1465005 h 1472498"/>
                  <a:gd name="connsiteX29" fmla="*/ 1413637 w 1453388"/>
                  <a:gd name="connsiteY29" fmla="*/ 1314509 h 1472498"/>
                  <a:gd name="connsiteX30" fmla="*/ 1331468 w 1453388"/>
                  <a:gd name="connsiteY30" fmla="*/ 1334068 h 1472498"/>
                  <a:gd name="connsiteX31" fmla="*/ 1247394 w 1453388"/>
                  <a:gd name="connsiteY31" fmla="*/ 1274251 h 1472498"/>
                  <a:gd name="connsiteX32" fmla="*/ 1194054 w 1453388"/>
                  <a:gd name="connsiteY32" fmla="*/ 1459036 h 1472498"/>
                  <a:gd name="connsiteX33" fmla="*/ 1192022 w 1453388"/>
                  <a:gd name="connsiteY33" fmla="*/ 1472498 h 1472498"/>
                  <a:gd name="connsiteX34" fmla="*/ 1176909 w 1453388"/>
                  <a:gd name="connsiteY34" fmla="*/ 1457257 h 1472498"/>
                  <a:gd name="connsiteX35" fmla="*/ 1165606 w 1453388"/>
                  <a:gd name="connsiteY35" fmla="*/ 1370136 h 1472498"/>
                  <a:gd name="connsiteX36" fmla="*/ 1128776 w 1453388"/>
                  <a:gd name="connsiteY36" fmla="*/ 1185986 h 1472498"/>
                  <a:gd name="connsiteX37" fmla="*/ 1121791 w 1453388"/>
                  <a:gd name="connsiteY37" fmla="*/ 1162618 h 1472498"/>
                  <a:gd name="connsiteX38" fmla="*/ 950214 w 1453388"/>
                  <a:gd name="connsiteY38" fmla="*/ 1166427 h 1472498"/>
                  <a:gd name="connsiteX39" fmla="*/ 685927 w 1453388"/>
                  <a:gd name="connsiteY39" fmla="*/ 1159062 h 1472498"/>
                  <a:gd name="connsiteX40" fmla="*/ 645795 w 1453388"/>
                  <a:gd name="connsiteY40" fmla="*/ 1182302 h 1472498"/>
                  <a:gd name="connsiteX41" fmla="*/ 599694 w 1453388"/>
                  <a:gd name="connsiteY41" fmla="*/ 1461830 h 1472498"/>
                  <a:gd name="connsiteX42" fmla="*/ 574929 w 1453388"/>
                  <a:gd name="connsiteY42" fmla="*/ 1466020 h 1472498"/>
                  <a:gd name="connsiteX43" fmla="*/ 614299 w 1453388"/>
                  <a:gd name="connsiteY43" fmla="*/ 1184207 h 1472498"/>
                  <a:gd name="connsiteX44" fmla="*/ 481711 w 1453388"/>
                  <a:gd name="connsiteY44" fmla="*/ 1325051 h 1472498"/>
                  <a:gd name="connsiteX45" fmla="*/ 439166 w 1453388"/>
                  <a:gd name="connsiteY45" fmla="*/ 1458527 h 1472498"/>
                  <a:gd name="connsiteX46" fmla="*/ 413258 w 1453388"/>
                  <a:gd name="connsiteY46" fmla="*/ 1468814 h 1472498"/>
                  <a:gd name="connsiteX47" fmla="*/ 520319 w 1453388"/>
                  <a:gd name="connsiteY47" fmla="*/ 1228657 h 1472498"/>
                  <a:gd name="connsiteX48" fmla="*/ 650621 w 1453388"/>
                  <a:gd name="connsiteY48" fmla="*/ 1136963 h 1472498"/>
                  <a:gd name="connsiteX49" fmla="*/ 524637 w 1453388"/>
                  <a:gd name="connsiteY49" fmla="*/ 1011361 h 1472498"/>
                  <a:gd name="connsiteX50" fmla="*/ 446024 w 1453388"/>
                  <a:gd name="connsiteY50" fmla="*/ 970720 h 1472498"/>
                  <a:gd name="connsiteX51" fmla="*/ 414147 w 1453388"/>
                  <a:gd name="connsiteY51" fmla="*/ 824925 h 1472498"/>
                  <a:gd name="connsiteX52" fmla="*/ 513842 w 1453388"/>
                  <a:gd name="connsiteY52" fmla="*/ 724849 h 1472498"/>
                  <a:gd name="connsiteX53" fmla="*/ 691896 w 1453388"/>
                  <a:gd name="connsiteY53" fmla="*/ 550477 h 1472498"/>
                  <a:gd name="connsiteX54" fmla="*/ 869061 w 1453388"/>
                  <a:gd name="connsiteY54" fmla="*/ 514409 h 1472498"/>
                  <a:gd name="connsiteX55" fmla="*/ 869061 w 1453388"/>
                  <a:gd name="connsiteY55" fmla="*/ 398458 h 1472498"/>
                  <a:gd name="connsiteX56" fmla="*/ 722757 w 1453388"/>
                  <a:gd name="connsiteY56" fmla="*/ 301684 h 1472498"/>
                  <a:gd name="connsiteX57" fmla="*/ 610616 w 1453388"/>
                  <a:gd name="connsiteY57" fmla="*/ 358453 h 1472498"/>
                  <a:gd name="connsiteX58" fmla="*/ 395224 w 1453388"/>
                  <a:gd name="connsiteY58" fmla="*/ 348801 h 1472498"/>
                  <a:gd name="connsiteX59" fmla="*/ 326771 w 1453388"/>
                  <a:gd name="connsiteY59" fmla="*/ 533713 h 1472498"/>
                  <a:gd name="connsiteX60" fmla="*/ 356489 w 1453388"/>
                  <a:gd name="connsiteY60" fmla="*/ 561400 h 1472498"/>
                  <a:gd name="connsiteX61" fmla="*/ 290703 w 1453388"/>
                  <a:gd name="connsiteY61" fmla="*/ 659189 h 1472498"/>
                  <a:gd name="connsiteX62" fmla="*/ 241808 w 1453388"/>
                  <a:gd name="connsiteY62" fmla="*/ 552890 h 1472498"/>
                  <a:gd name="connsiteX63" fmla="*/ 300228 w 1453388"/>
                  <a:gd name="connsiteY63" fmla="*/ 527871 h 1472498"/>
                  <a:gd name="connsiteX64" fmla="*/ 349250 w 1453388"/>
                  <a:gd name="connsiteY64" fmla="*/ 400871 h 1472498"/>
                  <a:gd name="connsiteX65" fmla="*/ 372999 w 1453388"/>
                  <a:gd name="connsiteY65" fmla="*/ 338895 h 1472498"/>
                  <a:gd name="connsiteX66" fmla="*/ 180721 w 1453388"/>
                  <a:gd name="connsiteY66" fmla="*/ 261933 h 1472498"/>
                  <a:gd name="connsiteX67" fmla="*/ 131445 w 1453388"/>
                  <a:gd name="connsiteY67" fmla="*/ 300288 h 1472498"/>
                  <a:gd name="connsiteX68" fmla="*/ 34798 w 1453388"/>
                  <a:gd name="connsiteY68" fmla="*/ 262441 h 1472498"/>
                  <a:gd name="connsiteX69" fmla="*/ 62103 w 1453388"/>
                  <a:gd name="connsiteY69" fmla="*/ 148014 h 1472498"/>
                  <a:gd name="connsiteX70" fmla="*/ 130175 w 1453388"/>
                  <a:gd name="connsiteY70" fmla="*/ 143696 h 1472498"/>
                  <a:gd name="connsiteX71" fmla="*/ 124587 w 1453388"/>
                  <a:gd name="connsiteY71" fmla="*/ 109660 h 1472498"/>
                  <a:gd name="connsiteX72" fmla="*/ 0 w 1453388"/>
                  <a:gd name="connsiteY72" fmla="*/ 45399 h 1472498"/>
                  <a:gd name="connsiteX73" fmla="*/ 839978 w 1453388"/>
                  <a:gd name="connsiteY73" fmla="*/ 33334 h 1472498"/>
                  <a:gd name="connsiteX74" fmla="*/ 729488 w 1453388"/>
                  <a:gd name="connsiteY74" fmla="*/ 140649 h 1472498"/>
                  <a:gd name="connsiteX75" fmla="*/ 886968 w 1453388"/>
                  <a:gd name="connsiteY75" fmla="*/ 369883 h 1472498"/>
                  <a:gd name="connsiteX76" fmla="*/ 1055370 w 1453388"/>
                  <a:gd name="connsiteY76" fmla="*/ 257362 h 1472498"/>
                  <a:gd name="connsiteX77" fmla="*/ 993902 w 1453388"/>
                  <a:gd name="connsiteY77" fmla="*/ 60765 h 1472498"/>
                  <a:gd name="connsiteX78" fmla="*/ 839978 w 1453388"/>
                  <a:gd name="connsiteY78" fmla="*/ 33334 h 1472498"/>
                  <a:gd name="connsiteX79" fmla="*/ 77851 w 1453388"/>
                  <a:gd name="connsiteY79" fmla="*/ 172526 h 1472498"/>
                  <a:gd name="connsiteX80" fmla="*/ 54356 w 1453388"/>
                  <a:gd name="connsiteY80" fmla="*/ 238565 h 1472498"/>
                  <a:gd name="connsiteX81" fmla="*/ 125984 w 1453388"/>
                  <a:gd name="connsiteY81" fmla="*/ 274126 h 1472498"/>
                  <a:gd name="connsiteX82" fmla="*/ 170180 w 1453388"/>
                  <a:gd name="connsiteY82" fmla="*/ 225484 h 1472498"/>
                  <a:gd name="connsiteX83" fmla="*/ 77851 w 1453388"/>
                  <a:gd name="connsiteY83" fmla="*/ 172526 h 1472498"/>
                  <a:gd name="connsiteX84" fmla="*/ 787400 w 1453388"/>
                  <a:gd name="connsiteY84" fmla="*/ 550224 h 1472498"/>
                  <a:gd name="connsiteX85" fmla="*/ 551561 w 1453388"/>
                  <a:gd name="connsiteY85" fmla="*/ 708084 h 1472498"/>
                  <a:gd name="connsiteX86" fmla="*/ 521081 w 1453388"/>
                  <a:gd name="connsiteY86" fmla="*/ 910269 h 1472498"/>
                  <a:gd name="connsiteX87" fmla="*/ 656336 w 1453388"/>
                  <a:gd name="connsiteY87" fmla="*/ 1108643 h 1472498"/>
                  <a:gd name="connsiteX88" fmla="*/ 885698 w 1453388"/>
                  <a:gd name="connsiteY88" fmla="*/ 1143059 h 1472498"/>
                  <a:gd name="connsiteX89" fmla="*/ 1167257 w 1453388"/>
                  <a:gd name="connsiteY89" fmla="*/ 1081464 h 1472498"/>
                  <a:gd name="connsiteX90" fmla="*/ 1254379 w 1453388"/>
                  <a:gd name="connsiteY90" fmla="*/ 789745 h 1472498"/>
                  <a:gd name="connsiteX91" fmla="*/ 1073404 w 1453388"/>
                  <a:gd name="connsiteY91" fmla="*/ 576766 h 1472498"/>
                  <a:gd name="connsiteX92" fmla="*/ 787400 w 1453388"/>
                  <a:gd name="connsiteY92" fmla="*/ 550224 h 1472498"/>
                  <a:gd name="connsiteX93" fmla="*/ 266700 w 1453388"/>
                  <a:gd name="connsiteY93" fmla="*/ 566480 h 1472498"/>
                  <a:gd name="connsiteX94" fmla="*/ 314071 w 1453388"/>
                  <a:gd name="connsiteY94" fmla="*/ 625407 h 1472498"/>
                  <a:gd name="connsiteX95" fmla="*/ 266700 w 1453388"/>
                  <a:gd name="connsiteY95" fmla="*/ 566480 h 1472498"/>
                  <a:gd name="connsiteX96" fmla="*/ 508508 w 1453388"/>
                  <a:gd name="connsiteY96" fmla="*/ 984309 h 1472498"/>
                  <a:gd name="connsiteX97" fmla="*/ 500888 w 1453388"/>
                  <a:gd name="connsiteY97" fmla="*/ 753677 h 1472498"/>
                  <a:gd name="connsiteX98" fmla="*/ 508508 w 1453388"/>
                  <a:gd name="connsiteY98" fmla="*/ 984309 h 1472498"/>
                  <a:gd name="connsiteX99" fmla="*/ 1274572 w 1453388"/>
                  <a:gd name="connsiteY99" fmla="*/ 752662 h 1472498"/>
                  <a:gd name="connsiteX100" fmla="*/ 1273048 w 1453388"/>
                  <a:gd name="connsiteY100" fmla="*/ 989008 h 1472498"/>
                  <a:gd name="connsiteX101" fmla="*/ 1274572 w 1453388"/>
                  <a:gd name="connsiteY101" fmla="*/ 752662 h 1472498"/>
                  <a:gd name="connsiteX102" fmla="*/ 1310640 w 1453388"/>
                  <a:gd name="connsiteY102" fmla="*/ 1163761 h 1472498"/>
                  <a:gd name="connsiteX103" fmla="*/ 1312418 w 1453388"/>
                  <a:gd name="connsiteY103" fmla="*/ 1303461 h 1472498"/>
                  <a:gd name="connsiteX104" fmla="*/ 1425702 w 1453388"/>
                  <a:gd name="connsiteY104" fmla="*/ 1234119 h 1472498"/>
                  <a:gd name="connsiteX105" fmla="*/ 1310640 w 1453388"/>
                  <a:gd name="connsiteY105" fmla="*/ 1163761 h 1472498"/>
                  <a:gd name="connsiteX106" fmla="*/ 1154557 w 1453388"/>
                  <a:gd name="connsiteY106" fmla="*/ 1181540 h 1472498"/>
                  <a:gd name="connsiteX107" fmla="*/ 1189609 w 1453388"/>
                  <a:gd name="connsiteY107" fmla="*/ 1338005 h 1472498"/>
                  <a:gd name="connsiteX108" fmla="*/ 1241806 w 1453388"/>
                  <a:gd name="connsiteY108" fmla="*/ 1235643 h 1472498"/>
                  <a:gd name="connsiteX109" fmla="*/ 1154557 w 1453388"/>
                  <a:gd name="connsiteY109" fmla="*/ 1181540 h 1472498"/>
                  <a:gd name="connsiteX0" fmla="*/ 0 w 1453388"/>
                  <a:gd name="connsiteY0" fmla="*/ 45399 h 1472498"/>
                  <a:gd name="connsiteX1" fmla="*/ 303784 w 1453388"/>
                  <a:gd name="connsiteY1" fmla="*/ 143188 h 1472498"/>
                  <a:gd name="connsiteX2" fmla="*/ 147193 w 1453388"/>
                  <a:gd name="connsiteY2" fmla="*/ 125155 h 1472498"/>
                  <a:gd name="connsiteX3" fmla="*/ 196977 w 1453388"/>
                  <a:gd name="connsiteY3" fmla="*/ 181034 h 1472498"/>
                  <a:gd name="connsiteX4" fmla="*/ 195326 w 1453388"/>
                  <a:gd name="connsiteY4" fmla="*/ 241740 h 1472498"/>
                  <a:gd name="connsiteX5" fmla="*/ 488950 w 1453388"/>
                  <a:gd name="connsiteY5" fmla="*/ 345245 h 1472498"/>
                  <a:gd name="connsiteX6" fmla="*/ 603758 w 1453388"/>
                  <a:gd name="connsiteY6" fmla="*/ 328482 h 1472498"/>
                  <a:gd name="connsiteX7" fmla="*/ 708787 w 1453388"/>
                  <a:gd name="connsiteY7" fmla="*/ 280476 h 1472498"/>
                  <a:gd name="connsiteX8" fmla="*/ 694817 w 1453388"/>
                  <a:gd name="connsiteY8" fmla="*/ 182685 h 1472498"/>
                  <a:gd name="connsiteX9" fmla="*/ 744220 w 1453388"/>
                  <a:gd name="connsiteY9" fmla="*/ 62924 h 1472498"/>
                  <a:gd name="connsiteX10" fmla="*/ 972566 w 1453388"/>
                  <a:gd name="connsiteY10" fmla="*/ 17077 h 1472498"/>
                  <a:gd name="connsiteX11" fmla="*/ 1092200 w 1453388"/>
                  <a:gd name="connsiteY11" fmla="*/ 236533 h 1472498"/>
                  <a:gd name="connsiteX12" fmla="*/ 1092532 w 1453388"/>
                  <a:gd name="connsiteY12" fmla="*/ 256335 h 1472498"/>
                  <a:gd name="connsiteX13" fmla="*/ 1082294 w 1453388"/>
                  <a:gd name="connsiteY13" fmla="*/ 261426 h 1472498"/>
                  <a:gd name="connsiteX14" fmla="*/ 945007 w 1453388"/>
                  <a:gd name="connsiteY14" fmla="*/ 390712 h 1472498"/>
                  <a:gd name="connsiteX15" fmla="*/ 895604 w 1453388"/>
                  <a:gd name="connsiteY15" fmla="*/ 397570 h 1472498"/>
                  <a:gd name="connsiteX16" fmla="*/ 895350 w 1453388"/>
                  <a:gd name="connsiteY16" fmla="*/ 515171 h 1472498"/>
                  <a:gd name="connsiteX17" fmla="*/ 1144651 w 1453388"/>
                  <a:gd name="connsiteY17" fmla="*/ 586800 h 1472498"/>
                  <a:gd name="connsiteX18" fmla="*/ 1251204 w 1453388"/>
                  <a:gd name="connsiteY18" fmla="*/ 704528 h 1472498"/>
                  <a:gd name="connsiteX19" fmla="*/ 1340993 w 1453388"/>
                  <a:gd name="connsiteY19" fmla="*/ 779713 h 1472498"/>
                  <a:gd name="connsiteX20" fmla="*/ 1256030 w 1453388"/>
                  <a:gd name="connsiteY20" fmla="*/ 1014155 h 1472498"/>
                  <a:gd name="connsiteX21" fmla="*/ 1237361 w 1453388"/>
                  <a:gd name="connsiteY21" fmla="*/ 1043111 h 1472498"/>
                  <a:gd name="connsiteX22" fmla="*/ 1122934 w 1453388"/>
                  <a:gd name="connsiteY22" fmla="*/ 1135439 h 1472498"/>
                  <a:gd name="connsiteX23" fmla="*/ 1246632 w 1453388"/>
                  <a:gd name="connsiteY23" fmla="*/ 1210624 h 1472498"/>
                  <a:gd name="connsiteX24" fmla="*/ 1310640 w 1453388"/>
                  <a:gd name="connsiteY24" fmla="*/ 1137345 h 1472498"/>
                  <a:gd name="connsiteX25" fmla="*/ 1410843 w 1453388"/>
                  <a:gd name="connsiteY25" fmla="*/ 1154108 h 1472498"/>
                  <a:gd name="connsiteX26" fmla="*/ 1453388 w 1453388"/>
                  <a:gd name="connsiteY26" fmla="*/ 1224720 h 1472498"/>
                  <a:gd name="connsiteX27" fmla="*/ 1383665 w 1453388"/>
                  <a:gd name="connsiteY27" fmla="*/ 1462338 h 1472498"/>
                  <a:gd name="connsiteX28" fmla="*/ 1360424 w 1453388"/>
                  <a:gd name="connsiteY28" fmla="*/ 1465005 h 1472498"/>
                  <a:gd name="connsiteX29" fmla="*/ 1413637 w 1453388"/>
                  <a:gd name="connsiteY29" fmla="*/ 1314509 h 1472498"/>
                  <a:gd name="connsiteX30" fmla="*/ 1331468 w 1453388"/>
                  <a:gd name="connsiteY30" fmla="*/ 1334068 h 1472498"/>
                  <a:gd name="connsiteX31" fmla="*/ 1247394 w 1453388"/>
                  <a:gd name="connsiteY31" fmla="*/ 1274251 h 1472498"/>
                  <a:gd name="connsiteX32" fmla="*/ 1194054 w 1453388"/>
                  <a:gd name="connsiteY32" fmla="*/ 1459036 h 1472498"/>
                  <a:gd name="connsiteX33" fmla="*/ 1192022 w 1453388"/>
                  <a:gd name="connsiteY33" fmla="*/ 1472498 h 1472498"/>
                  <a:gd name="connsiteX34" fmla="*/ 1176909 w 1453388"/>
                  <a:gd name="connsiteY34" fmla="*/ 1457257 h 1472498"/>
                  <a:gd name="connsiteX35" fmla="*/ 1165606 w 1453388"/>
                  <a:gd name="connsiteY35" fmla="*/ 1370136 h 1472498"/>
                  <a:gd name="connsiteX36" fmla="*/ 1128776 w 1453388"/>
                  <a:gd name="connsiteY36" fmla="*/ 1185986 h 1472498"/>
                  <a:gd name="connsiteX37" fmla="*/ 1121791 w 1453388"/>
                  <a:gd name="connsiteY37" fmla="*/ 1162618 h 1472498"/>
                  <a:gd name="connsiteX38" fmla="*/ 950214 w 1453388"/>
                  <a:gd name="connsiteY38" fmla="*/ 1166427 h 1472498"/>
                  <a:gd name="connsiteX39" fmla="*/ 685927 w 1453388"/>
                  <a:gd name="connsiteY39" fmla="*/ 1159062 h 1472498"/>
                  <a:gd name="connsiteX40" fmla="*/ 645795 w 1453388"/>
                  <a:gd name="connsiteY40" fmla="*/ 1182302 h 1472498"/>
                  <a:gd name="connsiteX41" fmla="*/ 599694 w 1453388"/>
                  <a:gd name="connsiteY41" fmla="*/ 1461830 h 1472498"/>
                  <a:gd name="connsiteX42" fmla="*/ 574929 w 1453388"/>
                  <a:gd name="connsiteY42" fmla="*/ 1466020 h 1472498"/>
                  <a:gd name="connsiteX43" fmla="*/ 614299 w 1453388"/>
                  <a:gd name="connsiteY43" fmla="*/ 1184207 h 1472498"/>
                  <a:gd name="connsiteX44" fmla="*/ 481711 w 1453388"/>
                  <a:gd name="connsiteY44" fmla="*/ 1325051 h 1472498"/>
                  <a:gd name="connsiteX45" fmla="*/ 439166 w 1453388"/>
                  <a:gd name="connsiteY45" fmla="*/ 1458527 h 1472498"/>
                  <a:gd name="connsiteX46" fmla="*/ 413258 w 1453388"/>
                  <a:gd name="connsiteY46" fmla="*/ 1468814 h 1472498"/>
                  <a:gd name="connsiteX47" fmla="*/ 520319 w 1453388"/>
                  <a:gd name="connsiteY47" fmla="*/ 1228657 h 1472498"/>
                  <a:gd name="connsiteX48" fmla="*/ 650621 w 1453388"/>
                  <a:gd name="connsiteY48" fmla="*/ 1136963 h 1472498"/>
                  <a:gd name="connsiteX49" fmla="*/ 524637 w 1453388"/>
                  <a:gd name="connsiteY49" fmla="*/ 1011361 h 1472498"/>
                  <a:gd name="connsiteX50" fmla="*/ 446024 w 1453388"/>
                  <a:gd name="connsiteY50" fmla="*/ 970720 h 1472498"/>
                  <a:gd name="connsiteX51" fmla="*/ 414147 w 1453388"/>
                  <a:gd name="connsiteY51" fmla="*/ 824925 h 1472498"/>
                  <a:gd name="connsiteX52" fmla="*/ 513842 w 1453388"/>
                  <a:gd name="connsiteY52" fmla="*/ 724849 h 1472498"/>
                  <a:gd name="connsiteX53" fmla="*/ 691896 w 1453388"/>
                  <a:gd name="connsiteY53" fmla="*/ 550477 h 1472498"/>
                  <a:gd name="connsiteX54" fmla="*/ 869061 w 1453388"/>
                  <a:gd name="connsiteY54" fmla="*/ 514409 h 1472498"/>
                  <a:gd name="connsiteX55" fmla="*/ 869061 w 1453388"/>
                  <a:gd name="connsiteY55" fmla="*/ 398458 h 1472498"/>
                  <a:gd name="connsiteX56" fmla="*/ 722757 w 1453388"/>
                  <a:gd name="connsiteY56" fmla="*/ 301684 h 1472498"/>
                  <a:gd name="connsiteX57" fmla="*/ 610616 w 1453388"/>
                  <a:gd name="connsiteY57" fmla="*/ 358453 h 1472498"/>
                  <a:gd name="connsiteX58" fmla="*/ 395224 w 1453388"/>
                  <a:gd name="connsiteY58" fmla="*/ 348801 h 1472498"/>
                  <a:gd name="connsiteX59" fmla="*/ 326771 w 1453388"/>
                  <a:gd name="connsiteY59" fmla="*/ 533713 h 1472498"/>
                  <a:gd name="connsiteX60" fmla="*/ 356489 w 1453388"/>
                  <a:gd name="connsiteY60" fmla="*/ 561400 h 1472498"/>
                  <a:gd name="connsiteX61" fmla="*/ 290703 w 1453388"/>
                  <a:gd name="connsiteY61" fmla="*/ 659189 h 1472498"/>
                  <a:gd name="connsiteX62" fmla="*/ 241808 w 1453388"/>
                  <a:gd name="connsiteY62" fmla="*/ 552890 h 1472498"/>
                  <a:gd name="connsiteX63" fmla="*/ 300228 w 1453388"/>
                  <a:gd name="connsiteY63" fmla="*/ 527871 h 1472498"/>
                  <a:gd name="connsiteX64" fmla="*/ 349250 w 1453388"/>
                  <a:gd name="connsiteY64" fmla="*/ 400871 h 1472498"/>
                  <a:gd name="connsiteX65" fmla="*/ 372999 w 1453388"/>
                  <a:gd name="connsiteY65" fmla="*/ 338895 h 1472498"/>
                  <a:gd name="connsiteX66" fmla="*/ 180721 w 1453388"/>
                  <a:gd name="connsiteY66" fmla="*/ 261933 h 1472498"/>
                  <a:gd name="connsiteX67" fmla="*/ 131445 w 1453388"/>
                  <a:gd name="connsiteY67" fmla="*/ 300288 h 1472498"/>
                  <a:gd name="connsiteX68" fmla="*/ 34798 w 1453388"/>
                  <a:gd name="connsiteY68" fmla="*/ 262441 h 1472498"/>
                  <a:gd name="connsiteX69" fmla="*/ 62103 w 1453388"/>
                  <a:gd name="connsiteY69" fmla="*/ 148014 h 1472498"/>
                  <a:gd name="connsiteX70" fmla="*/ 130175 w 1453388"/>
                  <a:gd name="connsiteY70" fmla="*/ 143696 h 1472498"/>
                  <a:gd name="connsiteX71" fmla="*/ 124587 w 1453388"/>
                  <a:gd name="connsiteY71" fmla="*/ 109660 h 1472498"/>
                  <a:gd name="connsiteX72" fmla="*/ 839978 w 1453388"/>
                  <a:gd name="connsiteY72" fmla="*/ 33334 h 1472498"/>
                  <a:gd name="connsiteX73" fmla="*/ 729488 w 1453388"/>
                  <a:gd name="connsiteY73" fmla="*/ 140649 h 1472498"/>
                  <a:gd name="connsiteX74" fmla="*/ 886968 w 1453388"/>
                  <a:gd name="connsiteY74" fmla="*/ 369883 h 1472498"/>
                  <a:gd name="connsiteX75" fmla="*/ 1055370 w 1453388"/>
                  <a:gd name="connsiteY75" fmla="*/ 257362 h 1472498"/>
                  <a:gd name="connsiteX76" fmla="*/ 993902 w 1453388"/>
                  <a:gd name="connsiteY76" fmla="*/ 60765 h 1472498"/>
                  <a:gd name="connsiteX77" fmla="*/ 839978 w 1453388"/>
                  <a:gd name="connsiteY77" fmla="*/ 33334 h 1472498"/>
                  <a:gd name="connsiteX78" fmla="*/ 77851 w 1453388"/>
                  <a:gd name="connsiteY78" fmla="*/ 172526 h 1472498"/>
                  <a:gd name="connsiteX79" fmla="*/ 54356 w 1453388"/>
                  <a:gd name="connsiteY79" fmla="*/ 238565 h 1472498"/>
                  <a:gd name="connsiteX80" fmla="*/ 125984 w 1453388"/>
                  <a:gd name="connsiteY80" fmla="*/ 274126 h 1472498"/>
                  <a:gd name="connsiteX81" fmla="*/ 170180 w 1453388"/>
                  <a:gd name="connsiteY81" fmla="*/ 225484 h 1472498"/>
                  <a:gd name="connsiteX82" fmla="*/ 77851 w 1453388"/>
                  <a:gd name="connsiteY82" fmla="*/ 172526 h 1472498"/>
                  <a:gd name="connsiteX83" fmla="*/ 787400 w 1453388"/>
                  <a:gd name="connsiteY83" fmla="*/ 550224 h 1472498"/>
                  <a:gd name="connsiteX84" fmla="*/ 551561 w 1453388"/>
                  <a:gd name="connsiteY84" fmla="*/ 708084 h 1472498"/>
                  <a:gd name="connsiteX85" fmla="*/ 521081 w 1453388"/>
                  <a:gd name="connsiteY85" fmla="*/ 910269 h 1472498"/>
                  <a:gd name="connsiteX86" fmla="*/ 656336 w 1453388"/>
                  <a:gd name="connsiteY86" fmla="*/ 1108643 h 1472498"/>
                  <a:gd name="connsiteX87" fmla="*/ 885698 w 1453388"/>
                  <a:gd name="connsiteY87" fmla="*/ 1143059 h 1472498"/>
                  <a:gd name="connsiteX88" fmla="*/ 1167257 w 1453388"/>
                  <a:gd name="connsiteY88" fmla="*/ 1081464 h 1472498"/>
                  <a:gd name="connsiteX89" fmla="*/ 1254379 w 1453388"/>
                  <a:gd name="connsiteY89" fmla="*/ 789745 h 1472498"/>
                  <a:gd name="connsiteX90" fmla="*/ 1073404 w 1453388"/>
                  <a:gd name="connsiteY90" fmla="*/ 576766 h 1472498"/>
                  <a:gd name="connsiteX91" fmla="*/ 787400 w 1453388"/>
                  <a:gd name="connsiteY91" fmla="*/ 550224 h 1472498"/>
                  <a:gd name="connsiteX92" fmla="*/ 266700 w 1453388"/>
                  <a:gd name="connsiteY92" fmla="*/ 566480 h 1472498"/>
                  <a:gd name="connsiteX93" fmla="*/ 314071 w 1453388"/>
                  <a:gd name="connsiteY93" fmla="*/ 625407 h 1472498"/>
                  <a:gd name="connsiteX94" fmla="*/ 266700 w 1453388"/>
                  <a:gd name="connsiteY94" fmla="*/ 566480 h 1472498"/>
                  <a:gd name="connsiteX95" fmla="*/ 508508 w 1453388"/>
                  <a:gd name="connsiteY95" fmla="*/ 984309 h 1472498"/>
                  <a:gd name="connsiteX96" fmla="*/ 500888 w 1453388"/>
                  <a:gd name="connsiteY96" fmla="*/ 753677 h 1472498"/>
                  <a:gd name="connsiteX97" fmla="*/ 508508 w 1453388"/>
                  <a:gd name="connsiteY97" fmla="*/ 984309 h 1472498"/>
                  <a:gd name="connsiteX98" fmla="*/ 1274572 w 1453388"/>
                  <a:gd name="connsiteY98" fmla="*/ 752662 h 1472498"/>
                  <a:gd name="connsiteX99" fmla="*/ 1273048 w 1453388"/>
                  <a:gd name="connsiteY99" fmla="*/ 989008 h 1472498"/>
                  <a:gd name="connsiteX100" fmla="*/ 1274572 w 1453388"/>
                  <a:gd name="connsiteY100" fmla="*/ 752662 h 1472498"/>
                  <a:gd name="connsiteX101" fmla="*/ 1310640 w 1453388"/>
                  <a:gd name="connsiteY101" fmla="*/ 1163761 h 1472498"/>
                  <a:gd name="connsiteX102" fmla="*/ 1312418 w 1453388"/>
                  <a:gd name="connsiteY102" fmla="*/ 1303461 h 1472498"/>
                  <a:gd name="connsiteX103" fmla="*/ 1425702 w 1453388"/>
                  <a:gd name="connsiteY103" fmla="*/ 1234119 h 1472498"/>
                  <a:gd name="connsiteX104" fmla="*/ 1310640 w 1453388"/>
                  <a:gd name="connsiteY104" fmla="*/ 1163761 h 1472498"/>
                  <a:gd name="connsiteX105" fmla="*/ 1154557 w 1453388"/>
                  <a:gd name="connsiteY105" fmla="*/ 1181540 h 1472498"/>
                  <a:gd name="connsiteX106" fmla="*/ 1189609 w 1453388"/>
                  <a:gd name="connsiteY106" fmla="*/ 1338005 h 1472498"/>
                  <a:gd name="connsiteX107" fmla="*/ 1241806 w 1453388"/>
                  <a:gd name="connsiteY107" fmla="*/ 1235643 h 1472498"/>
                  <a:gd name="connsiteX108" fmla="*/ 1154557 w 1453388"/>
                  <a:gd name="connsiteY108" fmla="*/ 1181540 h 1472498"/>
                  <a:gd name="connsiteX0" fmla="*/ 0 w 1453388"/>
                  <a:gd name="connsiteY0" fmla="*/ 45399 h 1472498"/>
                  <a:gd name="connsiteX1" fmla="*/ 147193 w 1453388"/>
                  <a:gd name="connsiteY1" fmla="*/ 125155 h 1472498"/>
                  <a:gd name="connsiteX2" fmla="*/ 196977 w 1453388"/>
                  <a:gd name="connsiteY2" fmla="*/ 181034 h 1472498"/>
                  <a:gd name="connsiteX3" fmla="*/ 195326 w 1453388"/>
                  <a:gd name="connsiteY3" fmla="*/ 241740 h 1472498"/>
                  <a:gd name="connsiteX4" fmla="*/ 488950 w 1453388"/>
                  <a:gd name="connsiteY4" fmla="*/ 345245 h 1472498"/>
                  <a:gd name="connsiteX5" fmla="*/ 603758 w 1453388"/>
                  <a:gd name="connsiteY5" fmla="*/ 328482 h 1472498"/>
                  <a:gd name="connsiteX6" fmla="*/ 708787 w 1453388"/>
                  <a:gd name="connsiteY6" fmla="*/ 280476 h 1472498"/>
                  <a:gd name="connsiteX7" fmla="*/ 694817 w 1453388"/>
                  <a:gd name="connsiteY7" fmla="*/ 182685 h 1472498"/>
                  <a:gd name="connsiteX8" fmla="*/ 744220 w 1453388"/>
                  <a:gd name="connsiteY8" fmla="*/ 62924 h 1472498"/>
                  <a:gd name="connsiteX9" fmla="*/ 972566 w 1453388"/>
                  <a:gd name="connsiteY9" fmla="*/ 17077 h 1472498"/>
                  <a:gd name="connsiteX10" fmla="*/ 1092200 w 1453388"/>
                  <a:gd name="connsiteY10" fmla="*/ 236533 h 1472498"/>
                  <a:gd name="connsiteX11" fmla="*/ 1092532 w 1453388"/>
                  <a:gd name="connsiteY11" fmla="*/ 256335 h 1472498"/>
                  <a:gd name="connsiteX12" fmla="*/ 1082294 w 1453388"/>
                  <a:gd name="connsiteY12" fmla="*/ 261426 h 1472498"/>
                  <a:gd name="connsiteX13" fmla="*/ 945007 w 1453388"/>
                  <a:gd name="connsiteY13" fmla="*/ 390712 h 1472498"/>
                  <a:gd name="connsiteX14" fmla="*/ 895604 w 1453388"/>
                  <a:gd name="connsiteY14" fmla="*/ 397570 h 1472498"/>
                  <a:gd name="connsiteX15" fmla="*/ 895350 w 1453388"/>
                  <a:gd name="connsiteY15" fmla="*/ 515171 h 1472498"/>
                  <a:gd name="connsiteX16" fmla="*/ 1144651 w 1453388"/>
                  <a:gd name="connsiteY16" fmla="*/ 586800 h 1472498"/>
                  <a:gd name="connsiteX17" fmla="*/ 1251204 w 1453388"/>
                  <a:gd name="connsiteY17" fmla="*/ 704528 h 1472498"/>
                  <a:gd name="connsiteX18" fmla="*/ 1340993 w 1453388"/>
                  <a:gd name="connsiteY18" fmla="*/ 779713 h 1472498"/>
                  <a:gd name="connsiteX19" fmla="*/ 1256030 w 1453388"/>
                  <a:gd name="connsiteY19" fmla="*/ 1014155 h 1472498"/>
                  <a:gd name="connsiteX20" fmla="*/ 1237361 w 1453388"/>
                  <a:gd name="connsiteY20" fmla="*/ 1043111 h 1472498"/>
                  <a:gd name="connsiteX21" fmla="*/ 1122934 w 1453388"/>
                  <a:gd name="connsiteY21" fmla="*/ 1135439 h 1472498"/>
                  <a:gd name="connsiteX22" fmla="*/ 1246632 w 1453388"/>
                  <a:gd name="connsiteY22" fmla="*/ 1210624 h 1472498"/>
                  <a:gd name="connsiteX23" fmla="*/ 1310640 w 1453388"/>
                  <a:gd name="connsiteY23" fmla="*/ 1137345 h 1472498"/>
                  <a:gd name="connsiteX24" fmla="*/ 1410843 w 1453388"/>
                  <a:gd name="connsiteY24" fmla="*/ 1154108 h 1472498"/>
                  <a:gd name="connsiteX25" fmla="*/ 1453388 w 1453388"/>
                  <a:gd name="connsiteY25" fmla="*/ 1224720 h 1472498"/>
                  <a:gd name="connsiteX26" fmla="*/ 1383665 w 1453388"/>
                  <a:gd name="connsiteY26" fmla="*/ 1462338 h 1472498"/>
                  <a:gd name="connsiteX27" fmla="*/ 1360424 w 1453388"/>
                  <a:gd name="connsiteY27" fmla="*/ 1465005 h 1472498"/>
                  <a:gd name="connsiteX28" fmla="*/ 1413637 w 1453388"/>
                  <a:gd name="connsiteY28" fmla="*/ 1314509 h 1472498"/>
                  <a:gd name="connsiteX29" fmla="*/ 1331468 w 1453388"/>
                  <a:gd name="connsiteY29" fmla="*/ 1334068 h 1472498"/>
                  <a:gd name="connsiteX30" fmla="*/ 1247394 w 1453388"/>
                  <a:gd name="connsiteY30" fmla="*/ 1274251 h 1472498"/>
                  <a:gd name="connsiteX31" fmla="*/ 1194054 w 1453388"/>
                  <a:gd name="connsiteY31" fmla="*/ 1459036 h 1472498"/>
                  <a:gd name="connsiteX32" fmla="*/ 1192022 w 1453388"/>
                  <a:gd name="connsiteY32" fmla="*/ 1472498 h 1472498"/>
                  <a:gd name="connsiteX33" fmla="*/ 1176909 w 1453388"/>
                  <a:gd name="connsiteY33" fmla="*/ 1457257 h 1472498"/>
                  <a:gd name="connsiteX34" fmla="*/ 1165606 w 1453388"/>
                  <a:gd name="connsiteY34" fmla="*/ 1370136 h 1472498"/>
                  <a:gd name="connsiteX35" fmla="*/ 1128776 w 1453388"/>
                  <a:gd name="connsiteY35" fmla="*/ 1185986 h 1472498"/>
                  <a:gd name="connsiteX36" fmla="*/ 1121791 w 1453388"/>
                  <a:gd name="connsiteY36" fmla="*/ 1162618 h 1472498"/>
                  <a:gd name="connsiteX37" fmla="*/ 950214 w 1453388"/>
                  <a:gd name="connsiteY37" fmla="*/ 1166427 h 1472498"/>
                  <a:gd name="connsiteX38" fmla="*/ 685927 w 1453388"/>
                  <a:gd name="connsiteY38" fmla="*/ 1159062 h 1472498"/>
                  <a:gd name="connsiteX39" fmla="*/ 645795 w 1453388"/>
                  <a:gd name="connsiteY39" fmla="*/ 1182302 h 1472498"/>
                  <a:gd name="connsiteX40" fmla="*/ 599694 w 1453388"/>
                  <a:gd name="connsiteY40" fmla="*/ 1461830 h 1472498"/>
                  <a:gd name="connsiteX41" fmla="*/ 574929 w 1453388"/>
                  <a:gd name="connsiteY41" fmla="*/ 1466020 h 1472498"/>
                  <a:gd name="connsiteX42" fmla="*/ 614299 w 1453388"/>
                  <a:gd name="connsiteY42" fmla="*/ 1184207 h 1472498"/>
                  <a:gd name="connsiteX43" fmla="*/ 481711 w 1453388"/>
                  <a:gd name="connsiteY43" fmla="*/ 1325051 h 1472498"/>
                  <a:gd name="connsiteX44" fmla="*/ 439166 w 1453388"/>
                  <a:gd name="connsiteY44" fmla="*/ 1458527 h 1472498"/>
                  <a:gd name="connsiteX45" fmla="*/ 413258 w 1453388"/>
                  <a:gd name="connsiteY45" fmla="*/ 1468814 h 1472498"/>
                  <a:gd name="connsiteX46" fmla="*/ 520319 w 1453388"/>
                  <a:gd name="connsiteY46" fmla="*/ 1228657 h 1472498"/>
                  <a:gd name="connsiteX47" fmla="*/ 650621 w 1453388"/>
                  <a:gd name="connsiteY47" fmla="*/ 1136963 h 1472498"/>
                  <a:gd name="connsiteX48" fmla="*/ 524637 w 1453388"/>
                  <a:gd name="connsiteY48" fmla="*/ 1011361 h 1472498"/>
                  <a:gd name="connsiteX49" fmla="*/ 446024 w 1453388"/>
                  <a:gd name="connsiteY49" fmla="*/ 970720 h 1472498"/>
                  <a:gd name="connsiteX50" fmla="*/ 414147 w 1453388"/>
                  <a:gd name="connsiteY50" fmla="*/ 824925 h 1472498"/>
                  <a:gd name="connsiteX51" fmla="*/ 513842 w 1453388"/>
                  <a:gd name="connsiteY51" fmla="*/ 724849 h 1472498"/>
                  <a:gd name="connsiteX52" fmla="*/ 691896 w 1453388"/>
                  <a:gd name="connsiteY52" fmla="*/ 550477 h 1472498"/>
                  <a:gd name="connsiteX53" fmla="*/ 869061 w 1453388"/>
                  <a:gd name="connsiteY53" fmla="*/ 514409 h 1472498"/>
                  <a:gd name="connsiteX54" fmla="*/ 869061 w 1453388"/>
                  <a:gd name="connsiteY54" fmla="*/ 398458 h 1472498"/>
                  <a:gd name="connsiteX55" fmla="*/ 722757 w 1453388"/>
                  <a:gd name="connsiteY55" fmla="*/ 301684 h 1472498"/>
                  <a:gd name="connsiteX56" fmla="*/ 610616 w 1453388"/>
                  <a:gd name="connsiteY56" fmla="*/ 358453 h 1472498"/>
                  <a:gd name="connsiteX57" fmla="*/ 395224 w 1453388"/>
                  <a:gd name="connsiteY57" fmla="*/ 348801 h 1472498"/>
                  <a:gd name="connsiteX58" fmla="*/ 326771 w 1453388"/>
                  <a:gd name="connsiteY58" fmla="*/ 533713 h 1472498"/>
                  <a:gd name="connsiteX59" fmla="*/ 356489 w 1453388"/>
                  <a:gd name="connsiteY59" fmla="*/ 561400 h 1472498"/>
                  <a:gd name="connsiteX60" fmla="*/ 290703 w 1453388"/>
                  <a:gd name="connsiteY60" fmla="*/ 659189 h 1472498"/>
                  <a:gd name="connsiteX61" fmla="*/ 241808 w 1453388"/>
                  <a:gd name="connsiteY61" fmla="*/ 552890 h 1472498"/>
                  <a:gd name="connsiteX62" fmla="*/ 300228 w 1453388"/>
                  <a:gd name="connsiteY62" fmla="*/ 527871 h 1472498"/>
                  <a:gd name="connsiteX63" fmla="*/ 349250 w 1453388"/>
                  <a:gd name="connsiteY63" fmla="*/ 400871 h 1472498"/>
                  <a:gd name="connsiteX64" fmla="*/ 372999 w 1453388"/>
                  <a:gd name="connsiteY64" fmla="*/ 338895 h 1472498"/>
                  <a:gd name="connsiteX65" fmla="*/ 180721 w 1453388"/>
                  <a:gd name="connsiteY65" fmla="*/ 261933 h 1472498"/>
                  <a:gd name="connsiteX66" fmla="*/ 131445 w 1453388"/>
                  <a:gd name="connsiteY66" fmla="*/ 300288 h 1472498"/>
                  <a:gd name="connsiteX67" fmla="*/ 34798 w 1453388"/>
                  <a:gd name="connsiteY67" fmla="*/ 262441 h 1472498"/>
                  <a:gd name="connsiteX68" fmla="*/ 62103 w 1453388"/>
                  <a:gd name="connsiteY68" fmla="*/ 148014 h 1472498"/>
                  <a:gd name="connsiteX69" fmla="*/ 130175 w 1453388"/>
                  <a:gd name="connsiteY69" fmla="*/ 143696 h 1472498"/>
                  <a:gd name="connsiteX70" fmla="*/ 124587 w 1453388"/>
                  <a:gd name="connsiteY70" fmla="*/ 109660 h 1472498"/>
                  <a:gd name="connsiteX71" fmla="*/ 839978 w 1453388"/>
                  <a:gd name="connsiteY71" fmla="*/ 33334 h 1472498"/>
                  <a:gd name="connsiteX72" fmla="*/ 729488 w 1453388"/>
                  <a:gd name="connsiteY72" fmla="*/ 140649 h 1472498"/>
                  <a:gd name="connsiteX73" fmla="*/ 886968 w 1453388"/>
                  <a:gd name="connsiteY73" fmla="*/ 369883 h 1472498"/>
                  <a:gd name="connsiteX74" fmla="*/ 1055370 w 1453388"/>
                  <a:gd name="connsiteY74" fmla="*/ 257362 h 1472498"/>
                  <a:gd name="connsiteX75" fmla="*/ 993902 w 1453388"/>
                  <a:gd name="connsiteY75" fmla="*/ 60765 h 1472498"/>
                  <a:gd name="connsiteX76" fmla="*/ 839978 w 1453388"/>
                  <a:gd name="connsiteY76" fmla="*/ 33334 h 1472498"/>
                  <a:gd name="connsiteX77" fmla="*/ 77851 w 1453388"/>
                  <a:gd name="connsiteY77" fmla="*/ 172526 h 1472498"/>
                  <a:gd name="connsiteX78" fmla="*/ 54356 w 1453388"/>
                  <a:gd name="connsiteY78" fmla="*/ 238565 h 1472498"/>
                  <a:gd name="connsiteX79" fmla="*/ 125984 w 1453388"/>
                  <a:gd name="connsiteY79" fmla="*/ 274126 h 1472498"/>
                  <a:gd name="connsiteX80" fmla="*/ 170180 w 1453388"/>
                  <a:gd name="connsiteY80" fmla="*/ 225484 h 1472498"/>
                  <a:gd name="connsiteX81" fmla="*/ 77851 w 1453388"/>
                  <a:gd name="connsiteY81" fmla="*/ 172526 h 1472498"/>
                  <a:gd name="connsiteX82" fmla="*/ 787400 w 1453388"/>
                  <a:gd name="connsiteY82" fmla="*/ 550224 h 1472498"/>
                  <a:gd name="connsiteX83" fmla="*/ 551561 w 1453388"/>
                  <a:gd name="connsiteY83" fmla="*/ 708084 h 1472498"/>
                  <a:gd name="connsiteX84" fmla="*/ 521081 w 1453388"/>
                  <a:gd name="connsiteY84" fmla="*/ 910269 h 1472498"/>
                  <a:gd name="connsiteX85" fmla="*/ 656336 w 1453388"/>
                  <a:gd name="connsiteY85" fmla="*/ 1108643 h 1472498"/>
                  <a:gd name="connsiteX86" fmla="*/ 885698 w 1453388"/>
                  <a:gd name="connsiteY86" fmla="*/ 1143059 h 1472498"/>
                  <a:gd name="connsiteX87" fmla="*/ 1167257 w 1453388"/>
                  <a:gd name="connsiteY87" fmla="*/ 1081464 h 1472498"/>
                  <a:gd name="connsiteX88" fmla="*/ 1254379 w 1453388"/>
                  <a:gd name="connsiteY88" fmla="*/ 789745 h 1472498"/>
                  <a:gd name="connsiteX89" fmla="*/ 1073404 w 1453388"/>
                  <a:gd name="connsiteY89" fmla="*/ 576766 h 1472498"/>
                  <a:gd name="connsiteX90" fmla="*/ 787400 w 1453388"/>
                  <a:gd name="connsiteY90" fmla="*/ 550224 h 1472498"/>
                  <a:gd name="connsiteX91" fmla="*/ 266700 w 1453388"/>
                  <a:gd name="connsiteY91" fmla="*/ 566480 h 1472498"/>
                  <a:gd name="connsiteX92" fmla="*/ 314071 w 1453388"/>
                  <a:gd name="connsiteY92" fmla="*/ 625407 h 1472498"/>
                  <a:gd name="connsiteX93" fmla="*/ 266700 w 1453388"/>
                  <a:gd name="connsiteY93" fmla="*/ 566480 h 1472498"/>
                  <a:gd name="connsiteX94" fmla="*/ 508508 w 1453388"/>
                  <a:gd name="connsiteY94" fmla="*/ 984309 h 1472498"/>
                  <a:gd name="connsiteX95" fmla="*/ 500888 w 1453388"/>
                  <a:gd name="connsiteY95" fmla="*/ 753677 h 1472498"/>
                  <a:gd name="connsiteX96" fmla="*/ 508508 w 1453388"/>
                  <a:gd name="connsiteY96" fmla="*/ 984309 h 1472498"/>
                  <a:gd name="connsiteX97" fmla="*/ 1274572 w 1453388"/>
                  <a:gd name="connsiteY97" fmla="*/ 752662 h 1472498"/>
                  <a:gd name="connsiteX98" fmla="*/ 1273048 w 1453388"/>
                  <a:gd name="connsiteY98" fmla="*/ 989008 h 1472498"/>
                  <a:gd name="connsiteX99" fmla="*/ 1274572 w 1453388"/>
                  <a:gd name="connsiteY99" fmla="*/ 752662 h 1472498"/>
                  <a:gd name="connsiteX100" fmla="*/ 1310640 w 1453388"/>
                  <a:gd name="connsiteY100" fmla="*/ 1163761 h 1472498"/>
                  <a:gd name="connsiteX101" fmla="*/ 1312418 w 1453388"/>
                  <a:gd name="connsiteY101" fmla="*/ 1303461 h 1472498"/>
                  <a:gd name="connsiteX102" fmla="*/ 1425702 w 1453388"/>
                  <a:gd name="connsiteY102" fmla="*/ 1234119 h 1472498"/>
                  <a:gd name="connsiteX103" fmla="*/ 1310640 w 1453388"/>
                  <a:gd name="connsiteY103" fmla="*/ 1163761 h 1472498"/>
                  <a:gd name="connsiteX104" fmla="*/ 1154557 w 1453388"/>
                  <a:gd name="connsiteY104" fmla="*/ 1181540 h 1472498"/>
                  <a:gd name="connsiteX105" fmla="*/ 1189609 w 1453388"/>
                  <a:gd name="connsiteY105" fmla="*/ 1338005 h 1472498"/>
                  <a:gd name="connsiteX106" fmla="*/ 1241806 w 1453388"/>
                  <a:gd name="connsiteY106" fmla="*/ 1235643 h 1472498"/>
                  <a:gd name="connsiteX107" fmla="*/ 1154557 w 1453388"/>
                  <a:gd name="connsiteY107" fmla="*/ 1181540 h 1472498"/>
                  <a:gd name="connsiteX0" fmla="*/ 0 w 1453388"/>
                  <a:gd name="connsiteY0" fmla="*/ 45399 h 1472498"/>
                  <a:gd name="connsiteX1" fmla="*/ 147193 w 1453388"/>
                  <a:gd name="connsiteY1" fmla="*/ 125155 h 1472498"/>
                  <a:gd name="connsiteX2" fmla="*/ 196977 w 1453388"/>
                  <a:gd name="connsiteY2" fmla="*/ 181034 h 1472498"/>
                  <a:gd name="connsiteX3" fmla="*/ 195326 w 1453388"/>
                  <a:gd name="connsiteY3" fmla="*/ 241740 h 1472498"/>
                  <a:gd name="connsiteX4" fmla="*/ 488950 w 1453388"/>
                  <a:gd name="connsiteY4" fmla="*/ 345245 h 1472498"/>
                  <a:gd name="connsiteX5" fmla="*/ 603758 w 1453388"/>
                  <a:gd name="connsiteY5" fmla="*/ 328482 h 1472498"/>
                  <a:gd name="connsiteX6" fmla="*/ 708787 w 1453388"/>
                  <a:gd name="connsiteY6" fmla="*/ 280476 h 1472498"/>
                  <a:gd name="connsiteX7" fmla="*/ 694817 w 1453388"/>
                  <a:gd name="connsiteY7" fmla="*/ 182685 h 1472498"/>
                  <a:gd name="connsiteX8" fmla="*/ 744220 w 1453388"/>
                  <a:gd name="connsiteY8" fmla="*/ 62924 h 1472498"/>
                  <a:gd name="connsiteX9" fmla="*/ 972566 w 1453388"/>
                  <a:gd name="connsiteY9" fmla="*/ 17077 h 1472498"/>
                  <a:gd name="connsiteX10" fmla="*/ 1092200 w 1453388"/>
                  <a:gd name="connsiteY10" fmla="*/ 236533 h 1472498"/>
                  <a:gd name="connsiteX11" fmla="*/ 1092532 w 1453388"/>
                  <a:gd name="connsiteY11" fmla="*/ 256335 h 1472498"/>
                  <a:gd name="connsiteX12" fmla="*/ 1082294 w 1453388"/>
                  <a:gd name="connsiteY12" fmla="*/ 261426 h 1472498"/>
                  <a:gd name="connsiteX13" fmla="*/ 945007 w 1453388"/>
                  <a:gd name="connsiteY13" fmla="*/ 390712 h 1472498"/>
                  <a:gd name="connsiteX14" fmla="*/ 895604 w 1453388"/>
                  <a:gd name="connsiteY14" fmla="*/ 397570 h 1472498"/>
                  <a:gd name="connsiteX15" fmla="*/ 895350 w 1453388"/>
                  <a:gd name="connsiteY15" fmla="*/ 515171 h 1472498"/>
                  <a:gd name="connsiteX16" fmla="*/ 1144651 w 1453388"/>
                  <a:gd name="connsiteY16" fmla="*/ 586800 h 1472498"/>
                  <a:gd name="connsiteX17" fmla="*/ 1251204 w 1453388"/>
                  <a:gd name="connsiteY17" fmla="*/ 704528 h 1472498"/>
                  <a:gd name="connsiteX18" fmla="*/ 1340993 w 1453388"/>
                  <a:gd name="connsiteY18" fmla="*/ 779713 h 1472498"/>
                  <a:gd name="connsiteX19" fmla="*/ 1256030 w 1453388"/>
                  <a:gd name="connsiteY19" fmla="*/ 1014155 h 1472498"/>
                  <a:gd name="connsiteX20" fmla="*/ 1237361 w 1453388"/>
                  <a:gd name="connsiteY20" fmla="*/ 1043111 h 1472498"/>
                  <a:gd name="connsiteX21" fmla="*/ 1122934 w 1453388"/>
                  <a:gd name="connsiteY21" fmla="*/ 1135439 h 1472498"/>
                  <a:gd name="connsiteX22" fmla="*/ 1246632 w 1453388"/>
                  <a:gd name="connsiteY22" fmla="*/ 1210624 h 1472498"/>
                  <a:gd name="connsiteX23" fmla="*/ 1310640 w 1453388"/>
                  <a:gd name="connsiteY23" fmla="*/ 1137345 h 1472498"/>
                  <a:gd name="connsiteX24" fmla="*/ 1410843 w 1453388"/>
                  <a:gd name="connsiteY24" fmla="*/ 1154108 h 1472498"/>
                  <a:gd name="connsiteX25" fmla="*/ 1453388 w 1453388"/>
                  <a:gd name="connsiteY25" fmla="*/ 1224720 h 1472498"/>
                  <a:gd name="connsiteX26" fmla="*/ 1383665 w 1453388"/>
                  <a:gd name="connsiteY26" fmla="*/ 1462338 h 1472498"/>
                  <a:gd name="connsiteX27" fmla="*/ 1360424 w 1453388"/>
                  <a:gd name="connsiteY27" fmla="*/ 1465005 h 1472498"/>
                  <a:gd name="connsiteX28" fmla="*/ 1413637 w 1453388"/>
                  <a:gd name="connsiteY28" fmla="*/ 1314509 h 1472498"/>
                  <a:gd name="connsiteX29" fmla="*/ 1331468 w 1453388"/>
                  <a:gd name="connsiteY29" fmla="*/ 1334068 h 1472498"/>
                  <a:gd name="connsiteX30" fmla="*/ 1247394 w 1453388"/>
                  <a:gd name="connsiteY30" fmla="*/ 1274251 h 1472498"/>
                  <a:gd name="connsiteX31" fmla="*/ 1194054 w 1453388"/>
                  <a:gd name="connsiteY31" fmla="*/ 1459036 h 1472498"/>
                  <a:gd name="connsiteX32" fmla="*/ 1192022 w 1453388"/>
                  <a:gd name="connsiteY32" fmla="*/ 1472498 h 1472498"/>
                  <a:gd name="connsiteX33" fmla="*/ 1176909 w 1453388"/>
                  <a:gd name="connsiteY33" fmla="*/ 1457257 h 1472498"/>
                  <a:gd name="connsiteX34" fmla="*/ 1165606 w 1453388"/>
                  <a:gd name="connsiteY34" fmla="*/ 1370136 h 1472498"/>
                  <a:gd name="connsiteX35" fmla="*/ 1128776 w 1453388"/>
                  <a:gd name="connsiteY35" fmla="*/ 1185986 h 1472498"/>
                  <a:gd name="connsiteX36" fmla="*/ 1121791 w 1453388"/>
                  <a:gd name="connsiteY36" fmla="*/ 1162618 h 1472498"/>
                  <a:gd name="connsiteX37" fmla="*/ 950214 w 1453388"/>
                  <a:gd name="connsiteY37" fmla="*/ 1166427 h 1472498"/>
                  <a:gd name="connsiteX38" fmla="*/ 685927 w 1453388"/>
                  <a:gd name="connsiteY38" fmla="*/ 1159062 h 1472498"/>
                  <a:gd name="connsiteX39" fmla="*/ 645795 w 1453388"/>
                  <a:gd name="connsiteY39" fmla="*/ 1182302 h 1472498"/>
                  <a:gd name="connsiteX40" fmla="*/ 599694 w 1453388"/>
                  <a:gd name="connsiteY40" fmla="*/ 1461830 h 1472498"/>
                  <a:gd name="connsiteX41" fmla="*/ 574929 w 1453388"/>
                  <a:gd name="connsiteY41" fmla="*/ 1466020 h 1472498"/>
                  <a:gd name="connsiteX42" fmla="*/ 614299 w 1453388"/>
                  <a:gd name="connsiteY42" fmla="*/ 1184207 h 1472498"/>
                  <a:gd name="connsiteX43" fmla="*/ 481711 w 1453388"/>
                  <a:gd name="connsiteY43" fmla="*/ 1325051 h 1472498"/>
                  <a:gd name="connsiteX44" fmla="*/ 439166 w 1453388"/>
                  <a:gd name="connsiteY44" fmla="*/ 1458527 h 1472498"/>
                  <a:gd name="connsiteX45" fmla="*/ 413258 w 1453388"/>
                  <a:gd name="connsiteY45" fmla="*/ 1468814 h 1472498"/>
                  <a:gd name="connsiteX46" fmla="*/ 520319 w 1453388"/>
                  <a:gd name="connsiteY46" fmla="*/ 1228657 h 1472498"/>
                  <a:gd name="connsiteX47" fmla="*/ 650621 w 1453388"/>
                  <a:gd name="connsiteY47" fmla="*/ 1136963 h 1472498"/>
                  <a:gd name="connsiteX48" fmla="*/ 524637 w 1453388"/>
                  <a:gd name="connsiteY48" fmla="*/ 1011361 h 1472498"/>
                  <a:gd name="connsiteX49" fmla="*/ 446024 w 1453388"/>
                  <a:gd name="connsiteY49" fmla="*/ 970720 h 1472498"/>
                  <a:gd name="connsiteX50" fmla="*/ 414147 w 1453388"/>
                  <a:gd name="connsiteY50" fmla="*/ 824925 h 1472498"/>
                  <a:gd name="connsiteX51" fmla="*/ 513842 w 1453388"/>
                  <a:gd name="connsiteY51" fmla="*/ 724849 h 1472498"/>
                  <a:gd name="connsiteX52" fmla="*/ 691896 w 1453388"/>
                  <a:gd name="connsiteY52" fmla="*/ 550477 h 1472498"/>
                  <a:gd name="connsiteX53" fmla="*/ 869061 w 1453388"/>
                  <a:gd name="connsiteY53" fmla="*/ 514409 h 1472498"/>
                  <a:gd name="connsiteX54" fmla="*/ 869061 w 1453388"/>
                  <a:gd name="connsiteY54" fmla="*/ 398458 h 1472498"/>
                  <a:gd name="connsiteX55" fmla="*/ 722757 w 1453388"/>
                  <a:gd name="connsiteY55" fmla="*/ 301684 h 1472498"/>
                  <a:gd name="connsiteX56" fmla="*/ 610616 w 1453388"/>
                  <a:gd name="connsiteY56" fmla="*/ 358453 h 1472498"/>
                  <a:gd name="connsiteX57" fmla="*/ 395224 w 1453388"/>
                  <a:gd name="connsiteY57" fmla="*/ 348801 h 1472498"/>
                  <a:gd name="connsiteX58" fmla="*/ 326771 w 1453388"/>
                  <a:gd name="connsiteY58" fmla="*/ 533713 h 1472498"/>
                  <a:gd name="connsiteX59" fmla="*/ 356489 w 1453388"/>
                  <a:gd name="connsiteY59" fmla="*/ 561400 h 1472498"/>
                  <a:gd name="connsiteX60" fmla="*/ 290703 w 1453388"/>
                  <a:gd name="connsiteY60" fmla="*/ 659189 h 1472498"/>
                  <a:gd name="connsiteX61" fmla="*/ 241808 w 1453388"/>
                  <a:gd name="connsiteY61" fmla="*/ 552890 h 1472498"/>
                  <a:gd name="connsiteX62" fmla="*/ 300228 w 1453388"/>
                  <a:gd name="connsiteY62" fmla="*/ 527871 h 1472498"/>
                  <a:gd name="connsiteX63" fmla="*/ 349250 w 1453388"/>
                  <a:gd name="connsiteY63" fmla="*/ 400871 h 1472498"/>
                  <a:gd name="connsiteX64" fmla="*/ 372999 w 1453388"/>
                  <a:gd name="connsiteY64" fmla="*/ 338895 h 1472498"/>
                  <a:gd name="connsiteX65" fmla="*/ 180721 w 1453388"/>
                  <a:gd name="connsiteY65" fmla="*/ 261933 h 1472498"/>
                  <a:gd name="connsiteX66" fmla="*/ 131445 w 1453388"/>
                  <a:gd name="connsiteY66" fmla="*/ 300288 h 1472498"/>
                  <a:gd name="connsiteX67" fmla="*/ 34798 w 1453388"/>
                  <a:gd name="connsiteY67" fmla="*/ 262441 h 1472498"/>
                  <a:gd name="connsiteX68" fmla="*/ 62103 w 1453388"/>
                  <a:gd name="connsiteY68" fmla="*/ 148014 h 1472498"/>
                  <a:gd name="connsiteX69" fmla="*/ 130175 w 1453388"/>
                  <a:gd name="connsiteY69" fmla="*/ 143696 h 1472498"/>
                  <a:gd name="connsiteX70" fmla="*/ 839978 w 1453388"/>
                  <a:gd name="connsiteY70" fmla="*/ 33334 h 1472498"/>
                  <a:gd name="connsiteX71" fmla="*/ 729488 w 1453388"/>
                  <a:gd name="connsiteY71" fmla="*/ 140649 h 1472498"/>
                  <a:gd name="connsiteX72" fmla="*/ 886968 w 1453388"/>
                  <a:gd name="connsiteY72" fmla="*/ 369883 h 1472498"/>
                  <a:gd name="connsiteX73" fmla="*/ 1055370 w 1453388"/>
                  <a:gd name="connsiteY73" fmla="*/ 257362 h 1472498"/>
                  <a:gd name="connsiteX74" fmla="*/ 993902 w 1453388"/>
                  <a:gd name="connsiteY74" fmla="*/ 60765 h 1472498"/>
                  <a:gd name="connsiteX75" fmla="*/ 839978 w 1453388"/>
                  <a:gd name="connsiteY75" fmla="*/ 33334 h 1472498"/>
                  <a:gd name="connsiteX76" fmla="*/ 77851 w 1453388"/>
                  <a:gd name="connsiteY76" fmla="*/ 172526 h 1472498"/>
                  <a:gd name="connsiteX77" fmla="*/ 54356 w 1453388"/>
                  <a:gd name="connsiteY77" fmla="*/ 238565 h 1472498"/>
                  <a:gd name="connsiteX78" fmla="*/ 125984 w 1453388"/>
                  <a:gd name="connsiteY78" fmla="*/ 274126 h 1472498"/>
                  <a:gd name="connsiteX79" fmla="*/ 170180 w 1453388"/>
                  <a:gd name="connsiteY79" fmla="*/ 225484 h 1472498"/>
                  <a:gd name="connsiteX80" fmla="*/ 77851 w 1453388"/>
                  <a:gd name="connsiteY80" fmla="*/ 172526 h 1472498"/>
                  <a:gd name="connsiteX81" fmla="*/ 787400 w 1453388"/>
                  <a:gd name="connsiteY81" fmla="*/ 550224 h 1472498"/>
                  <a:gd name="connsiteX82" fmla="*/ 551561 w 1453388"/>
                  <a:gd name="connsiteY82" fmla="*/ 708084 h 1472498"/>
                  <a:gd name="connsiteX83" fmla="*/ 521081 w 1453388"/>
                  <a:gd name="connsiteY83" fmla="*/ 910269 h 1472498"/>
                  <a:gd name="connsiteX84" fmla="*/ 656336 w 1453388"/>
                  <a:gd name="connsiteY84" fmla="*/ 1108643 h 1472498"/>
                  <a:gd name="connsiteX85" fmla="*/ 885698 w 1453388"/>
                  <a:gd name="connsiteY85" fmla="*/ 1143059 h 1472498"/>
                  <a:gd name="connsiteX86" fmla="*/ 1167257 w 1453388"/>
                  <a:gd name="connsiteY86" fmla="*/ 1081464 h 1472498"/>
                  <a:gd name="connsiteX87" fmla="*/ 1254379 w 1453388"/>
                  <a:gd name="connsiteY87" fmla="*/ 789745 h 1472498"/>
                  <a:gd name="connsiteX88" fmla="*/ 1073404 w 1453388"/>
                  <a:gd name="connsiteY88" fmla="*/ 576766 h 1472498"/>
                  <a:gd name="connsiteX89" fmla="*/ 787400 w 1453388"/>
                  <a:gd name="connsiteY89" fmla="*/ 550224 h 1472498"/>
                  <a:gd name="connsiteX90" fmla="*/ 266700 w 1453388"/>
                  <a:gd name="connsiteY90" fmla="*/ 566480 h 1472498"/>
                  <a:gd name="connsiteX91" fmla="*/ 314071 w 1453388"/>
                  <a:gd name="connsiteY91" fmla="*/ 625407 h 1472498"/>
                  <a:gd name="connsiteX92" fmla="*/ 266700 w 1453388"/>
                  <a:gd name="connsiteY92" fmla="*/ 566480 h 1472498"/>
                  <a:gd name="connsiteX93" fmla="*/ 508508 w 1453388"/>
                  <a:gd name="connsiteY93" fmla="*/ 984309 h 1472498"/>
                  <a:gd name="connsiteX94" fmla="*/ 500888 w 1453388"/>
                  <a:gd name="connsiteY94" fmla="*/ 753677 h 1472498"/>
                  <a:gd name="connsiteX95" fmla="*/ 508508 w 1453388"/>
                  <a:gd name="connsiteY95" fmla="*/ 984309 h 1472498"/>
                  <a:gd name="connsiteX96" fmla="*/ 1274572 w 1453388"/>
                  <a:gd name="connsiteY96" fmla="*/ 752662 h 1472498"/>
                  <a:gd name="connsiteX97" fmla="*/ 1273048 w 1453388"/>
                  <a:gd name="connsiteY97" fmla="*/ 989008 h 1472498"/>
                  <a:gd name="connsiteX98" fmla="*/ 1274572 w 1453388"/>
                  <a:gd name="connsiteY98" fmla="*/ 752662 h 1472498"/>
                  <a:gd name="connsiteX99" fmla="*/ 1310640 w 1453388"/>
                  <a:gd name="connsiteY99" fmla="*/ 1163761 h 1472498"/>
                  <a:gd name="connsiteX100" fmla="*/ 1312418 w 1453388"/>
                  <a:gd name="connsiteY100" fmla="*/ 1303461 h 1472498"/>
                  <a:gd name="connsiteX101" fmla="*/ 1425702 w 1453388"/>
                  <a:gd name="connsiteY101" fmla="*/ 1234119 h 1472498"/>
                  <a:gd name="connsiteX102" fmla="*/ 1310640 w 1453388"/>
                  <a:gd name="connsiteY102" fmla="*/ 1163761 h 1472498"/>
                  <a:gd name="connsiteX103" fmla="*/ 1154557 w 1453388"/>
                  <a:gd name="connsiteY103" fmla="*/ 1181540 h 1472498"/>
                  <a:gd name="connsiteX104" fmla="*/ 1189609 w 1453388"/>
                  <a:gd name="connsiteY104" fmla="*/ 1338005 h 1472498"/>
                  <a:gd name="connsiteX105" fmla="*/ 1241806 w 1453388"/>
                  <a:gd name="connsiteY105" fmla="*/ 1235643 h 1472498"/>
                  <a:gd name="connsiteX106" fmla="*/ 1154557 w 1453388"/>
                  <a:gd name="connsiteY106" fmla="*/ 1181540 h 1472498"/>
                  <a:gd name="connsiteX0" fmla="*/ 0 w 1453388"/>
                  <a:gd name="connsiteY0" fmla="*/ 45399 h 1472498"/>
                  <a:gd name="connsiteX1" fmla="*/ 147193 w 1453388"/>
                  <a:gd name="connsiteY1" fmla="*/ 125155 h 1472498"/>
                  <a:gd name="connsiteX2" fmla="*/ 196977 w 1453388"/>
                  <a:gd name="connsiteY2" fmla="*/ 181034 h 1472498"/>
                  <a:gd name="connsiteX3" fmla="*/ 195326 w 1453388"/>
                  <a:gd name="connsiteY3" fmla="*/ 241740 h 1472498"/>
                  <a:gd name="connsiteX4" fmla="*/ 488950 w 1453388"/>
                  <a:gd name="connsiteY4" fmla="*/ 345245 h 1472498"/>
                  <a:gd name="connsiteX5" fmla="*/ 603758 w 1453388"/>
                  <a:gd name="connsiteY5" fmla="*/ 328482 h 1472498"/>
                  <a:gd name="connsiteX6" fmla="*/ 708787 w 1453388"/>
                  <a:gd name="connsiteY6" fmla="*/ 280476 h 1472498"/>
                  <a:gd name="connsiteX7" fmla="*/ 694817 w 1453388"/>
                  <a:gd name="connsiteY7" fmla="*/ 182685 h 1472498"/>
                  <a:gd name="connsiteX8" fmla="*/ 744220 w 1453388"/>
                  <a:gd name="connsiteY8" fmla="*/ 62924 h 1472498"/>
                  <a:gd name="connsiteX9" fmla="*/ 972566 w 1453388"/>
                  <a:gd name="connsiteY9" fmla="*/ 17077 h 1472498"/>
                  <a:gd name="connsiteX10" fmla="*/ 1092200 w 1453388"/>
                  <a:gd name="connsiteY10" fmla="*/ 236533 h 1472498"/>
                  <a:gd name="connsiteX11" fmla="*/ 1092532 w 1453388"/>
                  <a:gd name="connsiteY11" fmla="*/ 256335 h 1472498"/>
                  <a:gd name="connsiteX12" fmla="*/ 1082294 w 1453388"/>
                  <a:gd name="connsiteY12" fmla="*/ 261426 h 1472498"/>
                  <a:gd name="connsiteX13" fmla="*/ 945007 w 1453388"/>
                  <a:gd name="connsiteY13" fmla="*/ 390712 h 1472498"/>
                  <a:gd name="connsiteX14" fmla="*/ 895604 w 1453388"/>
                  <a:gd name="connsiteY14" fmla="*/ 397570 h 1472498"/>
                  <a:gd name="connsiteX15" fmla="*/ 895350 w 1453388"/>
                  <a:gd name="connsiteY15" fmla="*/ 515171 h 1472498"/>
                  <a:gd name="connsiteX16" fmla="*/ 1144651 w 1453388"/>
                  <a:gd name="connsiteY16" fmla="*/ 586800 h 1472498"/>
                  <a:gd name="connsiteX17" fmla="*/ 1251204 w 1453388"/>
                  <a:gd name="connsiteY17" fmla="*/ 704528 h 1472498"/>
                  <a:gd name="connsiteX18" fmla="*/ 1340993 w 1453388"/>
                  <a:gd name="connsiteY18" fmla="*/ 779713 h 1472498"/>
                  <a:gd name="connsiteX19" fmla="*/ 1256030 w 1453388"/>
                  <a:gd name="connsiteY19" fmla="*/ 1014155 h 1472498"/>
                  <a:gd name="connsiteX20" fmla="*/ 1237361 w 1453388"/>
                  <a:gd name="connsiteY20" fmla="*/ 1043111 h 1472498"/>
                  <a:gd name="connsiteX21" fmla="*/ 1122934 w 1453388"/>
                  <a:gd name="connsiteY21" fmla="*/ 1135439 h 1472498"/>
                  <a:gd name="connsiteX22" fmla="*/ 1246632 w 1453388"/>
                  <a:gd name="connsiteY22" fmla="*/ 1210624 h 1472498"/>
                  <a:gd name="connsiteX23" fmla="*/ 1310640 w 1453388"/>
                  <a:gd name="connsiteY23" fmla="*/ 1137345 h 1472498"/>
                  <a:gd name="connsiteX24" fmla="*/ 1410843 w 1453388"/>
                  <a:gd name="connsiteY24" fmla="*/ 1154108 h 1472498"/>
                  <a:gd name="connsiteX25" fmla="*/ 1453388 w 1453388"/>
                  <a:gd name="connsiteY25" fmla="*/ 1224720 h 1472498"/>
                  <a:gd name="connsiteX26" fmla="*/ 1383665 w 1453388"/>
                  <a:gd name="connsiteY26" fmla="*/ 1462338 h 1472498"/>
                  <a:gd name="connsiteX27" fmla="*/ 1360424 w 1453388"/>
                  <a:gd name="connsiteY27" fmla="*/ 1465005 h 1472498"/>
                  <a:gd name="connsiteX28" fmla="*/ 1413637 w 1453388"/>
                  <a:gd name="connsiteY28" fmla="*/ 1314509 h 1472498"/>
                  <a:gd name="connsiteX29" fmla="*/ 1331468 w 1453388"/>
                  <a:gd name="connsiteY29" fmla="*/ 1334068 h 1472498"/>
                  <a:gd name="connsiteX30" fmla="*/ 1247394 w 1453388"/>
                  <a:gd name="connsiteY30" fmla="*/ 1274251 h 1472498"/>
                  <a:gd name="connsiteX31" fmla="*/ 1194054 w 1453388"/>
                  <a:gd name="connsiteY31" fmla="*/ 1459036 h 1472498"/>
                  <a:gd name="connsiteX32" fmla="*/ 1192022 w 1453388"/>
                  <a:gd name="connsiteY32" fmla="*/ 1472498 h 1472498"/>
                  <a:gd name="connsiteX33" fmla="*/ 1176909 w 1453388"/>
                  <a:gd name="connsiteY33" fmla="*/ 1457257 h 1472498"/>
                  <a:gd name="connsiteX34" fmla="*/ 1165606 w 1453388"/>
                  <a:gd name="connsiteY34" fmla="*/ 1370136 h 1472498"/>
                  <a:gd name="connsiteX35" fmla="*/ 1128776 w 1453388"/>
                  <a:gd name="connsiteY35" fmla="*/ 1185986 h 1472498"/>
                  <a:gd name="connsiteX36" fmla="*/ 1121791 w 1453388"/>
                  <a:gd name="connsiteY36" fmla="*/ 1162618 h 1472498"/>
                  <a:gd name="connsiteX37" fmla="*/ 950214 w 1453388"/>
                  <a:gd name="connsiteY37" fmla="*/ 1166427 h 1472498"/>
                  <a:gd name="connsiteX38" fmla="*/ 685927 w 1453388"/>
                  <a:gd name="connsiteY38" fmla="*/ 1159062 h 1472498"/>
                  <a:gd name="connsiteX39" fmla="*/ 645795 w 1453388"/>
                  <a:gd name="connsiteY39" fmla="*/ 1182302 h 1472498"/>
                  <a:gd name="connsiteX40" fmla="*/ 599694 w 1453388"/>
                  <a:gd name="connsiteY40" fmla="*/ 1461830 h 1472498"/>
                  <a:gd name="connsiteX41" fmla="*/ 574929 w 1453388"/>
                  <a:gd name="connsiteY41" fmla="*/ 1466020 h 1472498"/>
                  <a:gd name="connsiteX42" fmla="*/ 614299 w 1453388"/>
                  <a:gd name="connsiteY42" fmla="*/ 1184207 h 1472498"/>
                  <a:gd name="connsiteX43" fmla="*/ 481711 w 1453388"/>
                  <a:gd name="connsiteY43" fmla="*/ 1325051 h 1472498"/>
                  <a:gd name="connsiteX44" fmla="*/ 439166 w 1453388"/>
                  <a:gd name="connsiteY44" fmla="*/ 1458527 h 1472498"/>
                  <a:gd name="connsiteX45" fmla="*/ 413258 w 1453388"/>
                  <a:gd name="connsiteY45" fmla="*/ 1468814 h 1472498"/>
                  <a:gd name="connsiteX46" fmla="*/ 520319 w 1453388"/>
                  <a:gd name="connsiteY46" fmla="*/ 1228657 h 1472498"/>
                  <a:gd name="connsiteX47" fmla="*/ 650621 w 1453388"/>
                  <a:gd name="connsiteY47" fmla="*/ 1136963 h 1472498"/>
                  <a:gd name="connsiteX48" fmla="*/ 524637 w 1453388"/>
                  <a:gd name="connsiteY48" fmla="*/ 1011361 h 1472498"/>
                  <a:gd name="connsiteX49" fmla="*/ 446024 w 1453388"/>
                  <a:gd name="connsiteY49" fmla="*/ 970720 h 1472498"/>
                  <a:gd name="connsiteX50" fmla="*/ 414147 w 1453388"/>
                  <a:gd name="connsiteY50" fmla="*/ 824925 h 1472498"/>
                  <a:gd name="connsiteX51" fmla="*/ 513842 w 1453388"/>
                  <a:gd name="connsiteY51" fmla="*/ 724849 h 1472498"/>
                  <a:gd name="connsiteX52" fmla="*/ 691896 w 1453388"/>
                  <a:gd name="connsiteY52" fmla="*/ 550477 h 1472498"/>
                  <a:gd name="connsiteX53" fmla="*/ 869061 w 1453388"/>
                  <a:gd name="connsiteY53" fmla="*/ 514409 h 1472498"/>
                  <a:gd name="connsiteX54" fmla="*/ 869061 w 1453388"/>
                  <a:gd name="connsiteY54" fmla="*/ 398458 h 1472498"/>
                  <a:gd name="connsiteX55" fmla="*/ 722757 w 1453388"/>
                  <a:gd name="connsiteY55" fmla="*/ 301684 h 1472498"/>
                  <a:gd name="connsiteX56" fmla="*/ 610616 w 1453388"/>
                  <a:gd name="connsiteY56" fmla="*/ 358453 h 1472498"/>
                  <a:gd name="connsiteX57" fmla="*/ 395224 w 1453388"/>
                  <a:gd name="connsiteY57" fmla="*/ 348801 h 1472498"/>
                  <a:gd name="connsiteX58" fmla="*/ 326771 w 1453388"/>
                  <a:gd name="connsiteY58" fmla="*/ 533713 h 1472498"/>
                  <a:gd name="connsiteX59" fmla="*/ 356489 w 1453388"/>
                  <a:gd name="connsiteY59" fmla="*/ 561400 h 1472498"/>
                  <a:gd name="connsiteX60" fmla="*/ 290703 w 1453388"/>
                  <a:gd name="connsiteY60" fmla="*/ 659189 h 1472498"/>
                  <a:gd name="connsiteX61" fmla="*/ 241808 w 1453388"/>
                  <a:gd name="connsiteY61" fmla="*/ 552890 h 1472498"/>
                  <a:gd name="connsiteX62" fmla="*/ 300228 w 1453388"/>
                  <a:gd name="connsiteY62" fmla="*/ 527871 h 1472498"/>
                  <a:gd name="connsiteX63" fmla="*/ 349250 w 1453388"/>
                  <a:gd name="connsiteY63" fmla="*/ 400871 h 1472498"/>
                  <a:gd name="connsiteX64" fmla="*/ 372999 w 1453388"/>
                  <a:gd name="connsiteY64" fmla="*/ 338895 h 1472498"/>
                  <a:gd name="connsiteX65" fmla="*/ 180721 w 1453388"/>
                  <a:gd name="connsiteY65" fmla="*/ 261933 h 1472498"/>
                  <a:gd name="connsiteX66" fmla="*/ 131445 w 1453388"/>
                  <a:gd name="connsiteY66" fmla="*/ 300288 h 1472498"/>
                  <a:gd name="connsiteX67" fmla="*/ 34798 w 1453388"/>
                  <a:gd name="connsiteY67" fmla="*/ 262441 h 1472498"/>
                  <a:gd name="connsiteX68" fmla="*/ 62103 w 1453388"/>
                  <a:gd name="connsiteY68" fmla="*/ 148014 h 1472498"/>
                  <a:gd name="connsiteX69" fmla="*/ 839978 w 1453388"/>
                  <a:gd name="connsiteY69" fmla="*/ 33334 h 1472498"/>
                  <a:gd name="connsiteX70" fmla="*/ 729488 w 1453388"/>
                  <a:gd name="connsiteY70" fmla="*/ 140649 h 1472498"/>
                  <a:gd name="connsiteX71" fmla="*/ 886968 w 1453388"/>
                  <a:gd name="connsiteY71" fmla="*/ 369883 h 1472498"/>
                  <a:gd name="connsiteX72" fmla="*/ 1055370 w 1453388"/>
                  <a:gd name="connsiteY72" fmla="*/ 257362 h 1472498"/>
                  <a:gd name="connsiteX73" fmla="*/ 993902 w 1453388"/>
                  <a:gd name="connsiteY73" fmla="*/ 60765 h 1472498"/>
                  <a:gd name="connsiteX74" fmla="*/ 839978 w 1453388"/>
                  <a:gd name="connsiteY74" fmla="*/ 33334 h 1472498"/>
                  <a:gd name="connsiteX75" fmla="*/ 77851 w 1453388"/>
                  <a:gd name="connsiteY75" fmla="*/ 172526 h 1472498"/>
                  <a:gd name="connsiteX76" fmla="*/ 54356 w 1453388"/>
                  <a:gd name="connsiteY76" fmla="*/ 238565 h 1472498"/>
                  <a:gd name="connsiteX77" fmla="*/ 125984 w 1453388"/>
                  <a:gd name="connsiteY77" fmla="*/ 274126 h 1472498"/>
                  <a:gd name="connsiteX78" fmla="*/ 170180 w 1453388"/>
                  <a:gd name="connsiteY78" fmla="*/ 225484 h 1472498"/>
                  <a:gd name="connsiteX79" fmla="*/ 77851 w 1453388"/>
                  <a:gd name="connsiteY79" fmla="*/ 172526 h 1472498"/>
                  <a:gd name="connsiteX80" fmla="*/ 787400 w 1453388"/>
                  <a:gd name="connsiteY80" fmla="*/ 550224 h 1472498"/>
                  <a:gd name="connsiteX81" fmla="*/ 551561 w 1453388"/>
                  <a:gd name="connsiteY81" fmla="*/ 708084 h 1472498"/>
                  <a:gd name="connsiteX82" fmla="*/ 521081 w 1453388"/>
                  <a:gd name="connsiteY82" fmla="*/ 910269 h 1472498"/>
                  <a:gd name="connsiteX83" fmla="*/ 656336 w 1453388"/>
                  <a:gd name="connsiteY83" fmla="*/ 1108643 h 1472498"/>
                  <a:gd name="connsiteX84" fmla="*/ 885698 w 1453388"/>
                  <a:gd name="connsiteY84" fmla="*/ 1143059 h 1472498"/>
                  <a:gd name="connsiteX85" fmla="*/ 1167257 w 1453388"/>
                  <a:gd name="connsiteY85" fmla="*/ 1081464 h 1472498"/>
                  <a:gd name="connsiteX86" fmla="*/ 1254379 w 1453388"/>
                  <a:gd name="connsiteY86" fmla="*/ 789745 h 1472498"/>
                  <a:gd name="connsiteX87" fmla="*/ 1073404 w 1453388"/>
                  <a:gd name="connsiteY87" fmla="*/ 576766 h 1472498"/>
                  <a:gd name="connsiteX88" fmla="*/ 787400 w 1453388"/>
                  <a:gd name="connsiteY88" fmla="*/ 550224 h 1472498"/>
                  <a:gd name="connsiteX89" fmla="*/ 266700 w 1453388"/>
                  <a:gd name="connsiteY89" fmla="*/ 566480 h 1472498"/>
                  <a:gd name="connsiteX90" fmla="*/ 314071 w 1453388"/>
                  <a:gd name="connsiteY90" fmla="*/ 625407 h 1472498"/>
                  <a:gd name="connsiteX91" fmla="*/ 266700 w 1453388"/>
                  <a:gd name="connsiteY91" fmla="*/ 566480 h 1472498"/>
                  <a:gd name="connsiteX92" fmla="*/ 508508 w 1453388"/>
                  <a:gd name="connsiteY92" fmla="*/ 984309 h 1472498"/>
                  <a:gd name="connsiteX93" fmla="*/ 500888 w 1453388"/>
                  <a:gd name="connsiteY93" fmla="*/ 753677 h 1472498"/>
                  <a:gd name="connsiteX94" fmla="*/ 508508 w 1453388"/>
                  <a:gd name="connsiteY94" fmla="*/ 984309 h 1472498"/>
                  <a:gd name="connsiteX95" fmla="*/ 1274572 w 1453388"/>
                  <a:gd name="connsiteY95" fmla="*/ 752662 h 1472498"/>
                  <a:gd name="connsiteX96" fmla="*/ 1273048 w 1453388"/>
                  <a:gd name="connsiteY96" fmla="*/ 989008 h 1472498"/>
                  <a:gd name="connsiteX97" fmla="*/ 1274572 w 1453388"/>
                  <a:gd name="connsiteY97" fmla="*/ 752662 h 1472498"/>
                  <a:gd name="connsiteX98" fmla="*/ 1310640 w 1453388"/>
                  <a:gd name="connsiteY98" fmla="*/ 1163761 h 1472498"/>
                  <a:gd name="connsiteX99" fmla="*/ 1312418 w 1453388"/>
                  <a:gd name="connsiteY99" fmla="*/ 1303461 h 1472498"/>
                  <a:gd name="connsiteX100" fmla="*/ 1425702 w 1453388"/>
                  <a:gd name="connsiteY100" fmla="*/ 1234119 h 1472498"/>
                  <a:gd name="connsiteX101" fmla="*/ 1310640 w 1453388"/>
                  <a:gd name="connsiteY101" fmla="*/ 1163761 h 1472498"/>
                  <a:gd name="connsiteX102" fmla="*/ 1154557 w 1453388"/>
                  <a:gd name="connsiteY102" fmla="*/ 1181540 h 1472498"/>
                  <a:gd name="connsiteX103" fmla="*/ 1189609 w 1453388"/>
                  <a:gd name="connsiteY103" fmla="*/ 1338005 h 1472498"/>
                  <a:gd name="connsiteX104" fmla="*/ 1241806 w 1453388"/>
                  <a:gd name="connsiteY104" fmla="*/ 1235643 h 1472498"/>
                  <a:gd name="connsiteX105" fmla="*/ 1154557 w 1453388"/>
                  <a:gd name="connsiteY105" fmla="*/ 1181540 h 1472498"/>
                  <a:gd name="connsiteX0" fmla="*/ 118131 w 1424326"/>
                  <a:gd name="connsiteY0" fmla="*/ 125155 h 1472498"/>
                  <a:gd name="connsiteX1" fmla="*/ 167915 w 1424326"/>
                  <a:gd name="connsiteY1" fmla="*/ 181034 h 1472498"/>
                  <a:gd name="connsiteX2" fmla="*/ 166264 w 1424326"/>
                  <a:gd name="connsiteY2" fmla="*/ 241740 h 1472498"/>
                  <a:gd name="connsiteX3" fmla="*/ 459888 w 1424326"/>
                  <a:gd name="connsiteY3" fmla="*/ 345245 h 1472498"/>
                  <a:gd name="connsiteX4" fmla="*/ 574696 w 1424326"/>
                  <a:gd name="connsiteY4" fmla="*/ 328482 h 1472498"/>
                  <a:gd name="connsiteX5" fmla="*/ 679725 w 1424326"/>
                  <a:gd name="connsiteY5" fmla="*/ 280476 h 1472498"/>
                  <a:gd name="connsiteX6" fmla="*/ 665755 w 1424326"/>
                  <a:gd name="connsiteY6" fmla="*/ 182685 h 1472498"/>
                  <a:gd name="connsiteX7" fmla="*/ 715158 w 1424326"/>
                  <a:gd name="connsiteY7" fmla="*/ 62924 h 1472498"/>
                  <a:gd name="connsiteX8" fmla="*/ 943504 w 1424326"/>
                  <a:gd name="connsiteY8" fmla="*/ 17077 h 1472498"/>
                  <a:gd name="connsiteX9" fmla="*/ 1063138 w 1424326"/>
                  <a:gd name="connsiteY9" fmla="*/ 236533 h 1472498"/>
                  <a:gd name="connsiteX10" fmla="*/ 1063470 w 1424326"/>
                  <a:gd name="connsiteY10" fmla="*/ 256335 h 1472498"/>
                  <a:gd name="connsiteX11" fmla="*/ 1053232 w 1424326"/>
                  <a:gd name="connsiteY11" fmla="*/ 261426 h 1472498"/>
                  <a:gd name="connsiteX12" fmla="*/ 915945 w 1424326"/>
                  <a:gd name="connsiteY12" fmla="*/ 390712 h 1472498"/>
                  <a:gd name="connsiteX13" fmla="*/ 866542 w 1424326"/>
                  <a:gd name="connsiteY13" fmla="*/ 397570 h 1472498"/>
                  <a:gd name="connsiteX14" fmla="*/ 866288 w 1424326"/>
                  <a:gd name="connsiteY14" fmla="*/ 515171 h 1472498"/>
                  <a:gd name="connsiteX15" fmla="*/ 1115589 w 1424326"/>
                  <a:gd name="connsiteY15" fmla="*/ 586800 h 1472498"/>
                  <a:gd name="connsiteX16" fmla="*/ 1222142 w 1424326"/>
                  <a:gd name="connsiteY16" fmla="*/ 704528 h 1472498"/>
                  <a:gd name="connsiteX17" fmla="*/ 1311931 w 1424326"/>
                  <a:gd name="connsiteY17" fmla="*/ 779713 h 1472498"/>
                  <a:gd name="connsiteX18" fmla="*/ 1226968 w 1424326"/>
                  <a:gd name="connsiteY18" fmla="*/ 1014155 h 1472498"/>
                  <a:gd name="connsiteX19" fmla="*/ 1208299 w 1424326"/>
                  <a:gd name="connsiteY19" fmla="*/ 1043111 h 1472498"/>
                  <a:gd name="connsiteX20" fmla="*/ 1093872 w 1424326"/>
                  <a:gd name="connsiteY20" fmla="*/ 1135439 h 1472498"/>
                  <a:gd name="connsiteX21" fmla="*/ 1217570 w 1424326"/>
                  <a:gd name="connsiteY21" fmla="*/ 1210624 h 1472498"/>
                  <a:gd name="connsiteX22" fmla="*/ 1281578 w 1424326"/>
                  <a:gd name="connsiteY22" fmla="*/ 1137345 h 1472498"/>
                  <a:gd name="connsiteX23" fmla="*/ 1381781 w 1424326"/>
                  <a:gd name="connsiteY23" fmla="*/ 1154108 h 1472498"/>
                  <a:gd name="connsiteX24" fmla="*/ 1424326 w 1424326"/>
                  <a:gd name="connsiteY24" fmla="*/ 1224720 h 1472498"/>
                  <a:gd name="connsiteX25" fmla="*/ 1354603 w 1424326"/>
                  <a:gd name="connsiteY25" fmla="*/ 1462338 h 1472498"/>
                  <a:gd name="connsiteX26" fmla="*/ 1331362 w 1424326"/>
                  <a:gd name="connsiteY26" fmla="*/ 1465005 h 1472498"/>
                  <a:gd name="connsiteX27" fmla="*/ 1384575 w 1424326"/>
                  <a:gd name="connsiteY27" fmla="*/ 1314509 h 1472498"/>
                  <a:gd name="connsiteX28" fmla="*/ 1302406 w 1424326"/>
                  <a:gd name="connsiteY28" fmla="*/ 1334068 h 1472498"/>
                  <a:gd name="connsiteX29" fmla="*/ 1218332 w 1424326"/>
                  <a:gd name="connsiteY29" fmla="*/ 1274251 h 1472498"/>
                  <a:gd name="connsiteX30" fmla="*/ 1164992 w 1424326"/>
                  <a:gd name="connsiteY30" fmla="*/ 1459036 h 1472498"/>
                  <a:gd name="connsiteX31" fmla="*/ 1162960 w 1424326"/>
                  <a:gd name="connsiteY31" fmla="*/ 1472498 h 1472498"/>
                  <a:gd name="connsiteX32" fmla="*/ 1147847 w 1424326"/>
                  <a:gd name="connsiteY32" fmla="*/ 1457257 h 1472498"/>
                  <a:gd name="connsiteX33" fmla="*/ 1136544 w 1424326"/>
                  <a:gd name="connsiteY33" fmla="*/ 1370136 h 1472498"/>
                  <a:gd name="connsiteX34" fmla="*/ 1099714 w 1424326"/>
                  <a:gd name="connsiteY34" fmla="*/ 1185986 h 1472498"/>
                  <a:gd name="connsiteX35" fmla="*/ 1092729 w 1424326"/>
                  <a:gd name="connsiteY35" fmla="*/ 1162618 h 1472498"/>
                  <a:gd name="connsiteX36" fmla="*/ 921152 w 1424326"/>
                  <a:gd name="connsiteY36" fmla="*/ 1166427 h 1472498"/>
                  <a:gd name="connsiteX37" fmla="*/ 656865 w 1424326"/>
                  <a:gd name="connsiteY37" fmla="*/ 1159062 h 1472498"/>
                  <a:gd name="connsiteX38" fmla="*/ 616733 w 1424326"/>
                  <a:gd name="connsiteY38" fmla="*/ 1182302 h 1472498"/>
                  <a:gd name="connsiteX39" fmla="*/ 570632 w 1424326"/>
                  <a:gd name="connsiteY39" fmla="*/ 1461830 h 1472498"/>
                  <a:gd name="connsiteX40" fmla="*/ 545867 w 1424326"/>
                  <a:gd name="connsiteY40" fmla="*/ 1466020 h 1472498"/>
                  <a:gd name="connsiteX41" fmla="*/ 585237 w 1424326"/>
                  <a:gd name="connsiteY41" fmla="*/ 1184207 h 1472498"/>
                  <a:gd name="connsiteX42" fmla="*/ 452649 w 1424326"/>
                  <a:gd name="connsiteY42" fmla="*/ 1325051 h 1472498"/>
                  <a:gd name="connsiteX43" fmla="*/ 410104 w 1424326"/>
                  <a:gd name="connsiteY43" fmla="*/ 1458527 h 1472498"/>
                  <a:gd name="connsiteX44" fmla="*/ 384196 w 1424326"/>
                  <a:gd name="connsiteY44" fmla="*/ 1468814 h 1472498"/>
                  <a:gd name="connsiteX45" fmla="*/ 491257 w 1424326"/>
                  <a:gd name="connsiteY45" fmla="*/ 1228657 h 1472498"/>
                  <a:gd name="connsiteX46" fmla="*/ 621559 w 1424326"/>
                  <a:gd name="connsiteY46" fmla="*/ 1136963 h 1472498"/>
                  <a:gd name="connsiteX47" fmla="*/ 495575 w 1424326"/>
                  <a:gd name="connsiteY47" fmla="*/ 1011361 h 1472498"/>
                  <a:gd name="connsiteX48" fmla="*/ 416962 w 1424326"/>
                  <a:gd name="connsiteY48" fmla="*/ 970720 h 1472498"/>
                  <a:gd name="connsiteX49" fmla="*/ 385085 w 1424326"/>
                  <a:gd name="connsiteY49" fmla="*/ 824925 h 1472498"/>
                  <a:gd name="connsiteX50" fmla="*/ 484780 w 1424326"/>
                  <a:gd name="connsiteY50" fmla="*/ 724849 h 1472498"/>
                  <a:gd name="connsiteX51" fmla="*/ 662834 w 1424326"/>
                  <a:gd name="connsiteY51" fmla="*/ 550477 h 1472498"/>
                  <a:gd name="connsiteX52" fmla="*/ 839999 w 1424326"/>
                  <a:gd name="connsiteY52" fmla="*/ 514409 h 1472498"/>
                  <a:gd name="connsiteX53" fmla="*/ 839999 w 1424326"/>
                  <a:gd name="connsiteY53" fmla="*/ 398458 h 1472498"/>
                  <a:gd name="connsiteX54" fmla="*/ 693695 w 1424326"/>
                  <a:gd name="connsiteY54" fmla="*/ 301684 h 1472498"/>
                  <a:gd name="connsiteX55" fmla="*/ 581554 w 1424326"/>
                  <a:gd name="connsiteY55" fmla="*/ 358453 h 1472498"/>
                  <a:gd name="connsiteX56" fmla="*/ 366162 w 1424326"/>
                  <a:gd name="connsiteY56" fmla="*/ 348801 h 1472498"/>
                  <a:gd name="connsiteX57" fmla="*/ 297709 w 1424326"/>
                  <a:gd name="connsiteY57" fmla="*/ 533713 h 1472498"/>
                  <a:gd name="connsiteX58" fmla="*/ 327427 w 1424326"/>
                  <a:gd name="connsiteY58" fmla="*/ 561400 h 1472498"/>
                  <a:gd name="connsiteX59" fmla="*/ 261641 w 1424326"/>
                  <a:gd name="connsiteY59" fmla="*/ 659189 h 1472498"/>
                  <a:gd name="connsiteX60" fmla="*/ 212746 w 1424326"/>
                  <a:gd name="connsiteY60" fmla="*/ 552890 h 1472498"/>
                  <a:gd name="connsiteX61" fmla="*/ 271166 w 1424326"/>
                  <a:gd name="connsiteY61" fmla="*/ 527871 h 1472498"/>
                  <a:gd name="connsiteX62" fmla="*/ 320188 w 1424326"/>
                  <a:gd name="connsiteY62" fmla="*/ 400871 h 1472498"/>
                  <a:gd name="connsiteX63" fmla="*/ 343937 w 1424326"/>
                  <a:gd name="connsiteY63" fmla="*/ 338895 h 1472498"/>
                  <a:gd name="connsiteX64" fmla="*/ 151659 w 1424326"/>
                  <a:gd name="connsiteY64" fmla="*/ 261933 h 1472498"/>
                  <a:gd name="connsiteX65" fmla="*/ 102383 w 1424326"/>
                  <a:gd name="connsiteY65" fmla="*/ 300288 h 1472498"/>
                  <a:gd name="connsiteX66" fmla="*/ 5736 w 1424326"/>
                  <a:gd name="connsiteY66" fmla="*/ 262441 h 1472498"/>
                  <a:gd name="connsiteX67" fmla="*/ 33041 w 1424326"/>
                  <a:gd name="connsiteY67" fmla="*/ 148014 h 1472498"/>
                  <a:gd name="connsiteX68" fmla="*/ 810916 w 1424326"/>
                  <a:gd name="connsiteY68" fmla="*/ 33334 h 1472498"/>
                  <a:gd name="connsiteX69" fmla="*/ 700426 w 1424326"/>
                  <a:gd name="connsiteY69" fmla="*/ 140649 h 1472498"/>
                  <a:gd name="connsiteX70" fmla="*/ 857906 w 1424326"/>
                  <a:gd name="connsiteY70" fmla="*/ 369883 h 1472498"/>
                  <a:gd name="connsiteX71" fmla="*/ 1026308 w 1424326"/>
                  <a:gd name="connsiteY71" fmla="*/ 257362 h 1472498"/>
                  <a:gd name="connsiteX72" fmla="*/ 964840 w 1424326"/>
                  <a:gd name="connsiteY72" fmla="*/ 60765 h 1472498"/>
                  <a:gd name="connsiteX73" fmla="*/ 810916 w 1424326"/>
                  <a:gd name="connsiteY73" fmla="*/ 33334 h 1472498"/>
                  <a:gd name="connsiteX74" fmla="*/ 48789 w 1424326"/>
                  <a:gd name="connsiteY74" fmla="*/ 172526 h 1472498"/>
                  <a:gd name="connsiteX75" fmla="*/ 25294 w 1424326"/>
                  <a:gd name="connsiteY75" fmla="*/ 238565 h 1472498"/>
                  <a:gd name="connsiteX76" fmla="*/ 96922 w 1424326"/>
                  <a:gd name="connsiteY76" fmla="*/ 274126 h 1472498"/>
                  <a:gd name="connsiteX77" fmla="*/ 141118 w 1424326"/>
                  <a:gd name="connsiteY77" fmla="*/ 225484 h 1472498"/>
                  <a:gd name="connsiteX78" fmla="*/ 48789 w 1424326"/>
                  <a:gd name="connsiteY78" fmla="*/ 172526 h 1472498"/>
                  <a:gd name="connsiteX79" fmla="*/ 758338 w 1424326"/>
                  <a:gd name="connsiteY79" fmla="*/ 550224 h 1472498"/>
                  <a:gd name="connsiteX80" fmla="*/ 522499 w 1424326"/>
                  <a:gd name="connsiteY80" fmla="*/ 708084 h 1472498"/>
                  <a:gd name="connsiteX81" fmla="*/ 492019 w 1424326"/>
                  <a:gd name="connsiteY81" fmla="*/ 910269 h 1472498"/>
                  <a:gd name="connsiteX82" fmla="*/ 627274 w 1424326"/>
                  <a:gd name="connsiteY82" fmla="*/ 1108643 h 1472498"/>
                  <a:gd name="connsiteX83" fmla="*/ 856636 w 1424326"/>
                  <a:gd name="connsiteY83" fmla="*/ 1143059 h 1472498"/>
                  <a:gd name="connsiteX84" fmla="*/ 1138195 w 1424326"/>
                  <a:gd name="connsiteY84" fmla="*/ 1081464 h 1472498"/>
                  <a:gd name="connsiteX85" fmla="*/ 1225317 w 1424326"/>
                  <a:gd name="connsiteY85" fmla="*/ 789745 h 1472498"/>
                  <a:gd name="connsiteX86" fmla="*/ 1044342 w 1424326"/>
                  <a:gd name="connsiteY86" fmla="*/ 576766 h 1472498"/>
                  <a:gd name="connsiteX87" fmla="*/ 758338 w 1424326"/>
                  <a:gd name="connsiteY87" fmla="*/ 550224 h 1472498"/>
                  <a:gd name="connsiteX88" fmla="*/ 237638 w 1424326"/>
                  <a:gd name="connsiteY88" fmla="*/ 566480 h 1472498"/>
                  <a:gd name="connsiteX89" fmla="*/ 285009 w 1424326"/>
                  <a:gd name="connsiteY89" fmla="*/ 625407 h 1472498"/>
                  <a:gd name="connsiteX90" fmla="*/ 237638 w 1424326"/>
                  <a:gd name="connsiteY90" fmla="*/ 566480 h 1472498"/>
                  <a:gd name="connsiteX91" fmla="*/ 479446 w 1424326"/>
                  <a:gd name="connsiteY91" fmla="*/ 984309 h 1472498"/>
                  <a:gd name="connsiteX92" fmla="*/ 471826 w 1424326"/>
                  <a:gd name="connsiteY92" fmla="*/ 753677 h 1472498"/>
                  <a:gd name="connsiteX93" fmla="*/ 479446 w 1424326"/>
                  <a:gd name="connsiteY93" fmla="*/ 984309 h 1472498"/>
                  <a:gd name="connsiteX94" fmla="*/ 1245510 w 1424326"/>
                  <a:gd name="connsiteY94" fmla="*/ 752662 h 1472498"/>
                  <a:gd name="connsiteX95" fmla="*/ 1243986 w 1424326"/>
                  <a:gd name="connsiteY95" fmla="*/ 989008 h 1472498"/>
                  <a:gd name="connsiteX96" fmla="*/ 1245510 w 1424326"/>
                  <a:gd name="connsiteY96" fmla="*/ 752662 h 1472498"/>
                  <a:gd name="connsiteX97" fmla="*/ 1281578 w 1424326"/>
                  <a:gd name="connsiteY97" fmla="*/ 1163761 h 1472498"/>
                  <a:gd name="connsiteX98" fmla="*/ 1283356 w 1424326"/>
                  <a:gd name="connsiteY98" fmla="*/ 1303461 h 1472498"/>
                  <a:gd name="connsiteX99" fmla="*/ 1396640 w 1424326"/>
                  <a:gd name="connsiteY99" fmla="*/ 1234119 h 1472498"/>
                  <a:gd name="connsiteX100" fmla="*/ 1281578 w 1424326"/>
                  <a:gd name="connsiteY100" fmla="*/ 1163761 h 1472498"/>
                  <a:gd name="connsiteX101" fmla="*/ 1125495 w 1424326"/>
                  <a:gd name="connsiteY101" fmla="*/ 1181540 h 1472498"/>
                  <a:gd name="connsiteX102" fmla="*/ 1160547 w 1424326"/>
                  <a:gd name="connsiteY102" fmla="*/ 1338005 h 1472498"/>
                  <a:gd name="connsiteX103" fmla="*/ 1212744 w 1424326"/>
                  <a:gd name="connsiteY103" fmla="*/ 1235643 h 1472498"/>
                  <a:gd name="connsiteX104" fmla="*/ 1125495 w 1424326"/>
                  <a:gd name="connsiteY104" fmla="*/ 1181540 h 1472498"/>
                  <a:gd name="connsiteX0" fmla="*/ 167915 w 1424326"/>
                  <a:gd name="connsiteY0" fmla="*/ 181034 h 1472498"/>
                  <a:gd name="connsiteX1" fmla="*/ 166264 w 1424326"/>
                  <a:gd name="connsiteY1" fmla="*/ 241740 h 1472498"/>
                  <a:gd name="connsiteX2" fmla="*/ 459888 w 1424326"/>
                  <a:gd name="connsiteY2" fmla="*/ 345245 h 1472498"/>
                  <a:gd name="connsiteX3" fmla="*/ 574696 w 1424326"/>
                  <a:gd name="connsiteY3" fmla="*/ 328482 h 1472498"/>
                  <a:gd name="connsiteX4" fmla="*/ 679725 w 1424326"/>
                  <a:gd name="connsiteY4" fmla="*/ 280476 h 1472498"/>
                  <a:gd name="connsiteX5" fmla="*/ 665755 w 1424326"/>
                  <a:gd name="connsiteY5" fmla="*/ 182685 h 1472498"/>
                  <a:gd name="connsiteX6" fmla="*/ 715158 w 1424326"/>
                  <a:gd name="connsiteY6" fmla="*/ 62924 h 1472498"/>
                  <a:gd name="connsiteX7" fmla="*/ 943504 w 1424326"/>
                  <a:gd name="connsiteY7" fmla="*/ 17077 h 1472498"/>
                  <a:gd name="connsiteX8" fmla="*/ 1063138 w 1424326"/>
                  <a:gd name="connsiteY8" fmla="*/ 236533 h 1472498"/>
                  <a:gd name="connsiteX9" fmla="*/ 1063470 w 1424326"/>
                  <a:gd name="connsiteY9" fmla="*/ 256335 h 1472498"/>
                  <a:gd name="connsiteX10" fmla="*/ 1053232 w 1424326"/>
                  <a:gd name="connsiteY10" fmla="*/ 261426 h 1472498"/>
                  <a:gd name="connsiteX11" fmla="*/ 915945 w 1424326"/>
                  <a:gd name="connsiteY11" fmla="*/ 390712 h 1472498"/>
                  <a:gd name="connsiteX12" fmla="*/ 866542 w 1424326"/>
                  <a:gd name="connsiteY12" fmla="*/ 397570 h 1472498"/>
                  <a:gd name="connsiteX13" fmla="*/ 866288 w 1424326"/>
                  <a:gd name="connsiteY13" fmla="*/ 515171 h 1472498"/>
                  <a:gd name="connsiteX14" fmla="*/ 1115589 w 1424326"/>
                  <a:gd name="connsiteY14" fmla="*/ 586800 h 1472498"/>
                  <a:gd name="connsiteX15" fmla="*/ 1222142 w 1424326"/>
                  <a:gd name="connsiteY15" fmla="*/ 704528 h 1472498"/>
                  <a:gd name="connsiteX16" fmla="*/ 1311931 w 1424326"/>
                  <a:gd name="connsiteY16" fmla="*/ 779713 h 1472498"/>
                  <a:gd name="connsiteX17" fmla="*/ 1226968 w 1424326"/>
                  <a:gd name="connsiteY17" fmla="*/ 1014155 h 1472498"/>
                  <a:gd name="connsiteX18" fmla="*/ 1208299 w 1424326"/>
                  <a:gd name="connsiteY18" fmla="*/ 1043111 h 1472498"/>
                  <a:gd name="connsiteX19" fmla="*/ 1093872 w 1424326"/>
                  <a:gd name="connsiteY19" fmla="*/ 1135439 h 1472498"/>
                  <a:gd name="connsiteX20" fmla="*/ 1217570 w 1424326"/>
                  <a:gd name="connsiteY20" fmla="*/ 1210624 h 1472498"/>
                  <a:gd name="connsiteX21" fmla="*/ 1281578 w 1424326"/>
                  <a:gd name="connsiteY21" fmla="*/ 1137345 h 1472498"/>
                  <a:gd name="connsiteX22" fmla="*/ 1381781 w 1424326"/>
                  <a:gd name="connsiteY22" fmla="*/ 1154108 h 1472498"/>
                  <a:gd name="connsiteX23" fmla="*/ 1424326 w 1424326"/>
                  <a:gd name="connsiteY23" fmla="*/ 1224720 h 1472498"/>
                  <a:gd name="connsiteX24" fmla="*/ 1354603 w 1424326"/>
                  <a:gd name="connsiteY24" fmla="*/ 1462338 h 1472498"/>
                  <a:gd name="connsiteX25" fmla="*/ 1331362 w 1424326"/>
                  <a:gd name="connsiteY25" fmla="*/ 1465005 h 1472498"/>
                  <a:gd name="connsiteX26" fmla="*/ 1384575 w 1424326"/>
                  <a:gd name="connsiteY26" fmla="*/ 1314509 h 1472498"/>
                  <a:gd name="connsiteX27" fmla="*/ 1302406 w 1424326"/>
                  <a:gd name="connsiteY27" fmla="*/ 1334068 h 1472498"/>
                  <a:gd name="connsiteX28" fmla="*/ 1218332 w 1424326"/>
                  <a:gd name="connsiteY28" fmla="*/ 1274251 h 1472498"/>
                  <a:gd name="connsiteX29" fmla="*/ 1164992 w 1424326"/>
                  <a:gd name="connsiteY29" fmla="*/ 1459036 h 1472498"/>
                  <a:gd name="connsiteX30" fmla="*/ 1162960 w 1424326"/>
                  <a:gd name="connsiteY30" fmla="*/ 1472498 h 1472498"/>
                  <a:gd name="connsiteX31" fmla="*/ 1147847 w 1424326"/>
                  <a:gd name="connsiteY31" fmla="*/ 1457257 h 1472498"/>
                  <a:gd name="connsiteX32" fmla="*/ 1136544 w 1424326"/>
                  <a:gd name="connsiteY32" fmla="*/ 1370136 h 1472498"/>
                  <a:gd name="connsiteX33" fmla="*/ 1099714 w 1424326"/>
                  <a:gd name="connsiteY33" fmla="*/ 1185986 h 1472498"/>
                  <a:gd name="connsiteX34" fmla="*/ 1092729 w 1424326"/>
                  <a:gd name="connsiteY34" fmla="*/ 1162618 h 1472498"/>
                  <a:gd name="connsiteX35" fmla="*/ 921152 w 1424326"/>
                  <a:gd name="connsiteY35" fmla="*/ 1166427 h 1472498"/>
                  <a:gd name="connsiteX36" fmla="*/ 656865 w 1424326"/>
                  <a:gd name="connsiteY36" fmla="*/ 1159062 h 1472498"/>
                  <a:gd name="connsiteX37" fmla="*/ 616733 w 1424326"/>
                  <a:gd name="connsiteY37" fmla="*/ 1182302 h 1472498"/>
                  <a:gd name="connsiteX38" fmla="*/ 570632 w 1424326"/>
                  <a:gd name="connsiteY38" fmla="*/ 1461830 h 1472498"/>
                  <a:gd name="connsiteX39" fmla="*/ 545867 w 1424326"/>
                  <a:gd name="connsiteY39" fmla="*/ 1466020 h 1472498"/>
                  <a:gd name="connsiteX40" fmla="*/ 585237 w 1424326"/>
                  <a:gd name="connsiteY40" fmla="*/ 1184207 h 1472498"/>
                  <a:gd name="connsiteX41" fmla="*/ 452649 w 1424326"/>
                  <a:gd name="connsiteY41" fmla="*/ 1325051 h 1472498"/>
                  <a:gd name="connsiteX42" fmla="*/ 410104 w 1424326"/>
                  <a:gd name="connsiteY42" fmla="*/ 1458527 h 1472498"/>
                  <a:gd name="connsiteX43" fmla="*/ 384196 w 1424326"/>
                  <a:gd name="connsiteY43" fmla="*/ 1468814 h 1472498"/>
                  <a:gd name="connsiteX44" fmla="*/ 491257 w 1424326"/>
                  <a:gd name="connsiteY44" fmla="*/ 1228657 h 1472498"/>
                  <a:gd name="connsiteX45" fmla="*/ 621559 w 1424326"/>
                  <a:gd name="connsiteY45" fmla="*/ 1136963 h 1472498"/>
                  <a:gd name="connsiteX46" fmla="*/ 495575 w 1424326"/>
                  <a:gd name="connsiteY46" fmla="*/ 1011361 h 1472498"/>
                  <a:gd name="connsiteX47" fmla="*/ 416962 w 1424326"/>
                  <a:gd name="connsiteY47" fmla="*/ 970720 h 1472498"/>
                  <a:gd name="connsiteX48" fmla="*/ 385085 w 1424326"/>
                  <a:gd name="connsiteY48" fmla="*/ 824925 h 1472498"/>
                  <a:gd name="connsiteX49" fmla="*/ 484780 w 1424326"/>
                  <a:gd name="connsiteY49" fmla="*/ 724849 h 1472498"/>
                  <a:gd name="connsiteX50" fmla="*/ 662834 w 1424326"/>
                  <a:gd name="connsiteY50" fmla="*/ 550477 h 1472498"/>
                  <a:gd name="connsiteX51" fmla="*/ 839999 w 1424326"/>
                  <a:gd name="connsiteY51" fmla="*/ 514409 h 1472498"/>
                  <a:gd name="connsiteX52" fmla="*/ 839999 w 1424326"/>
                  <a:gd name="connsiteY52" fmla="*/ 398458 h 1472498"/>
                  <a:gd name="connsiteX53" fmla="*/ 693695 w 1424326"/>
                  <a:gd name="connsiteY53" fmla="*/ 301684 h 1472498"/>
                  <a:gd name="connsiteX54" fmla="*/ 581554 w 1424326"/>
                  <a:gd name="connsiteY54" fmla="*/ 358453 h 1472498"/>
                  <a:gd name="connsiteX55" fmla="*/ 366162 w 1424326"/>
                  <a:gd name="connsiteY55" fmla="*/ 348801 h 1472498"/>
                  <a:gd name="connsiteX56" fmla="*/ 297709 w 1424326"/>
                  <a:gd name="connsiteY56" fmla="*/ 533713 h 1472498"/>
                  <a:gd name="connsiteX57" fmla="*/ 327427 w 1424326"/>
                  <a:gd name="connsiteY57" fmla="*/ 561400 h 1472498"/>
                  <a:gd name="connsiteX58" fmla="*/ 261641 w 1424326"/>
                  <a:gd name="connsiteY58" fmla="*/ 659189 h 1472498"/>
                  <a:gd name="connsiteX59" fmla="*/ 212746 w 1424326"/>
                  <a:gd name="connsiteY59" fmla="*/ 552890 h 1472498"/>
                  <a:gd name="connsiteX60" fmla="*/ 271166 w 1424326"/>
                  <a:gd name="connsiteY60" fmla="*/ 527871 h 1472498"/>
                  <a:gd name="connsiteX61" fmla="*/ 320188 w 1424326"/>
                  <a:gd name="connsiteY61" fmla="*/ 400871 h 1472498"/>
                  <a:gd name="connsiteX62" fmla="*/ 343937 w 1424326"/>
                  <a:gd name="connsiteY62" fmla="*/ 338895 h 1472498"/>
                  <a:gd name="connsiteX63" fmla="*/ 151659 w 1424326"/>
                  <a:gd name="connsiteY63" fmla="*/ 261933 h 1472498"/>
                  <a:gd name="connsiteX64" fmla="*/ 102383 w 1424326"/>
                  <a:gd name="connsiteY64" fmla="*/ 300288 h 1472498"/>
                  <a:gd name="connsiteX65" fmla="*/ 5736 w 1424326"/>
                  <a:gd name="connsiteY65" fmla="*/ 262441 h 1472498"/>
                  <a:gd name="connsiteX66" fmla="*/ 33041 w 1424326"/>
                  <a:gd name="connsiteY66" fmla="*/ 148014 h 1472498"/>
                  <a:gd name="connsiteX67" fmla="*/ 810916 w 1424326"/>
                  <a:gd name="connsiteY67" fmla="*/ 33334 h 1472498"/>
                  <a:gd name="connsiteX68" fmla="*/ 700426 w 1424326"/>
                  <a:gd name="connsiteY68" fmla="*/ 140649 h 1472498"/>
                  <a:gd name="connsiteX69" fmla="*/ 857906 w 1424326"/>
                  <a:gd name="connsiteY69" fmla="*/ 369883 h 1472498"/>
                  <a:gd name="connsiteX70" fmla="*/ 1026308 w 1424326"/>
                  <a:gd name="connsiteY70" fmla="*/ 257362 h 1472498"/>
                  <a:gd name="connsiteX71" fmla="*/ 964840 w 1424326"/>
                  <a:gd name="connsiteY71" fmla="*/ 60765 h 1472498"/>
                  <a:gd name="connsiteX72" fmla="*/ 810916 w 1424326"/>
                  <a:gd name="connsiteY72" fmla="*/ 33334 h 1472498"/>
                  <a:gd name="connsiteX73" fmla="*/ 48789 w 1424326"/>
                  <a:gd name="connsiteY73" fmla="*/ 172526 h 1472498"/>
                  <a:gd name="connsiteX74" fmla="*/ 25294 w 1424326"/>
                  <a:gd name="connsiteY74" fmla="*/ 238565 h 1472498"/>
                  <a:gd name="connsiteX75" fmla="*/ 96922 w 1424326"/>
                  <a:gd name="connsiteY75" fmla="*/ 274126 h 1472498"/>
                  <a:gd name="connsiteX76" fmla="*/ 141118 w 1424326"/>
                  <a:gd name="connsiteY76" fmla="*/ 225484 h 1472498"/>
                  <a:gd name="connsiteX77" fmla="*/ 48789 w 1424326"/>
                  <a:gd name="connsiteY77" fmla="*/ 172526 h 1472498"/>
                  <a:gd name="connsiteX78" fmla="*/ 758338 w 1424326"/>
                  <a:gd name="connsiteY78" fmla="*/ 550224 h 1472498"/>
                  <a:gd name="connsiteX79" fmla="*/ 522499 w 1424326"/>
                  <a:gd name="connsiteY79" fmla="*/ 708084 h 1472498"/>
                  <a:gd name="connsiteX80" fmla="*/ 492019 w 1424326"/>
                  <a:gd name="connsiteY80" fmla="*/ 910269 h 1472498"/>
                  <a:gd name="connsiteX81" fmla="*/ 627274 w 1424326"/>
                  <a:gd name="connsiteY81" fmla="*/ 1108643 h 1472498"/>
                  <a:gd name="connsiteX82" fmla="*/ 856636 w 1424326"/>
                  <a:gd name="connsiteY82" fmla="*/ 1143059 h 1472498"/>
                  <a:gd name="connsiteX83" fmla="*/ 1138195 w 1424326"/>
                  <a:gd name="connsiteY83" fmla="*/ 1081464 h 1472498"/>
                  <a:gd name="connsiteX84" fmla="*/ 1225317 w 1424326"/>
                  <a:gd name="connsiteY84" fmla="*/ 789745 h 1472498"/>
                  <a:gd name="connsiteX85" fmla="*/ 1044342 w 1424326"/>
                  <a:gd name="connsiteY85" fmla="*/ 576766 h 1472498"/>
                  <a:gd name="connsiteX86" fmla="*/ 758338 w 1424326"/>
                  <a:gd name="connsiteY86" fmla="*/ 550224 h 1472498"/>
                  <a:gd name="connsiteX87" fmla="*/ 237638 w 1424326"/>
                  <a:gd name="connsiteY87" fmla="*/ 566480 h 1472498"/>
                  <a:gd name="connsiteX88" fmla="*/ 285009 w 1424326"/>
                  <a:gd name="connsiteY88" fmla="*/ 625407 h 1472498"/>
                  <a:gd name="connsiteX89" fmla="*/ 237638 w 1424326"/>
                  <a:gd name="connsiteY89" fmla="*/ 566480 h 1472498"/>
                  <a:gd name="connsiteX90" fmla="*/ 479446 w 1424326"/>
                  <a:gd name="connsiteY90" fmla="*/ 984309 h 1472498"/>
                  <a:gd name="connsiteX91" fmla="*/ 471826 w 1424326"/>
                  <a:gd name="connsiteY91" fmla="*/ 753677 h 1472498"/>
                  <a:gd name="connsiteX92" fmla="*/ 479446 w 1424326"/>
                  <a:gd name="connsiteY92" fmla="*/ 984309 h 1472498"/>
                  <a:gd name="connsiteX93" fmla="*/ 1245510 w 1424326"/>
                  <a:gd name="connsiteY93" fmla="*/ 752662 h 1472498"/>
                  <a:gd name="connsiteX94" fmla="*/ 1243986 w 1424326"/>
                  <a:gd name="connsiteY94" fmla="*/ 989008 h 1472498"/>
                  <a:gd name="connsiteX95" fmla="*/ 1245510 w 1424326"/>
                  <a:gd name="connsiteY95" fmla="*/ 752662 h 1472498"/>
                  <a:gd name="connsiteX96" fmla="*/ 1281578 w 1424326"/>
                  <a:gd name="connsiteY96" fmla="*/ 1163761 h 1472498"/>
                  <a:gd name="connsiteX97" fmla="*/ 1283356 w 1424326"/>
                  <a:gd name="connsiteY97" fmla="*/ 1303461 h 1472498"/>
                  <a:gd name="connsiteX98" fmla="*/ 1396640 w 1424326"/>
                  <a:gd name="connsiteY98" fmla="*/ 1234119 h 1472498"/>
                  <a:gd name="connsiteX99" fmla="*/ 1281578 w 1424326"/>
                  <a:gd name="connsiteY99" fmla="*/ 1163761 h 1472498"/>
                  <a:gd name="connsiteX100" fmla="*/ 1125495 w 1424326"/>
                  <a:gd name="connsiteY100" fmla="*/ 1181540 h 1472498"/>
                  <a:gd name="connsiteX101" fmla="*/ 1160547 w 1424326"/>
                  <a:gd name="connsiteY101" fmla="*/ 1338005 h 1472498"/>
                  <a:gd name="connsiteX102" fmla="*/ 1212744 w 1424326"/>
                  <a:gd name="connsiteY102" fmla="*/ 1235643 h 1472498"/>
                  <a:gd name="connsiteX103" fmla="*/ 1125495 w 1424326"/>
                  <a:gd name="connsiteY103" fmla="*/ 1181540 h 1472498"/>
                  <a:gd name="connsiteX0" fmla="*/ 166264 w 1424326"/>
                  <a:gd name="connsiteY0" fmla="*/ 241740 h 1472498"/>
                  <a:gd name="connsiteX1" fmla="*/ 459888 w 1424326"/>
                  <a:gd name="connsiteY1" fmla="*/ 345245 h 1472498"/>
                  <a:gd name="connsiteX2" fmla="*/ 574696 w 1424326"/>
                  <a:gd name="connsiteY2" fmla="*/ 328482 h 1472498"/>
                  <a:gd name="connsiteX3" fmla="*/ 679725 w 1424326"/>
                  <a:gd name="connsiteY3" fmla="*/ 280476 h 1472498"/>
                  <a:gd name="connsiteX4" fmla="*/ 665755 w 1424326"/>
                  <a:gd name="connsiteY4" fmla="*/ 182685 h 1472498"/>
                  <a:gd name="connsiteX5" fmla="*/ 715158 w 1424326"/>
                  <a:gd name="connsiteY5" fmla="*/ 62924 h 1472498"/>
                  <a:gd name="connsiteX6" fmla="*/ 943504 w 1424326"/>
                  <a:gd name="connsiteY6" fmla="*/ 17077 h 1472498"/>
                  <a:gd name="connsiteX7" fmla="*/ 1063138 w 1424326"/>
                  <a:gd name="connsiteY7" fmla="*/ 236533 h 1472498"/>
                  <a:gd name="connsiteX8" fmla="*/ 1063470 w 1424326"/>
                  <a:gd name="connsiteY8" fmla="*/ 256335 h 1472498"/>
                  <a:gd name="connsiteX9" fmla="*/ 1053232 w 1424326"/>
                  <a:gd name="connsiteY9" fmla="*/ 261426 h 1472498"/>
                  <a:gd name="connsiteX10" fmla="*/ 915945 w 1424326"/>
                  <a:gd name="connsiteY10" fmla="*/ 390712 h 1472498"/>
                  <a:gd name="connsiteX11" fmla="*/ 866542 w 1424326"/>
                  <a:gd name="connsiteY11" fmla="*/ 397570 h 1472498"/>
                  <a:gd name="connsiteX12" fmla="*/ 866288 w 1424326"/>
                  <a:gd name="connsiteY12" fmla="*/ 515171 h 1472498"/>
                  <a:gd name="connsiteX13" fmla="*/ 1115589 w 1424326"/>
                  <a:gd name="connsiteY13" fmla="*/ 586800 h 1472498"/>
                  <a:gd name="connsiteX14" fmla="*/ 1222142 w 1424326"/>
                  <a:gd name="connsiteY14" fmla="*/ 704528 h 1472498"/>
                  <a:gd name="connsiteX15" fmla="*/ 1311931 w 1424326"/>
                  <a:gd name="connsiteY15" fmla="*/ 779713 h 1472498"/>
                  <a:gd name="connsiteX16" fmla="*/ 1226968 w 1424326"/>
                  <a:gd name="connsiteY16" fmla="*/ 1014155 h 1472498"/>
                  <a:gd name="connsiteX17" fmla="*/ 1208299 w 1424326"/>
                  <a:gd name="connsiteY17" fmla="*/ 1043111 h 1472498"/>
                  <a:gd name="connsiteX18" fmla="*/ 1093872 w 1424326"/>
                  <a:gd name="connsiteY18" fmla="*/ 1135439 h 1472498"/>
                  <a:gd name="connsiteX19" fmla="*/ 1217570 w 1424326"/>
                  <a:gd name="connsiteY19" fmla="*/ 1210624 h 1472498"/>
                  <a:gd name="connsiteX20" fmla="*/ 1281578 w 1424326"/>
                  <a:gd name="connsiteY20" fmla="*/ 1137345 h 1472498"/>
                  <a:gd name="connsiteX21" fmla="*/ 1381781 w 1424326"/>
                  <a:gd name="connsiteY21" fmla="*/ 1154108 h 1472498"/>
                  <a:gd name="connsiteX22" fmla="*/ 1424326 w 1424326"/>
                  <a:gd name="connsiteY22" fmla="*/ 1224720 h 1472498"/>
                  <a:gd name="connsiteX23" fmla="*/ 1354603 w 1424326"/>
                  <a:gd name="connsiteY23" fmla="*/ 1462338 h 1472498"/>
                  <a:gd name="connsiteX24" fmla="*/ 1331362 w 1424326"/>
                  <a:gd name="connsiteY24" fmla="*/ 1465005 h 1472498"/>
                  <a:gd name="connsiteX25" fmla="*/ 1384575 w 1424326"/>
                  <a:gd name="connsiteY25" fmla="*/ 1314509 h 1472498"/>
                  <a:gd name="connsiteX26" fmla="*/ 1302406 w 1424326"/>
                  <a:gd name="connsiteY26" fmla="*/ 1334068 h 1472498"/>
                  <a:gd name="connsiteX27" fmla="*/ 1218332 w 1424326"/>
                  <a:gd name="connsiteY27" fmla="*/ 1274251 h 1472498"/>
                  <a:gd name="connsiteX28" fmla="*/ 1164992 w 1424326"/>
                  <a:gd name="connsiteY28" fmla="*/ 1459036 h 1472498"/>
                  <a:gd name="connsiteX29" fmla="*/ 1162960 w 1424326"/>
                  <a:gd name="connsiteY29" fmla="*/ 1472498 h 1472498"/>
                  <a:gd name="connsiteX30" fmla="*/ 1147847 w 1424326"/>
                  <a:gd name="connsiteY30" fmla="*/ 1457257 h 1472498"/>
                  <a:gd name="connsiteX31" fmla="*/ 1136544 w 1424326"/>
                  <a:gd name="connsiteY31" fmla="*/ 1370136 h 1472498"/>
                  <a:gd name="connsiteX32" fmla="*/ 1099714 w 1424326"/>
                  <a:gd name="connsiteY32" fmla="*/ 1185986 h 1472498"/>
                  <a:gd name="connsiteX33" fmla="*/ 1092729 w 1424326"/>
                  <a:gd name="connsiteY33" fmla="*/ 1162618 h 1472498"/>
                  <a:gd name="connsiteX34" fmla="*/ 921152 w 1424326"/>
                  <a:gd name="connsiteY34" fmla="*/ 1166427 h 1472498"/>
                  <a:gd name="connsiteX35" fmla="*/ 656865 w 1424326"/>
                  <a:gd name="connsiteY35" fmla="*/ 1159062 h 1472498"/>
                  <a:gd name="connsiteX36" fmla="*/ 616733 w 1424326"/>
                  <a:gd name="connsiteY36" fmla="*/ 1182302 h 1472498"/>
                  <a:gd name="connsiteX37" fmla="*/ 570632 w 1424326"/>
                  <a:gd name="connsiteY37" fmla="*/ 1461830 h 1472498"/>
                  <a:gd name="connsiteX38" fmla="*/ 545867 w 1424326"/>
                  <a:gd name="connsiteY38" fmla="*/ 1466020 h 1472498"/>
                  <a:gd name="connsiteX39" fmla="*/ 585237 w 1424326"/>
                  <a:gd name="connsiteY39" fmla="*/ 1184207 h 1472498"/>
                  <a:gd name="connsiteX40" fmla="*/ 452649 w 1424326"/>
                  <a:gd name="connsiteY40" fmla="*/ 1325051 h 1472498"/>
                  <a:gd name="connsiteX41" fmla="*/ 410104 w 1424326"/>
                  <a:gd name="connsiteY41" fmla="*/ 1458527 h 1472498"/>
                  <a:gd name="connsiteX42" fmla="*/ 384196 w 1424326"/>
                  <a:gd name="connsiteY42" fmla="*/ 1468814 h 1472498"/>
                  <a:gd name="connsiteX43" fmla="*/ 491257 w 1424326"/>
                  <a:gd name="connsiteY43" fmla="*/ 1228657 h 1472498"/>
                  <a:gd name="connsiteX44" fmla="*/ 621559 w 1424326"/>
                  <a:gd name="connsiteY44" fmla="*/ 1136963 h 1472498"/>
                  <a:gd name="connsiteX45" fmla="*/ 495575 w 1424326"/>
                  <a:gd name="connsiteY45" fmla="*/ 1011361 h 1472498"/>
                  <a:gd name="connsiteX46" fmla="*/ 416962 w 1424326"/>
                  <a:gd name="connsiteY46" fmla="*/ 970720 h 1472498"/>
                  <a:gd name="connsiteX47" fmla="*/ 385085 w 1424326"/>
                  <a:gd name="connsiteY47" fmla="*/ 824925 h 1472498"/>
                  <a:gd name="connsiteX48" fmla="*/ 484780 w 1424326"/>
                  <a:gd name="connsiteY48" fmla="*/ 724849 h 1472498"/>
                  <a:gd name="connsiteX49" fmla="*/ 662834 w 1424326"/>
                  <a:gd name="connsiteY49" fmla="*/ 550477 h 1472498"/>
                  <a:gd name="connsiteX50" fmla="*/ 839999 w 1424326"/>
                  <a:gd name="connsiteY50" fmla="*/ 514409 h 1472498"/>
                  <a:gd name="connsiteX51" fmla="*/ 839999 w 1424326"/>
                  <a:gd name="connsiteY51" fmla="*/ 398458 h 1472498"/>
                  <a:gd name="connsiteX52" fmla="*/ 693695 w 1424326"/>
                  <a:gd name="connsiteY52" fmla="*/ 301684 h 1472498"/>
                  <a:gd name="connsiteX53" fmla="*/ 581554 w 1424326"/>
                  <a:gd name="connsiteY53" fmla="*/ 358453 h 1472498"/>
                  <a:gd name="connsiteX54" fmla="*/ 366162 w 1424326"/>
                  <a:gd name="connsiteY54" fmla="*/ 348801 h 1472498"/>
                  <a:gd name="connsiteX55" fmla="*/ 297709 w 1424326"/>
                  <a:gd name="connsiteY55" fmla="*/ 533713 h 1472498"/>
                  <a:gd name="connsiteX56" fmla="*/ 327427 w 1424326"/>
                  <a:gd name="connsiteY56" fmla="*/ 561400 h 1472498"/>
                  <a:gd name="connsiteX57" fmla="*/ 261641 w 1424326"/>
                  <a:gd name="connsiteY57" fmla="*/ 659189 h 1472498"/>
                  <a:gd name="connsiteX58" fmla="*/ 212746 w 1424326"/>
                  <a:gd name="connsiteY58" fmla="*/ 552890 h 1472498"/>
                  <a:gd name="connsiteX59" fmla="*/ 271166 w 1424326"/>
                  <a:gd name="connsiteY59" fmla="*/ 527871 h 1472498"/>
                  <a:gd name="connsiteX60" fmla="*/ 320188 w 1424326"/>
                  <a:gd name="connsiteY60" fmla="*/ 400871 h 1472498"/>
                  <a:gd name="connsiteX61" fmla="*/ 343937 w 1424326"/>
                  <a:gd name="connsiteY61" fmla="*/ 338895 h 1472498"/>
                  <a:gd name="connsiteX62" fmla="*/ 151659 w 1424326"/>
                  <a:gd name="connsiteY62" fmla="*/ 261933 h 1472498"/>
                  <a:gd name="connsiteX63" fmla="*/ 102383 w 1424326"/>
                  <a:gd name="connsiteY63" fmla="*/ 300288 h 1472498"/>
                  <a:gd name="connsiteX64" fmla="*/ 5736 w 1424326"/>
                  <a:gd name="connsiteY64" fmla="*/ 262441 h 1472498"/>
                  <a:gd name="connsiteX65" fmla="*/ 33041 w 1424326"/>
                  <a:gd name="connsiteY65" fmla="*/ 148014 h 1472498"/>
                  <a:gd name="connsiteX66" fmla="*/ 810916 w 1424326"/>
                  <a:gd name="connsiteY66" fmla="*/ 33334 h 1472498"/>
                  <a:gd name="connsiteX67" fmla="*/ 700426 w 1424326"/>
                  <a:gd name="connsiteY67" fmla="*/ 140649 h 1472498"/>
                  <a:gd name="connsiteX68" fmla="*/ 857906 w 1424326"/>
                  <a:gd name="connsiteY68" fmla="*/ 369883 h 1472498"/>
                  <a:gd name="connsiteX69" fmla="*/ 1026308 w 1424326"/>
                  <a:gd name="connsiteY69" fmla="*/ 257362 h 1472498"/>
                  <a:gd name="connsiteX70" fmla="*/ 964840 w 1424326"/>
                  <a:gd name="connsiteY70" fmla="*/ 60765 h 1472498"/>
                  <a:gd name="connsiteX71" fmla="*/ 810916 w 1424326"/>
                  <a:gd name="connsiteY71" fmla="*/ 33334 h 1472498"/>
                  <a:gd name="connsiteX72" fmla="*/ 48789 w 1424326"/>
                  <a:gd name="connsiteY72" fmla="*/ 172526 h 1472498"/>
                  <a:gd name="connsiteX73" fmla="*/ 25294 w 1424326"/>
                  <a:gd name="connsiteY73" fmla="*/ 238565 h 1472498"/>
                  <a:gd name="connsiteX74" fmla="*/ 96922 w 1424326"/>
                  <a:gd name="connsiteY74" fmla="*/ 274126 h 1472498"/>
                  <a:gd name="connsiteX75" fmla="*/ 141118 w 1424326"/>
                  <a:gd name="connsiteY75" fmla="*/ 225484 h 1472498"/>
                  <a:gd name="connsiteX76" fmla="*/ 48789 w 1424326"/>
                  <a:gd name="connsiteY76" fmla="*/ 172526 h 1472498"/>
                  <a:gd name="connsiteX77" fmla="*/ 758338 w 1424326"/>
                  <a:gd name="connsiteY77" fmla="*/ 550224 h 1472498"/>
                  <a:gd name="connsiteX78" fmla="*/ 522499 w 1424326"/>
                  <a:gd name="connsiteY78" fmla="*/ 708084 h 1472498"/>
                  <a:gd name="connsiteX79" fmla="*/ 492019 w 1424326"/>
                  <a:gd name="connsiteY79" fmla="*/ 910269 h 1472498"/>
                  <a:gd name="connsiteX80" fmla="*/ 627274 w 1424326"/>
                  <a:gd name="connsiteY80" fmla="*/ 1108643 h 1472498"/>
                  <a:gd name="connsiteX81" fmla="*/ 856636 w 1424326"/>
                  <a:gd name="connsiteY81" fmla="*/ 1143059 h 1472498"/>
                  <a:gd name="connsiteX82" fmla="*/ 1138195 w 1424326"/>
                  <a:gd name="connsiteY82" fmla="*/ 1081464 h 1472498"/>
                  <a:gd name="connsiteX83" fmla="*/ 1225317 w 1424326"/>
                  <a:gd name="connsiteY83" fmla="*/ 789745 h 1472498"/>
                  <a:gd name="connsiteX84" fmla="*/ 1044342 w 1424326"/>
                  <a:gd name="connsiteY84" fmla="*/ 576766 h 1472498"/>
                  <a:gd name="connsiteX85" fmla="*/ 758338 w 1424326"/>
                  <a:gd name="connsiteY85" fmla="*/ 550224 h 1472498"/>
                  <a:gd name="connsiteX86" fmla="*/ 237638 w 1424326"/>
                  <a:gd name="connsiteY86" fmla="*/ 566480 h 1472498"/>
                  <a:gd name="connsiteX87" fmla="*/ 285009 w 1424326"/>
                  <a:gd name="connsiteY87" fmla="*/ 625407 h 1472498"/>
                  <a:gd name="connsiteX88" fmla="*/ 237638 w 1424326"/>
                  <a:gd name="connsiteY88" fmla="*/ 566480 h 1472498"/>
                  <a:gd name="connsiteX89" fmla="*/ 479446 w 1424326"/>
                  <a:gd name="connsiteY89" fmla="*/ 984309 h 1472498"/>
                  <a:gd name="connsiteX90" fmla="*/ 471826 w 1424326"/>
                  <a:gd name="connsiteY90" fmla="*/ 753677 h 1472498"/>
                  <a:gd name="connsiteX91" fmla="*/ 479446 w 1424326"/>
                  <a:gd name="connsiteY91" fmla="*/ 984309 h 1472498"/>
                  <a:gd name="connsiteX92" fmla="*/ 1245510 w 1424326"/>
                  <a:gd name="connsiteY92" fmla="*/ 752662 h 1472498"/>
                  <a:gd name="connsiteX93" fmla="*/ 1243986 w 1424326"/>
                  <a:gd name="connsiteY93" fmla="*/ 989008 h 1472498"/>
                  <a:gd name="connsiteX94" fmla="*/ 1245510 w 1424326"/>
                  <a:gd name="connsiteY94" fmla="*/ 752662 h 1472498"/>
                  <a:gd name="connsiteX95" fmla="*/ 1281578 w 1424326"/>
                  <a:gd name="connsiteY95" fmla="*/ 1163761 h 1472498"/>
                  <a:gd name="connsiteX96" fmla="*/ 1283356 w 1424326"/>
                  <a:gd name="connsiteY96" fmla="*/ 1303461 h 1472498"/>
                  <a:gd name="connsiteX97" fmla="*/ 1396640 w 1424326"/>
                  <a:gd name="connsiteY97" fmla="*/ 1234119 h 1472498"/>
                  <a:gd name="connsiteX98" fmla="*/ 1281578 w 1424326"/>
                  <a:gd name="connsiteY98" fmla="*/ 1163761 h 1472498"/>
                  <a:gd name="connsiteX99" fmla="*/ 1125495 w 1424326"/>
                  <a:gd name="connsiteY99" fmla="*/ 1181540 h 1472498"/>
                  <a:gd name="connsiteX100" fmla="*/ 1160547 w 1424326"/>
                  <a:gd name="connsiteY100" fmla="*/ 1338005 h 1472498"/>
                  <a:gd name="connsiteX101" fmla="*/ 1212744 w 1424326"/>
                  <a:gd name="connsiteY101" fmla="*/ 1235643 h 1472498"/>
                  <a:gd name="connsiteX102" fmla="*/ 1125495 w 1424326"/>
                  <a:gd name="connsiteY102" fmla="*/ 1181540 h 1472498"/>
                  <a:gd name="connsiteX0" fmla="*/ 166264 w 1424326"/>
                  <a:gd name="connsiteY0" fmla="*/ 241740 h 1472498"/>
                  <a:gd name="connsiteX1" fmla="*/ 459888 w 1424326"/>
                  <a:gd name="connsiteY1" fmla="*/ 345245 h 1472498"/>
                  <a:gd name="connsiteX2" fmla="*/ 574696 w 1424326"/>
                  <a:gd name="connsiteY2" fmla="*/ 328482 h 1472498"/>
                  <a:gd name="connsiteX3" fmla="*/ 679725 w 1424326"/>
                  <a:gd name="connsiteY3" fmla="*/ 280476 h 1472498"/>
                  <a:gd name="connsiteX4" fmla="*/ 665755 w 1424326"/>
                  <a:gd name="connsiteY4" fmla="*/ 182685 h 1472498"/>
                  <a:gd name="connsiteX5" fmla="*/ 715158 w 1424326"/>
                  <a:gd name="connsiteY5" fmla="*/ 62924 h 1472498"/>
                  <a:gd name="connsiteX6" fmla="*/ 943504 w 1424326"/>
                  <a:gd name="connsiteY6" fmla="*/ 17077 h 1472498"/>
                  <a:gd name="connsiteX7" fmla="*/ 1063138 w 1424326"/>
                  <a:gd name="connsiteY7" fmla="*/ 236533 h 1472498"/>
                  <a:gd name="connsiteX8" fmla="*/ 1063470 w 1424326"/>
                  <a:gd name="connsiteY8" fmla="*/ 256335 h 1472498"/>
                  <a:gd name="connsiteX9" fmla="*/ 1053232 w 1424326"/>
                  <a:gd name="connsiteY9" fmla="*/ 261426 h 1472498"/>
                  <a:gd name="connsiteX10" fmla="*/ 915945 w 1424326"/>
                  <a:gd name="connsiteY10" fmla="*/ 390712 h 1472498"/>
                  <a:gd name="connsiteX11" fmla="*/ 866542 w 1424326"/>
                  <a:gd name="connsiteY11" fmla="*/ 397570 h 1472498"/>
                  <a:gd name="connsiteX12" fmla="*/ 866288 w 1424326"/>
                  <a:gd name="connsiteY12" fmla="*/ 515171 h 1472498"/>
                  <a:gd name="connsiteX13" fmla="*/ 1115589 w 1424326"/>
                  <a:gd name="connsiteY13" fmla="*/ 586800 h 1472498"/>
                  <a:gd name="connsiteX14" fmla="*/ 1222142 w 1424326"/>
                  <a:gd name="connsiteY14" fmla="*/ 704528 h 1472498"/>
                  <a:gd name="connsiteX15" fmla="*/ 1311931 w 1424326"/>
                  <a:gd name="connsiteY15" fmla="*/ 779713 h 1472498"/>
                  <a:gd name="connsiteX16" fmla="*/ 1226968 w 1424326"/>
                  <a:gd name="connsiteY16" fmla="*/ 1014155 h 1472498"/>
                  <a:gd name="connsiteX17" fmla="*/ 1208299 w 1424326"/>
                  <a:gd name="connsiteY17" fmla="*/ 1043111 h 1472498"/>
                  <a:gd name="connsiteX18" fmla="*/ 1093872 w 1424326"/>
                  <a:gd name="connsiteY18" fmla="*/ 1135439 h 1472498"/>
                  <a:gd name="connsiteX19" fmla="*/ 1217570 w 1424326"/>
                  <a:gd name="connsiteY19" fmla="*/ 1210624 h 1472498"/>
                  <a:gd name="connsiteX20" fmla="*/ 1281578 w 1424326"/>
                  <a:gd name="connsiteY20" fmla="*/ 1137345 h 1472498"/>
                  <a:gd name="connsiteX21" fmla="*/ 1381781 w 1424326"/>
                  <a:gd name="connsiteY21" fmla="*/ 1154108 h 1472498"/>
                  <a:gd name="connsiteX22" fmla="*/ 1424326 w 1424326"/>
                  <a:gd name="connsiteY22" fmla="*/ 1224720 h 1472498"/>
                  <a:gd name="connsiteX23" fmla="*/ 1354603 w 1424326"/>
                  <a:gd name="connsiteY23" fmla="*/ 1462338 h 1472498"/>
                  <a:gd name="connsiteX24" fmla="*/ 1331362 w 1424326"/>
                  <a:gd name="connsiteY24" fmla="*/ 1465005 h 1472498"/>
                  <a:gd name="connsiteX25" fmla="*/ 1384575 w 1424326"/>
                  <a:gd name="connsiteY25" fmla="*/ 1314509 h 1472498"/>
                  <a:gd name="connsiteX26" fmla="*/ 1302406 w 1424326"/>
                  <a:gd name="connsiteY26" fmla="*/ 1334068 h 1472498"/>
                  <a:gd name="connsiteX27" fmla="*/ 1218332 w 1424326"/>
                  <a:gd name="connsiteY27" fmla="*/ 1274251 h 1472498"/>
                  <a:gd name="connsiteX28" fmla="*/ 1164992 w 1424326"/>
                  <a:gd name="connsiteY28" fmla="*/ 1459036 h 1472498"/>
                  <a:gd name="connsiteX29" fmla="*/ 1162960 w 1424326"/>
                  <a:gd name="connsiteY29" fmla="*/ 1472498 h 1472498"/>
                  <a:gd name="connsiteX30" fmla="*/ 1147847 w 1424326"/>
                  <a:gd name="connsiteY30" fmla="*/ 1457257 h 1472498"/>
                  <a:gd name="connsiteX31" fmla="*/ 1136544 w 1424326"/>
                  <a:gd name="connsiteY31" fmla="*/ 1370136 h 1472498"/>
                  <a:gd name="connsiteX32" fmla="*/ 1099714 w 1424326"/>
                  <a:gd name="connsiteY32" fmla="*/ 1185986 h 1472498"/>
                  <a:gd name="connsiteX33" fmla="*/ 1092729 w 1424326"/>
                  <a:gd name="connsiteY33" fmla="*/ 1162618 h 1472498"/>
                  <a:gd name="connsiteX34" fmla="*/ 921152 w 1424326"/>
                  <a:gd name="connsiteY34" fmla="*/ 1166427 h 1472498"/>
                  <a:gd name="connsiteX35" fmla="*/ 656865 w 1424326"/>
                  <a:gd name="connsiteY35" fmla="*/ 1159062 h 1472498"/>
                  <a:gd name="connsiteX36" fmla="*/ 616733 w 1424326"/>
                  <a:gd name="connsiteY36" fmla="*/ 1182302 h 1472498"/>
                  <a:gd name="connsiteX37" fmla="*/ 570632 w 1424326"/>
                  <a:gd name="connsiteY37" fmla="*/ 1461830 h 1472498"/>
                  <a:gd name="connsiteX38" fmla="*/ 545867 w 1424326"/>
                  <a:gd name="connsiteY38" fmla="*/ 1466020 h 1472498"/>
                  <a:gd name="connsiteX39" fmla="*/ 585237 w 1424326"/>
                  <a:gd name="connsiteY39" fmla="*/ 1184207 h 1472498"/>
                  <a:gd name="connsiteX40" fmla="*/ 452649 w 1424326"/>
                  <a:gd name="connsiteY40" fmla="*/ 1325051 h 1472498"/>
                  <a:gd name="connsiteX41" fmla="*/ 410104 w 1424326"/>
                  <a:gd name="connsiteY41" fmla="*/ 1458527 h 1472498"/>
                  <a:gd name="connsiteX42" fmla="*/ 384196 w 1424326"/>
                  <a:gd name="connsiteY42" fmla="*/ 1468814 h 1472498"/>
                  <a:gd name="connsiteX43" fmla="*/ 491257 w 1424326"/>
                  <a:gd name="connsiteY43" fmla="*/ 1228657 h 1472498"/>
                  <a:gd name="connsiteX44" fmla="*/ 621559 w 1424326"/>
                  <a:gd name="connsiteY44" fmla="*/ 1136963 h 1472498"/>
                  <a:gd name="connsiteX45" fmla="*/ 495575 w 1424326"/>
                  <a:gd name="connsiteY45" fmla="*/ 1011361 h 1472498"/>
                  <a:gd name="connsiteX46" fmla="*/ 416962 w 1424326"/>
                  <a:gd name="connsiteY46" fmla="*/ 970720 h 1472498"/>
                  <a:gd name="connsiteX47" fmla="*/ 385085 w 1424326"/>
                  <a:gd name="connsiteY47" fmla="*/ 824925 h 1472498"/>
                  <a:gd name="connsiteX48" fmla="*/ 484780 w 1424326"/>
                  <a:gd name="connsiteY48" fmla="*/ 724849 h 1472498"/>
                  <a:gd name="connsiteX49" fmla="*/ 662834 w 1424326"/>
                  <a:gd name="connsiteY49" fmla="*/ 550477 h 1472498"/>
                  <a:gd name="connsiteX50" fmla="*/ 839999 w 1424326"/>
                  <a:gd name="connsiteY50" fmla="*/ 514409 h 1472498"/>
                  <a:gd name="connsiteX51" fmla="*/ 839999 w 1424326"/>
                  <a:gd name="connsiteY51" fmla="*/ 398458 h 1472498"/>
                  <a:gd name="connsiteX52" fmla="*/ 693695 w 1424326"/>
                  <a:gd name="connsiteY52" fmla="*/ 301684 h 1472498"/>
                  <a:gd name="connsiteX53" fmla="*/ 581554 w 1424326"/>
                  <a:gd name="connsiteY53" fmla="*/ 358453 h 1472498"/>
                  <a:gd name="connsiteX54" fmla="*/ 366162 w 1424326"/>
                  <a:gd name="connsiteY54" fmla="*/ 348801 h 1472498"/>
                  <a:gd name="connsiteX55" fmla="*/ 297709 w 1424326"/>
                  <a:gd name="connsiteY55" fmla="*/ 533713 h 1472498"/>
                  <a:gd name="connsiteX56" fmla="*/ 327427 w 1424326"/>
                  <a:gd name="connsiteY56" fmla="*/ 561400 h 1472498"/>
                  <a:gd name="connsiteX57" fmla="*/ 261641 w 1424326"/>
                  <a:gd name="connsiteY57" fmla="*/ 659189 h 1472498"/>
                  <a:gd name="connsiteX58" fmla="*/ 212746 w 1424326"/>
                  <a:gd name="connsiteY58" fmla="*/ 552890 h 1472498"/>
                  <a:gd name="connsiteX59" fmla="*/ 271166 w 1424326"/>
                  <a:gd name="connsiteY59" fmla="*/ 527871 h 1472498"/>
                  <a:gd name="connsiteX60" fmla="*/ 320188 w 1424326"/>
                  <a:gd name="connsiteY60" fmla="*/ 400871 h 1472498"/>
                  <a:gd name="connsiteX61" fmla="*/ 343937 w 1424326"/>
                  <a:gd name="connsiteY61" fmla="*/ 338895 h 1472498"/>
                  <a:gd name="connsiteX62" fmla="*/ 151659 w 1424326"/>
                  <a:gd name="connsiteY62" fmla="*/ 261933 h 1472498"/>
                  <a:gd name="connsiteX63" fmla="*/ 102383 w 1424326"/>
                  <a:gd name="connsiteY63" fmla="*/ 300288 h 1472498"/>
                  <a:gd name="connsiteX64" fmla="*/ 5736 w 1424326"/>
                  <a:gd name="connsiteY64" fmla="*/ 262441 h 1472498"/>
                  <a:gd name="connsiteX65" fmla="*/ 33041 w 1424326"/>
                  <a:gd name="connsiteY65" fmla="*/ 148014 h 1472498"/>
                  <a:gd name="connsiteX66" fmla="*/ 810916 w 1424326"/>
                  <a:gd name="connsiteY66" fmla="*/ 33334 h 1472498"/>
                  <a:gd name="connsiteX67" fmla="*/ 700426 w 1424326"/>
                  <a:gd name="connsiteY67" fmla="*/ 140649 h 1472498"/>
                  <a:gd name="connsiteX68" fmla="*/ 857906 w 1424326"/>
                  <a:gd name="connsiteY68" fmla="*/ 369883 h 1472498"/>
                  <a:gd name="connsiteX69" fmla="*/ 1026308 w 1424326"/>
                  <a:gd name="connsiteY69" fmla="*/ 257362 h 1472498"/>
                  <a:gd name="connsiteX70" fmla="*/ 964840 w 1424326"/>
                  <a:gd name="connsiteY70" fmla="*/ 60765 h 1472498"/>
                  <a:gd name="connsiteX71" fmla="*/ 810916 w 1424326"/>
                  <a:gd name="connsiteY71" fmla="*/ 33334 h 1472498"/>
                  <a:gd name="connsiteX72" fmla="*/ 48789 w 1424326"/>
                  <a:gd name="connsiteY72" fmla="*/ 172526 h 1472498"/>
                  <a:gd name="connsiteX73" fmla="*/ 25294 w 1424326"/>
                  <a:gd name="connsiteY73" fmla="*/ 238565 h 1472498"/>
                  <a:gd name="connsiteX74" fmla="*/ 96922 w 1424326"/>
                  <a:gd name="connsiteY74" fmla="*/ 274126 h 1472498"/>
                  <a:gd name="connsiteX75" fmla="*/ 48789 w 1424326"/>
                  <a:gd name="connsiteY75" fmla="*/ 172526 h 1472498"/>
                  <a:gd name="connsiteX76" fmla="*/ 758338 w 1424326"/>
                  <a:gd name="connsiteY76" fmla="*/ 550224 h 1472498"/>
                  <a:gd name="connsiteX77" fmla="*/ 522499 w 1424326"/>
                  <a:gd name="connsiteY77" fmla="*/ 708084 h 1472498"/>
                  <a:gd name="connsiteX78" fmla="*/ 492019 w 1424326"/>
                  <a:gd name="connsiteY78" fmla="*/ 910269 h 1472498"/>
                  <a:gd name="connsiteX79" fmla="*/ 627274 w 1424326"/>
                  <a:gd name="connsiteY79" fmla="*/ 1108643 h 1472498"/>
                  <a:gd name="connsiteX80" fmla="*/ 856636 w 1424326"/>
                  <a:gd name="connsiteY80" fmla="*/ 1143059 h 1472498"/>
                  <a:gd name="connsiteX81" fmla="*/ 1138195 w 1424326"/>
                  <a:gd name="connsiteY81" fmla="*/ 1081464 h 1472498"/>
                  <a:gd name="connsiteX82" fmla="*/ 1225317 w 1424326"/>
                  <a:gd name="connsiteY82" fmla="*/ 789745 h 1472498"/>
                  <a:gd name="connsiteX83" fmla="*/ 1044342 w 1424326"/>
                  <a:gd name="connsiteY83" fmla="*/ 576766 h 1472498"/>
                  <a:gd name="connsiteX84" fmla="*/ 758338 w 1424326"/>
                  <a:gd name="connsiteY84" fmla="*/ 550224 h 1472498"/>
                  <a:gd name="connsiteX85" fmla="*/ 237638 w 1424326"/>
                  <a:gd name="connsiteY85" fmla="*/ 566480 h 1472498"/>
                  <a:gd name="connsiteX86" fmla="*/ 285009 w 1424326"/>
                  <a:gd name="connsiteY86" fmla="*/ 625407 h 1472498"/>
                  <a:gd name="connsiteX87" fmla="*/ 237638 w 1424326"/>
                  <a:gd name="connsiteY87" fmla="*/ 566480 h 1472498"/>
                  <a:gd name="connsiteX88" fmla="*/ 479446 w 1424326"/>
                  <a:gd name="connsiteY88" fmla="*/ 984309 h 1472498"/>
                  <a:gd name="connsiteX89" fmla="*/ 471826 w 1424326"/>
                  <a:gd name="connsiteY89" fmla="*/ 753677 h 1472498"/>
                  <a:gd name="connsiteX90" fmla="*/ 479446 w 1424326"/>
                  <a:gd name="connsiteY90" fmla="*/ 984309 h 1472498"/>
                  <a:gd name="connsiteX91" fmla="*/ 1245510 w 1424326"/>
                  <a:gd name="connsiteY91" fmla="*/ 752662 h 1472498"/>
                  <a:gd name="connsiteX92" fmla="*/ 1243986 w 1424326"/>
                  <a:gd name="connsiteY92" fmla="*/ 989008 h 1472498"/>
                  <a:gd name="connsiteX93" fmla="*/ 1245510 w 1424326"/>
                  <a:gd name="connsiteY93" fmla="*/ 752662 h 1472498"/>
                  <a:gd name="connsiteX94" fmla="*/ 1281578 w 1424326"/>
                  <a:gd name="connsiteY94" fmla="*/ 1163761 h 1472498"/>
                  <a:gd name="connsiteX95" fmla="*/ 1283356 w 1424326"/>
                  <a:gd name="connsiteY95" fmla="*/ 1303461 h 1472498"/>
                  <a:gd name="connsiteX96" fmla="*/ 1396640 w 1424326"/>
                  <a:gd name="connsiteY96" fmla="*/ 1234119 h 1472498"/>
                  <a:gd name="connsiteX97" fmla="*/ 1281578 w 1424326"/>
                  <a:gd name="connsiteY97" fmla="*/ 1163761 h 1472498"/>
                  <a:gd name="connsiteX98" fmla="*/ 1125495 w 1424326"/>
                  <a:gd name="connsiteY98" fmla="*/ 1181540 h 1472498"/>
                  <a:gd name="connsiteX99" fmla="*/ 1160547 w 1424326"/>
                  <a:gd name="connsiteY99" fmla="*/ 1338005 h 1472498"/>
                  <a:gd name="connsiteX100" fmla="*/ 1212744 w 1424326"/>
                  <a:gd name="connsiteY100" fmla="*/ 1235643 h 1472498"/>
                  <a:gd name="connsiteX101" fmla="*/ 1125495 w 1424326"/>
                  <a:gd name="connsiteY101" fmla="*/ 1181540 h 1472498"/>
                  <a:gd name="connsiteX0" fmla="*/ 166264 w 1424326"/>
                  <a:gd name="connsiteY0" fmla="*/ 241740 h 1472498"/>
                  <a:gd name="connsiteX1" fmla="*/ 459888 w 1424326"/>
                  <a:gd name="connsiteY1" fmla="*/ 345245 h 1472498"/>
                  <a:gd name="connsiteX2" fmla="*/ 574696 w 1424326"/>
                  <a:gd name="connsiteY2" fmla="*/ 328482 h 1472498"/>
                  <a:gd name="connsiteX3" fmla="*/ 679725 w 1424326"/>
                  <a:gd name="connsiteY3" fmla="*/ 280476 h 1472498"/>
                  <a:gd name="connsiteX4" fmla="*/ 665755 w 1424326"/>
                  <a:gd name="connsiteY4" fmla="*/ 182685 h 1472498"/>
                  <a:gd name="connsiteX5" fmla="*/ 715158 w 1424326"/>
                  <a:gd name="connsiteY5" fmla="*/ 62924 h 1472498"/>
                  <a:gd name="connsiteX6" fmla="*/ 943504 w 1424326"/>
                  <a:gd name="connsiteY6" fmla="*/ 17077 h 1472498"/>
                  <a:gd name="connsiteX7" fmla="*/ 1063138 w 1424326"/>
                  <a:gd name="connsiteY7" fmla="*/ 236533 h 1472498"/>
                  <a:gd name="connsiteX8" fmla="*/ 1063470 w 1424326"/>
                  <a:gd name="connsiteY8" fmla="*/ 256335 h 1472498"/>
                  <a:gd name="connsiteX9" fmla="*/ 1053232 w 1424326"/>
                  <a:gd name="connsiteY9" fmla="*/ 261426 h 1472498"/>
                  <a:gd name="connsiteX10" fmla="*/ 915945 w 1424326"/>
                  <a:gd name="connsiteY10" fmla="*/ 390712 h 1472498"/>
                  <a:gd name="connsiteX11" fmla="*/ 866542 w 1424326"/>
                  <a:gd name="connsiteY11" fmla="*/ 397570 h 1472498"/>
                  <a:gd name="connsiteX12" fmla="*/ 866288 w 1424326"/>
                  <a:gd name="connsiteY12" fmla="*/ 515171 h 1472498"/>
                  <a:gd name="connsiteX13" fmla="*/ 1115589 w 1424326"/>
                  <a:gd name="connsiteY13" fmla="*/ 586800 h 1472498"/>
                  <a:gd name="connsiteX14" fmla="*/ 1222142 w 1424326"/>
                  <a:gd name="connsiteY14" fmla="*/ 704528 h 1472498"/>
                  <a:gd name="connsiteX15" fmla="*/ 1311931 w 1424326"/>
                  <a:gd name="connsiteY15" fmla="*/ 779713 h 1472498"/>
                  <a:gd name="connsiteX16" fmla="*/ 1226968 w 1424326"/>
                  <a:gd name="connsiteY16" fmla="*/ 1014155 h 1472498"/>
                  <a:gd name="connsiteX17" fmla="*/ 1208299 w 1424326"/>
                  <a:gd name="connsiteY17" fmla="*/ 1043111 h 1472498"/>
                  <a:gd name="connsiteX18" fmla="*/ 1093872 w 1424326"/>
                  <a:gd name="connsiteY18" fmla="*/ 1135439 h 1472498"/>
                  <a:gd name="connsiteX19" fmla="*/ 1217570 w 1424326"/>
                  <a:gd name="connsiteY19" fmla="*/ 1210624 h 1472498"/>
                  <a:gd name="connsiteX20" fmla="*/ 1281578 w 1424326"/>
                  <a:gd name="connsiteY20" fmla="*/ 1137345 h 1472498"/>
                  <a:gd name="connsiteX21" fmla="*/ 1381781 w 1424326"/>
                  <a:gd name="connsiteY21" fmla="*/ 1154108 h 1472498"/>
                  <a:gd name="connsiteX22" fmla="*/ 1424326 w 1424326"/>
                  <a:gd name="connsiteY22" fmla="*/ 1224720 h 1472498"/>
                  <a:gd name="connsiteX23" fmla="*/ 1354603 w 1424326"/>
                  <a:gd name="connsiteY23" fmla="*/ 1462338 h 1472498"/>
                  <a:gd name="connsiteX24" fmla="*/ 1331362 w 1424326"/>
                  <a:gd name="connsiteY24" fmla="*/ 1465005 h 1472498"/>
                  <a:gd name="connsiteX25" fmla="*/ 1384575 w 1424326"/>
                  <a:gd name="connsiteY25" fmla="*/ 1314509 h 1472498"/>
                  <a:gd name="connsiteX26" fmla="*/ 1302406 w 1424326"/>
                  <a:gd name="connsiteY26" fmla="*/ 1334068 h 1472498"/>
                  <a:gd name="connsiteX27" fmla="*/ 1218332 w 1424326"/>
                  <a:gd name="connsiteY27" fmla="*/ 1274251 h 1472498"/>
                  <a:gd name="connsiteX28" fmla="*/ 1164992 w 1424326"/>
                  <a:gd name="connsiteY28" fmla="*/ 1459036 h 1472498"/>
                  <a:gd name="connsiteX29" fmla="*/ 1162960 w 1424326"/>
                  <a:gd name="connsiteY29" fmla="*/ 1472498 h 1472498"/>
                  <a:gd name="connsiteX30" fmla="*/ 1147847 w 1424326"/>
                  <a:gd name="connsiteY30" fmla="*/ 1457257 h 1472498"/>
                  <a:gd name="connsiteX31" fmla="*/ 1136544 w 1424326"/>
                  <a:gd name="connsiteY31" fmla="*/ 1370136 h 1472498"/>
                  <a:gd name="connsiteX32" fmla="*/ 1099714 w 1424326"/>
                  <a:gd name="connsiteY32" fmla="*/ 1185986 h 1472498"/>
                  <a:gd name="connsiteX33" fmla="*/ 1092729 w 1424326"/>
                  <a:gd name="connsiteY33" fmla="*/ 1162618 h 1472498"/>
                  <a:gd name="connsiteX34" fmla="*/ 921152 w 1424326"/>
                  <a:gd name="connsiteY34" fmla="*/ 1166427 h 1472498"/>
                  <a:gd name="connsiteX35" fmla="*/ 656865 w 1424326"/>
                  <a:gd name="connsiteY35" fmla="*/ 1159062 h 1472498"/>
                  <a:gd name="connsiteX36" fmla="*/ 616733 w 1424326"/>
                  <a:gd name="connsiteY36" fmla="*/ 1182302 h 1472498"/>
                  <a:gd name="connsiteX37" fmla="*/ 570632 w 1424326"/>
                  <a:gd name="connsiteY37" fmla="*/ 1461830 h 1472498"/>
                  <a:gd name="connsiteX38" fmla="*/ 545867 w 1424326"/>
                  <a:gd name="connsiteY38" fmla="*/ 1466020 h 1472498"/>
                  <a:gd name="connsiteX39" fmla="*/ 585237 w 1424326"/>
                  <a:gd name="connsiteY39" fmla="*/ 1184207 h 1472498"/>
                  <a:gd name="connsiteX40" fmla="*/ 452649 w 1424326"/>
                  <a:gd name="connsiteY40" fmla="*/ 1325051 h 1472498"/>
                  <a:gd name="connsiteX41" fmla="*/ 410104 w 1424326"/>
                  <a:gd name="connsiteY41" fmla="*/ 1458527 h 1472498"/>
                  <a:gd name="connsiteX42" fmla="*/ 384196 w 1424326"/>
                  <a:gd name="connsiteY42" fmla="*/ 1468814 h 1472498"/>
                  <a:gd name="connsiteX43" fmla="*/ 491257 w 1424326"/>
                  <a:gd name="connsiteY43" fmla="*/ 1228657 h 1472498"/>
                  <a:gd name="connsiteX44" fmla="*/ 621559 w 1424326"/>
                  <a:gd name="connsiteY44" fmla="*/ 1136963 h 1472498"/>
                  <a:gd name="connsiteX45" fmla="*/ 495575 w 1424326"/>
                  <a:gd name="connsiteY45" fmla="*/ 1011361 h 1472498"/>
                  <a:gd name="connsiteX46" fmla="*/ 416962 w 1424326"/>
                  <a:gd name="connsiteY46" fmla="*/ 970720 h 1472498"/>
                  <a:gd name="connsiteX47" fmla="*/ 385085 w 1424326"/>
                  <a:gd name="connsiteY47" fmla="*/ 824925 h 1472498"/>
                  <a:gd name="connsiteX48" fmla="*/ 484780 w 1424326"/>
                  <a:gd name="connsiteY48" fmla="*/ 724849 h 1472498"/>
                  <a:gd name="connsiteX49" fmla="*/ 662834 w 1424326"/>
                  <a:gd name="connsiteY49" fmla="*/ 550477 h 1472498"/>
                  <a:gd name="connsiteX50" fmla="*/ 839999 w 1424326"/>
                  <a:gd name="connsiteY50" fmla="*/ 514409 h 1472498"/>
                  <a:gd name="connsiteX51" fmla="*/ 839999 w 1424326"/>
                  <a:gd name="connsiteY51" fmla="*/ 398458 h 1472498"/>
                  <a:gd name="connsiteX52" fmla="*/ 693695 w 1424326"/>
                  <a:gd name="connsiteY52" fmla="*/ 301684 h 1472498"/>
                  <a:gd name="connsiteX53" fmla="*/ 581554 w 1424326"/>
                  <a:gd name="connsiteY53" fmla="*/ 358453 h 1472498"/>
                  <a:gd name="connsiteX54" fmla="*/ 366162 w 1424326"/>
                  <a:gd name="connsiteY54" fmla="*/ 348801 h 1472498"/>
                  <a:gd name="connsiteX55" fmla="*/ 297709 w 1424326"/>
                  <a:gd name="connsiteY55" fmla="*/ 533713 h 1472498"/>
                  <a:gd name="connsiteX56" fmla="*/ 327427 w 1424326"/>
                  <a:gd name="connsiteY56" fmla="*/ 561400 h 1472498"/>
                  <a:gd name="connsiteX57" fmla="*/ 261641 w 1424326"/>
                  <a:gd name="connsiteY57" fmla="*/ 659189 h 1472498"/>
                  <a:gd name="connsiteX58" fmla="*/ 212746 w 1424326"/>
                  <a:gd name="connsiteY58" fmla="*/ 552890 h 1472498"/>
                  <a:gd name="connsiteX59" fmla="*/ 271166 w 1424326"/>
                  <a:gd name="connsiteY59" fmla="*/ 527871 h 1472498"/>
                  <a:gd name="connsiteX60" fmla="*/ 320188 w 1424326"/>
                  <a:gd name="connsiteY60" fmla="*/ 400871 h 1472498"/>
                  <a:gd name="connsiteX61" fmla="*/ 343937 w 1424326"/>
                  <a:gd name="connsiteY61" fmla="*/ 338895 h 1472498"/>
                  <a:gd name="connsiteX62" fmla="*/ 151659 w 1424326"/>
                  <a:gd name="connsiteY62" fmla="*/ 261933 h 1472498"/>
                  <a:gd name="connsiteX63" fmla="*/ 102383 w 1424326"/>
                  <a:gd name="connsiteY63" fmla="*/ 300288 h 1472498"/>
                  <a:gd name="connsiteX64" fmla="*/ 5736 w 1424326"/>
                  <a:gd name="connsiteY64" fmla="*/ 262441 h 1472498"/>
                  <a:gd name="connsiteX65" fmla="*/ 33041 w 1424326"/>
                  <a:gd name="connsiteY65" fmla="*/ 148014 h 1472498"/>
                  <a:gd name="connsiteX66" fmla="*/ 810916 w 1424326"/>
                  <a:gd name="connsiteY66" fmla="*/ 33334 h 1472498"/>
                  <a:gd name="connsiteX67" fmla="*/ 700426 w 1424326"/>
                  <a:gd name="connsiteY67" fmla="*/ 140649 h 1472498"/>
                  <a:gd name="connsiteX68" fmla="*/ 857906 w 1424326"/>
                  <a:gd name="connsiteY68" fmla="*/ 369883 h 1472498"/>
                  <a:gd name="connsiteX69" fmla="*/ 1026308 w 1424326"/>
                  <a:gd name="connsiteY69" fmla="*/ 257362 h 1472498"/>
                  <a:gd name="connsiteX70" fmla="*/ 964840 w 1424326"/>
                  <a:gd name="connsiteY70" fmla="*/ 60765 h 1472498"/>
                  <a:gd name="connsiteX71" fmla="*/ 810916 w 1424326"/>
                  <a:gd name="connsiteY71" fmla="*/ 33334 h 1472498"/>
                  <a:gd name="connsiteX72" fmla="*/ 48789 w 1424326"/>
                  <a:gd name="connsiteY72" fmla="*/ 172526 h 1472498"/>
                  <a:gd name="connsiteX73" fmla="*/ 25294 w 1424326"/>
                  <a:gd name="connsiteY73" fmla="*/ 238565 h 1472498"/>
                  <a:gd name="connsiteX74" fmla="*/ 96922 w 1424326"/>
                  <a:gd name="connsiteY74" fmla="*/ 274126 h 1472498"/>
                  <a:gd name="connsiteX75" fmla="*/ 758338 w 1424326"/>
                  <a:gd name="connsiteY75" fmla="*/ 550224 h 1472498"/>
                  <a:gd name="connsiteX76" fmla="*/ 522499 w 1424326"/>
                  <a:gd name="connsiteY76" fmla="*/ 708084 h 1472498"/>
                  <a:gd name="connsiteX77" fmla="*/ 492019 w 1424326"/>
                  <a:gd name="connsiteY77" fmla="*/ 910269 h 1472498"/>
                  <a:gd name="connsiteX78" fmla="*/ 627274 w 1424326"/>
                  <a:gd name="connsiteY78" fmla="*/ 1108643 h 1472498"/>
                  <a:gd name="connsiteX79" fmla="*/ 856636 w 1424326"/>
                  <a:gd name="connsiteY79" fmla="*/ 1143059 h 1472498"/>
                  <a:gd name="connsiteX80" fmla="*/ 1138195 w 1424326"/>
                  <a:gd name="connsiteY80" fmla="*/ 1081464 h 1472498"/>
                  <a:gd name="connsiteX81" fmla="*/ 1225317 w 1424326"/>
                  <a:gd name="connsiteY81" fmla="*/ 789745 h 1472498"/>
                  <a:gd name="connsiteX82" fmla="*/ 1044342 w 1424326"/>
                  <a:gd name="connsiteY82" fmla="*/ 576766 h 1472498"/>
                  <a:gd name="connsiteX83" fmla="*/ 758338 w 1424326"/>
                  <a:gd name="connsiteY83" fmla="*/ 550224 h 1472498"/>
                  <a:gd name="connsiteX84" fmla="*/ 237638 w 1424326"/>
                  <a:gd name="connsiteY84" fmla="*/ 566480 h 1472498"/>
                  <a:gd name="connsiteX85" fmla="*/ 285009 w 1424326"/>
                  <a:gd name="connsiteY85" fmla="*/ 625407 h 1472498"/>
                  <a:gd name="connsiteX86" fmla="*/ 237638 w 1424326"/>
                  <a:gd name="connsiteY86" fmla="*/ 566480 h 1472498"/>
                  <a:gd name="connsiteX87" fmla="*/ 479446 w 1424326"/>
                  <a:gd name="connsiteY87" fmla="*/ 984309 h 1472498"/>
                  <a:gd name="connsiteX88" fmla="*/ 471826 w 1424326"/>
                  <a:gd name="connsiteY88" fmla="*/ 753677 h 1472498"/>
                  <a:gd name="connsiteX89" fmla="*/ 479446 w 1424326"/>
                  <a:gd name="connsiteY89" fmla="*/ 984309 h 1472498"/>
                  <a:gd name="connsiteX90" fmla="*/ 1245510 w 1424326"/>
                  <a:gd name="connsiteY90" fmla="*/ 752662 h 1472498"/>
                  <a:gd name="connsiteX91" fmla="*/ 1243986 w 1424326"/>
                  <a:gd name="connsiteY91" fmla="*/ 989008 h 1472498"/>
                  <a:gd name="connsiteX92" fmla="*/ 1245510 w 1424326"/>
                  <a:gd name="connsiteY92" fmla="*/ 752662 h 1472498"/>
                  <a:gd name="connsiteX93" fmla="*/ 1281578 w 1424326"/>
                  <a:gd name="connsiteY93" fmla="*/ 1163761 h 1472498"/>
                  <a:gd name="connsiteX94" fmla="*/ 1283356 w 1424326"/>
                  <a:gd name="connsiteY94" fmla="*/ 1303461 h 1472498"/>
                  <a:gd name="connsiteX95" fmla="*/ 1396640 w 1424326"/>
                  <a:gd name="connsiteY95" fmla="*/ 1234119 h 1472498"/>
                  <a:gd name="connsiteX96" fmla="*/ 1281578 w 1424326"/>
                  <a:gd name="connsiteY96" fmla="*/ 1163761 h 1472498"/>
                  <a:gd name="connsiteX97" fmla="*/ 1125495 w 1424326"/>
                  <a:gd name="connsiteY97" fmla="*/ 1181540 h 1472498"/>
                  <a:gd name="connsiteX98" fmla="*/ 1160547 w 1424326"/>
                  <a:gd name="connsiteY98" fmla="*/ 1338005 h 1472498"/>
                  <a:gd name="connsiteX99" fmla="*/ 1212744 w 1424326"/>
                  <a:gd name="connsiteY99" fmla="*/ 1235643 h 1472498"/>
                  <a:gd name="connsiteX100" fmla="*/ 1125495 w 1424326"/>
                  <a:gd name="connsiteY100" fmla="*/ 1181540 h 1472498"/>
                  <a:gd name="connsiteX0" fmla="*/ 160528 w 1418590"/>
                  <a:gd name="connsiteY0" fmla="*/ 241740 h 1472498"/>
                  <a:gd name="connsiteX1" fmla="*/ 454152 w 1418590"/>
                  <a:gd name="connsiteY1" fmla="*/ 345245 h 1472498"/>
                  <a:gd name="connsiteX2" fmla="*/ 568960 w 1418590"/>
                  <a:gd name="connsiteY2" fmla="*/ 328482 h 1472498"/>
                  <a:gd name="connsiteX3" fmla="*/ 673989 w 1418590"/>
                  <a:gd name="connsiteY3" fmla="*/ 280476 h 1472498"/>
                  <a:gd name="connsiteX4" fmla="*/ 660019 w 1418590"/>
                  <a:gd name="connsiteY4" fmla="*/ 182685 h 1472498"/>
                  <a:gd name="connsiteX5" fmla="*/ 709422 w 1418590"/>
                  <a:gd name="connsiteY5" fmla="*/ 62924 h 1472498"/>
                  <a:gd name="connsiteX6" fmla="*/ 937768 w 1418590"/>
                  <a:gd name="connsiteY6" fmla="*/ 17077 h 1472498"/>
                  <a:gd name="connsiteX7" fmla="*/ 1057402 w 1418590"/>
                  <a:gd name="connsiteY7" fmla="*/ 236533 h 1472498"/>
                  <a:gd name="connsiteX8" fmla="*/ 1057734 w 1418590"/>
                  <a:gd name="connsiteY8" fmla="*/ 256335 h 1472498"/>
                  <a:gd name="connsiteX9" fmla="*/ 1047496 w 1418590"/>
                  <a:gd name="connsiteY9" fmla="*/ 261426 h 1472498"/>
                  <a:gd name="connsiteX10" fmla="*/ 910209 w 1418590"/>
                  <a:gd name="connsiteY10" fmla="*/ 390712 h 1472498"/>
                  <a:gd name="connsiteX11" fmla="*/ 860806 w 1418590"/>
                  <a:gd name="connsiteY11" fmla="*/ 397570 h 1472498"/>
                  <a:gd name="connsiteX12" fmla="*/ 860552 w 1418590"/>
                  <a:gd name="connsiteY12" fmla="*/ 515171 h 1472498"/>
                  <a:gd name="connsiteX13" fmla="*/ 1109853 w 1418590"/>
                  <a:gd name="connsiteY13" fmla="*/ 586800 h 1472498"/>
                  <a:gd name="connsiteX14" fmla="*/ 1216406 w 1418590"/>
                  <a:gd name="connsiteY14" fmla="*/ 704528 h 1472498"/>
                  <a:gd name="connsiteX15" fmla="*/ 1306195 w 1418590"/>
                  <a:gd name="connsiteY15" fmla="*/ 779713 h 1472498"/>
                  <a:gd name="connsiteX16" fmla="*/ 1221232 w 1418590"/>
                  <a:gd name="connsiteY16" fmla="*/ 1014155 h 1472498"/>
                  <a:gd name="connsiteX17" fmla="*/ 1202563 w 1418590"/>
                  <a:gd name="connsiteY17" fmla="*/ 1043111 h 1472498"/>
                  <a:gd name="connsiteX18" fmla="*/ 1088136 w 1418590"/>
                  <a:gd name="connsiteY18" fmla="*/ 1135439 h 1472498"/>
                  <a:gd name="connsiteX19" fmla="*/ 1211834 w 1418590"/>
                  <a:gd name="connsiteY19" fmla="*/ 1210624 h 1472498"/>
                  <a:gd name="connsiteX20" fmla="*/ 1275842 w 1418590"/>
                  <a:gd name="connsiteY20" fmla="*/ 1137345 h 1472498"/>
                  <a:gd name="connsiteX21" fmla="*/ 1376045 w 1418590"/>
                  <a:gd name="connsiteY21" fmla="*/ 1154108 h 1472498"/>
                  <a:gd name="connsiteX22" fmla="*/ 1418590 w 1418590"/>
                  <a:gd name="connsiteY22" fmla="*/ 1224720 h 1472498"/>
                  <a:gd name="connsiteX23" fmla="*/ 1348867 w 1418590"/>
                  <a:gd name="connsiteY23" fmla="*/ 1462338 h 1472498"/>
                  <a:gd name="connsiteX24" fmla="*/ 1325626 w 1418590"/>
                  <a:gd name="connsiteY24" fmla="*/ 1465005 h 1472498"/>
                  <a:gd name="connsiteX25" fmla="*/ 1378839 w 1418590"/>
                  <a:gd name="connsiteY25" fmla="*/ 1314509 h 1472498"/>
                  <a:gd name="connsiteX26" fmla="*/ 1296670 w 1418590"/>
                  <a:gd name="connsiteY26" fmla="*/ 1334068 h 1472498"/>
                  <a:gd name="connsiteX27" fmla="*/ 1212596 w 1418590"/>
                  <a:gd name="connsiteY27" fmla="*/ 1274251 h 1472498"/>
                  <a:gd name="connsiteX28" fmla="*/ 1159256 w 1418590"/>
                  <a:gd name="connsiteY28" fmla="*/ 1459036 h 1472498"/>
                  <a:gd name="connsiteX29" fmla="*/ 1157224 w 1418590"/>
                  <a:gd name="connsiteY29" fmla="*/ 1472498 h 1472498"/>
                  <a:gd name="connsiteX30" fmla="*/ 1142111 w 1418590"/>
                  <a:gd name="connsiteY30" fmla="*/ 1457257 h 1472498"/>
                  <a:gd name="connsiteX31" fmla="*/ 1130808 w 1418590"/>
                  <a:gd name="connsiteY31" fmla="*/ 1370136 h 1472498"/>
                  <a:gd name="connsiteX32" fmla="*/ 1093978 w 1418590"/>
                  <a:gd name="connsiteY32" fmla="*/ 1185986 h 1472498"/>
                  <a:gd name="connsiteX33" fmla="*/ 1086993 w 1418590"/>
                  <a:gd name="connsiteY33" fmla="*/ 1162618 h 1472498"/>
                  <a:gd name="connsiteX34" fmla="*/ 915416 w 1418590"/>
                  <a:gd name="connsiteY34" fmla="*/ 1166427 h 1472498"/>
                  <a:gd name="connsiteX35" fmla="*/ 651129 w 1418590"/>
                  <a:gd name="connsiteY35" fmla="*/ 1159062 h 1472498"/>
                  <a:gd name="connsiteX36" fmla="*/ 610997 w 1418590"/>
                  <a:gd name="connsiteY36" fmla="*/ 1182302 h 1472498"/>
                  <a:gd name="connsiteX37" fmla="*/ 564896 w 1418590"/>
                  <a:gd name="connsiteY37" fmla="*/ 1461830 h 1472498"/>
                  <a:gd name="connsiteX38" fmla="*/ 540131 w 1418590"/>
                  <a:gd name="connsiteY38" fmla="*/ 1466020 h 1472498"/>
                  <a:gd name="connsiteX39" fmla="*/ 579501 w 1418590"/>
                  <a:gd name="connsiteY39" fmla="*/ 1184207 h 1472498"/>
                  <a:gd name="connsiteX40" fmla="*/ 446913 w 1418590"/>
                  <a:gd name="connsiteY40" fmla="*/ 1325051 h 1472498"/>
                  <a:gd name="connsiteX41" fmla="*/ 404368 w 1418590"/>
                  <a:gd name="connsiteY41" fmla="*/ 1458527 h 1472498"/>
                  <a:gd name="connsiteX42" fmla="*/ 378460 w 1418590"/>
                  <a:gd name="connsiteY42" fmla="*/ 1468814 h 1472498"/>
                  <a:gd name="connsiteX43" fmla="*/ 485521 w 1418590"/>
                  <a:gd name="connsiteY43" fmla="*/ 1228657 h 1472498"/>
                  <a:gd name="connsiteX44" fmla="*/ 615823 w 1418590"/>
                  <a:gd name="connsiteY44" fmla="*/ 1136963 h 1472498"/>
                  <a:gd name="connsiteX45" fmla="*/ 489839 w 1418590"/>
                  <a:gd name="connsiteY45" fmla="*/ 1011361 h 1472498"/>
                  <a:gd name="connsiteX46" fmla="*/ 411226 w 1418590"/>
                  <a:gd name="connsiteY46" fmla="*/ 970720 h 1472498"/>
                  <a:gd name="connsiteX47" fmla="*/ 379349 w 1418590"/>
                  <a:gd name="connsiteY47" fmla="*/ 824925 h 1472498"/>
                  <a:gd name="connsiteX48" fmla="*/ 479044 w 1418590"/>
                  <a:gd name="connsiteY48" fmla="*/ 724849 h 1472498"/>
                  <a:gd name="connsiteX49" fmla="*/ 657098 w 1418590"/>
                  <a:gd name="connsiteY49" fmla="*/ 550477 h 1472498"/>
                  <a:gd name="connsiteX50" fmla="*/ 834263 w 1418590"/>
                  <a:gd name="connsiteY50" fmla="*/ 514409 h 1472498"/>
                  <a:gd name="connsiteX51" fmla="*/ 834263 w 1418590"/>
                  <a:gd name="connsiteY51" fmla="*/ 398458 h 1472498"/>
                  <a:gd name="connsiteX52" fmla="*/ 687959 w 1418590"/>
                  <a:gd name="connsiteY52" fmla="*/ 301684 h 1472498"/>
                  <a:gd name="connsiteX53" fmla="*/ 575818 w 1418590"/>
                  <a:gd name="connsiteY53" fmla="*/ 358453 h 1472498"/>
                  <a:gd name="connsiteX54" fmla="*/ 360426 w 1418590"/>
                  <a:gd name="connsiteY54" fmla="*/ 348801 h 1472498"/>
                  <a:gd name="connsiteX55" fmla="*/ 291973 w 1418590"/>
                  <a:gd name="connsiteY55" fmla="*/ 533713 h 1472498"/>
                  <a:gd name="connsiteX56" fmla="*/ 321691 w 1418590"/>
                  <a:gd name="connsiteY56" fmla="*/ 561400 h 1472498"/>
                  <a:gd name="connsiteX57" fmla="*/ 255905 w 1418590"/>
                  <a:gd name="connsiteY57" fmla="*/ 659189 h 1472498"/>
                  <a:gd name="connsiteX58" fmla="*/ 207010 w 1418590"/>
                  <a:gd name="connsiteY58" fmla="*/ 552890 h 1472498"/>
                  <a:gd name="connsiteX59" fmla="*/ 265430 w 1418590"/>
                  <a:gd name="connsiteY59" fmla="*/ 527871 h 1472498"/>
                  <a:gd name="connsiteX60" fmla="*/ 314452 w 1418590"/>
                  <a:gd name="connsiteY60" fmla="*/ 400871 h 1472498"/>
                  <a:gd name="connsiteX61" fmla="*/ 338201 w 1418590"/>
                  <a:gd name="connsiteY61" fmla="*/ 338895 h 1472498"/>
                  <a:gd name="connsiteX62" fmla="*/ 145923 w 1418590"/>
                  <a:gd name="connsiteY62" fmla="*/ 261933 h 1472498"/>
                  <a:gd name="connsiteX63" fmla="*/ 96647 w 1418590"/>
                  <a:gd name="connsiteY63" fmla="*/ 300288 h 1472498"/>
                  <a:gd name="connsiteX64" fmla="*/ 0 w 1418590"/>
                  <a:gd name="connsiteY64" fmla="*/ 262441 h 1472498"/>
                  <a:gd name="connsiteX65" fmla="*/ 805180 w 1418590"/>
                  <a:gd name="connsiteY65" fmla="*/ 33334 h 1472498"/>
                  <a:gd name="connsiteX66" fmla="*/ 694690 w 1418590"/>
                  <a:gd name="connsiteY66" fmla="*/ 140649 h 1472498"/>
                  <a:gd name="connsiteX67" fmla="*/ 852170 w 1418590"/>
                  <a:gd name="connsiteY67" fmla="*/ 369883 h 1472498"/>
                  <a:gd name="connsiteX68" fmla="*/ 1020572 w 1418590"/>
                  <a:gd name="connsiteY68" fmla="*/ 257362 h 1472498"/>
                  <a:gd name="connsiteX69" fmla="*/ 959104 w 1418590"/>
                  <a:gd name="connsiteY69" fmla="*/ 60765 h 1472498"/>
                  <a:gd name="connsiteX70" fmla="*/ 805180 w 1418590"/>
                  <a:gd name="connsiteY70" fmla="*/ 33334 h 1472498"/>
                  <a:gd name="connsiteX71" fmla="*/ 43053 w 1418590"/>
                  <a:gd name="connsiteY71" fmla="*/ 172526 h 1472498"/>
                  <a:gd name="connsiteX72" fmla="*/ 19558 w 1418590"/>
                  <a:gd name="connsiteY72" fmla="*/ 238565 h 1472498"/>
                  <a:gd name="connsiteX73" fmla="*/ 91186 w 1418590"/>
                  <a:gd name="connsiteY73" fmla="*/ 274126 h 1472498"/>
                  <a:gd name="connsiteX74" fmla="*/ 752602 w 1418590"/>
                  <a:gd name="connsiteY74" fmla="*/ 550224 h 1472498"/>
                  <a:gd name="connsiteX75" fmla="*/ 516763 w 1418590"/>
                  <a:gd name="connsiteY75" fmla="*/ 708084 h 1472498"/>
                  <a:gd name="connsiteX76" fmla="*/ 486283 w 1418590"/>
                  <a:gd name="connsiteY76" fmla="*/ 910269 h 1472498"/>
                  <a:gd name="connsiteX77" fmla="*/ 621538 w 1418590"/>
                  <a:gd name="connsiteY77" fmla="*/ 1108643 h 1472498"/>
                  <a:gd name="connsiteX78" fmla="*/ 850900 w 1418590"/>
                  <a:gd name="connsiteY78" fmla="*/ 1143059 h 1472498"/>
                  <a:gd name="connsiteX79" fmla="*/ 1132459 w 1418590"/>
                  <a:gd name="connsiteY79" fmla="*/ 1081464 h 1472498"/>
                  <a:gd name="connsiteX80" fmla="*/ 1219581 w 1418590"/>
                  <a:gd name="connsiteY80" fmla="*/ 789745 h 1472498"/>
                  <a:gd name="connsiteX81" fmla="*/ 1038606 w 1418590"/>
                  <a:gd name="connsiteY81" fmla="*/ 576766 h 1472498"/>
                  <a:gd name="connsiteX82" fmla="*/ 752602 w 1418590"/>
                  <a:gd name="connsiteY82" fmla="*/ 550224 h 1472498"/>
                  <a:gd name="connsiteX83" fmla="*/ 231902 w 1418590"/>
                  <a:gd name="connsiteY83" fmla="*/ 566480 h 1472498"/>
                  <a:gd name="connsiteX84" fmla="*/ 279273 w 1418590"/>
                  <a:gd name="connsiteY84" fmla="*/ 625407 h 1472498"/>
                  <a:gd name="connsiteX85" fmla="*/ 231902 w 1418590"/>
                  <a:gd name="connsiteY85" fmla="*/ 566480 h 1472498"/>
                  <a:gd name="connsiteX86" fmla="*/ 473710 w 1418590"/>
                  <a:gd name="connsiteY86" fmla="*/ 984309 h 1472498"/>
                  <a:gd name="connsiteX87" fmla="*/ 466090 w 1418590"/>
                  <a:gd name="connsiteY87" fmla="*/ 753677 h 1472498"/>
                  <a:gd name="connsiteX88" fmla="*/ 473710 w 1418590"/>
                  <a:gd name="connsiteY88" fmla="*/ 984309 h 1472498"/>
                  <a:gd name="connsiteX89" fmla="*/ 1239774 w 1418590"/>
                  <a:gd name="connsiteY89" fmla="*/ 752662 h 1472498"/>
                  <a:gd name="connsiteX90" fmla="*/ 1238250 w 1418590"/>
                  <a:gd name="connsiteY90" fmla="*/ 989008 h 1472498"/>
                  <a:gd name="connsiteX91" fmla="*/ 1239774 w 1418590"/>
                  <a:gd name="connsiteY91" fmla="*/ 752662 h 1472498"/>
                  <a:gd name="connsiteX92" fmla="*/ 1275842 w 1418590"/>
                  <a:gd name="connsiteY92" fmla="*/ 1163761 h 1472498"/>
                  <a:gd name="connsiteX93" fmla="*/ 1277620 w 1418590"/>
                  <a:gd name="connsiteY93" fmla="*/ 1303461 h 1472498"/>
                  <a:gd name="connsiteX94" fmla="*/ 1390904 w 1418590"/>
                  <a:gd name="connsiteY94" fmla="*/ 1234119 h 1472498"/>
                  <a:gd name="connsiteX95" fmla="*/ 1275842 w 1418590"/>
                  <a:gd name="connsiteY95" fmla="*/ 1163761 h 1472498"/>
                  <a:gd name="connsiteX96" fmla="*/ 1119759 w 1418590"/>
                  <a:gd name="connsiteY96" fmla="*/ 1181540 h 1472498"/>
                  <a:gd name="connsiteX97" fmla="*/ 1154811 w 1418590"/>
                  <a:gd name="connsiteY97" fmla="*/ 1338005 h 1472498"/>
                  <a:gd name="connsiteX98" fmla="*/ 1207008 w 1418590"/>
                  <a:gd name="connsiteY98" fmla="*/ 1235643 h 1472498"/>
                  <a:gd name="connsiteX99" fmla="*/ 1119759 w 1418590"/>
                  <a:gd name="connsiteY99" fmla="*/ 1181540 h 1472498"/>
                  <a:gd name="connsiteX0" fmla="*/ 160528 w 1418590"/>
                  <a:gd name="connsiteY0" fmla="*/ 241740 h 1472498"/>
                  <a:gd name="connsiteX1" fmla="*/ 454152 w 1418590"/>
                  <a:gd name="connsiteY1" fmla="*/ 345245 h 1472498"/>
                  <a:gd name="connsiteX2" fmla="*/ 568960 w 1418590"/>
                  <a:gd name="connsiteY2" fmla="*/ 328482 h 1472498"/>
                  <a:gd name="connsiteX3" fmla="*/ 673989 w 1418590"/>
                  <a:gd name="connsiteY3" fmla="*/ 280476 h 1472498"/>
                  <a:gd name="connsiteX4" fmla="*/ 660019 w 1418590"/>
                  <a:gd name="connsiteY4" fmla="*/ 182685 h 1472498"/>
                  <a:gd name="connsiteX5" fmla="*/ 709422 w 1418590"/>
                  <a:gd name="connsiteY5" fmla="*/ 62924 h 1472498"/>
                  <a:gd name="connsiteX6" fmla="*/ 937768 w 1418590"/>
                  <a:gd name="connsiteY6" fmla="*/ 17077 h 1472498"/>
                  <a:gd name="connsiteX7" fmla="*/ 1057402 w 1418590"/>
                  <a:gd name="connsiteY7" fmla="*/ 236533 h 1472498"/>
                  <a:gd name="connsiteX8" fmla="*/ 1057734 w 1418590"/>
                  <a:gd name="connsiteY8" fmla="*/ 256335 h 1472498"/>
                  <a:gd name="connsiteX9" fmla="*/ 1047496 w 1418590"/>
                  <a:gd name="connsiteY9" fmla="*/ 261426 h 1472498"/>
                  <a:gd name="connsiteX10" fmla="*/ 910209 w 1418590"/>
                  <a:gd name="connsiteY10" fmla="*/ 390712 h 1472498"/>
                  <a:gd name="connsiteX11" fmla="*/ 860806 w 1418590"/>
                  <a:gd name="connsiteY11" fmla="*/ 397570 h 1472498"/>
                  <a:gd name="connsiteX12" fmla="*/ 860552 w 1418590"/>
                  <a:gd name="connsiteY12" fmla="*/ 515171 h 1472498"/>
                  <a:gd name="connsiteX13" fmla="*/ 1109853 w 1418590"/>
                  <a:gd name="connsiteY13" fmla="*/ 586800 h 1472498"/>
                  <a:gd name="connsiteX14" fmla="*/ 1216406 w 1418590"/>
                  <a:gd name="connsiteY14" fmla="*/ 704528 h 1472498"/>
                  <a:gd name="connsiteX15" fmla="*/ 1306195 w 1418590"/>
                  <a:gd name="connsiteY15" fmla="*/ 779713 h 1472498"/>
                  <a:gd name="connsiteX16" fmla="*/ 1221232 w 1418590"/>
                  <a:gd name="connsiteY16" fmla="*/ 1014155 h 1472498"/>
                  <a:gd name="connsiteX17" fmla="*/ 1202563 w 1418590"/>
                  <a:gd name="connsiteY17" fmla="*/ 1043111 h 1472498"/>
                  <a:gd name="connsiteX18" fmla="*/ 1088136 w 1418590"/>
                  <a:gd name="connsiteY18" fmla="*/ 1135439 h 1472498"/>
                  <a:gd name="connsiteX19" fmla="*/ 1211834 w 1418590"/>
                  <a:gd name="connsiteY19" fmla="*/ 1210624 h 1472498"/>
                  <a:gd name="connsiteX20" fmla="*/ 1275842 w 1418590"/>
                  <a:gd name="connsiteY20" fmla="*/ 1137345 h 1472498"/>
                  <a:gd name="connsiteX21" fmla="*/ 1376045 w 1418590"/>
                  <a:gd name="connsiteY21" fmla="*/ 1154108 h 1472498"/>
                  <a:gd name="connsiteX22" fmla="*/ 1418590 w 1418590"/>
                  <a:gd name="connsiteY22" fmla="*/ 1224720 h 1472498"/>
                  <a:gd name="connsiteX23" fmla="*/ 1348867 w 1418590"/>
                  <a:gd name="connsiteY23" fmla="*/ 1462338 h 1472498"/>
                  <a:gd name="connsiteX24" fmla="*/ 1325626 w 1418590"/>
                  <a:gd name="connsiteY24" fmla="*/ 1465005 h 1472498"/>
                  <a:gd name="connsiteX25" fmla="*/ 1378839 w 1418590"/>
                  <a:gd name="connsiteY25" fmla="*/ 1314509 h 1472498"/>
                  <a:gd name="connsiteX26" fmla="*/ 1296670 w 1418590"/>
                  <a:gd name="connsiteY26" fmla="*/ 1334068 h 1472498"/>
                  <a:gd name="connsiteX27" fmla="*/ 1212596 w 1418590"/>
                  <a:gd name="connsiteY27" fmla="*/ 1274251 h 1472498"/>
                  <a:gd name="connsiteX28" fmla="*/ 1159256 w 1418590"/>
                  <a:gd name="connsiteY28" fmla="*/ 1459036 h 1472498"/>
                  <a:gd name="connsiteX29" fmla="*/ 1157224 w 1418590"/>
                  <a:gd name="connsiteY29" fmla="*/ 1472498 h 1472498"/>
                  <a:gd name="connsiteX30" fmla="*/ 1142111 w 1418590"/>
                  <a:gd name="connsiteY30" fmla="*/ 1457257 h 1472498"/>
                  <a:gd name="connsiteX31" fmla="*/ 1130808 w 1418590"/>
                  <a:gd name="connsiteY31" fmla="*/ 1370136 h 1472498"/>
                  <a:gd name="connsiteX32" fmla="*/ 1093978 w 1418590"/>
                  <a:gd name="connsiteY32" fmla="*/ 1185986 h 1472498"/>
                  <a:gd name="connsiteX33" fmla="*/ 1086993 w 1418590"/>
                  <a:gd name="connsiteY33" fmla="*/ 1162618 h 1472498"/>
                  <a:gd name="connsiteX34" fmla="*/ 915416 w 1418590"/>
                  <a:gd name="connsiteY34" fmla="*/ 1166427 h 1472498"/>
                  <a:gd name="connsiteX35" fmla="*/ 651129 w 1418590"/>
                  <a:gd name="connsiteY35" fmla="*/ 1159062 h 1472498"/>
                  <a:gd name="connsiteX36" fmla="*/ 610997 w 1418590"/>
                  <a:gd name="connsiteY36" fmla="*/ 1182302 h 1472498"/>
                  <a:gd name="connsiteX37" fmla="*/ 564896 w 1418590"/>
                  <a:gd name="connsiteY37" fmla="*/ 1461830 h 1472498"/>
                  <a:gd name="connsiteX38" fmla="*/ 540131 w 1418590"/>
                  <a:gd name="connsiteY38" fmla="*/ 1466020 h 1472498"/>
                  <a:gd name="connsiteX39" fmla="*/ 579501 w 1418590"/>
                  <a:gd name="connsiteY39" fmla="*/ 1184207 h 1472498"/>
                  <a:gd name="connsiteX40" fmla="*/ 446913 w 1418590"/>
                  <a:gd name="connsiteY40" fmla="*/ 1325051 h 1472498"/>
                  <a:gd name="connsiteX41" fmla="*/ 404368 w 1418590"/>
                  <a:gd name="connsiteY41" fmla="*/ 1458527 h 1472498"/>
                  <a:gd name="connsiteX42" fmla="*/ 378460 w 1418590"/>
                  <a:gd name="connsiteY42" fmla="*/ 1468814 h 1472498"/>
                  <a:gd name="connsiteX43" fmla="*/ 485521 w 1418590"/>
                  <a:gd name="connsiteY43" fmla="*/ 1228657 h 1472498"/>
                  <a:gd name="connsiteX44" fmla="*/ 615823 w 1418590"/>
                  <a:gd name="connsiteY44" fmla="*/ 1136963 h 1472498"/>
                  <a:gd name="connsiteX45" fmla="*/ 489839 w 1418590"/>
                  <a:gd name="connsiteY45" fmla="*/ 1011361 h 1472498"/>
                  <a:gd name="connsiteX46" fmla="*/ 411226 w 1418590"/>
                  <a:gd name="connsiteY46" fmla="*/ 970720 h 1472498"/>
                  <a:gd name="connsiteX47" fmla="*/ 379349 w 1418590"/>
                  <a:gd name="connsiteY47" fmla="*/ 824925 h 1472498"/>
                  <a:gd name="connsiteX48" fmla="*/ 479044 w 1418590"/>
                  <a:gd name="connsiteY48" fmla="*/ 724849 h 1472498"/>
                  <a:gd name="connsiteX49" fmla="*/ 657098 w 1418590"/>
                  <a:gd name="connsiteY49" fmla="*/ 550477 h 1472498"/>
                  <a:gd name="connsiteX50" fmla="*/ 834263 w 1418590"/>
                  <a:gd name="connsiteY50" fmla="*/ 514409 h 1472498"/>
                  <a:gd name="connsiteX51" fmla="*/ 834263 w 1418590"/>
                  <a:gd name="connsiteY51" fmla="*/ 398458 h 1472498"/>
                  <a:gd name="connsiteX52" fmla="*/ 687959 w 1418590"/>
                  <a:gd name="connsiteY52" fmla="*/ 301684 h 1472498"/>
                  <a:gd name="connsiteX53" fmla="*/ 575818 w 1418590"/>
                  <a:gd name="connsiteY53" fmla="*/ 358453 h 1472498"/>
                  <a:gd name="connsiteX54" fmla="*/ 360426 w 1418590"/>
                  <a:gd name="connsiteY54" fmla="*/ 348801 h 1472498"/>
                  <a:gd name="connsiteX55" fmla="*/ 291973 w 1418590"/>
                  <a:gd name="connsiteY55" fmla="*/ 533713 h 1472498"/>
                  <a:gd name="connsiteX56" fmla="*/ 321691 w 1418590"/>
                  <a:gd name="connsiteY56" fmla="*/ 561400 h 1472498"/>
                  <a:gd name="connsiteX57" fmla="*/ 255905 w 1418590"/>
                  <a:gd name="connsiteY57" fmla="*/ 659189 h 1472498"/>
                  <a:gd name="connsiteX58" fmla="*/ 207010 w 1418590"/>
                  <a:gd name="connsiteY58" fmla="*/ 552890 h 1472498"/>
                  <a:gd name="connsiteX59" fmla="*/ 265430 w 1418590"/>
                  <a:gd name="connsiteY59" fmla="*/ 527871 h 1472498"/>
                  <a:gd name="connsiteX60" fmla="*/ 314452 w 1418590"/>
                  <a:gd name="connsiteY60" fmla="*/ 400871 h 1472498"/>
                  <a:gd name="connsiteX61" fmla="*/ 338201 w 1418590"/>
                  <a:gd name="connsiteY61" fmla="*/ 338895 h 1472498"/>
                  <a:gd name="connsiteX62" fmla="*/ 145923 w 1418590"/>
                  <a:gd name="connsiteY62" fmla="*/ 261933 h 1472498"/>
                  <a:gd name="connsiteX63" fmla="*/ 96647 w 1418590"/>
                  <a:gd name="connsiteY63" fmla="*/ 300288 h 1472498"/>
                  <a:gd name="connsiteX64" fmla="*/ 0 w 1418590"/>
                  <a:gd name="connsiteY64" fmla="*/ 262441 h 1472498"/>
                  <a:gd name="connsiteX65" fmla="*/ 805180 w 1418590"/>
                  <a:gd name="connsiteY65" fmla="*/ 33334 h 1472498"/>
                  <a:gd name="connsiteX66" fmla="*/ 694690 w 1418590"/>
                  <a:gd name="connsiteY66" fmla="*/ 140649 h 1472498"/>
                  <a:gd name="connsiteX67" fmla="*/ 852170 w 1418590"/>
                  <a:gd name="connsiteY67" fmla="*/ 369883 h 1472498"/>
                  <a:gd name="connsiteX68" fmla="*/ 1020572 w 1418590"/>
                  <a:gd name="connsiteY68" fmla="*/ 257362 h 1472498"/>
                  <a:gd name="connsiteX69" fmla="*/ 959104 w 1418590"/>
                  <a:gd name="connsiteY69" fmla="*/ 60765 h 1472498"/>
                  <a:gd name="connsiteX70" fmla="*/ 805180 w 1418590"/>
                  <a:gd name="connsiteY70" fmla="*/ 33334 h 1472498"/>
                  <a:gd name="connsiteX71" fmla="*/ 19558 w 1418590"/>
                  <a:gd name="connsiteY71" fmla="*/ 238565 h 1472498"/>
                  <a:gd name="connsiteX72" fmla="*/ 91186 w 1418590"/>
                  <a:gd name="connsiteY72" fmla="*/ 274126 h 1472498"/>
                  <a:gd name="connsiteX73" fmla="*/ 752602 w 1418590"/>
                  <a:gd name="connsiteY73" fmla="*/ 550224 h 1472498"/>
                  <a:gd name="connsiteX74" fmla="*/ 516763 w 1418590"/>
                  <a:gd name="connsiteY74" fmla="*/ 708084 h 1472498"/>
                  <a:gd name="connsiteX75" fmla="*/ 486283 w 1418590"/>
                  <a:gd name="connsiteY75" fmla="*/ 910269 h 1472498"/>
                  <a:gd name="connsiteX76" fmla="*/ 621538 w 1418590"/>
                  <a:gd name="connsiteY76" fmla="*/ 1108643 h 1472498"/>
                  <a:gd name="connsiteX77" fmla="*/ 850900 w 1418590"/>
                  <a:gd name="connsiteY77" fmla="*/ 1143059 h 1472498"/>
                  <a:gd name="connsiteX78" fmla="*/ 1132459 w 1418590"/>
                  <a:gd name="connsiteY78" fmla="*/ 1081464 h 1472498"/>
                  <a:gd name="connsiteX79" fmla="*/ 1219581 w 1418590"/>
                  <a:gd name="connsiteY79" fmla="*/ 789745 h 1472498"/>
                  <a:gd name="connsiteX80" fmla="*/ 1038606 w 1418590"/>
                  <a:gd name="connsiteY80" fmla="*/ 576766 h 1472498"/>
                  <a:gd name="connsiteX81" fmla="*/ 752602 w 1418590"/>
                  <a:gd name="connsiteY81" fmla="*/ 550224 h 1472498"/>
                  <a:gd name="connsiteX82" fmla="*/ 231902 w 1418590"/>
                  <a:gd name="connsiteY82" fmla="*/ 566480 h 1472498"/>
                  <a:gd name="connsiteX83" fmla="*/ 279273 w 1418590"/>
                  <a:gd name="connsiteY83" fmla="*/ 625407 h 1472498"/>
                  <a:gd name="connsiteX84" fmla="*/ 231902 w 1418590"/>
                  <a:gd name="connsiteY84" fmla="*/ 566480 h 1472498"/>
                  <a:gd name="connsiteX85" fmla="*/ 473710 w 1418590"/>
                  <a:gd name="connsiteY85" fmla="*/ 984309 h 1472498"/>
                  <a:gd name="connsiteX86" fmla="*/ 466090 w 1418590"/>
                  <a:gd name="connsiteY86" fmla="*/ 753677 h 1472498"/>
                  <a:gd name="connsiteX87" fmla="*/ 473710 w 1418590"/>
                  <a:gd name="connsiteY87" fmla="*/ 984309 h 1472498"/>
                  <a:gd name="connsiteX88" fmla="*/ 1239774 w 1418590"/>
                  <a:gd name="connsiteY88" fmla="*/ 752662 h 1472498"/>
                  <a:gd name="connsiteX89" fmla="*/ 1238250 w 1418590"/>
                  <a:gd name="connsiteY89" fmla="*/ 989008 h 1472498"/>
                  <a:gd name="connsiteX90" fmla="*/ 1239774 w 1418590"/>
                  <a:gd name="connsiteY90" fmla="*/ 752662 h 1472498"/>
                  <a:gd name="connsiteX91" fmla="*/ 1275842 w 1418590"/>
                  <a:gd name="connsiteY91" fmla="*/ 1163761 h 1472498"/>
                  <a:gd name="connsiteX92" fmla="*/ 1277620 w 1418590"/>
                  <a:gd name="connsiteY92" fmla="*/ 1303461 h 1472498"/>
                  <a:gd name="connsiteX93" fmla="*/ 1390904 w 1418590"/>
                  <a:gd name="connsiteY93" fmla="*/ 1234119 h 1472498"/>
                  <a:gd name="connsiteX94" fmla="*/ 1275842 w 1418590"/>
                  <a:gd name="connsiteY94" fmla="*/ 1163761 h 1472498"/>
                  <a:gd name="connsiteX95" fmla="*/ 1119759 w 1418590"/>
                  <a:gd name="connsiteY95" fmla="*/ 1181540 h 1472498"/>
                  <a:gd name="connsiteX96" fmla="*/ 1154811 w 1418590"/>
                  <a:gd name="connsiteY96" fmla="*/ 1338005 h 1472498"/>
                  <a:gd name="connsiteX97" fmla="*/ 1207008 w 1418590"/>
                  <a:gd name="connsiteY97" fmla="*/ 1235643 h 1472498"/>
                  <a:gd name="connsiteX98" fmla="*/ 1119759 w 1418590"/>
                  <a:gd name="connsiteY98" fmla="*/ 1181540 h 1472498"/>
                  <a:gd name="connsiteX0" fmla="*/ 160528 w 1418590"/>
                  <a:gd name="connsiteY0" fmla="*/ 241740 h 1472498"/>
                  <a:gd name="connsiteX1" fmla="*/ 454152 w 1418590"/>
                  <a:gd name="connsiteY1" fmla="*/ 345245 h 1472498"/>
                  <a:gd name="connsiteX2" fmla="*/ 568960 w 1418590"/>
                  <a:gd name="connsiteY2" fmla="*/ 328482 h 1472498"/>
                  <a:gd name="connsiteX3" fmla="*/ 673989 w 1418590"/>
                  <a:gd name="connsiteY3" fmla="*/ 280476 h 1472498"/>
                  <a:gd name="connsiteX4" fmla="*/ 660019 w 1418590"/>
                  <a:gd name="connsiteY4" fmla="*/ 182685 h 1472498"/>
                  <a:gd name="connsiteX5" fmla="*/ 709422 w 1418590"/>
                  <a:gd name="connsiteY5" fmla="*/ 62924 h 1472498"/>
                  <a:gd name="connsiteX6" fmla="*/ 937768 w 1418590"/>
                  <a:gd name="connsiteY6" fmla="*/ 17077 h 1472498"/>
                  <a:gd name="connsiteX7" fmla="*/ 1057402 w 1418590"/>
                  <a:gd name="connsiteY7" fmla="*/ 236533 h 1472498"/>
                  <a:gd name="connsiteX8" fmla="*/ 1057734 w 1418590"/>
                  <a:gd name="connsiteY8" fmla="*/ 256335 h 1472498"/>
                  <a:gd name="connsiteX9" fmla="*/ 1047496 w 1418590"/>
                  <a:gd name="connsiteY9" fmla="*/ 261426 h 1472498"/>
                  <a:gd name="connsiteX10" fmla="*/ 910209 w 1418590"/>
                  <a:gd name="connsiteY10" fmla="*/ 390712 h 1472498"/>
                  <a:gd name="connsiteX11" fmla="*/ 860806 w 1418590"/>
                  <a:gd name="connsiteY11" fmla="*/ 397570 h 1472498"/>
                  <a:gd name="connsiteX12" fmla="*/ 860552 w 1418590"/>
                  <a:gd name="connsiteY12" fmla="*/ 515171 h 1472498"/>
                  <a:gd name="connsiteX13" fmla="*/ 1109853 w 1418590"/>
                  <a:gd name="connsiteY13" fmla="*/ 586800 h 1472498"/>
                  <a:gd name="connsiteX14" fmla="*/ 1216406 w 1418590"/>
                  <a:gd name="connsiteY14" fmla="*/ 704528 h 1472498"/>
                  <a:gd name="connsiteX15" fmla="*/ 1306195 w 1418590"/>
                  <a:gd name="connsiteY15" fmla="*/ 779713 h 1472498"/>
                  <a:gd name="connsiteX16" fmla="*/ 1221232 w 1418590"/>
                  <a:gd name="connsiteY16" fmla="*/ 1014155 h 1472498"/>
                  <a:gd name="connsiteX17" fmla="*/ 1202563 w 1418590"/>
                  <a:gd name="connsiteY17" fmla="*/ 1043111 h 1472498"/>
                  <a:gd name="connsiteX18" fmla="*/ 1088136 w 1418590"/>
                  <a:gd name="connsiteY18" fmla="*/ 1135439 h 1472498"/>
                  <a:gd name="connsiteX19" fmla="*/ 1211834 w 1418590"/>
                  <a:gd name="connsiteY19" fmla="*/ 1210624 h 1472498"/>
                  <a:gd name="connsiteX20" fmla="*/ 1275842 w 1418590"/>
                  <a:gd name="connsiteY20" fmla="*/ 1137345 h 1472498"/>
                  <a:gd name="connsiteX21" fmla="*/ 1376045 w 1418590"/>
                  <a:gd name="connsiteY21" fmla="*/ 1154108 h 1472498"/>
                  <a:gd name="connsiteX22" fmla="*/ 1418590 w 1418590"/>
                  <a:gd name="connsiteY22" fmla="*/ 1224720 h 1472498"/>
                  <a:gd name="connsiteX23" fmla="*/ 1348867 w 1418590"/>
                  <a:gd name="connsiteY23" fmla="*/ 1462338 h 1472498"/>
                  <a:gd name="connsiteX24" fmla="*/ 1325626 w 1418590"/>
                  <a:gd name="connsiteY24" fmla="*/ 1465005 h 1472498"/>
                  <a:gd name="connsiteX25" fmla="*/ 1378839 w 1418590"/>
                  <a:gd name="connsiteY25" fmla="*/ 1314509 h 1472498"/>
                  <a:gd name="connsiteX26" fmla="*/ 1296670 w 1418590"/>
                  <a:gd name="connsiteY26" fmla="*/ 1334068 h 1472498"/>
                  <a:gd name="connsiteX27" fmla="*/ 1212596 w 1418590"/>
                  <a:gd name="connsiteY27" fmla="*/ 1274251 h 1472498"/>
                  <a:gd name="connsiteX28" fmla="*/ 1159256 w 1418590"/>
                  <a:gd name="connsiteY28" fmla="*/ 1459036 h 1472498"/>
                  <a:gd name="connsiteX29" fmla="*/ 1157224 w 1418590"/>
                  <a:gd name="connsiteY29" fmla="*/ 1472498 h 1472498"/>
                  <a:gd name="connsiteX30" fmla="*/ 1142111 w 1418590"/>
                  <a:gd name="connsiteY30" fmla="*/ 1457257 h 1472498"/>
                  <a:gd name="connsiteX31" fmla="*/ 1130808 w 1418590"/>
                  <a:gd name="connsiteY31" fmla="*/ 1370136 h 1472498"/>
                  <a:gd name="connsiteX32" fmla="*/ 1093978 w 1418590"/>
                  <a:gd name="connsiteY32" fmla="*/ 1185986 h 1472498"/>
                  <a:gd name="connsiteX33" fmla="*/ 1086993 w 1418590"/>
                  <a:gd name="connsiteY33" fmla="*/ 1162618 h 1472498"/>
                  <a:gd name="connsiteX34" fmla="*/ 915416 w 1418590"/>
                  <a:gd name="connsiteY34" fmla="*/ 1166427 h 1472498"/>
                  <a:gd name="connsiteX35" fmla="*/ 651129 w 1418590"/>
                  <a:gd name="connsiteY35" fmla="*/ 1159062 h 1472498"/>
                  <a:gd name="connsiteX36" fmla="*/ 610997 w 1418590"/>
                  <a:gd name="connsiteY36" fmla="*/ 1182302 h 1472498"/>
                  <a:gd name="connsiteX37" fmla="*/ 564896 w 1418590"/>
                  <a:gd name="connsiteY37" fmla="*/ 1461830 h 1472498"/>
                  <a:gd name="connsiteX38" fmla="*/ 540131 w 1418590"/>
                  <a:gd name="connsiteY38" fmla="*/ 1466020 h 1472498"/>
                  <a:gd name="connsiteX39" fmla="*/ 579501 w 1418590"/>
                  <a:gd name="connsiteY39" fmla="*/ 1184207 h 1472498"/>
                  <a:gd name="connsiteX40" fmla="*/ 446913 w 1418590"/>
                  <a:gd name="connsiteY40" fmla="*/ 1325051 h 1472498"/>
                  <a:gd name="connsiteX41" fmla="*/ 404368 w 1418590"/>
                  <a:gd name="connsiteY41" fmla="*/ 1458527 h 1472498"/>
                  <a:gd name="connsiteX42" fmla="*/ 378460 w 1418590"/>
                  <a:gd name="connsiteY42" fmla="*/ 1468814 h 1472498"/>
                  <a:gd name="connsiteX43" fmla="*/ 485521 w 1418590"/>
                  <a:gd name="connsiteY43" fmla="*/ 1228657 h 1472498"/>
                  <a:gd name="connsiteX44" fmla="*/ 615823 w 1418590"/>
                  <a:gd name="connsiteY44" fmla="*/ 1136963 h 1472498"/>
                  <a:gd name="connsiteX45" fmla="*/ 489839 w 1418590"/>
                  <a:gd name="connsiteY45" fmla="*/ 1011361 h 1472498"/>
                  <a:gd name="connsiteX46" fmla="*/ 411226 w 1418590"/>
                  <a:gd name="connsiteY46" fmla="*/ 970720 h 1472498"/>
                  <a:gd name="connsiteX47" fmla="*/ 379349 w 1418590"/>
                  <a:gd name="connsiteY47" fmla="*/ 824925 h 1472498"/>
                  <a:gd name="connsiteX48" fmla="*/ 479044 w 1418590"/>
                  <a:gd name="connsiteY48" fmla="*/ 724849 h 1472498"/>
                  <a:gd name="connsiteX49" fmla="*/ 657098 w 1418590"/>
                  <a:gd name="connsiteY49" fmla="*/ 550477 h 1472498"/>
                  <a:gd name="connsiteX50" fmla="*/ 834263 w 1418590"/>
                  <a:gd name="connsiteY50" fmla="*/ 514409 h 1472498"/>
                  <a:gd name="connsiteX51" fmla="*/ 834263 w 1418590"/>
                  <a:gd name="connsiteY51" fmla="*/ 398458 h 1472498"/>
                  <a:gd name="connsiteX52" fmla="*/ 687959 w 1418590"/>
                  <a:gd name="connsiteY52" fmla="*/ 301684 h 1472498"/>
                  <a:gd name="connsiteX53" fmla="*/ 575818 w 1418590"/>
                  <a:gd name="connsiteY53" fmla="*/ 358453 h 1472498"/>
                  <a:gd name="connsiteX54" fmla="*/ 360426 w 1418590"/>
                  <a:gd name="connsiteY54" fmla="*/ 348801 h 1472498"/>
                  <a:gd name="connsiteX55" fmla="*/ 291973 w 1418590"/>
                  <a:gd name="connsiteY55" fmla="*/ 533713 h 1472498"/>
                  <a:gd name="connsiteX56" fmla="*/ 321691 w 1418590"/>
                  <a:gd name="connsiteY56" fmla="*/ 561400 h 1472498"/>
                  <a:gd name="connsiteX57" fmla="*/ 255905 w 1418590"/>
                  <a:gd name="connsiteY57" fmla="*/ 659189 h 1472498"/>
                  <a:gd name="connsiteX58" fmla="*/ 207010 w 1418590"/>
                  <a:gd name="connsiteY58" fmla="*/ 552890 h 1472498"/>
                  <a:gd name="connsiteX59" fmla="*/ 265430 w 1418590"/>
                  <a:gd name="connsiteY59" fmla="*/ 527871 h 1472498"/>
                  <a:gd name="connsiteX60" fmla="*/ 314452 w 1418590"/>
                  <a:gd name="connsiteY60" fmla="*/ 400871 h 1472498"/>
                  <a:gd name="connsiteX61" fmla="*/ 338201 w 1418590"/>
                  <a:gd name="connsiteY61" fmla="*/ 338895 h 1472498"/>
                  <a:gd name="connsiteX62" fmla="*/ 145923 w 1418590"/>
                  <a:gd name="connsiteY62" fmla="*/ 261933 h 1472498"/>
                  <a:gd name="connsiteX63" fmla="*/ 96647 w 1418590"/>
                  <a:gd name="connsiteY63" fmla="*/ 300288 h 1472498"/>
                  <a:gd name="connsiteX64" fmla="*/ 0 w 1418590"/>
                  <a:gd name="connsiteY64" fmla="*/ 262441 h 1472498"/>
                  <a:gd name="connsiteX65" fmla="*/ 805180 w 1418590"/>
                  <a:gd name="connsiteY65" fmla="*/ 33334 h 1472498"/>
                  <a:gd name="connsiteX66" fmla="*/ 694690 w 1418590"/>
                  <a:gd name="connsiteY66" fmla="*/ 140649 h 1472498"/>
                  <a:gd name="connsiteX67" fmla="*/ 852170 w 1418590"/>
                  <a:gd name="connsiteY67" fmla="*/ 369883 h 1472498"/>
                  <a:gd name="connsiteX68" fmla="*/ 1020572 w 1418590"/>
                  <a:gd name="connsiteY68" fmla="*/ 257362 h 1472498"/>
                  <a:gd name="connsiteX69" fmla="*/ 959104 w 1418590"/>
                  <a:gd name="connsiteY69" fmla="*/ 60765 h 1472498"/>
                  <a:gd name="connsiteX70" fmla="*/ 805180 w 1418590"/>
                  <a:gd name="connsiteY70" fmla="*/ 33334 h 1472498"/>
                  <a:gd name="connsiteX71" fmla="*/ 752602 w 1418590"/>
                  <a:gd name="connsiteY71" fmla="*/ 550224 h 1472498"/>
                  <a:gd name="connsiteX72" fmla="*/ 516763 w 1418590"/>
                  <a:gd name="connsiteY72" fmla="*/ 708084 h 1472498"/>
                  <a:gd name="connsiteX73" fmla="*/ 486283 w 1418590"/>
                  <a:gd name="connsiteY73" fmla="*/ 910269 h 1472498"/>
                  <a:gd name="connsiteX74" fmla="*/ 621538 w 1418590"/>
                  <a:gd name="connsiteY74" fmla="*/ 1108643 h 1472498"/>
                  <a:gd name="connsiteX75" fmla="*/ 850900 w 1418590"/>
                  <a:gd name="connsiteY75" fmla="*/ 1143059 h 1472498"/>
                  <a:gd name="connsiteX76" fmla="*/ 1132459 w 1418590"/>
                  <a:gd name="connsiteY76" fmla="*/ 1081464 h 1472498"/>
                  <a:gd name="connsiteX77" fmla="*/ 1219581 w 1418590"/>
                  <a:gd name="connsiteY77" fmla="*/ 789745 h 1472498"/>
                  <a:gd name="connsiteX78" fmla="*/ 1038606 w 1418590"/>
                  <a:gd name="connsiteY78" fmla="*/ 576766 h 1472498"/>
                  <a:gd name="connsiteX79" fmla="*/ 752602 w 1418590"/>
                  <a:gd name="connsiteY79" fmla="*/ 550224 h 1472498"/>
                  <a:gd name="connsiteX80" fmla="*/ 231902 w 1418590"/>
                  <a:gd name="connsiteY80" fmla="*/ 566480 h 1472498"/>
                  <a:gd name="connsiteX81" fmla="*/ 279273 w 1418590"/>
                  <a:gd name="connsiteY81" fmla="*/ 625407 h 1472498"/>
                  <a:gd name="connsiteX82" fmla="*/ 231902 w 1418590"/>
                  <a:gd name="connsiteY82" fmla="*/ 566480 h 1472498"/>
                  <a:gd name="connsiteX83" fmla="*/ 473710 w 1418590"/>
                  <a:gd name="connsiteY83" fmla="*/ 984309 h 1472498"/>
                  <a:gd name="connsiteX84" fmla="*/ 466090 w 1418590"/>
                  <a:gd name="connsiteY84" fmla="*/ 753677 h 1472498"/>
                  <a:gd name="connsiteX85" fmla="*/ 473710 w 1418590"/>
                  <a:gd name="connsiteY85" fmla="*/ 984309 h 1472498"/>
                  <a:gd name="connsiteX86" fmla="*/ 1239774 w 1418590"/>
                  <a:gd name="connsiteY86" fmla="*/ 752662 h 1472498"/>
                  <a:gd name="connsiteX87" fmla="*/ 1238250 w 1418590"/>
                  <a:gd name="connsiteY87" fmla="*/ 989008 h 1472498"/>
                  <a:gd name="connsiteX88" fmla="*/ 1239774 w 1418590"/>
                  <a:gd name="connsiteY88" fmla="*/ 752662 h 1472498"/>
                  <a:gd name="connsiteX89" fmla="*/ 1275842 w 1418590"/>
                  <a:gd name="connsiteY89" fmla="*/ 1163761 h 1472498"/>
                  <a:gd name="connsiteX90" fmla="*/ 1277620 w 1418590"/>
                  <a:gd name="connsiteY90" fmla="*/ 1303461 h 1472498"/>
                  <a:gd name="connsiteX91" fmla="*/ 1390904 w 1418590"/>
                  <a:gd name="connsiteY91" fmla="*/ 1234119 h 1472498"/>
                  <a:gd name="connsiteX92" fmla="*/ 1275842 w 1418590"/>
                  <a:gd name="connsiteY92" fmla="*/ 1163761 h 1472498"/>
                  <a:gd name="connsiteX93" fmla="*/ 1119759 w 1418590"/>
                  <a:gd name="connsiteY93" fmla="*/ 1181540 h 1472498"/>
                  <a:gd name="connsiteX94" fmla="*/ 1154811 w 1418590"/>
                  <a:gd name="connsiteY94" fmla="*/ 1338005 h 1472498"/>
                  <a:gd name="connsiteX95" fmla="*/ 1207008 w 1418590"/>
                  <a:gd name="connsiteY95" fmla="*/ 1235643 h 1472498"/>
                  <a:gd name="connsiteX96" fmla="*/ 1119759 w 1418590"/>
                  <a:gd name="connsiteY96" fmla="*/ 1181540 h 1472498"/>
                  <a:gd name="connsiteX0" fmla="*/ 63881 w 1321943"/>
                  <a:gd name="connsiteY0" fmla="*/ 241740 h 1472498"/>
                  <a:gd name="connsiteX1" fmla="*/ 357505 w 1321943"/>
                  <a:gd name="connsiteY1" fmla="*/ 345245 h 1472498"/>
                  <a:gd name="connsiteX2" fmla="*/ 472313 w 1321943"/>
                  <a:gd name="connsiteY2" fmla="*/ 328482 h 1472498"/>
                  <a:gd name="connsiteX3" fmla="*/ 577342 w 1321943"/>
                  <a:gd name="connsiteY3" fmla="*/ 280476 h 1472498"/>
                  <a:gd name="connsiteX4" fmla="*/ 563372 w 1321943"/>
                  <a:gd name="connsiteY4" fmla="*/ 182685 h 1472498"/>
                  <a:gd name="connsiteX5" fmla="*/ 612775 w 1321943"/>
                  <a:gd name="connsiteY5" fmla="*/ 62924 h 1472498"/>
                  <a:gd name="connsiteX6" fmla="*/ 841121 w 1321943"/>
                  <a:gd name="connsiteY6" fmla="*/ 17077 h 1472498"/>
                  <a:gd name="connsiteX7" fmla="*/ 960755 w 1321943"/>
                  <a:gd name="connsiteY7" fmla="*/ 236533 h 1472498"/>
                  <a:gd name="connsiteX8" fmla="*/ 961087 w 1321943"/>
                  <a:gd name="connsiteY8" fmla="*/ 256335 h 1472498"/>
                  <a:gd name="connsiteX9" fmla="*/ 950849 w 1321943"/>
                  <a:gd name="connsiteY9" fmla="*/ 261426 h 1472498"/>
                  <a:gd name="connsiteX10" fmla="*/ 813562 w 1321943"/>
                  <a:gd name="connsiteY10" fmla="*/ 390712 h 1472498"/>
                  <a:gd name="connsiteX11" fmla="*/ 764159 w 1321943"/>
                  <a:gd name="connsiteY11" fmla="*/ 397570 h 1472498"/>
                  <a:gd name="connsiteX12" fmla="*/ 763905 w 1321943"/>
                  <a:gd name="connsiteY12" fmla="*/ 515171 h 1472498"/>
                  <a:gd name="connsiteX13" fmla="*/ 1013206 w 1321943"/>
                  <a:gd name="connsiteY13" fmla="*/ 586800 h 1472498"/>
                  <a:gd name="connsiteX14" fmla="*/ 1119759 w 1321943"/>
                  <a:gd name="connsiteY14" fmla="*/ 704528 h 1472498"/>
                  <a:gd name="connsiteX15" fmla="*/ 1209548 w 1321943"/>
                  <a:gd name="connsiteY15" fmla="*/ 779713 h 1472498"/>
                  <a:gd name="connsiteX16" fmla="*/ 1124585 w 1321943"/>
                  <a:gd name="connsiteY16" fmla="*/ 1014155 h 1472498"/>
                  <a:gd name="connsiteX17" fmla="*/ 1105916 w 1321943"/>
                  <a:gd name="connsiteY17" fmla="*/ 1043111 h 1472498"/>
                  <a:gd name="connsiteX18" fmla="*/ 991489 w 1321943"/>
                  <a:gd name="connsiteY18" fmla="*/ 1135439 h 1472498"/>
                  <a:gd name="connsiteX19" fmla="*/ 1115187 w 1321943"/>
                  <a:gd name="connsiteY19" fmla="*/ 1210624 h 1472498"/>
                  <a:gd name="connsiteX20" fmla="*/ 1179195 w 1321943"/>
                  <a:gd name="connsiteY20" fmla="*/ 1137345 h 1472498"/>
                  <a:gd name="connsiteX21" fmla="*/ 1279398 w 1321943"/>
                  <a:gd name="connsiteY21" fmla="*/ 1154108 h 1472498"/>
                  <a:gd name="connsiteX22" fmla="*/ 1321943 w 1321943"/>
                  <a:gd name="connsiteY22" fmla="*/ 1224720 h 1472498"/>
                  <a:gd name="connsiteX23" fmla="*/ 1252220 w 1321943"/>
                  <a:gd name="connsiteY23" fmla="*/ 1462338 h 1472498"/>
                  <a:gd name="connsiteX24" fmla="*/ 1228979 w 1321943"/>
                  <a:gd name="connsiteY24" fmla="*/ 1465005 h 1472498"/>
                  <a:gd name="connsiteX25" fmla="*/ 1282192 w 1321943"/>
                  <a:gd name="connsiteY25" fmla="*/ 1314509 h 1472498"/>
                  <a:gd name="connsiteX26" fmla="*/ 1200023 w 1321943"/>
                  <a:gd name="connsiteY26" fmla="*/ 1334068 h 1472498"/>
                  <a:gd name="connsiteX27" fmla="*/ 1115949 w 1321943"/>
                  <a:gd name="connsiteY27" fmla="*/ 1274251 h 1472498"/>
                  <a:gd name="connsiteX28" fmla="*/ 1062609 w 1321943"/>
                  <a:gd name="connsiteY28" fmla="*/ 1459036 h 1472498"/>
                  <a:gd name="connsiteX29" fmla="*/ 1060577 w 1321943"/>
                  <a:gd name="connsiteY29" fmla="*/ 1472498 h 1472498"/>
                  <a:gd name="connsiteX30" fmla="*/ 1045464 w 1321943"/>
                  <a:gd name="connsiteY30" fmla="*/ 1457257 h 1472498"/>
                  <a:gd name="connsiteX31" fmla="*/ 1034161 w 1321943"/>
                  <a:gd name="connsiteY31" fmla="*/ 1370136 h 1472498"/>
                  <a:gd name="connsiteX32" fmla="*/ 997331 w 1321943"/>
                  <a:gd name="connsiteY32" fmla="*/ 1185986 h 1472498"/>
                  <a:gd name="connsiteX33" fmla="*/ 990346 w 1321943"/>
                  <a:gd name="connsiteY33" fmla="*/ 1162618 h 1472498"/>
                  <a:gd name="connsiteX34" fmla="*/ 818769 w 1321943"/>
                  <a:gd name="connsiteY34" fmla="*/ 1166427 h 1472498"/>
                  <a:gd name="connsiteX35" fmla="*/ 554482 w 1321943"/>
                  <a:gd name="connsiteY35" fmla="*/ 1159062 h 1472498"/>
                  <a:gd name="connsiteX36" fmla="*/ 514350 w 1321943"/>
                  <a:gd name="connsiteY36" fmla="*/ 1182302 h 1472498"/>
                  <a:gd name="connsiteX37" fmla="*/ 468249 w 1321943"/>
                  <a:gd name="connsiteY37" fmla="*/ 1461830 h 1472498"/>
                  <a:gd name="connsiteX38" fmla="*/ 443484 w 1321943"/>
                  <a:gd name="connsiteY38" fmla="*/ 1466020 h 1472498"/>
                  <a:gd name="connsiteX39" fmla="*/ 482854 w 1321943"/>
                  <a:gd name="connsiteY39" fmla="*/ 1184207 h 1472498"/>
                  <a:gd name="connsiteX40" fmla="*/ 350266 w 1321943"/>
                  <a:gd name="connsiteY40" fmla="*/ 1325051 h 1472498"/>
                  <a:gd name="connsiteX41" fmla="*/ 307721 w 1321943"/>
                  <a:gd name="connsiteY41" fmla="*/ 1458527 h 1472498"/>
                  <a:gd name="connsiteX42" fmla="*/ 281813 w 1321943"/>
                  <a:gd name="connsiteY42" fmla="*/ 1468814 h 1472498"/>
                  <a:gd name="connsiteX43" fmla="*/ 388874 w 1321943"/>
                  <a:gd name="connsiteY43" fmla="*/ 1228657 h 1472498"/>
                  <a:gd name="connsiteX44" fmla="*/ 519176 w 1321943"/>
                  <a:gd name="connsiteY44" fmla="*/ 1136963 h 1472498"/>
                  <a:gd name="connsiteX45" fmla="*/ 393192 w 1321943"/>
                  <a:gd name="connsiteY45" fmla="*/ 1011361 h 1472498"/>
                  <a:gd name="connsiteX46" fmla="*/ 314579 w 1321943"/>
                  <a:gd name="connsiteY46" fmla="*/ 970720 h 1472498"/>
                  <a:gd name="connsiteX47" fmla="*/ 282702 w 1321943"/>
                  <a:gd name="connsiteY47" fmla="*/ 824925 h 1472498"/>
                  <a:gd name="connsiteX48" fmla="*/ 382397 w 1321943"/>
                  <a:gd name="connsiteY48" fmla="*/ 724849 h 1472498"/>
                  <a:gd name="connsiteX49" fmla="*/ 560451 w 1321943"/>
                  <a:gd name="connsiteY49" fmla="*/ 550477 h 1472498"/>
                  <a:gd name="connsiteX50" fmla="*/ 737616 w 1321943"/>
                  <a:gd name="connsiteY50" fmla="*/ 514409 h 1472498"/>
                  <a:gd name="connsiteX51" fmla="*/ 737616 w 1321943"/>
                  <a:gd name="connsiteY51" fmla="*/ 398458 h 1472498"/>
                  <a:gd name="connsiteX52" fmla="*/ 591312 w 1321943"/>
                  <a:gd name="connsiteY52" fmla="*/ 301684 h 1472498"/>
                  <a:gd name="connsiteX53" fmla="*/ 479171 w 1321943"/>
                  <a:gd name="connsiteY53" fmla="*/ 358453 h 1472498"/>
                  <a:gd name="connsiteX54" fmla="*/ 263779 w 1321943"/>
                  <a:gd name="connsiteY54" fmla="*/ 348801 h 1472498"/>
                  <a:gd name="connsiteX55" fmla="*/ 195326 w 1321943"/>
                  <a:gd name="connsiteY55" fmla="*/ 533713 h 1472498"/>
                  <a:gd name="connsiteX56" fmla="*/ 225044 w 1321943"/>
                  <a:gd name="connsiteY56" fmla="*/ 561400 h 1472498"/>
                  <a:gd name="connsiteX57" fmla="*/ 159258 w 1321943"/>
                  <a:gd name="connsiteY57" fmla="*/ 659189 h 1472498"/>
                  <a:gd name="connsiteX58" fmla="*/ 110363 w 1321943"/>
                  <a:gd name="connsiteY58" fmla="*/ 552890 h 1472498"/>
                  <a:gd name="connsiteX59" fmla="*/ 168783 w 1321943"/>
                  <a:gd name="connsiteY59" fmla="*/ 527871 h 1472498"/>
                  <a:gd name="connsiteX60" fmla="*/ 217805 w 1321943"/>
                  <a:gd name="connsiteY60" fmla="*/ 400871 h 1472498"/>
                  <a:gd name="connsiteX61" fmla="*/ 241554 w 1321943"/>
                  <a:gd name="connsiteY61" fmla="*/ 338895 h 1472498"/>
                  <a:gd name="connsiteX62" fmla="*/ 49276 w 1321943"/>
                  <a:gd name="connsiteY62" fmla="*/ 261933 h 1472498"/>
                  <a:gd name="connsiteX63" fmla="*/ 0 w 1321943"/>
                  <a:gd name="connsiteY63" fmla="*/ 300288 h 1472498"/>
                  <a:gd name="connsiteX64" fmla="*/ 708533 w 1321943"/>
                  <a:gd name="connsiteY64" fmla="*/ 33334 h 1472498"/>
                  <a:gd name="connsiteX65" fmla="*/ 598043 w 1321943"/>
                  <a:gd name="connsiteY65" fmla="*/ 140649 h 1472498"/>
                  <a:gd name="connsiteX66" fmla="*/ 755523 w 1321943"/>
                  <a:gd name="connsiteY66" fmla="*/ 369883 h 1472498"/>
                  <a:gd name="connsiteX67" fmla="*/ 923925 w 1321943"/>
                  <a:gd name="connsiteY67" fmla="*/ 257362 h 1472498"/>
                  <a:gd name="connsiteX68" fmla="*/ 862457 w 1321943"/>
                  <a:gd name="connsiteY68" fmla="*/ 60765 h 1472498"/>
                  <a:gd name="connsiteX69" fmla="*/ 708533 w 1321943"/>
                  <a:gd name="connsiteY69" fmla="*/ 33334 h 1472498"/>
                  <a:gd name="connsiteX70" fmla="*/ 655955 w 1321943"/>
                  <a:gd name="connsiteY70" fmla="*/ 550224 h 1472498"/>
                  <a:gd name="connsiteX71" fmla="*/ 420116 w 1321943"/>
                  <a:gd name="connsiteY71" fmla="*/ 708084 h 1472498"/>
                  <a:gd name="connsiteX72" fmla="*/ 389636 w 1321943"/>
                  <a:gd name="connsiteY72" fmla="*/ 910269 h 1472498"/>
                  <a:gd name="connsiteX73" fmla="*/ 524891 w 1321943"/>
                  <a:gd name="connsiteY73" fmla="*/ 1108643 h 1472498"/>
                  <a:gd name="connsiteX74" fmla="*/ 754253 w 1321943"/>
                  <a:gd name="connsiteY74" fmla="*/ 1143059 h 1472498"/>
                  <a:gd name="connsiteX75" fmla="*/ 1035812 w 1321943"/>
                  <a:gd name="connsiteY75" fmla="*/ 1081464 h 1472498"/>
                  <a:gd name="connsiteX76" fmla="*/ 1122934 w 1321943"/>
                  <a:gd name="connsiteY76" fmla="*/ 789745 h 1472498"/>
                  <a:gd name="connsiteX77" fmla="*/ 941959 w 1321943"/>
                  <a:gd name="connsiteY77" fmla="*/ 576766 h 1472498"/>
                  <a:gd name="connsiteX78" fmla="*/ 655955 w 1321943"/>
                  <a:gd name="connsiteY78" fmla="*/ 550224 h 1472498"/>
                  <a:gd name="connsiteX79" fmla="*/ 135255 w 1321943"/>
                  <a:gd name="connsiteY79" fmla="*/ 566480 h 1472498"/>
                  <a:gd name="connsiteX80" fmla="*/ 182626 w 1321943"/>
                  <a:gd name="connsiteY80" fmla="*/ 625407 h 1472498"/>
                  <a:gd name="connsiteX81" fmla="*/ 135255 w 1321943"/>
                  <a:gd name="connsiteY81" fmla="*/ 566480 h 1472498"/>
                  <a:gd name="connsiteX82" fmla="*/ 377063 w 1321943"/>
                  <a:gd name="connsiteY82" fmla="*/ 984309 h 1472498"/>
                  <a:gd name="connsiteX83" fmla="*/ 369443 w 1321943"/>
                  <a:gd name="connsiteY83" fmla="*/ 753677 h 1472498"/>
                  <a:gd name="connsiteX84" fmla="*/ 377063 w 1321943"/>
                  <a:gd name="connsiteY84" fmla="*/ 984309 h 1472498"/>
                  <a:gd name="connsiteX85" fmla="*/ 1143127 w 1321943"/>
                  <a:gd name="connsiteY85" fmla="*/ 752662 h 1472498"/>
                  <a:gd name="connsiteX86" fmla="*/ 1141603 w 1321943"/>
                  <a:gd name="connsiteY86" fmla="*/ 989008 h 1472498"/>
                  <a:gd name="connsiteX87" fmla="*/ 1143127 w 1321943"/>
                  <a:gd name="connsiteY87" fmla="*/ 752662 h 1472498"/>
                  <a:gd name="connsiteX88" fmla="*/ 1179195 w 1321943"/>
                  <a:gd name="connsiteY88" fmla="*/ 1163761 h 1472498"/>
                  <a:gd name="connsiteX89" fmla="*/ 1180973 w 1321943"/>
                  <a:gd name="connsiteY89" fmla="*/ 1303461 h 1472498"/>
                  <a:gd name="connsiteX90" fmla="*/ 1294257 w 1321943"/>
                  <a:gd name="connsiteY90" fmla="*/ 1234119 h 1472498"/>
                  <a:gd name="connsiteX91" fmla="*/ 1179195 w 1321943"/>
                  <a:gd name="connsiteY91" fmla="*/ 1163761 h 1472498"/>
                  <a:gd name="connsiteX92" fmla="*/ 1023112 w 1321943"/>
                  <a:gd name="connsiteY92" fmla="*/ 1181540 h 1472498"/>
                  <a:gd name="connsiteX93" fmla="*/ 1058164 w 1321943"/>
                  <a:gd name="connsiteY93" fmla="*/ 1338005 h 1472498"/>
                  <a:gd name="connsiteX94" fmla="*/ 1110361 w 1321943"/>
                  <a:gd name="connsiteY94" fmla="*/ 1235643 h 1472498"/>
                  <a:gd name="connsiteX95" fmla="*/ 1023112 w 1321943"/>
                  <a:gd name="connsiteY95" fmla="*/ 1181540 h 1472498"/>
                  <a:gd name="connsiteX0" fmla="*/ 14605 w 1272667"/>
                  <a:gd name="connsiteY0" fmla="*/ 241740 h 1472498"/>
                  <a:gd name="connsiteX1" fmla="*/ 308229 w 1272667"/>
                  <a:gd name="connsiteY1" fmla="*/ 345245 h 1472498"/>
                  <a:gd name="connsiteX2" fmla="*/ 423037 w 1272667"/>
                  <a:gd name="connsiteY2" fmla="*/ 328482 h 1472498"/>
                  <a:gd name="connsiteX3" fmla="*/ 528066 w 1272667"/>
                  <a:gd name="connsiteY3" fmla="*/ 280476 h 1472498"/>
                  <a:gd name="connsiteX4" fmla="*/ 514096 w 1272667"/>
                  <a:gd name="connsiteY4" fmla="*/ 182685 h 1472498"/>
                  <a:gd name="connsiteX5" fmla="*/ 563499 w 1272667"/>
                  <a:gd name="connsiteY5" fmla="*/ 62924 h 1472498"/>
                  <a:gd name="connsiteX6" fmla="*/ 791845 w 1272667"/>
                  <a:gd name="connsiteY6" fmla="*/ 17077 h 1472498"/>
                  <a:gd name="connsiteX7" fmla="*/ 911479 w 1272667"/>
                  <a:gd name="connsiteY7" fmla="*/ 236533 h 1472498"/>
                  <a:gd name="connsiteX8" fmla="*/ 911811 w 1272667"/>
                  <a:gd name="connsiteY8" fmla="*/ 256335 h 1472498"/>
                  <a:gd name="connsiteX9" fmla="*/ 901573 w 1272667"/>
                  <a:gd name="connsiteY9" fmla="*/ 261426 h 1472498"/>
                  <a:gd name="connsiteX10" fmla="*/ 764286 w 1272667"/>
                  <a:gd name="connsiteY10" fmla="*/ 390712 h 1472498"/>
                  <a:gd name="connsiteX11" fmla="*/ 714883 w 1272667"/>
                  <a:gd name="connsiteY11" fmla="*/ 397570 h 1472498"/>
                  <a:gd name="connsiteX12" fmla="*/ 714629 w 1272667"/>
                  <a:gd name="connsiteY12" fmla="*/ 515171 h 1472498"/>
                  <a:gd name="connsiteX13" fmla="*/ 963930 w 1272667"/>
                  <a:gd name="connsiteY13" fmla="*/ 586800 h 1472498"/>
                  <a:gd name="connsiteX14" fmla="*/ 1070483 w 1272667"/>
                  <a:gd name="connsiteY14" fmla="*/ 704528 h 1472498"/>
                  <a:gd name="connsiteX15" fmla="*/ 1160272 w 1272667"/>
                  <a:gd name="connsiteY15" fmla="*/ 779713 h 1472498"/>
                  <a:gd name="connsiteX16" fmla="*/ 1075309 w 1272667"/>
                  <a:gd name="connsiteY16" fmla="*/ 1014155 h 1472498"/>
                  <a:gd name="connsiteX17" fmla="*/ 1056640 w 1272667"/>
                  <a:gd name="connsiteY17" fmla="*/ 1043111 h 1472498"/>
                  <a:gd name="connsiteX18" fmla="*/ 942213 w 1272667"/>
                  <a:gd name="connsiteY18" fmla="*/ 1135439 h 1472498"/>
                  <a:gd name="connsiteX19" fmla="*/ 1065911 w 1272667"/>
                  <a:gd name="connsiteY19" fmla="*/ 1210624 h 1472498"/>
                  <a:gd name="connsiteX20" fmla="*/ 1129919 w 1272667"/>
                  <a:gd name="connsiteY20" fmla="*/ 1137345 h 1472498"/>
                  <a:gd name="connsiteX21" fmla="*/ 1230122 w 1272667"/>
                  <a:gd name="connsiteY21" fmla="*/ 1154108 h 1472498"/>
                  <a:gd name="connsiteX22" fmla="*/ 1272667 w 1272667"/>
                  <a:gd name="connsiteY22" fmla="*/ 1224720 h 1472498"/>
                  <a:gd name="connsiteX23" fmla="*/ 1202944 w 1272667"/>
                  <a:gd name="connsiteY23" fmla="*/ 1462338 h 1472498"/>
                  <a:gd name="connsiteX24" fmla="*/ 1179703 w 1272667"/>
                  <a:gd name="connsiteY24" fmla="*/ 1465005 h 1472498"/>
                  <a:gd name="connsiteX25" fmla="*/ 1232916 w 1272667"/>
                  <a:gd name="connsiteY25" fmla="*/ 1314509 h 1472498"/>
                  <a:gd name="connsiteX26" fmla="*/ 1150747 w 1272667"/>
                  <a:gd name="connsiteY26" fmla="*/ 1334068 h 1472498"/>
                  <a:gd name="connsiteX27" fmla="*/ 1066673 w 1272667"/>
                  <a:gd name="connsiteY27" fmla="*/ 1274251 h 1472498"/>
                  <a:gd name="connsiteX28" fmla="*/ 1013333 w 1272667"/>
                  <a:gd name="connsiteY28" fmla="*/ 1459036 h 1472498"/>
                  <a:gd name="connsiteX29" fmla="*/ 1011301 w 1272667"/>
                  <a:gd name="connsiteY29" fmla="*/ 1472498 h 1472498"/>
                  <a:gd name="connsiteX30" fmla="*/ 996188 w 1272667"/>
                  <a:gd name="connsiteY30" fmla="*/ 1457257 h 1472498"/>
                  <a:gd name="connsiteX31" fmla="*/ 984885 w 1272667"/>
                  <a:gd name="connsiteY31" fmla="*/ 1370136 h 1472498"/>
                  <a:gd name="connsiteX32" fmla="*/ 948055 w 1272667"/>
                  <a:gd name="connsiteY32" fmla="*/ 1185986 h 1472498"/>
                  <a:gd name="connsiteX33" fmla="*/ 941070 w 1272667"/>
                  <a:gd name="connsiteY33" fmla="*/ 1162618 h 1472498"/>
                  <a:gd name="connsiteX34" fmla="*/ 769493 w 1272667"/>
                  <a:gd name="connsiteY34" fmla="*/ 1166427 h 1472498"/>
                  <a:gd name="connsiteX35" fmla="*/ 505206 w 1272667"/>
                  <a:gd name="connsiteY35" fmla="*/ 1159062 h 1472498"/>
                  <a:gd name="connsiteX36" fmla="*/ 465074 w 1272667"/>
                  <a:gd name="connsiteY36" fmla="*/ 1182302 h 1472498"/>
                  <a:gd name="connsiteX37" fmla="*/ 418973 w 1272667"/>
                  <a:gd name="connsiteY37" fmla="*/ 1461830 h 1472498"/>
                  <a:gd name="connsiteX38" fmla="*/ 394208 w 1272667"/>
                  <a:gd name="connsiteY38" fmla="*/ 1466020 h 1472498"/>
                  <a:gd name="connsiteX39" fmla="*/ 433578 w 1272667"/>
                  <a:gd name="connsiteY39" fmla="*/ 1184207 h 1472498"/>
                  <a:gd name="connsiteX40" fmla="*/ 300990 w 1272667"/>
                  <a:gd name="connsiteY40" fmla="*/ 1325051 h 1472498"/>
                  <a:gd name="connsiteX41" fmla="*/ 258445 w 1272667"/>
                  <a:gd name="connsiteY41" fmla="*/ 1458527 h 1472498"/>
                  <a:gd name="connsiteX42" fmla="*/ 232537 w 1272667"/>
                  <a:gd name="connsiteY42" fmla="*/ 1468814 h 1472498"/>
                  <a:gd name="connsiteX43" fmla="*/ 339598 w 1272667"/>
                  <a:gd name="connsiteY43" fmla="*/ 1228657 h 1472498"/>
                  <a:gd name="connsiteX44" fmla="*/ 469900 w 1272667"/>
                  <a:gd name="connsiteY44" fmla="*/ 1136963 h 1472498"/>
                  <a:gd name="connsiteX45" fmla="*/ 343916 w 1272667"/>
                  <a:gd name="connsiteY45" fmla="*/ 1011361 h 1472498"/>
                  <a:gd name="connsiteX46" fmla="*/ 265303 w 1272667"/>
                  <a:gd name="connsiteY46" fmla="*/ 970720 h 1472498"/>
                  <a:gd name="connsiteX47" fmla="*/ 233426 w 1272667"/>
                  <a:gd name="connsiteY47" fmla="*/ 824925 h 1472498"/>
                  <a:gd name="connsiteX48" fmla="*/ 333121 w 1272667"/>
                  <a:gd name="connsiteY48" fmla="*/ 724849 h 1472498"/>
                  <a:gd name="connsiteX49" fmla="*/ 511175 w 1272667"/>
                  <a:gd name="connsiteY49" fmla="*/ 550477 h 1472498"/>
                  <a:gd name="connsiteX50" fmla="*/ 688340 w 1272667"/>
                  <a:gd name="connsiteY50" fmla="*/ 514409 h 1472498"/>
                  <a:gd name="connsiteX51" fmla="*/ 688340 w 1272667"/>
                  <a:gd name="connsiteY51" fmla="*/ 398458 h 1472498"/>
                  <a:gd name="connsiteX52" fmla="*/ 542036 w 1272667"/>
                  <a:gd name="connsiteY52" fmla="*/ 301684 h 1472498"/>
                  <a:gd name="connsiteX53" fmla="*/ 429895 w 1272667"/>
                  <a:gd name="connsiteY53" fmla="*/ 358453 h 1472498"/>
                  <a:gd name="connsiteX54" fmla="*/ 214503 w 1272667"/>
                  <a:gd name="connsiteY54" fmla="*/ 348801 h 1472498"/>
                  <a:gd name="connsiteX55" fmla="*/ 146050 w 1272667"/>
                  <a:gd name="connsiteY55" fmla="*/ 533713 h 1472498"/>
                  <a:gd name="connsiteX56" fmla="*/ 175768 w 1272667"/>
                  <a:gd name="connsiteY56" fmla="*/ 561400 h 1472498"/>
                  <a:gd name="connsiteX57" fmla="*/ 109982 w 1272667"/>
                  <a:gd name="connsiteY57" fmla="*/ 659189 h 1472498"/>
                  <a:gd name="connsiteX58" fmla="*/ 61087 w 1272667"/>
                  <a:gd name="connsiteY58" fmla="*/ 552890 h 1472498"/>
                  <a:gd name="connsiteX59" fmla="*/ 119507 w 1272667"/>
                  <a:gd name="connsiteY59" fmla="*/ 527871 h 1472498"/>
                  <a:gd name="connsiteX60" fmla="*/ 168529 w 1272667"/>
                  <a:gd name="connsiteY60" fmla="*/ 400871 h 1472498"/>
                  <a:gd name="connsiteX61" fmla="*/ 192278 w 1272667"/>
                  <a:gd name="connsiteY61" fmla="*/ 338895 h 1472498"/>
                  <a:gd name="connsiteX62" fmla="*/ 0 w 1272667"/>
                  <a:gd name="connsiteY62" fmla="*/ 261933 h 1472498"/>
                  <a:gd name="connsiteX63" fmla="*/ 659257 w 1272667"/>
                  <a:gd name="connsiteY63" fmla="*/ 33334 h 1472498"/>
                  <a:gd name="connsiteX64" fmla="*/ 548767 w 1272667"/>
                  <a:gd name="connsiteY64" fmla="*/ 140649 h 1472498"/>
                  <a:gd name="connsiteX65" fmla="*/ 706247 w 1272667"/>
                  <a:gd name="connsiteY65" fmla="*/ 369883 h 1472498"/>
                  <a:gd name="connsiteX66" fmla="*/ 874649 w 1272667"/>
                  <a:gd name="connsiteY66" fmla="*/ 257362 h 1472498"/>
                  <a:gd name="connsiteX67" fmla="*/ 813181 w 1272667"/>
                  <a:gd name="connsiteY67" fmla="*/ 60765 h 1472498"/>
                  <a:gd name="connsiteX68" fmla="*/ 659257 w 1272667"/>
                  <a:gd name="connsiteY68" fmla="*/ 33334 h 1472498"/>
                  <a:gd name="connsiteX69" fmla="*/ 606679 w 1272667"/>
                  <a:gd name="connsiteY69" fmla="*/ 550224 h 1472498"/>
                  <a:gd name="connsiteX70" fmla="*/ 370840 w 1272667"/>
                  <a:gd name="connsiteY70" fmla="*/ 708084 h 1472498"/>
                  <a:gd name="connsiteX71" fmla="*/ 340360 w 1272667"/>
                  <a:gd name="connsiteY71" fmla="*/ 910269 h 1472498"/>
                  <a:gd name="connsiteX72" fmla="*/ 475615 w 1272667"/>
                  <a:gd name="connsiteY72" fmla="*/ 1108643 h 1472498"/>
                  <a:gd name="connsiteX73" fmla="*/ 704977 w 1272667"/>
                  <a:gd name="connsiteY73" fmla="*/ 1143059 h 1472498"/>
                  <a:gd name="connsiteX74" fmla="*/ 986536 w 1272667"/>
                  <a:gd name="connsiteY74" fmla="*/ 1081464 h 1472498"/>
                  <a:gd name="connsiteX75" fmla="*/ 1073658 w 1272667"/>
                  <a:gd name="connsiteY75" fmla="*/ 789745 h 1472498"/>
                  <a:gd name="connsiteX76" fmla="*/ 892683 w 1272667"/>
                  <a:gd name="connsiteY76" fmla="*/ 576766 h 1472498"/>
                  <a:gd name="connsiteX77" fmla="*/ 606679 w 1272667"/>
                  <a:gd name="connsiteY77" fmla="*/ 550224 h 1472498"/>
                  <a:gd name="connsiteX78" fmla="*/ 85979 w 1272667"/>
                  <a:gd name="connsiteY78" fmla="*/ 566480 h 1472498"/>
                  <a:gd name="connsiteX79" fmla="*/ 133350 w 1272667"/>
                  <a:gd name="connsiteY79" fmla="*/ 625407 h 1472498"/>
                  <a:gd name="connsiteX80" fmla="*/ 85979 w 1272667"/>
                  <a:gd name="connsiteY80" fmla="*/ 566480 h 1472498"/>
                  <a:gd name="connsiteX81" fmla="*/ 327787 w 1272667"/>
                  <a:gd name="connsiteY81" fmla="*/ 984309 h 1472498"/>
                  <a:gd name="connsiteX82" fmla="*/ 320167 w 1272667"/>
                  <a:gd name="connsiteY82" fmla="*/ 753677 h 1472498"/>
                  <a:gd name="connsiteX83" fmla="*/ 327787 w 1272667"/>
                  <a:gd name="connsiteY83" fmla="*/ 984309 h 1472498"/>
                  <a:gd name="connsiteX84" fmla="*/ 1093851 w 1272667"/>
                  <a:gd name="connsiteY84" fmla="*/ 752662 h 1472498"/>
                  <a:gd name="connsiteX85" fmla="*/ 1092327 w 1272667"/>
                  <a:gd name="connsiteY85" fmla="*/ 989008 h 1472498"/>
                  <a:gd name="connsiteX86" fmla="*/ 1093851 w 1272667"/>
                  <a:gd name="connsiteY86" fmla="*/ 752662 h 1472498"/>
                  <a:gd name="connsiteX87" fmla="*/ 1129919 w 1272667"/>
                  <a:gd name="connsiteY87" fmla="*/ 1163761 h 1472498"/>
                  <a:gd name="connsiteX88" fmla="*/ 1131697 w 1272667"/>
                  <a:gd name="connsiteY88" fmla="*/ 1303461 h 1472498"/>
                  <a:gd name="connsiteX89" fmla="*/ 1244981 w 1272667"/>
                  <a:gd name="connsiteY89" fmla="*/ 1234119 h 1472498"/>
                  <a:gd name="connsiteX90" fmla="*/ 1129919 w 1272667"/>
                  <a:gd name="connsiteY90" fmla="*/ 1163761 h 1472498"/>
                  <a:gd name="connsiteX91" fmla="*/ 973836 w 1272667"/>
                  <a:gd name="connsiteY91" fmla="*/ 1181540 h 1472498"/>
                  <a:gd name="connsiteX92" fmla="*/ 1008888 w 1272667"/>
                  <a:gd name="connsiteY92" fmla="*/ 1338005 h 1472498"/>
                  <a:gd name="connsiteX93" fmla="*/ 1061085 w 1272667"/>
                  <a:gd name="connsiteY93" fmla="*/ 1235643 h 1472498"/>
                  <a:gd name="connsiteX94" fmla="*/ 973836 w 1272667"/>
                  <a:gd name="connsiteY94" fmla="*/ 1181540 h 1472498"/>
                  <a:gd name="connsiteX0" fmla="*/ -1 w 1258061"/>
                  <a:gd name="connsiteY0" fmla="*/ 241740 h 1472498"/>
                  <a:gd name="connsiteX1" fmla="*/ 293623 w 1258061"/>
                  <a:gd name="connsiteY1" fmla="*/ 345245 h 1472498"/>
                  <a:gd name="connsiteX2" fmla="*/ 408431 w 1258061"/>
                  <a:gd name="connsiteY2" fmla="*/ 328482 h 1472498"/>
                  <a:gd name="connsiteX3" fmla="*/ 513460 w 1258061"/>
                  <a:gd name="connsiteY3" fmla="*/ 280476 h 1472498"/>
                  <a:gd name="connsiteX4" fmla="*/ 499490 w 1258061"/>
                  <a:gd name="connsiteY4" fmla="*/ 182685 h 1472498"/>
                  <a:gd name="connsiteX5" fmla="*/ 548893 w 1258061"/>
                  <a:gd name="connsiteY5" fmla="*/ 62924 h 1472498"/>
                  <a:gd name="connsiteX6" fmla="*/ 777239 w 1258061"/>
                  <a:gd name="connsiteY6" fmla="*/ 17077 h 1472498"/>
                  <a:gd name="connsiteX7" fmla="*/ 896873 w 1258061"/>
                  <a:gd name="connsiteY7" fmla="*/ 236533 h 1472498"/>
                  <a:gd name="connsiteX8" fmla="*/ 897205 w 1258061"/>
                  <a:gd name="connsiteY8" fmla="*/ 256335 h 1472498"/>
                  <a:gd name="connsiteX9" fmla="*/ 886967 w 1258061"/>
                  <a:gd name="connsiteY9" fmla="*/ 261426 h 1472498"/>
                  <a:gd name="connsiteX10" fmla="*/ 749680 w 1258061"/>
                  <a:gd name="connsiteY10" fmla="*/ 390712 h 1472498"/>
                  <a:gd name="connsiteX11" fmla="*/ 700277 w 1258061"/>
                  <a:gd name="connsiteY11" fmla="*/ 397570 h 1472498"/>
                  <a:gd name="connsiteX12" fmla="*/ 700023 w 1258061"/>
                  <a:gd name="connsiteY12" fmla="*/ 515171 h 1472498"/>
                  <a:gd name="connsiteX13" fmla="*/ 949324 w 1258061"/>
                  <a:gd name="connsiteY13" fmla="*/ 586800 h 1472498"/>
                  <a:gd name="connsiteX14" fmla="*/ 1055877 w 1258061"/>
                  <a:gd name="connsiteY14" fmla="*/ 704528 h 1472498"/>
                  <a:gd name="connsiteX15" fmla="*/ 1145666 w 1258061"/>
                  <a:gd name="connsiteY15" fmla="*/ 779713 h 1472498"/>
                  <a:gd name="connsiteX16" fmla="*/ 1060703 w 1258061"/>
                  <a:gd name="connsiteY16" fmla="*/ 1014155 h 1472498"/>
                  <a:gd name="connsiteX17" fmla="*/ 1042034 w 1258061"/>
                  <a:gd name="connsiteY17" fmla="*/ 1043111 h 1472498"/>
                  <a:gd name="connsiteX18" fmla="*/ 927607 w 1258061"/>
                  <a:gd name="connsiteY18" fmla="*/ 1135439 h 1472498"/>
                  <a:gd name="connsiteX19" fmla="*/ 1051305 w 1258061"/>
                  <a:gd name="connsiteY19" fmla="*/ 1210624 h 1472498"/>
                  <a:gd name="connsiteX20" fmla="*/ 1115313 w 1258061"/>
                  <a:gd name="connsiteY20" fmla="*/ 1137345 h 1472498"/>
                  <a:gd name="connsiteX21" fmla="*/ 1215516 w 1258061"/>
                  <a:gd name="connsiteY21" fmla="*/ 1154108 h 1472498"/>
                  <a:gd name="connsiteX22" fmla="*/ 1258061 w 1258061"/>
                  <a:gd name="connsiteY22" fmla="*/ 1224720 h 1472498"/>
                  <a:gd name="connsiteX23" fmla="*/ 1188338 w 1258061"/>
                  <a:gd name="connsiteY23" fmla="*/ 1462338 h 1472498"/>
                  <a:gd name="connsiteX24" fmla="*/ 1165097 w 1258061"/>
                  <a:gd name="connsiteY24" fmla="*/ 1465005 h 1472498"/>
                  <a:gd name="connsiteX25" fmla="*/ 1218310 w 1258061"/>
                  <a:gd name="connsiteY25" fmla="*/ 1314509 h 1472498"/>
                  <a:gd name="connsiteX26" fmla="*/ 1136141 w 1258061"/>
                  <a:gd name="connsiteY26" fmla="*/ 1334068 h 1472498"/>
                  <a:gd name="connsiteX27" fmla="*/ 1052067 w 1258061"/>
                  <a:gd name="connsiteY27" fmla="*/ 1274251 h 1472498"/>
                  <a:gd name="connsiteX28" fmla="*/ 998727 w 1258061"/>
                  <a:gd name="connsiteY28" fmla="*/ 1459036 h 1472498"/>
                  <a:gd name="connsiteX29" fmla="*/ 996695 w 1258061"/>
                  <a:gd name="connsiteY29" fmla="*/ 1472498 h 1472498"/>
                  <a:gd name="connsiteX30" fmla="*/ 981582 w 1258061"/>
                  <a:gd name="connsiteY30" fmla="*/ 1457257 h 1472498"/>
                  <a:gd name="connsiteX31" fmla="*/ 970279 w 1258061"/>
                  <a:gd name="connsiteY31" fmla="*/ 1370136 h 1472498"/>
                  <a:gd name="connsiteX32" fmla="*/ 933449 w 1258061"/>
                  <a:gd name="connsiteY32" fmla="*/ 1185986 h 1472498"/>
                  <a:gd name="connsiteX33" fmla="*/ 926464 w 1258061"/>
                  <a:gd name="connsiteY33" fmla="*/ 1162618 h 1472498"/>
                  <a:gd name="connsiteX34" fmla="*/ 754887 w 1258061"/>
                  <a:gd name="connsiteY34" fmla="*/ 1166427 h 1472498"/>
                  <a:gd name="connsiteX35" fmla="*/ 490600 w 1258061"/>
                  <a:gd name="connsiteY35" fmla="*/ 1159062 h 1472498"/>
                  <a:gd name="connsiteX36" fmla="*/ 450468 w 1258061"/>
                  <a:gd name="connsiteY36" fmla="*/ 1182302 h 1472498"/>
                  <a:gd name="connsiteX37" fmla="*/ 404367 w 1258061"/>
                  <a:gd name="connsiteY37" fmla="*/ 1461830 h 1472498"/>
                  <a:gd name="connsiteX38" fmla="*/ 379602 w 1258061"/>
                  <a:gd name="connsiteY38" fmla="*/ 1466020 h 1472498"/>
                  <a:gd name="connsiteX39" fmla="*/ 418972 w 1258061"/>
                  <a:gd name="connsiteY39" fmla="*/ 1184207 h 1472498"/>
                  <a:gd name="connsiteX40" fmla="*/ 286384 w 1258061"/>
                  <a:gd name="connsiteY40" fmla="*/ 1325051 h 1472498"/>
                  <a:gd name="connsiteX41" fmla="*/ 243839 w 1258061"/>
                  <a:gd name="connsiteY41" fmla="*/ 1458527 h 1472498"/>
                  <a:gd name="connsiteX42" fmla="*/ 217931 w 1258061"/>
                  <a:gd name="connsiteY42" fmla="*/ 1468814 h 1472498"/>
                  <a:gd name="connsiteX43" fmla="*/ 324992 w 1258061"/>
                  <a:gd name="connsiteY43" fmla="*/ 1228657 h 1472498"/>
                  <a:gd name="connsiteX44" fmla="*/ 455294 w 1258061"/>
                  <a:gd name="connsiteY44" fmla="*/ 1136963 h 1472498"/>
                  <a:gd name="connsiteX45" fmla="*/ 329310 w 1258061"/>
                  <a:gd name="connsiteY45" fmla="*/ 1011361 h 1472498"/>
                  <a:gd name="connsiteX46" fmla="*/ 250697 w 1258061"/>
                  <a:gd name="connsiteY46" fmla="*/ 970720 h 1472498"/>
                  <a:gd name="connsiteX47" fmla="*/ 218820 w 1258061"/>
                  <a:gd name="connsiteY47" fmla="*/ 824925 h 1472498"/>
                  <a:gd name="connsiteX48" fmla="*/ 318515 w 1258061"/>
                  <a:gd name="connsiteY48" fmla="*/ 724849 h 1472498"/>
                  <a:gd name="connsiteX49" fmla="*/ 496569 w 1258061"/>
                  <a:gd name="connsiteY49" fmla="*/ 550477 h 1472498"/>
                  <a:gd name="connsiteX50" fmla="*/ 673734 w 1258061"/>
                  <a:gd name="connsiteY50" fmla="*/ 514409 h 1472498"/>
                  <a:gd name="connsiteX51" fmla="*/ 673734 w 1258061"/>
                  <a:gd name="connsiteY51" fmla="*/ 398458 h 1472498"/>
                  <a:gd name="connsiteX52" fmla="*/ 527430 w 1258061"/>
                  <a:gd name="connsiteY52" fmla="*/ 301684 h 1472498"/>
                  <a:gd name="connsiteX53" fmla="*/ 415289 w 1258061"/>
                  <a:gd name="connsiteY53" fmla="*/ 358453 h 1472498"/>
                  <a:gd name="connsiteX54" fmla="*/ 199897 w 1258061"/>
                  <a:gd name="connsiteY54" fmla="*/ 348801 h 1472498"/>
                  <a:gd name="connsiteX55" fmla="*/ 131444 w 1258061"/>
                  <a:gd name="connsiteY55" fmla="*/ 533713 h 1472498"/>
                  <a:gd name="connsiteX56" fmla="*/ 161162 w 1258061"/>
                  <a:gd name="connsiteY56" fmla="*/ 561400 h 1472498"/>
                  <a:gd name="connsiteX57" fmla="*/ 95376 w 1258061"/>
                  <a:gd name="connsiteY57" fmla="*/ 659189 h 1472498"/>
                  <a:gd name="connsiteX58" fmla="*/ 46481 w 1258061"/>
                  <a:gd name="connsiteY58" fmla="*/ 552890 h 1472498"/>
                  <a:gd name="connsiteX59" fmla="*/ 104901 w 1258061"/>
                  <a:gd name="connsiteY59" fmla="*/ 527871 h 1472498"/>
                  <a:gd name="connsiteX60" fmla="*/ 153923 w 1258061"/>
                  <a:gd name="connsiteY60" fmla="*/ 400871 h 1472498"/>
                  <a:gd name="connsiteX61" fmla="*/ 177672 w 1258061"/>
                  <a:gd name="connsiteY61" fmla="*/ 338895 h 1472498"/>
                  <a:gd name="connsiteX62" fmla="*/ 644651 w 1258061"/>
                  <a:gd name="connsiteY62" fmla="*/ 33334 h 1472498"/>
                  <a:gd name="connsiteX63" fmla="*/ 534161 w 1258061"/>
                  <a:gd name="connsiteY63" fmla="*/ 140649 h 1472498"/>
                  <a:gd name="connsiteX64" fmla="*/ 691641 w 1258061"/>
                  <a:gd name="connsiteY64" fmla="*/ 369883 h 1472498"/>
                  <a:gd name="connsiteX65" fmla="*/ 860043 w 1258061"/>
                  <a:gd name="connsiteY65" fmla="*/ 257362 h 1472498"/>
                  <a:gd name="connsiteX66" fmla="*/ 798575 w 1258061"/>
                  <a:gd name="connsiteY66" fmla="*/ 60765 h 1472498"/>
                  <a:gd name="connsiteX67" fmla="*/ 644651 w 1258061"/>
                  <a:gd name="connsiteY67" fmla="*/ 33334 h 1472498"/>
                  <a:gd name="connsiteX68" fmla="*/ 592073 w 1258061"/>
                  <a:gd name="connsiteY68" fmla="*/ 550224 h 1472498"/>
                  <a:gd name="connsiteX69" fmla="*/ 356234 w 1258061"/>
                  <a:gd name="connsiteY69" fmla="*/ 708084 h 1472498"/>
                  <a:gd name="connsiteX70" fmla="*/ 325754 w 1258061"/>
                  <a:gd name="connsiteY70" fmla="*/ 910269 h 1472498"/>
                  <a:gd name="connsiteX71" fmla="*/ 461009 w 1258061"/>
                  <a:gd name="connsiteY71" fmla="*/ 1108643 h 1472498"/>
                  <a:gd name="connsiteX72" fmla="*/ 690371 w 1258061"/>
                  <a:gd name="connsiteY72" fmla="*/ 1143059 h 1472498"/>
                  <a:gd name="connsiteX73" fmla="*/ 971930 w 1258061"/>
                  <a:gd name="connsiteY73" fmla="*/ 1081464 h 1472498"/>
                  <a:gd name="connsiteX74" fmla="*/ 1059052 w 1258061"/>
                  <a:gd name="connsiteY74" fmla="*/ 789745 h 1472498"/>
                  <a:gd name="connsiteX75" fmla="*/ 878077 w 1258061"/>
                  <a:gd name="connsiteY75" fmla="*/ 576766 h 1472498"/>
                  <a:gd name="connsiteX76" fmla="*/ 592073 w 1258061"/>
                  <a:gd name="connsiteY76" fmla="*/ 550224 h 1472498"/>
                  <a:gd name="connsiteX77" fmla="*/ 71373 w 1258061"/>
                  <a:gd name="connsiteY77" fmla="*/ 566480 h 1472498"/>
                  <a:gd name="connsiteX78" fmla="*/ 118744 w 1258061"/>
                  <a:gd name="connsiteY78" fmla="*/ 625407 h 1472498"/>
                  <a:gd name="connsiteX79" fmla="*/ 71373 w 1258061"/>
                  <a:gd name="connsiteY79" fmla="*/ 566480 h 1472498"/>
                  <a:gd name="connsiteX80" fmla="*/ 313181 w 1258061"/>
                  <a:gd name="connsiteY80" fmla="*/ 984309 h 1472498"/>
                  <a:gd name="connsiteX81" fmla="*/ 305561 w 1258061"/>
                  <a:gd name="connsiteY81" fmla="*/ 753677 h 1472498"/>
                  <a:gd name="connsiteX82" fmla="*/ 313181 w 1258061"/>
                  <a:gd name="connsiteY82" fmla="*/ 984309 h 1472498"/>
                  <a:gd name="connsiteX83" fmla="*/ 1079245 w 1258061"/>
                  <a:gd name="connsiteY83" fmla="*/ 752662 h 1472498"/>
                  <a:gd name="connsiteX84" fmla="*/ 1077721 w 1258061"/>
                  <a:gd name="connsiteY84" fmla="*/ 989008 h 1472498"/>
                  <a:gd name="connsiteX85" fmla="*/ 1079245 w 1258061"/>
                  <a:gd name="connsiteY85" fmla="*/ 752662 h 1472498"/>
                  <a:gd name="connsiteX86" fmla="*/ 1115313 w 1258061"/>
                  <a:gd name="connsiteY86" fmla="*/ 1163761 h 1472498"/>
                  <a:gd name="connsiteX87" fmla="*/ 1117091 w 1258061"/>
                  <a:gd name="connsiteY87" fmla="*/ 1303461 h 1472498"/>
                  <a:gd name="connsiteX88" fmla="*/ 1230375 w 1258061"/>
                  <a:gd name="connsiteY88" fmla="*/ 1234119 h 1472498"/>
                  <a:gd name="connsiteX89" fmla="*/ 1115313 w 1258061"/>
                  <a:gd name="connsiteY89" fmla="*/ 1163761 h 1472498"/>
                  <a:gd name="connsiteX90" fmla="*/ 959230 w 1258061"/>
                  <a:gd name="connsiteY90" fmla="*/ 1181540 h 1472498"/>
                  <a:gd name="connsiteX91" fmla="*/ 994282 w 1258061"/>
                  <a:gd name="connsiteY91" fmla="*/ 1338005 h 1472498"/>
                  <a:gd name="connsiteX92" fmla="*/ 1046479 w 1258061"/>
                  <a:gd name="connsiteY92" fmla="*/ 1235643 h 1472498"/>
                  <a:gd name="connsiteX93" fmla="*/ 959230 w 1258061"/>
                  <a:gd name="connsiteY93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104902 w 1258062"/>
                  <a:gd name="connsiteY59" fmla="*/ 527871 h 1472498"/>
                  <a:gd name="connsiteX60" fmla="*/ 153924 w 1258062"/>
                  <a:gd name="connsiteY60" fmla="*/ 400871 h 1472498"/>
                  <a:gd name="connsiteX61" fmla="*/ 644652 w 1258062"/>
                  <a:gd name="connsiteY61" fmla="*/ 33334 h 1472498"/>
                  <a:gd name="connsiteX62" fmla="*/ 534162 w 1258062"/>
                  <a:gd name="connsiteY62" fmla="*/ 140649 h 1472498"/>
                  <a:gd name="connsiteX63" fmla="*/ 691642 w 1258062"/>
                  <a:gd name="connsiteY63" fmla="*/ 369883 h 1472498"/>
                  <a:gd name="connsiteX64" fmla="*/ 860044 w 1258062"/>
                  <a:gd name="connsiteY64" fmla="*/ 257362 h 1472498"/>
                  <a:gd name="connsiteX65" fmla="*/ 798576 w 1258062"/>
                  <a:gd name="connsiteY65" fmla="*/ 60765 h 1472498"/>
                  <a:gd name="connsiteX66" fmla="*/ 644652 w 1258062"/>
                  <a:gd name="connsiteY66" fmla="*/ 33334 h 1472498"/>
                  <a:gd name="connsiteX67" fmla="*/ 592074 w 1258062"/>
                  <a:gd name="connsiteY67" fmla="*/ 550224 h 1472498"/>
                  <a:gd name="connsiteX68" fmla="*/ 356235 w 1258062"/>
                  <a:gd name="connsiteY68" fmla="*/ 708084 h 1472498"/>
                  <a:gd name="connsiteX69" fmla="*/ 325755 w 1258062"/>
                  <a:gd name="connsiteY69" fmla="*/ 910269 h 1472498"/>
                  <a:gd name="connsiteX70" fmla="*/ 461010 w 1258062"/>
                  <a:gd name="connsiteY70" fmla="*/ 1108643 h 1472498"/>
                  <a:gd name="connsiteX71" fmla="*/ 690372 w 1258062"/>
                  <a:gd name="connsiteY71" fmla="*/ 1143059 h 1472498"/>
                  <a:gd name="connsiteX72" fmla="*/ 971931 w 1258062"/>
                  <a:gd name="connsiteY72" fmla="*/ 1081464 h 1472498"/>
                  <a:gd name="connsiteX73" fmla="*/ 1059053 w 1258062"/>
                  <a:gd name="connsiteY73" fmla="*/ 789745 h 1472498"/>
                  <a:gd name="connsiteX74" fmla="*/ 878078 w 1258062"/>
                  <a:gd name="connsiteY74" fmla="*/ 576766 h 1472498"/>
                  <a:gd name="connsiteX75" fmla="*/ 592074 w 1258062"/>
                  <a:gd name="connsiteY75" fmla="*/ 550224 h 1472498"/>
                  <a:gd name="connsiteX76" fmla="*/ 71374 w 1258062"/>
                  <a:gd name="connsiteY76" fmla="*/ 566480 h 1472498"/>
                  <a:gd name="connsiteX77" fmla="*/ 118745 w 1258062"/>
                  <a:gd name="connsiteY77" fmla="*/ 625407 h 1472498"/>
                  <a:gd name="connsiteX78" fmla="*/ 71374 w 1258062"/>
                  <a:gd name="connsiteY78" fmla="*/ 566480 h 1472498"/>
                  <a:gd name="connsiteX79" fmla="*/ 313182 w 1258062"/>
                  <a:gd name="connsiteY79" fmla="*/ 984309 h 1472498"/>
                  <a:gd name="connsiteX80" fmla="*/ 305562 w 1258062"/>
                  <a:gd name="connsiteY80" fmla="*/ 753677 h 1472498"/>
                  <a:gd name="connsiteX81" fmla="*/ 313182 w 1258062"/>
                  <a:gd name="connsiteY81" fmla="*/ 984309 h 1472498"/>
                  <a:gd name="connsiteX82" fmla="*/ 1079246 w 1258062"/>
                  <a:gd name="connsiteY82" fmla="*/ 752662 h 1472498"/>
                  <a:gd name="connsiteX83" fmla="*/ 1077722 w 1258062"/>
                  <a:gd name="connsiteY83" fmla="*/ 989008 h 1472498"/>
                  <a:gd name="connsiteX84" fmla="*/ 1079246 w 1258062"/>
                  <a:gd name="connsiteY84" fmla="*/ 752662 h 1472498"/>
                  <a:gd name="connsiteX85" fmla="*/ 1115314 w 1258062"/>
                  <a:gd name="connsiteY85" fmla="*/ 1163761 h 1472498"/>
                  <a:gd name="connsiteX86" fmla="*/ 1117092 w 1258062"/>
                  <a:gd name="connsiteY86" fmla="*/ 1303461 h 1472498"/>
                  <a:gd name="connsiteX87" fmla="*/ 1230376 w 1258062"/>
                  <a:gd name="connsiteY87" fmla="*/ 1234119 h 1472498"/>
                  <a:gd name="connsiteX88" fmla="*/ 1115314 w 1258062"/>
                  <a:gd name="connsiteY88" fmla="*/ 1163761 h 1472498"/>
                  <a:gd name="connsiteX89" fmla="*/ 959231 w 1258062"/>
                  <a:gd name="connsiteY89" fmla="*/ 1181540 h 1472498"/>
                  <a:gd name="connsiteX90" fmla="*/ 994283 w 1258062"/>
                  <a:gd name="connsiteY90" fmla="*/ 1338005 h 1472498"/>
                  <a:gd name="connsiteX91" fmla="*/ 1046480 w 1258062"/>
                  <a:gd name="connsiteY91" fmla="*/ 1235643 h 1472498"/>
                  <a:gd name="connsiteX92" fmla="*/ 959231 w 1258062"/>
                  <a:gd name="connsiteY92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104902 w 1258062"/>
                  <a:gd name="connsiteY59" fmla="*/ 527871 h 1472498"/>
                  <a:gd name="connsiteX60" fmla="*/ 644652 w 1258062"/>
                  <a:gd name="connsiteY60" fmla="*/ 33334 h 1472498"/>
                  <a:gd name="connsiteX61" fmla="*/ 534162 w 1258062"/>
                  <a:gd name="connsiteY61" fmla="*/ 140649 h 1472498"/>
                  <a:gd name="connsiteX62" fmla="*/ 691642 w 1258062"/>
                  <a:gd name="connsiteY62" fmla="*/ 369883 h 1472498"/>
                  <a:gd name="connsiteX63" fmla="*/ 860044 w 1258062"/>
                  <a:gd name="connsiteY63" fmla="*/ 257362 h 1472498"/>
                  <a:gd name="connsiteX64" fmla="*/ 798576 w 1258062"/>
                  <a:gd name="connsiteY64" fmla="*/ 60765 h 1472498"/>
                  <a:gd name="connsiteX65" fmla="*/ 644652 w 1258062"/>
                  <a:gd name="connsiteY65" fmla="*/ 33334 h 1472498"/>
                  <a:gd name="connsiteX66" fmla="*/ 592074 w 1258062"/>
                  <a:gd name="connsiteY66" fmla="*/ 550224 h 1472498"/>
                  <a:gd name="connsiteX67" fmla="*/ 356235 w 1258062"/>
                  <a:gd name="connsiteY67" fmla="*/ 708084 h 1472498"/>
                  <a:gd name="connsiteX68" fmla="*/ 325755 w 1258062"/>
                  <a:gd name="connsiteY68" fmla="*/ 910269 h 1472498"/>
                  <a:gd name="connsiteX69" fmla="*/ 461010 w 1258062"/>
                  <a:gd name="connsiteY69" fmla="*/ 1108643 h 1472498"/>
                  <a:gd name="connsiteX70" fmla="*/ 690372 w 1258062"/>
                  <a:gd name="connsiteY70" fmla="*/ 1143059 h 1472498"/>
                  <a:gd name="connsiteX71" fmla="*/ 971931 w 1258062"/>
                  <a:gd name="connsiteY71" fmla="*/ 1081464 h 1472498"/>
                  <a:gd name="connsiteX72" fmla="*/ 1059053 w 1258062"/>
                  <a:gd name="connsiteY72" fmla="*/ 789745 h 1472498"/>
                  <a:gd name="connsiteX73" fmla="*/ 878078 w 1258062"/>
                  <a:gd name="connsiteY73" fmla="*/ 576766 h 1472498"/>
                  <a:gd name="connsiteX74" fmla="*/ 592074 w 1258062"/>
                  <a:gd name="connsiteY74" fmla="*/ 550224 h 1472498"/>
                  <a:gd name="connsiteX75" fmla="*/ 71374 w 1258062"/>
                  <a:gd name="connsiteY75" fmla="*/ 566480 h 1472498"/>
                  <a:gd name="connsiteX76" fmla="*/ 118745 w 1258062"/>
                  <a:gd name="connsiteY76" fmla="*/ 625407 h 1472498"/>
                  <a:gd name="connsiteX77" fmla="*/ 71374 w 1258062"/>
                  <a:gd name="connsiteY77" fmla="*/ 566480 h 1472498"/>
                  <a:gd name="connsiteX78" fmla="*/ 313182 w 1258062"/>
                  <a:gd name="connsiteY78" fmla="*/ 984309 h 1472498"/>
                  <a:gd name="connsiteX79" fmla="*/ 305562 w 1258062"/>
                  <a:gd name="connsiteY79" fmla="*/ 753677 h 1472498"/>
                  <a:gd name="connsiteX80" fmla="*/ 313182 w 1258062"/>
                  <a:gd name="connsiteY80" fmla="*/ 984309 h 1472498"/>
                  <a:gd name="connsiteX81" fmla="*/ 1079246 w 1258062"/>
                  <a:gd name="connsiteY81" fmla="*/ 752662 h 1472498"/>
                  <a:gd name="connsiteX82" fmla="*/ 1077722 w 1258062"/>
                  <a:gd name="connsiteY82" fmla="*/ 989008 h 1472498"/>
                  <a:gd name="connsiteX83" fmla="*/ 1079246 w 1258062"/>
                  <a:gd name="connsiteY83" fmla="*/ 752662 h 1472498"/>
                  <a:gd name="connsiteX84" fmla="*/ 1115314 w 1258062"/>
                  <a:gd name="connsiteY84" fmla="*/ 1163761 h 1472498"/>
                  <a:gd name="connsiteX85" fmla="*/ 1117092 w 1258062"/>
                  <a:gd name="connsiteY85" fmla="*/ 1303461 h 1472498"/>
                  <a:gd name="connsiteX86" fmla="*/ 1230376 w 1258062"/>
                  <a:gd name="connsiteY86" fmla="*/ 1234119 h 1472498"/>
                  <a:gd name="connsiteX87" fmla="*/ 1115314 w 1258062"/>
                  <a:gd name="connsiteY87" fmla="*/ 1163761 h 1472498"/>
                  <a:gd name="connsiteX88" fmla="*/ 959231 w 1258062"/>
                  <a:gd name="connsiteY88" fmla="*/ 1181540 h 1472498"/>
                  <a:gd name="connsiteX89" fmla="*/ 994283 w 1258062"/>
                  <a:gd name="connsiteY89" fmla="*/ 1338005 h 1472498"/>
                  <a:gd name="connsiteX90" fmla="*/ 1046480 w 1258062"/>
                  <a:gd name="connsiteY90" fmla="*/ 1235643 h 1472498"/>
                  <a:gd name="connsiteX91" fmla="*/ 959231 w 1258062"/>
                  <a:gd name="connsiteY91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644652 w 1258062"/>
                  <a:gd name="connsiteY59" fmla="*/ 33334 h 1472498"/>
                  <a:gd name="connsiteX60" fmla="*/ 534162 w 1258062"/>
                  <a:gd name="connsiteY60" fmla="*/ 140649 h 1472498"/>
                  <a:gd name="connsiteX61" fmla="*/ 691642 w 1258062"/>
                  <a:gd name="connsiteY61" fmla="*/ 369883 h 1472498"/>
                  <a:gd name="connsiteX62" fmla="*/ 860044 w 1258062"/>
                  <a:gd name="connsiteY62" fmla="*/ 257362 h 1472498"/>
                  <a:gd name="connsiteX63" fmla="*/ 798576 w 1258062"/>
                  <a:gd name="connsiteY63" fmla="*/ 60765 h 1472498"/>
                  <a:gd name="connsiteX64" fmla="*/ 644652 w 1258062"/>
                  <a:gd name="connsiteY64" fmla="*/ 33334 h 1472498"/>
                  <a:gd name="connsiteX65" fmla="*/ 592074 w 1258062"/>
                  <a:gd name="connsiteY65" fmla="*/ 550224 h 1472498"/>
                  <a:gd name="connsiteX66" fmla="*/ 356235 w 1258062"/>
                  <a:gd name="connsiteY66" fmla="*/ 708084 h 1472498"/>
                  <a:gd name="connsiteX67" fmla="*/ 325755 w 1258062"/>
                  <a:gd name="connsiteY67" fmla="*/ 910269 h 1472498"/>
                  <a:gd name="connsiteX68" fmla="*/ 461010 w 1258062"/>
                  <a:gd name="connsiteY68" fmla="*/ 1108643 h 1472498"/>
                  <a:gd name="connsiteX69" fmla="*/ 690372 w 1258062"/>
                  <a:gd name="connsiteY69" fmla="*/ 1143059 h 1472498"/>
                  <a:gd name="connsiteX70" fmla="*/ 971931 w 1258062"/>
                  <a:gd name="connsiteY70" fmla="*/ 1081464 h 1472498"/>
                  <a:gd name="connsiteX71" fmla="*/ 1059053 w 1258062"/>
                  <a:gd name="connsiteY71" fmla="*/ 789745 h 1472498"/>
                  <a:gd name="connsiteX72" fmla="*/ 878078 w 1258062"/>
                  <a:gd name="connsiteY72" fmla="*/ 576766 h 1472498"/>
                  <a:gd name="connsiteX73" fmla="*/ 592074 w 1258062"/>
                  <a:gd name="connsiteY73" fmla="*/ 550224 h 1472498"/>
                  <a:gd name="connsiteX74" fmla="*/ 71374 w 1258062"/>
                  <a:gd name="connsiteY74" fmla="*/ 566480 h 1472498"/>
                  <a:gd name="connsiteX75" fmla="*/ 118745 w 1258062"/>
                  <a:gd name="connsiteY75" fmla="*/ 625407 h 1472498"/>
                  <a:gd name="connsiteX76" fmla="*/ 71374 w 1258062"/>
                  <a:gd name="connsiteY76" fmla="*/ 566480 h 1472498"/>
                  <a:gd name="connsiteX77" fmla="*/ 313182 w 1258062"/>
                  <a:gd name="connsiteY77" fmla="*/ 984309 h 1472498"/>
                  <a:gd name="connsiteX78" fmla="*/ 305562 w 1258062"/>
                  <a:gd name="connsiteY78" fmla="*/ 753677 h 1472498"/>
                  <a:gd name="connsiteX79" fmla="*/ 313182 w 1258062"/>
                  <a:gd name="connsiteY79" fmla="*/ 984309 h 1472498"/>
                  <a:gd name="connsiteX80" fmla="*/ 1079246 w 1258062"/>
                  <a:gd name="connsiteY80" fmla="*/ 752662 h 1472498"/>
                  <a:gd name="connsiteX81" fmla="*/ 1077722 w 1258062"/>
                  <a:gd name="connsiteY81" fmla="*/ 989008 h 1472498"/>
                  <a:gd name="connsiteX82" fmla="*/ 1079246 w 1258062"/>
                  <a:gd name="connsiteY82" fmla="*/ 752662 h 1472498"/>
                  <a:gd name="connsiteX83" fmla="*/ 1115314 w 1258062"/>
                  <a:gd name="connsiteY83" fmla="*/ 1163761 h 1472498"/>
                  <a:gd name="connsiteX84" fmla="*/ 1117092 w 1258062"/>
                  <a:gd name="connsiteY84" fmla="*/ 1303461 h 1472498"/>
                  <a:gd name="connsiteX85" fmla="*/ 1230376 w 1258062"/>
                  <a:gd name="connsiteY85" fmla="*/ 1234119 h 1472498"/>
                  <a:gd name="connsiteX86" fmla="*/ 1115314 w 1258062"/>
                  <a:gd name="connsiteY86" fmla="*/ 1163761 h 1472498"/>
                  <a:gd name="connsiteX87" fmla="*/ 959231 w 1258062"/>
                  <a:gd name="connsiteY87" fmla="*/ 1181540 h 1472498"/>
                  <a:gd name="connsiteX88" fmla="*/ 994283 w 1258062"/>
                  <a:gd name="connsiteY88" fmla="*/ 1338005 h 1472498"/>
                  <a:gd name="connsiteX89" fmla="*/ 1046480 w 1258062"/>
                  <a:gd name="connsiteY89" fmla="*/ 1235643 h 1472498"/>
                  <a:gd name="connsiteX90" fmla="*/ 959231 w 1258062"/>
                  <a:gd name="connsiteY90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644652 w 1258062"/>
                  <a:gd name="connsiteY59" fmla="*/ 33334 h 1472498"/>
                  <a:gd name="connsiteX60" fmla="*/ 534162 w 1258062"/>
                  <a:gd name="connsiteY60" fmla="*/ 140649 h 1472498"/>
                  <a:gd name="connsiteX61" fmla="*/ 691642 w 1258062"/>
                  <a:gd name="connsiteY61" fmla="*/ 369883 h 1472498"/>
                  <a:gd name="connsiteX62" fmla="*/ 860044 w 1258062"/>
                  <a:gd name="connsiteY62" fmla="*/ 257362 h 1472498"/>
                  <a:gd name="connsiteX63" fmla="*/ 798576 w 1258062"/>
                  <a:gd name="connsiteY63" fmla="*/ 60765 h 1472498"/>
                  <a:gd name="connsiteX64" fmla="*/ 644652 w 1258062"/>
                  <a:gd name="connsiteY64" fmla="*/ 33334 h 1472498"/>
                  <a:gd name="connsiteX65" fmla="*/ 592074 w 1258062"/>
                  <a:gd name="connsiteY65" fmla="*/ 550224 h 1472498"/>
                  <a:gd name="connsiteX66" fmla="*/ 356235 w 1258062"/>
                  <a:gd name="connsiteY66" fmla="*/ 708084 h 1472498"/>
                  <a:gd name="connsiteX67" fmla="*/ 325755 w 1258062"/>
                  <a:gd name="connsiteY67" fmla="*/ 910269 h 1472498"/>
                  <a:gd name="connsiteX68" fmla="*/ 461010 w 1258062"/>
                  <a:gd name="connsiteY68" fmla="*/ 1108643 h 1472498"/>
                  <a:gd name="connsiteX69" fmla="*/ 690372 w 1258062"/>
                  <a:gd name="connsiteY69" fmla="*/ 1143059 h 1472498"/>
                  <a:gd name="connsiteX70" fmla="*/ 971931 w 1258062"/>
                  <a:gd name="connsiteY70" fmla="*/ 1081464 h 1472498"/>
                  <a:gd name="connsiteX71" fmla="*/ 1059053 w 1258062"/>
                  <a:gd name="connsiteY71" fmla="*/ 789745 h 1472498"/>
                  <a:gd name="connsiteX72" fmla="*/ 878078 w 1258062"/>
                  <a:gd name="connsiteY72" fmla="*/ 576766 h 1472498"/>
                  <a:gd name="connsiteX73" fmla="*/ 592074 w 1258062"/>
                  <a:gd name="connsiteY73" fmla="*/ 550224 h 1472498"/>
                  <a:gd name="connsiteX74" fmla="*/ 71374 w 1258062"/>
                  <a:gd name="connsiteY74" fmla="*/ 566480 h 1472498"/>
                  <a:gd name="connsiteX75" fmla="*/ 118745 w 1258062"/>
                  <a:gd name="connsiteY75" fmla="*/ 625407 h 1472498"/>
                  <a:gd name="connsiteX76" fmla="*/ 313182 w 1258062"/>
                  <a:gd name="connsiteY76" fmla="*/ 984309 h 1472498"/>
                  <a:gd name="connsiteX77" fmla="*/ 305562 w 1258062"/>
                  <a:gd name="connsiteY77" fmla="*/ 753677 h 1472498"/>
                  <a:gd name="connsiteX78" fmla="*/ 313182 w 1258062"/>
                  <a:gd name="connsiteY78" fmla="*/ 984309 h 1472498"/>
                  <a:gd name="connsiteX79" fmla="*/ 1079246 w 1258062"/>
                  <a:gd name="connsiteY79" fmla="*/ 752662 h 1472498"/>
                  <a:gd name="connsiteX80" fmla="*/ 1077722 w 1258062"/>
                  <a:gd name="connsiteY80" fmla="*/ 989008 h 1472498"/>
                  <a:gd name="connsiteX81" fmla="*/ 1079246 w 1258062"/>
                  <a:gd name="connsiteY81" fmla="*/ 752662 h 1472498"/>
                  <a:gd name="connsiteX82" fmla="*/ 1115314 w 1258062"/>
                  <a:gd name="connsiteY82" fmla="*/ 1163761 h 1472498"/>
                  <a:gd name="connsiteX83" fmla="*/ 1117092 w 1258062"/>
                  <a:gd name="connsiteY83" fmla="*/ 1303461 h 1472498"/>
                  <a:gd name="connsiteX84" fmla="*/ 1230376 w 1258062"/>
                  <a:gd name="connsiteY84" fmla="*/ 1234119 h 1472498"/>
                  <a:gd name="connsiteX85" fmla="*/ 1115314 w 1258062"/>
                  <a:gd name="connsiteY85" fmla="*/ 1163761 h 1472498"/>
                  <a:gd name="connsiteX86" fmla="*/ 959231 w 1258062"/>
                  <a:gd name="connsiteY86" fmla="*/ 1181540 h 1472498"/>
                  <a:gd name="connsiteX87" fmla="*/ 994283 w 1258062"/>
                  <a:gd name="connsiteY87" fmla="*/ 1338005 h 1472498"/>
                  <a:gd name="connsiteX88" fmla="*/ 1046480 w 1258062"/>
                  <a:gd name="connsiteY88" fmla="*/ 1235643 h 1472498"/>
                  <a:gd name="connsiteX89" fmla="*/ 959231 w 1258062"/>
                  <a:gd name="connsiteY89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644652 w 1258062"/>
                  <a:gd name="connsiteY59" fmla="*/ 33334 h 1472498"/>
                  <a:gd name="connsiteX60" fmla="*/ 534162 w 1258062"/>
                  <a:gd name="connsiteY60" fmla="*/ 140649 h 1472498"/>
                  <a:gd name="connsiteX61" fmla="*/ 691642 w 1258062"/>
                  <a:gd name="connsiteY61" fmla="*/ 369883 h 1472498"/>
                  <a:gd name="connsiteX62" fmla="*/ 860044 w 1258062"/>
                  <a:gd name="connsiteY62" fmla="*/ 257362 h 1472498"/>
                  <a:gd name="connsiteX63" fmla="*/ 798576 w 1258062"/>
                  <a:gd name="connsiteY63" fmla="*/ 60765 h 1472498"/>
                  <a:gd name="connsiteX64" fmla="*/ 644652 w 1258062"/>
                  <a:gd name="connsiteY64" fmla="*/ 33334 h 1472498"/>
                  <a:gd name="connsiteX65" fmla="*/ 592074 w 1258062"/>
                  <a:gd name="connsiteY65" fmla="*/ 550224 h 1472498"/>
                  <a:gd name="connsiteX66" fmla="*/ 356235 w 1258062"/>
                  <a:gd name="connsiteY66" fmla="*/ 708084 h 1472498"/>
                  <a:gd name="connsiteX67" fmla="*/ 325755 w 1258062"/>
                  <a:gd name="connsiteY67" fmla="*/ 910269 h 1472498"/>
                  <a:gd name="connsiteX68" fmla="*/ 461010 w 1258062"/>
                  <a:gd name="connsiteY68" fmla="*/ 1108643 h 1472498"/>
                  <a:gd name="connsiteX69" fmla="*/ 690372 w 1258062"/>
                  <a:gd name="connsiteY69" fmla="*/ 1143059 h 1472498"/>
                  <a:gd name="connsiteX70" fmla="*/ 971931 w 1258062"/>
                  <a:gd name="connsiteY70" fmla="*/ 1081464 h 1472498"/>
                  <a:gd name="connsiteX71" fmla="*/ 1059053 w 1258062"/>
                  <a:gd name="connsiteY71" fmla="*/ 789745 h 1472498"/>
                  <a:gd name="connsiteX72" fmla="*/ 878078 w 1258062"/>
                  <a:gd name="connsiteY72" fmla="*/ 576766 h 1472498"/>
                  <a:gd name="connsiteX73" fmla="*/ 592074 w 1258062"/>
                  <a:gd name="connsiteY73" fmla="*/ 550224 h 1472498"/>
                  <a:gd name="connsiteX74" fmla="*/ 313182 w 1258062"/>
                  <a:gd name="connsiteY74" fmla="*/ 984309 h 1472498"/>
                  <a:gd name="connsiteX75" fmla="*/ 305562 w 1258062"/>
                  <a:gd name="connsiteY75" fmla="*/ 753677 h 1472498"/>
                  <a:gd name="connsiteX76" fmla="*/ 313182 w 1258062"/>
                  <a:gd name="connsiteY76" fmla="*/ 984309 h 1472498"/>
                  <a:gd name="connsiteX77" fmla="*/ 1079246 w 1258062"/>
                  <a:gd name="connsiteY77" fmla="*/ 752662 h 1472498"/>
                  <a:gd name="connsiteX78" fmla="*/ 1077722 w 1258062"/>
                  <a:gd name="connsiteY78" fmla="*/ 989008 h 1472498"/>
                  <a:gd name="connsiteX79" fmla="*/ 1079246 w 1258062"/>
                  <a:gd name="connsiteY79" fmla="*/ 752662 h 1472498"/>
                  <a:gd name="connsiteX80" fmla="*/ 1115314 w 1258062"/>
                  <a:gd name="connsiteY80" fmla="*/ 1163761 h 1472498"/>
                  <a:gd name="connsiteX81" fmla="*/ 1117092 w 1258062"/>
                  <a:gd name="connsiteY81" fmla="*/ 1303461 h 1472498"/>
                  <a:gd name="connsiteX82" fmla="*/ 1230376 w 1258062"/>
                  <a:gd name="connsiteY82" fmla="*/ 1234119 h 1472498"/>
                  <a:gd name="connsiteX83" fmla="*/ 1115314 w 1258062"/>
                  <a:gd name="connsiteY83" fmla="*/ 1163761 h 1472498"/>
                  <a:gd name="connsiteX84" fmla="*/ 959231 w 1258062"/>
                  <a:gd name="connsiteY84" fmla="*/ 1181540 h 1472498"/>
                  <a:gd name="connsiteX85" fmla="*/ 994283 w 1258062"/>
                  <a:gd name="connsiteY85" fmla="*/ 1338005 h 1472498"/>
                  <a:gd name="connsiteX86" fmla="*/ 1046480 w 1258062"/>
                  <a:gd name="connsiteY86" fmla="*/ 1235643 h 1472498"/>
                  <a:gd name="connsiteX87" fmla="*/ 959231 w 1258062"/>
                  <a:gd name="connsiteY87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644652 w 1258062"/>
                  <a:gd name="connsiteY58" fmla="*/ 33334 h 1472498"/>
                  <a:gd name="connsiteX59" fmla="*/ 534162 w 1258062"/>
                  <a:gd name="connsiteY59" fmla="*/ 140649 h 1472498"/>
                  <a:gd name="connsiteX60" fmla="*/ 691642 w 1258062"/>
                  <a:gd name="connsiteY60" fmla="*/ 369883 h 1472498"/>
                  <a:gd name="connsiteX61" fmla="*/ 860044 w 1258062"/>
                  <a:gd name="connsiteY61" fmla="*/ 257362 h 1472498"/>
                  <a:gd name="connsiteX62" fmla="*/ 798576 w 1258062"/>
                  <a:gd name="connsiteY62" fmla="*/ 60765 h 1472498"/>
                  <a:gd name="connsiteX63" fmla="*/ 644652 w 1258062"/>
                  <a:gd name="connsiteY63" fmla="*/ 33334 h 1472498"/>
                  <a:gd name="connsiteX64" fmla="*/ 592074 w 1258062"/>
                  <a:gd name="connsiteY64" fmla="*/ 550224 h 1472498"/>
                  <a:gd name="connsiteX65" fmla="*/ 356235 w 1258062"/>
                  <a:gd name="connsiteY65" fmla="*/ 708084 h 1472498"/>
                  <a:gd name="connsiteX66" fmla="*/ 325755 w 1258062"/>
                  <a:gd name="connsiteY66" fmla="*/ 910269 h 1472498"/>
                  <a:gd name="connsiteX67" fmla="*/ 461010 w 1258062"/>
                  <a:gd name="connsiteY67" fmla="*/ 1108643 h 1472498"/>
                  <a:gd name="connsiteX68" fmla="*/ 690372 w 1258062"/>
                  <a:gd name="connsiteY68" fmla="*/ 1143059 h 1472498"/>
                  <a:gd name="connsiteX69" fmla="*/ 971931 w 1258062"/>
                  <a:gd name="connsiteY69" fmla="*/ 1081464 h 1472498"/>
                  <a:gd name="connsiteX70" fmla="*/ 1059053 w 1258062"/>
                  <a:gd name="connsiteY70" fmla="*/ 789745 h 1472498"/>
                  <a:gd name="connsiteX71" fmla="*/ 878078 w 1258062"/>
                  <a:gd name="connsiteY71" fmla="*/ 576766 h 1472498"/>
                  <a:gd name="connsiteX72" fmla="*/ 592074 w 1258062"/>
                  <a:gd name="connsiteY72" fmla="*/ 550224 h 1472498"/>
                  <a:gd name="connsiteX73" fmla="*/ 313182 w 1258062"/>
                  <a:gd name="connsiteY73" fmla="*/ 984309 h 1472498"/>
                  <a:gd name="connsiteX74" fmla="*/ 305562 w 1258062"/>
                  <a:gd name="connsiteY74" fmla="*/ 753677 h 1472498"/>
                  <a:gd name="connsiteX75" fmla="*/ 313182 w 1258062"/>
                  <a:gd name="connsiteY75" fmla="*/ 984309 h 1472498"/>
                  <a:gd name="connsiteX76" fmla="*/ 1079246 w 1258062"/>
                  <a:gd name="connsiteY76" fmla="*/ 752662 h 1472498"/>
                  <a:gd name="connsiteX77" fmla="*/ 1077722 w 1258062"/>
                  <a:gd name="connsiteY77" fmla="*/ 989008 h 1472498"/>
                  <a:gd name="connsiteX78" fmla="*/ 1079246 w 1258062"/>
                  <a:gd name="connsiteY78" fmla="*/ 752662 h 1472498"/>
                  <a:gd name="connsiteX79" fmla="*/ 1115314 w 1258062"/>
                  <a:gd name="connsiteY79" fmla="*/ 1163761 h 1472498"/>
                  <a:gd name="connsiteX80" fmla="*/ 1117092 w 1258062"/>
                  <a:gd name="connsiteY80" fmla="*/ 1303461 h 1472498"/>
                  <a:gd name="connsiteX81" fmla="*/ 1230376 w 1258062"/>
                  <a:gd name="connsiteY81" fmla="*/ 1234119 h 1472498"/>
                  <a:gd name="connsiteX82" fmla="*/ 1115314 w 1258062"/>
                  <a:gd name="connsiteY82" fmla="*/ 1163761 h 1472498"/>
                  <a:gd name="connsiteX83" fmla="*/ 959231 w 1258062"/>
                  <a:gd name="connsiteY83" fmla="*/ 1181540 h 1472498"/>
                  <a:gd name="connsiteX84" fmla="*/ 994283 w 1258062"/>
                  <a:gd name="connsiteY84" fmla="*/ 1338005 h 1472498"/>
                  <a:gd name="connsiteX85" fmla="*/ 1046480 w 1258062"/>
                  <a:gd name="connsiteY85" fmla="*/ 1235643 h 1472498"/>
                  <a:gd name="connsiteX86" fmla="*/ 959231 w 1258062"/>
                  <a:gd name="connsiteY86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644652 w 1258062"/>
                  <a:gd name="connsiteY57" fmla="*/ 33334 h 1472498"/>
                  <a:gd name="connsiteX58" fmla="*/ 534162 w 1258062"/>
                  <a:gd name="connsiteY58" fmla="*/ 140649 h 1472498"/>
                  <a:gd name="connsiteX59" fmla="*/ 691642 w 1258062"/>
                  <a:gd name="connsiteY59" fmla="*/ 369883 h 1472498"/>
                  <a:gd name="connsiteX60" fmla="*/ 860044 w 1258062"/>
                  <a:gd name="connsiteY60" fmla="*/ 257362 h 1472498"/>
                  <a:gd name="connsiteX61" fmla="*/ 798576 w 1258062"/>
                  <a:gd name="connsiteY61" fmla="*/ 60765 h 1472498"/>
                  <a:gd name="connsiteX62" fmla="*/ 644652 w 1258062"/>
                  <a:gd name="connsiteY62" fmla="*/ 33334 h 1472498"/>
                  <a:gd name="connsiteX63" fmla="*/ 592074 w 1258062"/>
                  <a:gd name="connsiteY63" fmla="*/ 550224 h 1472498"/>
                  <a:gd name="connsiteX64" fmla="*/ 356235 w 1258062"/>
                  <a:gd name="connsiteY64" fmla="*/ 708084 h 1472498"/>
                  <a:gd name="connsiteX65" fmla="*/ 325755 w 1258062"/>
                  <a:gd name="connsiteY65" fmla="*/ 910269 h 1472498"/>
                  <a:gd name="connsiteX66" fmla="*/ 461010 w 1258062"/>
                  <a:gd name="connsiteY66" fmla="*/ 1108643 h 1472498"/>
                  <a:gd name="connsiteX67" fmla="*/ 690372 w 1258062"/>
                  <a:gd name="connsiteY67" fmla="*/ 1143059 h 1472498"/>
                  <a:gd name="connsiteX68" fmla="*/ 971931 w 1258062"/>
                  <a:gd name="connsiteY68" fmla="*/ 1081464 h 1472498"/>
                  <a:gd name="connsiteX69" fmla="*/ 1059053 w 1258062"/>
                  <a:gd name="connsiteY69" fmla="*/ 789745 h 1472498"/>
                  <a:gd name="connsiteX70" fmla="*/ 878078 w 1258062"/>
                  <a:gd name="connsiteY70" fmla="*/ 576766 h 1472498"/>
                  <a:gd name="connsiteX71" fmla="*/ 592074 w 1258062"/>
                  <a:gd name="connsiteY71" fmla="*/ 550224 h 1472498"/>
                  <a:gd name="connsiteX72" fmla="*/ 313182 w 1258062"/>
                  <a:gd name="connsiteY72" fmla="*/ 984309 h 1472498"/>
                  <a:gd name="connsiteX73" fmla="*/ 305562 w 1258062"/>
                  <a:gd name="connsiteY73" fmla="*/ 753677 h 1472498"/>
                  <a:gd name="connsiteX74" fmla="*/ 313182 w 1258062"/>
                  <a:gd name="connsiteY74" fmla="*/ 984309 h 1472498"/>
                  <a:gd name="connsiteX75" fmla="*/ 1079246 w 1258062"/>
                  <a:gd name="connsiteY75" fmla="*/ 752662 h 1472498"/>
                  <a:gd name="connsiteX76" fmla="*/ 1077722 w 1258062"/>
                  <a:gd name="connsiteY76" fmla="*/ 989008 h 1472498"/>
                  <a:gd name="connsiteX77" fmla="*/ 1079246 w 1258062"/>
                  <a:gd name="connsiteY77" fmla="*/ 752662 h 1472498"/>
                  <a:gd name="connsiteX78" fmla="*/ 1115314 w 1258062"/>
                  <a:gd name="connsiteY78" fmla="*/ 1163761 h 1472498"/>
                  <a:gd name="connsiteX79" fmla="*/ 1117092 w 1258062"/>
                  <a:gd name="connsiteY79" fmla="*/ 1303461 h 1472498"/>
                  <a:gd name="connsiteX80" fmla="*/ 1230376 w 1258062"/>
                  <a:gd name="connsiteY80" fmla="*/ 1234119 h 1472498"/>
                  <a:gd name="connsiteX81" fmla="*/ 1115314 w 1258062"/>
                  <a:gd name="connsiteY81" fmla="*/ 1163761 h 1472498"/>
                  <a:gd name="connsiteX82" fmla="*/ 959231 w 1258062"/>
                  <a:gd name="connsiteY82" fmla="*/ 1181540 h 1472498"/>
                  <a:gd name="connsiteX83" fmla="*/ 994283 w 1258062"/>
                  <a:gd name="connsiteY83" fmla="*/ 1338005 h 1472498"/>
                  <a:gd name="connsiteX84" fmla="*/ 1046480 w 1258062"/>
                  <a:gd name="connsiteY84" fmla="*/ 1235643 h 1472498"/>
                  <a:gd name="connsiteX85" fmla="*/ 959231 w 1258062"/>
                  <a:gd name="connsiteY85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644652 w 1258062"/>
                  <a:gd name="connsiteY56" fmla="*/ 33334 h 1472498"/>
                  <a:gd name="connsiteX57" fmla="*/ 534162 w 1258062"/>
                  <a:gd name="connsiteY57" fmla="*/ 140649 h 1472498"/>
                  <a:gd name="connsiteX58" fmla="*/ 691642 w 1258062"/>
                  <a:gd name="connsiteY58" fmla="*/ 369883 h 1472498"/>
                  <a:gd name="connsiteX59" fmla="*/ 860044 w 1258062"/>
                  <a:gd name="connsiteY59" fmla="*/ 257362 h 1472498"/>
                  <a:gd name="connsiteX60" fmla="*/ 798576 w 1258062"/>
                  <a:gd name="connsiteY60" fmla="*/ 60765 h 1472498"/>
                  <a:gd name="connsiteX61" fmla="*/ 644652 w 1258062"/>
                  <a:gd name="connsiteY61" fmla="*/ 33334 h 1472498"/>
                  <a:gd name="connsiteX62" fmla="*/ 592074 w 1258062"/>
                  <a:gd name="connsiteY62" fmla="*/ 550224 h 1472498"/>
                  <a:gd name="connsiteX63" fmla="*/ 356235 w 1258062"/>
                  <a:gd name="connsiteY63" fmla="*/ 708084 h 1472498"/>
                  <a:gd name="connsiteX64" fmla="*/ 325755 w 1258062"/>
                  <a:gd name="connsiteY64" fmla="*/ 910269 h 1472498"/>
                  <a:gd name="connsiteX65" fmla="*/ 461010 w 1258062"/>
                  <a:gd name="connsiteY65" fmla="*/ 1108643 h 1472498"/>
                  <a:gd name="connsiteX66" fmla="*/ 690372 w 1258062"/>
                  <a:gd name="connsiteY66" fmla="*/ 1143059 h 1472498"/>
                  <a:gd name="connsiteX67" fmla="*/ 971931 w 1258062"/>
                  <a:gd name="connsiteY67" fmla="*/ 1081464 h 1472498"/>
                  <a:gd name="connsiteX68" fmla="*/ 1059053 w 1258062"/>
                  <a:gd name="connsiteY68" fmla="*/ 789745 h 1472498"/>
                  <a:gd name="connsiteX69" fmla="*/ 878078 w 1258062"/>
                  <a:gd name="connsiteY69" fmla="*/ 576766 h 1472498"/>
                  <a:gd name="connsiteX70" fmla="*/ 592074 w 1258062"/>
                  <a:gd name="connsiteY70" fmla="*/ 550224 h 1472498"/>
                  <a:gd name="connsiteX71" fmla="*/ 313182 w 1258062"/>
                  <a:gd name="connsiteY71" fmla="*/ 984309 h 1472498"/>
                  <a:gd name="connsiteX72" fmla="*/ 305562 w 1258062"/>
                  <a:gd name="connsiteY72" fmla="*/ 753677 h 1472498"/>
                  <a:gd name="connsiteX73" fmla="*/ 313182 w 1258062"/>
                  <a:gd name="connsiteY73" fmla="*/ 984309 h 1472498"/>
                  <a:gd name="connsiteX74" fmla="*/ 1079246 w 1258062"/>
                  <a:gd name="connsiteY74" fmla="*/ 752662 h 1472498"/>
                  <a:gd name="connsiteX75" fmla="*/ 1077722 w 1258062"/>
                  <a:gd name="connsiteY75" fmla="*/ 989008 h 1472498"/>
                  <a:gd name="connsiteX76" fmla="*/ 1079246 w 1258062"/>
                  <a:gd name="connsiteY76" fmla="*/ 752662 h 1472498"/>
                  <a:gd name="connsiteX77" fmla="*/ 1115314 w 1258062"/>
                  <a:gd name="connsiteY77" fmla="*/ 1163761 h 1472498"/>
                  <a:gd name="connsiteX78" fmla="*/ 1117092 w 1258062"/>
                  <a:gd name="connsiteY78" fmla="*/ 1303461 h 1472498"/>
                  <a:gd name="connsiteX79" fmla="*/ 1230376 w 1258062"/>
                  <a:gd name="connsiteY79" fmla="*/ 1234119 h 1472498"/>
                  <a:gd name="connsiteX80" fmla="*/ 1115314 w 1258062"/>
                  <a:gd name="connsiteY80" fmla="*/ 1163761 h 1472498"/>
                  <a:gd name="connsiteX81" fmla="*/ 959231 w 1258062"/>
                  <a:gd name="connsiteY81" fmla="*/ 1181540 h 1472498"/>
                  <a:gd name="connsiteX82" fmla="*/ 994283 w 1258062"/>
                  <a:gd name="connsiteY82" fmla="*/ 1338005 h 1472498"/>
                  <a:gd name="connsiteX83" fmla="*/ 1046480 w 1258062"/>
                  <a:gd name="connsiteY83" fmla="*/ 1235643 h 1472498"/>
                  <a:gd name="connsiteX84" fmla="*/ 959231 w 1258062"/>
                  <a:gd name="connsiteY84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644652 w 1258062"/>
                  <a:gd name="connsiteY55" fmla="*/ 33334 h 1472498"/>
                  <a:gd name="connsiteX56" fmla="*/ 534162 w 1258062"/>
                  <a:gd name="connsiteY56" fmla="*/ 140649 h 1472498"/>
                  <a:gd name="connsiteX57" fmla="*/ 691642 w 1258062"/>
                  <a:gd name="connsiteY57" fmla="*/ 369883 h 1472498"/>
                  <a:gd name="connsiteX58" fmla="*/ 860044 w 1258062"/>
                  <a:gd name="connsiteY58" fmla="*/ 257362 h 1472498"/>
                  <a:gd name="connsiteX59" fmla="*/ 798576 w 1258062"/>
                  <a:gd name="connsiteY59" fmla="*/ 60765 h 1472498"/>
                  <a:gd name="connsiteX60" fmla="*/ 644652 w 1258062"/>
                  <a:gd name="connsiteY60" fmla="*/ 33334 h 1472498"/>
                  <a:gd name="connsiteX61" fmla="*/ 592074 w 1258062"/>
                  <a:gd name="connsiteY61" fmla="*/ 550224 h 1472498"/>
                  <a:gd name="connsiteX62" fmla="*/ 356235 w 1258062"/>
                  <a:gd name="connsiteY62" fmla="*/ 708084 h 1472498"/>
                  <a:gd name="connsiteX63" fmla="*/ 325755 w 1258062"/>
                  <a:gd name="connsiteY63" fmla="*/ 910269 h 1472498"/>
                  <a:gd name="connsiteX64" fmla="*/ 461010 w 1258062"/>
                  <a:gd name="connsiteY64" fmla="*/ 1108643 h 1472498"/>
                  <a:gd name="connsiteX65" fmla="*/ 690372 w 1258062"/>
                  <a:gd name="connsiteY65" fmla="*/ 1143059 h 1472498"/>
                  <a:gd name="connsiteX66" fmla="*/ 971931 w 1258062"/>
                  <a:gd name="connsiteY66" fmla="*/ 1081464 h 1472498"/>
                  <a:gd name="connsiteX67" fmla="*/ 1059053 w 1258062"/>
                  <a:gd name="connsiteY67" fmla="*/ 789745 h 1472498"/>
                  <a:gd name="connsiteX68" fmla="*/ 878078 w 1258062"/>
                  <a:gd name="connsiteY68" fmla="*/ 576766 h 1472498"/>
                  <a:gd name="connsiteX69" fmla="*/ 592074 w 1258062"/>
                  <a:gd name="connsiteY69" fmla="*/ 550224 h 1472498"/>
                  <a:gd name="connsiteX70" fmla="*/ 313182 w 1258062"/>
                  <a:gd name="connsiteY70" fmla="*/ 984309 h 1472498"/>
                  <a:gd name="connsiteX71" fmla="*/ 305562 w 1258062"/>
                  <a:gd name="connsiteY71" fmla="*/ 753677 h 1472498"/>
                  <a:gd name="connsiteX72" fmla="*/ 313182 w 1258062"/>
                  <a:gd name="connsiteY72" fmla="*/ 984309 h 1472498"/>
                  <a:gd name="connsiteX73" fmla="*/ 1079246 w 1258062"/>
                  <a:gd name="connsiteY73" fmla="*/ 752662 h 1472498"/>
                  <a:gd name="connsiteX74" fmla="*/ 1077722 w 1258062"/>
                  <a:gd name="connsiteY74" fmla="*/ 989008 h 1472498"/>
                  <a:gd name="connsiteX75" fmla="*/ 1079246 w 1258062"/>
                  <a:gd name="connsiteY75" fmla="*/ 752662 h 1472498"/>
                  <a:gd name="connsiteX76" fmla="*/ 1115314 w 1258062"/>
                  <a:gd name="connsiteY76" fmla="*/ 1163761 h 1472498"/>
                  <a:gd name="connsiteX77" fmla="*/ 1117092 w 1258062"/>
                  <a:gd name="connsiteY77" fmla="*/ 1303461 h 1472498"/>
                  <a:gd name="connsiteX78" fmla="*/ 1230376 w 1258062"/>
                  <a:gd name="connsiteY78" fmla="*/ 1234119 h 1472498"/>
                  <a:gd name="connsiteX79" fmla="*/ 1115314 w 1258062"/>
                  <a:gd name="connsiteY79" fmla="*/ 1163761 h 1472498"/>
                  <a:gd name="connsiteX80" fmla="*/ 959231 w 1258062"/>
                  <a:gd name="connsiteY80" fmla="*/ 1181540 h 1472498"/>
                  <a:gd name="connsiteX81" fmla="*/ 994283 w 1258062"/>
                  <a:gd name="connsiteY81" fmla="*/ 1338005 h 1472498"/>
                  <a:gd name="connsiteX82" fmla="*/ 1046480 w 1258062"/>
                  <a:gd name="connsiteY82" fmla="*/ 1235643 h 1472498"/>
                  <a:gd name="connsiteX83" fmla="*/ 959231 w 1258062"/>
                  <a:gd name="connsiteY83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644652 w 1258062"/>
                  <a:gd name="connsiteY54" fmla="*/ 33334 h 1472498"/>
                  <a:gd name="connsiteX55" fmla="*/ 534162 w 1258062"/>
                  <a:gd name="connsiteY55" fmla="*/ 140649 h 1472498"/>
                  <a:gd name="connsiteX56" fmla="*/ 691642 w 1258062"/>
                  <a:gd name="connsiteY56" fmla="*/ 369883 h 1472498"/>
                  <a:gd name="connsiteX57" fmla="*/ 860044 w 1258062"/>
                  <a:gd name="connsiteY57" fmla="*/ 257362 h 1472498"/>
                  <a:gd name="connsiteX58" fmla="*/ 798576 w 1258062"/>
                  <a:gd name="connsiteY58" fmla="*/ 60765 h 1472498"/>
                  <a:gd name="connsiteX59" fmla="*/ 644652 w 1258062"/>
                  <a:gd name="connsiteY59" fmla="*/ 33334 h 1472498"/>
                  <a:gd name="connsiteX60" fmla="*/ 592074 w 1258062"/>
                  <a:gd name="connsiteY60" fmla="*/ 550224 h 1472498"/>
                  <a:gd name="connsiteX61" fmla="*/ 356235 w 1258062"/>
                  <a:gd name="connsiteY61" fmla="*/ 708084 h 1472498"/>
                  <a:gd name="connsiteX62" fmla="*/ 325755 w 1258062"/>
                  <a:gd name="connsiteY62" fmla="*/ 910269 h 1472498"/>
                  <a:gd name="connsiteX63" fmla="*/ 461010 w 1258062"/>
                  <a:gd name="connsiteY63" fmla="*/ 1108643 h 1472498"/>
                  <a:gd name="connsiteX64" fmla="*/ 690372 w 1258062"/>
                  <a:gd name="connsiteY64" fmla="*/ 1143059 h 1472498"/>
                  <a:gd name="connsiteX65" fmla="*/ 971931 w 1258062"/>
                  <a:gd name="connsiteY65" fmla="*/ 1081464 h 1472498"/>
                  <a:gd name="connsiteX66" fmla="*/ 1059053 w 1258062"/>
                  <a:gd name="connsiteY66" fmla="*/ 789745 h 1472498"/>
                  <a:gd name="connsiteX67" fmla="*/ 878078 w 1258062"/>
                  <a:gd name="connsiteY67" fmla="*/ 576766 h 1472498"/>
                  <a:gd name="connsiteX68" fmla="*/ 592074 w 1258062"/>
                  <a:gd name="connsiteY68" fmla="*/ 550224 h 1472498"/>
                  <a:gd name="connsiteX69" fmla="*/ 313182 w 1258062"/>
                  <a:gd name="connsiteY69" fmla="*/ 984309 h 1472498"/>
                  <a:gd name="connsiteX70" fmla="*/ 305562 w 1258062"/>
                  <a:gd name="connsiteY70" fmla="*/ 753677 h 1472498"/>
                  <a:gd name="connsiteX71" fmla="*/ 313182 w 1258062"/>
                  <a:gd name="connsiteY71" fmla="*/ 984309 h 1472498"/>
                  <a:gd name="connsiteX72" fmla="*/ 1079246 w 1258062"/>
                  <a:gd name="connsiteY72" fmla="*/ 752662 h 1472498"/>
                  <a:gd name="connsiteX73" fmla="*/ 1077722 w 1258062"/>
                  <a:gd name="connsiteY73" fmla="*/ 989008 h 1472498"/>
                  <a:gd name="connsiteX74" fmla="*/ 1079246 w 1258062"/>
                  <a:gd name="connsiteY74" fmla="*/ 752662 h 1472498"/>
                  <a:gd name="connsiteX75" fmla="*/ 1115314 w 1258062"/>
                  <a:gd name="connsiteY75" fmla="*/ 1163761 h 1472498"/>
                  <a:gd name="connsiteX76" fmla="*/ 1117092 w 1258062"/>
                  <a:gd name="connsiteY76" fmla="*/ 1303461 h 1472498"/>
                  <a:gd name="connsiteX77" fmla="*/ 1230376 w 1258062"/>
                  <a:gd name="connsiteY77" fmla="*/ 1234119 h 1472498"/>
                  <a:gd name="connsiteX78" fmla="*/ 1115314 w 1258062"/>
                  <a:gd name="connsiteY78" fmla="*/ 1163761 h 1472498"/>
                  <a:gd name="connsiteX79" fmla="*/ 959231 w 1258062"/>
                  <a:gd name="connsiteY79" fmla="*/ 1181540 h 1472498"/>
                  <a:gd name="connsiteX80" fmla="*/ 994283 w 1258062"/>
                  <a:gd name="connsiteY80" fmla="*/ 1338005 h 1472498"/>
                  <a:gd name="connsiteX81" fmla="*/ 1046480 w 1258062"/>
                  <a:gd name="connsiteY81" fmla="*/ 1235643 h 1472498"/>
                  <a:gd name="connsiteX82" fmla="*/ 959231 w 1258062"/>
                  <a:gd name="connsiteY82" fmla="*/ 1181540 h 1472498"/>
                  <a:gd name="connsiteX0" fmla="*/ 76671 w 1041109"/>
                  <a:gd name="connsiteY0" fmla="*/ 345245 h 1472498"/>
                  <a:gd name="connsiteX1" fmla="*/ 191479 w 1041109"/>
                  <a:gd name="connsiteY1" fmla="*/ 328482 h 1472498"/>
                  <a:gd name="connsiteX2" fmla="*/ 296508 w 1041109"/>
                  <a:gd name="connsiteY2" fmla="*/ 280476 h 1472498"/>
                  <a:gd name="connsiteX3" fmla="*/ 282538 w 1041109"/>
                  <a:gd name="connsiteY3" fmla="*/ 182685 h 1472498"/>
                  <a:gd name="connsiteX4" fmla="*/ 331941 w 1041109"/>
                  <a:gd name="connsiteY4" fmla="*/ 62924 h 1472498"/>
                  <a:gd name="connsiteX5" fmla="*/ 560287 w 1041109"/>
                  <a:gd name="connsiteY5" fmla="*/ 17077 h 1472498"/>
                  <a:gd name="connsiteX6" fmla="*/ 679921 w 1041109"/>
                  <a:gd name="connsiteY6" fmla="*/ 236533 h 1472498"/>
                  <a:gd name="connsiteX7" fmla="*/ 680253 w 1041109"/>
                  <a:gd name="connsiteY7" fmla="*/ 256335 h 1472498"/>
                  <a:gd name="connsiteX8" fmla="*/ 670015 w 1041109"/>
                  <a:gd name="connsiteY8" fmla="*/ 261426 h 1472498"/>
                  <a:gd name="connsiteX9" fmla="*/ 532728 w 1041109"/>
                  <a:gd name="connsiteY9" fmla="*/ 390712 h 1472498"/>
                  <a:gd name="connsiteX10" fmla="*/ 483325 w 1041109"/>
                  <a:gd name="connsiteY10" fmla="*/ 397570 h 1472498"/>
                  <a:gd name="connsiteX11" fmla="*/ 483071 w 1041109"/>
                  <a:gd name="connsiteY11" fmla="*/ 515171 h 1472498"/>
                  <a:gd name="connsiteX12" fmla="*/ 732372 w 1041109"/>
                  <a:gd name="connsiteY12" fmla="*/ 586800 h 1472498"/>
                  <a:gd name="connsiteX13" fmla="*/ 838925 w 1041109"/>
                  <a:gd name="connsiteY13" fmla="*/ 704528 h 1472498"/>
                  <a:gd name="connsiteX14" fmla="*/ 928714 w 1041109"/>
                  <a:gd name="connsiteY14" fmla="*/ 779713 h 1472498"/>
                  <a:gd name="connsiteX15" fmla="*/ 843751 w 1041109"/>
                  <a:gd name="connsiteY15" fmla="*/ 1014155 h 1472498"/>
                  <a:gd name="connsiteX16" fmla="*/ 825082 w 1041109"/>
                  <a:gd name="connsiteY16" fmla="*/ 1043111 h 1472498"/>
                  <a:gd name="connsiteX17" fmla="*/ 710655 w 1041109"/>
                  <a:gd name="connsiteY17" fmla="*/ 1135439 h 1472498"/>
                  <a:gd name="connsiteX18" fmla="*/ 834353 w 1041109"/>
                  <a:gd name="connsiteY18" fmla="*/ 1210624 h 1472498"/>
                  <a:gd name="connsiteX19" fmla="*/ 898361 w 1041109"/>
                  <a:gd name="connsiteY19" fmla="*/ 1137345 h 1472498"/>
                  <a:gd name="connsiteX20" fmla="*/ 998564 w 1041109"/>
                  <a:gd name="connsiteY20" fmla="*/ 1154108 h 1472498"/>
                  <a:gd name="connsiteX21" fmla="*/ 1041109 w 1041109"/>
                  <a:gd name="connsiteY21" fmla="*/ 1224720 h 1472498"/>
                  <a:gd name="connsiteX22" fmla="*/ 971386 w 1041109"/>
                  <a:gd name="connsiteY22" fmla="*/ 1462338 h 1472498"/>
                  <a:gd name="connsiteX23" fmla="*/ 948145 w 1041109"/>
                  <a:gd name="connsiteY23" fmla="*/ 1465005 h 1472498"/>
                  <a:gd name="connsiteX24" fmla="*/ 1001358 w 1041109"/>
                  <a:gd name="connsiteY24" fmla="*/ 1314509 h 1472498"/>
                  <a:gd name="connsiteX25" fmla="*/ 919189 w 1041109"/>
                  <a:gd name="connsiteY25" fmla="*/ 1334068 h 1472498"/>
                  <a:gd name="connsiteX26" fmla="*/ 835115 w 1041109"/>
                  <a:gd name="connsiteY26" fmla="*/ 1274251 h 1472498"/>
                  <a:gd name="connsiteX27" fmla="*/ 781775 w 1041109"/>
                  <a:gd name="connsiteY27" fmla="*/ 1459036 h 1472498"/>
                  <a:gd name="connsiteX28" fmla="*/ 779743 w 1041109"/>
                  <a:gd name="connsiteY28" fmla="*/ 1472498 h 1472498"/>
                  <a:gd name="connsiteX29" fmla="*/ 764630 w 1041109"/>
                  <a:gd name="connsiteY29" fmla="*/ 1457257 h 1472498"/>
                  <a:gd name="connsiteX30" fmla="*/ 753327 w 1041109"/>
                  <a:gd name="connsiteY30" fmla="*/ 1370136 h 1472498"/>
                  <a:gd name="connsiteX31" fmla="*/ 716497 w 1041109"/>
                  <a:gd name="connsiteY31" fmla="*/ 1185986 h 1472498"/>
                  <a:gd name="connsiteX32" fmla="*/ 709512 w 1041109"/>
                  <a:gd name="connsiteY32" fmla="*/ 1162618 h 1472498"/>
                  <a:gd name="connsiteX33" fmla="*/ 537935 w 1041109"/>
                  <a:gd name="connsiteY33" fmla="*/ 1166427 h 1472498"/>
                  <a:gd name="connsiteX34" fmla="*/ 273648 w 1041109"/>
                  <a:gd name="connsiteY34" fmla="*/ 1159062 h 1472498"/>
                  <a:gd name="connsiteX35" fmla="*/ 233516 w 1041109"/>
                  <a:gd name="connsiteY35" fmla="*/ 1182302 h 1472498"/>
                  <a:gd name="connsiteX36" fmla="*/ 187415 w 1041109"/>
                  <a:gd name="connsiteY36" fmla="*/ 1461830 h 1472498"/>
                  <a:gd name="connsiteX37" fmla="*/ 162650 w 1041109"/>
                  <a:gd name="connsiteY37" fmla="*/ 1466020 h 1472498"/>
                  <a:gd name="connsiteX38" fmla="*/ 202020 w 1041109"/>
                  <a:gd name="connsiteY38" fmla="*/ 1184207 h 1472498"/>
                  <a:gd name="connsiteX39" fmla="*/ 69432 w 1041109"/>
                  <a:gd name="connsiteY39" fmla="*/ 1325051 h 1472498"/>
                  <a:gd name="connsiteX40" fmla="*/ 26887 w 1041109"/>
                  <a:gd name="connsiteY40" fmla="*/ 1458527 h 1472498"/>
                  <a:gd name="connsiteX41" fmla="*/ 979 w 1041109"/>
                  <a:gd name="connsiteY41" fmla="*/ 1468814 h 1472498"/>
                  <a:gd name="connsiteX42" fmla="*/ 108040 w 1041109"/>
                  <a:gd name="connsiteY42" fmla="*/ 1228657 h 1472498"/>
                  <a:gd name="connsiteX43" fmla="*/ 238342 w 1041109"/>
                  <a:gd name="connsiteY43" fmla="*/ 1136963 h 1472498"/>
                  <a:gd name="connsiteX44" fmla="*/ 112358 w 1041109"/>
                  <a:gd name="connsiteY44" fmla="*/ 1011361 h 1472498"/>
                  <a:gd name="connsiteX45" fmla="*/ 33745 w 1041109"/>
                  <a:gd name="connsiteY45" fmla="*/ 970720 h 1472498"/>
                  <a:gd name="connsiteX46" fmla="*/ 1868 w 1041109"/>
                  <a:gd name="connsiteY46" fmla="*/ 824925 h 1472498"/>
                  <a:gd name="connsiteX47" fmla="*/ 101563 w 1041109"/>
                  <a:gd name="connsiteY47" fmla="*/ 724849 h 1472498"/>
                  <a:gd name="connsiteX48" fmla="*/ 279617 w 1041109"/>
                  <a:gd name="connsiteY48" fmla="*/ 550477 h 1472498"/>
                  <a:gd name="connsiteX49" fmla="*/ 456782 w 1041109"/>
                  <a:gd name="connsiteY49" fmla="*/ 514409 h 1472498"/>
                  <a:gd name="connsiteX50" fmla="*/ 456782 w 1041109"/>
                  <a:gd name="connsiteY50" fmla="*/ 398458 h 1472498"/>
                  <a:gd name="connsiteX51" fmla="*/ 310478 w 1041109"/>
                  <a:gd name="connsiteY51" fmla="*/ 301684 h 1472498"/>
                  <a:gd name="connsiteX52" fmla="*/ 198337 w 1041109"/>
                  <a:gd name="connsiteY52" fmla="*/ 358453 h 1472498"/>
                  <a:gd name="connsiteX53" fmla="*/ 427699 w 1041109"/>
                  <a:gd name="connsiteY53" fmla="*/ 33334 h 1472498"/>
                  <a:gd name="connsiteX54" fmla="*/ 317209 w 1041109"/>
                  <a:gd name="connsiteY54" fmla="*/ 140649 h 1472498"/>
                  <a:gd name="connsiteX55" fmla="*/ 474689 w 1041109"/>
                  <a:gd name="connsiteY55" fmla="*/ 369883 h 1472498"/>
                  <a:gd name="connsiteX56" fmla="*/ 643091 w 1041109"/>
                  <a:gd name="connsiteY56" fmla="*/ 257362 h 1472498"/>
                  <a:gd name="connsiteX57" fmla="*/ 581623 w 1041109"/>
                  <a:gd name="connsiteY57" fmla="*/ 60765 h 1472498"/>
                  <a:gd name="connsiteX58" fmla="*/ 427699 w 1041109"/>
                  <a:gd name="connsiteY58" fmla="*/ 33334 h 1472498"/>
                  <a:gd name="connsiteX59" fmla="*/ 375121 w 1041109"/>
                  <a:gd name="connsiteY59" fmla="*/ 550224 h 1472498"/>
                  <a:gd name="connsiteX60" fmla="*/ 139282 w 1041109"/>
                  <a:gd name="connsiteY60" fmla="*/ 708084 h 1472498"/>
                  <a:gd name="connsiteX61" fmla="*/ 108802 w 1041109"/>
                  <a:gd name="connsiteY61" fmla="*/ 910269 h 1472498"/>
                  <a:gd name="connsiteX62" fmla="*/ 244057 w 1041109"/>
                  <a:gd name="connsiteY62" fmla="*/ 1108643 h 1472498"/>
                  <a:gd name="connsiteX63" fmla="*/ 473419 w 1041109"/>
                  <a:gd name="connsiteY63" fmla="*/ 1143059 h 1472498"/>
                  <a:gd name="connsiteX64" fmla="*/ 754978 w 1041109"/>
                  <a:gd name="connsiteY64" fmla="*/ 1081464 h 1472498"/>
                  <a:gd name="connsiteX65" fmla="*/ 842100 w 1041109"/>
                  <a:gd name="connsiteY65" fmla="*/ 789745 h 1472498"/>
                  <a:gd name="connsiteX66" fmla="*/ 661125 w 1041109"/>
                  <a:gd name="connsiteY66" fmla="*/ 576766 h 1472498"/>
                  <a:gd name="connsiteX67" fmla="*/ 375121 w 1041109"/>
                  <a:gd name="connsiteY67" fmla="*/ 550224 h 1472498"/>
                  <a:gd name="connsiteX68" fmla="*/ 96229 w 1041109"/>
                  <a:gd name="connsiteY68" fmla="*/ 984309 h 1472498"/>
                  <a:gd name="connsiteX69" fmla="*/ 88609 w 1041109"/>
                  <a:gd name="connsiteY69" fmla="*/ 753677 h 1472498"/>
                  <a:gd name="connsiteX70" fmla="*/ 96229 w 1041109"/>
                  <a:gd name="connsiteY70" fmla="*/ 984309 h 1472498"/>
                  <a:gd name="connsiteX71" fmla="*/ 862293 w 1041109"/>
                  <a:gd name="connsiteY71" fmla="*/ 752662 h 1472498"/>
                  <a:gd name="connsiteX72" fmla="*/ 860769 w 1041109"/>
                  <a:gd name="connsiteY72" fmla="*/ 989008 h 1472498"/>
                  <a:gd name="connsiteX73" fmla="*/ 862293 w 1041109"/>
                  <a:gd name="connsiteY73" fmla="*/ 752662 h 1472498"/>
                  <a:gd name="connsiteX74" fmla="*/ 898361 w 1041109"/>
                  <a:gd name="connsiteY74" fmla="*/ 1163761 h 1472498"/>
                  <a:gd name="connsiteX75" fmla="*/ 900139 w 1041109"/>
                  <a:gd name="connsiteY75" fmla="*/ 1303461 h 1472498"/>
                  <a:gd name="connsiteX76" fmla="*/ 1013423 w 1041109"/>
                  <a:gd name="connsiteY76" fmla="*/ 1234119 h 1472498"/>
                  <a:gd name="connsiteX77" fmla="*/ 898361 w 1041109"/>
                  <a:gd name="connsiteY77" fmla="*/ 1163761 h 1472498"/>
                  <a:gd name="connsiteX78" fmla="*/ 742278 w 1041109"/>
                  <a:gd name="connsiteY78" fmla="*/ 1181540 h 1472498"/>
                  <a:gd name="connsiteX79" fmla="*/ 777330 w 1041109"/>
                  <a:gd name="connsiteY79" fmla="*/ 1338005 h 1472498"/>
                  <a:gd name="connsiteX80" fmla="*/ 829527 w 1041109"/>
                  <a:gd name="connsiteY80" fmla="*/ 1235643 h 1472498"/>
                  <a:gd name="connsiteX81" fmla="*/ 742278 w 1041109"/>
                  <a:gd name="connsiteY81" fmla="*/ 1181540 h 1472498"/>
                  <a:gd name="connsiteX0" fmla="*/ 191479 w 1041109"/>
                  <a:gd name="connsiteY0" fmla="*/ 328482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670015 w 1041109"/>
                  <a:gd name="connsiteY7" fmla="*/ 261426 h 1472498"/>
                  <a:gd name="connsiteX8" fmla="*/ 532728 w 1041109"/>
                  <a:gd name="connsiteY8" fmla="*/ 390712 h 1472498"/>
                  <a:gd name="connsiteX9" fmla="*/ 483325 w 1041109"/>
                  <a:gd name="connsiteY9" fmla="*/ 397570 h 1472498"/>
                  <a:gd name="connsiteX10" fmla="*/ 483071 w 1041109"/>
                  <a:gd name="connsiteY10" fmla="*/ 515171 h 1472498"/>
                  <a:gd name="connsiteX11" fmla="*/ 732372 w 1041109"/>
                  <a:gd name="connsiteY11" fmla="*/ 586800 h 1472498"/>
                  <a:gd name="connsiteX12" fmla="*/ 838925 w 1041109"/>
                  <a:gd name="connsiteY12" fmla="*/ 704528 h 1472498"/>
                  <a:gd name="connsiteX13" fmla="*/ 928714 w 1041109"/>
                  <a:gd name="connsiteY13" fmla="*/ 779713 h 1472498"/>
                  <a:gd name="connsiteX14" fmla="*/ 843751 w 1041109"/>
                  <a:gd name="connsiteY14" fmla="*/ 1014155 h 1472498"/>
                  <a:gd name="connsiteX15" fmla="*/ 825082 w 1041109"/>
                  <a:gd name="connsiteY15" fmla="*/ 1043111 h 1472498"/>
                  <a:gd name="connsiteX16" fmla="*/ 710655 w 1041109"/>
                  <a:gd name="connsiteY16" fmla="*/ 1135439 h 1472498"/>
                  <a:gd name="connsiteX17" fmla="*/ 834353 w 1041109"/>
                  <a:gd name="connsiteY17" fmla="*/ 1210624 h 1472498"/>
                  <a:gd name="connsiteX18" fmla="*/ 898361 w 1041109"/>
                  <a:gd name="connsiteY18" fmla="*/ 1137345 h 1472498"/>
                  <a:gd name="connsiteX19" fmla="*/ 998564 w 1041109"/>
                  <a:gd name="connsiteY19" fmla="*/ 1154108 h 1472498"/>
                  <a:gd name="connsiteX20" fmla="*/ 1041109 w 1041109"/>
                  <a:gd name="connsiteY20" fmla="*/ 1224720 h 1472498"/>
                  <a:gd name="connsiteX21" fmla="*/ 971386 w 1041109"/>
                  <a:gd name="connsiteY21" fmla="*/ 1462338 h 1472498"/>
                  <a:gd name="connsiteX22" fmla="*/ 948145 w 1041109"/>
                  <a:gd name="connsiteY22" fmla="*/ 1465005 h 1472498"/>
                  <a:gd name="connsiteX23" fmla="*/ 1001358 w 1041109"/>
                  <a:gd name="connsiteY23" fmla="*/ 1314509 h 1472498"/>
                  <a:gd name="connsiteX24" fmla="*/ 919189 w 1041109"/>
                  <a:gd name="connsiteY24" fmla="*/ 1334068 h 1472498"/>
                  <a:gd name="connsiteX25" fmla="*/ 835115 w 1041109"/>
                  <a:gd name="connsiteY25" fmla="*/ 1274251 h 1472498"/>
                  <a:gd name="connsiteX26" fmla="*/ 781775 w 1041109"/>
                  <a:gd name="connsiteY26" fmla="*/ 1459036 h 1472498"/>
                  <a:gd name="connsiteX27" fmla="*/ 779743 w 1041109"/>
                  <a:gd name="connsiteY27" fmla="*/ 1472498 h 1472498"/>
                  <a:gd name="connsiteX28" fmla="*/ 764630 w 1041109"/>
                  <a:gd name="connsiteY28" fmla="*/ 1457257 h 1472498"/>
                  <a:gd name="connsiteX29" fmla="*/ 753327 w 1041109"/>
                  <a:gd name="connsiteY29" fmla="*/ 1370136 h 1472498"/>
                  <a:gd name="connsiteX30" fmla="*/ 716497 w 1041109"/>
                  <a:gd name="connsiteY30" fmla="*/ 1185986 h 1472498"/>
                  <a:gd name="connsiteX31" fmla="*/ 709512 w 1041109"/>
                  <a:gd name="connsiteY31" fmla="*/ 1162618 h 1472498"/>
                  <a:gd name="connsiteX32" fmla="*/ 537935 w 1041109"/>
                  <a:gd name="connsiteY32" fmla="*/ 1166427 h 1472498"/>
                  <a:gd name="connsiteX33" fmla="*/ 273648 w 1041109"/>
                  <a:gd name="connsiteY33" fmla="*/ 1159062 h 1472498"/>
                  <a:gd name="connsiteX34" fmla="*/ 233516 w 1041109"/>
                  <a:gd name="connsiteY34" fmla="*/ 1182302 h 1472498"/>
                  <a:gd name="connsiteX35" fmla="*/ 187415 w 1041109"/>
                  <a:gd name="connsiteY35" fmla="*/ 1461830 h 1472498"/>
                  <a:gd name="connsiteX36" fmla="*/ 162650 w 1041109"/>
                  <a:gd name="connsiteY36" fmla="*/ 1466020 h 1472498"/>
                  <a:gd name="connsiteX37" fmla="*/ 202020 w 1041109"/>
                  <a:gd name="connsiteY37" fmla="*/ 1184207 h 1472498"/>
                  <a:gd name="connsiteX38" fmla="*/ 69432 w 1041109"/>
                  <a:gd name="connsiteY38" fmla="*/ 1325051 h 1472498"/>
                  <a:gd name="connsiteX39" fmla="*/ 26887 w 1041109"/>
                  <a:gd name="connsiteY39" fmla="*/ 1458527 h 1472498"/>
                  <a:gd name="connsiteX40" fmla="*/ 979 w 1041109"/>
                  <a:gd name="connsiteY40" fmla="*/ 1468814 h 1472498"/>
                  <a:gd name="connsiteX41" fmla="*/ 108040 w 1041109"/>
                  <a:gd name="connsiteY41" fmla="*/ 1228657 h 1472498"/>
                  <a:gd name="connsiteX42" fmla="*/ 238342 w 1041109"/>
                  <a:gd name="connsiteY42" fmla="*/ 1136963 h 1472498"/>
                  <a:gd name="connsiteX43" fmla="*/ 112358 w 1041109"/>
                  <a:gd name="connsiteY43" fmla="*/ 1011361 h 1472498"/>
                  <a:gd name="connsiteX44" fmla="*/ 33745 w 1041109"/>
                  <a:gd name="connsiteY44" fmla="*/ 970720 h 1472498"/>
                  <a:gd name="connsiteX45" fmla="*/ 1868 w 1041109"/>
                  <a:gd name="connsiteY45" fmla="*/ 824925 h 1472498"/>
                  <a:gd name="connsiteX46" fmla="*/ 101563 w 1041109"/>
                  <a:gd name="connsiteY46" fmla="*/ 724849 h 1472498"/>
                  <a:gd name="connsiteX47" fmla="*/ 279617 w 1041109"/>
                  <a:gd name="connsiteY47" fmla="*/ 550477 h 1472498"/>
                  <a:gd name="connsiteX48" fmla="*/ 456782 w 1041109"/>
                  <a:gd name="connsiteY48" fmla="*/ 514409 h 1472498"/>
                  <a:gd name="connsiteX49" fmla="*/ 456782 w 1041109"/>
                  <a:gd name="connsiteY49" fmla="*/ 398458 h 1472498"/>
                  <a:gd name="connsiteX50" fmla="*/ 310478 w 1041109"/>
                  <a:gd name="connsiteY50" fmla="*/ 301684 h 1472498"/>
                  <a:gd name="connsiteX51" fmla="*/ 198337 w 1041109"/>
                  <a:gd name="connsiteY51" fmla="*/ 358453 h 1472498"/>
                  <a:gd name="connsiteX52" fmla="*/ 427699 w 1041109"/>
                  <a:gd name="connsiteY52" fmla="*/ 33334 h 1472498"/>
                  <a:gd name="connsiteX53" fmla="*/ 317209 w 1041109"/>
                  <a:gd name="connsiteY53" fmla="*/ 140649 h 1472498"/>
                  <a:gd name="connsiteX54" fmla="*/ 474689 w 1041109"/>
                  <a:gd name="connsiteY54" fmla="*/ 369883 h 1472498"/>
                  <a:gd name="connsiteX55" fmla="*/ 643091 w 1041109"/>
                  <a:gd name="connsiteY55" fmla="*/ 257362 h 1472498"/>
                  <a:gd name="connsiteX56" fmla="*/ 581623 w 1041109"/>
                  <a:gd name="connsiteY56" fmla="*/ 60765 h 1472498"/>
                  <a:gd name="connsiteX57" fmla="*/ 427699 w 1041109"/>
                  <a:gd name="connsiteY57" fmla="*/ 33334 h 1472498"/>
                  <a:gd name="connsiteX58" fmla="*/ 375121 w 1041109"/>
                  <a:gd name="connsiteY58" fmla="*/ 550224 h 1472498"/>
                  <a:gd name="connsiteX59" fmla="*/ 139282 w 1041109"/>
                  <a:gd name="connsiteY59" fmla="*/ 708084 h 1472498"/>
                  <a:gd name="connsiteX60" fmla="*/ 108802 w 1041109"/>
                  <a:gd name="connsiteY60" fmla="*/ 910269 h 1472498"/>
                  <a:gd name="connsiteX61" fmla="*/ 244057 w 1041109"/>
                  <a:gd name="connsiteY61" fmla="*/ 1108643 h 1472498"/>
                  <a:gd name="connsiteX62" fmla="*/ 473419 w 1041109"/>
                  <a:gd name="connsiteY62" fmla="*/ 1143059 h 1472498"/>
                  <a:gd name="connsiteX63" fmla="*/ 754978 w 1041109"/>
                  <a:gd name="connsiteY63" fmla="*/ 1081464 h 1472498"/>
                  <a:gd name="connsiteX64" fmla="*/ 842100 w 1041109"/>
                  <a:gd name="connsiteY64" fmla="*/ 789745 h 1472498"/>
                  <a:gd name="connsiteX65" fmla="*/ 661125 w 1041109"/>
                  <a:gd name="connsiteY65" fmla="*/ 576766 h 1472498"/>
                  <a:gd name="connsiteX66" fmla="*/ 375121 w 1041109"/>
                  <a:gd name="connsiteY66" fmla="*/ 550224 h 1472498"/>
                  <a:gd name="connsiteX67" fmla="*/ 96229 w 1041109"/>
                  <a:gd name="connsiteY67" fmla="*/ 984309 h 1472498"/>
                  <a:gd name="connsiteX68" fmla="*/ 88609 w 1041109"/>
                  <a:gd name="connsiteY68" fmla="*/ 753677 h 1472498"/>
                  <a:gd name="connsiteX69" fmla="*/ 96229 w 1041109"/>
                  <a:gd name="connsiteY69" fmla="*/ 984309 h 1472498"/>
                  <a:gd name="connsiteX70" fmla="*/ 862293 w 1041109"/>
                  <a:gd name="connsiteY70" fmla="*/ 752662 h 1472498"/>
                  <a:gd name="connsiteX71" fmla="*/ 860769 w 1041109"/>
                  <a:gd name="connsiteY71" fmla="*/ 989008 h 1472498"/>
                  <a:gd name="connsiteX72" fmla="*/ 862293 w 1041109"/>
                  <a:gd name="connsiteY72" fmla="*/ 752662 h 1472498"/>
                  <a:gd name="connsiteX73" fmla="*/ 898361 w 1041109"/>
                  <a:gd name="connsiteY73" fmla="*/ 1163761 h 1472498"/>
                  <a:gd name="connsiteX74" fmla="*/ 900139 w 1041109"/>
                  <a:gd name="connsiteY74" fmla="*/ 1303461 h 1472498"/>
                  <a:gd name="connsiteX75" fmla="*/ 1013423 w 1041109"/>
                  <a:gd name="connsiteY75" fmla="*/ 1234119 h 1472498"/>
                  <a:gd name="connsiteX76" fmla="*/ 898361 w 1041109"/>
                  <a:gd name="connsiteY76" fmla="*/ 1163761 h 1472498"/>
                  <a:gd name="connsiteX77" fmla="*/ 742278 w 1041109"/>
                  <a:gd name="connsiteY77" fmla="*/ 1181540 h 1472498"/>
                  <a:gd name="connsiteX78" fmla="*/ 777330 w 1041109"/>
                  <a:gd name="connsiteY78" fmla="*/ 1338005 h 1472498"/>
                  <a:gd name="connsiteX79" fmla="*/ 829527 w 1041109"/>
                  <a:gd name="connsiteY79" fmla="*/ 1235643 h 1472498"/>
                  <a:gd name="connsiteX80" fmla="*/ 742278 w 1041109"/>
                  <a:gd name="connsiteY80" fmla="*/ 1181540 h 1472498"/>
                  <a:gd name="connsiteX0" fmla="*/ 191479 w 1041109"/>
                  <a:gd name="connsiteY0" fmla="*/ 328482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670015 w 1041109"/>
                  <a:gd name="connsiteY7" fmla="*/ 261426 h 1472498"/>
                  <a:gd name="connsiteX8" fmla="*/ 532728 w 1041109"/>
                  <a:gd name="connsiteY8" fmla="*/ 390712 h 1472498"/>
                  <a:gd name="connsiteX9" fmla="*/ 483325 w 1041109"/>
                  <a:gd name="connsiteY9" fmla="*/ 397570 h 1472498"/>
                  <a:gd name="connsiteX10" fmla="*/ 483071 w 1041109"/>
                  <a:gd name="connsiteY10" fmla="*/ 515171 h 1472498"/>
                  <a:gd name="connsiteX11" fmla="*/ 732372 w 1041109"/>
                  <a:gd name="connsiteY11" fmla="*/ 586800 h 1472498"/>
                  <a:gd name="connsiteX12" fmla="*/ 838925 w 1041109"/>
                  <a:gd name="connsiteY12" fmla="*/ 704528 h 1472498"/>
                  <a:gd name="connsiteX13" fmla="*/ 928714 w 1041109"/>
                  <a:gd name="connsiteY13" fmla="*/ 779713 h 1472498"/>
                  <a:gd name="connsiteX14" fmla="*/ 843751 w 1041109"/>
                  <a:gd name="connsiteY14" fmla="*/ 1014155 h 1472498"/>
                  <a:gd name="connsiteX15" fmla="*/ 825082 w 1041109"/>
                  <a:gd name="connsiteY15" fmla="*/ 1043111 h 1472498"/>
                  <a:gd name="connsiteX16" fmla="*/ 710655 w 1041109"/>
                  <a:gd name="connsiteY16" fmla="*/ 1135439 h 1472498"/>
                  <a:gd name="connsiteX17" fmla="*/ 834353 w 1041109"/>
                  <a:gd name="connsiteY17" fmla="*/ 1210624 h 1472498"/>
                  <a:gd name="connsiteX18" fmla="*/ 898361 w 1041109"/>
                  <a:gd name="connsiteY18" fmla="*/ 1137345 h 1472498"/>
                  <a:gd name="connsiteX19" fmla="*/ 998564 w 1041109"/>
                  <a:gd name="connsiteY19" fmla="*/ 1154108 h 1472498"/>
                  <a:gd name="connsiteX20" fmla="*/ 1041109 w 1041109"/>
                  <a:gd name="connsiteY20" fmla="*/ 1224720 h 1472498"/>
                  <a:gd name="connsiteX21" fmla="*/ 971386 w 1041109"/>
                  <a:gd name="connsiteY21" fmla="*/ 1462338 h 1472498"/>
                  <a:gd name="connsiteX22" fmla="*/ 948145 w 1041109"/>
                  <a:gd name="connsiteY22" fmla="*/ 1465005 h 1472498"/>
                  <a:gd name="connsiteX23" fmla="*/ 1001358 w 1041109"/>
                  <a:gd name="connsiteY23" fmla="*/ 1314509 h 1472498"/>
                  <a:gd name="connsiteX24" fmla="*/ 919189 w 1041109"/>
                  <a:gd name="connsiteY24" fmla="*/ 1334068 h 1472498"/>
                  <a:gd name="connsiteX25" fmla="*/ 835115 w 1041109"/>
                  <a:gd name="connsiteY25" fmla="*/ 1274251 h 1472498"/>
                  <a:gd name="connsiteX26" fmla="*/ 781775 w 1041109"/>
                  <a:gd name="connsiteY26" fmla="*/ 1459036 h 1472498"/>
                  <a:gd name="connsiteX27" fmla="*/ 779743 w 1041109"/>
                  <a:gd name="connsiteY27" fmla="*/ 1472498 h 1472498"/>
                  <a:gd name="connsiteX28" fmla="*/ 764630 w 1041109"/>
                  <a:gd name="connsiteY28" fmla="*/ 1457257 h 1472498"/>
                  <a:gd name="connsiteX29" fmla="*/ 753327 w 1041109"/>
                  <a:gd name="connsiteY29" fmla="*/ 1370136 h 1472498"/>
                  <a:gd name="connsiteX30" fmla="*/ 716497 w 1041109"/>
                  <a:gd name="connsiteY30" fmla="*/ 1185986 h 1472498"/>
                  <a:gd name="connsiteX31" fmla="*/ 709512 w 1041109"/>
                  <a:gd name="connsiteY31" fmla="*/ 1162618 h 1472498"/>
                  <a:gd name="connsiteX32" fmla="*/ 537935 w 1041109"/>
                  <a:gd name="connsiteY32" fmla="*/ 1166427 h 1472498"/>
                  <a:gd name="connsiteX33" fmla="*/ 273648 w 1041109"/>
                  <a:gd name="connsiteY33" fmla="*/ 1159062 h 1472498"/>
                  <a:gd name="connsiteX34" fmla="*/ 233516 w 1041109"/>
                  <a:gd name="connsiteY34" fmla="*/ 1182302 h 1472498"/>
                  <a:gd name="connsiteX35" fmla="*/ 187415 w 1041109"/>
                  <a:gd name="connsiteY35" fmla="*/ 1461830 h 1472498"/>
                  <a:gd name="connsiteX36" fmla="*/ 162650 w 1041109"/>
                  <a:gd name="connsiteY36" fmla="*/ 1466020 h 1472498"/>
                  <a:gd name="connsiteX37" fmla="*/ 202020 w 1041109"/>
                  <a:gd name="connsiteY37" fmla="*/ 1184207 h 1472498"/>
                  <a:gd name="connsiteX38" fmla="*/ 69432 w 1041109"/>
                  <a:gd name="connsiteY38" fmla="*/ 1325051 h 1472498"/>
                  <a:gd name="connsiteX39" fmla="*/ 26887 w 1041109"/>
                  <a:gd name="connsiteY39" fmla="*/ 1458527 h 1472498"/>
                  <a:gd name="connsiteX40" fmla="*/ 979 w 1041109"/>
                  <a:gd name="connsiteY40" fmla="*/ 1468814 h 1472498"/>
                  <a:gd name="connsiteX41" fmla="*/ 108040 w 1041109"/>
                  <a:gd name="connsiteY41" fmla="*/ 1228657 h 1472498"/>
                  <a:gd name="connsiteX42" fmla="*/ 238342 w 1041109"/>
                  <a:gd name="connsiteY42" fmla="*/ 1136963 h 1472498"/>
                  <a:gd name="connsiteX43" fmla="*/ 112358 w 1041109"/>
                  <a:gd name="connsiteY43" fmla="*/ 1011361 h 1472498"/>
                  <a:gd name="connsiteX44" fmla="*/ 33745 w 1041109"/>
                  <a:gd name="connsiteY44" fmla="*/ 970720 h 1472498"/>
                  <a:gd name="connsiteX45" fmla="*/ 1868 w 1041109"/>
                  <a:gd name="connsiteY45" fmla="*/ 824925 h 1472498"/>
                  <a:gd name="connsiteX46" fmla="*/ 101563 w 1041109"/>
                  <a:gd name="connsiteY46" fmla="*/ 724849 h 1472498"/>
                  <a:gd name="connsiteX47" fmla="*/ 279617 w 1041109"/>
                  <a:gd name="connsiteY47" fmla="*/ 550477 h 1472498"/>
                  <a:gd name="connsiteX48" fmla="*/ 456782 w 1041109"/>
                  <a:gd name="connsiteY48" fmla="*/ 514409 h 1472498"/>
                  <a:gd name="connsiteX49" fmla="*/ 456782 w 1041109"/>
                  <a:gd name="connsiteY49" fmla="*/ 398458 h 1472498"/>
                  <a:gd name="connsiteX50" fmla="*/ 310478 w 1041109"/>
                  <a:gd name="connsiteY50" fmla="*/ 301684 h 1472498"/>
                  <a:gd name="connsiteX51" fmla="*/ 427699 w 1041109"/>
                  <a:gd name="connsiteY51" fmla="*/ 33334 h 1472498"/>
                  <a:gd name="connsiteX52" fmla="*/ 317209 w 1041109"/>
                  <a:gd name="connsiteY52" fmla="*/ 140649 h 1472498"/>
                  <a:gd name="connsiteX53" fmla="*/ 474689 w 1041109"/>
                  <a:gd name="connsiteY53" fmla="*/ 369883 h 1472498"/>
                  <a:gd name="connsiteX54" fmla="*/ 643091 w 1041109"/>
                  <a:gd name="connsiteY54" fmla="*/ 257362 h 1472498"/>
                  <a:gd name="connsiteX55" fmla="*/ 581623 w 1041109"/>
                  <a:gd name="connsiteY55" fmla="*/ 60765 h 1472498"/>
                  <a:gd name="connsiteX56" fmla="*/ 427699 w 1041109"/>
                  <a:gd name="connsiteY56" fmla="*/ 33334 h 1472498"/>
                  <a:gd name="connsiteX57" fmla="*/ 375121 w 1041109"/>
                  <a:gd name="connsiteY57" fmla="*/ 550224 h 1472498"/>
                  <a:gd name="connsiteX58" fmla="*/ 139282 w 1041109"/>
                  <a:gd name="connsiteY58" fmla="*/ 708084 h 1472498"/>
                  <a:gd name="connsiteX59" fmla="*/ 108802 w 1041109"/>
                  <a:gd name="connsiteY59" fmla="*/ 910269 h 1472498"/>
                  <a:gd name="connsiteX60" fmla="*/ 244057 w 1041109"/>
                  <a:gd name="connsiteY60" fmla="*/ 1108643 h 1472498"/>
                  <a:gd name="connsiteX61" fmla="*/ 473419 w 1041109"/>
                  <a:gd name="connsiteY61" fmla="*/ 1143059 h 1472498"/>
                  <a:gd name="connsiteX62" fmla="*/ 754978 w 1041109"/>
                  <a:gd name="connsiteY62" fmla="*/ 1081464 h 1472498"/>
                  <a:gd name="connsiteX63" fmla="*/ 842100 w 1041109"/>
                  <a:gd name="connsiteY63" fmla="*/ 789745 h 1472498"/>
                  <a:gd name="connsiteX64" fmla="*/ 661125 w 1041109"/>
                  <a:gd name="connsiteY64" fmla="*/ 576766 h 1472498"/>
                  <a:gd name="connsiteX65" fmla="*/ 375121 w 1041109"/>
                  <a:gd name="connsiteY65" fmla="*/ 550224 h 1472498"/>
                  <a:gd name="connsiteX66" fmla="*/ 96229 w 1041109"/>
                  <a:gd name="connsiteY66" fmla="*/ 984309 h 1472498"/>
                  <a:gd name="connsiteX67" fmla="*/ 88609 w 1041109"/>
                  <a:gd name="connsiteY67" fmla="*/ 753677 h 1472498"/>
                  <a:gd name="connsiteX68" fmla="*/ 96229 w 1041109"/>
                  <a:gd name="connsiteY68" fmla="*/ 984309 h 1472498"/>
                  <a:gd name="connsiteX69" fmla="*/ 862293 w 1041109"/>
                  <a:gd name="connsiteY69" fmla="*/ 752662 h 1472498"/>
                  <a:gd name="connsiteX70" fmla="*/ 860769 w 1041109"/>
                  <a:gd name="connsiteY70" fmla="*/ 989008 h 1472498"/>
                  <a:gd name="connsiteX71" fmla="*/ 862293 w 1041109"/>
                  <a:gd name="connsiteY71" fmla="*/ 752662 h 1472498"/>
                  <a:gd name="connsiteX72" fmla="*/ 898361 w 1041109"/>
                  <a:gd name="connsiteY72" fmla="*/ 1163761 h 1472498"/>
                  <a:gd name="connsiteX73" fmla="*/ 900139 w 1041109"/>
                  <a:gd name="connsiteY73" fmla="*/ 1303461 h 1472498"/>
                  <a:gd name="connsiteX74" fmla="*/ 1013423 w 1041109"/>
                  <a:gd name="connsiteY74" fmla="*/ 1234119 h 1472498"/>
                  <a:gd name="connsiteX75" fmla="*/ 898361 w 1041109"/>
                  <a:gd name="connsiteY75" fmla="*/ 1163761 h 1472498"/>
                  <a:gd name="connsiteX76" fmla="*/ 742278 w 1041109"/>
                  <a:gd name="connsiteY76" fmla="*/ 1181540 h 1472498"/>
                  <a:gd name="connsiteX77" fmla="*/ 777330 w 1041109"/>
                  <a:gd name="connsiteY77" fmla="*/ 1338005 h 1472498"/>
                  <a:gd name="connsiteX78" fmla="*/ 829527 w 1041109"/>
                  <a:gd name="connsiteY78" fmla="*/ 1235643 h 1472498"/>
                  <a:gd name="connsiteX79" fmla="*/ 742278 w 1041109"/>
                  <a:gd name="connsiteY79" fmla="*/ 1181540 h 1472498"/>
                  <a:gd name="connsiteX0" fmla="*/ 295634 w 1041109"/>
                  <a:gd name="connsiteY0" fmla="*/ 304810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670015 w 1041109"/>
                  <a:gd name="connsiteY7" fmla="*/ 261426 h 1472498"/>
                  <a:gd name="connsiteX8" fmla="*/ 532728 w 1041109"/>
                  <a:gd name="connsiteY8" fmla="*/ 390712 h 1472498"/>
                  <a:gd name="connsiteX9" fmla="*/ 483325 w 1041109"/>
                  <a:gd name="connsiteY9" fmla="*/ 397570 h 1472498"/>
                  <a:gd name="connsiteX10" fmla="*/ 483071 w 1041109"/>
                  <a:gd name="connsiteY10" fmla="*/ 515171 h 1472498"/>
                  <a:gd name="connsiteX11" fmla="*/ 732372 w 1041109"/>
                  <a:gd name="connsiteY11" fmla="*/ 586800 h 1472498"/>
                  <a:gd name="connsiteX12" fmla="*/ 838925 w 1041109"/>
                  <a:gd name="connsiteY12" fmla="*/ 704528 h 1472498"/>
                  <a:gd name="connsiteX13" fmla="*/ 928714 w 1041109"/>
                  <a:gd name="connsiteY13" fmla="*/ 779713 h 1472498"/>
                  <a:gd name="connsiteX14" fmla="*/ 843751 w 1041109"/>
                  <a:gd name="connsiteY14" fmla="*/ 1014155 h 1472498"/>
                  <a:gd name="connsiteX15" fmla="*/ 825082 w 1041109"/>
                  <a:gd name="connsiteY15" fmla="*/ 1043111 h 1472498"/>
                  <a:gd name="connsiteX16" fmla="*/ 710655 w 1041109"/>
                  <a:gd name="connsiteY16" fmla="*/ 1135439 h 1472498"/>
                  <a:gd name="connsiteX17" fmla="*/ 834353 w 1041109"/>
                  <a:gd name="connsiteY17" fmla="*/ 1210624 h 1472498"/>
                  <a:gd name="connsiteX18" fmla="*/ 898361 w 1041109"/>
                  <a:gd name="connsiteY18" fmla="*/ 1137345 h 1472498"/>
                  <a:gd name="connsiteX19" fmla="*/ 998564 w 1041109"/>
                  <a:gd name="connsiteY19" fmla="*/ 1154108 h 1472498"/>
                  <a:gd name="connsiteX20" fmla="*/ 1041109 w 1041109"/>
                  <a:gd name="connsiteY20" fmla="*/ 1224720 h 1472498"/>
                  <a:gd name="connsiteX21" fmla="*/ 971386 w 1041109"/>
                  <a:gd name="connsiteY21" fmla="*/ 1462338 h 1472498"/>
                  <a:gd name="connsiteX22" fmla="*/ 948145 w 1041109"/>
                  <a:gd name="connsiteY22" fmla="*/ 1465005 h 1472498"/>
                  <a:gd name="connsiteX23" fmla="*/ 1001358 w 1041109"/>
                  <a:gd name="connsiteY23" fmla="*/ 1314509 h 1472498"/>
                  <a:gd name="connsiteX24" fmla="*/ 919189 w 1041109"/>
                  <a:gd name="connsiteY24" fmla="*/ 1334068 h 1472498"/>
                  <a:gd name="connsiteX25" fmla="*/ 835115 w 1041109"/>
                  <a:gd name="connsiteY25" fmla="*/ 1274251 h 1472498"/>
                  <a:gd name="connsiteX26" fmla="*/ 781775 w 1041109"/>
                  <a:gd name="connsiteY26" fmla="*/ 1459036 h 1472498"/>
                  <a:gd name="connsiteX27" fmla="*/ 779743 w 1041109"/>
                  <a:gd name="connsiteY27" fmla="*/ 1472498 h 1472498"/>
                  <a:gd name="connsiteX28" fmla="*/ 764630 w 1041109"/>
                  <a:gd name="connsiteY28" fmla="*/ 1457257 h 1472498"/>
                  <a:gd name="connsiteX29" fmla="*/ 753327 w 1041109"/>
                  <a:gd name="connsiteY29" fmla="*/ 1370136 h 1472498"/>
                  <a:gd name="connsiteX30" fmla="*/ 716497 w 1041109"/>
                  <a:gd name="connsiteY30" fmla="*/ 1185986 h 1472498"/>
                  <a:gd name="connsiteX31" fmla="*/ 709512 w 1041109"/>
                  <a:gd name="connsiteY31" fmla="*/ 1162618 h 1472498"/>
                  <a:gd name="connsiteX32" fmla="*/ 537935 w 1041109"/>
                  <a:gd name="connsiteY32" fmla="*/ 1166427 h 1472498"/>
                  <a:gd name="connsiteX33" fmla="*/ 273648 w 1041109"/>
                  <a:gd name="connsiteY33" fmla="*/ 1159062 h 1472498"/>
                  <a:gd name="connsiteX34" fmla="*/ 233516 w 1041109"/>
                  <a:gd name="connsiteY34" fmla="*/ 1182302 h 1472498"/>
                  <a:gd name="connsiteX35" fmla="*/ 187415 w 1041109"/>
                  <a:gd name="connsiteY35" fmla="*/ 1461830 h 1472498"/>
                  <a:gd name="connsiteX36" fmla="*/ 162650 w 1041109"/>
                  <a:gd name="connsiteY36" fmla="*/ 1466020 h 1472498"/>
                  <a:gd name="connsiteX37" fmla="*/ 202020 w 1041109"/>
                  <a:gd name="connsiteY37" fmla="*/ 1184207 h 1472498"/>
                  <a:gd name="connsiteX38" fmla="*/ 69432 w 1041109"/>
                  <a:gd name="connsiteY38" fmla="*/ 1325051 h 1472498"/>
                  <a:gd name="connsiteX39" fmla="*/ 26887 w 1041109"/>
                  <a:gd name="connsiteY39" fmla="*/ 1458527 h 1472498"/>
                  <a:gd name="connsiteX40" fmla="*/ 979 w 1041109"/>
                  <a:gd name="connsiteY40" fmla="*/ 1468814 h 1472498"/>
                  <a:gd name="connsiteX41" fmla="*/ 108040 w 1041109"/>
                  <a:gd name="connsiteY41" fmla="*/ 1228657 h 1472498"/>
                  <a:gd name="connsiteX42" fmla="*/ 238342 w 1041109"/>
                  <a:gd name="connsiteY42" fmla="*/ 1136963 h 1472498"/>
                  <a:gd name="connsiteX43" fmla="*/ 112358 w 1041109"/>
                  <a:gd name="connsiteY43" fmla="*/ 1011361 h 1472498"/>
                  <a:gd name="connsiteX44" fmla="*/ 33745 w 1041109"/>
                  <a:gd name="connsiteY44" fmla="*/ 970720 h 1472498"/>
                  <a:gd name="connsiteX45" fmla="*/ 1868 w 1041109"/>
                  <a:gd name="connsiteY45" fmla="*/ 824925 h 1472498"/>
                  <a:gd name="connsiteX46" fmla="*/ 101563 w 1041109"/>
                  <a:gd name="connsiteY46" fmla="*/ 724849 h 1472498"/>
                  <a:gd name="connsiteX47" fmla="*/ 279617 w 1041109"/>
                  <a:gd name="connsiteY47" fmla="*/ 550477 h 1472498"/>
                  <a:gd name="connsiteX48" fmla="*/ 456782 w 1041109"/>
                  <a:gd name="connsiteY48" fmla="*/ 514409 h 1472498"/>
                  <a:gd name="connsiteX49" fmla="*/ 456782 w 1041109"/>
                  <a:gd name="connsiteY49" fmla="*/ 398458 h 1472498"/>
                  <a:gd name="connsiteX50" fmla="*/ 310478 w 1041109"/>
                  <a:gd name="connsiteY50" fmla="*/ 301684 h 1472498"/>
                  <a:gd name="connsiteX51" fmla="*/ 427699 w 1041109"/>
                  <a:gd name="connsiteY51" fmla="*/ 33334 h 1472498"/>
                  <a:gd name="connsiteX52" fmla="*/ 317209 w 1041109"/>
                  <a:gd name="connsiteY52" fmla="*/ 140649 h 1472498"/>
                  <a:gd name="connsiteX53" fmla="*/ 474689 w 1041109"/>
                  <a:gd name="connsiteY53" fmla="*/ 369883 h 1472498"/>
                  <a:gd name="connsiteX54" fmla="*/ 643091 w 1041109"/>
                  <a:gd name="connsiteY54" fmla="*/ 257362 h 1472498"/>
                  <a:gd name="connsiteX55" fmla="*/ 581623 w 1041109"/>
                  <a:gd name="connsiteY55" fmla="*/ 60765 h 1472498"/>
                  <a:gd name="connsiteX56" fmla="*/ 427699 w 1041109"/>
                  <a:gd name="connsiteY56" fmla="*/ 33334 h 1472498"/>
                  <a:gd name="connsiteX57" fmla="*/ 375121 w 1041109"/>
                  <a:gd name="connsiteY57" fmla="*/ 550224 h 1472498"/>
                  <a:gd name="connsiteX58" fmla="*/ 139282 w 1041109"/>
                  <a:gd name="connsiteY58" fmla="*/ 708084 h 1472498"/>
                  <a:gd name="connsiteX59" fmla="*/ 108802 w 1041109"/>
                  <a:gd name="connsiteY59" fmla="*/ 910269 h 1472498"/>
                  <a:gd name="connsiteX60" fmla="*/ 244057 w 1041109"/>
                  <a:gd name="connsiteY60" fmla="*/ 1108643 h 1472498"/>
                  <a:gd name="connsiteX61" fmla="*/ 473419 w 1041109"/>
                  <a:gd name="connsiteY61" fmla="*/ 1143059 h 1472498"/>
                  <a:gd name="connsiteX62" fmla="*/ 754978 w 1041109"/>
                  <a:gd name="connsiteY62" fmla="*/ 1081464 h 1472498"/>
                  <a:gd name="connsiteX63" fmla="*/ 842100 w 1041109"/>
                  <a:gd name="connsiteY63" fmla="*/ 789745 h 1472498"/>
                  <a:gd name="connsiteX64" fmla="*/ 661125 w 1041109"/>
                  <a:gd name="connsiteY64" fmla="*/ 576766 h 1472498"/>
                  <a:gd name="connsiteX65" fmla="*/ 375121 w 1041109"/>
                  <a:gd name="connsiteY65" fmla="*/ 550224 h 1472498"/>
                  <a:gd name="connsiteX66" fmla="*/ 96229 w 1041109"/>
                  <a:gd name="connsiteY66" fmla="*/ 984309 h 1472498"/>
                  <a:gd name="connsiteX67" fmla="*/ 88609 w 1041109"/>
                  <a:gd name="connsiteY67" fmla="*/ 753677 h 1472498"/>
                  <a:gd name="connsiteX68" fmla="*/ 96229 w 1041109"/>
                  <a:gd name="connsiteY68" fmla="*/ 984309 h 1472498"/>
                  <a:gd name="connsiteX69" fmla="*/ 862293 w 1041109"/>
                  <a:gd name="connsiteY69" fmla="*/ 752662 h 1472498"/>
                  <a:gd name="connsiteX70" fmla="*/ 860769 w 1041109"/>
                  <a:gd name="connsiteY70" fmla="*/ 989008 h 1472498"/>
                  <a:gd name="connsiteX71" fmla="*/ 862293 w 1041109"/>
                  <a:gd name="connsiteY71" fmla="*/ 752662 h 1472498"/>
                  <a:gd name="connsiteX72" fmla="*/ 898361 w 1041109"/>
                  <a:gd name="connsiteY72" fmla="*/ 1163761 h 1472498"/>
                  <a:gd name="connsiteX73" fmla="*/ 900139 w 1041109"/>
                  <a:gd name="connsiteY73" fmla="*/ 1303461 h 1472498"/>
                  <a:gd name="connsiteX74" fmla="*/ 1013423 w 1041109"/>
                  <a:gd name="connsiteY74" fmla="*/ 1234119 h 1472498"/>
                  <a:gd name="connsiteX75" fmla="*/ 898361 w 1041109"/>
                  <a:gd name="connsiteY75" fmla="*/ 1163761 h 1472498"/>
                  <a:gd name="connsiteX76" fmla="*/ 742278 w 1041109"/>
                  <a:gd name="connsiteY76" fmla="*/ 1181540 h 1472498"/>
                  <a:gd name="connsiteX77" fmla="*/ 777330 w 1041109"/>
                  <a:gd name="connsiteY77" fmla="*/ 1338005 h 1472498"/>
                  <a:gd name="connsiteX78" fmla="*/ 829527 w 1041109"/>
                  <a:gd name="connsiteY78" fmla="*/ 1235643 h 1472498"/>
                  <a:gd name="connsiteX79" fmla="*/ 742278 w 1041109"/>
                  <a:gd name="connsiteY79" fmla="*/ 1181540 h 1472498"/>
                  <a:gd name="connsiteX0" fmla="*/ 295634 w 1041109"/>
                  <a:gd name="connsiteY0" fmla="*/ 304810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670015 w 1041109"/>
                  <a:gd name="connsiteY7" fmla="*/ 261426 h 1472498"/>
                  <a:gd name="connsiteX8" fmla="*/ 532728 w 1041109"/>
                  <a:gd name="connsiteY8" fmla="*/ 390712 h 1472498"/>
                  <a:gd name="connsiteX9" fmla="*/ 483325 w 1041109"/>
                  <a:gd name="connsiteY9" fmla="*/ 397570 h 1472498"/>
                  <a:gd name="connsiteX10" fmla="*/ 483071 w 1041109"/>
                  <a:gd name="connsiteY10" fmla="*/ 515171 h 1472498"/>
                  <a:gd name="connsiteX11" fmla="*/ 732372 w 1041109"/>
                  <a:gd name="connsiteY11" fmla="*/ 586800 h 1472498"/>
                  <a:gd name="connsiteX12" fmla="*/ 838925 w 1041109"/>
                  <a:gd name="connsiteY12" fmla="*/ 704528 h 1472498"/>
                  <a:gd name="connsiteX13" fmla="*/ 928714 w 1041109"/>
                  <a:gd name="connsiteY13" fmla="*/ 779713 h 1472498"/>
                  <a:gd name="connsiteX14" fmla="*/ 843751 w 1041109"/>
                  <a:gd name="connsiteY14" fmla="*/ 1014155 h 1472498"/>
                  <a:gd name="connsiteX15" fmla="*/ 825082 w 1041109"/>
                  <a:gd name="connsiteY15" fmla="*/ 1043111 h 1472498"/>
                  <a:gd name="connsiteX16" fmla="*/ 710655 w 1041109"/>
                  <a:gd name="connsiteY16" fmla="*/ 1135439 h 1472498"/>
                  <a:gd name="connsiteX17" fmla="*/ 834353 w 1041109"/>
                  <a:gd name="connsiteY17" fmla="*/ 1210624 h 1472498"/>
                  <a:gd name="connsiteX18" fmla="*/ 898361 w 1041109"/>
                  <a:gd name="connsiteY18" fmla="*/ 1137345 h 1472498"/>
                  <a:gd name="connsiteX19" fmla="*/ 998564 w 1041109"/>
                  <a:gd name="connsiteY19" fmla="*/ 1154108 h 1472498"/>
                  <a:gd name="connsiteX20" fmla="*/ 1041109 w 1041109"/>
                  <a:gd name="connsiteY20" fmla="*/ 1224720 h 1472498"/>
                  <a:gd name="connsiteX21" fmla="*/ 971386 w 1041109"/>
                  <a:gd name="connsiteY21" fmla="*/ 1462338 h 1472498"/>
                  <a:gd name="connsiteX22" fmla="*/ 948145 w 1041109"/>
                  <a:gd name="connsiteY22" fmla="*/ 1465005 h 1472498"/>
                  <a:gd name="connsiteX23" fmla="*/ 1001358 w 1041109"/>
                  <a:gd name="connsiteY23" fmla="*/ 1314509 h 1472498"/>
                  <a:gd name="connsiteX24" fmla="*/ 919189 w 1041109"/>
                  <a:gd name="connsiteY24" fmla="*/ 1334068 h 1472498"/>
                  <a:gd name="connsiteX25" fmla="*/ 835115 w 1041109"/>
                  <a:gd name="connsiteY25" fmla="*/ 1274251 h 1472498"/>
                  <a:gd name="connsiteX26" fmla="*/ 781775 w 1041109"/>
                  <a:gd name="connsiteY26" fmla="*/ 1459036 h 1472498"/>
                  <a:gd name="connsiteX27" fmla="*/ 779743 w 1041109"/>
                  <a:gd name="connsiteY27" fmla="*/ 1472498 h 1472498"/>
                  <a:gd name="connsiteX28" fmla="*/ 764630 w 1041109"/>
                  <a:gd name="connsiteY28" fmla="*/ 1457257 h 1472498"/>
                  <a:gd name="connsiteX29" fmla="*/ 753327 w 1041109"/>
                  <a:gd name="connsiteY29" fmla="*/ 1370136 h 1472498"/>
                  <a:gd name="connsiteX30" fmla="*/ 716497 w 1041109"/>
                  <a:gd name="connsiteY30" fmla="*/ 1185986 h 1472498"/>
                  <a:gd name="connsiteX31" fmla="*/ 709512 w 1041109"/>
                  <a:gd name="connsiteY31" fmla="*/ 1162618 h 1472498"/>
                  <a:gd name="connsiteX32" fmla="*/ 537935 w 1041109"/>
                  <a:gd name="connsiteY32" fmla="*/ 1166427 h 1472498"/>
                  <a:gd name="connsiteX33" fmla="*/ 273648 w 1041109"/>
                  <a:gd name="connsiteY33" fmla="*/ 1159062 h 1472498"/>
                  <a:gd name="connsiteX34" fmla="*/ 233516 w 1041109"/>
                  <a:gd name="connsiteY34" fmla="*/ 1182302 h 1472498"/>
                  <a:gd name="connsiteX35" fmla="*/ 187415 w 1041109"/>
                  <a:gd name="connsiteY35" fmla="*/ 1461830 h 1472498"/>
                  <a:gd name="connsiteX36" fmla="*/ 162650 w 1041109"/>
                  <a:gd name="connsiteY36" fmla="*/ 1466020 h 1472498"/>
                  <a:gd name="connsiteX37" fmla="*/ 202020 w 1041109"/>
                  <a:gd name="connsiteY37" fmla="*/ 1184207 h 1472498"/>
                  <a:gd name="connsiteX38" fmla="*/ 69432 w 1041109"/>
                  <a:gd name="connsiteY38" fmla="*/ 1325051 h 1472498"/>
                  <a:gd name="connsiteX39" fmla="*/ 26887 w 1041109"/>
                  <a:gd name="connsiteY39" fmla="*/ 1458527 h 1472498"/>
                  <a:gd name="connsiteX40" fmla="*/ 979 w 1041109"/>
                  <a:gd name="connsiteY40" fmla="*/ 1468814 h 1472498"/>
                  <a:gd name="connsiteX41" fmla="*/ 108040 w 1041109"/>
                  <a:gd name="connsiteY41" fmla="*/ 1228657 h 1472498"/>
                  <a:gd name="connsiteX42" fmla="*/ 238342 w 1041109"/>
                  <a:gd name="connsiteY42" fmla="*/ 1136963 h 1472498"/>
                  <a:gd name="connsiteX43" fmla="*/ 112358 w 1041109"/>
                  <a:gd name="connsiteY43" fmla="*/ 1011361 h 1472498"/>
                  <a:gd name="connsiteX44" fmla="*/ 33745 w 1041109"/>
                  <a:gd name="connsiteY44" fmla="*/ 970720 h 1472498"/>
                  <a:gd name="connsiteX45" fmla="*/ 1868 w 1041109"/>
                  <a:gd name="connsiteY45" fmla="*/ 824925 h 1472498"/>
                  <a:gd name="connsiteX46" fmla="*/ 101563 w 1041109"/>
                  <a:gd name="connsiteY46" fmla="*/ 724849 h 1472498"/>
                  <a:gd name="connsiteX47" fmla="*/ 279617 w 1041109"/>
                  <a:gd name="connsiteY47" fmla="*/ 550477 h 1472498"/>
                  <a:gd name="connsiteX48" fmla="*/ 456782 w 1041109"/>
                  <a:gd name="connsiteY48" fmla="*/ 514409 h 1472498"/>
                  <a:gd name="connsiteX49" fmla="*/ 456782 w 1041109"/>
                  <a:gd name="connsiteY49" fmla="*/ 398458 h 1472498"/>
                  <a:gd name="connsiteX50" fmla="*/ 310478 w 1041109"/>
                  <a:gd name="connsiteY50" fmla="*/ 301684 h 1472498"/>
                  <a:gd name="connsiteX51" fmla="*/ 427699 w 1041109"/>
                  <a:gd name="connsiteY51" fmla="*/ 33334 h 1472498"/>
                  <a:gd name="connsiteX52" fmla="*/ 317209 w 1041109"/>
                  <a:gd name="connsiteY52" fmla="*/ 140649 h 1472498"/>
                  <a:gd name="connsiteX53" fmla="*/ 474689 w 1041109"/>
                  <a:gd name="connsiteY53" fmla="*/ 369883 h 1472498"/>
                  <a:gd name="connsiteX54" fmla="*/ 581623 w 1041109"/>
                  <a:gd name="connsiteY54" fmla="*/ 60765 h 1472498"/>
                  <a:gd name="connsiteX55" fmla="*/ 427699 w 1041109"/>
                  <a:gd name="connsiteY55" fmla="*/ 33334 h 1472498"/>
                  <a:gd name="connsiteX56" fmla="*/ 375121 w 1041109"/>
                  <a:gd name="connsiteY56" fmla="*/ 550224 h 1472498"/>
                  <a:gd name="connsiteX57" fmla="*/ 139282 w 1041109"/>
                  <a:gd name="connsiteY57" fmla="*/ 708084 h 1472498"/>
                  <a:gd name="connsiteX58" fmla="*/ 108802 w 1041109"/>
                  <a:gd name="connsiteY58" fmla="*/ 910269 h 1472498"/>
                  <a:gd name="connsiteX59" fmla="*/ 244057 w 1041109"/>
                  <a:gd name="connsiteY59" fmla="*/ 1108643 h 1472498"/>
                  <a:gd name="connsiteX60" fmla="*/ 473419 w 1041109"/>
                  <a:gd name="connsiteY60" fmla="*/ 1143059 h 1472498"/>
                  <a:gd name="connsiteX61" fmla="*/ 754978 w 1041109"/>
                  <a:gd name="connsiteY61" fmla="*/ 1081464 h 1472498"/>
                  <a:gd name="connsiteX62" fmla="*/ 842100 w 1041109"/>
                  <a:gd name="connsiteY62" fmla="*/ 789745 h 1472498"/>
                  <a:gd name="connsiteX63" fmla="*/ 661125 w 1041109"/>
                  <a:gd name="connsiteY63" fmla="*/ 576766 h 1472498"/>
                  <a:gd name="connsiteX64" fmla="*/ 375121 w 1041109"/>
                  <a:gd name="connsiteY64" fmla="*/ 550224 h 1472498"/>
                  <a:gd name="connsiteX65" fmla="*/ 96229 w 1041109"/>
                  <a:gd name="connsiteY65" fmla="*/ 984309 h 1472498"/>
                  <a:gd name="connsiteX66" fmla="*/ 88609 w 1041109"/>
                  <a:gd name="connsiteY66" fmla="*/ 753677 h 1472498"/>
                  <a:gd name="connsiteX67" fmla="*/ 96229 w 1041109"/>
                  <a:gd name="connsiteY67" fmla="*/ 984309 h 1472498"/>
                  <a:gd name="connsiteX68" fmla="*/ 862293 w 1041109"/>
                  <a:gd name="connsiteY68" fmla="*/ 752662 h 1472498"/>
                  <a:gd name="connsiteX69" fmla="*/ 860769 w 1041109"/>
                  <a:gd name="connsiteY69" fmla="*/ 989008 h 1472498"/>
                  <a:gd name="connsiteX70" fmla="*/ 862293 w 1041109"/>
                  <a:gd name="connsiteY70" fmla="*/ 752662 h 1472498"/>
                  <a:gd name="connsiteX71" fmla="*/ 898361 w 1041109"/>
                  <a:gd name="connsiteY71" fmla="*/ 1163761 h 1472498"/>
                  <a:gd name="connsiteX72" fmla="*/ 900139 w 1041109"/>
                  <a:gd name="connsiteY72" fmla="*/ 1303461 h 1472498"/>
                  <a:gd name="connsiteX73" fmla="*/ 1013423 w 1041109"/>
                  <a:gd name="connsiteY73" fmla="*/ 1234119 h 1472498"/>
                  <a:gd name="connsiteX74" fmla="*/ 898361 w 1041109"/>
                  <a:gd name="connsiteY74" fmla="*/ 1163761 h 1472498"/>
                  <a:gd name="connsiteX75" fmla="*/ 742278 w 1041109"/>
                  <a:gd name="connsiteY75" fmla="*/ 1181540 h 1472498"/>
                  <a:gd name="connsiteX76" fmla="*/ 777330 w 1041109"/>
                  <a:gd name="connsiteY76" fmla="*/ 1338005 h 1472498"/>
                  <a:gd name="connsiteX77" fmla="*/ 829527 w 1041109"/>
                  <a:gd name="connsiteY77" fmla="*/ 1235643 h 1472498"/>
                  <a:gd name="connsiteX78" fmla="*/ 742278 w 1041109"/>
                  <a:gd name="connsiteY78" fmla="*/ 1181540 h 1472498"/>
                  <a:gd name="connsiteX0" fmla="*/ 295634 w 1041109"/>
                  <a:gd name="connsiteY0" fmla="*/ 304810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532728 w 1041109"/>
                  <a:gd name="connsiteY7" fmla="*/ 390712 h 1472498"/>
                  <a:gd name="connsiteX8" fmla="*/ 483325 w 1041109"/>
                  <a:gd name="connsiteY8" fmla="*/ 397570 h 1472498"/>
                  <a:gd name="connsiteX9" fmla="*/ 483071 w 1041109"/>
                  <a:gd name="connsiteY9" fmla="*/ 515171 h 1472498"/>
                  <a:gd name="connsiteX10" fmla="*/ 732372 w 1041109"/>
                  <a:gd name="connsiteY10" fmla="*/ 586800 h 1472498"/>
                  <a:gd name="connsiteX11" fmla="*/ 838925 w 1041109"/>
                  <a:gd name="connsiteY11" fmla="*/ 704528 h 1472498"/>
                  <a:gd name="connsiteX12" fmla="*/ 928714 w 1041109"/>
                  <a:gd name="connsiteY12" fmla="*/ 779713 h 1472498"/>
                  <a:gd name="connsiteX13" fmla="*/ 843751 w 1041109"/>
                  <a:gd name="connsiteY13" fmla="*/ 1014155 h 1472498"/>
                  <a:gd name="connsiteX14" fmla="*/ 825082 w 1041109"/>
                  <a:gd name="connsiteY14" fmla="*/ 1043111 h 1472498"/>
                  <a:gd name="connsiteX15" fmla="*/ 710655 w 1041109"/>
                  <a:gd name="connsiteY15" fmla="*/ 1135439 h 1472498"/>
                  <a:gd name="connsiteX16" fmla="*/ 834353 w 1041109"/>
                  <a:gd name="connsiteY16" fmla="*/ 1210624 h 1472498"/>
                  <a:gd name="connsiteX17" fmla="*/ 898361 w 1041109"/>
                  <a:gd name="connsiteY17" fmla="*/ 1137345 h 1472498"/>
                  <a:gd name="connsiteX18" fmla="*/ 998564 w 1041109"/>
                  <a:gd name="connsiteY18" fmla="*/ 1154108 h 1472498"/>
                  <a:gd name="connsiteX19" fmla="*/ 1041109 w 1041109"/>
                  <a:gd name="connsiteY19" fmla="*/ 1224720 h 1472498"/>
                  <a:gd name="connsiteX20" fmla="*/ 971386 w 1041109"/>
                  <a:gd name="connsiteY20" fmla="*/ 1462338 h 1472498"/>
                  <a:gd name="connsiteX21" fmla="*/ 948145 w 1041109"/>
                  <a:gd name="connsiteY21" fmla="*/ 1465005 h 1472498"/>
                  <a:gd name="connsiteX22" fmla="*/ 1001358 w 1041109"/>
                  <a:gd name="connsiteY22" fmla="*/ 1314509 h 1472498"/>
                  <a:gd name="connsiteX23" fmla="*/ 919189 w 1041109"/>
                  <a:gd name="connsiteY23" fmla="*/ 1334068 h 1472498"/>
                  <a:gd name="connsiteX24" fmla="*/ 835115 w 1041109"/>
                  <a:gd name="connsiteY24" fmla="*/ 1274251 h 1472498"/>
                  <a:gd name="connsiteX25" fmla="*/ 781775 w 1041109"/>
                  <a:gd name="connsiteY25" fmla="*/ 1459036 h 1472498"/>
                  <a:gd name="connsiteX26" fmla="*/ 779743 w 1041109"/>
                  <a:gd name="connsiteY26" fmla="*/ 1472498 h 1472498"/>
                  <a:gd name="connsiteX27" fmla="*/ 764630 w 1041109"/>
                  <a:gd name="connsiteY27" fmla="*/ 1457257 h 1472498"/>
                  <a:gd name="connsiteX28" fmla="*/ 753327 w 1041109"/>
                  <a:gd name="connsiteY28" fmla="*/ 1370136 h 1472498"/>
                  <a:gd name="connsiteX29" fmla="*/ 716497 w 1041109"/>
                  <a:gd name="connsiteY29" fmla="*/ 1185986 h 1472498"/>
                  <a:gd name="connsiteX30" fmla="*/ 709512 w 1041109"/>
                  <a:gd name="connsiteY30" fmla="*/ 1162618 h 1472498"/>
                  <a:gd name="connsiteX31" fmla="*/ 537935 w 1041109"/>
                  <a:gd name="connsiteY31" fmla="*/ 1166427 h 1472498"/>
                  <a:gd name="connsiteX32" fmla="*/ 273648 w 1041109"/>
                  <a:gd name="connsiteY32" fmla="*/ 1159062 h 1472498"/>
                  <a:gd name="connsiteX33" fmla="*/ 233516 w 1041109"/>
                  <a:gd name="connsiteY33" fmla="*/ 1182302 h 1472498"/>
                  <a:gd name="connsiteX34" fmla="*/ 187415 w 1041109"/>
                  <a:gd name="connsiteY34" fmla="*/ 1461830 h 1472498"/>
                  <a:gd name="connsiteX35" fmla="*/ 162650 w 1041109"/>
                  <a:gd name="connsiteY35" fmla="*/ 1466020 h 1472498"/>
                  <a:gd name="connsiteX36" fmla="*/ 202020 w 1041109"/>
                  <a:gd name="connsiteY36" fmla="*/ 1184207 h 1472498"/>
                  <a:gd name="connsiteX37" fmla="*/ 69432 w 1041109"/>
                  <a:gd name="connsiteY37" fmla="*/ 1325051 h 1472498"/>
                  <a:gd name="connsiteX38" fmla="*/ 26887 w 1041109"/>
                  <a:gd name="connsiteY38" fmla="*/ 1458527 h 1472498"/>
                  <a:gd name="connsiteX39" fmla="*/ 979 w 1041109"/>
                  <a:gd name="connsiteY39" fmla="*/ 1468814 h 1472498"/>
                  <a:gd name="connsiteX40" fmla="*/ 108040 w 1041109"/>
                  <a:gd name="connsiteY40" fmla="*/ 1228657 h 1472498"/>
                  <a:gd name="connsiteX41" fmla="*/ 238342 w 1041109"/>
                  <a:gd name="connsiteY41" fmla="*/ 1136963 h 1472498"/>
                  <a:gd name="connsiteX42" fmla="*/ 112358 w 1041109"/>
                  <a:gd name="connsiteY42" fmla="*/ 1011361 h 1472498"/>
                  <a:gd name="connsiteX43" fmla="*/ 33745 w 1041109"/>
                  <a:gd name="connsiteY43" fmla="*/ 970720 h 1472498"/>
                  <a:gd name="connsiteX44" fmla="*/ 1868 w 1041109"/>
                  <a:gd name="connsiteY44" fmla="*/ 824925 h 1472498"/>
                  <a:gd name="connsiteX45" fmla="*/ 101563 w 1041109"/>
                  <a:gd name="connsiteY45" fmla="*/ 724849 h 1472498"/>
                  <a:gd name="connsiteX46" fmla="*/ 279617 w 1041109"/>
                  <a:gd name="connsiteY46" fmla="*/ 550477 h 1472498"/>
                  <a:gd name="connsiteX47" fmla="*/ 456782 w 1041109"/>
                  <a:gd name="connsiteY47" fmla="*/ 514409 h 1472498"/>
                  <a:gd name="connsiteX48" fmla="*/ 456782 w 1041109"/>
                  <a:gd name="connsiteY48" fmla="*/ 398458 h 1472498"/>
                  <a:gd name="connsiteX49" fmla="*/ 310478 w 1041109"/>
                  <a:gd name="connsiteY49" fmla="*/ 301684 h 1472498"/>
                  <a:gd name="connsiteX50" fmla="*/ 427699 w 1041109"/>
                  <a:gd name="connsiteY50" fmla="*/ 33334 h 1472498"/>
                  <a:gd name="connsiteX51" fmla="*/ 317209 w 1041109"/>
                  <a:gd name="connsiteY51" fmla="*/ 140649 h 1472498"/>
                  <a:gd name="connsiteX52" fmla="*/ 474689 w 1041109"/>
                  <a:gd name="connsiteY52" fmla="*/ 369883 h 1472498"/>
                  <a:gd name="connsiteX53" fmla="*/ 581623 w 1041109"/>
                  <a:gd name="connsiteY53" fmla="*/ 60765 h 1472498"/>
                  <a:gd name="connsiteX54" fmla="*/ 427699 w 1041109"/>
                  <a:gd name="connsiteY54" fmla="*/ 33334 h 1472498"/>
                  <a:gd name="connsiteX55" fmla="*/ 375121 w 1041109"/>
                  <a:gd name="connsiteY55" fmla="*/ 550224 h 1472498"/>
                  <a:gd name="connsiteX56" fmla="*/ 139282 w 1041109"/>
                  <a:gd name="connsiteY56" fmla="*/ 708084 h 1472498"/>
                  <a:gd name="connsiteX57" fmla="*/ 108802 w 1041109"/>
                  <a:gd name="connsiteY57" fmla="*/ 910269 h 1472498"/>
                  <a:gd name="connsiteX58" fmla="*/ 244057 w 1041109"/>
                  <a:gd name="connsiteY58" fmla="*/ 1108643 h 1472498"/>
                  <a:gd name="connsiteX59" fmla="*/ 473419 w 1041109"/>
                  <a:gd name="connsiteY59" fmla="*/ 1143059 h 1472498"/>
                  <a:gd name="connsiteX60" fmla="*/ 754978 w 1041109"/>
                  <a:gd name="connsiteY60" fmla="*/ 1081464 h 1472498"/>
                  <a:gd name="connsiteX61" fmla="*/ 842100 w 1041109"/>
                  <a:gd name="connsiteY61" fmla="*/ 789745 h 1472498"/>
                  <a:gd name="connsiteX62" fmla="*/ 661125 w 1041109"/>
                  <a:gd name="connsiteY62" fmla="*/ 576766 h 1472498"/>
                  <a:gd name="connsiteX63" fmla="*/ 375121 w 1041109"/>
                  <a:gd name="connsiteY63" fmla="*/ 550224 h 1472498"/>
                  <a:gd name="connsiteX64" fmla="*/ 96229 w 1041109"/>
                  <a:gd name="connsiteY64" fmla="*/ 984309 h 1472498"/>
                  <a:gd name="connsiteX65" fmla="*/ 88609 w 1041109"/>
                  <a:gd name="connsiteY65" fmla="*/ 753677 h 1472498"/>
                  <a:gd name="connsiteX66" fmla="*/ 96229 w 1041109"/>
                  <a:gd name="connsiteY66" fmla="*/ 984309 h 1472498"/>
                  <a:gd name="connsiteX67" fmla="*/ 862293 w 1041109"/>
                  <a:gd name="connsiteY67" fmla="*/ 752662 h 1472498"/>
                  <a:gd name="connsiteX68" fmla="*/ 860769 w 1041109"/>
                  <a:gd name="connsiteY68" fmla="*/ 989008 h 1472498"/>
                  <a:gd name="connsiteX69" fmla="*/ 862293 w 1041109"/>
                  <a:gd name="connsiteY69" fmla="*/ 752662 h 1472498"/>
                  <a:gd name="connsiteX70" fmla="*/ 898361 w 1041109"/>
                  <a:gd name="connsiteY70" fmla="*/ 1163761 h 1472498"/>
                  <a:gd name="connsiteX71" fmla="*/ 900139 w 1041109"/>
                  <a:gd name="connsiteY71" fmla="*/ 1303461 h 1472498"/>
                  <a:gd name="connsiteX72" fmla="*/ 1013423 w 1041109"/>
                  <a:gd name="connsiteY72" fmla="*/ 1234119 h 1472498"/>
                  <a:gd name="connsiteX73" fmla="*/ 898361 w 1041109"/>
                  <a:gd name="connsiteY73" fmla="*/ 1163761 h 1472498"/>
                  <a:gd name="connsiteX74" fmla="*/ 742278 w 1041109"/>
                  <a:gd name="connsiteY74" fmla="*/ 1181540 h 1472498"/>
                  <a:gd name="connsiteX75" fmla="*/ 777330 w 1041109"/>
                  <a:gd name="connsiteY75" fmla="*/ 1338005 h 1472498"/>
                  <a:gd name="connsiteX76" fmla="*/ 829527 w 1041109"/>
                  <a:gd name="connsiteY76" fmla="*/ 1235643 h 1472498"/>
                  <a:gd name="connsiteX77" fmla="*/ 742278 w 1041109"/>
                  <a:gd name="connsiteY77" fmla="*/ 1181540 h 1472498"/>
                  <a:gd name="connsiteX0" fmla="*/ 295634 w 1041109"/>
                  <a:gd name="connsiteY0" fmla="*/ 304810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532728 w 1041109"/>
                  <a:gd name="connsiteY6" fmla="*/ 390712 h 1472498"/>
                  <a:gd name="connsiteX7" fmla="*/ 483325 w 1041109"/>
                  <a:gd name="connsiteY7" fmla="*/ 397570 h 1472498"/>
                  <a:gd name="connsiteX8" fmla="*/ 483071 w 1041109"/>
                  <a:gd name="connsiteY8" fmla="*/ 515171 h 1472498"/>
                  <a:gd name="connsiteX9" fmla="*/ 732372 w 1041109"/>
                  <a:gd name="connsiteY9" fmla="*/ 586800 h 1472498"/>
                  <a:gd name="connsiteX10" fmla="*/ 838925 w 1041109"/>
                  <a:gd name="connsiteY10" fmla="*/ 704528 h 1472498"/>
                  <a:gd name="connsiteX11" fmla="*/ 928714 w 1041109"/>
                  <a:gd name="connsiteY11" fmla="*/ 779713 h 1472498"/>
                  <a:gd name="connsiteX12" fmla="*/ 843751 w 1041109"/>
                  <a:gd name="connsiteY12" fmla="*/ 1014155 h 1472498"/>
                  <a:gd name="connsiteX13" fmla="*/ 825082 w 1041109"/>
                  <a:gd name="connsiteY13" fmla="*/ 1043111 h 1472498"/>
                  <a:gd name="connsiteX14" fmla="*/ 710655 w 1041109"/>
                  <a:gd name="connsiteY14" fmla="*/ 1135439 h 1472498"/>
                  <a:gd name="connsiteX15" fmla="*/ 834353 w 1041109"/>
                  <a:gd name="connsiteY15" fmla="*/ 1210624 h 1472498"/>
                  <a:gd name="connsiteX16" fmla="*/ 898361 w 1041109"/>
                  <a:gd name="connsiteY16" fmla="*/ 1137345 h 1472498"/>
                  <a:gd name="connsiteX17" fmla="*/ 998564 w 1041109"/>
                  <a:gd name="connsiteY17" fmla="*/ 1154108 h 1472498"/>
                  <a:gd name="connsiteX18" fmla="*/ 1041109 w 1041109"/>
                  <a:gd name="connsiteY18" fmla="*/ 1224720 h 1472498"/>
                  <a:gd name="connsiteX19" fmla="*/ 971386 w 1041109"/>
                  <a:gd name="connsiteY19" fmla="*/ 1462338 h 1472498"/>
                  <a:gd name="connsiteX20" fmla="*/ 948145 w 1041109"/>
                  <a:gd name="connsiteY20" fmla="*/ 1465005 h 1472498"/>
                  <a:gd name="connsiteX21" fmla="*/ 1001358 w 1041109"/>
                  <a:gd name="connsiteY21" fmla="*/ 1314509 h 1472498"/>
                  <a:gd name="connsiteX22" fmla="*/ 919189 w 1041109"/>
                  <a:gd name="connsiteY22" fmla="*/ 1334068 h 1472498"/>
                  <a:gd name="connsiteX23" fmla="*/ 835115 w 1041109"/>
                  <a:gd name="connsiteY23" fmla="*/ 1274251 h 1472498"/>
                  <a:gd name="connsiteX24" fmla="*/ 781775 w 1041109"/>
                  <a:gd name="connsiteY24" fmla="*/ 1459036 h 1472498"/>
                  <a:gd name="connsiteX25" fmla="*/ 779743 w 1041109"/>
                  <a:gd name="connsiteY25" fmla="*/ 1472498 h 1472498"/>
                  <a:gd name="connsiteX26" fmla="*/ 764630 w 1041109"/>
                  <a:gd name="connsiteY26" fmla="*/ 1457257 h 1472498"/>
                  <a:gd name="connsiteX27" fmla="*/ 753327 w 1041109"/>
                  <a:gd name="connsiteY27" fmla="*/ 1370136 h 1472498"/>
                  <a:gd name="connsiteX28" fmla="*/ 716497 w 1041109"/>
                  <a:gd name="connsiteY28" fmla="*/ 1185986 h 1472498"/>
                  <a:gd name="connsiteX29" fmla="*/ 709512 w 1041109"/>
                  <a:gd name="connsiteY29" fmla="*/ 1162618 h 1472498"/>
                  <a:gd name="connsiteX30" fmla="*/ 537935 w 1041109"/>
                  <a:gd name="connsiteY30" fmla="*/ 1166427 h 1472498"/>
                  <a:gd name="connsiteX31" fmla="*/ 273648 w 1041109"/>
                  <a:gd name="connsiteY31" fmla="*/ 1159062 h 1472498"/>
                  <a:gd name="connsiteX32" fmla="*/ 233516 w 1041109"/>
                  <a:gd name="connsiteY32" fmla="*/ 1182302 h 1472498"/>
                  <a:gd name="connsiteX33" fmla="*/ 187415 w 1041109"/>
                  <a:gd name="connsiteY33" fmla="*/ 1461830 h 1472498"/>
                  <a:gd name="connsiteX34" fmla="*/ 162650 w 1041109"/>
                  <a:gd name="connsiteY34" fmla="*/ 1466020 h 1472498"/>
                  <a:gd name="connsiteX35" fmla="*/ 202020 w 1041109"/>
                  <a:gd name="connsiteY35" fmla="*/ 1184207 h 1472498"/>
                  <a:gd name="connsiteX36" fmla="*/ 69432 w 1041109"/>
                  <a:gd name="connsiteY36" fmla="*/ 1325051 h 1472498"/>
                  <a:gd name="connsiteX37" fmla="*/ 26887 w 1041109"/>
                  <a:gd name="connsiteY37" fmla="*/ 1458527 h 1472498"/>
                  <a:gd name="connsiteX38" fmla="*/ 979 w 1041109"/>
                  <a:gd name="connsiteY38" fmla="*/ 1468814 h 1472498"/>
                  <a:gd name="connsiteX39" fmla="*/ 108040 w 1041109"/>
                  <a:gd name="connsiteY39" fmla="*/ 1228657 h 1472498"/>
                  <a:gd name="connsiteX40" fmla="*/ 238342 w 1041109"/>
                  <a:gd name="connsiteY40" fmla="*/ 1136963 h 1472498"/>
                  <a:gd name="connsiteX41" fmla="*/ 112358 w 1041109"/>
                  <a:gd name="connsiteY41" fmla="*/ 1011361 h 1472498"/>
                  <a:gd name="connsiteX42" fmla="*/ 33745 w 1041109"/>
                  <a:gd name="connsiteY42" fmla="*/ 970720 h 1472498"/>
                  <a:gd name="connsiteX43" fmla="*/ 1868 w 1041109"/>
                  <a:gd name="connsiteY43" fmla="*/ 824925 h 1472498"/>
                  <a:gd name="connsiteX44" fmla="*/ 101563 w 1041109"/>
                  <a:gd name="connsiteY44" fmla="*/ 724849 h 1472498"/>
                  <a:gd name="connsiteX45" fmla="*/ 279617 w 1041109"/>
                  <a:gd name="connsiteY45" fmla="*/ 550477 h 1472498"/>
                  <a:gd name="connsiteX46" fmla="*/ 456782 w 1041109"/>
                  <a:gd name="connsiteY46" fmla="*/ 514409 h 1472498"/>
                  <a:gd name="connsiteX47" fmla="*/ 456782 w 1041109"/>
                  <a:gd name="connsiteY47" fmla="*/ 398458 h 1472498"/>
                  <a:gd name="connsiteX48" fmla="*/ 310478 w 1041109"/>
                  <a:gd name="connsiteY48" fmla="*/ 301684 h 1472498"/>
                  <a:gd name="connsiteX49" fmla="*/ 427699 w 1041109"/>
                  <a:gd name="connsiteY49" fmla="*/ 33334 h 1472498"/>
                  <a:gd name="connsiteX50" fmla="*/ 317209 w 1041109"/>
                  <a:gd name="connsiteY50" fmla="*/ 140649 h 1472498"/>
                  <a:gd name="connsiteX51" fmla="*/ 474689 w 1041109"/>
                  <a:gd name="connsiteY51" fmla="*/ 369883 h 1472498"/>
                  <a:gd name="connsiteX52" fmla="*/ 581623 w 1041109"/>
                  <a:gd name="connsiteY52" fmla="*/ 60765 h 1472498"/>
                  <a:gd name="connsiteX53" fmla="*/ 427699 w 1041109"/>
                  <a:gd name="connsiteY53" fmla="*/ 33334 h 1472498"/>
                  <a:gd name="connsiteX54" fmla="*/ 375121 w 1041109"/>
                  <a:gd name="connsiteY54" fmla="*/ 550224 h 1472498"/>
                  <a:gd name="connsiteX55" fmla="*/ 139282 w 1041109"/>
                  <a:gd name="connsiteY55" fmla="*/ 708084 h 1472498"/>
                  <a:gd name="connsiteX56" fmla="*/ 108802 w 1041109"/>
                  <a:gd name="connsiteY56" fmla="*/ 910269 h 1472498"/>
                  <a:gd name="connsiteX57" fmla="*/ 244057 w 1041109"/>
                  <a:gd name="connsiteY57" fmla="*/ 1108643 h 1472498"/>
                  <a:gd name="connsiteX58" fmla="*/ 473419 w 1041109"/>
                  <a:gd name="connsiteY58" fmla="*/ 1143059 h 1472498"/>
                  <a:gd name="connsiteX59" fmla="*/ 754978 w 1041109"/>
                  <a:gd name="connsiteY59" fmla="*/ 1081464 h 1472498"/>
                  <a:gd name="connsiteX60" fmla="*/ 842100 w 1041109"/>
                  <a:gd name="connsiteY60" fmla="*/ 789745 h 1472498"/>
                  <a:gd name="connsiteX61" fmla="*/ 661125 w 1041109"/>
                  <a:gd name="connsiteY61" fmla="*/ 576766 h 1472498"/>
                  <a:gd name="connsiteX62" fmla="*/ 375121 w 1041109"/>
                  <a:gd name="connsiteY62" fmla="*/ 550224 h 1472498"/>
                  <a:gd name="connsiteX63" fmla="*/ 96229 w 1041109"/>
                  <a:gd name="connsiteY63" fmla="*/ 984309 h 1472498"/>
                  <a:gd name="connsiteX64" fmla="*/ 88609 w 1041109"/>
                  <a:gd name="connsiteY64" fmla="*/ 753677 h 1472498"/>
                  <a:gd name="connsiteX65" fmla="*/ 96229 w 1041109"/>
                  <a:gd name="connsiteY65" fmla="*/ 984309 h 1472498"/>
                  <a:gd name="connsiteX66" fmla="*/ 862293 w 1041109"/>
                  <a:gd name="connsiteY66" fmla="*/ 752662 h 1472498"/>
                  <a:gd name="connsiteX67" fmla="*/ 860769 w 1041109"/>
                  <a:gd name="connsiteY67" fmla="*/ 989008 h 1472498"/>
                  <a:gd name="connsiteX68" fmla="*/ 862293 w 1041109"/>
                  <a:gd name="connsiteY68" fmla="*/ 752662 h 1472498"/>
                  <a:gd name="connsiteX69" fmla="*/ 898361 w 1041109"/>
                  <a:gd name="connsiteY69" fmla="*/ 1163761 h 1472498"/>
                  <a:gd name="connsiteX70" fmla="*/ 900139 w 1041109"/>
                  <a:gd name="connsiteY70" fmla="*/ 1303461 h 1472498"/>
                  <a:gd name="connsiteX71" fmla="*/ 1013423 w 1041109"/>
                  <a:gd name="connsiteY71" fmla="*/ 1234119 h 1472498"/>
                  <a:gd name="connsiteX72" fmla="*/ 898361 w 1041109"/>
                  <a:gd name="connsiteY72" fmla="*/ 1163761 h 1472498"/>
                  <a:gd name="connsiteX73" fmla="*/ 742278 w 1041109"/>
                  <a:gd name="connsiteY73" fmla="*/ 1181540 h 1472498"/>
                  <a:gd name="connsiteX74" fmla="*/ 777330 w 1041109"/>
                  <a:gd name="connsiteY74" fmla="*/ 1338005 h 1472498"/>
                  <a:gd name="connsiteX75" fmla="*/ 829527 w 1041109"/>
                  <a:gd name="connsiteY75" fmla="*/ 1235643 h 1472498"/>
                  <a:gd name="connsiteX76" fmla="*/ 742278 w 1041109"/>
                  <a:gd name="connsiteY76" fmla="*/ 1181540 h 1472498"/>
                  <a:gd name="connsiteX0" fmla="*/ 295634 w 1041109"/>
                  <a:gd name="connsiteY0" fmla="*/ 314187 h 1481875"/>
                  <a:gd name="connsiteX1" fmla="*/ 296508 w 1041109"/>
                  <a:gd name="connsiteY1" fmla="*/ 289853 h 1481875"/>
                  <a:gd name="connsiteX2" fmla="*/ 282538 w 1041109"/>
                  <a:gd name="connsiteY2" fmla="*/ 192062 h 1481875"/>
                  <a:gd name="connsiteX3" fmla="*/ 331941 w 1041109"/>
                  <a:gd name="connsiteY3" fmla="*/ 72301 h 1481875"/>
                  <a:gd name="connsiteX4" fmla="*/ 560287 w 1041109"/>
                  <a:gd name="connsiteY4" fmla="*/ 26454 h 1481875"/>
                  <a:gd name="connsiteX5" fmla="*/ 532728 w 1041109"/>
                  <a:gd name="connsiteY5" fmla="*/ 400089 h 1481875"/>
                  <a:gd name="connsiteX6" fmla="*/ 483325 w 1041109"/>
                  <a:gd name="connsiteY6" fmla="*/ 406947 h 1481875"/>
                  <a:gd name="connsiteX7" fmla="*/ 483071 w 1041109"/>
                  <a:gd name="connsiteY7" fmla="*/ 524548 h 1481875"/>
                  <a:gd name="connsiteX8" fmla="*/ 732372 w 1041109"/>
                  <a:gd name="connsiteY8" fmla="*/ 596177 h 1481875"/>
                  <a:gd name="connsiteX9" fmla="*/ 838925 w 1041109"/>
                  <a:gd name="connsiteY9" fmla="*/ 713905 h 1481875"/>
                  <a:gd name="connsiteX10" fmla="*/ 928714 w 1041109"/>
                  <a:gd name="connsiteY10" fmla="*/ 789090 h 1481875"/>
                  <a:gd name="connsiteX11" fmla="*/ 843751 w 1041109"/>
                  <a:gd name="connsiteY11" fmla="*/ 1023532 h 1481875"/>
                  <a:gd name="connsiteX12" fmla="*/ 825082 w 1041109"/>
                  <a:gd name="connsiteY12" fmla="*/ 1052488 h 1481875"/>
                  <a:gd name="connsiteX13" fmla="*/ 710655 w 1041109"/>
                  <a:gd name="connsiteY13" fmla="*/ 1144816 h 1481875"/>
                  <a:gd name="connsiteX14" fmla="*/ 834353 w 1041109"/>
                  <a:gd name="connsiteY14" fmla="*/ 1220001 h 1481875"/>
                  <a:gd name="connsiteX15" fmla="*/ 898361 w 1041109"/>
                  <a:gd name="connsiteY15" fmla="*/ 1146722 h 1481875"/>
                  <a:gd name="connsiteX16" fmla="*/ 998564 w 1041109"/>
                  <a:gd name="connsiteY16" fmla="*/ 1163485 h 1481875"/>
                  <a:gd name="connsiteX17" fmla="*/ 1041109 w 1041109"/>
                  <a:gd name="connsiteY17" fmla="*/ 1234097 h 1481875"/>
                  <a:gd name="connsiteX18" fmla="*/ 971386 w 1041109"/>
                  <a:gd name="connsiteY18" fmla="*/ 1471715 h 1481875"/>
                  <a:gd name="connsiteX19" fmla="*/ 948145 w 1041109"/>
                  <a:gd name="connsiteY19" fmla="*/ 1474382 h 1481875"/>
                  <a:gd name="connsiteX20" fmla="*/ 1001358 w 1041109"/>
                  <a:gd name="connsiteY20" fmla="*/ 1323886 h 1481875"/>
                  <a:gd name="connsiteX21" fmla="*/ 919189 w 1041109"/>
                  <a:gd name="connsiteY21" fmla="*/ 1343445 h 1481875"/>
                  <a:gd name="connsiteX22" fmla="*/ 835115 w 1041109"/>
                  <a:gd name="connsiteY22" fmla="*/ 1283628 h 1481875"/>
                  <a:gd name="connsiteX23" fmla="*/ 781775 w 1041109"/>
                  <a:gd name="connsiteY23" fmla="*/ 1468413 h 1481875"/>
                  <a:gd name="connsiteX24" fmla="*/ 779743 w 1041109"/>
                  <a:gd name="connsiteY24" fmla="*/ 1481875 h 1481875"/>
                  <a:gd name="connsiteX25" fmla="*/ 764630 w 1041109"/>
                  <a:gd name="connsiteY25" fmla="*/ 1466634 h 1481875"/>
                  <a:gd name="connsiteX26" fmla="*/ 753327 w 1041109"/>
                  <a:gd name="connsiteY26" fmla="*/ 1379513 h 1481875"/>
                  <a:gd name="connsiteX27" fmla="*/ 716497 w 1041109"/>
                  <a:gd name="connsiteY27" fmla="*/ 1195363 h 1481875"/>
                  <a:gd name="connsiteX28" fmla="*/ 709512 w 1041109"/>
                  <a:gd name="connsiteY28" fmla="*/ 1171995 h 1481875"/>
                  <a:gd name="connsiteX29" fmla="*/ 537935 w 1041109"/>
                  <a:gd name="connsiteY29" fmla="*/ 1175804 h 1481875"/>
                  <a:gd name="connsiteX30" fmla="*/ 273648 w 1041109"/>
                  <a:gd name="connsiteY30" fmla="*/ 1168439 h 1481875"/>
                  <a:gd name="connsiteX31" fmla="*/ 233516 w 1041109"/>
                  <a:gd name="connsiteY31" fmla="*/ 1191679 h 1481875"/>
                  <a:gd name="connsiteX32" fmla="*/ 187415 w 1041109"/>
                  <a:gd name="connsiteY32" fmla="*/ 1471207 h 1481875"/>
                  <a:gd name="connsiteX33" fmla="*/ 162650 w 1041109"/>
                  <a:gd name="connsiteY33" fmla="*/ 1475397 h 1481875"/>
                  <a:gd name="connsiteX34" fmla="*/ 202020 w 1041109"/>
                  <a:gd name="connsiteY34" fmla="*/ 1193584 h 1481875"/>
                  <a:gd name="connsiteX35" fmla="*/ 69432 w 1041109"/>
                  <a:gd name="connsiteY35" fmla="*/ 1334428 h 1481875"/>
                  <a:gd name="connsiteX36" fmla="*/ 26887 w 1041109"/>
                  <a:gd name="connsiteY36" fmla="*/ 1467904 h 1481875"/>
                  <a:gd name="connsiteX37" fmla="*/ 979 w 1041109"/>
                  <a:gd name="connsiteY37" fmla="*/ 1478191 h 1481875"/>
                  <a:gd name="connsiteX38" fmla="*/ 108040 w 1041109"/>
                  <a:gd name="connsiteY38" fmla="*/ 1238034 h 1481875"/>
                  <a:gd name="connsiteX39" fmla="*/ 238342 w 1041109"/>
                  <a:gd name="connsiteY39" fmla="*/ 1146340 h 1481875"/>
                  <a:gd name="connsiteX40" fmla="*/ 112358 w 1041109"/>
                  <a:gd name="connsiteY40" fmla="*/ 1020738 h 1481875"/>
                  <a:gd name="connsiteX41" fmla="*/ 33745 w 1041109"/>
                  <a:gd name="connsiteY41" fmla="*/ 980097 h 1481875"/>
                  <a:gd name="connsiteX42" fmla="*/ 1868 w 1041109"/>
                  <a:gd name="connsiteY42" fmla="*/ 834302 h 1481875"/>
                  <a:gd name="connsiteX43" fmla="*/ 101563 w 1041109"/>
                  <a:gd name="connsiteY43" fmla="*/ 734226 h 1481875"/>
                  <a:gd name="connsiteX44" fmla="*/ 279617 w 1041109"/>
                  <a:gd name="connsiteY44" fmla="*/ 559854 h 1481875"/>
                  <a:gd name="connsiteX45" fmla="*/ 456782 w 1041109"/>
                  <a:gd name="connsiteY45" fmla="*/ 523786 h 1481875"/>
                  <a:gd name="connsiteX46" fmla="*/ 456782 w 1041109"/>
                  <a:gd name="connsiteY46" fmla="*/ 407835 h 1481875"/>
                  <a:gd name="connsiteX47" fmla="*/ 310478 w 1041109"/>
                  <a:gd name="connsiteY47" fmla="*/ 311061 h 1481875"/>
                  <a:gd name="connsiteX48" fmla="*/ 427699 w 1041109"/>
                  <a:gd name="connsiteY48" fmla="*/ 42711 h 1481875"/>
                  <a:gd name="connsiteX49" fmla="*/ 317209 w 1041109"/>
                  <a:gd name="connsiteY49" fmla="*/ 150026 h 1481875"/>
                  <a:gd name="connsiteX50" fmla="*/ 474689 w 1041109"/>
                  <a:gd name="connsiteY50" fmla="*/ 379260 h 1481875"/>
                  <a:gd name="connsiteX51" fmla="*/ 581623 w 1041109"/>
                  <a:gd name="connsiteY51" fmla="*/ 70142 h 1481875"/>
                  <a:gd name="connsiteX52" fmla="*/ 427699 w 1041109"/>
                  <a:gd name="connsiteY52" fmla="*/ 42711 h 1481875"/>
                  <a:gd name="connsiteX53" fmla="*/ 375121 w 1041109"/>
                  <a:gd name="connsiteY53" fmla="*/ 559601 h 1481875"/>
                  <a:gd name="connsiteX54" fmla="*/ 139282 w 1041109"/>
                  <a:gd name="connsiteY54" fmla="*/ 717461 h 1481875"/>
                  <a:gd name="connsiteX55" fmla="*/ 108802 w 1041109"/>
                  <a:gd name="connsiteY55" fmla="*/ 919646 h 1481875"/>
                  <a:gd name="connsiteX56" fmla="*/ 244057 w 1041109"/>
                  <a:gd name="connsiteY56" fmla="*/ 1118020 h 1481875"/>
                  <a:gd name="connsiteX57" fmla="*/ 473419 w 1041109"/>
                  <a:gd name="connsiteY57" fmla="*/ 1152436 h 1481875"/>
                  <a:gd name="connsiteX58" fmla="*/ 754978 w 1041109"/>
                  <a:gd name="connsiteY58" fmla="*/ 1090841 h 1481875"/>
                  <a:gd name="connsiteX59" fmla="*/ 842100 w 1041109"/>
                  <a:gd name="connsiteY59" fmla="*/ 799122 h 1481875"/>
                  <a:gd name="connsiteX60" fmla="*/ 661125 w 1041109"/>
                  <a:gd name="connsiteY60" fmla="*/ 586143 h 1481875"/>
                  <a:gd name="connsiteX61" fmla="*/ 375121 w 1041109"/>
                  <a:gd name="connsiteY61" fmla="*/ 559601 h 1481875"/>
                  <a:gd name="connsiteX62" fmla="*/ 96229 w 1041109"/>
                  <a:gd name="connsiteY62" fmla="*/ 993686 h 1481875"/>
                  <a:gd name="connsiteX63" fmla="*/ 88609 w 1041109"/>
                  <a:gd name="connsiteY63" fmla="*/ 763054 h 1481875"/>
                  <a:gd name="connsiteX64" fmla="*/ 96229 w 1041109"/>
                  <a:gd name="connsiteY64" fmla="*/ 993686 h 1481875"/>
                  <a:gd name="connsiteX65" fmla="*/ 862293 w 1041109"/>
                  <a:gd name="connsiteY65" fmla="*/ 762039 h 1481875"/>
                  <a:gd name="connsiteX66" fmla="*/ 860769 w 1041109"/>
                  <a:gd name="connsiteY66" fmla="*/ 998385 h 1481875"/>
                  <a:gd name="connsiteX67" fmla="*/ 862293 w 1041109"/>
                  <a:gd name="connsiteY67" fmla="*/ 762039 h 1481875"/>
                  <a:gd name="connsiteX68" fmla="*/ 898361 w 1041109"/>
                  <a:gd name="connsiteY68" fmla="*/ 1173138 h 1481875"/>
                  <a:gd name="connsiteX69" fmla="*/ 900139 w 1041109"/>
                  <a:gd name="connsiteY69" fmla="*/ 1312838 h 1481875"/>
                  <a:gd name="connsiteX70" fmla="*/ 1013423 w 1041109"/>
                  <a:gd name="connsiteY70" fmla="*/ 1243496 h 1481875"/>
                  <a:gd name="connsiteX71" fmla="*/ 898361 w 1041109"/>
                  <a:gd name="connsiteY71" fmla="*/ 1173138 h 1481875"/>
                  <a:gd name="connsiteX72" fmla="*/ 742278 w 1041109"/>
                  <a:gd name="connsiteY72" fmla="*/ 1190917 h 1481875"/>
                  <a:gd name="connsiteX73" fmla="*/ 777330 w 1041109"/>
                  <a:gd name="connsiteY73" fmla="*/ 1347382 h 1481875"/>
                  <a:gd name="connsiteX74" fmla="*/ 829527 w 1041109"/>
                  <a:gd name="connsiteY74" fmla="*/ 1245020 h 1481875"/>
                  <a:gd name="connsiteX75" fmla="*/ 742278 w 1041109"/>
                  <a:gd name="connsiteY75" fmla="*/ 1190917 h 1481875"/>
                  <a:gd name="connsiteX0" fmla="*/ 295634 w 1041109"/>
                  <a:gd name="connsiteY0" fmla="*/ 314187 h 1481875"/>
                  <a:gd name="connsiteX1" fmla="*/ 296508 w 1041109"/>
                  <a:gd name="connsiteY1" fmla="*/ 289853 h 1481875"/>
                  <a:gd name="connsiteX2" fmla="*/ 282538 w 1041109"/>
                  <a:gd name="connsiteY2" fmla="*/ 192062 h 1481875"/>
                  <a:gd name="connsiteX3" fmla="*/ 331941 w 1041109"/>
                  <a:gd name="connsiteY3" fmla="*/ 72301 h 1481875"/>
                  <a:gd name="connsiteX4" fmla="*/ 560287 w 1041109"/>
                  <a:gd name="connsiteY4" fmla="*/ 26454 h 1481875"/>
                  <a:gd name="connsiteX5" fmla="*/ 532728 w 1041109"/>
                  <a:gd name="connsiteY5" fmla="*/ 400089 h 1481875"/>
                  <a:gd name="connsiteX6" fmla="*/ 483325 w 1041109"/>
                  <a:gd name="connsiteY6" fmla="*/ 406947 h 1481875"/>
                  <a:gd name="connsiteX7" fmla="*/ 483071 w 1041109"/>
                  <a:gd name="connsiteY7" fmla="*/ 524548 h 1481875"/>
                  <a:gd name="connsiteX8" fmla="*/ 732372 w 1041109"/>
                  <a:gd name="connsiteY8" fmla="*/ 596177 h 1481875"/>
                  <a:gd name="connsiteX9" fmla="*/ 838925 w 1041109"/>
                  <a:gd name="connsiteY9" fmla="*/ 713905 h 1481875"/>
                  <a:gd name="connsiteX10" fmla="*/ 928714 w 1041109"/>
                  <a:gd name="connsiteY10" fmla="*/ 789090 h 1481875"/>
                  <a:gd name="connsiteX11" fmla="*/ 843751 w 1041109"/>
                  <a:gd name="connsiteY11" fmla="*/ 1023532 h 1481875"/>
                  <a:gd name="connsiteX12" fmla="*/ 825082 w 1041109"/>
                  <a:gd name="connsiteY12" fmla="*/ 1052488 h 1481875"/>
                  <a:gd name="connsiteX13" fmla="*/ 710655 w 1041109"/>
                  <a:gd name="connsiteY13" fmla="*/ 1144816 h 1481875"/>
                  <a:gd name="connsiteX14" fmla="*/ 834353 w 1041109"/>
                  <a:gd name="connsiteY14" fmla="*/ 1220001 h 1481875"/>
                  <a:gd name="connsiteX15" fmla="*/ 898361 w 1041109"/>
                  <a:gd name="connsiteY15" fmla="*/ 1146722 h 1481875"/>
                  <a:gd name="connsiteX16" fmla="*/ 998564 w 1041109"/>
                  <a:gd name="connsiteY16" fmla="*/ 1163485 h 1481875"/>
                  <a:gd name="connsiteX17" fmla="*/ 1041109 w 1041109"/>
                  <a:gd name="connsiteY17" fmla="*/ 1234097 h 1481875"/>
                  <a:gd name="connsiteX18" fmla="*/ 971386 w 1041109"/>
                  <a:gd name="connsiteY18" fmla="*/ 1471715 h 1481875"/>
                  <a:gd name="connsiteX19" fmla="*/ 948145 w 1041109"/>
                  <a:gd name="connsiteY19" fmla="*/ 1474382 h 1481875"/>
                  <a:gd name="connsiteX20" fmla="*/ 1001358 w 1041109"/>
                  <a:gd name="connsiteY20" fmla="*/ 1323886 h 1481875"/>
                  <a:gd name="connsiteX21" fmla="*/ 919189 w 1041109"/>
                  <a:gd name="connsiteY21" fmla="*/ 1343445 h 1481875"/>
                  <a:gd name="connsiteX22" fmla="*/ 835115 w 1041109"/>
                  <a:gd name="connsiteY22" fmla="*/ 1283628 h 1481875"/>
                  <a:gd name="connsiteX23" fmla="*/ 781775 w 1041109"/>
                  <a:gd name="connsiteY23" fmla="*/ 1468413 h 1481875"/>
                  <a:gd name="connsiteX24" fmla="*/ 779743 w 1041109"/>
                  <a:gd name="connsiteY24" fmla="*/ 1481875 h 1481875"/>
                  <a:gd name="connsiteX25" fmla="*/ 764630 w 1041109"/>
                  <a:gd name="connsiteY25" fmla="*/ 1466634 h 1481875"/>
                  <a:gd name="connsiteX26" fmla="*/ 753327 w 1041109"/>
                  <a:gd name="connsiteY26" fmla="*/ 1379513 h 1481875"/>
                  <a:gd name="connsiteX27" fmla="*/ 716497 w 1041109"/>
                  <a:gd name="connsiteY27" fmla="*/ 1195363 h 1481875"/>
                  <a:gd name="connsiteX28" fmla="*/ 709512 w 1041109"/>
                  <a:gd name="connsiteY28" fmla="*/ 1171995 h 1481875"/>
                  <a:gd name="connsiteX29" fmla="*/ 537935 w 1041109"/>
                  <a:gd name="connsiteY29" fmla="*/ 1175804 h 1481875"/>
                  <a:gd name="connsiteX30" fmla="*/ 273648 w 1041109"/>
                  <a:gd name="connsiteY30" fmla="*/ 1168439 h 1481875"/>
                  <a:gd name="connsiteX31" fmla="*/ 233516 w 1041109"/>
                  <a:gd name="connsiteY31" fmla="*/ 1191679 h 1481875"/>
                  <a:gd name="connsiteX32" fmla="*/ 187415 w 1041109"/>
                  <a:gd name="connsiteY32" fmla="*/ 1471207 h 1481875"/>
                  <a:gd name="connsiteX33" fmla="*/ 162650 w 1041109"/>
                  <a:gd name="connsiteY33" fmla="*/ 1475397 h 1481875"/>
                  <a:gd name="connsiteX34" fmla="*/ 202020 w 1041109"/>
                  <a:gd name="connsiteY34" fmla="*/ 1193584 h 1481875"/>
                  <a:gd name="connsiteX35" fmla="*/ 69432 w 1041109"/>
                  <a:gd name="connsiteY35" fmla="*/ 1334428 h 1481875"/>
                  <a:gd name="connsiteX36" fmla="*/ 26887 w 1041109"/>
                  <a:gd name="connsiteY36" fmla="*/ 1467904 h 1481875"/>
                  <a:gd name="connsiteX37" fmla="*/ 979 w 1041109"/>
                  <a:gd name="connsiteY37" fmla="*/ 1478191 h 1481875"/>
                  <a:gd name="connsiteX38" fmla="*/ 108040 w 1041109"/>
                  <a:gd name="connsiteY38" fmla="*/ 1238034 h 1481875"/>
                  <a:gd name="connsiteX39" fmla="*/ 238342 w 1041109"/>
                  <a:gd name="connsiteY39" fmla="*/ 1146340 h 1481875"/>
                  <a:gd name="connsiteX40" fmla="*/ 112358 w 1041109"/>
                  <a:gd name="connsiteY40" fmla="*/ 1020738 h 1481875"/>
                  <a:gd name="connsiteX41" fmla="*/ 33745 w 1041109"/>
                  <a:gd name="connsiteY41" fmla="*/ 980097 h 1481875"/>
                  <a:gd name="connsiteX42" fmla="*/ 1868 w 1041109"/>
                  <a:gd name="connsiteY42" fmla="*/ 834302 h 1481875"/>
                  <a:gd name="connsiteX43" fmla="*/ 101563 w 1041109"/>
                  <a:gd name="connsiteY43" fmla="*/ 734226 h 1481875"/>
                  <a:gd name="connsiteX44" fmla="*/ 279617 w 1041109"/>
                  <a:gd name="connsiteY44" fmla="*/ 559854 h 1481875"/>
                  <a:gd name="connsiteX45" fmla="*/ 456782 w 1041109"/>
                  <a:gd name="connsiteY45" fmla="*/ 523786 h 1481875"/>
                  <a:gd name="connsiteX46" fmla="*/ 456782 w 1041109"/>
                  <a:gd name="connsiteY46" fmla="*/ 407835 h 1481875"/>
                  <a:gd name="connsiteX47" fmla="*/ 310478 w 1041109"/>
                  <a:gd name="connsiteY47" fmla="*/ 311061 h 1481875"/>
                  <a:gd name="connsiteX48" fmla="*/ 427699 w 1041109"/>
                  <a:gd name="connsiteY48" fmla="*/ 42711 h 1481875"/>
                  <a:gd name="connsiteX49" fmla="*/ 317209 w 1041109"/>
                  <a:gd name="connsiteY49" fmla="*/ 150026 h 1481875"/>
                  <a:gd name="connsiteX50" fmla="*/ 474689 w 1041109"/>
                  <a:gd name="connsiteY50" fmla="*/ 379260 h 1481875"/>
                  <a:gd name="connsiteX51" fmla="*/ 427699 w 1041109"/>
                  <a:gd name="connsiteY51" fmla="*/ 42711 h 1481875"/>
                  <a:gd name="connsiteX52" fmla="*/ 375121 w 1041109"/>
                  <a:gd name="connsiteY52" fmla="*/ 559601 h 1481875"/>
                  <a:gd name="connsiteX53" fmla="*/ 139282 w 1041109"/>
                  <a:gd name="connsiteY53" fmla="*/ 717461 h 1481875"/>
                  <a:gd name="connsiteX54" fmla="*/ 108802 w 1041109"/>
                  <a:gd name="connsiteY54" fmla="*/ 919646 h 1481875"/>
                  <a:gd name="connsiteX55" fmla="*/ 244057 w 1041109"/>
                  <a:gd name="connsiteY55" fmla="*/ 1118020 h 1481875"/>
                  <a:gd name="connsiteX56" fmla="*/ 473419 w 1041109"/>
                  <a:gd name="connsiteY56" fmla="*/ 1152436 h 1481875"/>
                  <a:gd name="connsiteX57" fmla="*/ 754978 w 1041109"/>
                  <a:gd name="connsiteY57" fmla="*/ 1090841 h 1481875"/>
                  <a:gd name="connsiteX58" fmla="*/ 842100 w 1041109"/>
                  <a:gd name="connsiteY58" fmla="*/ 799122 h 1481875"/>
                  <a:gd name="connsiteX59" fmla="*/ 661125 w 1041109"/>
                  <a:gd name="connsiteY59" fmla="*/ 586143 h 1481875"/>
                  <a:gd name="connsiteX60" fmla="*/ 375121 w 1041109"/>
                  <a:gd name="connsiteY60" fmla="*/ 559601 h 1481875"/>
                  <a:gd name="connsiteX61" fmla="*/ 96229 w 1041109"/>
                  <a:gd name="connsiteY61" fmla="*/ 993686 h 1481875"/>
                  <a:gd name="connsiteX62" fmla="*/ 88609 w 1041109"/>
                  <a:gd name="connsiteY62" fmla="*/ 763054 h 1481875"/>
                  <a:gd name="connsiteX63" fmla="*/ 96229 w 1041109"/>
                  <a:gd name="connsiteY63" fmla="*/ 993686 h 1481875"/>
                  <a:gd name="connsiteX64" fmla="*/ 862293 w 1041109"/>
                  <a:gd name="connsiteY64" fmla="*/ 762039 h 1481875"/>
                  <a:gd name="connsiteX65" fmla="*/ 860769 w 1041109"/>
                  <a:gd name="connsiteY65" fmla="*/ 998385 h 1481875"/>
                  <a:gd name="connsiteX66" fmla="*/ 862293 w 1041109"/>
                  <a:gd name="connsiteY66" fmla="*/ 762039 h 1481875"/>
                  <a:gd name="connsiteX67" fmla="*/ 898361 w 1041109"/>
                  <a:gd name="connsiteY67" fmla="*/ 1173138 h 1481875"/>
                  <a:gd name="connsiteX68" fmla="*/ 900139 w 1041109"/>
                  <a:gd name="connsiteY68" fmla="*/ 1312838 h 1481875"/>
                  <a:gd name="connsiteX69" fmla="*/ 1013423 w 1041109"/>
                  <a:gd name="connsiteY69" fmla="*/ 1243496 h 1481875"/>
                  <a:gd name="connsiteX70" fmla="*/ 898361 w 1041109"/>
                  <a:gd name="connsiteY70" fmla="*/ 1173138 h 1481875"/>
                  <a:gd name="connsiteX71" fmla="*/ 742278 w 1041109"/>
                  <a:gd name="connsiteY71" fmla="*/ 1190917 h 1481875"/>
                  <a:gd name="connsiteX72" fmla="*/ 777330 w 1041109"/>
                  <a:gd name="connsiteY72" fmla="*/ 1347382 h 1481875"/>
                  <a:gd name="connsiteX73" fmla="*/ 829527 w 1041109"/>
                  <a:gd name="connsiteY73" fmla="*/ 1245020 h 1481875"/>
                  <a:gd name="connsiteX74" fmla="*/ 742278 w 1041109"/>
                  <a:gd name="connsiteY74" fmla="*/ 1190917 h 1481875"/>
                  <a:gd name="connsiteX0" fmla="*/ 295634 w 1041109"/>
                  <a:gd name="connsiteY0" fmla="*/ 271476 h 1439164"/>
                  <a:gd name="connsiteX1" fmla="*/ 296508 w 1041109"/>
                  <a:gd name="connsiteY1" fmla="*/ 247142 h 1439164"/>
                  <a:gd name="connsiteX2" fmla="*/ 282538 w 1041109"/>
                  <a:gd name="connsiteY2" fmla="*/ 149351 h 1439164"/>
                  <a:gd name="connsiteX3" fmla="*/ 331941 w 1041109"/>
                  <a:gd name="connsiteY3" fmla="*/ 29590 h 1439164"/>
                  <a:gd name="connsiteX4" fmla="*/ 532728 w 1041109"/>
                  <a:gd name="connsiteY4" fmla="*/ 357378 h 1439164"/>
                  <a:gd name="connsiteX5" fmla="*/ 483325 w 1041109"/>
                  <a:gd name="connsiteY5" fmla="*/ 364236 h 1439164"/>
                  <a:gd name="connsiteX6" fmla="*/ 483071 w 1041109"/>
                  <a:gd name="connsiteY6" fmla="*/ 481837 h 1439164"/>
                  <a:gd name="connsiteX7" fmla="*/ 732372 w 1041109"/>
                  <a:gd name="connsiteY7" fmla="*/ 553466 h 1439164"/>
                  <a:gd name="connsiteX8" fmla="*/ 838925 w 1041109"/>
                  <a:gd name="connsiteY8" fmla="*/ 671194 h 1439164"/>
                  <a:gd name="connsiteX9" fmla="*/ 928714 w 1041109"/>
                  <a:gd name="connsiteY9" fmla="*/ 746379 h 1439164"/>
                  <a:gd name="connsiteX10" fmla="*/ 843751 w 1041109"/>
                  <a:gd name="connsiteY10" fmla="*/ 980821 h 1439164"/>
                  <a:gd name="connsiteX11" fmla="*/ 825082 w 1041109"/>
                  <a:gd name="connsiteY11" fmla="*/ 1009777 h 1439164"/>
                  <a:gd name="connsiteX12" fmla="*/ 710655 w 1041109"/>
                  <a:gd name="connsiteY12" fmla="*/ 1102105 h 1439164"/>
                  <a:gd name="connsiteX13" fmla="*/ 834353 w 1041109"/>
                  <a:gd name="connsiteY13" fmla="*/ 1177290 h 1439164"/>
                  <a:gd name="connsiteX14" fmla="*/ 898361 w 1041109"/>
                  <a:gd name="connsiteY14" fmla="*/ 1104011 h 1439164"/>
                  <a:gd name="connsiteX15" fmla="*/ 998564 w 1041109"/>
                  <a:gd name="connsiteY15" fmla="*/ 1120774 h 1439164"/>
                  <a:gd name="connsiteX16" fmla="*/ 1041109 w 1041109"/>
                  <a:gd name="connsiteY16" fmla="*/ 1191386 h 1439164"/>
                  <a:gd name="connsiteX17" fmla="*/ 971386 w 1041109"/>
                  <a:gd name="connsiteY17" fmla="*/ 1429004 h 1439164"/>
                  <a:gd name="connsiteX18" fmla="*/ 948145 w 1041109"/>
                  <a:gd name="connsiteY18" fmla="*/ 1431671 h 1439164"/>
                  <a:gd name="connsiteX19" fmla="*/ 1001358 w 1041109"/>
                  <a:gd name="connsiteY19" fmla="*/ 1281175 h 1439164"/>
                  <a:gd name="connsiteX20" fmla="*/ 919189 w 1041109"/>
                  <a:gd name="connsiteY20" fmla="*/ 1300734 h 1439164"/>
                  <a:gd name="connsiteX21" fmla="*/ 835115 w 1041109"/>
                  <a:gd name="connsiteY21" fmla="*/ 1240917 h 1439164"/>
                  <a:gd name="connsiteX22" fmla="*/ 781775 w 1041109"/>
                  <a:gd name="connsiteY22" fmla="*/ 1425702 h 1439164"/>
                  <a:gd name="connsiteX23" fmla="*/ 779743 w 1041109"/>
                  <a:gd name="connsiteY23" fmla="*/ 1439164 h 1439164"/>
                  <a:gd name="connsiteX24" fmla="*/ 764630 w 1041109"/>
                  <a:gd name="connsiteY24" fmla="*/ 1423923 h 1439164"/>
                  <a:gd name="connsiteX25" fmla="*/ 753327 w 1041109"/>
                  <a:gd name="connsiteY25" fmla="*/ 1336802 h 1439164"/>
                  <a:gd name="connsiteX26" fmla="*/ 716497 w 1041109"/>
                  <a:gd name="connsiteY26" fmla="*/ 1152652 h 1439164"/>
                  <a:gd name="connsiteX27" fmla="*/ 709512 w 1041109"/>
                  <a:gd name="connsiteY27" fmla="*/ 1129284 h 1439164"/>
                  <a:gd name="connsiteX28" fmla="*/ 537935 w 1041109"/>
                  <a:gd name="connsiteY28" fmla="*/ 1133093 h 1439164"/>
                  <a:gd name="connsiteX29" fmla="*/ 273648 w 1041109"/>
                  <a:gd name="connsiteY29" fmla="*/ 1125728 h 1439164"/>
                  <a:gd name="connsiteX30" fmla="*/ 233516 w 1041109"/>
                  <a:gd name="connsiteY30" fmla="*/ 1148968 h 1439164"/>
                  <a:gd name="connsiteX31" fmla="*/ 187415 w 1041109"/>
                  <a:gd name="connsiteY31" fmla="*/ 1428496 h 1439164"/>
                  <a:gd name="connsiteX32" fmla="*/ 162650 w 1041109"/>
                  <a:gd name="connsiteY32" fmla="*/ 1432686 h 1439164"/>
                  <a:gd name="connsiteX33" fmla="*/ 202020 w 1041109"/>
                  <a:gd name="connsiteY33" fmla="*/ 1150873 h 1439164"/>
                  <a:gd name="connsiteX34" fmla="*/ 69432 w 1041109"/>
                  <a:gd name="connsiteY34" fmla="*/ 1291717 h 1439164"/>
                  <a:gd name="connsiteX35" fmla="*/ 26887 w 1041109"/>
                  <a:gd name="connsiteY35" fmla="*/ 1425193 h 1439164"/>
                  <a:gd name="connsiteX36" fmla="*/ 979 w 1041109"/>
                  <a:gd name="connsiteY36" fmla="*/ 1435480 h 1439164"/>
                  <a:gd name="connsiteX37" fmla="*/ 108040 w 1041109"/>
                  <a:gd name="connsiteY37" fmla="*/ 1195323 h 1439164"/>
                  <a:gd name="connsiteX38" fmla="*/ 238342 w 1041109"/>
                  <a:gd name="connsiteY38" fmla="*/ 1103629 h 1439164"/>
                  <a:gd name="connsiteX39" fmla="*/ 112358 w 1041109"/>
                  <a:gd name="connsiteY39" fmla="*/ 978027 h 1439164"/>
                  <a:gd name="connsiteX40" fmla="*/ 33745 w 1041109"/>
                  <a:gd name="connsiteY40" fmla="*/ 937386 h 1439164"/>
                  <a:gd name="connsiteX41" fmla="*/ 1868 w 1041109"/>
                  <a:gd name="connsiteY41" fmla="*/ 791591 h 1439164"/>
                  <a:gd name="connsiteX42" fmla="*/ 101563 w 1041109"/>
                  <a:gd name="connsiteY42" fmla="*/ 691515 h 1439164"/>
                  <a:gd name="connsiteX43" fmla="*/ 279617 w 1041109"/>
                  <a:gd name="connsiteY43" fmla="*/ 517143 h 1439164"/>
                  <a:gd name="connsiteX44" fmla="*/ 456782 w 1041109"/>
                  <a:gd name="connsiteY44" fmla="*/ 481075 h 1439164"/>
                  <a:gd name="connsiteX45" fmla="*/ 456782 w 1041109"/>
                  <a:gd name="connsiteY45" fmla="*/ 365124 h 1439164"/>
                  <a:gd name="connsiteX46" fmla="*/ 310478 w 1041109"/>
                  <a:gd name="connsiteY46" fmla="*/ 268350 h 1439164"/>
                  <a:gd name="connsiteX47" fmla="*/ 427699 w 1041109"/>
                  <a:gd name="connsiteY47" fmla="*/ 0 h 1439164"/>
                  <a:gd name="connsiteX48" fmla="*/ 317209 w 1041109"/>
                  <a:gd name="connsiteY48" fmla="*/ 107315 h 1439164"/>
                  <a:gd name="connsiteX49" fmla="*/ 474689 w 1041109"/>
                  <a:gd name="connsiteY49" fmla="*/ 336549 h 1439164"/>
                  <a:gd name="connsiteX50" fmla="*/ 427699 w 1041109"/>
                  <a:gd name="connsiteY50" fmla="*/ 0 h 1439164"/>
                  <a:gd name="connsiteX51" fmla="*/ 375121 w 1041109"/>
                  <a:gd name="connsiteY51" fmla="*/ 516890 h 1439164"/>
                  <a:gd name="connsiteX52" fmla="*/ 139282 w 1041109"/>
                  <a:gd name="connsiteY52" fmla="*/ 674750 h 1439164"/>
                  <a:gd name="connsiteX53" fmla="*/ 108802 w 1041109"/>
                  <a:gd name="connsiteY53" fmla="*/ 876935 h 1439164"/>
                  <a:gd name="connsiteX54" fmla="*/ 244057 w 1041109"/>
                  <a:gd name="connsiteY54" fmla="*/ 1075309 h 1439164"/>
                  <a:gd name="connsiteX55" fmla="*/ 473419 w 1041109"/>
                  <a:gd name="connsiteY55" fmla="*/ 1109725 h 1439164"/>
                  <a:gd name="connsiteX56" fmla="*/ 754978 w 1041109"/>
                  <a:gd name="connsiteY56" fmla="*/ 1048130 h 1439164"/>
                  <a:gd name="connsiteX57" fmla="*/ 842100 w 1041109"/>
                  <a:gd name="connsiteY57" fmla="*/ 756411 h 1439164"/>
                  <a:gd name="connsiteX58" fmla="*/ 661125 w 1041109"/>
                  <a:gd name="connsiteY58" fmla="*/ 543432 h 1439164"/>
                  <a:gd name="connsiteX59" fmla="*/ 375121 w 1041109"/>
                  <a:gd name="connsiteY59" fmla="*/ 516890 h 1439164"/>
                  <a:gd name="connsiteX60" fmla="*/ 96229 w 1041109"/>
                  <a:gd name="connsiteY60" fmla="*/ 950975 h 1439164"/>
                  <a:gd name="connsiteX61" fmla="*/ 88609 w 1041109"/>
                  <a:gd name="connsiteY61" fmla="*/ 720343 h 1439164"/>
                  <a:gd name="connsiteX62" fmla="*/ 96229 w 1041109"/>
                  <a:gd name="connsiteY62" fmla="*/ 950975 h 1439164"/>
                  <a:gd name="connsiteX63" fmla="*/ 862293 w 1041109"/>
                  <a:gd name="connsiteY63" fmla="*/ 719328 h 1439164"/>
                  <a:gd name="connsiteX64" fmla="*/ 860769 w 1041109"/>
                  <a:gd name="connsiteY64" fmla="*/ 955674 h 1439164"/>
                  <a:gd name="connsiteX65" fmla="*/ 862293 w 1041109"/>
                  <a:gd name="connsiteY65" fmla="*/ 719328 h 1439164"/>
                  <a:gd name="connsiteX66" fmla="*/ 898361 w 1041109"/>
                  <a:gd name="connsiteY66" fmla="*/ 1130427 h 1439164"/>
                  <a:gd name="connsiteX67" fmla="*/ 900139 w 1041109"/>
                  <a:gd name="connsiteY67" fmla="*/ 1270127 h 1439164"/>
                  <a:gd name="connsiteX68" fmla="*/ 1013423 w 1041109"/>
                  <a:gd name="connsiteY68" fmla="*/ 1200785 h 1439164"/>
                  <a:gd name="connsiteX69" fmla="*/ 898361 w 1041109"/>
                  <a:gd name="connsiteY69" fmla="*/ 1130427 h 1439164"/>
                  <a:gd name="connsiteX70" fmla="*/ 742278 w 1041109"/>
                  <a:gd name="connsiteY70" fmla="*/ 1148206 h 1439164"/>
                  <a:gd name="connsiteX71" fmla="*/ 777330 w 1041109"/>
                  <a:gd name="connsiteY71" fmla="*/ 1304671 h 1439164"/>
                  <a:gd name="connsiteX72" fmla="*/ 829527 w 1041109"/>
                  <a:gd name="connsiteY72" fmla="*/ 1202309 h 1439164"/>
                  <a:gd name="connsiteX73" fmla="*/ 742278 w 1041109"/>
                  <a:gd name="connsiteY73" fmla="*/ 1148206 h 1439164"/>
                  <a:gd name="connsiteX0" fmla="*/ 295634 w 1041109"/>
                  <a:gd name="connsiteY0" fmla="*/ 271476 h 1439164"/>
                  <a:gd name="connsiteX1" fmla="*/ 296508 w 1041109"/>
                  <a:gd name="connsiteY1" fmla="*/ 247142 h 1439164"/>
                  <a:gd name="connsiteX2" fmla="*/ 282538 w 1041109"/>
                  <a:gd name="connsiteY2" fmla="*/ 149351 h 1439164"/>
                  <a:gd name="connsiteX3" fmla="*/ 331941 w 1041109"/>
                  <a:gd name="connsiteY3" fmla="*/ 29590 h 1439164"/>
                  <a:gd name="connsiteX4" fmla="*/ 532728 w 1041109"/>
                  <a:gd name="connsiteY4" fmla="*/ 357378 h 1439164"/>
                  <a:gd name="connsiteX5" fmla="*/ 483325 w 1041109"/>
                  <a:gd name="connsiteY5" fmla="*/ 364236 h 1439164"/>
                  <a:gd name="connsiteX6" fmla="*/ 483071 w 1041109"/>
                  <a:gd name="connsiteY6" fmla="*/ 481837 h 1439164"/>
                  <a:gd name="connsiteX7" fmla="*/ 732372 w 1041109"/>
                  <a:gd name="connsiteY7" fmla="*/ 553466 h 1439164"/>
                  <a:gd name="connsiteX8" fmla="*/ 838925 w 1041109"/>
                  <a:gd name="connsiteY8" fmla="*/ 671194 h 1439164"/>
                  <a:gd name="connsiteX9" fmla="*/ 928714 w 1041109"/>
                  <a:gd name="connsiteY9" fmla="*/ 746379 h 1439164"/>
                  <a:gd name="connsiteX10" fmla="*/ 843751 w 1041109"/>
                  <a:gd name="connsiteY10" fmla="*/ 980821 h 1439164"/>
                  <a:gd name="connsiteX11" fmla="*/ 825082 w 1041109"/>
                  <a:gd name="connsiteY11" fmla="*/ 1009777 h 1439164"/>
                  <a:gd name="connsiteX12" fmla="*/ 710655 w 1041109"/>
                  <a:gd name="connsiteY12" fmla="*/ 1102105 h 1439164"/>
                  <a:gd name="connsiteX13" fmla="*/ 834353 w 1041109"/>
                  <a:gd name="connsiteY13" fmla="*/ 1177290 h 1439164"/>
                  <a:gd name="connsiteX14" fmla="*/ 898361 w 1041109"/>
                  <a:gd name="connsiteY14" fmla="*/ 1104011 h 1439164"/>
                  <a:gd name="connsiteX15" fmla="*/ 998564 w 1041109"/>
                  <a:gd name="connsiteY15" fmla="*/ 1120774 h 1439164"/>
                  <a:gd name="connsiteX16" fmla="*/ 1041109 w 1041109"/>
                  <a:gd name="connsiteY16" fmla="*/ 1191386 h 1439164"/>
                  <a:gd name="connsiteX17" fmla="*/ 971386 w 1041109"/>
                  <a:gd name="connsiteY17" fmla="*/ 1429004 h 1439164"/>
                  <a:gd name="connsiteX18" fmla="*/ 948145 w 1041109"/>
                  <a:gd name="connsiteY18" fmla="*/ 1431671 h 1439164"/>
                  <a:gd name="connsiteX19" fmla="*/ 1001358 w 1041109"/>
                  <a:gd name="connsiteY19" fmla="*/ 1281175 h 1439164"/>
                  <a:gd name="connsiteX20" fmla="*/ 919189 w 1041109"/>
                  <a:gd name="connsiteY20" fmla="*/ 1300734 h 1439164"/>
                  <a:gd name="connsiteX21" fmla="*/ 835115 w 1041109"/>
                  <a:gd name="connsiteY21" fmla="*/ 1240917 h 1439164"/>
                  <a:gd name="connsiteX22" fmla="*/ 781775 w 1041109"/>
                  <a:gd name="connsiteY22" fmla="*/ 1425702 h 1439164"/>
                  <a:gd name="connsiteX23" fmla="*/ 779743 w 1041109"/>
                  <a:gd name="connsiteY23" fmla="*/ 1439164 h 1439164"/>
                  <a:gd name="connsiteX24" fmla="*/ 764630 w 1041109"/>
                  <a:gd name="connsiteY24" fmla="*/ 1423923 h 1439164"/>
                  <a:gd name="connsiteX25" fmla="*/ 753327 w 1041109"/>
                  <a:gd name="connsiteY25" fmla="*/ 1336802 h 1439164"/>
                  <a:gd name="connsiteX26" fmla="*/ 716497 w 1041109"/>
                  <a:gd name="connsiteY26" fmla="*/ 1152652 h 1439164"/>
                  <a:gd name="connsiteX27" fmla="*/ 709512 w 1041109"/>
                  <a:gd name="connsiteY27" fmla="*/ 1129284 h 1439164"/>
                  <a:gd name="connsiteX28" fmla="*/ 537935 w 1041109"/>
                  <a:gd name="connsiteY28" fmla="*/ 1133093 h 1439164"/>
                  <a:gd name="connsiteX29" fmla="*/ 273648 w 1041109"/>
                  <a:gd name="connsiteY29" fmla="*/ 1125728 h 1439164"/>
                  <a:gd name="connsiteX30" fmla="*/ 233516 w 1041109"/>
                  <a:gd name="connsiteY30" fmla="*/ 1148968 h 1439164"/>
                  <a:gd name="connsiteX31" fmla="*/ 187415 w 1041109"/>
                  <a:gd name="connsiteY31" fmla="*/ 1428496 h 1439164"/>
                  <a:gd name="connsiteX32" fmla="*/ 162650 w 1041109"/>
                  <a:gd name="connsiteY32" fmla="*/ 1432686 h 1439164"/>
                  <a:gd name="connsiteX33" fmla="*/ 202020 w 1041109"/>
                  <a:gd name="connsiteY33" fmla="*/ 1150873 h 1439164"/>
                  <a:gd name="connsiteX34" fmla="*/ 69432 w 1041109"/>
                  <a:gd name="connsiteY34" fmla="*/ 1291717 h 1439164"/>
                  <a:gd name="connsiteX35" fmla="*/ 26887 w 1041109"/>
                  <a:gd name="connsiteY35" fmla="*/ 1425193 h 1439164"/>
                  <a:gd name="connsiteX36" fmla="*/ 979 w 1041109"/>
                  <a:gd name="connsiteY36" fmla="*/ 1435480 h 1439164"/>
                  <a:gd name="connsiteX37" fmla="*/ 108040 w 1041109"/>
                  <a:gd name="connsiteY37" fmla="*/ 1195323 h 1439164"/>
                  <a:gd name="connsiteX38" fmla="*/ 238342 w 1041109"/>
                  <a:gd name="connsiteY38" fmla="*/ 1103629 h 1439164"/>
                  <a:gd name="connsiteX39" fmla="*/ 112358 w 1041109"/>
                  <a:gd name="connsiteY39" fmla="*/ 978027 h 1439164"/>
                  <a:gd name="connsiteX40" fmla="*/ 33745 w 1041109"/>
                  <a:gd name="connsiteY40" fmla="*/ 937386 h 1439164"/>
                  <a:gd name="connsiteX41" fmla="*/ 1868 w 1041109"/>
                  <a:gd name="connsiteY41" fmla="*/ 791591 h 1439164"/>
                  <a:gd name="connsiteX42" fmla="*/ 101563 w 1041109"/>
                  <a:gd name="connsiteY42" fmla="*/ 691515 h 1439164"/>
                  <a:gd name="connsiteX43" fmla="*/ 279617 w 1041109"/>
                  <a:gd name="connsiteY43" fmla="*/ 517143 h 1439164"/>
                  <a:gd name="connsiteX44" fmla="*/ 456782 w 1041109"/>
                  <a:gd name="connsiteY44" fmla="*/ 481075 h 1439164"/>
                  <a:gd name="connsiteX45" fmla="*/ 456782 w 1041109"/>
                  <a:gd name="connsiteY45" fmla="*/ 365124 h 1439164"/>
                  <a:gd name="connsiteX46" fmla="*/ 310478 w 1041109"/>
                  <a:gd name="connsiteY46" fmla="*/ 268350 h 1439164"/>
                  <a:gd name="connsiteX47" fmla="*/ 427699 w 1041109"/>
                  <a:gd name="connsiteY47" fmla="*/ 0 h 1439164"/>
                  <a:gd name="connsiteX48" fmla="*/ 317209 w 1041109"/>
                  <a:gd name="connsiteY48" fmla="*/ 107315 h 1439164"/>
                  <a:gd name="connsiteX49" fmla="*/ 474689 w 1041109"/>
                  <a:gd name="connsiteY49" fmla="*/ 336549 h 1439164"/>
                  <a:gd name="connsiteX50" fmla="*/ 375121 w 1041109"/>
                  <a:gd name="connsiteY50" fmla="*/ 516890 h 1439164"/>
                  <a:gd name="connsiteX51" fmla="*/ 139282 w 1041109"/>
                  <a:gd name="connsiteY51" fmla="*/ 674750 h 1439164"/>
                  <a:gd name="connsiteX52" fmla="*/ 108802 w 1041109"/>
                  <a:gd name="connsiteY52" fmla="*/ 876935 h 1439164"/>
                  <a:gd name="connsiteX53" fmla="*/ 244057 w 1041109"/>
                  <a:gd name="connsiteY53" fmla="*/ 1075309 h 1439164"/>
                  <a:gd name="connsiteX54" fmla="*/ 473419 w 1041109"/>
                  <a:gd name="connsiteY54" fmla="*/ 1109725 h 1439164"/>
                  <a:gd name="connsiteX55" fmla="*/ 754978 w 1041109"/>
                  <a:gd name="connsiteY55" fmla="*/ 1048130 h 1439164"/>
                  <a:gd name="connsiteX56" fmla="*/ 842100 w 1041109"/>
                  <a:gd name="connsiteY56" fmla="*/ 756411 h 1439164"/>
                  <a:gd name="connsiteX57" fmla="*/ 661125 w 1041109"/>
                  <a:gd name="connsiteY57" fmla="*/ 543432 h 1439164"/>
                  <a:gd name="connsiteX58" fmla="*/ 375121 w 1041109"/>
                  <a:gd name="connsiteY58" fmla="*/ 516890 h 1439164"/>
                  <a:gd name="connsiteX59" fmla="*/ 96229 w 1041109"/>
                  <a:gd name="connsiteY59" fmla="*/ 950975 h 1439164"/>
                  <a:gd name="connsiteX60" fmla="*/ 88609 w 1041109"/>
                  <a:gd name="connsiteY60" fmla="*/ 720343 h 1439164"/>
                  <a:gd name="connsiteX61" fmla="*/ 96229 w 1041109"/>
                  <a:gd name="connsiteY61" fmla="*/ 950975 h 1439164"/>
                  <a:gd name="connsiteX62" fmla="*/ 862293 w 1041109"/>
                  <a:gd name="connsiteY62" fmla="*/ 719328 h 1439164"/>
                  <a:gd name="connsiteX63" fmla="*/ 860769 w 1041109"/>
                  <a:gd name="connsiteY63" fmla="*/ 955674 h 1439164"/>
                  <a:gd name="connsiteX64" fmla="*/ 862293 w 1041109"/>
                  <a:gd name="connsiteY64" fmla="*/ 719328 h 1439164"/>
                  <a:gd name="connsiteX65" fmla="*/ 898361 w 1041109"/>
                  <a:gd name="connsiteY65" fmla="*/ 1130427 h 1439164"/>
                  <a:gd name="connsiteX66" fmla="*/ 900139 w 1041109"/>
                  <a:gd name="connsiteY66" fmla="*/ 1270127 h 1439164"/>
                  <a:gd name="connsiteX67" fmla="*/ 1013423 w 1041109"/>
                  <a:gd name="connsiteY67" fmla="*/ 1200785 h 1439164"/>
                  <a:gd name="connsiteX68" fmla="*/ 898361 w 1041109"/>
                  <a:gd name="connsiteY68" fmla="*/ 1130427 h 1439164"/>
                  <a:gd name="connsiteX69" fmla="*/ 742278 w 1041109"/>
                  <a:gd name="connsiteY69" fmla="*/ 1148206 h 1439164"/>
                  <a:gd name="connsiteX70" fmla="*/ 777330 w 1041109"/>
                  <a:gd name="connsiteY70" fmla="*/ 1304671 h 1439164"/>
                  <a:gd name="connsiteX71" fmla="*/ 829527 w 1041109"/>
                  <a:gd name="connsiteY71" fmla="*/ 1202309 h 1439164"/>
                  <a:gd name="connsiteX72" fmla="*/ 742278 w 1041109"/>
                  <a:gd name="connsiteY72" fmla="*/ 1148206 h 1439164"/>
                  <a:gd name="connsiteX0" fmla="*/ 295634 w 1041109"/>
                  <a:gd name="connsiteY0" fmla="*/ 241886 h 1409574"/>
                  <a:gd name="connsiteX1" fmla="*/ 296508 w 1041109"/>
                  <a:gd name="connsiteY1" fmla="*/ 217552 h 1409574"/>
                  <a:gd name="connsiteX2" fmla="*/ 282538 w 1041109"/>
                  <a:gd name="connsiteY2" fmla="*/ 119761 h 1409574"/>
                  <a:gd name="connsiteX3" fmla="*/ 331941 w 1041109"/>
                  <a:gd name="connsiteY3" fmla="*/ 0 h 1409574"/>
                  <a:gd name="connsiteX4" fmla="*/ 532728 w 1041109"/>
                  <a:gd name="connsiteY4" fmla="*/ 327788 h 1409574"/>
                  <a:gd name="connsiteX5" fmla="*/ 483325 w 1041109"/>
                  <a:gd name="connsiteY5" fmla="*/ 334646 h 1409574"/>
                  <a:gd name="connsiteX6" fmla="*/ 483071 w 1041109"/>
                  <a:gd name="connsiteY6" fmla="*/ 452247 h 1409574"/>
                  <a:gd name="connsiteX7" fmla="*/ 732372 w 1041109"/>
                  <a:gd name="connsiteY7" fmla="*/ 523876 h 1409574"/>
                  <a:gd name="connsiteX8" fmla="*/ 838925 w 1041109"/>
                  <a:gd name="connsiteY8" fmla="*/ 641604 h 1409574"/>
                  <a:gd name="connsiteX9" fmla="*/ 928714 w 1041109"/>
                  <a:gd name="connsiteY9" fmla="*/ 716789 h 1409574"/>
                  <a:gd name="connsiteX10" fmla="*/ 843751 w 1041109"/>
                  <a:gd name="connsiteY10" fmla="*/ 951231 h 1409574"/>
                  <a:gd name="connsiteX11" fmla="*/ 825082 w 1041109"/>
                  <a:gd name="connsiteY11" fmla="*/ 980187 h 1409574"/>
                  <a:gd name="connsiteX12" fmla="*/ 710655 w 1041109"/>
                  <a:gd name="connsiteY12" fmla="*/ 1072515 h 1409574"/>
                  <a:gd name="connsiteX13" fmla="*/ 834353 w 1041109"/>
                  <a:gd name="connsiteY13" fmla="*/ 1147700 h 1409574"/>
                  <a:gd name="connsiteX14" fmla="*/ 898361 w 1041109"/>
                  <a:gd name="connsiteY14" fmla="*/ 1074421 h 1409574"/>
                  <a:gd name="connsiteX15" fmla="*/ 998564 w 1041109"/>
                  <a:gd name="connsiteY15" fmla="*/ 1091184 h 1409574"/>
                  <a:gd name="connsiteX16" fmla="*/ 1041109 w 1041109"/>
                  <a:gd name="connsiteY16" fmla="*/ 1161796 h 1409574"/>
                  <a:gd name="connsiteX17" fmla="*/ 971386 w 1041109"/>
                  <a:gd name="connsiteY17" fmla="*/ 1399414 h 1409574"/>
                  <a:gd name="connsiteX18" fmla="*/ 948145 w 1041109"/>
                  <a:gd name="connsiteY18" fmla="*/ 1402081 h 1409574"/>
                  <a:gd name="connsiteX19" fmla="*/ 1001358 w 1041109"/>
                  <a:gd name="connsiteY19" fmla="*/ 1251585 h 1409574"/>
                  <a:gd name="connsiteX20" fmla="*/ 919189 w 1041109"/>
                  <a:gd name="connsiteY20" fmla="*/ 1271144 h 1409574"/>
                  <a:gd name="connsiteX21" fmla="*/ 835115 w 1041109"/>
                  <a:gd name="connsiteY21" fmla="*/ 1211327 h 1409574"/>
                  <a:gd name="connsiteX22" fmla="*/ 781775 w 1041109"/>
                  <a:gd name="connsiteY22" fmla="*/ 1396112 h 1409574"/>
                  <a:gd name="connsiteX23" fmla="*/ 779743 w 1041109"/>
                  <a:gd name="connsiteY23" fmla="*/ 1409574 h 1409574"/>
                  <a:gd name="connsiteX24" fmla="*/ 764630 w 1041109"/>
                  <a:gd name="connsiteY24" fmla="*/ 1394333 h 1409574"/>
                  <a:gd name="connsiteX25" fmla="*/ 753327 w 1041109"/>
                  <a:gd name="connsiteY25" fmla="*/ 1307212 h 1409574"/>
                  <a:gd name="connsiteX26" fmla="*/ 716497 w 1041109"/>
                  <a:gd name="connsiteY26" fmla="*/ 1123062 h 1409574"/>
                  <a:gd name="connsiteX27" fmla="*/ 709512 w 1041109"/>
                  <a:gd name="connsiteY27" fmla="*/ 1099694 h 1409574"/>
                  <a:gd name="connsiteX28" fmla="*/ 537935 w 1041109"/>
                  <a:gd name="connsiteY28" fmla="*/ 1103503 h 1409574"/>
                  <a:gd name="connsiteX29" fmla="*/ 273648 w 1041109"/>
                  <a:gd name="connsiteY29" fmla="*/ 1096138 h 1409574"/>
                  <a:gd name="connsiteX30" fmla="*/ 233516 w 1041109"/>
                  <a:gd name="connsiteY30" fmla="*/ 1119378 h 1409574"/>
                  <a:gd name="connsiteX31" fmla="*/ 187415 w 1041109"/>
                  <a:gd name="connsiteY31" fmla="*/ 1398906 h 1409574"/>
                  <a:gd name="connsiteX32" fmla="*/ 162650 w 1041109"/>
                  <a:gd name="connsiteY32" fmla="*/ 1403096 h 1409574"/>
                  <a:gd name="connsiteX33" fmla="*/ 202020 w 1041109"/>
                  <a:gd name="connsiteY33" fmla="*/ 1121283 h 1409574"/>
                  <a:gd name="connsiteX34" fmla="*/ 69432 w 1041109"/>
                  <a:gd name="connsiteY34" fmla="*/ 1262127 h 1409574"/>
                  <a:gd name="connsiteX35" fmla="*/ 26887 w 1041109"/>
                  <a:gd name="connsiteY35" fmla="*/ 1395603 h 1409574"/>
                  <a:gd name="connsiteX36" fmla="*/ 979 w 1041109"/>
                  <a:gd name="connsiteY36" fmla="*/ 1405890 h 1409574"/>
                  <a:gd name="connsiteX37" fmla="*/ 108040 w 1041109"/>
                  <a:gd name="connsiteY37" fmla="*/ 1165733 h 1409574"/>
                  <a:gd name="connsiteX38" fmla="*/ 238342 w 1041109"/>
                  <a:gd name="connsiteY38" fmla="*/ 1074039 h 1409574"/>
                  <a:gd name="connsiteX39" fmla="*/ 112358 w 1041109"/>
                  <a:gd name="connsiteY39" fmla="*/ 948437 h 1409574"/>
                  <a:gd name="connsiteX40" fmla="*/ 33745 w 1041109"/>
                  <a:gd name="connsiteY40" fmla="*/ 907796 h 1409574"/>
                  <a:gd name="connsiteX41" fmla="*/ 1868 w 1041109"/>
                  <a:gd name="connsiteY41" fmla="*/ 762001 h 1409574"/>
                  <a:gd name="connsiteX42" fmla="*/ 101563 w 1041109"/>
                  <a:gd name="connsiteY42" fmla="*/ 661925 h 1409574"/>
                  <a:gd name="connsiteX43" fmla="*/ 279617 w 1041109"/>
                  <a:gd name="connsiteY43" fmla="*/ 487553 h 1409574"/>
                  <a:gd name="connsiteX44" fmla="*/ 456782 w 1041109"/>
                  <a:gd name="connsiteY44" fmla="*/ 451485 h 1409574"/>
                  <a:gd name="connsiteX45" fmla="*/ 456782 w 1041109"/>
                  <a:gd name="connsiteY45" fmla="*/ 335534 h 1409574"/>
                  <a:gd name="connsiteX46" fmla="*/ 310478 w 1041109"/>
                  <a:gd name="connsiteY46" fmla="*/ 238760 h 1409574"/>
                  <a:gd name="connsiteX47" fmla="*/ 317209 w 1041109"/>
                  <a:gd name="connsiteY47" fmla="*/ 77725 h 1409574"/>
                  <a:gd name="connsiteX48" fmla="*/ 474689 w 1041109"/>
                  <a:gd name="connsiteY48" fmla="*/ 306959 h 1409574"/>
                  <a:gd name="connsiteX49" fmla="*/ 375121 w 1041109"/>
                  <a:gd name="connsiteY49" fmla="*/ 487300 h 1409574"/>
                  <a:gd name="connsiteX50" fmla="*/ 139282 w 1041109"/>
                  <a:gd name="connsiteY50" fmla="*/ 645160 h 1409574"/>
                  <a:gd name="connsiteX51" fmla="*/ 108802 w 1041109"/>
                  <a:gd name="connsiteY51" fmla="*/ 847345 h 1409574"/>
                  <a:gd name="connsiteX52" fmla="*/ 244057 w 1041109"/>
                  <a:gd name="connsiteY52" fmla="*/ 1045719 h 1409574"/>
                  <a:gd name="connsiteX53" fmla="*/ 473419 w 1041109"/>
                  <a:gd name="connsiteY53" fmla="*/ 1080135 h 1409574"/>
                  <a:gd name="connsiteX54" fmla="*/ 754978 w 1041109"/>
                  <a:gd name="connsiteY54" fmla="*/ 1018540 h 1409574"/>
                  <a:gd name="connsiteX55" fmla="*/ 842100 w 1041109"/>
                  <a:gd name="connsiteY55" fmla="*/ 726821 h 1409574"/>
                  <a:gd name="connsiteX56" fmla="*/ 661125 w 1041109"/>
                  <a:gd name="connsiteY56" fmla="*/ 513842 h 1409574"/>
                  <a:gd name="connsiteX57" fmla="*/ 375121 w 1041109"/>
                  <a:gd name="connsiteY57" fmla="*/ 487300 h 1409574"/>
                  <a:gd name="connsiteX58" fmla="*/ 96229 w 1041109"/>
                  <a:gd name="connsiteY58" fmla="*/ 921385 h 1409574"/>
                  <a:gd name="connsiteX59" fmla="*/ 88609 w 1041109"/>
                  <a:gd name="connsiteY59" fmla="*/ 690753 h 1409574"/>
                  <a:gd name="connsiteX60" fmla="*/ 96229 w 1041109"/>
                  <a:gd name="connsiteY60" fmla="*/ 921385 h 1409574"/>
                  <a:gd name="connsiteX61" fmla="*/ 862293 w 1041109"/>
                  <a:gd name="connsiteY61" fmla="*/ 689738 h 1409574"/>
                  <a:gd name="connsiteX62" fmla="*/ 860769 w 1041109"/>
                  <a:gd name="connsiteY62" fmla="*/ 926084 h 1409574"/>
                  <a:gd name="connsiteX63" fmla="*/ 862293 w 1041109"/>
                  <a:gd name="connsiteY63" fmla="*/ 689738 h 1409574"/>
                  <a:gd name="connsiteX64" fmla="*/ 898361 w 1041109"/>
                  <a:gd name="connsiteY64" fmla="*/ 1100837 h 1409574"/>
                  <a:gd name="connsiteX65" fmla="*/ 900139 w 1041109"/>
                  <a:gd name="connsiteY65" fmla="*/ 1240537 h 1409574"/>
                  <a:gd name="connsiteX66" fmla="*/ 1013423 w 1041109"/>
                  <a:gd name="connsiteY66" fmla="*/ 1171195 h 1409574"/>
                  <a:gd name="connsiteX67" fmla="*/ 898361 w 1041109"/>
                  <a:gd name="connsiteY67" fmla="*/ 1100837 h 1409574"/>
                  <a:gd name="connsiteX68" fmla="*/ 742278 w 1041109"/>
                  <a:gd name="connsiteY68" fmla="*/ 1118616 h 1409574"/>
                  <a:gd name="connsiteX69" fmla="*/ 777330 w 1041109"/>
                  <a:gd name="connsiteY69" fmla="*/ 1275081 h 1409574"/>
                  <a:gd name="connsiteX70" fmla="*/ 829527 w 1041109"/>
                  <a:gd name="connsiteY70" fmla="*/ 1172719 h 1409574"/>
                  <a:gd name="connsiteX71" fmla="*/ 742278 w 1041109"/>
                  <a:gd name="connsiteY71" fmla="*/ 1118616 h 1409574"/>
                  <a:gd name="connsiteX0" fmla="*/ 295634 w 1041109"/>
                  <a:gd name="connsiteY0" fmla="*/ 164161 h 1331849"/>
                  <a:gd name="connsiteX1" fmla="*/ 296508 w 1041109"/>
                  <a:gd name="connsiteY1" fmla="*/ 139827 h 1331849"/>
                  <a:gd name="connsiteX2" fmla="*/ 282538 w 1041109"/>
                  <a:gd name="connsiteY2" fmla="*/ 42036 h 1331849"/>
                  <a:gd name="connsiteX3" fmla="*/ 532728 w 1041109"/>
                  <a:gd name="connsiteY3" fmla="*/ 250063 h 1331849"/>
                  <a:gd name="connsiteX4" fmla="*/ 483325 w 1041109"/>
                  <a:gd name="connsiteY4" fmla="*/ 256921 h 1331849"/>
                  <a:gd name="connsiteX5" fmla="*/ 483071 w 1041109"/>
                  <a:gd name="connsiteY5" fmla="*/ 374522 h 1331849"/>
                  <a:gd name="connsiteX6" fmla="*/ 732372 w 1041109"/>
                  <a:gd name="connsiteY6" fmla="*/ 446151 h 1331849"/>
                  <a:gd name="connsiteX7" fmla="*/ 838925 w 1041109"/>
                  <a:gd name="connsiteY7" fmla="*/ 563879 h 1331849"/>
                  <a:gd name="connsiteX8" fmla="*/ 928714 w 1041109"/>
                  <a:gd name="connsiteY8" fmla="*/ 639064 h 1331849"/>
                  <a:gd name="connsiteX9" fmla="*/ 843751 w 1041109"/>
                  <a:gd name="connsiteY9" fmla="*/ 873506 h 1331849"/>
                  <a:gd name="connsiteX10" fmla="*/ 825082 w 1041109"/>
                  <a:gd name="connsiteY10" fmla="*/ 902462 h 1331849"/>
                  <a:gd name="connsiteX11" fmla="*/ 710655 w 1041109"/>
                  <a:gd name="connsiteY11" fmla="*/ 994790 h 1331849"/>
                  <a:gd name="connsiteX12" fmla="*/ 834353 w 1041109"/>
                  <a:gd name="connsiteY12" fmla="*/ 1069975 h 1331849"/>
                  <a:gd name="connsiteX13" fmla="*/ 898361 w 1041109"/>
                  <a:gd name="connsiteY13" fmla="*/ 996696 h 1331849"/>
                  <a:gd name="connsiteX14" fmla="*/ 998564 w 1041109"/>
                  <a:gd name="connsiteY14" fmla="*/ 1013459 h 1331849"/>
                  <a:gd name="connsiteX15" fmla="*/ 1041109 w 1041109"/>
                  <a:gd name="connsiteY15" fmla="*/ 1084071 h 1331849"/>
                  <a:gd name="connsiteX16" fmla="*/ 971386 w 1041109"/>
                  <a:gd name="connsiteY16" fmla="*/ 1321689 h 1331849"/>
                  <a:gd name="connsiteX17" fmla="*/ 948145 w 1041109"/>
                  <a:gd name="connsiteY17" fmla="*/ 1324356 h 1331849"/>
                  <a:gd name="connsiteX18" fmla="*/ 1001358 w 1041109"/>
                  <a:gd name="connsiteY18" fmla="*/ 1173860 h 1331849"/>
                  <a:gd name="connsiteX19" fmla="*/ 919189 w 1041109"/>
                  <a:gd name="connsiteY19" fmla="*/ 1193419 h 1331849"/>
                  <a:gd name="connsiteX20" fmla="*/ 835115 w 1041109"/>
                  <a:gd name="connsiteY20" fmla="*/ 1133602 h 1331849"/>
                  <a:gd name="connsiteX21" fmla="*/ 781775 w 1041109"/>
                  <a:gd name="connsiteY21" fmla="*/ 1318387 h 1331849"/>
                  <a:gd name="connsiteX22" fmla="*/ 779743 w 1041109"/>
                  <a:gd name="connsiteY22" fmla="*/ 1331849 h 1331849"/>
                  <a:gd name="connsiteX23" fmla="*/ 764630 w 1041109"/>
                  <a:gd name="connsiteY23" fmla="*/ 1316608 h 1331849"/>
                  <a:gd name="connsiteX24" fmla="*/ 753327 w 1041109"/>
                  <a:gd name="connsiteY24" fmla="*/ 1229487 h 1331849"/>
                  <a:gd name="connsiteX25" fmla="*/ 716497 w 1041109"/>
                  <a:gd name="connsiteY25" fmla="*/ 1045337 h 1331849"/>
                  <a:gd name="connsiteX26" fmla="*/ 709512 w 1041109"/>
                  <a:gd name="connsiteY26" fmla="*/ 1021969 h 1331849"/>
                  <a:gd name="connsiteX27" fmla="*/ 537935 w 1041109"/>
                  <a:gd name="connsiteY27" fmla="*/ 1025778 h 1331849"/>
                  <a:gd name="connsiteX28" fmla="*/ 273648 w 1041109"/>
                  <a:gd name="connsiteY28" fmla="*/ 1018413 h 1331849"/>
                  <a:gd name="connsiteX29" fmla="*/ 233516 w 1041109"/>
                  <a:gd name="connsiteY29" fmla="*/ 1041653 h 1331849"/>
                  <a:gd name="connsiteX30" fmla="*/ 187415 w 1041109"/>
                  <a:gd name="connsiteY30" fmla="*/ 1321181 h 1331849"/>
                  <a:gd name="connsiteX31" fmla="*/ 162650 w 1041109"/>
                  <a:gd name="connsiteY31" fmla="*/ 1325371 h 1331849"/>
                  <a:gd name="connsiteX32" fmla="*/ 202020 w 1041109"/>
                  <a:gd name="connsiteY32" fmla="*/ 1043558 h 1331849"/>
                  <a:gd name="connsiteX33" fmla="*/ 69432 w 1041109"/>
                  <a:gd name="connsiteY33" fmla="*/ 1184402 h 1331849"/>
                  <a:gd name="connsiteX34" fmla="*/ 26887 w 1041109"/>
                  <a:gd name="connsiteY34" fmla="*/ 1317878 h 1331849"/>
                  <a:gd name="connsiteX35" fmla="*/ 979 w 1041109"/>
                  <a:gd name="connsiteY35" fmla="*/ 1328165 h 1331849"/>
                  <a:gd name="connsiteX36" fmla="*/ 108040 w 1041109"/>
                  <a:gd name="connsiteY36" fmla="*/ 1088008 h 1331849"/>
                  <a:gd name="connsiteX37" fmla="*/ 238342 w 1041109"/>
                  <a:gd name="connsiteY37" fmla="*/ 996314 h 1331849"/>
                  <a:gd name="connsiteX38" fmla="*/ 112358 w 1041109"/>
                  <a:gd name="connsiteY38" fmla="*/ 870712 h 1331849"/>
                  <a:gd name="connsiteX39" fmla="*/ 33745 w 1041109"/>
                  <a:gd name="connsiteY39" fmla="*/ 830071 h 1331849"/>
                  <a:gd name="connsiteX40" fmla="*/ 1868 w 1041109"/>
                  <a:gd name="connsiteY40" fmla="*/ 684276 h 1331849"/>
                  <a:gd name="connsiteX41" fmla="*/ 101563 w 1041109"/>
                  <a:gd name="connsiteY41" fmla="*/ 584200 h 1331849"/>
                  <a:gd name="connsiteX42" fmla="*/ 279617 w 1041109"/>
                  <a:gd name="connsiteY42" fmla="*/ 409828 h 1331849"/>
                  <a:gd name="connsiteX43" fmla="*/ 456782 w 1041109"/>
                  <a:gd name="connsiteY43" fmla="*/ 373760 h 1331849"/>
                  <a:gd name="connsiteX44" fmla="*/ 456782 w 1041109"/>
                  <a:gd name="connsiteY44" fmla="*/ 257809 h 1331849"/>
                  <a:gd name="connsiteX45" fmla="*/ 310478 w 1041109"/>
                  <a:gd name="connsiteY45" fmla="*/ 161035 h 1331849"/>
                  <a:gd name="connsiteX46" fmla="*/ 317209 w 1041109"/>
                  <a:gd name="connsiteY46" fmla="*/ 0 h 1331849"/>
                  <a:gd name="connsiteX47" fmla="*/ 474689 w 1041109"/>
                  <a:gd name="connsiteY47" fmla="*/ 229234 h 1331849"/>
                  <a:gd name="connsiteX48" fmla="*/ 375121 w 1041109"/>
                  <a:gd name="connsiteY48" fmla="*/ 409575 h 1331849"/>
                  <a:gd name="connsiteX49" fmla="*/ 139282 w 1041109"/>
                  <a:gd name="connsiteY49" fmla="*/ 567435 h 1331849"/>
                  <a:gd name="connsiteX50" fmla="*/ 108802 w 1041109"/>
                  <a:gd name="connsiteY50" fmla="*/ 769620 h 1331849"/>
                  <a:gd name="connsiteX51" fmla="*/ 244057 w 1041109"/>
                  <a:gd name="connsiteY51" fmla="*/ 967994 h 1331849"/>
                  <a:gd name="connsiteX52" fmla="*/ 473419 w 1041109"/>
                  <a:gd name="connsiteY52" fmla="*/ 1002410 h 1331849"/>
                  <a:gd name="connsiteX53" fmla="*/ 754978 w 1041109"/>
                  <a:gd name="connsiteY53" fmla="*/ 940815 h 1331849"/>
                  <a:gd name="connsiteX54" fmla="*/ 842100 w 1041109"/>
                  <a:gd name="connsiteY54" fmla="*/ 649096 h 1331849"/>
                  <a:gd name="connsiteX55" fmla="*/ 661125 w 1041109"/>
                  <a:gd name="connsiteY55" fmla="*/ 436117 h 1331849"/>
                  <a:gd name="connsiteX56" fmla="*/ 375121 w 1041109"/>
                  <a:gd name="connsiteY56" fmla="*/ 409575 h 1331849"/>
                  <a:gd name="connsiteX57" fmla="*/ 96229 w 1041109"/>
                  <a:gd name="connsiteY57" fmla="*/ 843660 h 1331849"/>
                  <a:gd name="connsiteX58" fmla="*/ 88609 w 1041109"/>
                  <a:gd name="connsiteY58" fmla="*/ 613028 h 1331849"/>
                  <a:gd name="connsiteX59" fmla="*/ 96229 w 1041109"/>
                  <a:gd name="connsiteY59" fmla="*/ 843660 h 1331849"/>
                  <a:gd name="connsiteX60" fmla="*/ 862293 w 1041109"/>
                  <a:gd name="connsiteY60" fmla="*/ 612013 h 1331849"/>
                  <a:gd name="connsiteX61" fmla="*/ 860769 w 1041109"/>
                  <a:gd name="connsiteY61" fmla="*/ 848359 h 1331849"/>
                  <a:gd name="connsiteX62" fmla="*/ 862293 w 1041109"/>
                  <a:gd name="connsiteY62" fmla="*/ 612013 h 1331849"/>
                  <a:gd name="connsiteX63" fmla="*/ 898361 w 1041109"/>
                  <a:gd name="connsiteY63" fmla="*/ 1023112 h 1331849"/>
                  <a:gd name="connsiteX64" fmla="*/ 900139 w 1041109"/>
                  <a:gd name="connsiteY64" fmla="*/ 1162812 h 1331849"/>
                  <a:gd name="connsiteX65" fmla="*/ 1013423 w 1041109"/>
                  <a:gd name="connsiteY65" fmla="*/ 1093470 h 1331849"/>
                  <a:gd name="connsiteX66" fmla="*/ 898361 w 1041109"/>
                  <a:gd name="connsiteY66" fmla="*/ 1023112 h 1331849"/>
                  <a:gd name="connsiteX67" fmla="*/ 742278 w 1041109"/>
                  <a:gd name="connsiteY67" fmla="*/ 1040891 h 1331849"/>
                  <a:gd name="connsiteX68" fmla="*/ 777330 w 1041109"/>
                  <a:gd name="connsiteY68" fmla="*/ 1197356 h 1331849"/>
                  <a:gd name="connsiteX69" fmla="*/ 829527 w 1041109"/>
                  <a:gd name="connsiteY69" fmla="*/ 1094994 h 1331849"/>
                  <a:gd name="connsiteX70" fmla="*/ 742278 w 1041109"/>
                  <a:gd name="connsiteY70" fmla="*/ 1040891 h 1331849"/>
                  <a:gd name="connsiteX0" fmla="*/ 295634 w 1041109"/>
                  <a:gd name="connsiteY0" fmla="*/ 122125 h 1289813"/>
                  <a:gd name="connsiteX1" fmla="*/ 296508 w 1041109"/>
                  <a:gd name="connsiteY1" fmla="*/ 97791 h 1289813"/>
                  <a:gd name="connsiteX2" fmla="*/ 282538 w 1041109"/>
                  <a:gd name="connsiteY2" fmla="*/ 0 h 1289813"/>
                  <a:gd name="connsiteX3" fmla="*/ 532728 w 1041109"/>
                  <a:gd name="connsiteY3" fmla="*/ 208027 h 1289813"/>
                  <a:gd name="connsiteX4" fmla="*/ 483325 w 1041109"/>
                  <a:gd name="connsiteY4" fmla="*/ 214885 h 1289813"/>
                  <a:gd name="connsiteX5" fmla="*/ 483071 w 1041109"/>
                  <a:gd name="connsiteY5" fmla="*/ 332486 h 1289813"/>
                  <a:gd name="connsiteX6" fmla="*/ 732372 w 1041109"/>
                  <a:gd name="connsiteY6" fmla="*/ 404115 h 1289813"/>
                  <a:gd name="connsiteX7" fmla="*/ 838925 w 1041109"/>
                  <a:gd name="connsiteY7" fmla="*/ 521843 h 1289813"/>
                  <a:gd name="connsiteX8" fmla="*/ 928714 w 1041109"/>
                  <a:gd name="connsiteY8" fmla="*/ 597028 h 1289813"/>
                  <a:gd name="connsiteX9" fmla="*/ 843751 w 1041109"/>
                  <a:gd name="connsiteY9" fmla="*/ 831470 h 1289813"/>
                  <a:gd name="connsiteX10" fmla="*/ 825082 w 1041109"/>
                  <a:gd name="connsiteY10" fmla="*/ 860426 h 1289813"/>
                  <a:gd name="connsiteX11" fmla="*/ 710655 w 1041109"/>
                  <a:gd name="connsiteY11" fmla="*/ 952754 h 1289813"/>
                  <a:gd name="connsiteX12" fmla="*/ 834353 w 1041109"/>
                  <a:gd name="connsiteY12" fmla="*/ 1027939 h 1289813"/>
                  <a:gd name="connsiteX13" fmla="*/ 898361 w 1041109"/>
                  <a:gd name="connsiteY13" fmla="*/ 954660 h 1289813"/>
                  <a:gd name="connsiteX14" fmla="*/ 998564 w 1041109"/>
                  <a:gd name="connsiteY14" fmla="*/ 971423 h 1289813"/>
                  <a:gd name="connsiteX15" fmla="*/ 1041109 w 1041109"/>
                  <a:gd name="connsiteY15" fmla="*/ 1042035 h 1289813"/>
                  <a:gd name="connsiteX16" fmla="*/ 971386 w 1041109"/>
                  <a:gd name="connsiteY16" fmla="*/ 1279653 h 1289813"/>
                  <a:gd name="connsiteX17" fmla="*/ 948145 w 1041109"/>
                  <a:gd name="connsiteY17" fmla="*/ 1282320 h 1289813"/>
                  <a:gd name="connsiteX18" fmla="*/ 1001358 w 1041109"/>
                  <a:gd name="connsiteY18" fmla="*/ 1131824 h 1289813"/>
                  <a:gd name="connsiteX19" fmla="*/ 919189 w 1041109"/>
                  <a:gd name="connsiteY19" fmla="*/ 1151383 h 1289813"/>
                  <a:gd name="connsiteX20" fmla="*/ 835115 w 1041109"/>
                  <a:gd name="connsiteY20" fmla="*/ 1091566 h 1289813"/>
                  <a:gd name="connsiteX21" fmla="*/ 781775 w 1041109"/>
                  <a:gd name="connsiteY21" fmla="*/ 1276351 h 1289813"/>
                  <a:gd name="connsiteX22" fmla="*/ 779743 w 1041109"/>
                  <a:gd name="connsiteY22" fmla="*/ 1289813 h 1289813"/>
                  <a:gd name="connsiteX23" fmla="*/ 764630 w 1041109"/>
                  <a:gd name="connsiteY23" fmla="*/ 1274572 h 1289813"/>
                  <a:gd name="connsiteX24" fmla="*/ 753327 w 1041109"/>
                  <a:gd name="connsiteY24" fmla="*/ 1187451 h 1289813"/>
                  <a:gd name="connsiteX25" fmla="*/ 716497 w 1041109"/>
                  <a:gd name="connsiteY25" fmla="*/ 1003301 h 1289813"/>
                  <a:gd name="connsiteX26" fmla="*/ 709512 w 1041109"/>
                  <a:gd name="connsiteY26" fmla="*/ 979933 h 1289813"/>
                  <a:gd name="connsiteX27" fmla="*/ 537935 w 1041109"/>
                  <a:gd name="connsiteY27" fmla="*/ 983742 h 1289813"/>
                  <a:gd name="connsiteX28" fmla="*/ 273648 w 1041109"/>
                  <a:gd name="connsiteY28" fmla="*/ 976377 h 1289813"/>
                  <a:gd name="connsiteX29" fmla="*/ 233516 w 1041109"/>
                  <a:gd name="connsiteY29" fmla="*/ 999617 h 1289813"/>
                  <a:gd name="connsiteX30" fmla="*/ 187415 w 1041109"/>
                  <a:gd name="connsiteY30" fmla="*/ 1279145 h 1289813"/>
                  <a:gd name="connsiteX31" fmla="*/ 162650 w 1041109"/>
                  <a:gd name="connsiteY31" fmla="*/ 1283335 h 1289813"/>
                  <a:gd name="connsiteX32" fmla="*/ 202020 w 1041109"/>
                  <a:gd name="connsiteY32" fmla="*/ 1001522 h 1289813"/>
                  <a:gd name="connsiteX33" fmla="*/ 69432 w 1041109"/>
                  <a:gd name="connsiteY33" fmla="*/ 1142366 h 1289813"/>
                  <a:gd name="connsiteX34" fmla="*/ 26887 w 1041109"/>
                  <a:gd name="connsiteY34" fmla="*/ 1275842 h 1289813"/>
                  <a:gd name="connsiteX35" fmla="*/ 979 w 1041109"/>
                  <a:gd name="connsiteY35" fmla="*/ 1286129 h 1289813"/>
                  <a:gd name="connsiteX36" fmla="*/ 108040 w 1041109"/>
                  <a:gd name="connsiteY36" fmla="*/ 1045972 h 1289813"/>
                  <a:gd name="connsiteX37" fmla="*/ 238342 w 1041109"/>
                  <a:gd name="connsiteY37" fmla="*/ 954278 h 1289813"/>
                  <a:gd name="connsiteX38" fmla="*/ 112358 w 1041109"/>
                  <a:gd name="connsiteY38" fmla="*/ 828676 h 1289813"/>
                  <a:gd name="connsiteX39" fmla="*/ 33745 w 1041109"/>
                  <a:gd name="connsiteY39" fmla="*/ 788035 h 1289813"/>
                  <a:gd name="connsiteX40" fmla="*/ 1868 w 1041109"/>
                  <a:gd name="connsiteY40" fmla="*/ 642240 h 1289813"/>
                  <a:gd name="connsiteX41" fmla="*/ 101563 w 1041109"/>
                  <a:gd name="connsiteY41" fmla="*/ 542164 h 1289813"/>
                  <a:gd name="connsiteX42" fmla="*/ 279617 w 1041109"/>
                  <a:gd name="connsiteY42" fmla="*/ 367792 h 1289813"/>
                  <a:gd name="connsiteX43" fmla="*/ 456782 w 1041109"/>
                  <a:gd name="connsiteY43" fmla="*/ 331724 h 1289813"/>
                  <a:gd name="connsiteX44" fmla="*/ 456782 w 1041109"/>
                  <a:gd name="connsiteY44" fmla="*/ 215773 h 1289813"/>
                  <a:gd name="connsiteX45" fmla="*/ 310478 w 1041109"/>
                  <a:gd name="connsiteY45" fmla="*/ 118999 h 1289813"/>
                  <a:gd name="connsiteX46" fmla="*/ 375121 w 1041109"/>
                  <a:gd name="connsiteY46" fmla="*/ 367539 h 1289813"/>
                  <a:gd name="connsiteX47" fmla="*/ 139282 w 1041109"/>
                  <a:gd name="connsiteY47" fmla="*/ 525399 h 1289813"/>
                  <a:gd name="connsiteX48" fmla="*/ 108802 w 1041109"/>
                  <a:gd name="connsiteY48" fmla="*/ 727584 h 1289813"/>
                  <a:gd name="connsiteX49" fmla="*/ 244057 w 1041109"/>
                  <a:gd name="connsiteY49" fmla="*/ 925958 h 1289813"/>
                  <a:gd name="connsiteX50" fmla="*/ 473419 w 1041109"/>
                  <a:gd name="connsiteY50" fmla="*/ 960374 h 1289813"/>
                  <a:gd name="connsiteX51" fmla="*/ 754978 w 1041109"/>
                  <a:gd name="connsiteY51" fmla="*/ 898779 h 1289813"/>
                  <a:gd name="connsiteX52" fmla="*/ 842100 w 1041109"/>
                  <a:gd name="connsiteY52" fmla="*/ 607060 h 1289813"/>
                  <a:gd name="connsiteX53" fmla="*/ 661125 w 1041109"/>
                  <a:gd name="connsiteY53" fmla="*/ 394081 h 1289813"/>
                  <a:gd name="connsiteX54" fmla="*/ 375121 w 1041109"/>
                  <a:gd name="connsiteY54" fmla="*/ 367539 h 1289813"/>
                  <a:gd name="connsiteX55" fmla="*/ 96229 w 1041109"/>
                  <a:gd name="connsiteY55" fmla="*/ 801624 h 1289813"/>
                  <a:gd name="connsiteX56" fmla="*/ 88609 w 1041109"/>
                  <a:gd name="connsiteY56" fmla="*/ 570992 h 1289813"/>
                  <a:gd name="connsiteX57" fmla="*/ 96229 w 1041109"/>
                  <a:gd name="connsiteY57" fmla="*/ 801624 h 1289813"/>
                  <a:gd name="connsiteX58" fmla="*/ 862293 w 1041109"/>
                  <a:gd name="connsiteY58" fmla="*/ 569977 h 1289813"/>
                  <a:gd name="connsiteX59" fmla="*/ 860769 w 1041109"/>
                  <a:gd name="connsiteY59" fmla="*/ 806323 h 1289813"/>
                  <a:gd name="connsiteX60" fmla="*/ 862293 w 1041109"/>
                  <a:gd name="connsiteY60" fmla="*/ 569977 h 1289813"/>
                  <a:gd name="connsiteX61" fmla="*/ 898361 w 1041109"/>
                  <a:gd name="connsiteY61" fmla="*/ 981076 h 1289813"/>
                  <a:gd name="connsiteX62" fmla="*/ 900139 w 1041109"/>
                  <a:gd name="connsiteY62" fmla="*/ 1120776 h 1289813"/>
                  <a:gd name="connsiteX63" fmla="*/ 1013423 w 1041109"/>
                  <a:gd name="connsiteY63" fmla="*/ 1051434 h 1289813"/>
                  <a:gd name="connsiteX64" fmla="*/ 898361 w 1041109"/>
                  <a:gd name="connsiteY64" fmla="*/ 981076 h 1289813"/>
                  <a:gd name="connsiteX65" fmla="*/ 742278 w 1041109"/>
                  <a:gd name="connsiteY65" fmla="*/ 998855 h 1289813"/>
                  <a:gd name="connsiteX66" fmla="*/ 777330 w 1041109"/>
                  <a:gd name="connsiteY66" fmla="*/ 1155320 h 1289813"/>
                  <a:gd name="connsiteX67" fmla="*/ 829527 w 1041109"/>
                  <a:gd name="connsiteY67" fmla="*/ 1052958 h 1289813"/>
                  <a:gd name="connsiteX68" fmla="*/ 742278 w 1041109"/>
                  <a:gd name="connsiteY68" fmla="*/ 998855 h 1289813"/>
                  <a:gd name="connsiteX0" fmla="*/ 295634 w 1041109"/>
                  <a:gd name="connsiteY0" fmla="*/ 24334 h 1192022"/>
                  <a:gd name="connsiteX1" fmla="*/ 296508 w 1041109"/>
                  <a:gd name="connsiteY1" fmla="*/ 0 h 1192022"/>
                  <a:gd name="connsiteX2" fmla="*/ 532728 w 1041109"/>
                  <a:gd name="connsiteY2" fmla="*/ 110236 h 1192022"/>
                  <a:gd name="connsiteX3" fmla="*/ 483325 w 1041109"/>
                  <a:gd name="connsiteY3" fmla="*/ 117094 h 1192022"/>
                  <a:gd name="connsiteX4" fmla="*/ 483071 w 1041109"/>
                  <a:gd name="connsiteY4" fmla="*/ 234695 h 1192022"/>
                  <a:gd name="connsiteX5" fmla="*/ 732372 w 1041109"/>
                  <a:gd name="connsiteY5" fmla="*/ 306324 h 1192022"/>
                  <a:gd name="connsiteX6" fmla="*/ 838925 w 1041109"/>
                  <a:gd name="connsiteY6" fmla="*/ 424052 h 1192022"/>
                  <a:gd name="connsiteX7" fmla="*/ 928714 w 1041109"/>
                  <a:gd name="connsiteY7" fmla="*/ 499237 h 1192022"/>
                  <a:gd name="connsiteX8" fmla="*/ 843751 w 1041109"/>
                  <a:gd name="connsiteY8" fmla="*/ 733679 h 1192022"/>
                  <a:gd name="connsiteX9" fmla="*/ 825082 w 1041109"/>
                  <a:gd name="connsiteY9" fmla="*/ 762635 h 1192022"/>
                  <a:gd name="connsiteX10" fmla="*/ 710655 w 1041109"/>
                  <a:gd name="connsiteY10" fmla="*/ 854963 h 1192022"/>
                  <a:gd name="connsiteX11" fmla="*/ 834353 w 1041109"/>
                  <a:gd name="connsiteY11" fmla="*/ 930148 h 1192022"/>
                  <a:gd name="connsiteX12" fmla="*/ 898361 w 1041109"/>
                  <a:gd name="connsiteY12" fmla="*/ 856869 h 1192022"/>
                  <a:gd name="connsiteX13" fmla="*/ 998564 w 1041109"/>
                  <a:gd name="connsiteY13" fmla="*/ 873632 h 1192022"/>
                  <a:gd name="connsiteX14" fmla="*/ 1041109 w 1041109"/>
                  <a:gd name="connsiteY14" fmla="*/ 944244 h 1192022"/>
                  <a:gd name="connsiteX15" fmla="*/ 971386 w 1041109"/>
                  <a:gd name="connsiteY15" fmla="*/ 1181862 h 1192022"/>
                  <a:gd name="connsiteX16" fmla="*/ 948145 w 1041109"/>
                  <a:gd name="connsiteY16" fmla="*/ 1184529 h 1192022"/>
                  <a:gd name="connsiteX17" fmla="*/ 1001358 w 1041109"/>
                  <a:gd name="connsiteY17" fmla="*/ 1034033 h 1192022"/>
                  <a:gd name="connsiteX18" fmla="*/ 919189 w 1041109"/>
                  <a:gd name="connsiteY18" fmla="*/ 1053592 h 1192022"/>
                  <a:gd name="connsiteX19" fmla="*/ 835115 w 1041109"/>
                  <a:gd name="connsiteY19" fmla="*/ 993775 h 1192022"/>
                  <a:gd name="connsiteX20" fmla="*/ 781775 w 1041109"/>
                  <a:gd name="connsiteY20" fmla="*/ 1178560 h 1192022"/>
                  <a:gd name="connsiteX21" fmla="*/ 779743 w 1041109"/>
                  <a:gd name="connsiteY21" fmla="*/ 1192022 h 1192022"/>
                  <a:gd name="connsiteX22" fmla="*/ 764630 w 1041109"/>
                  <a:gd name="connsiteY22" fmla="*/ 1176781 h 1192022"/>
                  <a:gd name="connsiteX23" fmla="*/ 753327 w 1041109"/>
                  <a:gd name="connsiteY23" fmla="*/ 1089660 h 1192022"/>
                  <a:gd name="connsiteX24" fmla="*/ 716497 w 1041109"/>
                  <a:gd name="connsiteY24" fmla="*/ 905510 h 1192022"/>
                  <a:gd name="connsiteX25" fmla="*/ 709512 w 1041109"/>
                  <a:gd name="connsiteY25" fmla="*/ 882142 h 1192022"/>
                  <a:gd name="connsiteX26" fmla="*/ 537935 w 1041109"/>
                  <a:gd name="connsiteY26" fmla="*/ 885951 h 1192022"/>
                  <a:gd name="connsiteX27" fmla="*/ 273648 w 1041109"/>
                  <a:gd name="connsiteY27" fmla="*/ 878586 h 1192022"/>
                  <a:gd name="connsiteX28" fmla="*/ 233516 w 1041109"/>
                  <a:gd name="connsiteY28" fmla="*/ 901826 h 1192022"/>
                  <a:gd name="connsiteX29" fmla="*/ 187415 w 1041109"/>
                  <a:gd name="connsiteY29" fmla="*/ 1181354 h 1192022"/>
                  <a:gd name="connsiteX30" fmla="*/ 162650 w 1041109"/>
                  <a:gd name="connsiteY30" fmla="*/ 1185544 h 1192022"/>
                  <a:gd name="connsiteX31" fmla="*/ 202020 w 1041109"/>
                  <a:gd name="connsiteY31" fmla="*/ 903731 h 1192022"/>
                  <a:gd name="connsiteX32" fmla="*/ 69432 w 1041109"/>
                  <a:gd name="connsiteY32" fmla="*/ 1044575 h 1192022"/>
                  <a:gd name="connsiteX33" fmla="*/ 26887 w 1041109"/>
                  <a:gd name="connsiteY33" fmla="*/ 1178051 h 1192022"/>
                  <a:gd name="connsiteX34" fmla="*/ 979 w 1041109"/>
                  <a:gd name="connsiteY34" fmla="*/ 1188338 h 1192022"/>
                  <a:gd name="connsiteX35" fmla="*/ 108040 w 1041109"/>
                  <a:gd name="connsiteY35" fmla="*/ 948181 h 1192022"/>
                  <a:gd name="connsiteX36" fmla="*/ 238342 w 1041109"/>
                  <a:gd name="connsiteY36" fmla="*/ 856487 h 1192022"/>
                  <a:gd name="connsiteX37" fmla="*/ 112358 w 1041109"/>
                  <a:gd name="connsiteY37" fmla="*/ 730885 h 1192022"/>
                  <a:gd name="connsiteX38" fmla="*/ 33745 w 1041109"/>
                  <a:gd name="connsiteY38" fmla="*/ 690244 h 1192022"/>
                  <a:gd name="connsiteX39" fmla="*/ 1868 w 1041109"/>
                  <a:gd name="connsiteY39" fmla="*/ 544449 h 1192022"/>
                  <a:gd name="connsiteX40" fmla="*/ 101563 w 1041109"/>
                  <a:gd name="connsiteY40" fmla="*/ 444373 h 1192022"/>
                  <a:gd name="connsiteX41" fmla="*/ 279617 w 1041109"/>
                  <a:gd name="connsiteY41" fmla="*/ 270001 h 1192022"/>
                  <a:gd name="connsiteX42" fmla="*/ 456782 w 1041109"/>
                  <a:gd name="connsiteY42" fmla="*/ 233933 h 1192022"/>
                  <a:gd name="connsiteX43" fmla="*/ 456782 w 1041109"/>
                  <a:gd name="connsiteY43" fmla="*/ 117982 h 1192022"/>
                  <a:gd name="connsiteX44" fmla="*/ 310478 w 1041109"/>
                  <a:gd name="connsiteY44" fmla="*/ 21208 h 1192022"/>
                  <a:gd name="connsiteX45" fmla="*/ 375121 w 1041109"/>
                  <a:gd name="connsiteY45" fmla="*/ 269748 h 1192022"/>
                  <a:gd name="connsiteX46" fmla="*/ 139282 w 1041109"/>
                  <a:gd name="connsiteY46" fmla="*/ 427608 h 1192022"/>
                  <a:gd name="connsiteX47" fmla="*/ 108802 w 1041109"/>
                  <a:gd name="connsiteY47" fmla="*/ 629793 h 1192022"/>
                  <a:gd name="connsiteX48" fmla="*/ 244057 w 1041109"/>
                  <a:gd name="connsiteY48" fmla="*/ 828167 h 1192022"/>
                  <a:gd name="connsiteX49" fmla="*/ 473419 w 1041109"/>
                  <a:gd name="connsiteY49" fmla="*/ 862583 h 1192022"/>
                  <a:gd name="connsiteX50" fmla="*/ 754978 w 1041109"/>
                  <a:gd name="connsiteY50" fmla="*/ 800988 h 1192022"/>
                  <a:gd name="connsiteX51" fmla="*/ 842100 w 1041109"/>
                  <a:gd name="connsiteY51" fmla="*/ 509269 h 1192022"/>
                  <a:gd name="connsiteX52" fmla="*/ 661125 w 1041109"/>
                  <a:gd name="connsiteY52" fmla="*/ 296290 h 1192022"/>
                  <a:gd name="connsiteX53" fmla="*/ 375121 w 1041109"/>
                  <a:gd name="connsiteY53" fmla="*/ 269748 h 1192022"/>
                  <a:gd name="connsiteX54" fmla="*/ 96229 w 1041109"/>
                  <a:gd name="connsiteY54" fmla="*/ 703833 h 1192022"/>
                  <a:gd name="connsiteX55" fmla="*/ 88609 w 1041109"/>
                  <a:gd name="connsiteY55" fmla="*/ 473201 h 1192022"/>
                  <a:gd name="connsiteX56" fmla="*/ 96229 w 1041109"/>
                  <a:gd name="connsiteY56" fmla="*/ 703833 h 1192022"/>
                  <a:gd name="connsiteX57" fmla="*/ 862293 w 1041109"/>
                  <a:gd name="connsiteY57" fmla="*/ 472186 h 1192022"/>
                  <a:gd name="connsiteX58" fmla="*/ 860769 w 1041109"/>
                  <a:gd name="connsiteY58" fmla="*/ 708532 h 1192022"/>
                  <a:gd name="connsiteX59" fmla="*/ 862293 w 1041109"/>
                  <a:gd name="connsiteY59" fmla="*/ 472186 h 1192022"/>
                  <a:gd name="connsiteX60" fmla="*/ 898361 w 1041109"/>
                  <a:gd name="connsiteY60" fmla="*/ 883285 h 1192022"/>
                  <a:gd name="connsiteX61" fmla="*/ 900139 w 1041109"/>
                  <a:gd name="connsiteY61" fmla="*/ 1022985 h 1192022"/>
                  <a:gd name="connsiteX62" fmla="*/ 1013423 w 1041109"/>
                  <a:gd name="connsiteY62" fmla="*/ 953643 h 1192022"/>
                  <a:gd name="connsiteX63" fmla="*/ 898361 w 1041109"/>
                  <a:gd name="connsiteY63" fmla="*/ 883285 h 1192022"/>
                  <a:gd name="connsiteX64" fmla="*/ 742278 w 1041109"/>
                  <a:gd name="connsiteY64" fmla="*/ 901064 h 1192022"/>
                  <a:gd name="connsiteX65" fmla="*/ 777330 w 1041109"/>
                  <a:gd name="connsiteY65" fmla="*/ 1057529 h 1192022"/>
                  <a:gd name="connsiteX66" fmla="*/ 829527 w 1041109"/>
                  <a:gd name="connsiteY66" fmla="*/ 955167 h 1192022"/>
                  <a:gd name="connsiteX67" fmla="*/ 742278 w 1041109"/>
                  <a:gd name="connsiteY67" fmla="*/ 901064 h 1192022"/>
                  <a:gd name="connsiteX0" fmla="*/ 295634 w 1041109"/>
                  <a:gd name="connsiteY0" fmla="*/ 24334 h 1192022"/>
                  <a:gd name="connsiteX1" fmla="*/ 296508 w 1041109"/>
                  <a:gd name="connsiteY1" fmla="*/ 0 h 1192022"/>
                  <a:gd name="connsiteX2" fmla="*/ 532728 w 1041109"/>
                  <a:gd name="connsiteY2" fmla="*/ 110236 h 1192022"/>
                  <a:gd name="connsiteX3" fmla="*/ 483325 w 1041109"/>
                  <a:gd name="connsiteY3" fmla="*/ 117094 h 1192022"/>
                  <a:gd name="connsiteX4" fmla="*/ 483071 w 1041109"/>
                  <a:gd name="connsiteY4" fmla="*/ 234695 h 1192022"/>
                  <a:gd name="connsiteX5" fmla="*/ 732372 w 1041109"/>
                  <a:gd name="connsiteY5" fmla="*/ 306324 h 1192022"/>
                  <a:gd name="connsiteX6" fmla="*/ 838925 w 1041109"/>
                  <a:gd name="connsiteY6" fmla="*/ 424052 h 1192022"/>
                  <a:gd name="connsiteX7" fmla="*/ 928714 w 1041109"/>
                  <a:gd name="connsiteY7" fmla="*/ 499237 h 1192022"/>
                  <a:gd name="connsiteX8" fmla="*/ 843751 w 1041109"/>
                  <a:gd name="connsiteY8" fmla="*/ 733679 h 1192022"/>
                  <a:gd name="connsiteX9" fmla="*/ 825082 w 1041109"/>
                  <a:gd name="connsiteY9" fmla="*/ 762635 h 1192022"/>
                  <a:gd name="connsiteX10" fmla="*/ 710655 w 1041109"/>
                  <a:gd name="connsiteY10" fmla="*/ 854963 h 1192022"/>
                  <a:gd name="connsiteX11" fmla="*/ 834353 w 1041109"/>
                  <a:gd name="connsiteY11" fmla="*/ 930148 h 1192022"/>
                  <a:gd name="connsiteX12" fmla="*/ 898361 w 1041109"/>
                  <a:gd name="connsiteY12" fmla="*/ 856869 h 1192022"/>
                  <a:gd name="connsiteX13" fmla="*/ 998564 w 1041109"/>
                  <a:gd name="connsiteY13" fmla="*/ 873632 h 1192022"/>
                  <a:gd name="connsiteX14" fmla="*/ 1041109 w 1041109"/>
                  <a:gd name="connsiteY14" fmla="*/ 944244 h 1192022"/>
                  <a:gd name="connsiteX15" fmla="*/ 971386 w 1041109"/>
                  <a:gd name="connsiteY15" fmla="*/ 1181862 h 1192022"/>
                  <a:gd name="connsiteX16" fmla="*/ 948145 w 1041109"/>
                  <a:gd name="connsiteY16" fmla="*/ 1184529 h 1192022"/>
                  <a:gd name="connsiteX17" fmla="*/ 1001358 w 1041109"/>
                  <a:gd name="connsiteY17" fmla="*/ 1034033 h 1192022"/>
                  <a:gd name="connsiteX18" fmla="*/ 919189 w 1041109"/>
                  <a:gd name="connsiteY18" fmla="*/ 1053592 h 1192022"/>
                  <a:gd name="connsiteX19" fmla="*/ 835115 w 1041109"/>
                  <a:gd name="connsiteY19" fmla="*/ 993775 h 1192022"/>
                  <a:gd name="connsiteX20" fmla="*/ 781775 w 1041109"/>
                  <a:gd name="connsiteY20" fmla="*/ 1178560 h 1192022"/>
                  <a:gd name="connsiteX21" fmla="*/ 779743 w 1041109"/>
                  <a:gd name="connsiteY21" fmla="*/ 1192022 h 1192022"/>
                  <a:gd name="connsiteX22" fmla="*/ 764630 w 1041109"/>
                  <a:gd name="connsiteY22" fmla="*/ 1176781 h 1192022"/>
                  <a:gd name="connsiteX23" fmla="*/ 753327 w 1041109"/>
                  <a:gd name="connsiteY23" fmla="*/ 1089660 h 1192022"/>
                  <a:gd name="connsiteX24" fmla="*/ 716497 w 1041109"/>
                  <a:gd name="connsiteY24" fmla="*/ 905510 h 1192022"/>
                  <a:gd name="connsiteX25" fmla="*/ 709512 w 1041109"/>
                  <a:gd name="connsiteY25" fmla="*/ 882142 h 1192022"/>
                  <a:gd name="connsiteX26" fmla="*/ 537935 w 1041109"/>
                  <a:gd name="connsiteY26" fmla="*/ 885951 h 1192022"/>
                  <a:gd name="connsiteX27" fmla="*/ 273648 w 1041109"/>
                  <a:gd name="connsiteY27" fmla="*/ 878586 h 1192022"/>
                  <a:gd name="connsiteX28" fmla="*/ 233516 w 1041109"/>
                  <a:gd name="connsiteY28" fmla="*/ 901826 h 1192022"/>
                  <a:gd name="connsiteX29" fmla="*/ 187415 w 1041109"/>
                  <a:gd name="connsiteY29" fmla="*/ 1181354 h 1192022"/>
                  <a:gd name="connsiteX30" fmla="*/ 162650 w 1041109"/>
                  <a:gd name="connsiteY30" fmla="*/ 1185544 h 1192022"/>
                  <a:gd name="connsiteX31" fmla="*/ 202020 w 1041109"/>
                  <a:gd name="connsiteY31" fmla="*/ 903731 h 1192022"/>
                  <a:gd name="connsiteX32" fmla="*/ 69432 w 1041109"/>
                  <a:gd name="connsiteY32" fmla="*/ 1044575 h 1192022"/>
                  <a:gd name="connsiteX33" fmla="*/ 26887 w 1041109"/>
                  <a:gd name="connsiteY33" fmla="*/ 1178051 h 1192022"/>
                  <a:gd name="connsiteX34" fmla="*/ 979 w 1041109"/>
                  <a:gd name="connsiteY34" fmla="*/ 1188338 h 1192022"/>
                  <a:gd name="connsiteX35" fmla="*/ 108040 w 1041109"/>
                  <a:gd name="connsiteY35" fmla="*/ 948181 h 1192022"/>
                  <a:gd name="connsiteX36" fmla="*/ 238342 w 1041109"/>
                  <a:gd name="connsiteY36" fmla="*/ 856487 h 1192022"/>
                  <a:gd name="connsiteX37" fmla="*/ 112358 w 1041109"/>
                  <a:gd name="connsiteY37" fmla="*/ 730885 h 1192022"/>
                  <a:gd name="connsiteX38" fmla="*/ 33745 w 1041109"/>
                  <a:gd name="connsiteY38" fmla="*/ 690244 h 1192022"/>
                  <a:gd name="connsiteX39" fmla="*/ 1868 w 1041109"/>
                  <a:gd name="connsiteY39" fmla="*/ 544449 h 1192022"/>
                  <a:gd name="connsiteX40" fmla="*/ 101563 w 1041109"/>
                  <a:gd name="connsiteY40" fmla="*/ 444373 h 1192022"/>
                  <a:gd name="connsiteX41" fmla="*/ 279617 w 1041109"/>
                  <a:gd name="connsiteY41" fmla="*/ 270001 h 1192022"/>
                  <a:gd name="connsiteX42" fmla="*/ 456782 w 1041109"/>
                  <a:gd name="connsiteY42" fmla="*/ 233933 h 1192022"/>
                  <a:gd name="connsiteX43" fmla="*/ 456782 w 1041109"/>
                  <a:gd name="connsiteY43" fmla="*/ 117982 h 1192022"/>
                  <a:gd name="connsiteX44" fmla="*/ 375121 w 1041109"/>
                  <a:gd name="connsiteY44" fmla="*/ 269748 h 1192022"/>
                  <a:gd name="connsiteX45" fmla="*/ 139282 w 1041109"/>
                  <a:gd name="connsiteY45" fmla="*/ 427608 h 1192022"/>
                  <a:gd name="connsiteX46" fmla="*/ 108802 w 1041109"/>
                  <a:gd name="connsiteY46" fmla="*/ 629793 h 1192022"/>
                  <a:gd name="connsiteX47" fmla="*/ 244057 w 1041109"/>
                  <a:gd name="connsiteY47" fmla="*/ 828167 h 1192022"/>
                  <a:gd name="connsiteX48" fmla="*/ 473419 w 1041109"/>
                  <a:gd name="connsiteY48" fmla="*/ 862583 h 1192022"/>
                  <a:gd name="connsiteX49" fmla="*/ 754978 w 1041109"/>
                  <a:gd name="connsiteY49" fmla="*/ 800988 h 1192022"/>
                  <a:gd name="connsiteX50" fmla="*/ 842100 w 1041109"/>
                  <a:gd name="connsiteY50" fmla="*/ 509269 h 1192022"/>
                  <a:gd name="connsiteX51" fmla="*/ 661125 w 1041109"/>
                  <a:gd name="connsiteY51" fmla="*/ 296290 h 1192022"/>
                  <a:gd name="connsiteX52" fmla="*/ 375121 w 1041109"/>
                  <a:gd name="connsiteY52" fmla="*/ 269748 h 1192022"/>
                  <a:gd name="connsiteX53" fmla="*/ 96229 w 1041109"/>
                  <a:gd name="connsiteY53" fmla="*/ 703833 h 1192022"/>
                  <a:gd name="connsiteX54" fmla="*/ 88609 w 1041109"/>
                  <a:gd name="connsiteY54" fmla="*/ 473201 h 1192022"/>
                  <a:gd name="connsiteX55" fmla="*/ 96229 w 1041109"/>
                  <a:gd name="connsiteY55" fmla="*/ 703833 h 1192022"/>
                  <a:gd name="connsiteX56" fmla="*/ 862293 w 1041109"/>
                  <a:gd name="connsiteY56" fmla="*/ 472186 h 1192022"/>
                  <a:gd name="connsiteX57" fmla="*/ 860769 w 1041109"/>
                  <a:gd name="connsiteY57" fmla="*/ 708532 h 1192022"/>
                  <a:gd name="connsiteX58" fmla="*/ 862293 w 1041109"/>
                  <a:gd name="connsiteY58" fmla="*/ 472186 h 1192022"/>
                  <a:gd name="connsiteX59" fmla="*/ 898361 w 1041109"/>
                  <a:gd name="connsiteY59" fmla="*/ 883285 h 1192022"/>
                  <a:gd name="connsiteX60" fmla="*/ 900139 w 1041109"/>
                  <a:gd name="connsiteY60" fmla="*/ 1022985 h 1192022"/>
                  <a:gd name="connsiteX61" fmla="*/ 1013423 w 1041109"/>
                  <a:gd name="connsiteY61" fmla="*/ 953643 h 1192022"/>
                  <a:gd name="connsiteX62" fmla="*/ 898361 w 1041109"/>
                  <a:gd name="connsiteY62" fmla="*/ 883285 h 1192022"/>
                  <a:gd name="connsiteX63" fmla="*/ 742278 w 1041109"/>
                  <a:gd name="connsiteY63" fmla="*/ 901064 h 1192022"/>
                  <a:gd name="connsiteX64" fmla="*/ 777330 w 1041109"/>
                  <a:gd name="connsiteY64" fmla="*/ 1057529 h 1192022"/>
                  <a:gd name="connsiteX65" fmla="*/ 829527 w 1041109"/>
                  <a:gd name="connsiteY65" fmla="*/ 955167 h 1192022"/>
                  <a:gd name="connsiteX66" fmla="*/ 742278 w 1041109"/>
                  <a:gd name="connsiteY66" fmla="*/ 901064 h 1192022"/>
                  <a:gd name="connsiteX0" fmla="*/ 295634 w 1041109"/>
                  <a:gd name="connsiteY0" fmla="*/ 0 h 1167688"/>
                  <a:gd name="connsiteX1" fmla="*/ 532728 w 1041109"/>
                  <a:gd name="connsiteY1" fmla="*/ 85902 h 1167688"/>
                  <a:gd name="connsiteX2" fmla="*/ 483325 w 1041109"/>
                  <a:gd name="connsiteY2" fmla="*/ 92760 h 1167688"/>
                  <a:gd name="connsiteX3" fmla="*/ 483071 w 1041109"/>
                  <a:gd name="connsiteY3" fmla="*/ 210361 h 1167688"/>
                  <a:gd name="connsiteX4" fmla="*/ 732372 w 1041109"/>
                  <a:gd name="connsiteY4" fmla="*/ 281990 h 1167688"/>
                  <a:gd name="connsiteX5" fmla="*/ 838925 w 1041109"/>
                  <a:gd name="connsiteY5" fmla="*/ 399718 h 1167688"/>
                  <a:gd name="connsiteX6" fmla="*/ 928714 w 1041109"/>
                  <a:gd name="connsiteY6" fmla="*/ 474903 h 1167688"/>
                  <a:gd name="connsiteX7" fmla="*/ 843751 w 1041109"/>
                  <a:gd name="connsiteY7" fmla="*/ 709345 h 1167688"/>
                  <a:gd name="connsiteX8" fmla="*/ 825082 w 1041109"/>
                  <a:gd name="connsiteY8" fmla="*/ 738301 h 1167688"/>
                  <a:gd name="connsiteX9" fmla="*/ 710655 w 1041109"/>
                  <a:gd name="connsiteY9" fmla="*/ 830629 h 1167688"/>
                  <a:gd name="connsiteX10" fmla="*/ 834353 w 1041109"/>
                  <a:gd name="connsiteY10" fmla="*/ 905814 h 1167688"/>
                  <a:gd name="connsiteX11" fmla="*/ 898361 w 1041109"/>
                  <a:gd name="connsiteY11" fmla="*/ 832535 h 1167688"/>
                  <a:gd name="connsiteX12" fmla="*/ 998564 w 1041109"/>
                  <a:gd name="connsiteY12" fmla="*/ 849298 h 1167688"/>
                  <a:gd name="connsiteX13" fmla="*/ 1041109 w 1041109"/>
                  <a:gd name="connsiteY13" fmla="*/ 919910 h 1167688"/>
                  <a:gd name="connsiteX14" fmla="*/ 971386 w 1041109"/>
                  <a:gd name="connsiteY14" fmla="*/ 1157528 h 1167688"/>
                  <a:gd name="connsiteX15" fmla="*/ 948145 w 1041109"/>
                  <a:gd name="connsiteY15" fmla="*/ 1160195 h 1167688"/>
                  <a:gd name="connsiteX16" fmla="*/ 1001358 w 1041109"/>
                  <a:gd name="connsiteY16" fmla="*/ 1009699 h 1167688"/>
                  <a:gd name="connsiteX17" fmla="*/ 919189 w 1041109"/>
                  <a:gd name="connsiteY17" fmla="*/ 1029258 h 1167688"/>
                  <a:gd name="connsiteX18" fmla="*/ 835115 w 1041109"/>
                  <a:gd name="connsiteY18" fmla="*/ 969441 h 1167688"/>
                  <a:gd name="connsiteX19" fmla="*/ 781775 w 1041109"/>
                  <a:gd name="connsiteY19" fmla="*/ 1154226 h 1167688"/>
                  <a:gd name="connsiteX20" fmla="*/ 779743 w 1041109"/>
                  <a:gd name="connsiteY20" fmla="*/ 1167688 h 1167688"/>
                  <a:gd name="connsiteX21" fmla="*/ 764630 w 1041109"/>
                  <a:gd name="connsiteY21" fmla="*/ 1152447 h 1167688"/>
                  <a:gd name="connsiteX22" fmla="*/ 753327 w 1041109"/>
                  <a:gd name="connsiteY22" fmla="*/ 1065326 h 1167688"/>
                  <a:gd name="connsiteX23" fmla="*/ 716497 w 1041109"/>
                  <a:gd name="connsiteY23" fmla="*/ 881176 h 1167688"/>
                  <a:gd name="connsiteX24" fmla="*/ 709512 w 1041109"/>
                  <a:gd name="connsiteY24" fmla="*/ 857808 h 1167688"/>
                  <a:gd name="connsiteX25" fmla="*/ 537935 w 1041109"/>
                  <a:gd name="connsiteY25" fmla="*/ 861617 h 1167688"/>
                  <a:gd name="connsiteX26" fmla="*/ 273648 w 1041109"/>
                  <a:gd name="connsiteY26" fmla="*/ 854252 h 1167688"/>
                  <a:gd name="connsiteX27" fmla="*/ 233516 w 1041109"/>
                  <a:gd name="connsiteY27" fmla="*/ 877492 h 1167688"/>
                  <a:gd name="connsiteX28" fmla="*/ 187415 w 1041109"/>
                  <a:gd name="connsiteY28" fmla="*/ 1157020 h 1167688"/>
                  <a:gd name="connsiteX29" fmla="*/ 162650 w 1041109"/>
                  <a:gd name="connsiteY29" fmla="*/ 1161210 h 1167688"/>
                  <a:gd name="connsiteX30" fmla="*/ 202020 w 1041109"/>
                  <a:gd name="connsiteY30" fmla="*/ 879397 h 1167688"/>
                  <a:gd name="connsiteX31" fmla="*/ 69432 w 1041109"/>
                  <a:gd name="connsiteY31" fmla="*/ 1020241 h 1167688"/>
                  <a:gd name="connsiteX32" fmla="*/ 26887 w 1041109"/>
                  <a:gd name="connsiteY32" fmla="*/ 1153717 h 1167688"/>
                  <a:gd name="connsiteX33" fmla="*/ 979 w 1041109"/>
                  <a:gd name="connsiteY33" fmla="*/ 1164004 h 1167688"/>
                  <a:gd name="connsiteX34" fmla="*/ 108040 w 1041109"/>
                  <a:gd name="connsiteY34" fmla="*/ 923847 h 1167688"/>
                  <a:gd name="connsiteX35" fmla="*/ 238342 w 1041109"/>
                  <a:gd name="connsiteY35" fmla="*/ 832153 h 1167688"/>
                  <a:gd name="connsiteX36" fmla="*/ 112358 w 1041109"/>
                  <a:gd name="connsiteY36" fmla="*/ 706551 h 1167688"/>
                  <a:gd name="connsiteX37" fmla="*/ 33745 w 1041109"/>
                  <a:gd name="connsiteY37" fmla="*/ 665910 h 1167688"/>
                  <a:gd name="connsiteX38" fmla="*/ 1868 w 1041109"/>
                  <a:gd name="connsiteY38" fmla="*/ 520115 h 1167688"/>
                  <a:gd name="connsiteX39" fmla="*/ 101563 w 1041109"/>
                  <a:gd name="connsiteY39" fmla="*/ 420039 h 1167688"/>
                  <a:gd name="connsiteX40" fmla="*/ 279617 w 1041109"/>
                  <a:gd name="connsiteY40" fmla="*/ 245667 h 1167688"/>
                  <a:gd name="connsiteX41" fmla="*/ 456782 w 1041109"/>
                  <a:gd name="connsiteY41" fmla="*/ 209599 h 1167688"/>
                  <a:gd name="connsiteX42" fmla="*/ 456782 w 1041109"/>
                  <a:gd name="connsiteY42" fmla="*/ 93648 h 1167688"/>
                  <a:gd name="connsiteX43" fmla="*/ 375121 w 1041109"/>
                  <a:gd name="connsiteY43" fmla="*/ 245414 h 1167688"/>
                  <a:gd name="connsiteX44" fmla="*/ 139282 w 1041109"/>
                  <a:gd name="connsiteY44" fmla="*/ 403274 h 1167688"/>
                  <a:gd name="connsiteX45" fmla="*/ 108802 w 1041109"/>
                  <a:gd name="connsiteY45" fmla="*/ 605459 h 1167688"/>
                  <a:gd name="connsiteX46" fmla="*/ 244057 w 1041109"/>
                  <a:gd name="connsiteY46" fmla="*/ 803833 h 1167688"/>
                  <a:gd name="connsiteX47" fmla="*/ 473419 w 1041109"/>
                  <a:gd name="connsiteY47" fmla="*/ 838249 h 1167688"/>
                  <a:gd name="connsiteX48" fmla="*/ 754978 w 1041109"/>
                  <a:gd name="connsiteY48" fmla="*/ 776654 h 1167688"/>
                  <a:gd name="connsiteX49" fmla="*/ 842100 w 1041109"/>
                  <a:gd name="connsiteY49" fmla="*/ 484935 h 1167688"/>
                  <a:gd name="connsiteX50" fmla="*/ 661125 w 1041109"/>
                  <a:gd name="connsiteY50" fmla="*/ 271956 h 1167688"/>
                  <a:gd name="connsiteX51" fmla="*/ 375121 w 1041109"/>
                  <a:gd name="connsiteY51" fmla="*/ 245414 h 1167688"/>
                  <a:gd name="connsiteX52" fmla="*/ 96229 w 1041109"/>
                  <a:gd name="connsiteY52" fmla="*/ 679499 h 1167688"/>
                  <a:gd name="connsiteX53" fmla="*/ 88609 w 1041109"/>
                  <a:gd name="connsiteY53" fmla="*/ 448867 h 1167688"/>
                  <a:gd name="connsiteX54" fmla="*/ 96229 w 1041109"/>
                  <a:gd name="connsiteY54" fmla="*/ 679499 h 1167688"/>
                  <a:gd name="connsiteX55" fmla="*/ 862293 w 1041109"/>
                  <a:gd name="connsiteY55" fmla="*/ 447852 h 1167688"/>
                  <a:gd name="connsiteX56" fmla="*/ 860769 w 1041109"/>
                  <a:gd name="connsiteY56" fmla="*/ 684198 h 1167688"/>
                  <a:gd name="connsiteX57" fmla="*/ 862293 w 1041109"/>
                  <a:gd name="connsiteY57" fmla="*/ 447852 h 1167688"/>
                  <a:gd name="connsiteX58" fmla="*/ 898361 w 1041109"/>
                  <a:gd name="connsiteY58" fmla="*/ 858951 h 1167688"/>
                  <a:gd name="connsiteX59" fmla="*/ 900139 w 1041109"/>
                  <a:gd name="connsiteY59" fmla="*/ 998651 h 1167688"/>
                  <a:gd name="connsiteX60" fmla="*/ 1013423 w 1041109"/>
                  <a:gd name="connsiteY60" fmla="*/ 929309 h 1167688"/>
                  <a:gd name="connsiteX61" fmla="*/ 898361 w 1041109"/>
                  <a:gd name="connsiteY61" fmla="*/ 858951 h 1167688"/>
                  <a:gd name="connsiteX62" fmla="*/ 742278 w 1041109"/>
                  <a:gd name="connsiteY62" fmla="*/ 876730 h 1167688"/>
                  <a:gd name="connsiteX63" fmla="*/ 777330 w 1041109"/>
                  <a:gd name="connsiteY63" fmla="*/ 1033195 h 1167688"/>
                  <a:gd name="connsiteX64" fmla="*/ 829527 w 1041109"/>
                  <a:gd name="connsiteY64" fmla="*/ 930833 h 1167688"/>
                  <a:gd name="connsiteX65" fmla="*/ 742278 w 1041109"/>
                  <a:gd name="connsiteY65" fmla="*/ 876730 h 1167688"/>
                  <a:gd name="connsiteX0" fmla="*/ 532728 w 1041109"/>
                  <a:gd name="connsiteY0" fmla="*/ 0 h 1081786"/>
                  <a:gd name="connsiteX1" fmla="*/ 483325 w 1041109"/>
                  <a:gd name="connsiteY1" fmla="*/ 6858 h 1081786"/>
                  <a:gd name="connsiteX2" fmla="*/ 483071 w 1041109"/>
                  <a:gd name="connsiteY2" fmla="*/ 124459 h 1081786"/>
                  <a:gd name="connsiteX3" fmla="*/ 732372 w 1041109"/>
                  <a:gd name="connsiteY3" fmla="*/ 196088 h 1081786"/>
                  <a:gd name="connsiteX4" fmla="*/ 838925 w 1041109"/>
                  <a:gd name="connsiteY4" fmla="*/ 313816 h 1081786"/>
                  <a:gd name="connsiteX5" fmla="*/ 928714 w 1041109"/>
                  <a:gd name="connsiteY5" fmla="*/ 389001 h 1081786"/>
                  <a:gd name="connsiteX6" fmla="*/ 843751 w 1041109"/>
                  <a:gd name="connsiteY6" fmla="*/ 623443 h 1081786"/>
                  <a:gd name="connsiteX7" fmla="*/ 825082 w 1041109"/>
                  <a:gd name="connsiteY7" fmla="*/ 652399 h 1081786"/>
                  <a:gd name="connsiteX8" fmla="*/ 710655 w 1041109"/>
                  <a:gd name="connsiteY8" fmla="*/ 744727 h 1081786"/>
                  <a:gd name="connsiteX9" fmla="*/ 834353 w 1041109"/>
                  <a:gd name="connsiteY9" fmla="*/ 819912 h 1081786"/>
                  <a:gd name="connsiteX10" fmla="*/ 898361 w 1041109"/>
                  <a:gd name="connsiteY10" fmla="*/ 746633 h 1081786"/>
                  <a:gd name="connsiteX11" fmla="*/ 998564 w 1041109"/>
                  <a:gd name="connsiteY11" fmla="*/ 763396 h 1081786"/>
                  <a:gd name="connsiteX12" fmla="*/ 1041109 w 1041109"/>
                  <a:gd name="connsiteY12" fmla="*/ 834008 h 1081786"/>
                  <a:gd name="connsiteX13" fmla="*/ 971386 w 1041109"/>
                  <a:gd name="connsiteY13" fmla="*/ 1071626 h 1081786"/>
                  <a:gd name="connsiteX14" fmla="*/ 948145 w 1041109"/>
                  <a:gd name="connsiteY14" fmla="*/ 1074293 h 1081786"/>
                  <a:gd name="connsiteX15" fmla="*/ 1001358 w 1041109"/>
                  <a:gd name="connsiteY15" fmla="*/ 923797 h 1081786"/>
                  <a:gd name="connsiteX16" fmla="*/ 919189 w 1041109"/>
                  <a:gd name="connsiteY16" fmla="*/ 943356 h 1081786"/>
                  <a:gd name="connsiteX17" fmla="*/ 835115 w 1041109"/>
                  <a:gd name="connsiteY17" fmla="*/ 883539 h 1081786"/>
                  <a:gd name="connsiteX18" fmla="*/ 781775 w 1041109"/>
                  <a:gd name="connsiteY18" fmla="*/ 1068324 h 1081786"/>
                  <a:gd name="connsiteX19" fmla="*/ 779743 w 1041109"/>
                  <a:gd name="connsiteY19" fmla="*/ 1081786 h 1081786"/>
                  <a:gd name="connsiteX20" fmla="*/ 764630 w 1041109"/>
                  <a:gd name="connsiteY20" fmla="*/ 1066545 h 1081786"/>
                  <a:gd name="connsiteX21" fmla="*/ 753327 w 1041109"/>
                  <a:gd name="connsiteY21" fmla="*/ 979424 h 1081786"/>
                  <a:gd name="connsiteX22" fmla="*/ 716497 w 1041109"/>
                  <a:gd name="connsiteY22" fmla="*/ 795274 h 1081786"/>
                  <a:gd name="connsiteX23" fmla="*/ 709512 w 1041109"/>
                  <a:gd name="connsiteY23" fmla="*/ 771906 h 1081786"/>
                  <a:gd name="connsiteX24" fmla="*/ 537935 w 1041109"/>
                  <a:gd name="connsiteY24" fmla="*/ 775715 h 1081786"/>
                  <a:gd name="connsiteX25" fmla="*/ 273648 w 1041109"/>
                  <a:gd name="connsiteY25" fmla="*/ 768350 h 1081786"/>
                  <a:gd name="connsiteX26" fmla="*/ 233516 w 1041109"/>
                  <a:gd name="connsiteY26" fmla="*/ 791590 h 1081786"/>
                  <a:gd name="connsiteX27" fmla="*/ 187415 w 1041109"/>
                  <a:gd name="connsiteY27" fmla="*/ 1071118 h 1081786"/>
                  <a:gd name="connsiteX28" fmla="*/ 162650 w 1041109"/>
                  <a:gd name="connsiteY28" fmla="*/ 1075308 h 1081786"/>
                  <a:gd name="connsiteX29" fmla="*/ 202020 w 1041109"/>
                  <a:gd name="connsiteY29" fmla="*/ 793495 h 1081786"/>
                  <a:gd name="connsiteX30" fmla="*/ 69432 w 1041109"/>
                  <a:gd name="connsiteY30" fmla="*/ 934339 h 1081786"/>
                  <a:gd name="connsiteX31" fmla="*/ 26887 w 1041109"/>
                  <a:gd name="connsiteY31" fmla="*/ 1067815 h 1081786"/>
                  <a:gd name="connsiteX32" fmla="*/ 979 w 1041109"/>
                  <a:gd name="connsiteY32" fmla="*/ 1078102 h 1081786"/>
                  <a:gd name="connsiteX33" fmla="*/ 108040 w 1041109"/>
                  <a:gd name="connsiteY33" fmla="*/ 837945 h 1081786"/>
                  <a:gd name="connsiteX34" fmla="*/ 238342 w 1041109"/>
                  <a:gd name="connsiteY34" fmla="*/ 746251 h 1081786"/>
                  <a:gd name="connsiteX35" fmla="*/ 112358 w 1041109"/>
                  <a:gd name="connsiteY35" fmla="*/ 620649 h 1081786"/>
                  <a:gd name="connsiteX36" fmla="*/ 33745 w 1041109"/>
                  <a:gd name="connsiteY36" fmla="*/ 580008 h 1081786"/>
                  <a:gd name="connsiteX37" fmla="*/ 1868 w 1041109"/>
                  <a:gd name="connsiteY37" fmla="*/ 434213 h 1081786"/>
                  <a:gd name="connsiteX38" fmla="*/ 101563 w 1041109"/>
                  <a:gd name="connsiteY38" fmla="*/ 334137 h 1081786"/>
                  <a:gd name="connsiteX39" fmla="*/ 279617 w 1041109"/>
                  <a:gd name="connsiteY39" fmla="*/ 159765 h 1081786"/>
                  <a:gd name="connsiteX40" fmla="*/ 456782 w 1041109"/>
                  <a:gd name="connsiteY40" fmla="*/ 123697 h 1081786"/>
                  <a:gd name="connsiteX41" fmla="*/ 456782 w 1041109"/>
                  <a:gd name="connsiteY41" fmla="*/ 7746 h 1081786"/>
                  <a:gd name="connsiteX42" fmla="*/ 375121 w 1041109"/>
                  <a:gd name="connsiteY42" fmla="*/ 159512 h 1081786"/>
                  <a:gd name="connsiteX43" fmla="*/ 139282 w 1041109"/>
                  <a:gd name="connsiteY43" fmla="*/ 317372 h 1081786"/>
                  <a:gd name="connsiteX44" fmla="*/ 108802 w 1041109"/>
                  <a:gd name="connsiteY44" fmla="*/ 519557 h 1081786"/>
                  <a:gd name="connsiteX45" fmla="*/ 244057 w 1041109"/>
                  <a:gd name="connsiteY45" fmla="*/ 717931 h 1081786"/>
                  <a:gd name="connsiteX46" fmla="*/ 473419 w 1041109"/>
                  <a:gd name="connsiteY46" fmla="*/ 752347 h 1081786"/>
                  <a:gd name="connsiteX47" fmla="*/ 754978 w 1041109"/>
                  <a:gd name="connsiteY47" fmla="*/ 690752 h 1081786"/>
                  <a:gd name="connsiteX48" fmla="*/ 842100 w 1041109"/>
                  <a:gd name="connsiteY48" fmla="*/ 399033 h 1081786"/>
                  <a:gd name="connsiteX49" fmla="*/ 661125 w 1041109"/>
                  <a:gd name="connsiteY49" fmla="*/ 186054 h 1081786"/>
                  <a:gd name="connsiteX50" fmla="*/ 375121 w 1041109"/>
                  <a:gd name="connsiteY50" fmla="*/ 159512 h 1081786"/>
                  <a:gd name="connsiteX51" fmla="*/ 96229 w 1041109"/>
                  <a:gd name="connsiteY51" fmla="*/ 593597 h 1081786"/>
                  <a:gd name="connsiteX52" fmla="*/ 88609 w 1041109"/>
                  <a:gd name="connsiteY52" fmla="*/ 362965 h 1081786"/>
                  <a:gd name="connsiteX53" fmla="*/ 96229 w 1041109"/>
                  <a:gd name="connsiteY53" fmla="*/ 593597 h 1081786"/>
                  <a:gd name="connsiteX54" fmla="*/ 862293 w 1041109"/>
                  <a:gd name="connsiteY54" fmla="*/ 361950 h 1081786"/>
                  <a:gd name="connsiteX55" fmla="*/ 860769 w 1041109"/>
                  <a:gd name="connsiteY55" fmla="*/ 598296 h 1081786"/>
                  <a:gd name="connsiteX56" fmla="*/ 862293 w 1041109"/>
                  <a:gd name="connsiteY56" fmla="*/ 361950 h 1081786"/>
                  <a:gd name="connsiteX57" fmla="*/ 898361 w 1041109"/>
                  <a:gd name="connsiteY57" fmla="*/ 773049 h 1081786"/>
                  <a:gd name="connsiteX58" fmla="*/ 900139 w 1041109"/>
                  <a:gd name="connsiteY58" fmla="*/ 912749 h 1081786"/>
                  <a:gd name="connsiteX59" fmla="*/ 1013423 w 1041109"/>
                  <a:gd name="connsiteY59" fmla="*/ 843407 h 1081786"/>
                  <a:gd name="connsiteX60" fmla="*/ 898361 w 1041109"/>
                  <a:gd name="connsiteY60" fmla="*/ 773049 h 1081786"/>
                  <a:gd name="connsiteX61" fmla="*/ 742278 w 1041109"/>
                  <a:gd name="connsiteY61" fmla="*/ 790828 h 1081786"/>
                  <a:gd name="connsiteX62" fmla="*/ 777330 w 1041109"/>
                  <a:gd name="connsiteY62" fmla="*/ 947293 h 1081786"/>
                  <a:gd name="connsiteX63" fmla="*/ 829527 w 1041109"/>
                  <a:gd name="connsiteY63" fmla="*/ 844931 h 1081786"/>
                  <a:gd name="connsiteX64" fmla="*/ 742278 w 1041109"/>
                  <a:gd name="connsiteY64" fmla="*/ 790828 h 1081786"/>
                  <a:gd name="connsiteX0" fmla="*/ 483325 w 1041109"/>
                  <a:gd name="connsiteY0" fmla="*/ 0 h 1074928"/>
                  <a:gd name="connsiteX1" fmla="*/ 483071 w 1041109"/>
                  <a:gd name="connsiteY1" fmla="*/ 117601 h 1074928"/>
                  <a:gd name="connsiteX2" fmla="*/ 732372 w 1041109"/>
                  <a:gd name="connsiteY2" fmla="*/ 189230 h 1074928"/>
                  <a:gd name="connsiteX3" fmla="*/ 838925 w 1041109"/>
                  <a:gd name="connsiteY3" fmla="*/ 306958 h 1074928"/>
                  <a:gd name="connsiteX4" fmla="*/ 928714 w 1041109"/>
                  <a:gd name="connsiteY4" fmla="*/ 382143 h 1074928"/>
                  <a:gd name="connsiteX5" fmla="*/ 843751 w 1041109"/>
                  <a:gd name="connsiteY5" fmla="*/ 616585 h 1074928"/>
                  <a:gd name="connsiteX6" fmla="*/ 825082 w 1041109"/>
                  <a:gd name="connsiteY6" fmla="*/ 645541 h 1074928"/>
                  <a:gd name="connsiteX7" fmla="*/ 710655 w 1041109"/>
                  <a:gd name="connsiteY7" fmla="*/ 737869 h 1074928"/>
                  <a:gd name="connsiteX8" fmla="*/ 834353 w 1041109"/>
                  <a:gd name="connsiteY8" fmla="*/ 813054 h 1074928"/>
                  <a:gd name="connsiteX9" fmla="*/ 898361 w 1041109"/>
                  <a:gd name="connsiteY9" fmla="*/ 739775 h 1074928"/>
                  <a:gd name="connsiteX10" fmla="*/ 998564 w 1041109"/>
                  <a:gd name="connsiteY10" fmla="*/ 756538 h 1074928"/>
                  <a:gd name="connsiteX11" fmla="*/ 1041109 w 1041109"/>
                  <a:gd name="connsiteY11" fmla="*/ 827150 h 1074928"/>
                  <a:gd name="connsiteX12" fmla="*/ 971386 w 1041109"/>
                  <a:gd name="connsiteY12" fmla="*/ 1064768 h 1074928"/>
                  <a:gd name="connsiteX13" fmla="*/ 948145 w 1041109"/>
                  <a:gd name="connsiteY13" fmla="*/ 1067435 h 1074928"/>
                  <a:gd name="connsiteX14" fmla="*/ 1001358 w 1041109"/>
                  <a:gd name="connsiteY14" fmla="*/ 916939 h 1074928"/>
                  <a:gd name="connsiteX15" fmla="*/ 919189 w 1041109"/>
                  <a:gd name="connsiteY15" fmla="*/ 936498 h 1074928"/>
                  <a:gd name="connsiteX16" fmla="*/ 835115 w 1041109"/>
                  <a:gd name="connsiteY16" fmla="*/ 876681 h 1074928"/>
                  <a:gd name="connsiteX17" fmla="*/ 781775 w 1041109"/>
                  <a:gd name="connsiteY17" fmla="*/ 1061466 h 1074928"/>
                  <a:gd name="connsiteX18" fmla="*/ 779743 w 1041109"/>
                  <a:gd name="connsiteY18" fmla="*/ 1074928 h 1074928"/>
                  <a:gd name="connsiteX19" fmla="*/ 764630 w 1041109"/>
                  <a:gd name="connsiteY19" fmla="*/ 1059687 h 1074928"/>
                  <a:gd name="connsiteX20" fmla="*/ 753327 w 1041109"/>
                  <a:gd name="connsiteY20" fmla="*/ 972566 h 1074928"/>
                  <a:gd name="connsiteX21" fmla="*/ 716497 w 1041109"/>
                  <a:gd name="connsiteY21" fmla="*/ 788416 h 1074928"/>
                  <a:gd name="connsiteX22" fmla="*/ 709512 w 1041109"/>
                  <a:gd name="connsiteY22" fmla="*/ 765048 h 1074928"/>
                  <a:gd name="connsiteX23" fmla="*/ 537935 w 1041109"/>
                  <a:gd name="connsiteY23" fmla="*/ 768857 h 1074928"/>
                  <a:gd name="connsiteX24" fmla="*/ 273648 w 1041109"/>
                  <a:gd name="connsiteY24" fmla="*/ 761492 h 1074928"/>
                  <a:gd name="connsiteX25" fmla="*/ 233516 w 1041109"/>
                  <a:gd name="connsiteY25" fmla="*/ 784732 h 1074928"/>
                  <a:gd name="connsiteX26" fmla="*/ 187415 w 1041109"/>
                  <a:gd name="connsiteY26" fmla="*/ 1064260 h 1074928"/>
                  <a:gd name="connsiteX27" fmla="*/ 162650 w 1041109"/>
                  <a:gd name="connsiteY27" fmla="*/ 1068450 h 1074928"/>
                  <a:gd name="connsiteX28" fmla="*/ 202020 w 1041109"/>
                  <a:gd name="connsiteY28" fmla="*/ 786637 h 1074928"/>
                  <a:gd name="connsiteX29" fmla="*/ 69432 w 1041109"/>
                  <a:gd name="connsiteY29" fmla="*/ 927481 h 1074928"/>
                  <a:gd name="connsiteX30" fmla="*/ 26887 w 1041109"/>
                  <a:gd name="connsiteY30" fmla="*/ 1060957 h 1074928"/>
                  <a:gd name="connsiteX31" fmla="*/ 979 w 1041109"/>
                  <a:gd name="connsiteY31" fmla="*/ 1071244 h 1074928"/>
                  <a:gd name="connsiteX32" fmla="*/ 108040 w 1041109"/>
                  <a:gd name="connsiteY32" fmla="*/ 831087 h 1074928"/>
                  <a:gd name="connsiteX33" fmla="*/ 238342 w 1041109"/>
                  <a:gd name="connsiteY33" fmla="*/ 739393 h 1074928"/>
                  <a:gd name="connsiteX34" fmla="*/ 112358 w 1041109"/>
                  <a:gd name="connsiteY34" fmla="*/ 613791 h 1074928"/>
                  <a:gd name="connsiteX35" fmla="*/ 33745 w 1041109"/>
                  <a:gd name="connsiteY35" fmla="*/ 573150 h 1074928"/>
                  <a:gd name="connsiteX36" fmla="*/ 1868 w 1041109"/>
                  <a:gd name="connsiteY36" fmla="*/ 427355 h 1074928"/>
                  <a:gd name="connsiteX37" fmla="*/ 101563 w 1041109"/>
                  <a:gd name="connsiteY37" fmla="*/ 327279 h 1074928"/>
                  <a:gd name="connsiteX38" fmla="*/ 279617 w 1041109"/>
                  <a:gd name="connsiteY38" fmla="*/ 152907 h 1074928"/>
                  <a:gd name="connsiteX39" fmla="*/ 456782 w 1041109"/>
                  <a:gd name="connsiteY39" fmla="*/ 116839 h 1074928"/>
                  <a:gd name="connsiteX40" fmla="*/ 456782 w 1041109"/>
                  <a:gd name="connsiteY40" fmla="*/ 888 h 1074928"/>
                  <a:gd name="connsiteX41" fmla="*/ 375121 w 1041109"/>
                  <a:gd name="connsiteY41" fmla="*/ 152654 h 1074928"/>
                  <a:gd name="connsiteX42" fmla="*/ 139282 w 1041109"/>
                  <a:gd name="connsiteY42" fmla="*/ 310514 h 1074928"/>
                  <a:gd name="connsiteX43" fmla="*/ 108802 w 1041109"/>
                  <a:gd name="connsiteY43" fmla="*/ 512699 h 1074928"/>
                  <a:gd name="connsiteX44" fmla="*/ 244057 w 1041109"/>
                  <a:gd name="connsiteY44" fmla="*/ 711073 h 1074928"/>
                  <a:gd name="connsiteX45" fmla="*/ 473419 w 1041109"/>
                  <a:gd name="connsiteY45" fmla="*/ 745489 h 1074928"/>
                  <a:gd name="connsiteX46" fmla="*/ 754978 w 1041109"/>
                  <a:gd name="connsiteY46" fmla="*/ 683894 h 1074928"/>
                  <a:gd name="connsiteX47" fmla="*/ 842100 w 1041109"/>
                  <a:gd name="connsiteY47" fmla="*/ 392175 h 1074928"/>
                  <a:gd name="connsiteX48" fmla="*/ 661125 w 1041109"/>
                  <a:gd name="connsiteY48" fmla="*/ 179196 h 1074928"/>
                  <a:gd name="connsiteX49" fmla="*/ 375121 w 1041109"/>
                  <a:gd name="connsiteY49" fmla="*/ 152654 h 1074928"/>
                  <a:gd name="connsiteX50" fmla="*/ 96229 w 1041109"/>
                  <a:gd name="connsiteY50" fmla="*/ 586739 h 1074928"/>
                  <a:gd name="connsiteX51" fmla="*/ 88609 w 1041109"/>
                  <a:gd name="connsiteY51" fmla="*/ 356107 h 1074928"/>
                  <a:gd name="connsiteX52" fmla="*/ 96229 w 1041109"/>
                  <a:gd name="connsiteY52" fmla="*/ 586739 h 1074928"/>
                  <a:gd name="connsiteX53" fmla="*/ 862293 w 1041109"/>
                  <a:gd name="connsiteY53" fmla="*/ 355092 h 1074928"/>
                  <a:gd name="connsiteX54" fmla="*/ 860769 w 1041109"/>
                  <a:gd name="connsiteY54" fmla="*/ 591438 h 1074928"/>
                  <a:gd name="connsiteX55" fmla="*/ 862293 w 1041109"/>
                  <a:gd name="connsiteY55" fmla="*/ 355092 h 1074928"/>
                  <a:gd name="connsiteX56" fmla="*/ 898361 w 1041109"/>
                  <a:gd name="connsiteY56" fmla="*/ 766191 h 1074928"/>
                  <a:gd name="connsiteX57" fmla="*/ 900139 w 1041109"/>
                  <a:gd name="connsiteY57" fmla="*/ 905891 h 1074928"/>
                  <a:gd name="connsiteX58" fmla="*/ 1013423 w 1041109"/>
                  <a:gd name="connsiteY58" fmla="*/ 836549 h 1074928"/>
                  <a:gd name="connsiteX59" fmla="*/ 898361 w 1041109"/>
                  <a:gd name="connsiteY59" fmla="*/ 766191 h 1074928"/>
                  <a:gd name="connsiteX60" fmla="*/ 742278 w 1041109"/>
                  <a:gd name="connsiteY60" fmla="*/ 783970 h 1074928"/>
                  <a:gd name="connsiteX61" fmla="*/ 777330 w 1041109"/>
                  <a:gd name="connsiteY61" fmla="*/ 940435 h 1074928"/>
                  <a:gd name="connsiteX62" fmla="*/ 829527 w 1041109"/>
                  <a:gd name="connsiteY62" fmla="*/ 838073 h 1074928"/>
                  <a:gd name="connsiteX63" fmla="*/ 742278 w 1041109"/>
                  <a:gd name="connsiteY63" fmla="*/ 783970 h 1074928"/>
                  <a:gd name="connsiteX0" fmla="*/ 483325 w 1041109"/>
                  <a:gd name="connsiteY0" fmla="*/ 0 h 1074928"/>
                  <a:gd name="connsiteX1" fmla="*/ 483071 w 1041109"/>
                  <a:gd name="connsiteY1" fmla="*/ 117601 h 1074928"/>
                  <a:gd name="connsiteX2" fmla="*/ 732372 w 1041109"/>
                  <a:gd name="connsiteY2" fmla="*/ 189230 h 1074928"/>
                  <a:gd name="connsiteX3" fmla="*/ 838925 w 1041109"/>
                  <a:gd name="connsiteY3" fmla="*/ 306958 h 1074928"/>
                  <a:gd name="connsiteX4" fmla="*/ 928714 w 1041109"/>
                  <a:gd name="connsiteY4" fmla="*/ 382143 h 1074928"/>
                  <a:gd name="connsiteX5" fmla="*/ 843751 w 1041109"/>
                  <a:gd name="connsiteY5" fmla="*/ 616585 h 1074928"/>
                  <a:gd name="connsiteX6" fmla="*/ 825082 w 1041109"/>
                  <a:gd name="connsiteY6" fmla="*/ 645541 h 1074928"/>
                  <a:gd name="connsiteX7" fmla="*/ 710655 w 1041109"/>
                  <a:gd name="connsiteY7" fmla="*/ 737869 h 1074928"/>
                  <a:gd name="connsiteX8" fmla="*/ 834353 w 1041109"/>
                  <a:gd name="connsiteY8" fmla="*/ 813054 h 1074928"/>
                  <a:gd name="connsiteX9" fmla="*/ 898361 w 1041109"/>
                  <a:gd name="connsiteY9" fmla="*/ 739775 h 1074928"/>
                  <a:gd name="connsiteX10" fmla="*/ 998564 w 1041109"/>
                  <a:gd name="connsiteY10" fmla="*/ 756538 h 1074928"/>
                  <a:gd name="connsiteX11" fmla="*/ 1041109 w 1041109"/>
                  <a:gd name="connsiteY11" fmla="*/ 827150 h 1074928"/>
                  <a:gd name="connsiteX12" fmla="*/ 971386 w 1041109"/>
                  <a:gd name="connsiteY12" fmla="*/ 1064768 h 1074928"/>
                  <a:gd name="connsiteX13" fmla="*/ 948145 w 1041109"/>
                  <a:gd name="connsiteY13" fmla="*/ 1067435 h 1074928"/>
                  <a:gd name="connsiteX14" fmla="*/ 1001358 w 1041109"/>
                  <a:gd name="connsiteY14" fmla="*/ 916939 h 1074928"/>
                  <a:gd name="connsiteX15" fmla="*/ 919189 w 1041109"/>
                  <a:gd name="connsiteY15" fmla="*/ 936498 h 1074928"/>
                  <a:gd name="connsiteX16" fmla="*/ 835115 w 1041109"/>
                  <a:gd name="connsiteY16" fmla="*/ 876681 h 1074928"/>
                  <a:gd name="connsiteX17" fmla="*/ 781775 w 1041109"/>
                  <a:gd name="connsiteY17" fmla="*/ 1061466 h 1074928"/>
                  <a:gd name="connsiteX18" fmla="*/ 779743 w 1041109"/>
                  <a:gd name="connsiteY18" fmla="*/ 1074928 h 1074928"/>
                  <a:gd name="connsiteX19" fmla="*/ 764630 w 1041109"/>
                  <a:gd name="connsiteY19" fmla="*/ 1059687 h 1074928"/>
                  <a:gd name="connsiteX20" fmla="*/ 753327 w 1041109"/>
                  <a:gd name="connsiteY20" fmla="*/ 972566 h 1074928"/>
                  <a:gd name="connsiteX21" fmla="*/ 716497 w 1041109"/>
                  <a:gd name="connsiteY21" fmla="*/ 788416 h 1074928"/>
                  <a:gd name="connsiteX22" fmla="*/ 709512 w 1041109"/>
                  <a:gd name="connsiteY22" fmla="*/ 765048 h 1074928"/>
                  <a:gd name="connsiteX23" fmla="*/ 537935 w 1041109"/>
                  <a:gd name="connsiteY23" fmla="*/ 768857 h 1074928"/>
                  <a:gd name="connsiteX24" fmla="*/ 273648 w 1041109"/>
                  <a:gd name="connsiteY24" fmla="*/ 761492 h 1074928"/>
                  <a:gd name="connsiteX25" fmla="*/ 233516 w 1041109"/>
                  <a:gd name="connsiteY25" fmla="*/ 784732 h 1074928"/>
                  <a:gd name="connsiteX26" fmla="*/ 187415 w 1041109"/>
                  <a:gd name="connsiteY26" fmla="*/ 1064260 h 1074928"/>
                  <a:gd name="connsiteX27" fmla="*/ 162650 w 1041109"/>
                  <a:gd name="connsiteY27" fmla="*/ 1068450 h 1074928"/>
                  <a:gd name="connsiteX28" fmla="*/ 202020 w 1041109"/>
                  <a:gd name="connsiteY28" fmla="*/ 786637 h 1074928"/>
                  <a:gd name="connsiteX29" fmla="*/ 69432 w 1041109"/>
                  <a:gd name="connsiteY29" fmla="*/ 927481 h 1074928"/>
                  <a:gd name="connsiteX30" fmla="*/ 26887 w 1041109"/>
                  <a:gd name="connsiteY30" fmla="*/ 1060957 h 1074928"/>
                  <a:gd name="connsiteX31" fmla="*/ 979 w 1041109"/>
                  <a:gd name="connsiteY31" fmla="*/ 1071244 h 1074928"/>
                  <a:gd name="connsiteX32" fmla="*/ 108040 w 1041109"/>
                  <a:gd name="connsiteY32" fmla="*/ 831087 h 1074928"/>
                  <a:gd name="connsiteX33" fmla="*/ 238342 w 1041109"/>
                  <a:gd name="connsiteY33" fmla="*/ 739393 h 1074928"/>
                  <a:gd name="connsiteX34" fmla="*/ 112358 w 1041109"/>
                  <a:gd name="connsiteY34" fmla="*/ 613791 h 1074928"/>
                  <a:gd name="connsiteX35" fmla="*/ 33745 w 1041109"/>
                  <a:gd name="connsiteY35" fmla="*/ 573150 h 1074928"/>
                  <a:gd name="connsiteX36" fmla="*/ 1868 w 1041109"/>
                  <a:gd name="connsiteY36" fmla="*/ 427355 h 1074928"/>
                  <a:gd name="connsiteX37" fmla="*/ 101563 w 1041109"/>
                  <a:gd name="connsiteY37" fmla="*/ 327279 h 1074928"/>
                  <a:gd name="connsiteX38" fmla="*/ 279617 w 1041109"/>
                  <a:gd name="connsiteY38" fmla="*/ 152907 h 1074928"/>
                  <a:gd name="connsiteX39" fmla="*/ 456782 w 1041109"/>
                  <a:gd name="connsiteY39" fmla="*/ 116839 h 1074928"/>
                  <a:gd name="connsiteX40" fmla="*/ 375121 w 1041109"/>
                  <a:gd name="connsiteY40" fmla="*/ 152654 h 1074928"/>
                  <a:gd name="connsiteX41" fmla="*/ 139282 w 1041109"/>
                  <a:gd name="connsiteY41" fmla="*/ 310514 h 1074928"/>
                  <a:gd name="connsiteX42" fmla="*/ 108802 w 1041109"/>
                  <a:gd name="connsiteY42" fmla="*/ 512699 h 1074928"/>
                  <a:gd name="connsiteX43" fmla="*/ 244057 w 1041109"/>
                  <a:gd name="connsiteY43" fmla="*/ 711073 h 1074928"/>
                  <a:gd name="connsiteX44" fmla="*/ 473419 w 1041109"/>
                  <a:gd name="connsiteY44" fmla="*/ 745489 h 1074928"/>
                  <a:gd name="connsiteX45" fmla="*/ 754978 w 1041109"/>
                  <a:gd name="connsiteY45" fmla="*/ 683894 h 1074928"/>
                  <a:gd name="connsiteX46" fmla="*/ 842100 w 1041109"/>
                  <a:gd name="connsiteY46" fmla="*/ 392175 h 1074928"/>
                  <a:gd name="connsiteX47" fmla="*/ 661125 w 1041109"/>
                  <a:gd name="connsiteY47" fmla="*/ 179196 h 1074928"/>
                  <a:gd name="connsiteX48" fmla="*/ 375121 w 1041109"/>
                  <a:gd name="connsiteY48" fmla="*/ 152654 h 1074928"/>
                  <a:gd name="connsiteX49" fmla="*/ 96229 w 1041109"/>
                  <a:gd name="connsiteY49" fmla="*/ 586739 h 1074928"/>
                  <a:gd name="connsiteX50" fmla="*/ 88609 w 1041109"/>
                  <a:gd name="connsiteY50" fmla="*/ 356107 h 1074928"/>
                  <a:gd name="connsiteX51" fmla="*/ 96229 w 1041109"/>
                  <a:gd name="connsiteY51" fmla="*/ 586739 h 1074928"/>
                  <a:gd name="connsiteX52" fmla="*/ 862293 w 1041109"/>
                  <a:gd name="connsiteY52" fmla="*/ 355092 h 1074928"/>
                  <a:gd name="connsiteX53" fmla="*/ 860769 w 1041109"/>
                  <a:gd name="connsiteY53" fmla="*/ 591438 h 1074928"/>
                  <a:gd name="connsiteX54" fmla="*/ 862293 w 1041109"/>
                  <a:gd name="connsiteY54" fmla="*/ 355092 h 1074928"/>
                  <a:gd name="connsiteX55" fmla="*/ 898361 w 1041109"/>
                  <a:gd name="connsiteY55" fmla="*/ 766191 h 1074928"/>
                  <a:gd name="connsiteX56" fmla="*/ 900139 w 1041109"/>
                  <a:gd name="connsiteY56" fmla="*/ 905891 h 1074928"/>
                  <a:gd name="connsiteX57" fmla="*/ 1013423 w 1041109"/>
                  <a:gd name="connsiteY57" fmla="*/ 836549 h 1074928"/>
                  <a:gd name="connsiteX58" fmla="*/ 898361 w 1041109"/>
                  <a:gd name="connsiteY58" fmla="*/ 766191 h 1074928"/>
                  <a:gd name="connsiteX59" fmla="*/ 742278 w 1041109"/>
                  <a:gd name="connsiteY59" fmla="*/ 783970 h 1074928"/>
                  <a:gd name="connsiteX60" fmla="*/ 777330 w 1041109"/>
                  <a:gd name="connsiteY60" fmla="*/ 940435 h 1074928"/>
                  <a:gd name="connsiteX61" fmla="*/ 829527 w 1041109"/>
                  <a:gd name="connsiteY61" fmla="*/ 838073 h 1074928"/>
                  <a:gd name="connsiteX62" fmla="*/ 742278 w 1041109"/>
                  <a:gd name="connsiteY62" fmla="*/ 783970 h 1074928"/>
                  <a:gd name="connsiteX0" fmla="*/ 483071 w 1041109"/>
                  <a:gd name="connsiteY0" fmla="*/ 762 h 958089"/>
                  <a:gd name="connsiteX1" fmla="*/ 732372 w 1041109"/>
                  <a:gd name="connsiteY1" fmla="*/ 72391 h 958089"/>
                  <a:gd name="connsiteX2" fmla="*/ 838925 w 1041109"/>
                  <a:gd name="connsiteY2" fmla="*/ 190119 h 958089"/>
                  <a:gd name="connsiteX3" fmla="*/ 928714 w 1041109"/>
                  <a:gd name="connsiteY3" fmla="*/ 265304 h 958089"/>
                  <a:gd name="connsiteX4" fmla="*/ 843751 w 1041109"/>
                  <a:gd name="connsiteY4" fmla="*/ 499746 h 958089"/>
                  <a:gd name="connsiteX5" fmla="*/ 825082 w 1041109"/>
                  <a:gd name="connsiteY5" fmla="*/ 528702 h 958089"/>
                  <a:gd name="connsiteX6" fmla="*/ 710655 w 1041109"/>
                  <a:gd name="connsiteY6" fmla="*/ 621030 h 958089"/>
                  <a:gd name="connsiteX7" fmla="*/ 834353 w 1041109"/>
                  <a:gd name="connsiteY7" fmla="*/ 696215 h 958089"/>
                  <a:gd name="connsiteX8" fmla="*/ 898361 w 1041109"/>
                  <a:gd name="connsiteY8" fmla="*/ 622936 h 958089"/>
                  <a:gd name="connsiteX9" fmla="*/ 998564 w 1041109"/>
                  <a:gd name="connsiteY9" fmla="*/ 639699 h 958089"/>
                  <a:gd name="connsiteX10" fmla="*/ 1041109 w 1041109"/>
                  <a:gd name="connsiteY10" fmla="*/ 710311 h 958089"/>
                  <a:gd name="connsiteX11" fmla="*/ 971386 w 1041109"/>
                  <a:gd name="connsiteY11" fmla="*/ 947929 h 958089"/>
                  <a:gd name="connsiteX12" fmla="*/ 948145 w 1041109"/>
                  <a:gd name="connsiteY12" fmla="*/ 950596 h 958089"/>
                  <a:gd name="connsiteX13" fmla="*/ 1001358 w 1041109"/>
                  <a:gd name="connsiteY13" fmla="*/ 800100 h 958089"/>
                  <a:gd name="connsiteX14" fmla="*/ 919189 w 1041109"/>
                  <a:gd name="connsiteY14" fmla="*/ 819659 h 958089"/>
                  <a:gd name="connsiteX15" fmla="*/ 835115 w 1041109"/>
                  <a:gd name="connsiteY15" fmla="*/ 759842 h 958089"/>
                  <a:gd name="connsiteX16" fmla="*/ 781775 w 1041109"/>
                  <a:gd name="connsiteY16" fmla="*/ 944627 h 958089"/>
                  <a:gd name="connsiteX17" fmla="*/ 779743 w 1041109"/>
                  <a:gd name="connsiteY17" fmla="*/ 958089 h 958089"/>
                  <a:gd name="connsiteX18" fmla="*/ 764630 w 1041109"/>
                  <a:gd name="connsiteY18" fmla="*/ 942848 h 958089"/>
                  <a:gd name="connsiteX19" fmla="*/ 753327 w 1041109"/>
                  <a:gd name="connsiteY19" fmla="*/ 855727 h 958089"/>
                  <a:gd name="connsiteX20" fmla="*/ 716497 w 1041109"/>
                  <a:gd name="connsiteY20" fmla="*/ 671577 h 958089"/>
                  <a:gd name="connsiteX21" fmla="*/ 709512 w 1041109"/>
                  <a:gd name="connsiteY21" fmla="*/ 648209 h 958089"/>
                  <a:gd name="connsiteX22" fmla="*/ 537935 w 1041109"/>
                  <a:gd name="connsiteY22" fmla="*/ 652018 h 958089"/>
                  <a:gd name="connsiteX23" fmla="*/ 273648 w 1041109"/>
                  <a:gd name="connsiteY23" fmla="*/ 644653 h 958089"/>
                  <a:gd name="connsiteX24" fmla="*/ 233516 w 1041109"/>
                  <a:gd name="connsiteY24" fmla="*/ 667893 h 958089"/>
                  <a:gd name="connsiteX25" fmla="*/ 187415 w 1041109"/>
                  <a:gd name="connsiteY25" fmla="*/ 947421 h 958089"/>
                  <a:gd name="connsiteX26" fmla="*/ 162650 w 1041109"/>
                  <a:gd name="connsiteY26" fmla="*/ 951611 h 958089"/>
                  <a:gd name="connsiteX27" fmla="*/ 202020 w 1041109"/>
                  <a:gd name="connsiteY27" fmla="*/ 669798 h 958089"/>
                  <a:gd name="connsiteX28" fmla="*/ 69432 w 1041109"/>
                  <a:gd name="connsiteY28" fmla="*/ 810642 h 958089"/>
                  <a:gd name="connsiteX29" fmla="*/ 26887 w 1041109"/>
                  <a:gd name="connsiteY29" fmla="*/ 944118 h 958089"/>
                  <a:gd name="connsiteX30" fmla="*/ 979 w 1041109"/>
                  <a:gd name="connsiteY30" fmla="*/ 954405 h 958089"/>
                  <a:gd name="connsiteX31" fmla="*/ 108040 w 1041109"/>
                  <a:gd name="connsiteY31" fmla="*/ 714248 h 958089"/>
                  <a:gd name="connsiteX32" fmla="*/ 238342 w 1041109"/>
                  <a:gd name="connsiteY32" fmla="*/ 622554 h 958089"/>
                  <a:gd name="connsiteX33" fmla="*/ 112358 w 1041109"/>
                  <a:gd name="connsiteY33" fmla="*/ 496952 h 958089"/>
                  <a:gd name="connsiteX34" fmla="*/ 33745 w 1041109"/>
                  <a:gd name="connsiteY34" fmla="*/ 456311 h 958089"/>
                  <a:gd name="connsiteX35" fmla="*/ 1868 w 1041109"/>
                  <a:gd name="connsiteY35" fmla="*/ 310516 h 958089"/>
                  <a:gd name="connsiteX36" fmla="*/ 101563 w 1041109"/>
                  <a:gd name="connsiteY36" fmla="*/ 210440 h 958089"/>
                  <a:gd name="connsiteX37" fmla="*/ 279617 w 1041109"/>
                  <a:gd name="connsiteY37" fmla="*/ 36068 h 958089"/>
                  <a:gd name="connsiteX38" fmla="*/ 456782 w 1041109"/>
                  <a:gd name="connsiteY38" fmla="*/ 0 h 958089"/>
                  <a:gd name="connsiteX39" fmla="*/ 375121 w 1041109"/>
                  <a:gd name="connsiteY39" fmla="*/ 35815 h 958089"/>
                  <a:gd name="connsiteX40" fmla="*/ 139282 w 1041109"/>
                  <a:gd name="connsiteY40" fmla="*/ 193675 h 958089"/>
                  <a:gd name="connsiteX41" fmla="*/ 108802 w 1041109"/>
                  <a:gd name="connsiteY41" fmla="*/ 395860 h 958089"/>
                  <a:gd name="connsiteX42" fmla="*/ 244057 w 1041109"/>
                  <a:gd name="connsiteY42" fmla="*/ 594234 h 958089"/>
                  <a:gd name="connsiteX43" fmla="*/ 473419 w 1041109"/>
                  <a:gd name="connsiteY43" fmla="*/ 628650 h 958089"/>
                  <a:gd name="connsiteX44" fmla="*/ 754978 w 1041109"/>
                  <a:gd name="connsiteY44" fmla="*/ 567055 h 958089"/>
                  <a:gd name="connsiteX45" fmla="*/ 842100 w 1041109"/>
                  <a:gd name="connsiteY45" fmla="*/ 275336 h 958089"/>
                  <a:gd name="connsiteX46" fmla="*/ 661125 w 1041109"/>
                  <a:gd name="connsiteY46" fmla="*/ 62357 h 958089"/>
                  <a:gd name="connsiteX47" fmla="*/ 375121 w 1041109"/>
                  <a:gd name="connsiteY47" fmla="*/ 35815 h 958089"/>
                  <a:gd name="connsiteX48" fmla="*/ 96229 w 1041109"/>
                  <a:gd name="connsiteY48" fmla="*/ 469900 h 958089"/>
                  <a:gd name="connsiteX49" fmla="*/ 88609 w 1041109"/>
                  <a:gd name="connsiteY49" fmla="*/ 239268 h 958089"/>
                  <a:gd name="connsiteX50" fmla="*/ 96229 w 1041109"/>
                  <a:gd name="connsiteY50" fmla="*/ 469900 h 958089"/>
                  <a:gd name="connsiteX51" fmla="*/ 862293 w 1041109"/>
                  <a:gd name="connsiteY51" fmla="*/ 238253 h 958089"/>
                  <a:gd name="connsiteX52" fmla="*/ 860769 w 1041109"/>
                  <a:gd name="connsiteY52" fmla="*/ 474599 h 958089"/>
                  <a:gd name="connsiteX53" fmla="*/ 862293 w 1041109"/>
                  <a:gd name="connsiteY53" fmla="*/ 238253 h 958089"/>
                  <a:gd name="connsiteX54" fmla="*/ 898361 w 1041109"/>
                  <a:gd name="connsiteY54" fmla="*/ 649352 h 958089"/>
                  <a:gd name="connsiteX55" fmla="*/ 900139 w 1041109"/>
                  <a:gd name="connsiteY55" fmla="*/ 789052 h 958089"/>
                  <a:gd name="connsiteX56" fmla="*/ 1013423 w 1041109"/>
                  <a:gd name="connsiteY56" fmla="*/ 719710 h 958089"/>
                  <a:gd name="connsiteX57" fmla="*/ 898361 w 1041109"/>
                  <a:gd name="connsiteY57" fmla="*/ 649352 h 958089"/>
                  <a:gd name="connsiteX58" fmla="*/ 742278 w 1041109"/>
                  <a:gd name="connsiteY58" fmla="*/ 667131 h 958089"/>
                  <a:gd name="connsiteX59" fmla="*/ 777330 w 1041109"/>
                  <a:gd name="connsiteY59" fmla="*/ 823596 h 958089"/>
                  <a:gd name="connsiteX60" fmla="*/ 829527 w 1041109"/>
                  <a:gd name="connsiteY60" fmla="*/ 721234 h 958089"/>
                  <a:gd name="connsiteX61" fmla="*/ 742278 w 1041109"/>
                  <a:gd name="connsiteY61" fmla="*/ 667131 h 958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041109" h="958089">
                    <a:moveTo>
                      <a:pt x="483071" y="762"/>
                    </a:moveTo>
                    <a:cubicBezTo>
                      <a:pt x="570193" y="4573"/>
                      <a:pt x="659347" y="21972"/>
                      <a:pt x="732372" y="72391"/>
                    </a:cubicBezTo>
                    <a:cubicBezTo>
                      <a:pt x="777838" y="101347"/>
                      <a:pt x="813017" y="143129"/>
                      <a:pt x="838925" y="190119"/>
                    </a:cubicBezTo>
                    <a:cubicBezTo>
                      <a:pt x="857213" y="227838"/>
                      <a:pt x="912204" y="224917"/>
                      <a:pt x="928714" y="265304"/>
                    </a:cubicBezTo>
                    <a:cubicBezTo>
                      <a:pt x="983705" y="346075"/>
                      <a:pt x="949288" y="483617"/>
                      <a:pt x="843751" y="499746"/>
                    </a:cubicBezTo>
                    <a:lnTo>
                      <a:pt x="825082" y="528702"/>
                    </a:lnTo>
                    <a:cubicBezTo>
                      <a:pt x="798920" y="572136"/>
                      <a:pt x="755867" y="600329"/>
                      <a:pt x="710655" y="621030"/>
                    </a:cubicBezTo>
                    <a:cubicBezTo>
                      <a:pt x="752946" y="644144"/>
                      <a:pt x="793332" y="670687"/>
                      <a:pt x="834353" y="696215"/>
                    </a:cubicBezTo>
                    <a:cubicBezTo>
                      <a:pt x="851752" y="669291"/>
                      <a:pt x="865341" y="634239"/>
                      <a:pt x="898361" y="622936"/>
                    </a:cubicBezTo>
                    <a:cubicBezTo>
                      <a:pt x="932397" y="613284"/>
                      <a:pt x="968719" y="621919"/>
                      <a:pt x="998564" y="639699"/>
                    </a:cubicBezTo>
                    <a:cubicBezTo>
                      <a:pt x="1018503" y="659258"/>
                      <a:pt x="1034378" y="683006"/>
                      <a:pt x="1041109" y="710311"/>
                    </a:cubicBezTo>
                    <a:cubicBezTo>
                      <a:pt x="1034505" y="792608"/>
                      <a:pt x="1007327" y="873761"/>
                      <a:pt x="971386" y="947929"/>
                    </a:cubicBezTo>
                    <a:lnTo>
                      <a:pt x="948145" y="950596"/>
                    </a:lnTo>
                    <a:cubicBezTo>
                      <a:pt x="968592" y="901447"/>
                      <a:pt x="985356" y="850773"/>
                      <a:pt x="1001358" y="800100"/>
                    </a:cubicBezTo>
                    <a:cubicBezTo>
                      <a:pt x="975450" y="811149"/>
                      <a:pt x="948399" y="825119"/>
                      <a:pt x="919189" y="819659"/>
                    </a:cubicBezTo>
                    <a:cubicBezTo>
                      <a:pt x="882740" y="815214"/>
                      <a:pt x="857213" y="786385"/>
                      <a:pt x="835115" y="759842"/>
                    </a:cubicBezTo>
                    <a:cubicBezTo>
                      <a:pt x="805016" y="817246"/>
                      <a:pt x="786347" y="879856"/>
                      <a:pt x="781775" y="944627"/>
                    </a:cubicBezTo>
                    <a:lnTo>
                      <a:pt x="779743" y="958089"/>
                    </a:lnTo>
                    <a:cubicBezTo>
                      <a:pt x="776060" y="954279"/>
                      <a:pt x="768440" y="946659"/>
                      <a:pt x="764630" y="942848"/>
                    </a:cubicBezTo>
                    <a:cubicBezTo>
                      <a:pt x="759169" y="914019"/>
                      <a:pt x="756629" y="884810"/>
                      <a:pt x="753327" y="855727"/>
                    </a:cubicBezTo>
                    <a:cubicBezTo>
                      <a:pt x="747739" y="793242"/>
                      <a:pt x="735928" y="731267"/>
                      <a:pt x="716497" y="671577"/>
                    </a:cubicBezTo>
                    <a:cubicBezTo>
                      <a:pt x="714846" y="665735"/>
                      <a:pt x="711290" y="654050"/>
                      <a:pt x="709512" y="648209"/>
                    </a:cubicBezTo>
                    <a:cubicBezTo>
                      <a:pt x="652616" y="633858"/>
                      <a:pt x="595085" y="651129"/>
                      <a:pt x="537935" y="652018"/>
                    </a:cubicBezTo>
                    <a:cubicBezTo>
                      <a:pt x="449670" y="657479"/>
                      <a:pt x="361786" y="643002"/>
                      <a:pt x="273648" y="644653"/>
                    </a:cubicBezTo>
                    <a:cubicBezTo>
                      <a:pt x="259932" y="650748"/>
                      <a:pt x="238977" y="651129"/>
                      <a:pt x="233516" y="667893"/>
                    </a:cubicBezTo>
                    <a:cubicBezTo>
                      <a:pt x="195670" y="755650"/>
                      <a:pt x="193003" y="853314"/>
                      <a:pt x="187415" y="947421"/>
                    </a:cubicBezTo>
                    <a:lnTo>
                      <a:pt x="162650" y="951611"/>
                    </a:lnTo>
                    <a:cubicBezTo>
                      <a:pt x="164809" y="856742"/>
                      <a:pt x="173318" y="760858"/>
                      <a:pt x="202020" y="669798"/>
                    </a:cubicBezTo>
                    <a:cubicBezTo>
                      <a:pt x="150585" y="708915"/>
                      <a:pt x="100674" y="753111"/>
                      <a:pt x="69432" y="810642"/>
                    </a:cubicBezTo>
                    <a:cubicBezTo>
                      <a:pt x="46826" y="852043"/>
                      <a:pt x="36920" y="898525"/>
                      <a:pt x="26887" y="944118"/>
                    </a:cubicBezTo>
                    <a:cubicBezTo>
                      <a:pt x="20410" y="946786"/>
                      <a:pt x="7456" y="951866"/>
                      <a:pt x="979" y="954405"/>
                    </a:cubicBezTo>
                    <a:cubicBezTo>
                      <a:pt x="14441" y="866903"/>
                      <a:pt x="43524" y="777875"/>
                      <a:pt x="108040" y="714248"/>
                    </a:cubicBezTo>
                    <a:cubicBezTo>
                      <a:pt x="145251" y="675767"/>
                      <a:pt x="191479" y="647828"/>
                      <a:pt x="238342" y="622554"/>
                    </a:cubicBezTo>
                    <a:cubicBezTo>
                      <a:pt x="183859" y="595249"/>
                      <a:pt x="139536" y="551561"/>
                      <a:pt x="112358" y="496952"/>
                    </a:cubicBezTo>
                    <a:cubicBezTo>
                      <a:pt x="84926" y="485903"/>
                      <a:pt x="57748" y="473584"/>
                      <a:pt x="33745" y="456311"/>
                    </a:cubicBezTo>
                    <a:cubicBezTo>
                      <a:pt x="3646" y="413767"/>
                      <a:pt x="-4101" y="361442"/>
                      <a:pt x="1868" y="310516"/>
                    </a:cubicBezTo>
                    <a:cubicBezTo>
                      <a:pt x="20537" y="264542"/>
                      <a:pt x="51525" y="224029"/>
                      <a:pt x="101563" y="210440"/>
                    </a:cubicBezTo>
                    <a:cubicBezTo>
                      <a:pt x="134329" y="130556"/>
                      <a:pt x="203163" y="72517"/>
                      <a:pt x="279617" y="36068"/>
                    </a:cubicBezTo>
                    <a:cubicBezTo>
                      <a:pt x="335878" y="13209"/>
                      <a:pt x="396457" y="3811"/>
                      <a:pt x="456782" y="0"/>
                    </a:cubicBezTo>
                    <a:moveTo>
                      <a:pt x="375121" y="35815"/>
                    </a:moveTo>
                    <a:cubicBezTo>
                      <a:pt x="279744" y="53467"/>
                      <a:pt x="186145" y="106046"/>
                      <a:pt x="139282" y="193675"/>
                    </a:cubicBezTo>
                    <a:cubicBezTo>
                      <a:pt x="104357" y="254509"/>
                      <a:pt x="101055" y="327661"/>
                      <a:pt x="108802" y="395860"/>
                    </a:cubicBezTo>
                    <a:cubicBezTo>
                      <a:pt x="120740" y="477140"/>
                      <a:pt x="164047" y="562103"/>
                      <a:pt x="244057" y="594234"/>
                    </a:cubicBezTo>
                    <a:cubicBezTo>
                      <a:pt x="314669" y="631064"/>
                      <a:pt x="396711" y="622173"/>
                      <a:pt x="473419" y="628650"/>
                    </a:cubicBezTo>
                    <a:cubicBezTo>
                      <a:pt x="569304" y="629031"/>
                      <a:pt x="675222" y="628269"/>
                      <a:pt x="754978" y="567055"/>
                    </a:cubicBezTo>
                    <a:cubicBezTo>
                      <a:pt x="844894" y="502667"/>
                      <a:pt x="864706" y="377317"/>
                      <a:pt x="842100" y="275336"/>
                    </a:cubicBezTo>
                    <a:cubicBezTo>
                      <a:pt x="827495" y="177038"/>
                      <a:pt x="749136" y="100711"/>
                      <a:pt x="661125" y="62357"/>
                    </a:cubicBezTo>
                    <a:cubicBezTo>
                      <a:pt x="570828" y="26924"/>
                      <a:pt x="470244" y="16129"/>
                      <a:pt x="375121" y="35815"/>
                    </a:cubicBezTo>
                    <a:moveTo>
                      <a:pt x="96229" y="469900"/>
                    </a:moveTo>
                    <a:cubicBezTo>
                      <a:pt x="78830" y="393954"/>
                      <a:pt x="78703" y="316104"/>
                      <a:pt x="88609" y="239268"/>
                    </a:cubicBezTo>
                    <a:cubicBezTo>
                      <a:pt x="1360" y="287148"/>
                      <a:pt x="5551" y="428117"/>
                      <a:pt x="96229" y="469900"/>
                    </a:cubicBezTo>
                    <a:moveTo>
                      <a:pt x="862293" y="238253"/>
                    </a:moveTo>
                    <a:cubicBezTo>
                      <a:pt x="879565" y="316611"/>
                      <a:pt x="875501" y="396241"/>
                      <a:pt x="860769" y="474599"/>
                    </a:cubicBezTo>
                    <a:cubicBezTo>
                      <a:pt x="949161" y="428244"/>
                      <a:pt x="952082" y="284480"/>
                      <a:pt x="862293" y="238253"/>
                    </a:cubicBezTo>
                    <a:moveTo>
                      <a:pt x="898361" y="649352"/>
                    </a:moveTo>
                    <a:cubicBezTo>
                      <a:pt x="849212" y="677165"/>
                      <a:pt x="849847" y="762254"/>
                      <a:pt x="900139" y="789052"/>
                    </a:cubicBezTo>
                    <a:cubicBezTo>
                      <a:pt x="946621" y="816865"/>
                      <a:pt x="1022948" y="777241"/>
                      <a:pt x="1013423" y="719710"/>
                    </a:cubicBezTo>
                    <a:cubicBezTo>
                      <a:pt x="1015201" y="662560"/>
                      <a:pt x="947510" y="629540"/>
                      <a:pt x="898361" y="649352"/>
                    </a:cubicBezTo>
                    <a:moveTo>
                      <a:pt x="742278" y="667131"/>
                    </a:moveTo>
                    <a:cubicBezTo>
                      <a:pt x="756883" y="718567"/>
                      <a:pt x="771488" y="770129"/>
                      <a:pt x="777330" y="823596"/>
                    </a:cubicBezTo>
                    <a:cubicBezTo>
                      <a:pt x="796380" y="790322"/>
                      <a:pt x="810350" y="754380"/>
                      <a:pt x="829527" y="721234"/>
                    </a:cubicBezTo>
                    <a:cubicBezTo>
                      <a:pt x="800190" y="703580"/>
                      <a:pt x="771361" y="685039"/>
                      <a:pt x="742278" y="6671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 dirty="0"/>
              </a:p>
            </p:txBody>
          </p:sp>
          <p:sp>
            <p:nvSpPr>
              <p:cNvPr id="1139" name="任意形状 1138">
                <a:extLst>
                  <a:ext uri="{FF2B5EF4-FFF2-40B4-BE49-F238E27FC236}">
                    <a16:creationId xmlns:a16="http://schemas.microsoft.com/office/drawing/2014/main" id="{01C12616-8AFA-0571-6308-CD75BCF75629}"/>
                  </a:ext>
                </a:extLst>
              </p:cNvPr>
              <p:cNvSpPr/>
              <p:nvPr/>
            </p:nvSpPr>
            <p:spPr>
              <a:xfrm>
                <a:off x="7263558" y="4427947"/>
                <a:ext cx="167632" cy="169064"/>
              </a:xfrm>
              <a:custGeom>
                <a:avLst/>
                <a:gdLst>
                  <a:gd name="connsiteX0" fmla="*/ 43768 w 167632"/>
                  <a:gd name="connsiteY0" fmla="*/ 8544 h 169064"/>
                  <a:gd name="connsiteX1" fmla="*/ 165307 w 167632"/>
                  <a:gd name="connsiteY1" fmla="*/ 67345 h 169064"/>
                  <a:gd name="connsiteX2" fmla="*/ 41482 w 167632"/>
                  <a:gd name="connsiteY2" fmla="*/ 154975 h 169064"/>
                  <a:gd name="connsiteX3" fmla="*/ 43768 w 167632"/>
                  <a:gd name="connsiteY3" fmla="*/ 8544 h 169064"/>
                  <a:gd name="connsiteX4" fmla="*/ 55452 w 167632"/>
                  <a:gd name="connsiteY4" fmla="*/ 33436 h 169064"/>
                  <a:gd name="connsiteX5" fmla="*/ 39831 w 167632"/>
                  <a:gd name="connsiteY5" fmla="*/ 119034 h 169064"/>
                  <a:gd name="connsiteX6" fmla="*/ 138637 w 167632"/>
                  <a:gd name="connsiteY6" fmla="*/ 93507 h 169064"/>
                  <a:gd name="connsiteX7" fmla="*/ 55452 w 167632"/>
                  <a:gd name="connsiteY7" fmla="*/ 33436 h 16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7632" h="169064">
                    <a:moveTo>
                      <a:pt x="43768" y="8544"/>
                    </a:moveTo>
                    <a:cubicBezTo>
                      <a:pt x="91393" y="-15840"/>
                      <a:pt x="155020" y="14513"/>
                      <a:pt x="165307" y="67345"/>
                    </a:cubicBezTo>
                    <a:cubicBezTo>
                      <a:pt x="182832" y="132242"/>
                      <a:pt x="97362" y="198790"/>
                      <a:pt x="41482" y="154975"/>
                    </a:cubicBezTo>
                    <a:cubicBezTo>
                      <a:pt x="-12747" y="124495"/>
                      <a:pt x="-15668" y="35087"/>
                      <a:pt x="43768" y="8544"/>
                    </a:cubicBezTo>
                    <a:moveTo>
                      <a:pt x="55452" y="33436"/>
                    </a:moveTo>
                    <a:cubicBezTo>
                      <a:pt x="23321" y="48930"/>
                      <a:pt x="13923" y="93507"/>
                      <a:pt x="39831" y="119034"/>
                    </a:cubicBezTo>
                    <a:cubicBezTo>
                      <a:pt x="64215" y="160055"/>
                      <a:pt x="139145" y="142656"/>
                      <a:pt x="138637" y="93507"/>
                    </a:cubicBezTo>
                    <a:cubicBezTo>
                      <a:pt x="149559" y="48295"/>
                      <a:pt x="94568" y="9306"/>
                      <a:pt x="55452" y="33436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0" name="任意形状 1139">
                <a:extLst>
                  <a:ext uri="{FF2B5EF4-FFF2-40B4-BE49-F238E27FC236}">
                    <a16:creationId xmlns:a16="http://schemas.microsoft.com/office/drawing/2014/main" id="{70FFF2E1-D40A-66C0-B7E7-D4822370408D}"/>
                  </a:ext>
                </a:extLst>
              </p:cNvPr>
              <p:cNvSpPr/>
              <p:nvPr/>
            </p:nvSpPr>
            <p:spPr>
              <a:xfrm>
                <a:off x="7053707" y="4331970"/>
                <a:ext cx="565911" cy="305321"/>
              </a:xfrm>
              <a:custGeom>
                <a:avLst/>
                <a:gdLst>
                  <a:gd name="connsiteX0" fmla="*/ 46101 w 565911"/>
                  <a:gd name="connsiteY0" fmla="*/ 23241 h 305321"/>
                  <a:gd name="connsiteX1" fmla="*/ 86233 w 565911"/>
                  <a:gd name="connsiteY1" fmla="*/ 0 h 305321"/>
                  <a:gd name="connsiteX2" fmla="*/ 135128 w 565911"/>
                  <a:gd name="connsiteY2" fmla="*/ 32385 h 305321"/>
                  <a:gd name="connsiteX3" fmla="*/ 337185 w 565911"/>
                  <a:gd name="connsiteY3" fmla="*/ 50292 h 305321"/>
                  <a:gd name="connsiteX4" fmla="*/ 529082 w 565911"/>
                  <a:gd name="connsiteY4" fmla="*/ 26924 h 305321"/>
                  <a:gd name="connsiteX5" fmla="*/ 565912 w 565911"/>
                  <a:gd name="connsiteY5" fmla="*/ 211074 h 305321"/>
                  <a:gd name="connsiteX6" fmla="*/ 448310 w 565911"/>
                  <a:gd name="connsiteY6" fmla="*/ 303022 h 305321"/>
                  <a:gd name="connsiteX7" fmla="*/ 0 w 565911"/>
                  <a:gd name="connsiteY7" fmla="*/ 302768 h 305321"/>
                  <a:gd name="connsiteX8" fmla="*/ 46101 w 565911"/>
                  <a:gd name="connsiteY8" fmla="*/ 23241 h 305321"/>
                  <a:gd name="connsiteX9" fmla="*/ 253619 w 565911"/>
                  <a:gd name="connsiteY9" fmla="*/ 104521 h 305321"/>
                  <a:gd name="connsiteX10" fmla="*/ 251333 w 565911"/>
                  <a:gd name="connsiteY10" fmla="*/ 250952 h 305321"/>
                  <a:gd name="connsiteX11" fmla="*/ 375158 w 565911"/>
                  <a:gd name="connsiteY11" fmla="*/ 163322 h 305321"/>
                  <a:gd name="connsiteX12" fmla="*/ 253619 w 565911"/>
                  <a:gd name="connsiteY12" fmla="*/ 104521 h 305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5911" h="305321">
                    <a:moveTo>
                      <a:pt x="46101" y="23241"/>
                    </a:moveTo>
                    <a:cubicBezTo>
                      <a:pt x="51562" y="6477"/>
                      <a:pt x="72517" y="6096"/>
                      <a:pt x="86233" y="0"/>
                    </a:cubicBezTo>
                    <a:cubicBezTo>
                      <a:pt x="101473" y="11684"/>
                      <a:pt x="115062" y="28448"/>
                      <a:pt x="135128" y="32385"/>
                    </a:cubicBezTo>
                    <a:cubicBezTo>
                      <a:pt x="201422" y="46228"/>
                      <a:pt x="269621" y="50038"/>
                      <a:pt x="337185" y="50292"/>
                    </a:cubicBezTo>
                    <a:cubicBezTo>
                      <a:pt x="402082" y="50800"/>
                      <a:pt x="464439" y="28702"/>
                      <a:pt x="529082" y="26924"/>
                    </a:cubicBezTo>
                    <a:cubicBezTo>
                      <a:pt x="548513" y="86614"/>
                      <a:pt x="560324" y="148590"/>
                      <a:pt x="565912" y="211074"/>
                    </a:cubicBezTo>
                    <a:cubicBezTo>
                      <a:pt x="528701" y="244094"/>
                      <a:pt x="491998" y="278638"/>
                      <a:pt x="448310" y="303022"/>
                    </a:cubicBezTo>
                    <a:cubicBezTo>
                      <a:pt x="299085" y="306832"/>
                      <a:pt x="149352" y="305308"/>
                      <a:pt x="0" y="302768"/>
                    </a:cubicBezTo>
                    <a:cubicBezTo>
                      <a:pt x="5588" y="208661"/>
                      <a:pt x="8255" y="110998"/>
                      <a:pt x="46101" y="23241"/>
                    </a:cubicBezTo>
                    <a:moveTo>
                      <a:pt x="253619" y="104521"/>
                    </a:moveTo>
                    <a:cubicBezTo>
                      <a:pt x="194183" y="131064"/>
                      <a:pt x="197104" y="220472"/>
                      <a:pt x="251333" y="250952"/>
                    </a:cubicBezTo>
                    <a:cubicBezTo>
                      <a:pt x="307213" y="294767"/>
                      <a:pt x="392684" y="228219"/>
                      <a:pt x="375158" y="163322"/>
                    </a:cubicBezTo>
                    <a:cubicBezTo>
                      <a:pt x="364871" y="110490"/>
                      <a:pt x="301244" y="80137"/>
                      <a:pt x="253619" y="104521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 dirty="0"/>
              </a:p>
            </p:txBody>
          </p:sp>
          <p:sp>
            <p:nvSpPr>
              <p:cNvPr id="1141" name="任意形状 1140">
                <a:extLst>
                  <a:ext uri="{FF2B5EF4-FFF2-40B4-BE49-F238E27FC236}">
                    <a16:creationId xmlns:a16="http://schemas.microsoft.com/office/drawing/2014/main" id="{C580FF62-C570-7F81-4E71-FA9F4F1E3009}"/>
                  </a:ext>
                </a:extLst>
              </p:cNvPr>
              <p:cNvSpPr/>
              <p:nvPr/>
            </p:nvSpPr>
            <p:spPr>
              <a:xfrm>
                <a:off x="6893179" y="4357115"/>
                <a:ext cx="175132" cy="281813"/>
              </a:xfrm>
              <a:custGeom>
                <a:avLst/>
                <a:gdLst>
                  <a:gd name="connsiteX0" fmla="*/ 42545 w 175132"/>
                  <a:gd name="connsiteY0" fmla="*/ 140843 h 281813"/>
                  <a:gd name="connsiteX1" fmla="*/ 175133 w 175132"/>
                  <a:gd name="connsiteY1" fmla="*/ 0 h 281813"/>
                  <a:gd name="connsiteX2" fmla="*/ 135763 w 175132"/>
                  <a:gd name="connsiteY2" fmla="*/ 281813 h 281813"/>
                  <a:gd name="connsiteX3" fmla="*/ 0 w 175132"/>
                  <a:gd name="connsiteY3" fmla="*/ 274320 h 281813"/>
                  <a:gd name="connsiteX4" fmla="*/ 42545 w 175132"/>
                  <a:gd name="connsiteY4" fmla="*/ 140843 h 281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132" h="281813">
                    <a:moveTo>
                      <a:pt x="42545" y="140843"/>
                    </a:moveTo>
                    <a:cubicBezTo>
                      <a:pt x="73787" y="83312"/>
                      <a:pt x="123698" y="39116"/>
                      <a:pt x="175133" y="0"/>
                    </a:cubicBezTo>
                    <a:cubicBezTo>
                      <a:pt x="146431" y="91059"/>
                      <a:pt x="137922" y="186944"/>
                      <a:pt x="135763" y="281813"/>
                    </a:cubicBezTo>
                    <a:cubicBezTo>
                      <a:pt x="90424" y="280797"/>
                      <a:pt x="44958" y="280543"/>
                      <a:pt x="0" y="274320"/>
                    </a:cubicBezTo>
                    <a:cubicBezTo>
                      <a:pt x="10033" y="228727"/>
                      <a:pt x="19939" y="182245"/>
                      <a:pt x="42545" y="140843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2" name="任意形状 1141">
                <a:extLst>
                  <a:ext uri="{FF2B5EF4-FFF2-40B4-BE49-F238E27FC236}">
                    <a16:creationId xmlns:a16="http://schemas.microsoft.com/office/drawing/2014/main" id="{27B30EEE-9CAB-0721-4F68-910842A40307}"/>
                  </a:ext>
                </a:extLst>
              </p:cNvPr>
              <p:cNvSpPr/>
              <p:nvPr/>
            </p:nvSpPr>
            <p:spPr>
              <a:xfrm>
                <a:off x="6971636" y="3713391"/>
                <a:ext cx="745325" cy="602619"/>
              </a:xfrm>
              <a:custGeom>
                <a:avLst/>
                <a:gdLst>
                  <a:gd name="connsiteX0" fmla="*/ 269776 w 745325"/>
                  <a:gd name="connsiteY0" fmla="*/ 9742 h 602620"/>
                  <a:gd name="connsiteX1" fmla="*/ 555780 w 745325"/>
                  <a:gd name="connsiteY1" fmla="*/ 36284 h 602620"/>
                  <a:gd name="connsiteX2" fmla="*/ 736755 w 745325"/>
                  <a:gd name="connsiteY2" fmla="*/ 249263 h 602620"/>
                  <a:gd name="connsiteX3" fmla="*/ 649633 w 745325"/>
                  <a:gd name="connsiteY3" fmla="*/ 540982 h 602620"/>
                  <a:gd name="connsiteX4" fmla="*/ 368074 w 745325"/>
                  <a:gd name="connsiteY4" fmla="*/ 602577 h 602620"/>
                  <a:gd name="connsiteX5" fmla="*/ 138712 w 745325"/>
                  <a:gd name="connsiteY5" fmla="*/ 568161 h 602620"/>
                  <a:gd name="connsiteX6" fmla="*/ 3457 w 745325"/>
                  <a:gd name="connsiteY6" fmla="*/ 369787 h 602620"/>
                  <a:gd name="connsiteX7" fmla="*/ 33937 w 745325"/>
                  <a:gd name="connsiteY7" fmla="*/ 167602 h 602620"/>
                  <a:gd name="connsiteX8" fmla="*/ 269776 w 745325"/>
                  <a:gd name="connsiteY8" fmla="*/ 9742 h 602620"/>
                  <a:gd name="connsiteX9" fmla="*/ 196370 w 745325"/>
                  <a:gd name="connsiteY9" fmla="*/ 167983 h 602620"/>
                  <a:gd name="connsiteX10" fmla="*/ 112169 w 745325"/>
                  <a:gd name="connsiteY10" fmla="*/ 455765 h 602620"/>
                  <a:gd name="connsiteX11" fmla="*/ 318290 w 745325"/>
                  <a:gd name="connsiteY11" fmla="*/ 515582 h 602620"/>
                  <a:gd name="connsiteX12" fmla="*/ 584482 w 745325"/>
                  <a:gd name="connsiteY12" fmla="*/ 488531 h 602620"/>
                  <a:gd name="connsiteX13" fmla="*/ 603659 w 745325"/>
                  <a:gd name="connsiteY13" fmla="*/ 190844 h 602620"/>
                  <a:gd name="connsiteX14" fmla="*/ 393855 w 745325"/>
                  <a:gd name="connsiteY14" fmla="*/ 153506 h 602620"/>
                  <a:gd name="connsiteX15" fmla="*/ 196370 w 745325"/>
                  <a:gd name="connsiteY15" fmla="*/ 167983 h 602620"/>
                  <a:gd name="connsiteX0" fmla="*/ 269776 w 745325"/>
                  <a:gd name="connsiteY0" fmla="*/ 9742 h 602620"/>
                  <a:gd name="connsiteX1" fmla="*/ 555780 w 745325"/>
                  <a:gd name="connsiteY1" fmla="*/ 36284 h 602620"/>
                  <a:gd name="connsiteX2" fmla="*/ 736755 w 745325"/>
                  <a:gd name="connsiteY2" fmla="*/ 249263 h 602620"/>
                  <a:gd name="connsiteX3" fmla="*/ 649633 w 745325"/>
                  <a:gd name="connsiteY3" fmla="*/ 540982 h 602620"/>
                  <a:gd name="connsiteX4" fmla="*/ 368074 w 745325"/>
                  <a:gd name="connsiteY4" fmla="*/ 602577 h 602620"/>
                  <a:gd name="connsiteX5" fmla="*/ 138712 w 745325"/>
                  <a:gd name="connsiteY5" fmla="*/ 568161 h 602620"/>
                  <a:gd name="connsiteX6" fmla="*/ 3457 w 745325"/>
                  <a:gd name="connsiteY6" fmla="*/ 369787 h 602620"/>
                  <a:gd name="connsiteX7" fmla="*/ 33937 w 745325"/>
                  <a:gd name="connsiteY7" fmla="*/ 167602 h 602620"/>
                  <a:gd name="connsiteX8" fmla="*/ 269776 w 745325"/>
                  <a:gd name="connsiteY8" fmla="*/ 9742 h 602620"/>
                  <a:gd name="connsiteX9" fmla="*/ 196370 w 745325"/>
                  <a:gd name="connsiteY9" fmla="*/ 167983 h 602620"/>
                  <a:gd name="connsiteX10" fmla="*/ 287339 w 745325"/>
                  <a:gd name="connsiteY10" fmla="*/ 432093 h 602620"/>
                  <a:gd name="connsiteX11" fmla="*/ 318290 w 745325"/>
                  <a:gd name="connsiteY11" fmla="*/ 515582 h 602620"/>
                  <a:gd name="connsiteX12" fmla="*/ 584482 w 745325"/>
                  <a:gd name="connsiteY12" fmla="*/ 488531 h 602620"/>
                  <a:gd name="connsiteX13" fmla="*/ 603659 w 745325"/>
                  <a:gd name="connsiteY13" fmla="*/ 190844 h 602620"/>
                  <a:gd name="connsiteX14" fmla="*/ 393855 w 745325"/>
                  <a:gd name="connsiteY14" fmla="*/ 153506 h 602620"/>
                  <a:gd name="connsiteX15" fmla="*/ 196370 w 745325"/>
                  <a:gd name="connsiteY15" fmla="*/ 167983 h 602620"/>
                  <a:gd name="connsiteX0" fmla="*/ 269776 w 745325"/>
                  <a:gd name="connsiteY0" fmla="*/ 9742 h 602620"/>
                  <a:gd name="connsiteX1" fmla="*/ 555780 w 745325"/>
                  <a:gd name="connsiteY1" fmla="*/ 36284 h 602620"/>
                  <a:gd name="connsiteX2" fmla="*/ 736755 w 745325"/>
                  <a:gd name="connsiteY2" fmla="*/ 249263 h 602620"/>
                  <a:gd name="connsiteX3" fmla="*/ 649633 w 745325"/>
                  <a:gd name="connsiteY3" fmla="*/ 540982 h 602620"/>
                  <a:gd name="connsiteX4" fmla="*/ 368074 w 745325"/>
                  <a:gd name="connsiteY4" fmla="*/ 602577 h 602620"/>
                  <a:gd name="connsiteX5" fmla="*/ 138712 w 745325"/>
                  <a:gd name="connsiteY5" fmla="*/ 568161 h 602620"/>
                  <a:gd name="connsiteX6" fmla="*/ 3457 w 745325"/>
                  <a:gd name="connsiteY6" fmla="*/ 369787 h 602620"/>
                  <a:gd name="connsiteX7" fmla="*/ 33937 w 745325"/>
                  <a:gd name="connsiteY7" fmla="*/ 167602 h 602620"/>
                  <a:gd name="connsiteX8" fmla="*/ 269776 w 745325"/>
                  <a:gd name="connsiteY8" fmla="*/ 9742 h 602620"/>
                  <a:gd name="connsiteX9" fmla="*/ 229510 w 745325"/>
                  <a:gd name="connsiteY9" fmla="*/ 196389 h 602620"/>
                  <a:gd name="connsiteX10" fmla="*/ 287339 w 745325"/>
                  <a:gd name="connsiteY10" fmla="*/ 432093 h 602620"/>
                  <a:gd name="connsiteX11" fmla="*/ 318290 w 745325"/>
                  <a:gd name="connsiteY11" fmla="*/ 515582 h 602620"/>
                  <a:gd name="connsiteX12" fmla="*/ 584482 w 745325"/>
                  <a:gd name="connsiteY12" fmla="*/ 488531 h 602620"/>
                  <a:gd name="connsiteX13" fmla="*/ 603659 w 745325"/>
                  <a:gd name="connsiteY13" fmla="*/ 190844 h 602620"/>
                  <a:gd name="connsiteX14" fmla="*/ 393855 w 745325"/>
                  <a:gd name="connsiteY14" fmla="*/ 153506 h 602620"/>
                  <a:gd name="connsiteX15" fmla="*/ 229510 w 745325"/>
                  <a:gd name="connsiteY15" fmla="*/ 196389 h 602620"/>
                  <a:gd name="connsiteX0" fmla="*/ 269776 w 745325"/>
                  <a:gd name="connsiteY0" fmla="*/ 9742 h 602620"/>
                  <a:gd name="connsiteX1" fmla="*/ 555780 w 745325"/>
                  <a:gd name="connsiteY1" fmla="*/ 36284 h 602620"/>
                  <a:gd name="connsiteX2" fmla="*/ 736755 w 745325"/>
                  <a:gd name="connsiteY2" fmla="*/ 249263 h 602620"/>
                  <a:gd name="connsiteX3" fmla="*/ 649633 w 745325"/>
                  <a:gd name="connsiteY3" fmla="*/ 540982 h 602620"/>
                  <a:gd name="connsiteX4" fmla="*/ 368074 w 745325"/>
                  <a:gd name="connsiteY4" fmla="*/ 602577 h 602620"/>
                  <a:gd name="connsiteX5" fmla="*/ 138712 w 745325"/>
                  <a:gd name="connsiteY5" fmla="*/ 568161 h 602620"/>
                  <a:gd name="connsiteX6" fmla="*/ 3457 w 745325"/>
                  <a:gd name="connsiteY6" fmla="*/ 369787 h 602620"/>
                  <a:gd name="connsiteX7" fmla="*/ 33937 w 745325"/>
                  <a:gd name="connsiteY7" fmla="*/ 167602 h 602620"/>
                  <a:gd name="connsiteX8" fmla="*/ 269776 w 745325"/>
                  <a:gd name="connsiteY8" fmla="*/ 9742 h 602620"/>
                  <a:gd name="connsiteX9" fmla="*/ 229510 w 745325"/>
                  <a:gd name="connsiteY9" fmla="*/ 196389 h 602620"/>
                  <a:gd name="connsiteX10" fmla="*/ 287339 w 745325"/>
                  <a:gd name="connsiteY10" fmla="*/ 432093 h 602620"/>
                  <a:gd name="connsiteX11" fmla="*/ 318290 w 745325"/>
                  <a:gd name="connsiteY11" fmla="*/ 515582 h 602620"/>
                  <a:gd name="connsiteX12" fmla="*/ 513467 w 745325"/>
                  <a:gd name="connsiteY12" fmla="*/ 417516 h 602620"/>
                  <a:gd name="connsiteX13" fmla="*/ 603659 w 745325"/>
                  <a:gd name="connsiteY13" fmla="*/ 190844 h 602620"/>
                  <a:gd name="connsiteX14" fmla="*/ 393855 w 745325"/>
                  <a:gd name="connsiteY14" fmla="*/ 153506 h 602620"/>
                  <a:gd name="connsiteX15" fmla="*/ 229510 w 745325"/>
                  <a:gd name="connsiteY15" fmla="*/ 196389 h 602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45325" h="602620">
                    <a:moveTo>
                      <a:pt x="269776" y="9742"/>
                    </a:moveTo>
                    <a:cubicBezTo>
                      <a:pt x="364899" y="-9944"/>
                      <a:pt x="465483" y="851"/>
                      <a:pt x="555780" y="36284"/>
                    </a:cubicBezTo>
                    <a:cubicBezTo>
                      <a:pt x="643791" y="74638"/>
                      <a:pt x="722150" y="150965"/>
                      <a:pt x="736755" y="249263"/>
                    </a:cubicBezTo>
                    <a:cubicBezTo>
                      <a:pt x="759361" y="351244"/>
                      <a:pt x="739549" y="476594"/>
                      <a:pt x="649633" y="540982"/>
                    </a:cubicBezTo>
                    <a:cubicBezTo>
                      <a:pt x="569877" y="602196"/>
                      <a:pt x="463959" y="602958"/>
                      <a:pt x="368074" y="602577"/>
                    </a:cubicBezTo>
                    <a:cubicBezTo>
                      <a:pt x="291366" y="596100"/>
                      <a:pt x="209324" y="604990"/>
                      <a:pt x="138712" y="568161"/>
                    </a:cubicBezTo>
                    <a:cubicBezTo>
                      <a:pt x="58702" y="536030"/>
                      <a:pt x="15395" y="451067"/>
                      <a:pt x="3457" y="369787"/>
                    </a:cubicBezTo>
                    <a:cubicBezTo>
                      <a:pt x="-4290" y="301588"/>
                      <a:pt x="-988" y="228436"/>
                      <a:pt x="33937" y="167602"/>
                    </a:cubicBezTo>
                    <a:cubicBezTo>
                      <a:pt x="80800" y="79973"/>
                      <a:pt x="174399" y="27394"/>
                      <a:pt x="269776" y="9742"/>
                    </a:cubicBezTo>
                    <a:moveTo>
                      <a:pt x="229510" y="196389"/>
                    </a:moveTo>
                    <a:cubicBezTo>
                      <a:pt x="98827" y="214424"/>
                      <a:pt x="199455" y="344845"/>
                      <a:pt x="287339" y="432093"/>
                    </a:cubicBezTo>
                    <a:cubicBezTo>
                      <a:pt x="342076" y="484036"/>
                      <a:pt x="280602" y="518012"/>
                      <a:pt x="318290" y="515582"/>
                    </a:cubicBezTo>
                    <a:cubicBezTo>
                      <a:pt x="355978" y="513152"/>
                      <a:pt x="429139" y="450663"/>
                      <a:pt x="513467" y="417516"/>
                    </a:cubicBezTo>
                    <a:cubicBezTo>
                      <a:pt x="631577" y="371035"/>
                      <a:pt x="703608" y="257011"/>
                      <a:pt x="603659" y="190844"/>
                    </a:cubicBezTo>
                    <a:cubicBezTo>
                      <a:pt x="542191" y="149442"/>
                      <a:pt x="464594" y="154268"/>
                      <a:pt x="393855" y="153506"/>
                    </a:cubicBezTo>
                    <a:cubicBezTo>
                      <a:pt x="327942" y="155792"/>
                      <a:pt x="294026" y="180387"/>
                      <a:pt x="229510" y="196389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3" name="任意形状 1142">
                <a:extLst>
                  <a:ext uri="{FF2B5EF4-FFF2-40B4-BE49-F238E27FC236}">
                    <a16:creationId xmlns:a16="http://schemas.microsoft.com/office/drawing/2014/main" id="{0874936A-1F36-98B7-70F8-E6A23DD91FBC}"/>
                  </a:ext>
                </a:extLst>
              </p:cNvPr>
              <p:cNvSpPr/>
              <p:nvPr/>
            </p:nvSpPr>
            <p:spPr>
              <a:xfrm>
                <a:off x="6891914" y="3926585"/>
                <a:ext cx="70606" cy="230632"/>
              </a:xfrm>
              <a:custGeom>
                <a:avLst/>
                <a:gdLst>
                  <a:gd name="connsiteX0" fmla="*/ 70606 w 70606"/>
                  <a:gd name="connsiteY0" fmla="*/ 230632 h 230632"/>
                  <a:gd name="connsiteX1" fmla="*/ 62986 w 70606"/>
                  <a:gd name="connsiteY1" fmla="*/ 0 h 230632"/>
                  <a:gd name="connsiteX2" fmla="*/ 70606 w 70606"/>
                  <a:gd name="connsiteY2" fmla="*/ 230632 h 23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606" h="230632">
                    <a:moveTo>
                      <a:pt x="70606" y="230632"/>
                    </a:moveTo>
                    <a:cubicBezTo>
                      <a:pt x="-20072" y="188849"/>
                      <a:pt x="-24263" y="47879"/>
                      <a:pt x="62986" y="0"/>
                    </a:cubicBezTo>
                    <a:cubicBezTo>
                      <a:pt x="53080" y="76835"/>
                      <a:pt x="53207" y="154686"/>
                      <a:pt x="70606" y="230632"/>
                    </a:cubicBezTo>
                    <a:close/>
                  </a:path>
                </a:pathLst>
              </a:custGeom>
              <a:solidFill>
                <a:srgbClr val="92B2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4" name="任意形状 1143">
                <a:extLst>
                  <a:ext uri="{FF2B5EF4-FFF2-40B4-BE49-F238E27FC236}">
                    <a16:creationId xmlns:a16="http://schemas.microsoft.com/office/drawing/2014/main" id="{A8541C88-3785-55AF-24AF-63B891AF1D4E}"/>
                  </a:ext>
                </a:extLst>
              </p:cNvPr>
              <p:cNvSpPr/>
              <p:nvPr/>
            </p:nvSpPr>
            <p:spPr>
              <a:xfrm>
                <a:off x="7727060" y="3925570"/>
                <a:ext cx="67590" cy="236346"/>
              </a:xfrm>
              <a:custGeom>
                <a:avLst/>
                <a:gdLst>
                  <a:gd name="connsiteX0" fmla="*/ 1524 w 67590"/>
                  <a:gd name="connsiteY0" fmla="*/ 0 h 236346"/>
                  <a:gd name="connsiteX1" fmla="*/ 0 w 67590"/>
                  <a:gd name="connsiteY1" fmla="*/ 236347 h 236346"/>
                  <a:gd name="connsiteX2" fmla="*/ 1524 w 67590"/>
                  <a:gd name="connsiteY2" fmla="*/ 0 h 23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7590" h="236346">
                    <a:moveTo>
                      <a:pt x="1524" y="0"/>
                    </a:moveTo>
                    <a:cubicBezTo>
                      <a:pt x="91313" y="46228"/>
                      <a:pt x="88392" y="189992"/>
                      <a:pt x="0" y="236347"/>
                    </a:cubicBezTo>
                    <a:cubicBezTo>
                      <a:pt x="14732" y="157988"/>
                      <a:pt x="18796" y="78359"/>
                      <a:pt x="1524" y="0"/>
                    </a:cubicBezTo>
                    <a:close/>
                  </a:path>
                </a:pathLst>
              </a:custGeom>
              <a:solidFill>
                <a:srgbClr val="92B2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5" name="任意形状 1144">
                <a:extLst>
                  <a:ext uri="{FF2B5EF4-FFF2-40B4-BE49-F238E27FC236}">
                    <a16:creationId xmlns:a16="http://schemas.microsoft.com/office/drawing/2014/main" id="{E64E53A3-0287-7C06-FA5F-D294ADC7B1CC}"/>
                  </a:ext>
                </a:extLst>
              </p:cNvPr>
              <p:cNvSpPr/>
              <p:nvPr/>
            </p:nvSpPr>
            <p:spPr>
              <a:xfrm>
                <a:off x="7139940" y="4329848"/>
                <a:ext cx="442848" cy="52422"/>
              </a:xfrm>
              <a:custGeom>
                <a:avLst/>
                <a:gdLst>
                  <a:gd name="connsiteX0" fmla="*/ 0 w 442848"/>
                  <a:gd name="connsiteY0" fmla="*/ 2122 h 52422"/>
                  <a:gd name="connsiteX1" fmla="*/ 264287 w 442848"/>
                  <a:gd name="connsiteY1" fmla="*/ 9488 h 52422"/>
                  <a:gd name="connsiteX2" fmla="*/ 435864 w 442848"/>
                  <a:gd name="connsiteY2" fmla="*/ 5678 h 52422"/>
                  <a:gd name="connsiteX3" fmla="*/ 442849 w 442848"/>
                  <a:gd name="connsiteY3" fmla="*/ 29046 h 52422"/>
                  <a:gd name="connsiteX4" fmla="*/ 250952 w 442848"/>
                  <a:gd name="connsiteY4" fmla="*/ 52414 h 52422"/>
                  <a:gd name="connsiteX5" fmla="*/ 48895 w 442848"/>
                  <a:gd name="connsiteY5" fmla="*/ 34507 h 52422"/>
                  <a:gd name="connsiteX6" fmla="*/ 0 w 442848"/>
                  <a:gd name="connsiteY6" fmla="*/ 2122 h 5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2848" h="52422">
                    <a:moveTo>
                      <a:pt x="0" y="2122"/>
                    </a:moveTo>
                    <a:cubicBezTo>
                      <a:pt x="88138" y="471"/>
                      <a:pt x="176022" y="14949"/>
                      <a:pt x="264287" y="9488"/>
                    </a:cubicBezTo>
                    <a:cubicBezTo>
                      <a:pt x="321437" y="8599"/>
                      <a:pt x="378968" y="-8673"/>
                      <a:pt x="435864" y="5678"/>
                    </a:cubicBezTo>
                    <a:cubicBezTo>
                      <a:pt x="437642" y="11520"/>
                      <a:pt x="441198" y="23204"/>
                      <a:pt x="442849" y="29046"/>
                    </a:cubicBezTo>
                    <a:cubicBezTo>
                      <a:pt x="378206" y="30824"/>
                      <a:pt x="315849" y="52922"/>
                      <a:pt x="250952" y="52414"/>
                    </a:cubicBezTo>
                    <a:cubicBezTo>
                      <a:pt x="183388" y="52160"/>
                      <a:pt x="115189" y="48350"/>
                      <a:pt x="48895" y="34507"/>
                    </a:cubicBezTo>
                    <a:cubicBezTo>
                      <a:pt x="28829" y="30570"/>
                      <a:pt x="15240" y="13806"/>
                      <a:pt x="0" y="2122"/>
                    </a:cubicBezTo>
                    <a:close/>
                  </a:path>
                </a:pathLst>
              </a:custGeom>
              <a:solidFill>
                <a:srgbClr val="92B2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6" name="任意形状 1145">
                <a:extLst>
                  <a:ext uri="{FF2B5EF4-FFF2-40B4-BE49-F238E27FC236}">
                    <a16:creationId xmlns:a16="http://schemas.microsoft.com/office/drawing/2014/main" id="{0473000B-2D78-902C-DC0F-5C6681051425}"/>
                  </a:ext>
                </a:extLst>
              </p:cNvPr>
              <p:cNvSpPr/>
              <p:nvPr/>
            </p:nvSpPr>
            <p:spPr>
              <a:xfrm>
                <a:off x="7728246" y="4330891"/>
                <a:ext cx="152282" cy="154573"/>
              </a:xfrm>
              <a:custGeom>
                <a:avLst/>
                <a:gdLst>
                  <a:gd name="connsiteX0" fmla="*/ 36407 w 152282"/>
                  <a:gd name="connsiteY0" fmla="*/ 5777 h 154573"/>
                  <a:gd name="connsiteX1" fmla="*/ 151469 w 152282"/>
                  <a:gd name="connsiteY1" fmla="*/ 76136 h 154573"/>
                  <a:gd name="connsiteX2" fmla="*/ 38185 w 152282"/>
                  <a:gd name="connsiteY2" fmla="*/ 145477 h 154573"/>
                  <a:gd name="connsiteX3" fmla="*/ 36407 w 152282"/>
                  <a:gd name="connsiteY3" fmla="*/ 5777 h 154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282" h="154573">
                    <a:moveTo>
                      <a:pt x="36407" y="5777"/>
                    </a:moveTo>
                    <a:cubicBezTo>
                      <a:pt x="85556" y="-14035"/>
                      <a:pt x="153247" y="18986"/>
                      <a:pt x="151469" y="76136"/>
                    </a:cubicBezTo>
                    <a:cubicBezTo>
                      <a:pt x="160994" y="133667"/>
                      <a:pt x="84667" y="173290"/>
                      <a:pt x="38185" y="145477"/>
                    </a:cubicBezTo>
                    <a:cubicBezTo>
                      <a:pt x="-12107" y="118680"/>
                      <a:pt x="-12742" y="33590"/>
                      <a:pt x="36407" y="5777"/>
                    </a:cubicBezTo>
                    <a:close/>
                  </a:path>
                </a:pathLst>
              </a:custGeom>
              <a:solidFill>
                <a:srgbClr val="374E7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7" name="任意形状 1146">
                <a:extLst>
                  <a:ext uri="{FF2B5EF4-FFF2-40B4-BE49-F238E27FC236}">
                    <a16:creationId xmlns:a16="http://schemas.microsoft.com/office/drawing/2014/main" id="{08C58E68-502B-9EC8-2488-535EB455B94C}"/>
                  </a:ext>
                </a:extLst>
              </p:cNvPr>
              <p:cNvSpPr/>
              <p:nvPr/>
            </p:nvSpPr>
            <p:spPr>
              <a:xfrm>
                <a:off x="7608570" y="4354448"/>
                <a:ext cx="87248" cy="156464"/>
              </a:xfrm>
              <a:custGeom>
                <a:avLst/>
                <a:gdLst>
                  <a:gd name="connsiteX0" fmla="*/ 0 w 87248"/>
                  <a:gd name="connsiteY0" fmla="*/ 0 h 156464"/>
                  <a:gd name="connsiteX1" fmla="*/ 87249 w 87248"/>
                  <a:gd name="connsiteY1" fmla="*/ 54102 h 156464"/>
                  <a:gd name="connsiteX2" fmla="*/ 35052 w 87248"/>
                  <a:gd name="connsiteY2" fmla="*/ 156464 h 156464"/>
                  <a:gd name="connsiteX3" fmla="*/ 0 w 87248"/>
                  <a:gd name="connsiteY3" fmla="*/ 0 h 156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248" h="156464">
                    <a:moveTo>
                      <a:pt x="0" y="0"/>
                    </a:moveTo>
                    <a:cubicBezTo>
                      <a:pt x="29083" y="17907"/>
                      <a:pt x="57912" y="36449"/>
                      <a:pt x="87249" y="54102"/>
                    </a:cubicBezTo>
                    <a:cubicBezTo>
                      <a:pt x="68072" y="87249"/>
                      <a:pt x="54102" y="123190"/>
                      <a:pt x="35052" y="156464"/>
                    </a:cubicBezTo>
                    <a:cubicBezTo>
                      <a:pt x="29210" y="102997"/>
                      <a:pt x="14605" y="51435"/>
                      <a:pt x="0" y="0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8" name="任意形状 1147">
                <a:extLst>
                  <a:ext uri="{FF2B5EF4-FFF2-40B4-BE49-F238E27FC236}">
                    <a16:creationId xmlns:a16="http://schemas.microsoft.com/office/drawing/2014/main" id="{728130AA-0BDE-5145-745C-230F5268DA7E}"/>
                  </a:ext>
                </a:extLst>
              </p:cNvPr>
              <p:cNvSpPr/>
              <p:nvPr/>
            </p:nvSpPr>
            <p:spPr>
              <a:xfrm>
                <a:off x="7288438" y="4454004"/>
                <a:ext cx="115163" cy="115899"/>
              </a:xfrm>
              <a:custGeom>
                <a:avLst/>
                <a:gdLst>
                  <a:gd name="connsiteX0" fmla="*/ 30571 w 115163"/>
                  <a:gd name="connsiteY0" fmla="*/ 7378 h 115899"/>
                  <a:gd name="connsiteX1" fmla="*/ 113756 w 115163"/>
                  <a:gd name="connsiteY1" fmla="*/ 67449 h 115899"/>
                  <a:gd name="connsiteX2" fmla="*/ 14950 w 115163"/>
                  <a:gd name="connsiteY2" fmla="*/ 92976 h 115899"/>
                  <a:gd name="connsiteX3" fmla="*/ 30571 w 115163"/>
                  <a:gd name="connsiteY3" fmla="*/ 7378 h 115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63" h="115899">
                    <a:moveTo>
                      <a:pt x="30571" y="7378"/>
                    </a:moveTo>
                    <a:cubicBezTo>
                      <a:pt x="69687" y="-16752"/>
                      <a:pt x="124678" y="22237"/>
                      <a:pt x="113756" y="67449"/>
                    </a:cubicBezTo>
                    <a:cubicBezTo>
                      <a:pt x="114264" y="116598"/>
                      <a:pt x="39334" y="133997"/>
                      <a:pt x="14950" y="92976"/>
                    </a:cubicBezTo>
                    <a:cubicBezTo>
                      <a:pt x="-10958" y="67449"/>
                      <a:pt x="-1560" y="22872"/>
                      <a:pt x="30571" y="7378"/>
                    </a:cubicBezTo>
                    <a:close/>
                  </a:path>
                </a:pathLst>
              </a:custGeom>
              <a:solidFill>
                <a:srgbClr val="57C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9" name="任意形状 1148">
                <a:extLst>
                  <a:ext uri="{FF2B5EF4-FFF2-40B4-BE49-F238E27FC236}">
                    <a16:creationId xmlns:a16="http://schemas.microsoft.com/office/drawing/2014/main" id="{3C93F20A-0B72-3DB5-76AF-1BCEE786A126}"/>
                  </a:ext>
                </a:extLst>
              </p:cNvPr>
              <p:cNvSpPr/>
              <p:nvPr/>
            </p:nvSpPr>
            <p:spPr>
              <a:xfrm>
                <a:off x="7648066" y="4447159"/>
                <a:ext cx="219583" cy="190753"/>
              </a:xfrm>
              <a:custGeom>
                <a:avLst/>
                <a:gdLst>
                  <a:gd name="connsiteX0" fmla="*/ 0 w 219583"/>
                  <a:gd name="connsiteY0" fmla="*/ 184785 h 190753"/>
                  <a:gd name="connsiteX1" fmla="*/ 53340 w 219583"/>
                  <a:gd name="connsiteY1" fmla="*/ 0 h 190753"/>
                  <a:gd name="connsiteX2" fmla="*/ 137414 w 219583"/>
                  <a:gd name="connsiteY2" fmla="*/ 59817 h 190753"/>
                  <a:gd name="connsiteX3" fmla="*/ 219583 w 219583"/>
                  <a:gd name="connsiteY3" fmla="*/ 40259 h 190753"/>
                  <a:gd name="connsiteX4" fmla="*/ 166370 w 219583"/>
                  <a:gd name="connsiteY4" fmla="*/ 190754 h 190753"/>
                  <a:gd name="connsiteX5" fmla="*/ 0 w 219583"/>
                  <a:gd name="connsiteY5" fmla="*/ 184785 h 190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9583" h="190753">
                    <a:moveTo>
                      <a:pt x="0" y="184785"/>
                    </a:moveTo>
                    <a:cubicBezTo>
                      <a:pt x="4572" y="120015"/>
                      <a:pt x="23241" y="57404"/>
                      <a:pt x="53340" y="0"/>
                    </a:cubicBezTo>
                    <a:cubicBezTo>
                      <a:pt x="75438" y="26543"/>
                      <a:pt x="100965" y="55372"/>
                      <a:pt x="137414" y="59817"/>
                    </a:cubicBezTo>
                    <a:cubicBezTo>
                      <a:pt x="166624" y="65278"/>
                      <a:pt x="193675" y="51308"/>
                      <a:pt x="219583" y="40259"/>
                    </a:cubicBezTo>
                    <a:cubicBezTo>
                      <a:pt x="203581" y="90932"/>
                      <a:pt x="186817" y="141605"/>
                      <a:pt x="166370" y="190754"/>
                    </a:cubicBezTo>
                    <a:cubicBezTo>
                      <a:pt x="110871" y="188341"/>
                      <a:pt x="55245" y="190881"/>
                      <a:pt x="0" y="184785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50" name="任意形状 1149">
                <a:extLst>
                  <a:ext uri="{FF2B5EF4-FFF2-40B4-BE49-F238E27FC236}">
                    <a16:creationId xmlns:a16="http://schemas.microsoft.com/office/drawing/2014/main" id="{53B4B386-B1F0-A52A-A6C1-4E19CBCCA6B4}"/>
                  </a:ext>
                </a:extLst>
              </p:cNvPr>
              <p:cNvSpPr/>
              <p:nvPr/>
            </p:nvSpPr>
            <p:spPr>
              <a:xfrm>
                <a:off x="7502016" y="4543044"/>
                <a:ext cx="128904" cy="94456"/>
              </a:xfrm>
              <a:custGeom>
                <a:avLst/>
                <a:gdLst>
                  <a:gd name="connsiteX0" fmla="*/ 0 w 128904"/>
                  <a:gd name="connsiteY0" fmla="*/ 91948 h 94456"/>
                  <a:gd name="connsiteX1" fmla="*/ 117602 w 128904"/>
                  <a:gd name="connsiteY1" fmla="*/ 0 h 94456"/>
                  <a:gd name="connsiteX2" fmla="*/ 128905 w 128904"/>
                  <a:gd name="connsiteY2" fmla="*/ 87122 h 94456"/>
                  <a:gd name="connsiteX3" fmla="*/ 0 w 128904"/>
                  <a:gd name="connsiteY3" fmla="*/ 91948 h 94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904" h="94456">
                    <a:moveTo>
                      <a:pt x="0" y="91948"/>
                    </a:moveTo>
                    <a:cubicBezTo>
                      <a:pt x="43688" y="67564"/>
                      <a:pt x="80391" y="33020"/>
                      <a:pt x="117602" y="0"/>
                    </a:cubicBezTo>
                    <a:cubicBezTo>
                      <a:pt x="120904" y="29083"/>
                      <a:pt x="123444" y="58293"/>
                      <a:pt x="128905" y="87122"/>
                    </a:cubicBezTo>
                    <a:cubicBezTo>
                      <a:pt x="86487" y="96012"/>
                      <a:pt x="42926" y="95758"/>
                      <a:pt x="0" y="91948"/>
                    </a:cubicBezTo>
                    <a:close/>
                  </a:path>
                </a:pathLst>
              </a:custGeom>
              <a:solidFill>
                <a:srgbClr val="92B2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</p:grpSp>
        <p:sp>
          <p:nvSpPr>
            <p:cNvPr id="1136" name="任意形状 1135">
              <a:extLst>
                <a:ext uri="{FF2B5EF4-FFF2-40B4-BE49-F238E27FC236}">
                  <a16:creationId xmlns:a16="http://schemas.microsoft.com/office/drawing/2014/main" id="{DDC30A55-68F8-DD15-2431-9902A9F20043}"/>
                </a:ext>
              </a:extLst>
            </p:cNvPr>
            <p:cNvSpPr/>
            <p:nvPr/>
          </p:nvSpPr>
          <p:spPr>
            <a:xfrm>
              <a:off x="754481" y="2755745"/>
              <a:ext cx="372168" cy="283172"/>
            </a:xfrm>
            <a:custGeom>
              <a:avLst/>
              <a:gdLst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151131 w 602732"/>
                <a:gd name="connsiteY7" fmla="*/ 206154 h 458602"/>
                <a:gd name="connsiteX8" fmla="*/ 241047 w 602732"/>
                <a:gd name="connsiteY8" fmla="*/ 358808 h 458602"/>
                <a:gd name="connsiteX9" fmla="*/ 353823 w 602732"/>
                <a:gd name="connsiteY9" fmla="*/ 383319 h 458602"/>
                <a:gd name="connsiteX10" fmla="*/ 493777 w 602732"/>
                <a:gd name="connsiteY10" fmla="*/ 181389 h 458602"/>
                <a:gd name="connsiteX11" fmla="*/ 432309 w 602732"/>
                <a:gd name="connsiteY11" fmla="*/ 129827 h 458602"/>
                <a:gd name="connsiteX12" fmla="*/ 385319 w 602732"/>
                <a:gd name="connsiteY12" fmla="*/ 208058 h 458602"/>
                <a:gd name="connsiteX13" fmla="*/ 325121 w 602732"/>
                <a:gd name="connsiteY13" fmla="*/ 338742 h 458602"/>
                <a:gd name="connsiteX14" fmla="*/ 255271 w 602732"/>
                <a:gd name="connsiteY14" fmla="*/ 168308 h 458602"/>
                <a:gd name="connsiteX15" fmla="*/ 213107 w 602732"/>
                <a:gd name="connsiteY15" fmla="*/ 122588 h 458602"/>
                <a:gd name="connsiteX16" fmla="*/ 151131 w 602732"/>
                <a:gd name="connsiteY16" fmla="*/ 206154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151131 w 602732"/>
                <a:gd name="connsiteY7" fmla="*/ 206154 h 458602"/>
                <a:gd name="connsiteX8" fmla="*/ 241047 w 602732"/>
                <a:gd name="connsiteY8" fmla="*/ 358808 h 458602"/>
                <a:gd name="connsiteX9" fmla="*/ 353823 w 602732"/>
                <a:gd name="connsiteY9" fmla="*/ 383319 h 458602"/>
                <a:gd name="connsiteX10" fmla="*/ 493777 w 602732"/>
                <a:gd name="connsiteY10" fmla="*/ 181389 h 458602"/>
                <a:gd name="connsiteX11" fmla="*/ 432309 w 602732"/>
                <a:gd name="connsiteY11" fmla="*/ 129827 h 458602"/>
                <a:gd name="connsiteX12" fmla="*/ 385319 w 602732"/>
                <a:gd name="connsiteY12" fmla="*/ 208058 h 458602"/>
                <a:gd name="connsiteX13" fmla="*/ 255271 w 602732"/>
                <a:gd name="connsiteY13" fmla="*/ 168308 h 458602"/>
                <a:gd name="connsiteX14" fmla="*/ 213107 w 602732"/>
                <a:gd name="connsiteY14" fmla="*/ 122588 h 458602"/>
                <a:gd name="connsiteX15" fmla="*/ 151131 w 602732"/>
                <a:gd name="connsiteY15" fmla="*/ 206154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151131 w 602732"/>
                <a:gd name="connsiteY7" fmla="*/ 206154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11" fmla="*/ 385319 w 602732"/>
                <a:gd name="connsiteY11" fmla="*/ 208058 h 458602"/>
                <a:gd name="connsiteX12" fmla="*/ 255271 w 602732"/>
                <a:gd name="connsiteY12" fmla="*/ 168308 h 458602"/>
                <a:gd name="connsiteX13" fmla="*/ 213107 w 602732"/>
                <a:gd name="connsiteY13" fmla="*/ 122588 h 458602"/>
                <a:gd name="connsiteX14" fmla="*/ 151131 w 602732"/>
                <a:gd name="connsiteY14" fmla="*/ 206154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213107 w 602732"/>
                <a:gd name="connsiteY7" fmla="*/ 122588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11" fmla="*/ 385319 w 602732"/>
                <a:gd name="connsiteY11" fmla="*/ 208058 h 458602"/>
                <a:gd name="connsiteX12" fmla="*/ 255271 w 602732"/>
                <a:gd name="connsiteY12" fmla="*/ 168308 h 458602"/>
                <a:gd name="connsiteX13" fmla="*/ 213107 w 602732"/>
                <a:gd name="connsiteY13" fmla="*/ 122588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255271 w 602732"/>
                <a:gd name="connsiteY7" fmla="*/ 168308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11" fmla="*/ 385319 w 602732"/>
                <a:gd name="connsiteY11" fmla="*/ 208058 h 458602"/>
                <a:gd name="connsiteX12" fmla="*/ 255271 w 602732"/>
                <a:gd name="connsiteY12" fmla="*/ 168308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385319 w 602732"/>
                <a:gd name="connsiteY7" fmla="*/ 208058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11" fmla="*/ 385319 w 602732"/>
                <a:gd name="connsiteY11" fmla="*/ 208058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432309 w 602732"/>
                <a:gd name="connsiteY7" fmla="*/ 129827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493777 w 602732"/>
                <a:gd name="connsiteY7" fmla="*/ 181389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732" h="458602">
                  <a:moveTo>
                    <a:pt x="168784" y="9177"/>
                  </a:moveTo>
                  <a:cubicBezTo>
                    <a:pt x="297689" y="-4793"/>
                    <a:pt x="446279" y="-14573"/>
                    <a:pt x="553848" y="72041"/>
                  </a:cubicBezTo>
                  <a:cubicBezTo>
                    <a:pt x="603886" y="108491"/>
                    <a:pt x="605791" y="176055"/>
                    <a:pt x="600965" y="232189"/>
                  </a:cubicBezTo>
                  <a:cubicBezTo>
                    <a:pt x="594361" y="346997"/>
                    <a:pt x="490221" y="437039"/>
                    <a:pt x="380874" y="453930"/>
                  </a:cubicBezTo>
                  <a:cubicBezTo>
                    <a:pt x="293117" y="464726"/>
                    <a:pt x="199772" y="458629"/>
                    <a:pt x="120524" y="416339"/>
                  </a:cubicBezTo>
                  <a:cubicBezTo>
                    <a:pt x="74169" y="393352"/>
                    <a:pt x="33402" y="355633"/>
                    <a:pt x="16765" y="305722"/>
                  </a:cubicBezTo>
                  <a:cubicBezTo>
                    <a:pt x="-35178" y="189263"/>
                    <a:pt x="38609" y="29369"/>
                    <a:pt x="168784" y="9177"/>
                  </a:cubicBezTo>
                </a:path>
              </a:pathLst>
            </a:custGeom>
            <a:solidFill>
              <a:srgbClr val="0E1D3A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37" name="任意形状 1136">
              <a:extLst>
                <a:ext uri="{FF2B5EF4-FFF2-40B4-BE49-F238E27FC236}">
                  <a16:creationId xmlns:a16="http://schemas.microsoft.com/office/drawing/2014/main" id="{9B0109FB-9F38-FEBF-9271-657E019E8ABF}"/>
                </a:ext>
              </a:extLst>
            </p:cNvPr>
            <p:cNvSpPr/>
            <p:nvPr/>
          </p:nvSpPr>
          <p:spPr>
            <a:xfrm>
              <a:off x="849550" y="2821256"/>
              <a:ext cx="212421" cy="167128"/>
            </a:xfrm>
            <a:custGeom>
              <a:avLst/>
              <a:gdLst>
                <a:gd name="connsiteX0" fmla="*/ 1373 w 344019"/>
                <a:gd name="connsiteY0" fmla="*/ 83653 h 270666"/>
                <a:gd name="connsiteX1" fmla="*/ 63349 w 344019"/>
                <a:gd name="connsiteY1" fmla="*/ 87 h 270666"/>
                <a:gd name="connsiteX2" fmla="*/ 105513 w 344019"/>
                <a:gd name="connsiteY2" fmla="*/ 45807 h 270666"/>
                <a:gd name="connsiteX3" fmla="*/ 175363 w 344019"/>
                <a:gd name="connsiteY3" fmla="*/ 216241 h 270666"/>
                <a:gd name="connsiteX4" fmla="*/ 235561 w 344019"/>
                <a:gd name="connsiteY4" fmla="*/ 85558 h 270666"/>
                <a:gd name="connsiteX5" fmla="*/ 282551 w 344019"/>
                <a:gd name="connsiteY5" fmla="*/ 7326 h 270666"/>
                <a:gd name="connsiteX6" fmla="*/ 344019 w 344019"/>
                <a:gd name="connsiteY6" fmla="*/ 58888 h 270666"/>
                <a:gd name="connsiteX7" fmla="*/ 204065 w 344019"/>
                <a:gd name="connsiteY7" fmla="*/ 260818 h 270666"/>
                <a:gd name="connsiteX8" fmla="*/ 91289 w 344019"/>
                <a:gd name="connsiteY8" fmla="*/ 236307 h 270666"/>
                <a:gd name="connsiteX9" fmla="*/ 1373 w 344019"/>
                <a:gd name="connsiteY9" fmla="*/ 83653 h 270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019" h="270666">
                  <a:moveTo>
                    <a:pt x="1373" y="83653"/>
                  </a:moveTo>
                  <a:cubicBezTo>
                    <a:pt x="5691" y="49363"/>
                    <a:pt x="22582" y="2246"/>
                    <a:pt x="63349" y="87"/>
                  </a:cubicBezTo>
                  <a:cubicBezTo>
                    <a:pt x="88368" y="-1818"/>
                    <a:pt x="96115" y="28154"/>
                    <a:pt x="105513" y="45807"/>
                  </a:cubicBezTo>
                  <a:cubicBezTo>
                    <a:pt x="122023" y="104608"/>
                    <a:pt x="127103" y="172553"/>
                    <a:pt x="175363" y="216241"/>
                  </a:cubicBezTo>
                  <a:cubicBezTo>
                    <a:pt x="200255" y="175093"/>
                    <a:pt x="221972" y="131786"/>
                    <a:pt x="235561" y="85558"/>
                  </a:cubicBezTo>
                  <a:cubicBezTo>
                    <a:pt x="245213" y="56729"/>
                    <a:pt x="257532" y="26249"/>
                    <a:pt x="282551" y="7326"/>
                  </a:cubicBezTo>
                  <a:cubicBezTo>
                    <a:pt x="313031" y="-6771"/>
                    <a:pt x="343130" y="30948"/>
                    <a:pt x="344019" y="58888"/>
                  </a:cubicBezTo>
                  <a:cubicBezTo>
                    <a:pt x="330938" y="142454"/>
                    <a:pt x="275693" y="217257"/>
                    <a:pt x="204065" y="260818"/>
                  </a:cubicBezTo>
                  <a:cubicBezTo>
                    <a:pt x="165965" y="284948"/>
                    <a:pt x="122404" y="260056"/>
                    <a:pt x="91289" y="236307"/>
                  </a:cubicBezTo>
                  <a:cubicBezTo>
                    <a:pt x="42902" y="200874"/>
                    <a:pt x="-9168" y="149566"/>
                    <a:pt x="1373" y="83653"/>
                  </a:cubicBezTo>
                  <a:close/>
                </a:path>
              </a:pathLst>
            </a:custGeom>
            <a:solidFill>
              <a:srgbClr val="55CC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</p:grpSp>
      <p:sp>
        <p:nvSpPr>
          <p:cNvPr id="1151" name="圆角矩形 1150">
            <a:extLst>
              <a:ext uri="{FF2B5EF4-FFF2-40B4-BE49-F238E27FC236}">
                <a16:creationId xmlns:a16="http://schemas.microsoft.com/office/drawing/2014/main" id="{DFAEBCFC-F6EC-5351-A201-6C6DBA58C412}"/>
              </a:ext>
            </a:extLst>
          </p:cNvPr>
          <p:cNvSpPr/>
          <p:nvPr/>
        </p:nvSpPr>
        <p:spPr>
          <a:xfrm>
            <a:off x="8216708" y="2264345"/>
            <a:ext cx="1786077" cy="336480"/>
          </a:xfrm>
          <a:prstGeom prst="roundRect">
            <a:avLst>
              <a:gd name="adj" fmla="val 0"/>
            </a:avLst>
          </a:prstGeom>
          <a:solidFill>
            <a:schemeClr val="bg1">
              <a:alpha val="606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637FF879-D822-A6FF-ABA7-AC903EC4524F}"/>
                  </a:ext>
                </a:extLst>
              </p:cNvPr>
              <p:cNvSpPr txBox="1"/>
              <p:nvPr/>
            </p:nvSpPr>
            <p:spPr>
              <a:xfrm>
                <a:off x="8240668" y="2278755"/>
                <a:ext cx="14526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b="1" dirty="0">
                    <a:solidFill>
                      <a:schemeClr val="accent6"/>
                    </a:solidFill>
                    <a:latin typeface="STIX Two Text" pitchFamily="2" charset="0"/>
                  </a:rPr>
                  <a:t>Time: </a:t>
                </a:r>
                <a:r>
                  <a:rPr kumimoji="1" lang="en-US" altLang="zh-CN" sz="1400" dirty="0">
                    <a:solidFill>
                      <a:schemeClr val="accent6"/>
                    </a:solidFill>
                    <a:latin typeface="STIX Two Text" pitchFamily="2" charset="0"/>
                  </a:rPr>
                  <a:t>7k</a:t>
                </a:r>
                <a:r>
                  <a:rPr kumimoji="1" lang="en-US" altLang="zh-CN" sz="1400" baseline="30000" dirty="0">
                    <a:solidFill>
                      <a:schemeClr val="accent6"/>
                    </a:solidFill>
                    <a:latin typeface="STIX Two Text" pitchFamily="2" charset="0"/>
                  </a:rPr>
                  <a:t>+</a:t>
                </a:r>
                <a:r>
                  <a:rPr kumimoji="1" lang="en-US" altLang="zh-CN" sz="1400" dirty="0">
                    <a:solidFill>
                      <a:schemeClr val="accent6"/>
                    </a:solidFill>
                    <a:latin typeface="STIX Two Text" pitchFamily="2" charset="0"/>
                  </a:rPr>
                  <a:t>s </a:t>
                </a:r>
                <a14:m>
                  <m:oMath xmlns:m="http://schemas.openxmlformats.org/officeDocument/2006/math">
                    <m:r>
                      <a:rPr kumimoji="1" lang="en-US" altLang="zh-CN" sz="1400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sz="1400" dirty="0">
                    <a:solidFill>
                      <a:schemeClr val="accent6"/>
                    </a:solidFill>
                    <a:latin typeface="STIX Two Text" pitchFamily="2" charset="0"/>
                  </a:rPr>
                  <a:t> 1s</a:t>
                </a:r>
              </a:p>
            </p:txBody>
          </p:sp>
        </mc:Choice>
        <mc:Fallback xmlns=""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637FF879-D822-A6FF-ABA7-AC903EC45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668" y="2278755"/>
                <a:ext cx="1452642" cy="307777"/>
              </a:xfrm>
              <a:prstGeom prst="rect">
                <a:avLst/>
              </a:prstGeom>
              <a:blipFill>
                <a:blip r:embed="rId7"/>
                <a:stretch>
                  <a:fillRect l="-862" t="-4000" r="-3448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3" name="圆角矩形 1152">
            <a:extLst>
              <a:ext uri="{FF2B5EF4-FFF2-40B4-BE49-F238E27FC236}">
                <a16:creationId xmlns:a16="http://schemas.microsoft.com/office/drawing/2014/main" id="{759AA1CA-2D20-0184-C562-6662DA2C3891}"/>
              </a:ext>
            </a:extLst>
          </p:cNvPr>
          <p:cNvSpPr/>
          <p:nvPr/>
        </p:nvSpPr>
        <p:spPr>
          <a:xfrm>
            <a:off x="4536223" y="4036875"/>
            <a:ext cx="1318542" cy="1364648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sp>
        <p:nvSpPr>
          <p:cNvPr id="1174" name="圆角矩形 1173">
            <a:extLst>
              <a:ext uri="{FF2B5EF4-FFF2-40B4-BE49-F238E27FC236}">
                <a16:creationId xmlns:a16="http://schemas.microsoft.com/office/drawing/2014/main" id="{8C3CA795-CA0E-2B2B-CE02-C2D1E0292107}"/>
              </a:ext>
            </a:extLst>
          </p:cNvPr>
          <p:cNvSpPr/>
          <p:nvPr/>
        </p:nvSpPr>
        <p:spPr>
          <a:xfrm>
            <a:off x="6025952" y="4038349"/>
            <a:ext cx="1909445" cy="1364648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grpSp>
        <p:nvGrpSpPr>
          <p:cNvPr id="1175" name="组合 1174">
            <a:extLst>
              <a:ext uri="{FF2B5EF4-FFF2-40B4-BE49-F238E27FC236}">
                <a16:creationId xmlns:a16="http://schemas.microsoft.com/office/drawing/2014/main" id="{782007EE-8915-3518-A6C8-23044F0E2DAC}"/>
              </a:ext>
            </a:extLst>
          </p:cNvPr>
          <p:cNvGrpSpPr/>
          <p:nvPr/>
        </p:nvGrpSpPr>
        <p:grpSpPr>
          <a:xfrm>
            <a:off x="6085834" y="4578700"/>
            <a:ext cx="853272" cy="775192"/>
            <a:chOff x="276405" y="756457"/>
            <a:chExt cx="828973" cy="753117"/>
          </a:xfrm>
        </p:grpSpPr>
        <p:sp>
          <p:nvSpPr>
            <p:cNvPr id="1176" name="任意形状 1175">
              <a:extLst>
                <a:ext uri="{FF2B5EF4-FFF2-40B4-BE49-F238E27FC236}">
                  <a16:creationId xmlns:a16="http://schemas.microsoft.com/office/drawing/2014/main" id="{EE42831F-EF5D-8824-DC17-67634187D238}"/>
                </a:ext>
              </a:extLst>
            </p:cNvPr>
            <p:cNvSpPr/>
            <p:nvPr/>
          </p:nvSpPr>
          <p:spPr>
            <a:xfrm>
              <a:off x="341148" y="939295"/>
              <a:ext cx="42736" cy="104329"/>
            </a:xfrm>
            <a:custGeom>
              <a:avLst/>
              <a:gdLst>
                <a:gd name="connsiteX0" fmla="*/ 28639 w 78470"/>
                <a:gd name="connsiteY0" fmla="*/ 1397 h 191564"/>
                <a:gd name="connsiteX1" fmla="*/ 51880 w 78470"/>
                <a:gd name="connsiteY1" fmla="*/ 0 h 191564"/>
                <a:gd name="connsiteX2" fmla="*/ 51880 w 78470"/>
                <a:gd name="connsiteY2" fmla="*/ 189992 h 191564"/>
                <a:gd name="connsiteX3" fmla="*/ 4128 w 78470"/>
                <a:gd name="connsiteY3" fmla="*/ 140843 h 191564"/>
                <a:gd name="connsiteX4" fmla="*/ 28639 w 78470"/>
                <a:gd name="connsiteY4" fmla="*/ 1397 h 19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70" h="191564">
                  <a:moveTo>
                    <a:pt x="28639" y="1397"/>
                  </a:moveTo>
                  <a:cubicBezTo>
                    <a:pt x="34481" y="1016"/>
                    <a:pt x="46038" y="381"/>
                    <a:pt x="51880" y="0"/>
                  </a:cubicBezTo>
                  <a:cubicBezTo>
                    <a:pt x="82614" y="57531"/>
                    <a:pt x="91758" y="134620"/>
                    <a:pt x="51880" y="189992"/>
                  </a:cubicBezTo>
                  <a:cubicBezTo>
                    <a:pt x="20638" y="199390"/>
                    <a:pt x="8827" y="164592"/>
                    <a:pt x="4128" y="140843"/>
                  </a:cubicBezTo>
                  <a:cubicBezTo>
                    <a:pt x="-3873" y="93980"/>
                    <a:pt x="-2476" y="40005"/>
                    <a:pt x="28639" y="1397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77" name="任意形状 1176">
              <a:extLst>
                <a:ext uri="{FF2B5EF4-FFF2-40B4-BE49-F238E27FC236}">
                  <a16:creationId xmlns:a16="http://schemas.microsoft.com/office/drawing/2014/main" id="{713EA0D8-B86E-A7CE-AD0E-B8F089EA26B7}"/>
                </a:ext>
              </a:extLst>
            </p:cNvPr>
            <p:cNvSpPr/>
            <p:nvPr/>
          </p:nvSpPr>
          <p:spPr>
            <a:xfrm>
              <a:off x="276405" y="756457"/>
              <a:ext cx="828973" cy="753117"/>
            </a:xfrm>
            <a:custGeom>
              <a:avLst/>
              <a:gdLst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447867 w 1644613"/>
                <a:gd name="connsiteY4" fmla="*/ 744100 h 1635893"/>
                <a:gd name="connsiteX5" fmla="*/ 1200852 w 1644613"/>
                <a:gd name="connsiteY5" fmla="*/ 768865 h 1635893"/>
                <a:gd name="connsiteX6" fmla="*/ 1100903 w 1644613"/>
                <a:gd name="connsiteY6" fmla="*/ 724415 h 1635893"/>
                <a:gd name="connsiteX7" fmla="*/ 1075122 w 1644613"/>
                <a:gd name="connsiteY7" fmla="*/ 806838 h 1635893"/>
                <a:gd name="connsiteX8" fmla="*/ 994858 w 1644613"/>
                <a:gd name="connsiteY8" fmla="*/ 891166 h 1635893"/>
                <a:gd name="connsiteX9" fmla="*/ 900370 w 1644613"/>
                <a:gd name="connsiteY9" fmla="*/ 986162 h 1635893"/>
                <a:gd name="connsiteX10" fmla="*/ 765623 w 1644613"/>
                <a:gd name="connsiteY10" fmla="*/ 1048392 h 1635893"/>
                <a:gd name="connsiteX11" fmla="*/ 993715 w 1644613"/>
                <a:gd name="connsiteY11" fmla="*/ 1351541 h 1635893"/>
                <a:gd name="connsiteX12" fmla="*/ 1109666 w 1644613"/>
                <a:gd name="connsiteY12" fmla="*/ 1221620 h 1635893"/>
                <a:gd name="connsiteX13" fmla="*/ 1283275 w 1644613"/>
                <a:gd name="connsiteY13" fmla="*/ 1111003 h 1635893"/>
                <a:gd name="connsiteX14" fmla="*/ 1372810 w 1644613"/>
                <a:gd name="connsiteY14" fmla="*/ 1159136 h 1635893"/>
                <a:gd name="connsiteX15" fmla="*/ 1290260 w 1644613"/>
                <a:gd name="connsiteY15" fmla="*/ 1244353 h 1635893"/>
                <a:gd name="connsiteX16" fmla="*/ 1514796 w 1644613"/>
                <a:gd name="connsiteY16" fmla="*/ 1325633 h 1635893"/>
                <a:gd name="connsiteX17" fmla="*/ 1460440 w 1644613"/>
                <a:gd name="connsiteY17" fmla="*/ 1390657 h 1635893"/>
                <a:gd name="connsiteX18" fmla="*/ 1460821 w 1644613"/>
                <a:gd name="connsiteY18" fmla="*/ 1438790 h 1635893"/>
                <a:gd name="connsiteX19" fmla="*/ 1403163 w 1644613"/>
                <a:gd name="connsiteY19" fmla="*/ 1459999 h 1635893"/>
                <a:gd name="connsiteX20" fmla="*/ 1396686 w 1644613"/>
                <a:gd name="connsiteY20" fmla="*/ 1490352 h 1635893"/>
                <a:gd name="connsiteX21" fmla="*/ 1222569 w 1644613"/>
                <a:gd name="connsiteY21" fmla="*/ 1482224 h 1635893"/>
                <a:gd name="connsiteX22" fmla="*/ 1041340 w 1644613"/>
                <a:gd name="connsiteY22" fmla="*/ 1583443 h 1635893"/>
                <a:gd name="connsiteX23" fmla="*/ 907228 w 1644613"/>
                <a:gd name="connsiteY23" fmla="*/ 1570362 h 1635893"/>
                <a:gd name="connsiteX24" fmla="*/ 909260 w 1644613"/>
                <a:gd name="connsiteY24" fmla="*/ 1626242 h 1635893"/>
                <a:gd name="connsiteX25" fmla="*/ 884622 w 1644613"/>
                <a:gd name="connsiteY25" fmla="*/ 1624718 h 1635893"/>
                <a:gd name="connsiteX26" fmla="*/ 878780 w 1644613"/>
                <a:gd name="connsiteY26" fmla="*/ 1550296 h 1635893"/>
                <a:gd name="connsiteX27" fmla="*/ 820106 w 1644613"/>
                <a:gd name="connsiteY27" fmla="*/ 1144658 h 1635893"/>
                <a:gd name="connsiteX28" fmla="*/ 747208 w 1644613"/>
                <a:gd name="connsiteY28" fmla="*/ 1071887 h 1635893"/>
                <a:gd name="connsiteX29" fmla="*/ 424882 w 1644613"/>
                <a:gd name="connsiteY29" fmla="*/ 1070236 h 1635893"/>
                <a:gd name="connsiteX30" fmla="*/ 337125 w 1644613"/>
                <a:gd name="connsiteY30" fmla="*/ 1072395 h 1635893"/>
                <a:gd name="connsiteX31" fmla="*/ 407610 w 1644613"/>
                <a:gd name="connsiteY31" fmla="*/ 1284231 h 1635893"/>
                <a:gd name="connsiteX32" fmla="*/ 322774 w 1644613"/>
                <a:gd name="connsiteY32" fmla="*/ 1363352 h 1635893"/>
                <a:gd name="connsiteX33" fmla="*/ 288357 w 1644613"/>
                <a:gd name="connsiteY33" fmla="*/ 1588650 h 1635893"/>
                <a:gd name="connsiteX34" fmla="*/ 283023 w 1644613"/>
                <a:gd name="connsiteY34" fmla="*/ 1624718 h 1635893"/>
                <a:gd name="connsiteX35" fmla="*/ 259020 w 1644613"/>
                <a:gd name="connsiteY35" fmla="*/ 1629417 h 1635893"/>
                <a:gd name="connsiteX36" fmla="*/ 323409 w 1644613"/>
                <a:gd name="connsiteY36" fmla="*/ 1250068 h 1635893"/>
                <a:gd name="connsiteX37" fmla="*/ 305629 w 1644613"/>
                <a:gd name="connsiteY37" fmla="*/ 1166248 h 1635893"/>
                <a:gd name="connsiteX38" fmla="*/ 229556 w 1644613"/>
                <a:gd name="connsiteY38" fmla="*/ 1192410 h 1635893"/>
                <a:gd name="connsiteX39" fmla="*/ 18228 w 1644613"/>
                <a:gd name="connsiteY39" fmla="*/ 1623575 h 1635893"/>
                <a:gd name="connsiteX40" fmla="*/ 2099 w 1644613"/>
                <a:gd name="connsiteY40" fmla="*/ 1635894 h 1635893"/>
                <a:gd name="connsiteX41" fmla="*/ 17212 w 1644613"/>
                <a:gd name="connsiteY41" fmla="*/ 1539628 h 1635893"/>
                <a:gd name="connsiteX42" fmla="*/ 107001 w 1644613"/>
                <a:gd name="connsiteY42" fmla="*/ 1318648 h 1635893"/>
                <a:gd name="connsiteX43" fmla="*/ 216983 w 1644613"/>
                <a:gd name="connsiteY43" fmla="*/ 1168153 h 1635893"/>
                <a:gd name="connsiteX44" fmla="*/ 304867 w 1644613"/>
                <a:gd name="connsiteY44" fmla="*/ 1066553 h 1635893"/>
                <a:gd name="connsiteX45" fmla="*/ 391481 w 1644613"/>
                <a:gd name="connsiteY45" fmla="*/ 1032390 h 1635893"/>
                <a:gd name="connsiteX46" fmla="*/ 252924 w 1644613"/>
                <a:gd name="connsiteY46" fmla="*/ 952253 h 1635893"/>
                <a:gd name="connsiteX47" fmla="*/ 138243 w 1644613"/>
                <a:gd name="connsiteY47" fmla="*/ 837064 h 1635893"/>
                <a:gd name="connsiteX48" fmla="*/ 83633 w 1644613"/>
                <a:gd name="connsiteY48" fmla="*/ 754514 h 1635893"/>
                <a:gd name="connsiteX49" fmla="*/ 139767 w 1644613"/>
                <a:gd name="connsiteY49" fmla="*/ 520707 h 1635893"/>
                <a:gd name="connsiteX50" fmla="*/ 413198 w 1644613"/>
                <a:gd name="connsiteY50" fmla="*/ 274200 h 1635893"/>
                <a:gd name="connsiteX51" fmla="*/ 730698 w 1644613"/>
                <a:gd name="connsiteY51" fmla="*/ 270898 h 1635893"/>
                <a:gd name="connsiteX52" fmla="*/ 944058 w 1644613"/>
                <a:gd name="connsiteY52" fmla="*/ 397009 h 1635893"/>
                <a:gd name="connsiteX53" fmla="*/ 1014924 w 1644613"/>
                <a:gd name="connsiteY53" fmla="*/ 137040 h 1635893"/>
                <a:gd name="connsiteX54" fmla="*/ 1076900 w 1644613"/>
                <a:gd name="connsiteY54" fmla="*/ 110878 h 1635893"/>
                <a:gd name="connsiteX55" fmla="*/ 971617 w 1644613"/>
                <a:gd name="connsiteY55" fmla="*/ 432950 h 1635893"/>
                <a:gd name="connsiteX56" fmla="*/ 1070423 w 1644613"/>
                <a:gd name="connsiteY56" fmla="*/ 588017 h 1635893"/>
                <a:gd name="connsiteX57" fmla="*/ 1107507 w 1644613"/>
                <a:gd name="connsiteY57" fmla="*/ 692030 h 1635893"/>
                <a:gd name="connsiteX58" fmla="*/ 1459424 w 1644613"/>
                <a:gd name="connsiteY58" fmla="*/ 707524 h 1635893"/>
                <a:gd name="connsiteX59" fmla="*/ 1614364 w 1644613"/>
                <a:gd name="connsiteY59" fmla="*/ 462160 h 1635893"/>
                <a:gd name="connsiteX60" fmla="*/ 1543879 w 1644613"/>
                <a:gd name="connsiteY60" fmla="*/ 155963 h 1635893"/>
                <a:gd name="connsiteX61" fmla="*/ 1261939 w 1644613"/>
                <a:gd name="connsiteY61" fmla="*/ 27312 h 1635893"/>
                <a:gd name="connsiteX62" fmla="*/ 1076900 w 1644613"/>
                <a:gd name="connsiteY62" fmla="*/ 110878 h 1635893"/>
                <a:gd name="connsiteX63" fmla="*/ 175327 w 1644613"/>
                <a:gd name="connsiteY63" fmla="*/ 504578 h 1635893"/>
                <a:gd name="connsiteX64" fmla="*/ 227270 w 1644613"/>
                <a:gd name="connsiteY64" fmla="*/ 521723 h 1635893"/>
                <a:gd name="connsiteX65" fmla="*/ 284801 w 1644613"/>
                <a:gd name="connsiteY65" fmla="*/ 676663 h 1635893"/>
                <a:gd name="connsiteX66" fmla="*/ 256607 w 1644613"/>
                <a:gd name="connsiteY66" fmla="*/ 816998 h 1635893"/>
                <a:gd name="connsiteX67" fmla="*/ 204283 w 1644613"/>
                <a:gd name="connsiteY67" fmla="*/ 863734 h 1635893"/>
                <a:gd name="connsiteX68" fmla="*/ 615128 w 1644613"/>
                <a:gd name="connsiteY68" fmla="*/ 1040010 h 1635893"/>
                <a:gd name="connsiteX69" fmla="*/ 979491 w 1644613"/>
                <a:gd name="connsiteY69" fmla="*/ 867671 h 1635893"/>
                <a:gd name="connsiteX70" fmla="*/ 1018353 w 1644613"/>
                <a:gd name="connsiteY70" fmla="*/ 573666 h 1635893"/>
                <a:gd name="connsiteX71" fmla="*/ 672151 w 1644613"/>
                <a:gd name="connsiteY71" fmla="*/ 284741 h 1635893"/>
                <a:gd name="connsiteX72" fmla="*/ 175327 w 1644613"/>
                <a:gd name="connsiteY72" fmla="*/ 504578 h 1635893"/>
                <a:gd name="connsiteX73" fmla="*/ 159833 w 1644613"/>
                <a:gd name="connsiteY73" fmla="*/ 539884 h 1635893"/>
                <a:gd name="connsiteX74" fmla="*/ 104588 w 1644613"/>
                <a:gd name="connsiteY74" fmla="*/ 728098 h 1635893"/>
                <a:gd name="connsiteX75" fmla="*/ 197679 w 1644613"/>
                <a:gd name="connsiteY75" fmla="*/ 834143 h 1635893"/>
                <a:gd name="connsiteX76" fmla="*/ 250892 w 1644613"/>
                <a:gd name="connsiteY76" fmla="*/ 752355 h 1635893"/>
                <a:gd name="connsiteX77" fmla="*/ 234636 w 1644613"/>
                <a:gd name="connsiteY77" fmla="*/ 576587 h 1635893"/>
                <a:gd name="connsiteX78" fmla="*/ 159833 w 1644613"/>
                <a:gd name="connsiteY78" fmla="*/ 539884 h 1635893"/>
                <a:gd name="connsiteX79" fmla="*/ 1052135 w 1644613"/>
                <a:gd name="connsiteY79" fmla="*/ 598050 h 1635893"/>
                <a:gd name="connsiteX80" fmla="*/ 1041086 w 1644613"/>
                <a:gd name="connsiteY80" fmla="*/ 807092 h 1635893"/>
                <a:gd name="connsiteX81" fmla="*/ 1052135 w 1644613"/>
                <a:gd name="connsiteY81" fmla="*/ 598050 h 1635893"/>
                <a:gd name="connsiteX82" fmla="*/ 441011 w 1644613"/>
                <a:gd name="connsiteY82" fmla="*/ 1044963 h 1635893"/>
                <a:gd name="connsiteX83" fmla="*/ 658816 w 1644613"/>
                <a:gd name="connsiteY83" fmla="*/ 1078618 h 1635893"/>
                <a:gd name="connsiteX84" fmla="*/ 569154 w 1644613"/>
                <a:gd name="connsiteY84" fmla="*/ 1062616 h 1635893"/>
                <a:gd name="connsiteX85" fmla="*/ 441011 w 1644613"/>
                <a:gd name="connsiteY85" fmla="*/ 1044963 h 1635893"/>
                <a:gd name="connsiteX86" fmla="*/ 303597 w 1644613"/>
                <a:gd name="connsiteY86" fmla="*/ 1095509 h 1635893"/>
                <a:gd name="connsiteX87" fmla="*/ 288992 w 1644613"/>
                <a:gd name="connsiteY87" fmla="*/ 1125100 h 1635893"/>
                <a:gd name="connsiteX88" fmla="*/ 345380 w 1644613"/>
                <a:gd name="connsiteY88" fmla="*/ 1175519 h 1635893"/>
                <a:gd name="connsiteX89" fmla="*/ 332934 w 1644613"/>
                <a:gd name="connsiteY89" fmla="*/ 1333380 h 1635893"/>
                <a:gd name="connsiteX90" fmla="*/ 384369 w 1644613"/>
                <a:gd name="connsiteY90" fmla="*/ 1261879 h 1635893"/>
                <a:gd name="connsiteX91" fmla="*/ 303597 w 1644613"/>
                <a:gd name="connsiteY91" fmla="*/ 1095509 h 1635893"/>
                <a:gd name="connsiteX92" fmla="*/ 1154370 w 1644613"/>
                <a:gd name="connsiteY92" fmla="*/ 1214635 h 1635893"/>
                <a:gd name="connsiteX93" fmla="*/ 1130875 w 1644613"/>
                <a:gd name="connsiteY93" fmla="*/ 1407675 h 1635893"/>
                <a:gd name="connsiteX94" fmla="*/ 1261431 w 1644613"/>
                <a:gd name="connsiteY94" fmla="*/ 1463301 h 1635893"/>
                <a:gd name="connsiteX95" fmla="*/ 1374969 w 1644613"/>
                <a:gd name="connsiteY95" fmla="*/ 1474731 h 1635893"/>
                <a:gd name="connsiteX96" fmla="*/ 1357316 w 1644613"/>
                <a:gd name="connsiteY96" fmla="*/ 1446029 h 1635893"/>
                <a:gd name="connsiteX97" fmla="*/ 1258637 w 1644613"/>
                <a:gd name="connsiteY97" fmla="*/ 1386466 h 1635893"/>
                <a:gd name="connsiteX98" fmla="*/ 1445581 w 1644613"/>
                <a:gd name="connsiteY98" fmla="*/ 1429773 h 1635893"/>
                <a:gd name="connsiteX99" fmla="*/ 1403163 w 1644613"/>
                <a:gd name="connsiteY99" fmla="*/ 1377195 h 1635893"/>
                <a:gd name="connsiteX100" fmla="*/ 1296229 w 1644613"/>
                <a:gd name="connsiteY100" fmla="*/ 1332237 h 1635893"/>
                <a:gd name="connsiteX101" fmla="*/ 1489269 w 1644613"/>
                <a:gd name="connsiteY101" fmla="*/ 1359923 h 1635893"/>
                <a:gd name="connsiteX102" fmla="*/ 1491174 w 1644613"/>
                <a:gd name="connsiteY102" fmla="*/ 1340111 h 1635893"/>
                <a:gd name="connsiteX103" fmla="*/ 1235269 w 1644613"/>
                <a:gd name="connsiteY103" fmla="*/ 1248163 h 1635893"/>
                <a:gd name="connsiteX104" fmla="*/ 1341060 w 1644613"/>
                <a:gd name="connsiteY104" fmla="*/ 1171709 h 1635893"/>
                <a:gd name="connsiteX105" fmla="*/ 1301944 w 1644613"/>
                <a:gd name="connsiteY105" fmla="*/ 1132720 h 1635893"/>
                <a:gd name="connsiteX106" fmla="*/ 1154370 w 1644613"/>
                <a:gd name="connsiteY106" fmla="*/ 1214635 h 1635893"/>
                <a:gd name="connsiteX107" fmla="*/ 857063 w 1644613"/>
                <a:gd name="connsiteY107" fmla="*/ 1181488 h 1635893"/>
                <a:gd name="connsiteX108" fmla="*/ 878272 w 1644613"/>
                <a:gd name="connsiteY108" fmla="*/ 1300868 h 1635893"/>
                <a:gd name="connsiteX109" fmla="*/ 905704 w 1644613"/>
                <a:gd name="connsiteY109" fmla="*/ 1540771 h 1635893"/>
                <a:gd name="connsiteX110" fmla="*/ 1188660 w 1644613"/>
                <a:gd name="connsiteY110" fmla="*/ 1474350 h 1635893"/>
                <a:gd name="connsiteX111" fmla="*/ 1073344 w 1644613"/>
                <a:gd name="connsiteY111" fmla="*/ 1300233 h 1635893"/>
                <a:gd name="connsiteX112" fmla="*/ 973522 w 1644613"/>
                <a:gd name="connsiteY112" fmla="*/ 1438155 h 1635893"/>
                <a:gd name="connsiteX113" fmla="*/ 945201 w 1644613"/>
                <a:gd name="connsiteY113" fmla="*/ 1487558 h 1635893"/>
                <a:gd name="connsiteX114" fmla="*/ 974665 w 1644613"/>
                <a:gd name="connsiteY114" fmla="*/ 1366781 h 1635893"/>
                <a:gd name="connsiteX115" fmla="*/ 857063 w 1644613"/>
                <a:gd name="connsiteY115" fmla="*/ 1181488 h 1635893"/>
                <a:gd name="connsiteX0" fmla="*/ 1014924 w 1644615"/>
                <a:gd name="connsiteY0" fmla="*/ 137040 h 1635895"/>
                <a:gd name="connsiteX1" fmla="*/ 1288609 w 1644615"/>
                <a:gd name="connsiteY1" fmla="*/ 134 h 1635895"/>
                <a:gd name="connsiteX2" fmla="*/ 1606363 w 1644615"/>
                <a:gd name="connsiteY2" fmla="*/ 207525 h 1635895"/>
                <a:gd name="connsiteX3" fmla="*/ 1635827 w 1644615"/>
                <a:gd name="connsiteY3" fmla="*/ 498990 h 1635895"/>
                <a:gd name="connsiteX4" fmla="*/ 1447867 w 1644615"/>
                <a:gd name="connsiteY4" fmla="*/ 744100 h 1635895"/>
                <a:gd name="connsiteX5" fmla="*/ 1200852 w 1644615"/>
                <a:gd name="connsiteY5" fmla="*/ 768865 h 1635895"/>
                <a:gd name="connsiteX6" fmla="*/ 1100903 w 1644615"/>
                <a:gd name="connsiteY6" fmla="*/ 724415 h 1635895"/>
                <a:gd name="connsiteX7" fmla="*/ 1075122 w 1644615"/>
                <a:gd name="connsiteY7" fmla="*/ 806838 h 1635895"/>
                <a:gd name="connsiteX8" fmla="*/ 994858 w 1644615"/>
                <a:gd name="connsiteY8" fmla="*/ 891166 h 1635895"/>
                <a:gd name="connsiteX9" fmla="*/ 900370 w 1644615"/>
                <a:gd name="connsiteY9" fmla="*/ 986162 h 1635895"/>
                <a:gd name="connsiteX10" fmla="*/ 765623 w 1644615"/>
                <a:gd name="connsiteY10" fmla="*/ 1048392 h 1635895"/>
                <a:gd name="connsiteX11" fmla="*/ 993715 w 1644615"/>
                <a:gd name="connsiteY11" fmla="*/ 1351541 h 1635895"/>
                <a:gd name="connsiteX12" fmla="*/ 1109666 w 1644615"/>
                <a:gd name="connsiteY12" fmla="*/ 1221620 h 1635895"/>
                <a:gd name="connsiteX13" fmla="*/ 1283275 w 1644615"/>
                <a:gd name="connsiteY13" fmla="*/ 1111003 h 1635895"/>
                <a:gd name="connsiteX14" fmla="*/ 1372810 w 1644615"/>
                <a:gd name="connsiteY14" fmla="*/ 1159136 h 1635895"/>
                <a:gd name="connsiteX15" fmla="*/ 1290260 w 1644615"/>
                <a:gd name="connsiteY15" fmla="*/ 1244353 h 1635895"/>
                <a:gd name="connsiteX16" fmla="*/ 1514796 w 1644615"/>
                <a:gd name="connsiteY16" fmla="*/ 1325633 h 1635895"/>
                <a:gd name="connsiteX17" fmla="*/ 1460440 w 1644615"/>
                <a:gd name="connsiteY17" fmla="*/ 1390657 h 1635895"/>
                <a:gd name="connsiteX18" fmla="*/ 1460821 w 1644615"/>
                <a:gd name="connsiteY18" fmla="*/ 1438790 h 1635895"/>
                <a:gd name="connsiteX19" fmla="*/ 1403163 w 1644615"/>
                <a:gd name="connsiteY19" fmla="*/ 1459999 h 1635895"/>
                <a:gd name="connsiteX20" fmla="*/ 1396686 w 1644615"/>
                <a:gd name="connsiteY20" fmla="*/ 1490352 h 1635895"/>
                <a:gd name="connsiteX21" fmla="*/ 1222569 w 1644615"/>
                <a:gd name="connsiteY21" fmla="*/ 1482224 h 1635895"/>
                <a:gd name="connsiteX22" fmla="*/ 1041340 w 1644615"/>
                <a:gd name="connsiteY22" fmla="*/ 1583443 h 1635895"/>
                <a:gd name="connsiteX23" fmla="*/ 907228 w 1644615"/>
                <a:gd name="connsiteY23" fmla="*/ 1570362 h 1635895"/>
                <a:gd name="connsiteX24" fmla="*/ 909260 w 1644615"/>
                <a:gd name="connsiteY24" fmla="*/ 1626242 h 1635895"/>
                <a:gd name="connsiteX25" fmla="*/ 884622 w 1644615"/>
                <a:gd name="connsiteY25" fmla="*/ 1624718 h 1635895"/>
                <a:gd name="connsiteX26" fmla="*/ 878780 w 1644615"/>
                <a:gd name="connsiteY26" fmla="*/ 1550296 h 1635895"/>
                <a:gd name="connsiteX27" fmla="*/ 820106 w 1644615"/>
                <a:gd name="connsiteY27" fmla="*/ 1144658 h 1635895"/>
                <a:gd name="connsiteX28" fmla="*/ 747208 w 1644615"/>
                <a:gd name="connsiteY28" fmla="*/ 1071887 h 1635895"/>
                <a:gd name="connsiteX29" fmla="*/ 424882 w 1644615"/>
                <a:gd name="connsiteY29" fmla="*/ 1070236 h 1635895"/>
                <a:gd name="connsiteX30" fmla="*/ 337125 w 1644615"/>
                <a:gd name="connsiteY30" fmla="*/ 1072395 h 1635895"/>
                <a:gd name="connsiteX31" fmla="*/ 407610 w 1644615"/>
                <a:gd name="connsiteY31" fmla="*/ 1284231 h 1635895"/>
                <a:gd name="connsiteX32" fmla="*/ 322774 w 1644615"/>
                <a:gd name="connsiteY32" fmla="*/ 1363352 h 1635895"/>
                <a:gd name="connsiteX33" fmla="*/ 288357 w 1644615"/>
                <a:gd name="connsiteY33" fmla="*/ 1588650 h 1635895"/>
                <a:gd name="connsiteX34" fmla="*/ 283023 w 1644615"/>
                <a:gd name="connsiteY34" fmla="*/ 1624718 h 1635895"/>
                <a:gd name="connsiteX35" fmla="*/ 259020 w 1644615"/>
                <a:gd name="connsiteY35" fmla="*/ 1629417 h 1635895"/>
                <a:gd name="connsiteX36" fmla="*/ 323409 w 1644615"/>
                <a:gd name="connsiteY36" fmla="*/ 1250068 h 1635895"/>
                <a:gd name="connsiteX37" fmla="*/ 305629 w 1644615"/>
                <a:gd name="connsiteY37" fmla="*/ 1166248 h 1635895"/>
                <a:gd name="connsiteX38" fmla="*/ 229556 w 1644615"/>
                <a:gd name="connsiteY38" fmla="*/ 1192410 h 1635895"/>
                <a:gd name="connsiteX39" fmla="*/ 18228 w 1644615"/>
                <a:gd name="connsiteY39" fmla="*/ 1623575 h 1635895"/>
                <a:gd name="connsiteX40" fmla="*/ 2099 w 1644615"/>
                <a:gd name="connsiteY40" fmla="*/ 1635894 h 1635895"/>
                <a:gd name="connsiteX41" fmla="*/ 17212 w 1644615"/>
                <a:gd name="connsiteY41" fmla="*/ 1539628 h 1635895"/>
                <a:gd name="connsiteX42" fmla="*/ 107001 w 1644615"/>
                <a:gd name="connsiteY42" fmla="*/ 1318648 h 1635895"/>
                <a:gd name="connsiteX43" fmla="*/ 216983 w 1644615"/>
                <a:gd name="connsiteY43" fmla="*/ 1168153 h 1635895"/>
                <a:gd name="connsiteX44" fmla="*/ 304867 w 1644615"/>
                <a:gd name="connsiteY44" fmla="*/ 1066553 h 1635895"/>
                <a:gd name="connsiteX45" fmla="*/ 391481 w 1644615"/>
                <a:gd name="connsiteY45" fmla="*/ 1032390 h 1635895"/>
                <a:gd name="connsiteX46" fmla="*/ 252924 w 1644615"/>
                <a:gd name="connsiteY46" fmla="*/ 952253 h 1635895"/>
                <a:gd name="connsiteX47" fmla="*/ 138243 w 1644615"/>
                <a:gd name="connsiteY47" fmla="*/ 837064 h 1635895"/>
                <a:gd name="connsiteX48" fmla="*/ 83633 w 1644615"/>
                <a:gd name="connsiteY48" fmla="*/ 754514 h 1635895"/>
                <a:gd name="connsiteX49" fmla="*/ 139767 w 1644615"/>
                <a:gd name="connsiteY49" fmla="*/ 520707 h 1635895"/>
                <a:gd name="connsiteX50" fmla="*/ 413198 w 1644615"/>
                <a:gd name="connsiteY50" fmla="*/ 274200 h 1635895"/>
                <a:gd name="connsiteX51" fmla="*/ 730698 w 1644615"/>
                <a:gd name="connsiteY51" fmla="*/ 270898 h 1635895"/>
                <a:gd name="connsiteX52" fmla="*/ 944058 w 1644615"/>
                <a:gd name="connsiteY52" fmla="*/ 397009 h 1635895"/>
                <a:gd name="connsiteX53" fmla="*/ 1076900 w 1644615"/>
                <a:gd name="connsiteY53" fmla="*/ 110878 h 1635895"/>
                <a:gd name="connsiteX54" fmla="*/ 971617 w 1644615"/>
                <a:gd name="connsiteY54" fmla="*/ 432950 h 1635895"/>
                <a:gd name="connsiteX55" fmla="*/ 1070423 w 1644615"/>
                <a:gd name="connsiteY55" fmla="*/ 588017 h 1635895"/>
                <a:gd name="connsiteX56" fmla="*/ 1107507 w 1644615"/>
                <a:gd name="connsiteY56" fmla="*/ 692030 h 1635895"/>
                <a:gd name="connsiteX57" fmla="*/ 1459424 w 1644615"/>
                <a:gd name="connsiteY57" fmla="*/ 707524 h 1635895"/>
                <a:gd name="connsiteX58" fmla="*/ 1614364 w 1644615"/>
                <a:gd name="connsiteY58" fmla="*/ 462160 h 1635895"/>
                <a:gd name="connsiteX59" fmla="*/ 1543879 w 1644615"/>
                <a:gd name="connsiteY59" fmla="*/ 155963 h 1635895"/>
                <a:gd name="connsiteX60" fmla="*/ 1261939 w 1644615"/>
                <a:gd name="connsiteY60" fmla="*/ 27312 h 1635895"/>
                <a:gd name="connsiteX61" fmla="*/ 1076900 w 1644615"/>
                <a:gd name="connsiteY61" fmla="*/ 110878 h 1635895"/>
                <a:gd name="connsiteX62" fmla="*/ 175327 w 1644615"/>
                <a:gd name="connsiteY62" fmla="*/ 504578 h 1635895"/>
                <a:gd name="connsiteX63" fmla="*/ 227270 w 1644615"/>
                <a:gd name="connsiteY63" fmla="*/ 521723 h 1635895"/>
                <a:gd name="connsiteX64" fmla="*/ 284801 w 1644615"/>
                <a:gd name="connsiteY64" fmla="*/ 676663 h 1635895"/>
                <a:gd name="connsiteX65" fmla="*/ 256607 w 1644615"/>
                <a:gd name="connsiteY65" fmla="*/ 816998 h 1635895"/>
                <a:gd name="connsiteX66" fmla="*/ 204283 w 1644615"/>
                <a:gd name="connsiteY66" fmla="*/ 863734 h 1635895"/>
                <a:gd name="connsiteX67" fmla="*/ 615128 w 1644615"/>
                <a:gd name="connsiteY67" fmla="*/ 1040010 h 1635895"/>
                <a:gd name="connsiteX68" fmla="*/ 979491 w 1644615"/>
                <a:gd name="connsiteY68" fmla="*/ 867671 h 1635895"/>
                <a:gd name="connsiteX69" fmla="*/ 1018353 w 1644615"/>
                <a:gd name="connsiteY69" fmla="*/ 573666 h 1635895"/>
                <a:gd name="connsiteX70" fmla="*/ 672151 w 1644615"/>
                <a:gd name="connsiteY70" fmla="*/ 284741 h 1635895"/>
                <a:gd name="connsiteX71" fmla="*/ 175327 w 1644615"/>
                <a:gd name="connsiteY71" fmla="*/ 504578 h 1635895"/>
                <a:gd name="connsiteX72" fmla="*/ 159833 w 1644615"/>
                <a:gd name="connsiteY72" fmla="*/ 539884 h 1635895"/>
                <a:gd name="connsiteX73" fmla="*/ 104588 w 1644615"/>
                <a:gd name="connsiteY73" fmla="*/ 728098 h 1635895"/>
                <a:gd name="connsiteX74" fmla="*/ 197679 w 1644615"/>
                <a:gd name="connsiteY74" fmla="*/ 834143 h 1635895"/>
                <a:gd name="connsiteX75" fmla="*/ 250892 w 1644615"/>
                <a:gd name="connsiteY75" fmla="*/ 752355 h 1635895"/>
                <a:gd name="connsiteX76" fmla="*/ 234636 w 1644615"/>
                <a:gd name="connsiteY76" fmla="*/ 576587 h 1635895"/>
                <a:gd name="connsiteX77" fmla="*/ 159833 w 1644615"/>
                <a:gd name="connsiteY77" fmla="*/ 539884 h 1635895"/>
                <a:gd name="connsiteX78" fmla="*/ 1052135 w 1644615"/>
                <a:gd name="connsiteY78" fmla="*/ 598050 h 1635895"/>
                <a:gd name="connsiteX79" fmla="*/ 1041086 w 1644615"/>
                <a:gd name="connsiteY79" fmla="*/ 807092 h 1635895"/>
                <a:gd name="connsiteX80" fmla="*/ 1052135 w 1644615"/>
                <a:gd name="connsiteY80" fmla="*/ 598050 h 1635895"/>
                <a:gd name="connsiteX81" fmla="*/ 441011 w 1644615"/>
                <a:gd name="connsiteY81" fmla="*/ 1044963 h 1635895"/>
                <a:gd name="connsiteX82" fmla="*/ 658816 w 1644615"/>
                <a:gd name="connsiteY82" fmla="*/ 1078618 h 1635895"/>
                <a:gd name="connsiteX83" fmla="*/ 569154 w 1644615"/>
                <a:gd name="connsiteY83" fmla="*/ 1062616 h 1635895"/>
                <a:gd name="connsiteX84" fmla="*/ 441011 w 1644615"/>
                <a:gd name="connsiteY84" fmla="*/ 1044963 h 1635895"/>
                <a:gd name="connsiteX85" fmla="*/ 303597 w 1644615"/>
                <a:gd name="connsiteY85" fmla="*/ 1095509 h 1635895"/>
                <a:gd name="connsiteX86" fmla="*/ 288992 w 1644615"/>
                <a:gd name="connsiteY86" fmla="*/ 1125100 h 1635895"/>
                <a:gd name="connsiteX87" fmla="*/ 345380 w 1644615"/>
                <a:gd name="connsiteY87" fmla="*/ 1175519 h 1635895"/>
                <a:gd name="connsiteX88" fmla="*/ 332934 w 1644615"/>
                <a:gd name="connsiteY88" fmla="*/ 1333380 h 1635895"/>
                <a:gd name="connsiteX89" fmla="*/ 384369 w 1644615"/>
                <a:gd name="connsiteY89" fmla="*/ 1261879 h 1635895"/>
                <a:gd name="connsiteX90" fmla="*/ 303597 w 1644615"/>
                <a:gd name="connsiteY90" fmla="*/ 1095509 h 1635895"/>
                <a:gd name="connsiteX91" fmla="*/ 1154370 w 1644615"/>
                <a:gd name="connsiteY91" fmla="*/ 1214635 h 1635895"/>
                <a:gd name="connsiteX92" fmla="*/ 1130875 w 1644615"/>
                <a:gd name="connsiteY92" fmla="*/ 1407675 h 1635895"/>
                <a:gd name="connsiteX93" fmla="*/ 1261431 w 1644615"/>
                <a:gd name="connsiteY93" fmla="*/ 1463301 h 1635895"/>
                <a:gd name="connsiteX94" fmla="*/ 1374969 w 1644615"/>
                <a:gd name="connsiteY94" fmla="*/ 1474731 h 1635895"/>
                <a:gd name="connsiteX95" fmla="*/ 1357316 w 1644615"/>
                <a:gd name="connsiteY95" fmla="*/ 1446029 h 1635895"/>
                <a:gd name="connsiteX96" fmla="*/ 1258637 w 1644615"/>
                <a:gd name="connsiteY96" fmla="*/ 1386466 h 1635895"/>
                <a:gd name="connsiteX97" fmla="*/ 1445581 w 1644615"/>
                <a:gd name="connsiteY97" fmla="*/ 1429773 h 1635895"/>
                <a:gd name="connsiteX98" fmla="*/ 1403163 w 1644615"/>
                <a:gd name="connsiteY98" fmla="*/ 1377195 h 1635895"/>
                <a:gd name="connsiteX99" fmla="*/ 1296229 w 1644615"/>
                <a:gd name="connsiteY99" fmla="*/ 1332237 h 1635895"/>
                <a:gd name="connsiteX100" fmla="*/ 1489269 w 1644615"/>
                <a:gd name="connsiteY100" fmla="*/ 1359923 h 1635895"/>
                <a:gd name="connsiteX101" fmla="*/ 1491174 w 1644615"/>
                <a:gd name="connsiteY101" fmla="*/ 1340111 h 1635895"/>
                <a:gd name="connsiteX102" fmla="*/ 1235269 w 1644615"/>
                <a:gd name="connsiteY102" fmla="*/ 1248163 h 1635895"/>
                <a:gd name="connsiteX103" fmla="*/ 1341060 w 1644615"/>
                <a:gd name="connsiteY103" fmla="*/ 1171709 h 1635895"/>
                <a:gd name="connsiteX104" fmla="*/ 1301944 w 1644615"/>
                <a:gd name="connsiteY104" fmla="*/ 1132720 h 1635895"/>
                <a:gd name="connsiteX105" fmla="*/ 1154370 w 1644615"/>
                <a:gd name="connsiteY105" fmla="*/ 1214635 h 1635895"/>
                <a:gd name="connsiteX106" fmla="*/ 857063 w 1644615"/>
                <a:gd name="connsiteY106" fmla="*/ 1181488 h 1635895"/>
                <a:gd name="connsiteX107" fmla="*/ 878272 w 1644615"/>
                <a:gd name="connsiteY107" fmla="*/ 1300868 h 1635895"/>
                <a:gd name="connsiteX108" fmla="*/ 905704 w 1644615"/>
                <a:gd name="connsiteY108" fmla="*/ 1540771 h 1635895"/>
                <a:gd name="connsiteX109" fmla="*/ 1188660 w 1644615"/>
                <a:gd name="connsiteY109" fmla="*/ 1474350 h 1635895"/>
                <a:gd name="connsiteX110" fmla="*/ 1073344 w 1644615"/>
                <a:gd name="connsiteY110" fmla="*/ 1300233 h 1635895"/>
                <a:gd name="connsiteX111" fmla="*/ 973522 w 1644615"/>
                <a:gd name="connsiteY111" fmla="*/ 1438155 h 1635895"/>
                <a:gd name="connsiteX112" fmla="*/ 945201 w 1644615"/>
                <a:gd name="connsiteY112" fmla="*/ 1487558 h 1635895"/>
                <a:gd name="connsiteX113" fmla="*/ 974665 w 1644615"/>
                <a:gd name="connsiteY113" fmla="*/ 1366781 h 1635895"/>
                <a:gd name="connsiteX114" fmla="*/ 857063 w 1644615"/>
                <a:gd name="connsiteY114" fmla="*/ 1181488 h 1635895"/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200852 w 1644613"/>
                <a:gd name="connsiteY4" fmla="*/ 768865 h 1635893"/>
                <a:gd name="connsiteX5" fmla="*/ 1100903 w 1644613"/>
                <a:gd name="connsiteY5" fmla="*/ 724415 h 1635893"/>
                <a:gd name="connsiteX6" fmla="*/ 1075122 w 1644613"/>
                <a:gd name="connsiteY6" fmla="*/ 806838 h 1635893"/>
                <a:gd name="connsiteX7" fmla="*/ 994858 w 1644613"/>
                <a:gd name="connsiteY7" fmla="*/ 891166 h 1635893"/>
                <a:gd name="connsiteX8" fmla="*/ 900370 w 1644613"/>
                <a:gd name="connsiteY8" fmla="*/ 986162 h 1635893"/>
                <a:gd name="connsiteX9" fmla="*/ 765623 w 1644613"/>
                <a:gd name="connsiteY9" fmla="*/ 1048392 h 1635893"/>
                <a:gd name="connsiteX10" fmla="*/ 993715 w 1644613"/>
                <a:gd name="connsiteY10" fmla="*/ 1351541 h 1635893"/>
                <a:gd name="connsiteX11" fmla="*/ 1109666 w 1644613"/>
                <a:gd name="connsiteY11" fmla="*/ 1221620 h 1635893"/>
                <a:gd name="connsiteX12" fmla="*/ 1283275 w 1644613"/>
                <a:gd name="connsiteY12" fmla="*/ 1111003 h 1635893"/>
                <a:gd name="connsiteX13" fmla="*/ 1372810 w 1644613"/>
                <a:gd name="connsiteY13" fmla="*/ 1159136 h 1635893"/>
                <a:gd name="connsiteX14" fmla="*/ 1290260 w 1644613"/>
                <a:gd name="connsiteY14" fmla="*/ 1244353 h 1635893"/>
                <a:gd name="connsiteX15" fmla="*/ 1514796 w 1644613"/>
                <a:gd name="connsiteY15" fmla="*/ 1325633 h 1635893"/>
                <a:gd name="connsiteX16" fmla="*/ 1460440 w 1644613"/>
                <a:gd name="connsiteY16" fmla="*/ 1390657 h 1635893"/>
                <a:gd name="connsiteX17" fmla="*/ 1460821 w 1644613"/>
                <a:gd name="connsiteY17" fmla="*/ 1438790 h 1635893"/>
                <a:gd name="connsiteX18" fmla="*/ 1403163 w 1644613"/>
                <a:gd name="connsiteY18" fmla="*/ 1459999 h 1635893"/>
                <a:gd name="connsiteX19" fmla="*/ 1396686 w 1644613"/>
                <a:gd name="connsiteY19" fmla="*/ 1490352 h 1635893"/>
                <a:gd name="connsiteX20" fmla="*/ 1222569 w 1644613"/>
                <a:gd name="connsiteY20" fmla="*/ 1482224 h 1635893"/>
                <a:gd name="connsiteX21" fmla="*/ 1041340 w 1644613"/>
                <a:gd name="connsiteY21" fmla="*/ 1583443 h 1635893"/>
                <a:gd name="connsiteX22" fmla="*/ 907228 w 1644613"/>
                <a:gd name="connsiteY22" fmla="*/ 1570362 h 1635893"/>
                <a:gd name="connsiteX23" fmla="*/ 909260 w 1644613"/>
                <a:gd name="connsiteY23" fmla="*/ 1626242 h 1635893"/>
                <a:gd name="connsiteX24" fmla="*/ 884622 w 1644613"/>
                <a:gd name="connsiteY24" fmla="*/ 1624718 h 1635893"/>
                <a:gd name="connsiteX25" fmla="*/ 878780 w 1644613"/>
                <a:gd name="connsiteY25" fmla="*/ 1550296 h 1635893"/>
                <a:gd name="connsiteX26" fmla="*/ 820106 w 1644613"/>
                <a:gd name="connsiteY26" fmla="*/ 1144658 h 1635893"/>
                <a:gd name="connsiteX27" fmla="*/ 747208 w 1644613"/>
                <a:gd name="connsiteY27" fmla="*/ 1071887 h 1635893"/>
                <a:gd name="connsiteX28" fmla="*/ 424882 w 1644613"/>
                <a:gd name="connsiteY28" fmla="*/ 1070236 h 1635893"/>
                <a:gd name="connsiteX29" fmla="*/ 337125 w 1644613"/>
                <a:gd name="connsiteY29" fmla="*/ 1072395 h 1635893"/>
                <a:gd name="connsiteX30" fmla="*/ 407610 w 1644613"/>
                <a:gd name="connsiteY30" fmla="*/ 1284231 h 1635893"/>
                <a:gd name="connsiteX31" fmla="*/ 322774 w 1644613"/>
                <a:gd name="connsiteY31" fmla="*/ 1363352 h 1635893"/>
                <a:gd name="connsiteX32" fmla="*/ 288357 w 1644613"/>
                <a:gd name="connsiteY32" fmla="*/ 1588650 h 1635893"/>
                <a:gd name="connsiteX33" fmla="*/ 283023 w 1644613"/>
                <a:gd name="connsiteY33" fmla="*/ 1624718 h 1635893"/>
                <a:gd name="connsiteX34" fmla="*/ 259020 w 1644613"/>
                <a:gd name="connsiteY34" fmla="*/ 1629417 h 1635893"/>
                <a:gd name="connsiteX35" fmla="*/ 323409 w 1644613"/>
                <a:gd name="connsiteY35" fmla="*/ 1250068 h 1635893"/>
                <a:gd name="connsiteX36" fmla="*/ 305629 w 1644613"/>
                <a:gd name="connsiteY36" fmla="*/ 1166248 h 1635893"/>
                <a:gd name="connsiteX37" fmla="*/ 229556 w 1644613"/>
                <a:gd name="connsiteY37" fmla="*/ 1192410 h 1635893"/>
                <a:gd name="connsiteX38" fmla="*/ 18228 w 1644613"/>
                <a:gd name="connsiteY38" fmla="*/ 1623575 h 1635893"/>
                <a:gd name="connsiteX39" fmla="*/ 2099 w 1644613"/>
                <a:gd name="connsiteY39" fmla="*/ 1635894 h 1635893"/>
                <a:gd name="connsiteX40" fmla="*/ 17212 w 1644613"/>
                <a:gd name="connsiteY40" fmla="*/ 1539628 h 1635893"/>
                <a:gd name="connsiteX41" fmla="*/ 107001 w 1644613"/>
                <a:gd name="connsiteY41" fmla="*/ 1318648 h 1635893"/>
                <a:gd name="connsiteX42" fmla="*/ 216983 w 1644613"/>
                <a:gd name="connsiteY42" fmla="*/ 1168153 h 1635893"/>
                <a:gd name="connsiteX43" fmla="*/ 304867 w 1644613"/>
                <a:gd name="connsiteY43" fmla="*/ 1066553 h 1635893"/>
                <a:gd name="connsiteX44" fmla="*/ 391481 w 1644613"/>
                <a:gd name="connsiteY44" fmla="*/ 1032390 h 1635893"/>
                <a:gd name="connsiteX45" fmla="*/ 252924 w 1644613"/>
                <a:gd name="connsiteY45" fmla="*/ 952253 h 1635893"/>
                <a:gd name="connsiteX46" fmla="*/ 138243 w 1644613"/>
                <a:gd name="connsiteY46" fmla="*/ 837064 h 1635893"/>
                <a:gd name="connsiteX47" fmla="*/ 83633 w 1644613"/>
                <a:gd name="connsiteY47" fmla="*/ 754514 h 1635893"/>
                <a:gd name="connsiteX48" fmla="*/ 139767 w 1644613"/>
                <a:gd name="connsiteY48" fmla="*/ 520707 h 1635893"/>
                <a:gd name="connsiteX49" fmla="*/ 413198 w 1644613"/>
                <a:gd name="connsiteY49" fmla="*/ 274200 h 1635893"/>
                <a:gd name="connsiteX50" fmla="*/ 730698 w 1644613"/>
                <a:gd name="connsiteY50" fmla="*/ 270898 h 1635893"/>
                <a:gd name="connsiteX51" fmla="*/ 944058 w 1644613"/>
                <a:gd name="connsiteY51" fmla="*/ 397009 h 1635893"/>
                <a:gd name="connsiteX52" fmla="*/ 1076900 w 1644613"/>
                <a:gd name="connsiteY52" fmla="*/ 110878 h 1635893"/>
                <a:gd name="connsiteX53" fmla="*/ 971617 w 1644613"/>
                <a:gd name="connsiteY53" fmla="*/ 432950 h 1635893"/>
                <a:gd name="connsiteX54" fmla="*/ 1070423 w 1644613"/>
                <a:gd name="connsiteY54" fmla="*/ 588017 h 1635893"/>
                <a:gd name="connsiteX55" fmla="*/ 1107507 w 1644613"/>
                <a:gd name="connsiteY55" fmla="*/ 692030 h 1635893"/>
                <a:gd name="connsiteX56" fmla="*/ 1459424 w 1644613"/>
                <a:gd name="connsiteY56" fmla="*/ 707524 h 1635893"/>
                <a:gd name="connsiteX57" fmla="*/ 1614364 w 1644613"/>
                <a:gd name="connsiteY57" fmla="*/ 462160 h 1635893"/>
                <a:gd name="connsiteX58" fmla="*/ 1543879 w 1644613"/>
                <a:gd name="connsiteY58" fmla="*/ 155963 h 1635893"/>
                <a:gd name="connsiteX59" fmla="*/ 1261939 w 1644613"/>
                <a:gd name="connsiteY59" fmla="*/ 27312 h 1635893"/>
                <a:gd name="connsiteX60" fmla="*/ 1076900 w 1644613"/>
                <a:gd name="connsiteY60" fmla="*/ 110878 h 1635893"/>
                <a:gd name="connsiteX61" fmla="*/ 175327 w 1644613"/>
                <a:gd name="connsiteY61" fmla="*/ 504578 h 1635893"/>
                <a:gd name="connsiteX62" fmla="*/ 227270 w 1644613"/>
                <a:gd name="connsiteY62" fmla="*/ 521723 h 1635893"/>
                <a:gd name="connsiteX63" fmla="*/ 284801 w 1644613"/>
                <a:gd name="connsiteY63" fmla="*/ 676663 h 1635893"/>
                <a:gd name="connsiteX64" fmla="*/ 256607 w 1644613"/>
                <a:gd name="connsiteY64" fmla="*/ 816998 h 1635893"/>
                <a:gd name="connsiteX65" fmla="*/ 204283 w 1644613"/>
                <a:gd name="connsiteY65" fmla="*/ 863734 h 1635893"/>
                <a:gd name="connsiteX66" fmla="*/ 615128 w 1644613"/>
                <a:gd name="connsiteY66" fmla="*/ 1040010 h 1635893"/>
                <a:gd name="connsiteX67" fmla="*/ 979491 w 1644613"/>
                <a:gd name="connsiteY67" fmla="*/ 867671 h 1635893"/>
                <a:gd name="connsiteX68" fmla="*/ 1018353 w 1644613"/>
                <a:gd name="connsiteY68" fmla="*/ 573666 h 1635893"/>
                <a:gd name="connsiteX69" fmla="*/ 672151 w 1644613"/>
                <a:gd name="connsiteY69" fmla="*/ 284741 h 1635893"/>
                <a:gd name="connsiteX70" fmla="*/ 175327 w 1644613"/>
                <a:gd name="connsiteY70" fmla="*/ 504578 h 1635893"/>
                <a:gd name="connsiteX71" fmla="*/ 159833 w 1644613"/>
                <a:gd name="connsiteY71" fmla="*/ 539884 h 1635893"/>
                <a:gd name="connsiteX72" fmla="*/ 104588 w 1644613"/>
                <a:gd name="connsiteY72" fmla="*/ 728098 h 1635893"/>
                <a:gd name="connsiteX73" fmla="*/ 197679 w 1644613"/>
                <a:gd name="connsiteY73" fmla="*/ 834143 h 1635893"/>
                <a:gd name="connsiteX74" fmla="*/ 250892 w 1644613"/>
                <a:gd name="connsiteY74" fmla="*/ 752355 h 1635893"/>
                <a:gd name="connsiteX75" fmla="*/ 234636 w 1644613"/>
                <a:gd name="connsiteY75" fmla="*/ 576587 h 1635893"/>
                <a:gd name="connsiteX76" fmla="*/ 159833 w 1644613"/>
                <a:gd name="connsiteY76" fmla="*/ 539884 h 1635893"/>
                <a:gd name="connsiteX77" fmla="*/ 1052135 w 1644613"/>
                <a:gd name="connsiteY77" fmla="*/ 598050 h 1635893"/>
                <a:gd name="connsiteX78" fmla="*/ 1041086 w 1644613"/>
                <a:gd name="connsiteY78" fmla="*/ 807092 h 1635893"/>
                <a:gd name="connsiteX79" fmla="*/ 1052135 w 1644613"/>
                <a:gd name="connsiteY79" fmla="*/ 598050 h 1635893"/>
                <a:gd name="connsiteX80" fmla="*/ 441011 w 1644613"/>
                <a:gd name="connsiteY80" fmla="*/ 1044963 h 1635893"/>
                <a:gd name="connsiteX81" fmla="*/ 658816 w 1644613"/>
                <a:gd name="connsiteY81" fmla="*/ 1078618 h 1635893"/>
                <a:gd name="connsiteX82" fmla="*/ 569154 w 1644613"/>
                <a:gd name="connsiteY82" fmla="*/ 1062616 h 1635893"/>
                <a:gd name="connsiteX83" fmla="*/ 441011 w 1644613"/>
                <a:gd name="connsiteY83" fmla="*/ 1044963 h 1635893"/>
                <a:gd name="connsiteX84" fmla="*/ 303597 w 1644613"/>
                <a:gd name="connsiteY84" fmla="*/ 1095509 h 1635893"/>
                <a:gd name="connsiteX85" fmla="*/ 288992 w 1644613"/>
                <a:gd name="connsiteY85" fmla="*/ 1125100 h 1635893"/>
                <a:gd name="connsiteX86" fmla="*/ 345380 w 1644613"/>
                <a:gd name="connsiteY86" fmla="*/ 1175519 h 1635893"/>
                <a:gd name="connsiteX87" fmla="*/ 332934 w 1644613"/>
                <a:gd name="connsiteY87" fmla="*/ 1333380 h 1635893"/>
                <a:gd name="connsiteX88" fmla="*/ 384369 w 1644613"/>
                <a:gd name="connsiteY88" fmla="*/ 1261879 h 1635893"/>
                <a:gd name="connsiteX89" fmla="*/ 303597 w 1644613"/>
                <a:gd name="connsiteY89" fmla="*/ 1095509 h 1635893"/>
                <a:gd name="connsiteX90" fmla="*/ 1154370 w 1644613"/>
                <a:gd name="connsiteY90" fmla="*/ 1214635 h 1635893"/>
                <a:gd name="connsiteX91" fmla="*/ 1130875 w 1644613"/>
                <a:gd name="connsiteY91" fmla="*/ 1407675 h 1635893"/>
                <a:gd name="connsiteX92" fmla="*/ 1261431 w 1644613"/>
                <a:gd name="connsiteY92" fmla="*/ 1463301 h 1635893"/>
                <a:gd name="connsiteX93" fmla="*/ 1374969 w 1644613"/>
                <a:gd name="connsiteY93" fmla="*/ 1474731 h 1635893"/>
                <a:gd name="connsiteX94" fmla="*/ 1357316 w 1644613"/>
                <a:gd name="connsiteY94" fmla="*/ 1446029 h 1635893"/>
                <a:gd name="connsiteX95" fmla="*/ 1258637 w 1644613"/>
                <a:gd name="connsiteY95" fmla="*/ 1386466 h 1635893"/>
                <a:gd name="connsiteX96" fmla="*/ 1445581 w 1644613"/>
                <a:gd name="connsiteY96" fmla="*/ 1429773 h 1635893"/>
                <a:gd name="connsiteX97" fmla="*/ 1403163 w 1644613"/>
                <a:gd name="connsiteY97" fmla="*/ 1377195 h 1635893"/>
                <a:gd name="connsiteX98" fmla="*/ 1296229 w 1644613"/>
                <a:gd name="connsiteY98" fmla="*/ 1332237 h 1635893"/>
                <a:gd name="connsiteX99" fmla="*/ 1489269 w 1644613"/>
                <a:gd name="connsiteY99" fmla="*/ 1359923 h 1635893"/>
                <a:gd name="connsiteX100" fmla="*/ 1491174 w 1644613"/>
                <a:gd name="connsiteY100" fmla="*/ 1340111 h 1635893"/>
                <a:gd name="connsiteX101" fmla="*/ 1235269 w 1644613"/>
                <a:gd name="connsiteY101" fmla="*/ 1248163 h 1635893"/>
                <a:gd name="connsiteX102" fmla="*/ 1341060 w 1644613"/>
                <a:gd name="connsiteY102" fmla="*/ 1171709 h 1635893"/>
                <a:gd name="connsiteX103" fmla="*/ 1301944 w 1644613"/>
                <a:gd name="connsiteY103" fmla="*/ 1132720 h 1635893"/>
                <a:gd name="connsiteX104" fmla="*/ 1154370 w 1644613"/>
                <a:gd name="connsiteY104" fmla="*/ 1214635 h 1635893"/>
                <a:gd name="connsiteX105" fmla="*/ 857063 w 1644613"/>
                <a:gd name="connsiteY105" fmla="*/ 1181488 h 1635893"/>
                <a:gd name="connsiteX106" fmla="*/ 878272 w 1644613"/>
                <a:gd name="connsiteY106" fmla="*/ 1300868 h 1635893"/>
                <a:gd name="connsiteX107" fmla="*/ 905704 w 1644613"/>
                <a:gd name="connsiteY107" fmla="*/ 1540771 h 1635893"/>
                <a:gd name="connsiteX108" fmla="*/ 1188660 w 1644613"/>
                <a:gd name="connsiteY108" fmla="*/ 1474350 h 1635893"/>
                <a:gd name="connsiteX109" fmla="*/ 1073344 w 1644613"/>
                <a:gd name="connsiteY109" fmla="*/ 1300233 h 1635893"/>
                <a:gd name="connsiteX110" fmla="*/ 973522 w 1644613"/>
                <a:gd name="connsiteY110" fmla="*/ 1438155 h 1635893"/>
                <a:gd name="connsiteX111" fmla="*/ 945201 w 1644613"/>
                <a:gd name="connsiteY111" fmla="*/ 1487558 h 1635893"/>
                <a:gd name="connsiteX112" fmla="*/ 974665 w 1644613"/>
                <a:gd name="connsiteY112" fmla="*/ 1366781 h 1635893"/>
                <a:gd name="connsiteX113" fmla="*/ 857063 w 1644613"/>
                <a:gd name="connsiteY113" fmla="*/ 1181488 h 1635893"/>
                <a:gd name="connsiteX0" fmla="*/ 1014924 w 1644615"/>
                <a:gd name="connsiteY0" fmla="*/ 137040 h 1635895"/>
                <a:gd name="connsiteX1" fmla="*/ 1288609 w 1644615"/>
                <a:gd name="connsiteY1" fmla="*/ 134 h 1635895"/>
                <a:gd name="connsiteX2" fmla="*/ 1606363 w 1644615"/>
                <a:gd name="connsiteY2" fmla="*/ 207525 h 1635895"/>
                <a:gd name="connsiteX3" fmla="*/ 1635827 w 1644615"/>
                <a:gd name="connsiteY3" fmla="*/ 498990 h 1635895"/>
                <a:gd name="connsiteX4" fmla="*/ 1200852 w 1644615"/>
                <a:gd name="connsiteY4" fmla="*/ 768865 h 1635895"/>
                <a:gd name="connsiteX5" fmla="*/ 1100903 w 1644615"/>
                <a:gd name="connsiteY5" fmla="*/ 724415 h 1635895"/>
                <a:gd name="connsiteX6" fmla="*/ 1075122 w 1644615"/>
                <a:gd name="connsiteY6" fmla="*/ 806838 h 1635895"/>
                <a:gd name="connsiteX7" fmla="*/ 994858 w 1644615"/>
                <a:gd name="connsiteY7" fmla="*/ 891166 h 1635895"/>
                <a:gd name="connsiteX8" fmla="*/ 900370 w 1644615"/>
                <a:gd name="connsiteY8" fmla="*/ 986162 h 1635895"/>
                <a:gd name="connsiteX9" fmla="*/ 765623 w 1644615"/>
                <a:gd name="connsiteY9" fmla="*/ 1048392 h 1635895"/>
                <a:gd name="connsiteX10" fmla="*/ 993715 w 1644615"/>
                <a:gd name="connsiteY10" fmla="*/ 1351541 h 1635895"/>
                <a:gd name="connsiteX11" fmla="*/ 1109666 w 1644615"/>
                <a:gd name="connsiteY11" fmla="*/ 1221620 h 1635895"/>
                <a:gd name="connsiteX12" fmla="*/ 1283275 w 1644615"/>
                <a:gd name="connsiteY12" fmla="*/ 1111003 h 1635895"/>
                <a:gd name="connsiteX13" fmla="*/ 1372810 w 1644615"/>
                <a:gd name="connsiteY13" fmla="*/ 1159136 h 1635895"/>
                <a:gd name="connsiteX14" fmla="*/ 1290260 w 1644615"/>
                <a:gd name="connsiteY14" fmla="*/ 1244353 h 1635895"/>
                <a:gd name="connsiteX15" fmla="*/ 1514796 w 1644615"/>
                <a:gd name="connsiteY15" fmla="*/ 1325633 h 1635895"/>
                <a:gd name="connsiteX16" fmla="*/ 1460440 w 1644615"/>
                <a:gd name="connsiteY16" fmla="*/ 1390657 h 1635895"/>
                <a:gd name="connsiteX17" fmla="*/ 1460821 w 1644615"/>
                <a:gd name="connsiteY17" fmla="*/ 1438790 h 1635895"/>
                <a:gd name="connsiteX18" fmla="*/ 1403163 w 1644615"/>
                <a:gd name="connsiteY18" fmla="*/ 1459999 h 1635895"/>
                <a:gd name="connsiteX19" fmla="*/ 1396686 w 1644615"/>
                <a:gd name="connsiteY19" fmla="*/ 1490352 h 1635895"/>
                <a:gd name="connsiteX20" fmla="*/ 1222569 w 1644615"/>
                <a:gd name="connsiteY20" fmla="*/ 1482224 h 1635895"/>
                <a:gd name="connsiteX21" fmla="*/ 1041340 w 1644615"/>
                <a:gd name="connsiteY21" fmla="*/ 1583443 h 1635895"/>
                <a:gd name="connsiteX22" fmla="*/ 907228 w 1644615"/>
                <a:gd name="connsiteY22" fmla="*/ 1570362 h 1635895"/>
                <a:gd name="connsiteX23" fmla="*/ 909260 w 1644615"/>
                <a:gd name="connsiteY23" fmla="*/ 1626242 h 1635895"/>
                <a:gd name="connsiteX24" fmla="*/ 884622 w 1644615"/>
                <a:gd name="connsiteY24" fmla="*/ 1624718 h 1635895"/>
                <a:gd name="connsiteX25" fmla="*/ 878780 w 1644615"/>
                <a:gd name="connsiteY25" fmla="*/ 1550296 h 1635895"/>
                <a:gd name="connsiteX26" fmla="*/ 820106 w 1644615"/>
                <a:gd name="connsiteY26" fmla="*/ 1144658 h 1635895"/>
                <a:gd name="connsiteX27" fmla="*/ 747208 w 1644615"/>
                <a:gd name="connsiteY27" fmla="*/ 1071887 h 1635895"/>
                <a:gd name="connsiteX28" fmla="*/ 424882 w 1644615"/>
                <a:gd name="connsiteY28" fmla="*/ 1070236 h 1635895"/>
                <a:gd name="connsiteX29" fmla="*/ 337125 w 1644615"/>
                <a:gd name="connsiteY29" fmla="*/ 1072395 h 1635895"/>
                <a:gd name="connsiteX30" fmla="*/ 407610 w 1644615"/>
                <a:gd name="connsiteY30" fmla="*/ 1284231 h 1635895"/>
                <a:gd name="connsiteX31" fmla="*/ 322774 w 1644615"/>
                <a:gd name="connsiteY31" fmla="*/ 1363352 h 1635895"/>
                <a:gd name="connsiteX32" fmla="*/ 288357 w 1644615"/>
                <a:gd name="connsiteY32" fmla="*/ 1588650 h 1635895"/>
                <a:gd name="connsiteX33" fmla="*/ 283023 w 1644615"/>
                <a:gd name="connsiteY33" fmla="*/ 1624718 h 1635895"/>
                <a:gd name="connsiteX34" fmla="*/ 259020 w 1644615"/>
                <a:gd name="connsiteY34" fmla="*/ 1629417 h 1635895"/>
                <a:gd name="connsiteX35" fmla="*/ 323409 w 1644615"/>
                <a:gd name="connsiteY35" fmla="*/ 1250068 h 1635895"/>
                <a:gd name="connsiteX36" fmla="*/ 305629 w 1644615"/>
                <a:gd name="connsiteY36" fmla="*/ 1166248 h 1635895"/>
                <a:gd name="connsiteX37" fmla="*/ 229556 w 1644615"/>
                <a:gd name="connsiteY37" fmla="*/ 1192410 h 1635895"/>
                <a:gd name="connsiteX38" fmla="*/ 18228 w 1644615"/>
                <a:gd name="connsiteY38" fmla="*/ 1623575 h 1635895"/>
                <a:gd name="connsiteX39" fmla="*/ 2099 w 1644615"/>
                <a:gd name="connsiteY39" fmla="*/ 1635894 h 1635895"/>
                <a:gd name="connsiteX40" fmla="*/ 17212 w 1644615"/>
                <a:gd name="connsiteY40" fmla="*/ 1539628 h 1635895"/>
                <a:gd name="connsiteX41" fmla="*/ 107001 w 1644615"/>
                <a:gd name="connsiteY41" fmla="*/ 1318648 h 1635895"/>
                <a:gd name="connsiteX42" fmla="*/ 216983 w 1644615"/>
                <a:gd name="connsiteY42" fmla="*/ 1168153 h 1635895"/>
                <a:gd name="connsiteX43" fmla="*/ 304867 w 1644615"/>
                <a:gd name="connsiteY43" fmla="*/ 1066553 h 1635895"/>
                <a:gd name="connsiteX44" fmla="*/ 391481 w 1644615"/>
                <a:gd name="connsiteY44" fmla="*/ 1032390 h 1635895"/>
                <a:gd name="connsiteX45" fmla="*/ 252924 w 1644615"/>
                <a:gd name="connsiteY45" fmla="*/ 952253 h 1635895"/>
                <a:gd name="connsiteX46" fmla="*/ 138243 w 1644615"/>
                <a:gd name="connsiteY46" fmla="*/ 837064 h 1635895"/>
                <a:gd name="connsiteX47" fmla="*/ 83633 w 1644615"/>
                <a:gd name="connsiteY47" fmla="*/ 754514 h 1635895"/>
                <a:gd name="connsiteX48" fmla="*/ 139767 w 1644615"/>
                <a:gd name="connsiteY48" fmla="*/ 520707 h 1635895"/>
                <a:gd name="connsiteX49" fmla="*/ 413198 w 1644615"/>
                <a:gd name="connsiteY49" fmla="*/ 274200 h 1635895"/>
                <a:gd name="connsiteX50" fmla="*/ 730698 w 1644615"/>
                <a:gd name="connsiteY50" fmla="*/ 270898 h 1635895"/>
                <a:gd name="connsiteX51" fmla="*/ 944058 w 1644615"/>
                <a:gd name="connsiteY51" fmla="*/ 397009 h 1635895"/>
                <a:gd name="connsiteX52" fmla="*/ 1076900 w 1644615"/>
                <a:gd name="connsiteY52" fmla="*/ 110878 h 1635895"/>
                <a:gd name="connsiteX53" fmla="*/ 971617 w 1644615"/>
                <a:gd name="connsiteY53" fmla="*/ 432950 h 1635895"/>
                <a:gd name="connsiteX54" fmla="*/ 1070423 w 1644615"/>
                <a:gd name="connsiteY54" fmla="*/ 588017 h 1635895"/>
                <a:gd name="connsiteX55" fmla="*/ 1107507 w 1644615"/>
                <a:gd name="connsiteY55" fmla="*/ 692030 h 1635895"/>
                <a:gd name="connsiteX56" fmla="*/ 1459424 w 1644615"/>
                <a:gd name="connsiteY56" fmla="*/ 707524 h 1635895"/>
                <a:gd name="connsiteX57" fmla="*/ 1433787 w 1644615"/>
                <a:gd name="connsiteY57" fmla="*/ 706301 h 1635895"/>
                <a:gd name="connsiteX58" fmla="*/ 1614364 w 1644615"/>
                <a:gd name="connsiteY58" fmla="*/ 462160 h 1635895"/>
                <a:gd name="connsiteX59" fmla="*/ 1543879 w 1644615"/>
                <a:gd name="connsiteY59" fmla="*/ 155963 h 1635895"/>
                <a:gd name="connsiteX60" fmla="*/ 1261939 w 1644615"/>
                <a:gd name="connsiteY60" fmla="*/ 27312 h 1635895"/>
                <a:gd name="connsiteX61" fmla="*/ 1076900 w 1644615"/>
                <a:gd name="connsiteY61" fmla="*/ 110878 h 1635895"/>
                <a:gd name="connsiteX62" fmla="*/ 175327 w 1644615"/>
                <a:gd name="connsiteY62" fmla="*/ 504578 h 1635895"/>
                <a:gd name="connsiteX63" fmla="*/ 227270 w 1644615"/>
                <a:gd name="connsiteY63" fmla="*/ 521723 h 1635895"/>
                <a:gd name="connsiteX64" fmla="*/ 284801 w 1644615"/>
                <a:gd name="connsiteY64" fmla="*/ 676663 h 1635895"/>
                <a:gd name="connsiteX65" fmla="*/ 256607 w 1644615"/>
                <a:gd name="connsiteY65" fmla="*/ 816998 h 1635895"/>
                <a:gd name="connsiteX66" fmla="*/ 204283 w 1644615"/>
                <a:gd name="connsiteY66" fmla="*/ 863734 h 1635895"/>
                <a:gd name="connsiteX67" fmla="*/ 615128 w 1644615"/>
                <a:gd name="connsiteY67" fmla="*/ 1040010 h 1635895"/>
                <a:gd name="connsiteX68" fmla="*/ 979491 w 1644615"/>
                <a:gd name="connsiteY68" fmla="*/ 867671 h 1635895"/>
                <a:gd name="connsiteX69" fmla="*/ 1018353 w 1644615"/>
                <a:gd name="connsiteY69" fmla="*/ 573666 h 1635895"/>
                <a:gd name="connsiteX70" fmla="*/ 672151 w 1644615"/>
                <a:gd name="connsiteY70" fmla="*/ 284741 h 1635895"/>
                <a:gd name="connsiteX71" fmla="*/ 175327 w 1644615"/>
                <a:gd name="connsiteY71" fmla="*/ 504578 h 1635895"/>
                <a:gd name="connsiteX72" fmla="*/ 159833 w 1644615"/>
                <a:gd name="connsiteY72" fmla="*/ 539884 h 1635895"/>
                <a:gd name="connsiteX73" fmla="*/ 104588 w 1644615"/>
                <a:gd name="connsiteY73" fmla="*/ 728098 h 1635895"/>
                <a:gd name="connsiteX74" fmla="*/ 197679 w 1644615"/>
                <a:gd name="connsiteY74" fmla="*/ 834143 h 1635895"/>
                <a:gd name="connsiteX75" fmla="*/ 250892 w 1644615"/>
                <a:gd name="connsiteY75" fmla="*/ 752355 h 1635895"/>
                <a:gd name="connsiteX76" fmla="*/ 234636 w 1644615"/>
                <a:gd name="connsiteY76" fmla="*/ 576587 h 1635895"/>
                <a:gd name="connsiteX77" fmla="*/ 159833 w 1644615"/>
                <a:gd name="connsiteY77" fmla="*/ 539884 h 1635895"/>
                <a:gd name="connsiteX78" fmla="*/ 1052135 w 1644615"/>
                <a:gd name="connsiteY78" fmla="*/ 598050 h 1635895"/>
                <a:gd name="connsiteX79" fmla="*/ 1041086 w 1644615"/>
                <a:gd name="connsiteY79" fmla="*/ 807092 h 1635895"/>
                <a:gd name="connsiteX80" fmla="*/ 1052135 w 1644615"/>
                <a:gd name="connsiteY80" fmla="*/ 598050 h 1635895"/>
                <a:gd name="connsiteX81" fmla="*/ 441011 w 1644615"/>
                <a:gd name="connsiteY81" fmla="*/ 1044963 h 1635895"/>
                <a:gd name="connsiteX82" fmla="*/ 658816 w 1644615"/>
                <a:gd name="connsiteY82" fmla="*/ 1078618 h 1635895"/>
                <a:gd name="connsiteX83" fmla="*/ 569154 w 1644615"/>
                <a:gd name="connsiteY83" fmla="*/ 1062616 h 1635895"/>
                <a:gd name="connsiteX84" fmla="*/ 441011 w 1644615"/>
                <a:gd name="connsiteY84" fmla="*/ 1044963 h 1635895"/>
                <a:gd name="connsiteX85" fmla="*/ 303597 w 1644615"/>
                <a:gd name="connsiteY85" fmla="*/ 1095509 h 1635895"/>
                <a:gd name="connsiteX86" fmla="*/ 288992 w 1644615"/>
                <a:gd name="connsiteY86" fmla="*/ 1125100 h 1635895"/>
                <a:gd name="connsiteX87" fmla="*/ 345380 w 1644615"/>
                <a:gd name="connsiteY87" fmla="*/ 1175519 h 1635895"/>
                <a:gd name="connsiteX88" fmla="*/ 332934 w 1644615"/>
                <a:gd name="connsiteY88" fmla="*/ 1333380 h 1635895"/>
                <a:gd name="connsiteX89" fmla="*/ 384369 w 1644615"/>
                <a:gd name="connsiteY89" fmla="*/ 1261879 h 1635895"/>
                <a:gd name="connsiteX90" fmla="*/ 303597 w 1644615"/>
                <a:gd name="connsiteY90" fmla="*/ 1095509 h 1635895"/>
                <a:gd name="connsiteX91" fmla="*/ 1154370 w 1644615"/>
                <a:gd name="connsiteY91" fmla="*/ 1214635 h 1635895"/>
                <a:gd name="connsiteX92" fmla="*/ 1130875 w 1644615"/>
                <a:gd name="connsiteY92" fmla="*/ 1407675 h 1635895"/>
                <a:gd name="connsiteX93" fmla="*/ 1261431 w 1644615"/>
                <a:gd name="connsiteY93" fmla="*/ 1463301 h 1635895"/>
                <a:gd name="connsiteX94" fmla="*/ 1374969 w 1644615"/>
                <a:gd name="connsiteY94" fmla="*/ 1474731 h 1635895"/>
                <a:gd name="connsiteX95" fmla="*/ 1357316 w 1644615"/>
                <a:gd name="connsiteY95" fmla="*/ 1446029 h 1635895"/>
                <a:gd name="connsiteX96" fmla="*/ 1258637 w 1644615"/>
                <a:gd name="connsiteY96" fmla="*/ 1386466 h 1635895"/>
                <a:gd name="connsiteX97" fmla="*/ 1445581 w 1644615"/>
                <a:gd name="connsiteY97" fmla="*/ 1429773 h 1635895"/>
                <a:gd name="connsiteX98" fmla="*/ 1403163 w 1644615"/>
                <a:gd name="connsiteY98" fmla="*/ 1377195 h 1635895"/>
                <a:gd name="connsiteX99" fmla="*/ 1296229 w 1644615"/>
                <a:gd name="connsiteY99" fmla="*/ 1332237 h 1635895"/>
                <a:gd name="connsiteX100" fmla="*/ 1489269 w 1644615"/>
                <a:gd name="connsiteY100" fmla="*/ 1359923 h 1635895"/>
                <a:gd name="connsiteX101" fmla="*/ 1491174 w 1644615"/>
                <a:gd name="connsiteY101" fmla="*/ 1340111 h 1635895"/>
                <a:gd name="connsiteX102" fmla="*/ 1235269 w 1644615"/>
                <a:gd name="connsiteY102" fmla="*/ 1248163 h 1635895"/>
                <a:gd name="connsiteX103" fmla="*/ 1341060 w 1644615"/>
                <a:gd name="connsiteY103" fmla="*/ 1171709 h 1635895"/>
                <a:gd name="connsiteX104" fmla="*/ 1301944 w 1644615"/>
                <a:gd name="connsiteY104" fmla="*/ 1132720 h 1635895"/>
                <a:gd name="connsiteX105" fmla="*/ 1154370 w 1644615"/>
                <a:gd name="connsiteY105" fmla="*/ 1214635 h 1635895"/>
                <a:gd name="connsiteX106" fmla="*/ 857063 w 1644615"/>
                <a:gd name="connsiteY106" fmla="*/ 1181488 h 1635895"/>
                <a:gd name="connsiteX107" fmla="*/ 878272 w 1644615"/>
                <a:gd name="connsiteY107" fmla="*/ 1300868 h 1635895"/>
                <a:gd name="connsiteX108" fmla="*/ 905704 w 1644615"/>
                <a:gd name="connsiteY108" fmla="*/ 1540771 h 1635895"/>
                <a:gd name="connsiteX109" fmla="*/ 1188660 w 1644615"/>
                <a:gd name="connsiteY109" fmla="*/ 1474350 h 1635895"/>
                <a:gd name="connsiteX110" fmla="*/ 1073344 w 1644615"/>
                <a:gd name="connsiteY110" fmla="*/ 1300233 h 1635895"/>
                <a:gd name="connsiteX111" fmla="*/ 973522 w 1644615"/>
                <a:gd name="connsiteY111" fmla="*/ 1438155 h 1635895"/>
                <a:gd name="connsiteX112" fmla="*/ 945201 w 1644615"/>
                <a:gd name="connsiteY112" fmla="*/ 1487558 h 1635895"/>
                <a:gd name="connsiteX113" fmla="*/ 974665 w 1644615"/>
                <a:gd name="connsiteY113" fmla="*/ 1366781 h 1635895"/>
                <a:gd name="connsiteX114" fmla="*/ 857063 w 1644615"/>
                <a:gd name="connsiteY114" fmla="*/ 1181488 h 1635895"/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200852 w 1644613"/>
                <a:gd name="connsiteY4" fmla="*/ 768865 h 1635893"/>
                <a:gd name="connsiteX5" fmla="*/ 1100903 w 1644613"/>
                <a:gd name="connsiteY5" fmla="*/ 724415 h 1635893"/>
                <a:gd name="connsiteX6" fmla="*/ 1075122 w 1644613"/>
                <a:gd name="connsiteY6" fmla="*/ 806838 h 1635893"/>
                <a:gd name="connsiteX7" fmla="*/ 994858 w 1644613"/>
                <a:gd name="connsiteY7" fmla="*/ 891166 h 1635893"/>
                <a:gd name="connsiteX8" fmla="*/ 900370 w 1644613"/>
                <a:gd name="connsiteY8" fmla="*/ 986162 h 1635893"/>
                <a:gd name="connsiteX9" fmla="*/ 765623 w 1644613"/>
                <a:gd name="connsiteY9" fmla="*/ 1048392 h 1635893"/>
                <a:gd name="connsiteX10" fmla="*/ 993715 w 1644613"/>
                <a:gd name="connsiteY10" fmla="*/ 1351541 h 1635893"/>
                <a:gd name="connsiteX11" fmla="*/ 1109666 w 1644613"/>
                <a:gd name="connsiteY11" fmla="*/ 1221620 h 1635893"/>
                <a:gd name="connsiteX12" fmla="*/ 1283275 w 1644613"/>
                <a:gd name="connsiteY12" fmla="*/ 1111003 h 1635893"/>
                <a:gd name="connsiteX13" fmla="*/ 1372810 w 1644613"/>
                <a:gd name="connsiteY13" fmla="*/ 1159136 h 1635893"/>
                <a:gd name="connsiteX14" fmla="*/ 1290260 w 1644613"/>
                <a:gd name="connsiteY14" fmla="*/ 1244353 h 1635893"/>
                <a:gd name="connsiteX15" fmla="*/ 1514796 w 1644613"/>
                <a:gd name="connsiteY15" fmla="*/ 1325633 h 1635893"/>
                <a:gd name="connsiteX16" fmla="*/ 1460440 w 1644613"/>
                <a:gd name="connsiteY16" fmla="*/ 1390657 h 1635893"/>
                <a:gd name="connsiteX17" fmla="*/ 1460821 w 1644613"/>
                <a:gd name="connsiteY17" fmla="*/ 1438790 h 1635893"/>
                <a:gd name="connsiteX18" fmla="*/ 1403163 w 1644613"/>
                <a:gd name="connsiteY18" fmla="*/ 1459999 h 1635893"/>
                <a:gd name="connsiteX19" fmla="*/ 1396686 w 1644613"/>
                <a:gd name="connsiteY19" fmla="*/ 1490352 h 1635893"/>
                <a:gd name="connsiteX20" fmla="*/ 1222569 w 1644613"/>
                <a:gd name="connsiteY20" fmla="*/ 1482224 h 1635893"/>
                <a:gd name="connsiteX21" fmla="*/ 1041340 w 1644613"/>
                <a:gd name="connsiteY21" fmla="*/ 1583443 h 1635893"/>
                <a:gd name="connsiteX22" fmla="*/ 907228 w 1644613"/>
                <a:gd name="connsiteY22" fmla="*/ 1570362 h 1635893"/>
                <a:gd name="connsiteX23" fmla="*/ 909260 w 1644613"/>
                <a:gd name="connsiteY23" fmla="*/ 1626242 h 1635893"/>
                <a:gd name="connsiteX24" fmla="*/ 884622 w 1644613"/>
                <a:gd name="connsiteY24" fmla="*/ 1624718 h 1635893"/>
                <a:gd name="connsiteX25" fmla="*/ 878780 w 1644613"/>
                <a:gd name="connsiteY25" fmla="*/ 1550296 h 1635893"/>
                <a:gd name="connsiteX26" fmla="*/ 820106 w 1644613"/>
                <a:gd name="connsiteY26" fmla="*/ 1144658 h 1635893"/>
                <a:gd name="connsiteX27" fmla="*/ 747208 w 1644613"/>
                <a:gd name="connsiteY27" fmla="*/ 1071887 h 1635893"/>
                <a:gd name="connsiteX28" fmla="*/ 424882 w 1644613"/>
                <a:gd name="connsiteY28" fmla="*/ 1070236 h 1635893"/>
                <a:gd name="connsiteX29" fmla="*/ 337125 w 1644613"/>
                <a:gd name="connsiteY29" fmla="*/ 1072395 h 1635893"/>
                <a:gd name="connsiteX30" fmla="*/ 407610 w 1644613"/>
                <a:gd name="connsiteY30" fmla="*/ 1284231 h 1635893"/>
                <a:gd name="connsiteX31" fmla="*/ 322774 w 1644613"/>
                <a:gd name="connsiteY31" fmla="*/ 1363352 h 1635893"/>
                <a:gd name="connsiteX32" fmla="*/ 288357 w 1644613"/>
                <a:gd name="connsiteY32" fmla="*/ 1588650 h 1635893"/>
                <a:gd name="connsiteX33" fmla="*/ 283023 w 1644613"/>
                <a:gd name="connsiteY33" fmla="*/ 1624718 h 1635893"/>
                <a:gd name="connsiteX34" fmla="*/ 259020 w 1644613"/>
                <a:gd name="connsiteY34" fmla="*/ 1629417 h 1635893"/>
                <a:gd name="connsiteX35" fmla="*/ 323409 w 1644613"/>
                <a:gd name="connsiteY35" fmla="*/ 1250068 h 1635893"/>
                <a:gd name="connsiteX36" fmla="*/ 305629 w 1644613"/>
                <a:gd name="connsiteY36" fmla="*/ 1166248 h 1635893"/>
                <a:gd name="connsiteX37" fmla="*/ 229556 w 1644613"/>
                <a:gd name="connsiteY37" fmla="*/ 1192410 h 1635893"/>
                <a:gd name="connsiteX38" fmla="*/ 18228 w 1644613"/>
                <a:gd name="connsiteY38" fmla="*/ 1623575 h 1635893"/>
                <a:gd name="connsiteX39" fmla="*/ 2099 w 1644613"/>
                <a:gd name="connsiteY39" fmla="*/ 1635894 h 1635893"/>
                <a:gd name="connsiteX40" fmla="*/ 17212 w 1644613"/>
                <a:gd name="connsiteY40" fmla="*/ 1539628 h 1635893"/>
                <a:gd name="connsiteX41" fmla="*/ 107001 w 1644613"/>
                <a:gd name="connsiteY41" fmla="*/ 1318648 h 1635893"/>
                <a:gd name="connsiteX42" fmla="*/ 216983 w 1644613"/>
                <a:gd name="connsiteY42" fmla="*/ 1168153 h 1635893"/>
                <a:gd name="connsiteX43" fmla="*/ 304867 w 1644613"/>
                <a:gd name="connsiteY43" fmla="*/ 1066553 h 1635893"/>
                <a:gd name="connsiteX44" fmla="*/ 391481 w 1644613"/>
                <a:gd name="connsiteY44" fmla="*/ 1032390 h 1635893"/>
                <a:gd name="connsiteX45" fmla="*/ 252924 w 1644613"/>
                <a:gd name="connsiteY45" fmla="*/ 952253 h 1635893"/>
                <a:gd name="connsiteX46" fmla="*/ 138243 w 1644613"/>
                <a:gd name="connsiteY46" fmla="*/ 837064 h 1635893"/>
                <a:gd name="connsiteX47" fmla="*/ 83633 w 1644613"/>
                <a:gd name="connsiteY47" fmla="*/ 754514 h 1635893"/>
                <a:gd name="connsiteX48" fmla="*/ 139767 w 1644613"/>
                <a:gd name="connsiteY48" fmla="*/ 520707 h 1635893"/>
                <a:gd name="connsiteX49" fmla="*/ 413198 w 1644613"/>
                <a:gd name="connsiteY49" fmla="*/ 274200 h 1635893"/>
                <a:gd name="connsiteX50" fmla="*/ 730698 w 1644613"/>
                <a:gd name="connsiteY50" fmla="*/ 270898 h 1635893"/>
                <a:gd name="connsiteX51" fmla="*/ 944058 w 1644613"/>
                <a:gd name="connsiteY51" fmla="*/ 397009 h 1635893"/>
                <a:gd name="connsiteX52" fmla="*/ 1076900 w 1644613"/>
                <a:gd name="connsiteY52" fmla="*/ 110878 h 1635893"/>
                <a:gd name="connsiteX53" fmla="*/ 971617 w 1644613"/>
                <a:gd name="connsiteY53" fmla="*/ 432950 h 1635893"/>
                <a:gd name="connsiteX54" fmla="*/ 1070423 w 1644613"/>
                <a:gd name="connsiteY54" fmla="*/ 588017 h 1635893"/>
                <a:gd name="connsiteX55" fmla="*/ 1107507 w 1644613"/>
                <a:gd name="connsiteY55" fmla="*/ 692030 h 1635893"/>
                <a:gd name="connsiteX56" fmla="*/ 1459424 w 1644613"/>
                <a:gd name="connsiteY56" fmla="*/ 707524 h 1635893"/>
                <a:gd name="connsiteX57" fmla="*/ 1614364 w 1644613"/>
                <a:gd name="connsiteY57" fmla="*/ 462160 h 1635893"/>
                <a:gd name="connsiteX58" fmla="*/ 1543879 w 1644613"/>
                <a:gd name="connsiteY58" fmla="*/ 155963 h 1635893"/>
                <a:gd name="connsiteX59" fmla="*/ 1261939 w 1644613"/>
                <a:gd name="connsiteY59" fmla="*/ 27312 h 1635893"/>
                <a:gd name="connsiteX60" fmla="*/ 1076900 w 1644613"/>
                <a:gd name="connsiteY60" fmla="*/ 110878 h 1635893"/>
                <a:gd name="connsiteX61" fmla="*/ 175327 w 1644613"/>
                <a:gd name="connsiteY61" fmla="*/ 504578 h 1635893"/>
                <a:gd name="connsiteX62" fmla="*/ 227270 w 1644613"/>
                <a:gd name="connsiteY62" fmla="*/ 521723 h 1635893"/>
                <a:gd name="connsiteX63" fmla="*/ 284801 w 1644613"/>
                <a:gd name="connsiteY63" fmla="*/ 676663 h 1635893"/>
                <a:gd name="connsiteX64" fmla="*/ 256607 w 1644613"/>
                <a:gd name="connsiteY64" fmla="*/ 816998 h 1635893"/>
                <a:gd name="connsiteX65" fmla="*/ 204283 w 1644613"/>
                <a:gd name="connsiteY65" fmla="*/ 863734 h 1635893"/>
                <a:gd name="connsiteX66" fmla="*/ 615128 w 1644613"/>
                <a:gd name="connsiteY66" fmla="*/ 1040010 h 1635893"/>
                <a:gd name="connsiteX67" fmla="*/ 979491 w 1644613"/>
                <a:gd name="connsiteY67" fmla="*/ 867671 h 1635893"/>
                <a:gd name="connsiteX68" fmla="*/ 1018353 w 1644613"/>
                <a:gd name="connsiteY68" fmla="*/ 573666 h 1635893"/>
                <a:gd name="connsiteX69" fmla="*/ 672151 w 1644613"/>
                <a:gd name="connsiteY69" fmla="*/ 284741 h 1635893"/>
                <a:gd name="connsiteX70" fmla="*/ 175327 w 1644613"/>
                <a:gd name="connsiteY70" fmla="*/ 504578 h 1635893"/>
                <a:gd name="connsiteX71" fmla="*/ 159833 w 1644613"/>
                <a:gd name="connsiteY71" fmla="*/ 539884 h 1635893"/>
                <a:gd name="connsiteX72" fmla="*/ 104588 w 1644613"/>
                <a:gd name="connsiteY72" fmla="*/ 728098 h 1635893"/>
                <a:gd name="connsiteX73" fmla="*/ 197679 w 1644613"/>
                <a:gd name="connsiteY73" fmla="*/ 834143 h 1635893"/>
                <a:gd name="connsiteX74" fmla="*/ 250892 w 1644613"/>
                <a:gd name="connsiteY74" fmla="*/ 752355 h 1635893"/>
                <a:gd name="connsiteX75" fmla="*/ 234636 w 1644613"/>
                <a:gd name="connsiteY75" fmla="*/ 576587 h 1635893"/>
                <a:gd name="connsiteX76" fmla="*/ 159833 w 1644613"/>
                <a:gd name="connsiteY76" fmla="*/ 539884 h 1635893"/>
                <a:gd name="connsiteX77" fmla="*/ 1052135 w 1644613"/>
                <a:gd name="connsiteY77" fmla="*/ 598050 h 1635893"/>
                <a:gd name="connsiteX78" fmla="*/ 1041086 w 1644613"/>
                <a:gd name="connsiteY78" fmla="*/ 807092 h 1635893"/>
                <a:gd name="connsiteX79" fmla="*/ 1052135 w 1644613"/>
                <a:gd name="connsiteY79" fmla="*/ 598050 h 1635893"/>
                <a:gd name="connsiteX80" fmla="*/ 441011 w 1644613"/>
                <a:gd name="connsiteY80" fmla="*/ 1044963 h 1635893"/>
                <a:gd name="connsiteX81" fmla="*/ 658816 w 1644613"/>
                <a:gd name="connsiteY81" fmla="*/ 1078618 h 1635893"/>
                <a:gd name="connsiteX82" fmla="*/ 569154 w 1644613"/>
                <a:gd name="connsiteY82" fmla="*/ 1062616 h 1635893"/>
                <a:gd name="connsiteX83" fmla="*/ 441011 w 1644613"/>
                <a:gd name="connsiteY83" fmla="*/ 1044963 h 1635893"/>
                <a:gd name="connsiteX84" fmla="*/ 303597 w 1644613"/>
                <a:gd name="connsiteY84" fmla="*/ 1095509 h 1635893"/>
                <a:gd name="connsiteX85" fmla="*/ 288992 w 1644613"/>
                <a:gd name="connsiteY85" fmla="*/ 1125100 h 1635893"/>
                <a:gd name="connsiteX86" fmla="*/ 345380 w 1644613"/>
                <a:gd name="connsiteY86" fmla="*/ 1175519 h 1635893"/>
                <a:gd name="connsiteX87" fmla="*/ 332934 w 1644613"/>
                <a:gd name="connsiteY87" fmla="*/ 1333380 h 1635893"/>
                <a:gd name="connsiteX88" fmla="*/ 384369 w 1644613"/>
                <a:gd name="connsiteY88" fmla="*/ 1261879 h 1635893"/>
                <a:gd name="connsiteX89" fmla="*/ 303597 w 1644613"/>
                <a:gd name="connsiteY89" fmla="*/ 1095509 h 1635893"/>
                <a:gd name="connsiteX90" fmla="*/ 1154370 w 1644613"/>
                <a:gd name="connsiteY90" fmla="*/ 1214635 h 1635893"/>
                <a:gd name="connsiteX91" fmla="*/ 1130875 w 1644613"/>
                <a:gd name="connsiteY91" fmla="*/ 1407675 h 1635893"/>
                <a:gd name="connsiteX92" fmla="*/ 1261431 w 1644613"/>
                <a:gd name="connsiteY92" fmla="*/ 1463301 h 1635893"/>
                <a:gd name="connsiteX93" fmla="*/ 1374969 w 1644613"/>
                <a:gd name="connsiteY93" fmla="*/ 1474731 h 1635893"/>
                <a:gd name="connsiteX94" fmla="*/ 1357316 w 1644613"/>
                <a:gd name="connsiteY94" fmla="*/ 1446029 h 1635893"/>
                <a:gd name="connsiteX95" fmla="*/ 1258637 w 1644613"/>
                <a:gd name="connsiteY95" fmla="*/ 1386466 h 1635893"/>
                <a:gd name="connsiteX96" fmla="*/ 1445581 w 1644613"/>
                <a:gd name="connsiteY96" fmla="*/ 1429773 h 1635893"/>
                <a:gd name="connsiteX97" fmla="*/ 1403163 w 1644613"/>
                <a:gd name="connsiteY97" fmla="*/ 1377195 h 1635893"/>
                <a:gd name="connsiteX98" fmla="*/ 1296229 w 1644613"/>
                <a:gd name="connsiteY98" fmla="*/ 1332237 h 1635893"/>
                <a:gd name="connsiteX99" fmla="*/ 1489269 w 1644613"/>
                <a:gd name="connsiteY99" fmla="*/ 1359923 h 1635893"/>
                <a:gd name="connsiteX100" fmla="*/ 1491174 w 1644613"/>
                <a:gd name="connsiteY100" fmla="*/ 1340111 h 1635893"/>
                <a:gd name="connsiteX101" fmla="*/ 1235269 w 1644613"/>
                <a:gd name="connsiteY101" fmla="*/ 1248163 h 1635893"/>
                <a:gd name="connsiteX102" fmla="*/ 1341060 w 1644613"/>
                <a:gd name="connsiteY102" fmla="*/ 1171709 h 1635893"/>
                <a:gd name="connsiteX103" fmla="*/ 1301944 w 1644613"/>
                <a:gd name="connsiteY103" fmla="*/ 1132720 h 1635893"/>
                <a:gd name="connsiteX104" fmla="*/ 1154370 w 1644613"/>
                <a:gd name="connsiteY104" fmla="*/ 1214635 h 1635893"/>
                <a:gd name="connsiteX105" fmla="*/ 857063 w 1644613"/>
                <a:gd name="connsiteY105" fmla="*/ 1181488 h 1635893"/>
                <a:gd name="connsiteX106" fmla="*/ 878272 w 1644613"/>
                <a:gd name="connsiteY106" fmla="*/ 1300868 h 1635893"/>
                <a:gd name="connsiteX107" fmla="*/ 905704 w 1644613"/>
                <a:gd name="connsiteY107" fmla="*/ 1540771 h 1635893"/>
                <a:gd name="connsiteX108" fmla="*/ 1188660 w 1644613"/>
                <a:gd name="connsiteY108" fmla="*/ 1474350 h 1635893"/>
                <a:gd name="connsiteX109" fmla="*/ 1073344 w 1644613"/>
                <a:gd name="connsiteY109" fmla="*/ 1300233 h 1635893"/>
                <a:gd name="connsiteX110" fmla="*/ 973522 w 1644613"/>
                <a:gd name="connsiteY110" fmla="*/ 1438155 h 1635893"/>
                <a:gd name="connsiteX111" fmla="*/ 945201 w 1644613"/>
                <a:gd name="connsiteY111" fmla="*/ 1487558 h 1635893"/>
                <a:gd name="connsiteX112" fmla="*/ 974665 w 1644613"/>
                <a:gd name="connsiteY112" fmla="*/ 1366781 h 1635893"/>
                <a:gd name="connsiteX113" fmla="*/ 857063 w 1644613"/>
                <a:gd name="connsiteY113" fmla="*/ 1181488 h 1635893"/>
                <a:gd name="connsiteX0" fmla="*/ 1014924 w 1644615"/>
                <a:gd name="connsiteY0" fmla="*/ 137040 h 1635895"/>
                <a:gd name="connsiteX1" fmla="*/ 1288609 w 1644615"/>
                <a:gd name="connsiteY1" fmla="*/ 134 h 1635895"/>
                <a:gd name="connsiteX2" fmla="*/ 1606363 w 1644615"/>
                <a:gd name="connsiteY2" fmla="*/ 207525 h 1635895"/>
                <a:gd name="connsiteX3" fmla="*/ 1635827 w 1644615"/>
                <a:gd name="connsiteY3" fmla="*/ 498990 h 1635895"/>
                <a:gd name="connsiteX4" fmla="*/ 1200852 w 1644615"/>
                <a:gd name="connsiteY4" fmla="*/ 768865 h 1635895"/>
                <a:gd name="connsiteX5" fmla="*/ 1100903 w 1644615"/>
                <a:gd name="connsiteY5" fmla="*/ 724415 h 1635895"/>
                <a:gd name="connsiteX6" fmla="*/ 1075122 w 1644615"/>
                <a:gd name="connsiteY6" fmla="*/ 806838 h 1635895"/>
                <a:gd name="connsiteX7" fmla="*/ 994858 w 1644615"/>
                <a:gd name="connsiteY7" fmla="*/ 891166 h 1635895"/>
                <a:gd name="connsiteX8" fmla="*/ 900370 w 1644615"/>
                <a:gd name="connsiteY8" fmla="*/ 986162 h 1635895"/>
                <a:gd name="connsiteX9" fmla="*/ 765623 w 1644615"/>
                <a:gd name="connsiteY9" fmla="*/ 1048392 h 1635895"/>
                <a:gd name="connsiteX10" fmla="*/ 993715 w 1644615"/>
                <a:gd name="connsiteY10" fmla="*/ 1351541 h 1635895"/>
                <a:gd name="connsiteX11" fmla="*/ 1109666 w 1644615"/>
                <a:gd name="connsiteY11" fmla="*/ 1221620 h 1635895"/>
                <a:gd name="connsiteX12" fmla="*/ 1283275 w 1644615"/>
                <a:gd name="connsiteY12" fmla="*/ 1111003 h 1635895"/>
                <a:gd name="connsiteX13" fmla="*/ 1372810 w 1644615"/>
                <a:gd name="connsiteY13" fmla="*/ 1159136 h 1635895"/>
                <a:gd name="connsiteX14" fmla="*/ 1290260 w 1644615"/>
                <a:gd name="connsiteY14" fmla="*/ 1244353 h 1635895"/>
                <a:gd name="connsiteX15" fmla="*/ 1514796 w 1644615"/>
                <a:gd name="connsiteY15" fmla="*/ 1325633 h 1635895"/>
                <a:gd name="connsiteX16" fmla="*/ 1460440 w 1644615"/>
                <a:gd name="connsiteY16" fmla="*/ 1390657 h 1635895"/>
                <a:gd name="connsiteX17" fmla="*/ 1460821 w 1644615"/>
                <a:gd name="connsiteY17" fmla="*/ 1438790 h 1635895"/>
                <a:gd name="connsiteX18" fmla="*/ 1403163 w 1644615"/>
                <a:gd name="connsiteY18" fmla="*/ 1459999 h 1635895"/>
                <a:gd name="connsiteX19" fmla="*/ 1396686 w 1644615"/>
                <a:gd name="connsiteY19" fmla="*/ 1490352 h 1635895"/>
                <a:gd name="connsiteX20" fmla="*/ 1222569 w 1644615"/>
                <a:gd name="connsiteY20" fmla="*/ 1482224 h 1635895"/>
                <a:gd name="connsiteX21" fmla="*/ 1041340 w 1644615"/>
                <a:gd name="connsiteY21" fmla="*/ 1583443 h 1635895"/>
                <a:gd name="connsiteX22" fmla="*/ 907228 w 1644615"/>
                <a:gd name="connsiteY22" fmla="*/ 1570362 h 1635895"/>
                <a:gd name="connsiteX23" fmla="*/ 909260 w 1644615"/>
                <a:gd name="connsiteY23" fmla="*/ 1626242 h 1635895"/>
                <a:gd name="connsiteX24" fmla="*/ 884622 w 1644615"/>
                <a:gd name="connsiteY24" fmla="*/ 1624718 h 1635895"/>
                <a:gd name="connsiteX25" fmla="*/ 878780 w 1644615"/>
                <a:gd name="connsiteY25" fmla="*/ 1550296 h 1635895"/>
                <a:gd name="connsiteX26" fmla="*/ 820106 w 1644615"/>
                <a:gd name="connsiteY26" fmla="*/ 1144658 h 1635895"/>
                <a:gd name="connsiteX27" fmla="*/ 747208 w 1644615"/>
                <a:gd name="connsiteY27" fmla="*/ 1071887 h 1635895"/>
                <a:gd name="connsiteX28" fmla="*/ 424882 w 1644615"/>
                <a:gd name="connsiteY28" fmla="*/ 1070236 h 1635895"/>
                <a:gd name="connsiteX29" fmla="*/ 337125 w 1644615"/>
                <a:gd name="connsiteY29" fmla="*/ 1072395 h 1635895"/>
                <a:gd name="connsiteX30" fmla="*/ 407610 w 1644615"/>
                <a:gd name="connsiteY30" fmla="*/ 1284231 h 1635895"/>
                <a:gd name="connsiteX31" fmla="*/ 322774 w 1644615"/>
                <a:gd name="connsiteY31" fmla="*/ 1363352 h 1635895"/>
                <a:gd name="connsiteX32" fmla="*/ 288357 w 1644615"/>
                <a:gd name="connsiteY32" fmla="*/ 1588650 h 1635895"/>
                <a:gd name="connsiteX33" fmla="*/ 283023 w 1644615"/>
                <a:gd name="connsiteY33" fmla="*/ 1624718 h 1635895"/>
                <a:gd name="connsiteX34" fmla="*/ 259020 w 1644615"/>
                <a:gd name="connsiteY34" fmla="*/ 1629417 h 1635895"/>
                <a:gd name="connsiteX35" fmla="*/ 323409 w 1644615"/>
                <a:gd name="connsiteY35" fmla="*/ 1250068 h 1635895"/>
                <a:gd name="connsiteX36" fmla="*/ 305629 w 1644615"/>
                <a:gd name="connsiteY36" fmla="*/ 1166248 h 1635895"/>
                <a:gd name="connsiteX37" fmla="*/ 229556 w 1644615"/>
                <a:gd name="connsiteY37" fmla="*/ 1192410 h 1635895"/>
                <a:gd name="connsiteX38" fmla="*/ 18228 w 1644615"/>
                <a:gd name="connsiteY38" fmla="*/ 1623575 h 1635895"/>
                <a:gd name="connsiteX39" fmla="*/ 2099 w 1644615"/>
                <a:gd name="connsiteY39" fmla="*/ 1635894 h 1635895"/>
                <a:gd name="connsiteX40" fmla="*/ 17212 w 1644615"/>
                <a:gd name="connsiteY40" fmla="*/ 1539628 h 1635895"/>
                <a:gd name="connsiteX41" fmla="*/ 107001 w 1644615"/>
                <a:gd name="connsiteY41" fmla="*/ 1318648 h 1635895"/>
                <a:gd name="connsiteX42" fmla="*/ 216983 w 1644615"/>
                <a:gd name="connsiteY42" fmla="*/ 1168153 h 1635895"/>
                <a:gd name="connsiteX43" fmla="*/ 304867 w 1644615"/>
                <a:gd name="connsiteY43" fmla="*/ 1066553 h 1635895"/>
                <a:gd name="connsiteX44" fmla="*/ 391481 w 1644615"/>
                <a:gd name="connsiteY44" fmla="*/ 1032390 h 1635895"/>
                <a:gd name="connsiteX45" fmla="*/ 252924 w 1644615"/>
                <a:gd name="connsiteY45" fmla="*/ 952253 h 1635895"/>
                <a:gd name="connsiteX46" fmla="*/ 138243 w 1644615"/>
                <a:gd name="connsiteY46" fmla="*/ 837064 h 1635895"/>
                <a:gd name="connsiteX47" fmla="*/ 83633 w 1644615"/>
                <a:gd name="connsiteY47" fmla="*/ 754514 h 1635895"/>
                <a:gd name="connsiteX48" fmla="*/ 139767 w 1644615"/>
                <a:gd name="connsiteY48" fmla="*/ 520707 h 1635895"/>
                <a:gd name="connsiteX49" fmla="*/ 413198 w 1644615"/>
                <a:gd name="connsiteY49" fmla="*/ 274200 h 1635895"/>
                <a:gd name="connsiteX50" fmla="*/ 730698 w 1644615"/>
                <a:gd name="connsiteY50" fmla="*/ 270898 h 1635895"/>
                <a:gd name="connsiteX51" fmla="*/ 944058 w 1644615"/>
                <a:gd name="connsiteY51" fmla="*/ 397009 h 1635895"/>
                <a:gd name="connsiteX52" fmla="*/ 1076900 w 1644615"/>
                <a:gd name="connsiteY52" fmla="*/ 110878 h 1635895"/>
                <a:gd name="connsiteX53" fmla="*/ 971617 w 1644615"/>
                <a:gd name="connsiteY53" fmla="*/ 432950 h 1635895"/>
                <a:gd name="connsiteX54" fmla="*/ 1070423 w 1644615"/>
                <a:gd name="connsiteY54" fmla="*/ 588017 h 1635895"/>
                <a:gd name="connsiteX55" fmla="*/ 1107507 w 1644615"/>
                <a:gd name="connsiteY55" fmla="*/ 692030 h 1635895"/>
                <a:gd name="connsiteX56" fmla="*/ 1614364 w 1644615"/>
                <a:gd name="connsiteY56" fmla="*/ 462160 h 1635895"/>
                <a:gd name="connsiteX57" fmla="*/ 1543879 w 1644615"/>
                <a:gd name="connsiteY57" fmla="*/ 155963 h 1635895"/>
                <a:gd name="connsiteX58" fmla="*/ 1261939 w 1644615"/>
                <a:gd name="connsiteY58" fmla="*/ 27312 h 1635895"/>
                <a:gd name="connsiteX59" fmla="*/ 1076900 w 1644615"/>
                <a:gd name="connsiteY59" fmla="*/ 110878 h 1635895"/>
                <a:gd name="connsiteX60" fmla="*/ 175327 w 1644615"/>
                <a:gd name="connsiteY60" fmla="*/ 504578 h 1635895"/>
                <a:gd name="connsiteX61" fmla="*/ 227270 w 1644615"/>
                <a:gd name="connsiteY61" fmla="*/ 521723 h 1635895"/>
                <a:gd name="connsiteX62" fmla="*/ 284801 w 1644615"/>
                <a:gd name="connsiteY62" fmla="*/ 676663 h 1635895"/>
                <a:gd name="connsiteX63" fmla="*/ 256607 w 1644615"/>
                <a:gd name="connsiteY63" fmla="*/ 816998 h 1635895"/>
                <a:gd name="connsiteX64" fmla="*/ 204283 w 1644615"/>
                <a:gd name="connsiteY64" fmla="*/ 863734 h 1635895"/>
                <a:gd name="connsiteX65" fmla="*/ 615128 w 1644615"/>
                <a:gd name="connsiteY65" fmla="*/ 1040010 h 1635895"/>
                <a:gd name="connsiteX66" fmla="*/ 979491 w 1644615"/>
                <a:gd name="connsiteY66" fmla="*/ 867671 h 1635895"/>
                <a:gd name="connsiteX67" fmla="*/ 1018353 w 1644615"/>
                <a:gd name="connsiteY67" fmla="*/ 573666 h 1635895"/>
                <a:gd name="connsiteX68" fmla="*/ 672151 w 1644615"/>
                <a:gd name="connsiteY68" fmla="*/ 284741 h 1635895"/>
                <a:gd name="connsiteX69" fmla="*/ 175327 w 1644615"/>
                <a:gd name="connsiteY69" fmla="*/ 504578 h 1635895"/>
                <a:gd name="connsiteX70" fmla="*/ 159833 w 1644615"/>
                <a:gd name="connsiteY70" fmla="*/ 539884 h 1635895"/>
                <a:gd name="connsiteX71" fmla="*/ 104588 w 1644615"/>
                <a:gd name="connsiteY71" fmla="*/ 728098 h 1635895"/>
                <a:gd name="connsiteX72" fmla="*/ 197679 w 1644615"/>
                <a:gd name="connsiteY72" fmla="*/ 834143 h 1635895"/>
                <a:gd name="connsiteX73" fmla="*/ 250892 w 1644615"/>
                <a:gd name="connsiteY73" fmla="*/ 752355 h 1635895"/>
                <a:gd name="connsiteX74" fmla="*/ 234636 w 1644615"/>
                <a:gd name="connsiteY74" fmla="*/ 576587 h 1635895"/>
                <a:gd name="connsiteX75" fmla="*/ 159833 w 1644615"/>
                <a:gd name="connsiteY75" fmla="*/ 539884 h 1635895"/>
                <a:gd name="connsiteX76" fmla="*/ 1052135 w 1644615"/>
                <a:gd name="connsiteY76" fmla="*/ 598050 h 1635895"/>
                <a:gd name="connsiteX77" fmla="*/ 1041086 w 1644615"/>
                <a:gd name="connsiteY77" fmla="*/ 807092 h 1635895"/>
                <a:gd name="connsiteX78" fmla="*/ 1052135 w 1644615"/>
                <a:gd name="connsiteY78" fmla="*/ 598050 h 1635895"/>
                <a:gd name="connsiteX79" fmla="*/ 441011 w 1644615"/>
                <a:gd name="connsiteY79" fmla="*/ 1044963 h 1635895"/>
                <a:gd name="connsiteX80" fmla="*/ 658816 w 1644615"/>
                <a:gd name="connsiteY80" fmla="*/ 1078618 h 1635895"/>
                <a:gd name="connsiteX81" fmla="*/ 569154 w 1644615"/>
                <a:gd name="connsiteY81" fmla="*/ 1062616 h 1635895"/>
                <a:gd name="connsiteX82" fmla="*/ 441011 w 1644615"/>
                <a:gd name="connsiteY82" fmla="*/ 1044963 h 1635895"/>
                <a:gd name="connsiteX83" fmla="*/ 303597 w 1644615"/>
                <a:gd name="connsiteY83" fmla="*/ 1095509 h 1635895"/>
                <a:gd name="connsiteX84" fmla="*/ 288992 w 1644615"/>
                <a:gd name="connsiteY84" fmla="*/ 1125100 h 1635895"/>
                <a:gd name="connsiteX85" fmla="*/ 345380 w 1644615"/>
                <a:gd name="connsiteY85" fmla="*/ 1175519 h 1635895"/>
                <a:gd name="connsiteX86" fmla="*/ 332934 w 1644615"/>
                <a:gd name="connsiteY86" fmla="*/ 1333380 h 1635895"/>
                <a:gd name="connsiteX87" fmla="*/ 384369 w 1644615"/>
                <a:gd name="connsiteY87" fmla="*/ 1261879 h 1635895"/>
                <a:gd name="connsiteX88" fmla="*/ 303597 w 1644615"/>
                <a:gd name="connsiteY88" fmla="*/ 1095509 h 1635895"/>
                <a:gd name="connsiteX89" fmla="*/ 1154370 w 1644615"/>
                <a:gd name="connsiteY89" fmla="*/ 1214635 h 1635895"/>
                <a:gd name="connsiteX90" fmla="*/ 1130875 w 1644615"/>
                <a:gd name="connsiteY90" fmla="*/ 1407675 h 1635895"/>
                <a:gd name="connsiteX91" fmla="*/ 1261431 w 1644615"/>
                <a:gd name="connsiteY91" fmla="*/ 1463301 h 1635895"/>
                <a:gd name="connsiteX92" fmla="*/ 1374969 w 1644615"/>
                <a:gd name="connsiteY92" fmla="*/ 1474731 h 1635895"/>
                <a:gd name="connsiteX93" fmla="*/ 1357316 w 1644615"/>
                <a:gd name="connsiteY93" fmla="*/ 1446029 h 1635895"/>
                <a:gd name="connsiteX94" fmla="*/ 1258637 w 1644615"/>
                <a:gd name="connsiteY94" fmla="*/ 1386466 h 1635895"/>
                <a:gd name="connsiteX95" fmla="*/ 1445581 w 1644615"/>
                <a:gd name="connsiteY95" fmla="*/ 1429773 h 1635895"/>
                <a:gd name="connsiteX96" fmla="*/ 1403163 w 1644615"/>
                <a:gd name="connsiteY96" fmla="*/ 1377195 h 1635895"/>
                <a:gd name="connsiteX97" fmla="*/ 1296229 w 1644615"/>
                <a:gd name="connsiteY97" fmla="*/ 1332237 h 1635895"/>
                <a:gd name="connsiteX98" fmla="*/ 1489269 w 1644615"/>
                <a:gd name="connsiteY98" fmla="*/ 1359923 h 1635895"/>
                <a:gd name="connsiteX99" fmla="*/ 1491174 w 1644615"/>
                <a:gd name="connsiteY99" fmla="*/ 1340111 h 1635895"/>
                <a:gd name="connsiteX100" fmla="*/ 1235269 w 1644615"/>
                <a:gd name="connsiteY100" fmla="*/ 1248163 h 1635895"/>
                <a:gd name="connsiteX101" fmla="*/ 1341060 w 1644615"/>
                <a:gd name="connsiteY101" fmla="*/ 1171709 h 1635895"/>
                <a:gd name="connsiteX102" fmla="*/ 1301944 w 1644615"/>
                <a:gd name="connsiteY102" fmla="*/ 1132720 h 1635895"/>
                <a:gd name="connsiteX103" fmla="*/ 1154370 w 1644615"/>
                <a:gd name="connsiteY103" fmla="*/ 1214635 h 1635895"/>
                <a:gd name="connsiteX104" fmla="*/ 857063 w 1644615"/>
                <a:gd name="connsiteY104" fmla="*/ 1181488 h 1635895"/>
                <a:gd name="connsiteX105" fmla="*/ 878272 w 1644615"/>
                <a:gd name="connsiteY105" fmla="*/ 1300868 h 1635895"/>
                <a:gd name="connsiteX106" fmla="*/ 905704 w 1644615"/>
                <a:gd name="connsiteY106" fmla="*/ 1540771 h 1635895"/>
                <a:gd name="connsiteX107" fmla="*/ 1188660 w 1644615"/>
                <a:gd name="connsiteY107" fmla="*/ 1474350 h 1635895"/>
                <a:gd name="connsiteX108" fmla="*/ 1073344 w 1644615"/>
                <a:gd name="connsiteY108" fmla="*/ 1300233 h 1635895"/>
                <a:gd name="connsiteX109" fmla="*/ 973522 w 1644615"/>
                <a:gd name="connsiteY109" fmla="*/ 1438155 h 1635895"/>
                <a:gd name="connsiteX110" fmla="*/ 945201 w 1644615"/>
                <a:gd name="connsiteY110" fmla="*/ 1487558 h 1635895"/>
                <a:gd name="connsiteX111" fmla="*/ 974665 w 1644615"/>
                <a:gd name="connsiteY111" fmla="*/ 1366781 h 1635895"/>
                <a:gd name="connsiteX112" fmla="*/ 857063 w 1644615"/>
                <a:gd name="connsiteY112" fmla="*/ 1181488 h 1635895"/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100903 w 1644613"/>
                <a:gd name="connsiteY4" fmla="*/ 724415 h 1635893"/>
                <a:gd name="connsiteX5" fmla="*/ 1075122 w 1644613"/>
                <a:gd name="connsiteY5" fmla="*/ 806838 h 1635893"/>
                <a:gd name="connsiteX6" fmla="*/ 994858 w 1644613"/>
                <a:gd name="connsiteY6" fmla="*/ 891166 h 1635893"/>
                <a:gd name="connsiteX7" fmla="*/ 900370 w 1644613"/>
                <a:gd name="connsiteY7" fmla="*/ 986162 h 1635893"/>
                <a:gd name="connsiteX8" fmla="*/ 765623 w 1644613"/>
                <a:gd name="connsiteY8" fmla="*/ 1048392 h 1635893"/>
                <a:gd name="connsiteX9" fmla="*/ 993715 w 1644613"/>
                <a:gd name="connsiteY9" fmla="*/ 1351541 h 1635893"/>
                <a:gd name="connsiteX10" fmla="*/ 1109666 w 1644613"/>
                <a:gd name="connsiteY10" fmla="*/ 1221620 h 1635893"/>
                <a:gd name="connsiteX11" fmla="*/ 1283275 w 1644613"/>
                <a:gd name="connsiteY11" fmla="*/ 1111003 h 1635893"/>
                <a:gd name="connsiteX12" fmla="*/ 1372810 w 1644613"/>
                <a:gd name="connsiteY12" fmla="*/ 1159136 h 1635893"/>
                <a:gd name="connsiteX13" fmla="*/ 1290260 w 1644613"/>
                <a:gd name="connsiteY13" fmla="*/ 1244353 h 1635893"/>
                <a:gd name="connsiteX14" fmla="*/ 1514796 w 1644613"/>
                <a:gd name="connsiteY14" fmla="*/ 1325633 h 1635893"/>
                <a:gd name="connsiteX15" fmla="*/ 1460440 w 1644613"/>
                <a:gd name="connsiteY15" fmla="*/ 1390657 h 1635893"/>
                <a:gd name="connsiteX16" fmla="*/ 1460821 w 1644613"/>
                <a:gd name="connsiteY16" fmla="*/ 1438790 h 1635893"/>
                <a:gd name="connsiteX17" fmla="*/ 1403163 w 1644613"/>
                <a:gd name="connsiteY17" fmla="*/ 1459999 h 1635893"/>
                <a:gd name="connsiteX18" fmla="*/ 1396686 w 1644613"/>
                <a:gd name="connsiteY18" fmla="*/ 1490352 h 1635893"/>
                <a:gd name="connsiteX19" fmla="*/ 1222569 w 1644613"/>
                <a:gd name="connsiteY19" fmla="*/ 1482224 h 1635893"/>
                <a:gd name="connsiteX20" fmla="*/ 1041340 w 1644613"/>
                <a:gd name="connsiteY20" fmla="*/ 1583443 h 1635893"/>
                <a:gd name="connsiteX21" fmla="*/ 907228 w 1644613"/>
                <a:gd name="connsiteY21" fmla="*/ 1570362 h 1635893"/>
                <a:gd name="connsiteX22" fmla="*/ 909260 w 1644613"/>
                <a:gd name="connsiteY22" fmla="*/ 1626242 h 1635893"/>
                <a:gd name="connsiteX23" fmla="*/ 884622 w 1644613"/>
                <a:gd name="connsiteY23" fmla="*/ 1624718 h 1635893"/>
                <a:gd name="connsiteX24" fmla="*/ 878780 w 1644613"/>
                <a:gd name="connsiteY24" fmla="*/ 1550296 h 1635893"/>
                <a:gd name="connsiteX25" fmla="*/ 820106 w 1644613"/>
                <a:gd name="connsiteY25" fmla="*/ 1144658 h 1635893"/>
                <a:gd name="connsiteX26" fmla="*/ 747208 w 1644613"/>
                <a:gd name="connsiteY26" fmla="*/ 1071887 h 1635893"/>
                <a:gd name="connsiteX27" fmla="*/ 424882 w 1644613"/>
                <a:gd name="connsiteY27" fmla="*/ 1070236 h 1635893"/>
                <a:gd name="connsiteX28" fmla="*/ 337125 w 1644613"/>
                <a:gd name="connsiteY28" fmla="*/ 1072395 h 1635893"/>
                <a:gd name="connsiteX29" fmla="*/ 407610 w 1644613"/>
                <a:gd name="connsiteY29" fmla="*/ 1284231 h 1635893"/>
                <a:gd name="connsiteX30" fmla="*/ 322774 w 1644613"/>
                <a:gd name="connsiteY30" fmla="*/ 1363352 h 1635893"/>
                <a:gd name="connsiteX31" fmla="*/ 288357 w 1644613"/>
                <a:gd name="connsiteY31" fmla="*/ 1588650 h 1635893"/>
                <a:gd name="connsiteX32" fmla="*/ 283023 w 1644613"/>
                <a:gd name="connsiteY32" fmla="*/ 1624718 h 1635893"/>
                <a:gd name="connsiteX33" fmla="*/ 259020 w 1644613"/>
                <a:gd name="connsiteY33" fmla="*/ 1629417 h 1635893"/>
                <a:gd name="connsiteX34" fmla="*/ 323409 w 1644613"/>
                <a:gd name="connsiteY34" fmla="*/ 1250068 h 1635893"/>
                <a:gd name="connsiteX35" fmla="*/ 305629 w 1644613"/>
                <a:gd name="connsiteY35" fmla="*/ 1166248 h 1635893"/>
                <a:gd name="connsiteX36" fmla="*/ 229556 w 1644613"/>
                <a:gd name="connsiteY36" fmla="*/ 1192410 h 1635893"/>
                <a:gd name="connsiteX37" fmla="*/ 18228 w 1644613"/>
                <a:gd name="connsiteY37" fmla="*/ 1623575 h 1635893"/>
                <a:gd name="connsiteX38" fmla="*/ 2099 w 1644613"/>
                <a:gd name="connsiteY38" fmla="*/ 1635894 h 1635893"/>
                <a:gd name="connsiteX39" fmla="*/ 17212 w 1644613"/>
                <a:gd name="connsiteY39" fmla="*/ 1539628 h 1635893"/>
                <a:gd name="connsiteX40" fmla="*/ 107001 w 1644613"/>
                <a:gd name="connsiteY40" fmla="*/ 1318648 h 1635893"/>
                <a:gd name="connsiteX41" fmla="*/ 216983 w 1644613"/>
                <a:gd name="connsiteY41" fmla="*/ 1168153 h 1635893"/>
                <a:gd name="connsiteX42" fmla="*/ 304867 w 1644613"/>
                <a:gd name="connsiteY42" fmla="*/ 1066553 h 1635893"/>
                <a:gd name="connsiteX43" fmla="*/ 391481 w 1644613"/>
                <a:gd name="connsiteY43" fmla="*/ 1032390 h 1635893"/>
                <a:gd name="connsiteX44" fmla="*/ 252924 w 1644613"/>
                <a:gd name="connsiteY44" fmla="*/ 952253 h 1635893"/>
                <a:gd name="connsiteX45" fmla="*/ 138243 w 1644613"/>
                <a:gd name="connsiteY45" fmla="*/ 837064 h 1635893"/>
                <a:gd name="connsiteX46" fmla="*/ 83633 w 1644613"/>
                <a:gd name="connsiteY46" fmla="*/ 754514 h 1635893"/>
                <a:gd name="connsiteX47" fmla="*/ 139767 w 1644613"/>
                <a:gd name="connsiteY47" fmla="*/ 520707 h 1635893"/>
                <a:gd name="connsiteX48" fmla="*/ 413198 w 1644613"/>
                <a:gd name="connsiteY48" fmla="*/ 274200 h 1635893"/>
                <a:gd name="connsiteX49" fmla="*/ 730698 w 1644613"/>
                <a:gd name="connsiteY49" fmla="*/ 270898 h 1635893"/>
                <a:gd name="connsiteX50" fmla="*/ 944058 w 1644613"/>
                <a:gd name="connsiteY50" fmla="*/ 397009 h 1635893"/>
                <a:gd name="connsiteX51" fmla="*/ 1076900 w 1644613"/>
                <a:gd name="connsiteY51" fmla="*/ 110878 h 1635893"/>
                <a:gd name="connsiteX52" fmla="*/ 971617 w 1644613"/>
                <a:gd name="connsiteY52" fmla="*/ 432950 h 1635893"/>
                <a:gd name="connsiteX53" fmla="*/ 1070423 w 1644613"/>
                <a:gd name="connsiteY53" fmla="*/ 588017 h 1635893"/>
                <a:gd name="connsiteX54" fmla="*/ 1107507 w 1644613"/>
                <a:gd name="connsiteY54" fmla="*/ 692030 h 1635893"/>
                <a:gd name="connsiteX55" fmla="*/ 1614364 w 1644613"/>
                <a:gd name="connsiteY55" fmla="*/ 462160 h 1635893"/>
                <a:gd name="connsiteX56" fmla="*/ 1543879 w 1644613"/>
                <a:gd name="connsiteY56" fmla="*/ 155963 h 1635893"/>
                <a:gd name="connsiteX57" fmla="*/ 1261939 w 1644613"/>
                <a:gd name="connsiteY57" fmla="*/ 27312 h 1635893"/>
                <a:gd name="connsiteX58" fmla="*/ 1076900 w 1644613"/>
                <a:gd name="connsiteY58" fmla="*/ 110878 h 1635893"/>
                <a:gd name="connsiteX59" fmla="*/ 175327 w 1644613"/>
                <a:gd name="connsiteY59" fmla="*/ 504578 h 1635893"/>
                <a:gd name="connsiteX60" fmla="*/ 227270 w 1644613"/>
                <a:gd name="connsiteY60" fmla="*/ 521723 h 1635893"/>
                <a:gd name="connsiteX61" fmla="*/ 284801 w 1644613"/>
                <a:gd name="connsiteY61" fmla="*/ 676663 h 1635893"/>
                <a:gd name="connsiteX62" fmla="*/ 256607 w 1644613"/>
                <a:gd name="connsiteY62" fmla="*/ 816998 h 1635893"/>
                <a:gd name="connsiteX63" fmla="*/ 204283 w 1644613"/>
                <a:gd name="connsiteY63" fmla="*/ 863734 h 1635893"/>
                <a:gd name="connsiteX64" fmla="*/ 615128 w 1644613"/>
                <a:gd name="connsiteY64" fmla="*/ 1040010 h 1635893"/>
                <a:gd name="connsiteX65" fmla="*/ 979491 w 1644613"/>
                <a:gd name="connsiteY65" fmla="*/ 867671 h 1635893"/>
                <a:gd name="connsiteX66" fmla="*/ 1018353 w 1644613"/>
                <a:gd name="connsiteY66" fmla="*/ 573666 h 1635893"/>
                <a:gd name="connsiteX67" fmla="*/ 672151 w 1644613"/>
                <a:gd name="connsiteY67" fmla="*/ 284741 h 1635893"/>
                <a:gd name="connsiteX68" fmla="*/ 175327 w 1644613"/>
                <a:gd name="connsiteY68" fmla="*/ 504578 h 1635893"/>
                <a:gd name="connsiteX69" fmla="*/ 159833 w 1644613"/>
                <a:gd name="connsiteY69" fmla="*/ 539884 h 1635893"/>
                <a:gd name="connsiteX70" fmla="*/ 104588 w 1644613"/>
                <a:gd name="connsiteY70" fmla="*/ 728098 h 1635893"/>
                <a:gd name="connsiteX71" fmla="*/ 197679 w 1644613"/>
                <a:gd name="connsiteY71" fmla="*/ 834143 h 1635893"/>
                <a:gd name="connsiteX72" fmla="*/ 250892 w 1644613"/>
                <a:gd name="connsiteY72" fmla="*/ 752355 h 1635893"/>
                <a:gd name="connsiteX73" fmla="*/ 234636 w 1644613"/>
                <a:gd name="connsiteY73" fmla="*/ 576587 h 1635893"/>
                <a:gd name="connsiteX74" fmla="*/ 159833 w 1644613"/>
                <a:gd name="connsiteY74" fmla="*/ 539884 h 1635893"/>
                <a:gd name="connsiteX75" fmla="*/ 1052135 w 1644613"/>
                <a:gd name="connsiteY75" fmla="*/ 598050 h 1635893"/>
                <a:gd name="connsiteX76" fmla="*/ 1041086 w 1644613"/>
                <a:gd name="connsiteY76" fmla="*/ 807092 h 1635893"/>
                <a:gd name="connsiteX77" fmla="*/ 1052135 w 1644613"/>
                <a:gd name="connsiteY77" fmla="*/ 598050 h 1635893"/>
                <a:gd name="connsiteX78" fmla="*/ 441011 w 1644613"/>
                <a:gd name="connsiteY78" fmla="*/ 1044963 h 1635893"/>
                <a:gd name="connsiteX79" fmla="*/ 658816 w 1644613"/>
                <a:gd name="connsiteY79" fmla="*/ 1078618 h 1635893"/>
                <a:gd name="connsiteX80" fmla="*/ 569154 w 1644613"/>
                <a:gd name="connsiteY80" fmla="*/ 1062616 h 1635893"/>
                <a:gd name="connsiteX81" fmla="*/ 441011 w 1644613"/>
                <a:gd name="connsiteY81" fmla="*/ 1044963 h 1635893"/>
                <a:gd name="connsiteX82" fmla="*/ 303597 w 1644613"/>
                <a:gd name="connsiteY82" fmla="*/ 1095509 h 1635893"/>
                <a:gd name="connsiteX83" fmla="*/ 288992 w 1644613"/>
                <a:gd name="connsiteY83" fmla="*/ 1125100 h 1635893"/>
                <a:gd name="connsiteX84" fmla="*/ 345380 w 1644613"/>
                <a:gd name="connsiteY84" fmla="*/ 1175519 h 1635893"/>
                <a:gd name="connsiteX85" fmla="*/ 332934 w 1644613"/>
                <a:gd name="connsiteY85" fmla="*/ 1333380 h 1635893"/>
                <a:gd name="connsiteX86" fmla="*/ 384369 w 1644613"/>
                <a:gd name="connsiteY86" fmla="*/ 1261879 h 1635893"/>
                <a:gd name="connsiteX87" fmla="*/ 303597 w 1644613"/>
                <a:gd name="connsiteY87" fmla="*/ 1095509 h 1635893"/>
                <a:gd name="connsiteX88" fmla="*/ 1154370 w 1644613"/>
                <a:gd name="connsiteY88" fmla="*/ 1214635 h 1635893"/>
                <a:gd name="connsiteX89" fmla="*/ 1130875 w 1644613"/>
                <a:gd name="connsiteY89" fmla="*/ 1407675 h 1635893"/>
                <a:gd name="connsiteX90" fmla="*/ 1261431 w 1644613"/>
                <a:gd name="connsiteY90" fmla="*/ 1463301 h 1635893"/>
                <a:gd name="connsiteX91" fmla="*/ 1374969 w 1644613"/>
                <a:gd name="connsiteY91" fmla="*/ 1474731 h 1635893"/>
                <a:gd name="connsiteX92" fmla="*/ 1357316 w 1644613"/>
                <a:gd name="connsiteY92" fmla="*/ 1446029 h 1635893"/>
                <a:gd name="connsiteX93" fmla="*/ 1258637 w 1644613"/>
                <a:gd name="connsiteY93" fmla="*/ 1386466 h 1635893"/>
                <a:gd name="connsiteX94" fmla="*/ 1445581 w 1644613"/>
                <a:gd name="connsiteY94" fmla="*/ 1429773 h 1635893"/>
                <a:gd name="connsiteX95" fmla="*/ 1403163 w 1644613"/>
                <a:gd name="connsiteY95" fmla="*/ 1377195 h 1635893"/>
                <a:gd name="connsiteX96" fmla="*/ 1296229 w 1644613"/>
                <a:gd name="connsiteY96" fmla="*/ 1332237 h 1635893"/>
                <a:gd name="connsiteX97" fmla="*/ 1489269 w 1644613"/>
                <a:gd name="connsiteY97" fmla="*/ 1359923 h 1635893"/>
                <a:gd name="connsiteX98" fmla="*/ 1491174 w 1644613"/>
                <a:gd name="connsiteY98" fmla="*/ 1340111 h 1635893"/>
                <a:gd name="connsiteX99" fmla="*/ 1235269 w 1644613"/>
                <a:gd name="connsiteY99" fmla="*/ 1248163 h 1635893"/>
                <a:gd name="connsiteX100" fmla="*/ 1341060 w 1644613"/>
                <a:gd name="connsiteY100" fmla="*/ 1171709 h 1635893"/>
                <a:gd name="connsiteX101" fmla="*/ 1301944 w 1644613"/>
                <a:gd name="connsiteY101" fmla="*/ 1132720 h 1635893"/>
                <a:gd name="connsiteX102" fmla="*/ 1154370 w 1644613"/>
                <a:gd name="connsiteY102" fmla="*/ 1214635 h 1635893"/>
                <a:gd name="connsiteX103" fmla="*/ 857063 w 1644613"/>
                <a:gd name="connsiteY103" fmla="*/ 1181488 h 1635893"/>
                <a:gd name="connsiteX104" fmla="*/ 878272 w 1644613"/>
                <a:gd name="connsiteY104" fmla="*/ 1300868 h 1635893"/>
                <a:gd name="connsiteX105" fmla="*/ 905704 w 1644613"/>
                <a:gd name="connsiteY105" fmla="*/ 1540771 h 1635893"/>
                <a:gd name="connsiteX106" fmla="*/ 1188660 w 1644613"/>
                <a:gd name="connsiteY106" fmla="*/ 1474350 h 1635893"/>
                <a:gd name="connsiteX107" fmla="*/ 1073344 w 1644613"/>
                <a:gd name="connsiteY107" fmla="*/ 1300233 h 1635893"/>
                <a:gd name="connsiteX108" fmla="*/ 973522 w 1644613"/>
                <a:gd name="connsiteY108" fmla="*/ 1438155 h 1635893"/>
                <a:gd name="connsiteX109" fmla="*/ 945201 w 1644613"/>
                <a:gd name="connsiteY109" fmla="*/ 1487558 h 1635893"/>
                <a:gd name="connsiteX110" fmla="*/ 974665 w 1644613"/>
                <a:gd name="connsiteY110" fmla="*/ 1366781 h 1635893"/>
                <a:gd name="connsiteX111" fmla="*/ 857063 w 1644613"/>
                <a:gd name="connsiteY111" fmla="*/ 1181488 h 1635893"/>
                <a:gd name="connsiteX0" fmla="*/ 1014924 w 1618802"/>
                <a:gd name="connsiteY0" fmla="*/ 137040 h 1635895"/>
                <a:gd name="connsiteX1" fmla="*/ 1288609 w 1618802"/>
                <a:gd name="connsiteY1" fmla="*/ 134 h 1635895"/>
                <a:gd name="connsiteX2" fmla="*/ 1606363 w 1618802"/>
                <a:gd name="connsiteY2" fmla="*/ 207525 h 1635895"/>
                <a:gd name="connsiteX3" fmla="*/ 1100903 w 1618802"/>
                <a:gd name="connsiteY3" fmla="*/ 724415 h 1635895"/>
                <a:gd name="connsiteX4" fmla="*/ 1075122 w 1618802"/>
                <a:gd name="connsiteY4" fmla="*/ 806838 h 1635895"/>
                <a:gd name="connsiteX5" fmla="*/ 994858 w 1618802"/>
                <a:gd name="connsiteY5" fmla="*/ 891166 h 1635895"/>
                <a:gd name="connsiteX6" fmla="*/ 900370 w 1618802"/>
                <a:gd name="connsiteY6" fmla="*/ 986162 h 1635895"/>
                <a:gd name="connsiteX7" fmla="*/ 765623 w 1618802"/>
                <a:gd name="connsiteY7" fmla="*/ 1048392 h 1635895"/>
                <a:gd name="connsiteX8" fmla="*/ 993715 w 1618802"/>
                <a:gd name="connsiteY8" fmla="*/ 1351541 h 1635895"/>
                <a:gd name="connsiteX9" fmla="*/ 1109666 w 1618802"/>
                <a:gd name="connsiteY9" fmla="*/ 1221620 h 1635895"/>
                <a:gd name="connsiteX10" fmla="*/ 1283275 w 1618802"/>
                <a:gd name="connsiteY10" fmla="*/ 1111003 h 1635895"/>
                <a:gd name="connsiteX11" fmla="*/ 1372810 w 1618802"/>
                <a:gd name="connsiteY11" fmla="*/ 1159136 h 1635895"/>
                <a:gd name="connsiteX12" fmla="*/ 1290260 w 1618802"/>
                <a:gd name="connsiteY12" fmla="*/ 1244353 h 1635895"/>
                <a:gd name="connsiteX13" fmla="*/ 1514796 w 1618802"/>
                <a:gd name="connsiteY13" fmla="*/ 1325633 h 1635895"/>
                <a:gd name="connsiteX14" fmla="*/ 1460440 w 1618802"/>
                <a:gd name="connsiteY14" fmla="*/ 1390657 h 1635895"/>
                <a:gd name="connsiteX15" fmla="*/ 1460821 w 1618802"/>
                <a:gd name="connsiteY15" fmla="*/ 1438790 h 1635895"/>
                <a:gd name="connsiteX16" fmla="*/ 1403163 w 1618802"/>
                <a:gd name="connsiteY16" fmla="*/ 1459999 h 1635895"/>
                <a:gd name="connsiteX17" fmla="*/ 1396686 w 1618802"/>
                <a:gd name="connsiteY17" fmla="*/ 1490352 h 1635895"/>
                <a:gd name="connsiteX18" fmla="*/ 1222569 w 1618802"/>
                <a:gd name="connsiteY18" fmla="*/ 1482224 h 1635895"/>
                <a:gd name="connsiteX19" fmla="*/ 1041340 w 1618802"/>
                <a:gd name="connsiteY19" fmla="*/ 1583443 h 1635895"/>
                <a:gd name="connsiteX20" fmla="*/ 907228 w 1618802"/>
                <a:gd name="connsiteY20" fmla="*/ 1570362 h 1635895"/>
                <a:gd name="connsiteX21" fmla="*/ 909260 w 1618802"/>
                <a:gd name="connsiteY21" fmla="*/ 1626242 h 1635895"/>
                <a:gd name="connsiteX22" fmla="*/ 884622 w 1618802"/>
                <a:gd name="connsiteY22" fmla="*/ 1624718 h 1635895"/>
                <a:gd name="connsiteX23" fmla="*/ 878780 w 1618802"/>
                <a:gd name="connsiteY23" fmla="*/ 1550296 h 1635895"/>
                <a:gd name="connsiteX24" fmla="*/ 820106 w 1618802"/>
                <a:gd name="connsiteY24" fmla="*/ 1144658 h 1635895"/>
                <a:gd name="connsiteX25" fmla="*/ 747208 w 1618802"/>
                <a:gd name="connsiteY25" fmla="*/ 1071887 h 1635895"/>
                <a:gd name="connsiteX26" fmla="*/ 424882 w 1618802"/>
                <a:gd name="connsiteY26" fmla="*/ 1070236 h 1635895"/>
                <a:gd name="connsiteX27" fmla="*/ 337125 w 1618802"/>
                <a:gd name="connsiteY27" fmla="*/ 1072395 h 1635895"/>
                <a:gd name="connsiteX28" fmla="*/ 407610 w 1618802"/>
                <a:gd name="connsiteY28" fmla="*/ 1284231 h 1635895"/>
                <a:gd name="connsiteX29" fmla="*/ 322774 w 1618802"/>
                <a:gd name="connsiteY29" fmla="*/ 1363352 h 1635895"/>
                <a:gd name="connsiteX30" fmla="*/ 288357 w 1618802"/>
                <a:gd name="connsiteY30" fmla="*/ 1588650 h 1635895"/>
                <a:gd name="connsiteX31" fmla="*/ 283023 w 1618802"/>
                <a:gd name="connsiteY31" fmla="*/ 1624718 h 1635895"/>
                <a:gd name="connsiteX32" fmla="*/ 259020 w 1618802"/>
                <a:gd name="connsiteY32" fmla="*/ 1629417 h 1635895"/>
                <a:gd name="connsiteX33" fmla="*/ 323409 w 1618802"/>
                <a:gd name="connsiteY33" fmla="*/ 1250068 h 1635895"/>
                <a:gd name="connsiteX34" fmla="*/ 305629 w 1618802"/>
                <a:gd name="connsiteY34" fmla="*/ 1166248 h 1635895"/>
                <a:gd name="connsiteX35" fmla="*/ 229556 w 1618802"/>
                <a:gd name="connsiteY35" fmla="*/ 1192410 h 1635895"/>
                <a:gd name="connsiteX36" fmla="*/ 18228 w 1618802"/>
                <a:gd name="connsiteY36" fmla="*/ 1623575 h 1635895"/>
                <a:gd name="connsiteX37" fmla="*/ 2099 w 1618802"/>
                <a:gd name="connsiteY37" fmla="*/ 1635894 h 1635895"/>
                <a:gd name="connsiteX38" fmla="*/ 17212 w 1618802"/>
                <a:gd name="connsiteY38" fmla="*/ 1539628 h 1635895"/>
                <a:gd name="connsiteX39" fmla="*/ 107001 w 1618802"/>
                <a:gd name="connsiteY39" fmla="*/ 1318648 h 1635895"/>
                <a:gd name="connsiteX40" fmla="*/ 216983 w 1618802"/>
                <a:gd name="connsiteY40" fmla="*/ 1168153 h 1635895"/>
                <a:gd name="connsiteX41" fmla="*/ 304867 w 1618802"/>
                <a:gd name="connsiteY41" fmla="*/ 1066553 h 1635895"/>
                <a:gd name="connsiteX42" fmla="*/ 391481 w 1618802"/>
                <a:gd name="connsiteY42" fmla="*/ 1032390 h 1635895"/>
                <a:gd name="connsiteX43" fmla="*/ 252924 w 1618802"/>
                <a:gd name="connsiteY43" fmla="*/ 952253 h 1635895"/>
                <a:gd name="connsiteX44" fmla="*/ 138243 w 1618802"/>
                <a:gd name="connsiteY44" fmla="*/ 837064 h 1635895"/>
                <a:gd name="connsiteX45" fmla="*/ 83633 w 1618802"/>
                <a:gd name="connsiteY45" fmla="*/ 754514 h 1635895"/>
                <a:gd name="connsiteX46" fmla="*/ 139767 w 1618802"/>
                <a:gd name="connsiteY46" fmla="*/ 520707 h 1635895"/>
                <a:gd name="connsiteX47" fmla="*/ 413198 w 1618802"/>
                <a:gd name="connsiteY47" fmla="*/ 274200 h 1635895"/>
                <a:gd name="connsiteX48" fmla="*/ 730698 w 1618802"/>
                <a:gd name="connsiteY48" fmla="*/ 270898 h 1635895"/>
                <a:gd name="connsiteX49" fmla="*/ 944058 w 1618802"/>
                <a:gd name="connsiteY49" fmla="*/ 397009 h 1635895"/>
                <a:gd name="connsiteX50" fmla="*/ 1076900 w 1618802"/>
                <a:gd name="connsiteY50" fmla="*/ 110878 h 1635895"/>
                <a:gd name="connsiteX51" fmla="*/ 971617 w 1618802"/>
                <a:gd name="connsiteY51" fmla="*/ 432950 h 1635895"/>
                <a:gd name="connsiteX52" fmla="*/ 1070423 w 1618802"/>
                <a:gd name="connsiteY52" fmla="*/ 588017 h 1635895"/>
                <a:gd name="connsiteX53" fmla="*/ 1107507 w 1618802"/>
                <a:gd name="connsiteY53" fmla="*/ 692030 h 1635895"/>
                <a:gd name="connsiteX54" fmla="*/ 1614364 w 1618802"/>
                <a:gd name="connsiteY54" fmla="*/ 462160 h 1635895"/>
                <a:gd name="connsiteX55" fmla="*/ 1543879 w 1618802"/>
                <a:gd name="connsiteY55" fmla="*/ 155963 h 1635895"/>
                <a:gd name="connsiteX56" fmla="*/ 1261939 w 1618802"/>
                <a:gd name="connsiteY56" fmla="*/ 27312 h 1635895"/>
                <a:gd name="connsiteX57" fmla="*/ 1076900 w 1618802"/>
                <a:gd name="connsiteY57" fmla="*/ 110878 h 1635895"/>
                <a:gd name="connsiteX58" fmla="*/ 175327 w 1618802"/>
                <a:gd name="connsiteY58" fmla="*/ 504578 h 1635895"/>
                <a:gd name="connsiteX59" fmla="*/ 227270 w 1618802"/>
                <a:gd name="connsiteY59" fmla="*/ 521723 h 1635895"/>
                <a:gd name="connsiteX60" fmla="*/ 284801 w 1618802"/>
                <a:gd name="connsiteY60" fmla="*/ 676663 h 1635895"/>
                <a:gd name="connsiteX61" fmla="*/ 256607 w 1618802"/>
                <a:gd name="connsiteY61" fmla="*/ 816998 h 1635895"/>
                <a:gd name="connsiteX62" fmla="*/ 204283 w 1618802"/>
                <a:gd name="connsiteY62" fmla="*/ 863734 h 1635895"/>
                <a:gd name="connsiteX63" fmla="*/ 615128 w 1618802"/>
                <a:gd name="connsiteY63" fmla="*/ 1040010 h 1635895"/>
                <a:gd name="connsiteX64" fmla="*/ 979491 w 1618802"/>
                <a:gd name="connsiteY64" fmla="*/ 867671 h 1635895"/>
                <a:gd name="connsiteX65" fmla="*/ 1018353 w 1618802"/>
                <a:gd name="connsiteY65" fmla="*/ 573666 h 1635895"/>
                <a:gd name="connsiteX66" fmla="*/ 672151 w 1618802"/>
                <a:gd name="connsiteY66" fmla="*/ 284741 h 1635895"/>
                <a:gd name="connsiteX67" fmla="*/ 175327 w 1618802"/>
                <a:gd name="connsiteY67" fmla="*/ 504578 h 1635895"/>
                <a:gd name="connsiteX68" fmla="*/ 159833 w 1618802"/>
                <a:gd name="connsiteY68" fmla="*/ 539884 h 1635895"/>
                <a:gd name="connsiteX69" fmla="*/ 104588 w 1618802"/>
                <a:gd name="connsiteY69" fmla="*/ 728098 h 1635895"/>
                <a:gd name="connsiteX70" fmla="*/ 197679 w 1618802"/>
                <a:gd name="connsiteY70" fmla="*/ 834143 h 1635895"/>
                <a:gd name="connsiteX71" fmla="*/ 250892 w 1618802"/>
                <a:gd name="connsiteY71" fmla="*/ 752355 h 1635895"/>
                <a:gd name="connsiteX72" fmla="*/ 234636 w 1618802"/>
                <a:gd name="connsiteY72" fmla="*/ 576587 h 1635895"/>
                <a:gd name="connsiteX73" fmla="*/ 159833 w 1618802"/>
                <a:gd name="connsiteY73" fmla="*/ 539884 h 1635895"/>
                <a:gd name="connsiteX74" fmla="*/ 1052135 w 1618802"/>
                <a:gd name="connsiteY74" fmla="*/ 598050 h 1635895"/>
                <a:gd name="connsiteX75" fmla="*/ 1041086 w 1618802"/>
                <a:gd name="connsiteY75" fmla="*/ 807092 h 1635895"/>
                <a:gd name="connsiteX76" fmla="*/ 1052135 w 1618802"/>
                <a:gd name="connsiteY76" fmla="*/ 598050 h 1635895"/>
                <a:gd name="connsiteX77" fmla="*/ 441011 w 1618802"/>
                <a:gd name="connsiteY77" fmla="*/ 1044963 h 1635895"/>
                <a:gd name="connsiteX78" fmla="*/ 658816 w 1618802"/>
                <a:gd name="connsiteY78" fmla="*/ 1078618 h 1635895"/>
                <a:gd name="connsiteX79" fmla="*/ 569154 w 1618802"/>
                <a:gd name="connsiteY79" fmla="*/ 1062616 h 1635895"/>
                <a:gd name="connsiteX80" fmla="*/ 441011 w 1618802"/>
                <a:gd name="connsiteY80" fmla="*/ 1044963 h 1635895"/>
                <a:gd name="connsiteX81" fmla="*/ 303597 w 1618802"/>
                <a:gd name="connsiteY81" fmla="*/ 1095509 h 1635895"/>
                <a:gd name="connsiteX82" fmla="*/ 288992 w 1618802"/>
                <a:gd name="connsiteY82" fmla="*/ 1125100 h 1635895"/>
                <a:gd name="connsiteX83" fmla="*/ 345380 w 1618802"/>
                <a:gd name="connsiteY83" fmla="*/ 1175519 h 1635895"/>
                <a:gd name="connsiteX84" fmla="*/ 332934 w 1618802"/>
                <a:gd name="connsiteY84" fmla="*/ 1333380 h 1635895"/>
                <a:gd name="connsiteX85" fmla="*/ 384369 w 1618802"/>
                <a:gd name="connsiteY85" fmla="*/ 1261879 h 1635895"/>
                <a:gd name="connsiteX86" fmla="*/ 303597 w 1618802"/>
                <a:gd name="connsiteY86" fmla="*/ 1095509 h 1635895"/>
                <a:gd name="connsiteX87" fmla="*/ 1154370 w 1618802"/>
                <a:gd name="connsiteY87" fmla="*/ 1214635 h 1635895"/>
                <a:gd name="connsiteX88" fmla="*/ 1130875 w 1618802"/>
                <a:gd name="connsiteY88" fmla="*/ 1407675 h 1635895"/>
                <a:gd name="connsiteX89" fmla="*/ 1261431 w 1618802"/>
                <a:gd name="connsiteY89" fmla="*/ 1463301 h 1635895"/>
                <a:gd name="connsiteX90" fmla="*/ 1374969 w 1618802"/>
                <a:gd name="connsiteY90" fmla="*/ 1474731 h 1635895"/>
                <a:gd name="connsiteX91" fmla="*/ 1357316 w 1618802"/>
                <a:gd name="connsiteY91" fmla="*/ 1446029 h 1635895"/>
                <a:gd name="connsiteX92" fmla="*/ 1258637 w 1618802"/>
                <a:gd name="connsiteY92" fmla="*/ 1386466 h 1635895"/>
                <a:gd name="connsiteX93" fmla="*/ 1445581 w 1618802"/>
                <a:gd name="connsiteY93" fmla="*/ 1429773 h 1635895"/>
                <a:gd name="connsiteX94" fmla="*/ 1403163 w 1618802"/>
                <a:gd name="connsiteY94" fmla="*/ 1377195 h 1635895"/>
                <a:gd name="connsiteX95" fmla="*/ 1296229 w 1618802"/>
                <a:gd name="connsiteY95" fmla="*/ 1332237 h 1635895"/>
                <a:gd name="connsiteX96" fmla="*/ 1489269 w 1618802"/>
                <a:gd name="connsiteY96" fmla="*/ 1359923 h 1635895"/>
                <a:gd name="connsiteX97" fmla="*/ 1491174 w 1618802"/>
                <a:gd name="connsiteY97" fmla="*/ 1340111 h 1635895"/>
                <a:gd name="connsiteX98" fmla="*/ 1235269 w 1618802"/>
                <a:gd name="connsiteY98" fmla="*/ 1248163 h 1635895"/>
                <a:gd name="connsiteX99" fmla="*/ 1341060 w 1618802"/>
                <a:gd name="connsiteY99" fmla="*/ 1171709 h 1635895"/>
                <a:gd name="connsiteX100" fmla="*/ 1301944 w 1618802"/>
                <a:gd name="connsiteY100" fmla="*/ 1132720 h 1635895"/>
                <a:gd name="connsiteX101" fmla="*/ 1154370 w 1618802"/>
                <a:gd name="connsiteY101" fmla="*/ 1214635 h 1635895"/>
                <a:gd name="connsiteX102" fmla="*/ 857063 w 1618802"/>
                <a:gd name="connsiteY102" fmla="*/ 1181488 h 1635895"/>
                <a:gd name="connsiteX103" fmla="*/ 878272 w 1618802"/>
                <a:gd name="connsiteY103" fmla="*/ 1300868 h 1635895"/>
                <a:gd name="connsiteX104" fmla="*/ 905704 w 1618802"/>
                <a:gd name="connsiteY104" fmla="*/ 1540771 h 1635895"/>
                <a:gd name="connsiteX105" fmla="*/ 1188660 w 1618802"/>
                <a:gd name="connsiteY105" fmla="*/ 1474350 h 1635895"/>
                <a:gd name="connsiteX106" fmla="*/ 1073344 w 1618802"/>
                <a:gd name="connsiteY106" fmla="*/ 1300233 h 1635895"/>
                <a:gd name="connsiteX107" fmla="*/ 973522 w 1618802"/>
                <a:gd name="connsiteY107" fmla="*/ 1438155 h 1635895"/>
                <a:gd name="connsiteX108" fmla="*/ 945201 w 1618802"/>
                <a:gd name="connsiteY108" fmla="*/ 1487558 h 1635895"/>
                <a:gd name="connsiteX109" fmla="*/ 974665 w 1618802"/>
                <a:gd name="connsiteY109" fmla="*/ 1366781 h 1635895"/>
                <a:gd name="connsiteX110" fmla="*/ 857063 w 1618802"/>
                <a:gd name="connsiteY110" fmla="*/ 1181488 h 1635895"/>
                <a:gd name="connsiteX0" fmla="*/ 1014924 w 1606362"/>
                <a:gd name="connsiteY0" fmla="*/ 137040 h 1635893"/>
                <a:gd name="connsiteX1" fmla="*/ 1288609 w 1606362"/>
                <a:gd name="connsiteY1" fmla="*/ 134 h 1635893"/>
                <a:gd name="connsiteX2" fmla="*/ 1606363 w 1606362"/>
                <a:gd name="connsiteY2" fmla="*/ 207525 h 1635893"/>
                <a:gd name="connsiteX3" fmla="*/ 1100903 w 1606362"/>
                <a:gd name="connsiteY3" fmla="*/ 724415 h 1635893"/>
                <a:gd name="connsiteX4" fmla="*/ 1075122 w 1606362"/>
                <a:gd name="connsiteY4" fmla="*/ 806838 h 1635893"/>
                <a:gd name="connsiteX5" fmla="*/ 994858 w 1606362"/>
                <a:gd name="connsiteY5" fmla="*/ 891166 h 1635893"/>
                <a:gd name="connsiteX6" fmla="*/ 900370 w 1606362"/>
                <a:gd name="connsiteY6" fmla="*/ 986162 h 1635893"/>
                <a:gd name="connsiteX7" fmla="*/ 765623 w 1606362"/>
                <a:gd name="connsiteY7" fmla="*/ 1048392 h 1635893"/>
                <a:gd name="connsiteX8" fmla="*/ 993715 w 1606362"/>
                <a:gd name="connsiteY8" fmla="*/ 1351541 h 1635893"/>
                <a:gd name="connsiteX9" fmla="*/ 1109666 w 1606362"/>
                <a:gd name="connsiteY9" fmla="*/ 1221620 h 1635893"/>
                <a:gd name="connsiteX10" fmla="*/ 1283275 w 1606362"/>
                <a:gd name="connsiteY10" fmla="*/ 1111003 h 1635893"/>
                <a:gd name="connsiteX11" fmla="*/ 1372810 w 1606362"/>
                <a:gd name="connsiteY11" fmla="*/ 1159136 h 1635893"/>
                <a:gd name="connsiteX12" fmla="*/ 1290260 w 1606362"/>
                <a:gd name="connsiteY12" fmla="*/ 1244353 h 1635893"/>
                <a:gd name="connsiteX13" fmla="*/ 1514796 w 1606362"/>
                <a:gd name="connsiteY13" fmla="*/ 1325633 h 1635893"/>
                <a:gd name="connsiteX14" fmla="*/ 1460440 w 1606362"/>
                <a:gd name="connsiteY14" fmla="*/ 1390657 h 1635893"/>
                <a:gd name="connsiteX15" fmla="*/ 1460821 w 1606362"/>
                <a:gd name="connsiteY15" fmla="*/ 1438790 h 1635893"/>
                <a:gd name="connsiteX16" fmla="*/ 1403163 w 1606362"/>
                <a:gd name="connsiteY16" fmla="*/ 1459999 h 1635893"/>
                <a:gd name="connsiteX17" fmla="*/ 1396686 w 1606362"/>
                <a:gd name="connsiteY17" fmla="*/ 1490352 h 1635893"/>
                <a:gd name="connsiteX18" fmla="*/ 1222569 w 1606362"/>
                <a:gd name="connsiteY18" fmla="*/ 1482224 h 1635893"/>
                <a:gd name="connsiteX19" fmla="*/ 1041340 w 1606362"/>
                <a:gd name="connsiteY19" fmla="*/ 1583443 h 1635893"/>
                <a:gd name="connsiteX20" fmla="*/ 907228 w 1606362"/>
                <a:gd name="connsiteY20" fmla="*/ 1570362 h 1635893"/>
                <a:gd name="connsiteX21" fmla="*/ 909260 w 1606362"/>
                <a:gd name="connsiteY21" fmla="*/ 1626242 h 1635893"/>
                <a:gd name="connsiteX22" fmla="*/ 884622 w 1606362"/>
                <a:gd name="connsiteY22" fmla="*/ 1624718 h 1635893"/>
                <a:gd name="connsiteX23" fmla="*/ 878780 w 1606362"/>
                <a:gd name="connsiteY23" fmla="*/ 1550296 h 1635893"/>
                <a:gd name="connsiteX24" fmla="*/ 820106 w 1606362"/>
                <a:gd name="connsiteY24" fmla="*/ 1144658 h 1635893"/>
                <a:gd name="connsiteX25" fmla="*/ 747208 w 1606362"/>
                <a:gd name="connsiteY25" fmla="*/ 1071887 h 1635893"/>
                <a:gd name="connsiteX26" fmla="*/ 424882 w 1606362"/>
                <a:gd name="connsiteY26" fmla="*/ 1070236 h 1635893"/>
                <a:gd name="connsiteX27" fmla="*/ 337125 w 1606362"/>
                <a:gd name="connsiteY27" fmla="*/ 1072395 h 1635893"/>
                <a:gd name="connsiteX28" fmla="*/ 407610 w 1606362"/>
                <a:gd name="connsiteY28" fmla="*/ 1284231 h 1635893"/>
                <a:gd name="connsiteX29" fmla="*/ 322774 w 1606362"/>
                <a:gd name="connsiteY29" fmla="*/ 1363352 h 1635893"/>
                <a:gd name="connsiteX30" fmla="*/ 288357 w 1606362"/>
                <a:gd name="connsiteY30" fmla="*/ 1588650 h 1635893"/>
                <a:gd name="connsiteX31" fmla="*/ 283023 w 1606362"/>
                <a:gd name="connsiteY31" fmla="*/ 1624718 h 1635893"/>
                <a:gd name="connsiteX32" fmla="*/ 259020 w 1606362"/>
                <a:gd name="connsiteY32" fmla="*/ 1629417 h 1635893"/>
                <a:gd name="connsiteX33" fmla="*/ 323409 w 1606362"/>
                <a:gd name="connsiteY33" fmla="*/ 1250068 h 1635893"/>
                <a:gd name="connsiteX34" fmla="*/ 305629 w 1606362"/>
                <a:gd name="connsiteY34" fmla="*/ 1166248 h 1635893"/>
                <a:gd name="connsiteX35" fmla="*/ 229556 w 1606362"/>
                <a:gd name="connsiteY35" fmla="*/ 1192410 h 1635893"/>
                <a:gd name="connsiteX36" fmla="*/ 18228 w 1606362"/>
                <a:gd name="connsiteY36" fmla="*/ 1623575 h 1635893"/>
                <a:gd name="connsiteX37" fmla="*/ 2099 w 1606362"/>
                <a:gd name="connsiteY37" fmla="*/ 1635894 h 1635893"/>
                <a:gd name="connsiteX38" fmla="*/ 17212 w 1606362"/>
                <a:gd name="connsiteY38" fmla="*/ 1539628 h 1635893"/>
                <a:gd name="connsiteX39" fmla="*/ 107001 w 1606362"/>
                <a:gd name="connsiteY39" fmla="*/ 1318648 h 1635893"/>
                <a:gd name="connsiteX40" fmla="*/ 216983 w 1606362"/>
                <a:gd name="connsiteY40" fmla="*/ 1168153 h 1635893"/>
                <a:gd name="connsiteX41" fmla="*/ 304867 w 1606362"/>
                <a:gd name="connsiteY41" fmla="*/ 1066553 h 1635893"/>
                <a:gd name="connsiteX42" fmla="*/ 391481 w 1606362"/>
                <a:gd name="connsiteY42" fmla="*/ 1032390 h 1635893"/>
                <a:gd name="connsiteX43" fmla="*/ 252924 w 1606362"/>
                <a:gd name="connsiteY43" fmla="*/ 952253 h 1635893"/>
                <a:gd name="connsiteX44" fmla="*/ 138243 w 1606362"/>
                <a:gd name="connsiteY44" fmla="*/ 837064 h 1635893"/>
                <a:gd name="connsiteX45" fmla="*/ 83633 w 1606362"/>
                <a:gd name="connsiteY45" fmla="*/ 754514 h 1635893"/>
                <a:gd name="connsiteX46" fmla="*/ 139767 w 1606362"/>
                <a:gd name="connsiteY46" fmla="*/ 520707 h 1635893"/>
                <a:gd name="connsiteX47" fmla="*/ 413198 w 1606362"/>
                <a:gd name="connsiteY47" fmla="*/ 274200 h 1635893"/>
                <a:gd name="connsiteX48" fmla="*/ 730698 w 1606362"/>
                <a:gd name="connsiteY48" fmla="*/ 270898 h 1635893"/>
                <a:gd name="connsiteX49" fmla="*/ 944058 w 1606362"/>
                <a:gd name="connsiteY49" fmla="*/ 397009 h 1635893"/>
                <a:gd name="connsiteX50" fmla="*/ 1076900 w 1606362"/>
                <a:gd name="connsiteY50" fmla="*/ 110878 h 1635893"/>
                <a:gd name="connsiteX51" fmla="*/ 971617 w 1606362"/>
                <a:gd name="connsiteY51" fmla="*/ 432950 h 1635893"/>
                <a:gd name="connsiteX52" fmla="*/ 1070423 w 1606362"/>
                <a:gd name="connsiteY52" fmla="*/ 588017 h 1635893"/>
                <a:gd name="connsiteX53" fmla="*/ 1107507 w 1606362"/>
                <a:gd name="connsiteY53" fmla="*/ 692030 h 1635893"/>
                <a:gd name="connsiteX54" fmla="*/ 1543879 w 1606362"/>
                <a:gd name="connsiteY54" fmla="*/ 155963 h 1635893"/>
                <a:gd name="connsiteX55" fmla="*/ 1261939 w 1606362"/>
                <a:gd name="connsiteY55" fmla="*/ 27312 h 1635893"/>
                <a:gd name="connsiteX56" fmla="*/ 1076900 w 1606362"/>
                <a:gd name="connsiteY56" fmla="*/ 110878 h 1635893"/>
                <a:gd name="connsiteX57" fmla="*/ 175327 w 1606362"/>
                <a:gd name="connsiteY57" fmla="*/ 504578 h 1635893"/>
                <a:gd name="connsiteX58" fmla="*/ 227270 w 1606362"/>
                <a:gd name="connsiteY58" fmla="*/ 521723 h 1635893"/>
                <a:gd name="connsiteX59" fmla="*/ 284801 w 1606362"/>
                <a:gd name="connsiteY59" fmla="*/ 676663 h 1635893"/>
                <a:gd name="connsiteX60" fmla="*/ 256607 w 1606362"/>
                <a:gd name="connsiteY60" fmla="*/ 816998 h 1635893"/>
                <a:gd name="connsiteX61" fmla="*/ 204283 w 1606362"/>
                <a:gd name="connsiteY61" fmla="*/ 863734 h 1635893"/>
                <a:gd name="connsiteX62" fmla="*/ 615128 w 1606362"/>
                <a:gd name="connsiteY62" fmla="*/ 1040010 h 1635893"/>
                <a:gd name="connsiteX63" fmla="*/ 979491 w 1606362"/>
                <a:gd name="connsiteY63" fmla="*/ 867671 h 1635893"/>
                <a:gd name="connsiteX64" fmla="*/ 1018353 w 1606362"/>
                <a:gd name="connsiteY64" fmla="*/ 573666 h 1635893"/>
                <a:gd name="connsiteX65" fmla="*/ 672151 w 1606362"/>
                <a:gd name="connsiteY65" fmla="*/ 284741 h 1635893"/>
                <a:gd name="connsiteX66" fmla="*/ 175327 w 1606362"/>
                <a:gd name="connsiteY66" fmla="*/ 504578 h 1635893"/>
                <a:gd name="connsiteX67" fmla="*/ 159833 w 1606362"/>
                <a:gd name="connsiteY67" fmla="*/ 539884 h 1635893"/>
                <a:gd name="connsiteX68" fmla="*/ 104588 w 1606362"/>
                <a:gd name="connsiteY68" fmla="*/ 728098 h 1635893"/>
                <a:gd name="connsiteX69" fmla="*/ 197679 w 1606362"/>
                <a:gd name="connsiteY69" fmla="*/ 834143 h 1635893"/>
                <a:gd name="connsiteX70" fmla="*/ 250892 w 1606362"/>
                <a:gd name="connsiteY70" fmla="*/ 752355 h 1635893"/>
                <a:gd name="connsiteX71" fmla="*/ 234636 w 1606362"/>
                <a:gd name="connsiteY71" fmla="*/ 576587 h 1635893"/>
                <a:gd name="connsiteX72" fmla="*/ 159833 w 1606362"/>
                <a:gd name="connsiteY72" fmla="*/ 539884 h 1635893"/>
                <a:gd name="connsiteX73" fmla="*/ 1052135 w 1606362"/>
                <a:gd name="connsiteY73" fmla="*/ 598050 h 1635893"/>
                <a:gd name="connsiteX74" fmla="*/ 1041086 w 1606362"/>
                <a:gd name="connsiteY74" fmla="*/ 807092 h 1635893"/>
                <a:gd name="connsiteX75" fmla="*/ 1052135 w 1606362"/>
                <a:gd name="connsiteY75" fmla="*/ 598050 h 1635893"/>
                <a:gd name="connsiteX76" fmla="*/ 441011 w 1606362"/>
                <a:gd name="connsiteY76" fmla="*/ 1044963 h 1635893"/>
                <a:gd name="connsiteX77" fmla="*/ 658816 w 1606362"/>
                <a:gd name="connsiteY77" fmla="*/ 1078618 h 1635893"/>
                <a:gd name="connsiteX78" fmla="*/ 569154 w 1606362"/>
                <a:gd name="connsiteY78" fmla="*/ 1062616 h 1635893"/>
                <a:gd name="connsiteX79" fmla="*/ 441011 w 1606362"/>
                <a:gd name="connsiteY79" fmla="*/ 1044963 h 1635893"/>
                <a:gd name="connsiteX80" fmla="*/ 303597 w 1606362"/>
                <a:gd name="connsiteY80" fmla="*/ 1095509 h 1635893"/>
                <a:gd name="connsiteX81" fmla="*/ 288992 w 1606362"/>
                <a:gd name="connsiteY81" fmla="*/ 1125100 h 1635893"/>
                <a:gd name="connsiteX82" fmla="*/ 345380 w 1606362"/>
                <a:gd name="connsiteY82" fmla="*/ 1175519 h 1635893"/>
                <a:gd name="connsiteX83" fmla="*/ 332934 w 1606362"/>
                <a:gd name="connsiteY83" fmla="*/ 1333380 h 1635893"/>
                <a:gd name="connsiteX84" fmla="*/ 384369 w 1606362"/>
                <a:gd name="connsiteY84" fmla="*/ 1261879 h 1635893"/>
                <a:gd name="connsiteX85" fmla="*/ 303597 w 1606362"/>
                <a:gd name="connsiteY85" fmla="*/ 1095509 h 1635893"/>
                <a:gd name="connsiteX86" fmla="*/ 1154370 w 1606362"/>
                <a:gd name="connsiteY86" fmla="*/ 1214635 h 1635893"/>
                <a:gd name="connsiteX87" fmla="*/ 1130875 w 1606362"/>
                <a:gd name="connsiteY87" fmla="*/ 1407675 h 1635893"/>
                <a:gd name="connsiteX88" fmla="*/ 1261431 w 1606362"/>
                <a:gd name="connsiteY88" fmla="*/ 1463301 h 1635893"/>
                <a:gd name="connsiteX89" fmla="*/ 1374969 w 1606362"/>
                <a:gd name="connsiteY89" fmla="*/ 1474731 h 1635893"/>
                <a:gd name="connsiteX90" fmla="*/ 1357316 w 1606362"/>
                <a:gd name="connsiteY90" fmla="*/ 1446029 h 1635893"/>
                <a:gd name="connsiteX91" fmla="*/ 1258637 w 1606362"/>
                <a:gd name="connsiteY91" fmla="*/ 1386466 h 1635893"/>
                <a:gd name="connsiteX92" fmla="*/ 1445581 w 1606362"/>
                <a:gd name="connsiteY92" fmla="*/ 1429773 h 1635893"/>
                <a:gd name="connsiteX93" fmla="*/ 1403163 w 1606362"/>
                <a:gd name="connsiteY93" fmla="*/ 1377195 h 1635893"/>
                <a:gd name="connsiteX94" fmla="*/ 1296229 w 1606362"/>
                <a:gd name="connsiteY94" fmla="*/ 1332237 h 1635893"/>
                <a:gd name="connsiteX95" fmla="*/ 1489269 w 1606362"/>
                <a:gd name="connsiteY95" fmla="*/ 1359923 h 1635893"/>
                <a:gd name="connsiteX96" fmla="*/ 1491174 w 1606362"/>
                <a:gd name="connsiteY96" fmla="*/ 1340111 h 1635893"/>
                <a:gd name="connsiteX97" fmla="*/ 1235269 w 1606362"/>
                <a:gd name="connsiteY97" fmla="*/ 1248163 h 1635893"/>
                <a:gd name="connsiteX98" fmla="*/ 1341060 w 1606362"/>
                <a:gd name="connsiteY98" fmla="*/ 1171709 h 1635893"/>
                <a:gd name="connsiteX99" fmla="*/ 1301944 w 1606362"/>
                <a:gd name="connsiteY99" fmla="*/ 1132720 h 1635893"/>
                <a:gd name="connsiteX100" fmla="*/ 1154370 w 1606362"/>
                <a:gd name="connsiteY100" fmla="*/ 1214635 h 1635893"/>
                <a:gd name="connsiteX101" fmla="*/ 857063 w 1606362"/>
                <a:gd name="connsiteY101" fmla="*/ 1181488 h 1635893"/>
                <a:gd name="connsiteX102" fmla="*/ 878272 w 1606362"/>
                <a:gd name="connsiteY102" fmla="*/ 1300868 h 1635893"/>
                <a:gd name="connsiteX103" fmla="*/ 905704 w 1606362"/>
                <a:gd name="connsiteY103" fmla="*/ 1540771 h 1635893"/>
                <a:gd name="connsiteX104" fmla="*/ 1188660 w 1606362"/>
                <a:gd name="connsiteY104" fmla="*/ 1474350 h 1635893"/>
                <a:gd name="connsiteX105" fmla="*/ 1073344 w 1606362"/>
                <a:gd name="connsiteY105" fmla="*/ 1300233 h 1635893"/>
                <a:gd name="connsiteX106" fmla="*/ 973522 w 1606362"/>
                <a:gd name="connsiteY106" fmla="*/ 1438155 h 1635893"/>
                <a:gd name="connsiteX107" fmla="*/ 945201 w 1606362"/>
                <a:gd name="connsiteY107" fmla="*/ 1487558 h 1635893"/>
                <a:gd name="connsiteX108" fmla="*/ 974665 w 1606362"/>
                <a:gd name="connsiteY108" fmla="*/ 1366781 h 1635893"/>
                <a:gd name="connsiteX109" fmla="*/ 857063 w 1606362"/>
                <a:gd name="connsiteY109" fmla="*/ 1181488 h 1635893"/>
                <a:gd name="connsiteX0" fmla="*/ 1014924 w 1543880"/>
                <a:gd name="connsiteY0" fmla="*/ 136948 h 1635803"/>
                <a:gd name="connsiteX1" fmla="*/ 1288609 w 1543880"/>
                <a:gd name="connsiteY1" fmla="*/ 42 h 1635803"/>
                <a:gd name="connsiteX2" fmla="*/ 1100903 w 1543880"/>
                <a:gd name="connsiteY2" fmla="*/ 724323 h 1635803"/>
                <a:gd name="connsiteX3" fmla="*/ 1075122 w 1543880"/>
                <a:gd name="connsiteY3" fmla="*/ 806746 h 1635803"/>
                <a:gd name="connsiteX4" fmla="*/ 994858 w 1543880"/>
                <a:gd name="connsiteY4" fmla="*/ 891074 h 1635803"/>
                <a:gd name="connsiteX5" fmla="*/ 900370 w 1543880"/>
                <a:gd name="connsiteY5" fmla="*/ 986070 h 1635803"/>
                <a:gd name="connsiteX6" fmla="*/ 765623 w 1543880"/>
                <a:gd name="connsiteY6" fmla="*/ 1048300 h 1635803"/>
                <a:gd name="connsiteX7" fmla="*/ 993715 w 1543880"/>
                <a:gd name="connsiteY7" fmla="*/ 1351449 h 1635803"/>
                <a:gd name="connsiteX8" fmla="*/ 1109666 w 1543880"/>
                <a:gd name="connsiteY8" fmla="*/ 1221528 h 1635803"/>
                <a:gd name="connsiteX9" fmla="*/ 1283275 w 1543880"/>
                <a:gd name="connsiteY9" fmla="*/ 1110911 h 1635803"/>
                <a:gd name="connsiteX10" fmla="*/ 1372810 w 1543880"/>
                <a:gd name="connsiteY10" fmla="*/ 1159044 h 1635803"/>
                <a:gd name="connsiteX11" fmla="*/ 1290260 w 1543880"/>
                <a:gd name="connsiteY11" fmla="*/ 1244261 h 1635803"/>
                <a:gd name="connsiteX12" fmla="*/ 1514796 w 1543880"/>
                <a:gd name="connsiteY12" fmla="*/ 1325541 h 1635803"/>
                <a:gd name="connsiteX13" fmla="*/ 1460440 w 1543880"/>
                <a:gd name="connsiteY13" fmla="*/ 1390565 h 1635803"/>
                <a:gd name="connsiteX14" fmla="*/ 1460821 w 1543880"/>
                <a:gd name="connsiteY14" fmla="*/ 1438698 h 1635803"/>
                <a:gd name="connsiteX15" fmla="*/ 1403163 w 1543880"/>
                <a:gd name="connsiteY15" fmla="*/ 1459907 h 1635803"/>
                <a:gd name="connsiteX16" fmla="*/ 1396686 w 1543880"/>
                <a:gd name="connsiteY16" fmla="*/ 1490260 h 1635803"/>
                <a:gd name="connsiteX17" fmla="*/ 1222569 w 1543880"/>
                <a:gd name="connsiteY17" fmla="*/ 1482132 h 1635803"/>
                <a:gd name="connsiteX18" fmla="*/ 1041340 w 1543880"/>
                <a:gd name="connsiteY18" fmla="*/ 1583351 h 1635803"/>
                <a:gd name="connsiteX19" fmla="*/ 907228 w 1543880"/>
                <a:gd name="connsiteY19" fmla="*/ 1570270 h 1635803"/>
                <a:gd name="connsiteX20" fmla="*/ 909260 w 1543880"/>
                <a:gd name="connsiteY20" fmla="*/ 1626150 h 1635803"/>
                <a:gd name="connsiteX21" fmla="*/ 884622 w 1543880"/>
                <a:gd name="connsiteY21" fmla="*/ 1624626 h 1635803"/>
                <a:gd name="connsiteX22" fmla="*/ 878780 w 1543880"/>
                <a:gd name="connsiteY22" fmla="*/ 1550204 h 1635803"/>
                <a:gd name="connsiteX23" fmla="*/ 820106 w 1543880"/>
                <a:gd name="connsiteY23" fmla="*/ 1144566 h 1635803"/>
                <a:gd name="connsiteX24" fmla="*/ 747208 w 1543880"/>
                <a:gd name="connsiteY24" fmla="*/ 1071795 h 1635803"/>
                <a:gd name="connsiteX25" fmla="*/ 424882 w 1543880"/>
                <a:gd name="connsiteY25" fmla="*/ 1070144 h 1635803"/>
                <a:gd name="connsiteX26" fmla="*/ 337125 w 1543880"/>
                <a:gd name="connsiteY26" fmla="*/ 1072303 h 1635803"/>
                <a:gd name="connsiteX27" fmla="*/ 407610 w 1543880"/>
                <a:gd name="connsiteY27" fmla="*/ 1284139 h 1635803"/>
                <a:gd name="connsiteX28" fmla="*/ 322774 w 1543880"/>
                <a:gd name="connsiteY28" fmla="*/ 1363260 h 1635803"/>
                <a:gd name="connsiteX29" fmla="*/ 288357 w 1543880"/>
                <a:gd name="connsiteY29" fmla="*/ 1588558 h 1635803"/>
                <a:gd name="connsiteX30" fmla="*/ 283023 w 1543880"/>
                <a:gd name="connsiteY30" fmla="*/ 1624626 h 1635803"/>
                <a:gd name="connsiteX31" fmla="*/ 259020 w 1543880"/>
                <a:gd name="connsiteY31" fmla="*/ 1629325 h 1635803"/>
                <a:gd name="connsiteX32" fmla="*/ 323409 w 1543880"/>
                <a:gd name="connsiteY32" fmla="*/ 1249976 h 1635803"/>
                <a:gd name="connsiteX33" fmla="*/ 305629 w 1543880"/>
                <a:gd name="connsiteY33" fmla="*/ 1166156 h 1635803"/>
                <a:gd name="connsiteX34" fmla="*/ 229556 w 1543880"/>
                <a:gd name="connsiteY34" fmla="*/ 1192318 h 1635803"/>
                <a:gd name="connsiteX35" fmla="*/ 18228 w 1543880"/>
                <a:gd name="connsiteY35" fmla="*/ 1623483 h 1635803"/>
                <a:gd name="connsiteX36" fmla="*/ 2099 w 1543880"/>
                <a:gd name="connsiteY36" fmla="*/ 1635802 h 1635803"/>
                <a:gd name="connsiteX37" fmla="*/ 17212 w 1543880"/>
                <a:gd name="connsiteY37" fmla="*/ 1539536 h 1635803"/>
                <a:gd name="connsiteX38" fmla="*/ 107001 w 1543880"/>
                <a:gd name="connsiteY38" fmla="*/ 1318556 h 1635803"/>
                <a:gd name="connsiteX39" fmla="*/ 216983 w 1543880"/>
                <a:gd name="connsiteY39" fmla="*/ 1168061 h 1635803"/>
                <a:gd name="connsiteX40" fmla="*/ 304867 w 1543880"/>
                <a:gd name="connsiteY40" fmla="*/ 1066461 h 1635803"/>
                <a:gd name="connsiteX41" fmla="*/ 391481 w 1543880"/>
                <a:gd name="connsiteY41" fmla="*/ 1032298 h 1635803"/>
                <a:gd name="connsiteX42" fmla="*/ 252924 w 1543880"/>
                <a:gd name="connsiteY42" fmla="*/ 952161 h 1635803"/>
                <a:gd name="connsiteX43" fmla="*/ 138243 w 1543880"/>
                <a:gd name="connsiteY43" fmla="*/ 836972 h 1635803"/>
                <a:gd name="connsiteX44" fmla="*/ 83633 w 1543880"/>
                <a:gd name="connsiteY44" fmla="*/ 754422 h 1635803"/>
                <a:gd name="connsiteX45" fmla="*/ 139767 w 1543880"/>
                <a:gd name="connsiteY45" fmla="*/ 520615 h 1635803"/>
                <a:gd name="connsiteX46" fmla="*/ 413198 w 1543880"/>
                <a:gd name="connsiteY46" fmla="*/ 274108 h 1635803"/>
                <a:gd name="connsiteX47" fmla="*/ 730698 w 1543880"/>
                <a:gd name="connsiteY47" fmla="*/ 270806 h 1635803"/>
                <a:gd name="connsiteX48" fmla="*/ 944058 w 1543880"/>
                <a:gd name="connsiteY48" fmla="*/ 396917 h 1635803"/>
                <a:gd name="connsiteX49" fmla="*/ 1076900 w 1543880"/>
                <a:gd name="connsiteY49" fmla="*/ 110786 h 1635803"/>
                <a:gd name="connsiteX50" fmla="*/ 971617 w 1543880"/>
                <a:gd name="connsiteY50" fmla="*/ 432858 h 1635803"/>
                <a:gd name="connsiteX51" fmla="*/ 1070423 w 1543880"/>
                <a:gd name="connsiteY51" fmla="*/ 587925 h 1635803"/>
                <a:gd name="connsiteX52" fmla="*/ 1107507 w 1543880"/>
                <a:gd name="connsiteY52" fmla="*/ 691938 h 1635803"/>
                <a:gd name="connsiteX53" fmla="*/ 1543879 w 1543880"/>
                <a:gd name="connsiteY53" fmla="*/ 155871 h 1635803"/>
                <a:gd name="connsiteX54" fmla="*/ 1261939 w 1543880"/>
                <a:gd name="connsiteY54" fmla="*/ 27220 h 1635803"/>
                <a:gd name="connsiteX55" fmla="*/ 1076900 w 1543880"/>
                <a:gd name="connsiteY55" fmla="*/ 110786 h 1635803"/>
                <a:gd name="connsiteX56" fmla="*/ 175327 w 1543880"/>
                <a:gd name="connsiteY56" fmla="*/ 504486 h 1635803"/>
                <a:gd name="connsiteX57" fmla="*/ 227270 w 1543880"/>
                <a:gd name="connsiteY57" fmla="*/ 521631 h 1635803"/>
                <a:gd name="connsiteX58" fmla="*/ 284801 w 1543880"/>
                <a:gd name="connsiteY58" fmla="*/ 676571 h 1635803"/>
                <a:gd name="connsiteX59" fmla="*/ 256607 w 1543880"/>
                <a:gd name="connsiteY59" fmla="*/ 816906 h 1635803"/>
                <a:gd name="connsiteX60" fmla="*/ 204283 w 1543880"/>
                <a:gd name="connsiteY60" fmla="*/ 863642 h 1635803"/>
                <a:gd name="connsiteX61" fmla="*/ 615128 w 1543880"/>
                <a:gd name="connsiteY61" fmla="*/ 1039918 h 1635803"/>
                <a:gd name="connsiteX62" fmla="*/ 979491 w 1543880"/>
                <a:gd name="connsiteY62" fmla="*/ 867579 h 1635803"/>
                <a:gd name="connsiteX63" fmla="*/ 1018353 w 1543880"/>
                <a:gd name="connsiteY63" fmla="*/ 573574 h 1635803"/>
                <a:gd name="connsiteX64" fmla="*/ 672151 w 1543880"/>
                <a:gd name="connsiteY64" fmla="*/ 284649 h 1635803"/>
                <a:gd name="connsiteX65" fmla="*/ 175327 w 1543880"/>
                <a:gd name="connsiteY65" fmla="*/ 504486 h 1635803"/>
                <a:gd name="connsiteX66" fmla="*/ 159833 w 1543880"/>
                <a:gd name="connsiteY66" fmla="*/ 539792 h 1635803"/>
                <a:gd name="connsiteX67" fmla="*/ 104588 w 1543880"/>
                <a:gd name="connsiteY67" fmla="*/ 728006 h 1635803"/>
                <a:gd name="connsiteX68" fmla="*/ 197679 w 1543880"/>
                <a:gd name="connsiteY68" fmla="*/ 834051 h 1635803"/>
                <a:gd name="connsiteX69" fmla="*/ 250892 w 1543880"/>
                <a:gd name="connsiteY69" fmla="*/ 752263 h 1635803"/>
                <a:gd name="connsiteX70" fmla="*/ 234636 w 1543880"/>
                <a:gd name="connsiteY70" fmla="*/ 576495 h 1635803"/>
                <a:gd name="connsiteX71" fmla="*/ 159833 w 1543880"/>
                <a:gd name="connsiteY71" fmla="*/ 539792 h 1635803"/>
                <a:gd name="connsiteX72" fmla="*/ 1052135 w 1543880"/>
                <a:gd name="connsiteY72" fmla="*/ 597958 h 1635803"/>
                <a:gd name="connsiteX73" fmla="*/ 1041086 w 1543880"/>
                <a:gd name="connsiteY73" fmla="*/ 807000 h 1635803"/>
                <a:gd name="connsiteX74" fmla="*/ 1052135 w 1543880"/>
                <a:gd name="connsiteY74" fmla="*/ 597958 h 1635803"/>
                <a:gd name="connsiteX75" fmla="*/ 441011 w 1543880"/>
                <a:gd name="connsiteY75" fmla="*/ 1044871 h 1635803"/>
                <a:gd name="connsiteX76" fmla="*/ 658816 w 1543880"/>
                <a:gd name="connsiteY76" fmla="*/ 1078526 h 1635803"/>
                <a:gd name="connsiteX77" fmla="*/ 569154 w 1543880"/>
                <a:gd name="connsiteY77" fmla="*/ 1062524 h 1635803"/>
                <a:gd name="connsiteX78" fmla="*/ 441011 w 1543880"/>
                <a:gd name="connsiteY78" fmla="*/ 1044871 h 1635803"/>
                <a:gd name="connsiteX79" fmla="*/ 303597 w 1543880"/>
                <a:gd name="connsiteY79" fmla="*/ 1095417 h 1635803"/>
                <a:gd name="connsiteX80" fmla="*/ 288992 w 1543880"/>
                <a:gd name="connsiteY80" fmla="*/ 1125008 h 1635803"/>
                <a:gd name="connsiteX81" fmla="*/ 345380 w 1543880"/>
                <a:gd name="connsiteY81" fmla="*/ 1175427 h 1635803"/>
                <a:gd name="connsiteX82" fmla="*/ 332934 w 1543880"/>
                <a:gd name="connsiteY82" fmla="*/ 1333288 h 1635803"/>
                <a:gd name="connsiteX83" fmla="*/ 384369 w 1543880"/>
                <a:gd name="connsiteY83" fmla="*/ 1261787 h 1635803"/>
                <a:gd name="connsiteX84" fmla="*/ 303597 w 1543880"/>
                <a:gd name="connsiteY84" fmla="*/ 1095417 h 1635803"/>
                <a:gd name="connsiteX85" fmla="*/ 1154370 w 1543880"/>
                <a:gd name="connsiteY85" fmla="*/ 1214543 h 1635803"/>
                <a:gd name="connsiteX86" fmla="*/ 1130875 w 1543880"/>
                <a:gd name="connsiteY86" fmla="*/ 1407583 h 1635803"/>
                <a:gd name="connsiteX87" fmla="*/ 1261431 w 1543880"/>
                <a:gd name="connsiteY87" fmla="*/ 1463209 h 1635803"/>
                <a:gd name="connsiteX88" fmla="*/ 1374969 w 1543880"/>
                <a:gd name="connsiteY88" fmla="*/ 1474639 h 1635803"/>
                <a:gd name="connsiteX89" fmla="*/ 1357316 w 1543880"/>
                <a:gd name="connsiteY89" fmla="*/ 1445937 h 1635803"/>
                <a:gd name="connsiteX90" fmla="*/ 1258637 w 1543880"/>
                <a:gd name="connsiteY90" fmla="*/ 1386374 h 1635803"/>
                <a:gd name="connsiteX91" fmla="*/ 1445581 w 1543880"/>
                <a:gd name="connsiteY91" fmla="*/ 1429681 h 1635803"/>
                <a:gd name="connsiteX92" fmla="*/ 1403163 w 1543880"/>
                <a:gd name="connsiteY92" fmla="*/ 1377103 h 1635803"/>
                <a:gd name="connsiteX93" fmla="*/ 1296229 w 1543880"/>
                <a:gd name="connsiteY93" fmla="*/ 1332145 h 1635803"/>
                <a:gd name="connsiteX94" fmla="*/ 1489269 w 1543880"/>
                <a:gd name="connsiteY94" fmla="*/ 1359831 h 1635803"/>
                <a:gd name="connsiteX95" fmla="*/ 1491174 w 1543880"/>
                <a:gd name="connsiteY95" fmla="*/ 1340019 h 1635803"/>
                <a:gd name="connsiteX96" fmla="*/ 1235269 w 1543880"/>
                <a:gd name="connsiteY96" fmla="*/ 1248071 h 1635803"/>
                <a:gd name="connsiteX97" fmla="*/ 1341060 w 1543880"/>
                <a:gd name="connsiteY97" fmla="*/ 1171617 h 1635803"/>
                <a:gd name="connsiteX98" fmla="*/ 1301944 w 1543880"/>
                <a:gd name="connsiteY98" fmla="*/ 1132628 h 1635803"/>
                <a:gd name="connsiteX99" fmla="*/ 1154370 w 1543880"/>
                <a:gd name="connsiteY99" fmla="*/ 1214543 h 1635803"/>
                <a:gd name="connsiteX100" fmla="*/ 857063 w 1543880"/>
                <a:gd name="connsiteY100" fmla="*/ 1181396 h 1635803"/>
                <a:gd name="connsiteX101" fmla="*/ 878272 w 1543880"/>
                <a:gd name="connsiteY101" fmla="*/ 1300776 h 1635803"/>
                <a:gd name="connsiteX102" fmla="*/ 905704 w 1543880"/>
                <a:gd name="connsiteY102" fmla="*/ 1540679 h 1635803"/>
                <a:gd name="connsiteX103" fmla="*/ 1188660 w 1543880"/>
                <a:gd name="connsiteY103" fmla="*/ 1474258 h 1635803"/>
                <a:gd name="connsiteX104" fmla="*/ 1073344 w 1543880"/>
                <a:gd name="connsiteY104" fmla="*/ 1300141 h 1635803"/>
                <a:gd name="connsiteX105" fmla="*/ 973522 w 1543880"/>
                <a:gd name="connsiteY105" fmla="*/ 1438063 h 1635803"/>
                <a:gd name="connsiteX106" fmla="*/ 945201 w 1543880"/>
                <a:gd name="connsiteY106" fmla="*/ 1487466 h 1635803"/>
                <a:gd name="connsiteX107" fmla="*/ 974665 w 1543880"/>
                <a:gd name="connsiteY107" fmla="*/ 1366689 h 1635803"/>
                <a:gd name="connsiteX108" fmla="*/ 857063 w 1543880"/>
                <a:gd name="connsiteY108" fmla="*/ 1181396 h 1635803"/>
                <a:gd name="connsiteX0" fmla="*/ 1014924 w 1522114"/>
                <a:gd name="connsiteY0" fmla="*/ 143988 h 1642841"/>
                <a:gd name="connsiteX1" fmla="*/ 1288609 w 1522114"/>
                <a:gd name="connsiteY1" fmla="*/ 7082 h 1642841"/>
                <a:gd name="connsiteX2" fmla="*/ 1100903 w 1522114"/>
                <a:gd name="connsiteY2" fmla="*/ 731363 h 1642841"/>
                <a:gd name="connsiteX3" fmla="*/ 1075122 w 1522114"/>
                <a:gd name="connsiteY3" fmla="*/ 813786 h 1642841"/>
                <a:gd name="connsiteX4" fmla="*/ 994858 w 1522114"/>
                <a:gd name="connsiteY4" fmla="*/ 898114 h 1642841"/>
                <a:gd name="connsiteX5" fmla="*/ 900370 w 1522114"/>
                <a:gd name="connsiteY5" fmla="*/ 993110 h 1642841"/>
                <a:gd name="connsiteX6" fmla="*/ 765623 w 1522114"/>
                <a:gd name="connsiteY6" fmla="*/ 1055340 h 1642841"/>
                <a:gd name="connsiteX7" fmla="*/ 993715 w 1522114"/>
                <a:gd name="connsiteY7" fmla="*/ 1358489 h 1642841"/>
                <a:gd name="connsiteX8" fmla="*/ 1109666 w 1522114"/>
                <a:gd name="connsiteY8" fmla="*/ 1228568 h 1642841"/>
                <a:gd name="connsiteX9" fmla="*/ 1283275 w 1522114"/>
                <a:gd name="connsiteY9" fmla="*/ 1117951 h 1642841"/>
                <a:gd name="connsiteX10" fmla="*/ 1372810 w 1522114"/>
                <a:gd name="connsiteY10" fmla="*/ 1166084 h 1642841"/>
                <a:gd name="connsiteX11" fmla="*/ 1290260 w 1522114"/>
                <a:gd name="connsiteY11" fmla="*/ 1251301 h 1642841"/>
                <a:gd name="connsiteX12" fmla="*/ 1514796 w 1522114"/>
                <a:gd name="connsiteY12" fmla="*/ 1332581 h 1642841"/>
                <a:gd name="connsiteX13" fmla="*/ 1460440 w 1522114"/>
                <a:gd name="connsiteY13" fmla="*/ 1397605 h 1642841"/>
                <a:gd name="connsiteX14" fmla="*/ 1460821 w 1522114"/>
                <a:gd name="connsiteY14" fmla="*/ 1445738 h 1642841"/>
                <a:gd name="connsiteX15" fmla="*/ 1403163 w 1522114"/>
                <a:gd name="connsiteY15" fmla="*/ 1466947 h 1642841"/>
                <a:gd name="connsiteX16" fmla="*/ 1396686 w 1522114"/>
                <a:gd name="connsiteY16" fmla="*/ 1497300 h 1642841"/>
                <a:gd name="connsiteX17" fmla="*/ 1222569 w 1522114"/>
                <a:gd name="connsiteY17" fmla="*/ 1489172 h 1642841"/>
                <a:gd name="connsiteX18" fmla="*/ 1041340 w 1522114"/>
                <a:gd name="connsiteY18" fmla="*/ 1590391 h 1642841"/>
                <a:gd name="connsiteX19" fmla="*/ 907228 w 1522114"/>
                <a:gd name="connsiteY19" fmla="*/ 1577310 h 1642841"/>
                <a:gd name="connsiteX20" fmla="*/ 909260 w 1522114"/>
                <a:gd name="connsiteY20" fmla="*/ 1633190 h 1642841"/>
                <a:gd name="connsiteX21" fmla="*/ 884622 w 1522114"/>
                <a:gd name="connsiteY21" fmla="*/ 1631666 h 1642841"/>
                <a:gd name="connsiteX22" fmla="*/ 878780 w 1522114"/>
                <a:gd name="connsiteY22" fmla="*/ 1557244 h 1642841"/>
                <a:gd name="connsiteX23" fmla="*/ 820106 w 1522114"/>
                <a:gd name="connsiteY23" fmla="*/ 1151606 h 1642841"/>
                <a:gd name="connsiteX24" fmla="*/ 747208 w 1522114"/>
                <a:gd name="connsiteY24" fmla="*/ 1078835 h 1642841"/>
                <a:gd name="connsiteX25" fmla="*/ 424882 w 1522114"/>
                <a:gd name="connsiteY25" fmla="*/ 1077184 h 1642841"/>
                <a:gd name="connsiteX26" fmla="*/ 337125 w 1522114"/>
                <a:gd name="connsiteY26" fmla="*/ 1079343 h 1642841"/>
                <a:gd name="connsiteX27" fmla="*/ 407610 w 1522114"/>
                <a:gd name="connsiteY27" fmla="*/ 1291179 h 1642841"/>
                <a:gd name="connsiteX28" fmla="*/ 322774 w 1522114"/>
                <a:gd name="connsiteY28" fmla="*/ 1370300 h 1642841"/>
                <a:gd name="connsiteX29" fmla="*/ 288357 w 1522114"/>
                <a:gd name="connsiteY29" fmla="*/ 1595598 h 1642841"/>
                <a:gd name="connsiteX30" fmla="*/ 283023 w 1522114"/>
                <a:gd name="connsiteY30" fmla="*/ 1631666 h 1642841"/>
                <a:gd name="connsiteX31" fmla="*/ 259020 w 1522114"/>
                <a:gd name="connsiteY31" fmla="*/ 1636365 h 1642841"/>
                <a:gd name="connsiteX32" fmla="*/ 323409 w 1522114"/>
                <a:gd name="connsiteY32" fmla="*/ 1257016 h 1642841"/>
                <a:gd name="connsiteX33" fmla="*/ 305629 w 1522114"/>
                <a:gd name="connsiteY33" fmla="*/ 1173196 h 1642841"/>
                <a:gd name="connsiteX34" fmla="*/ 229556 w 1522114"/>
                <a:gd name="connsiteY34" fmla="*/ 1199358 h 1642841"/>
                <a:gd name="connsiteX35" fmla="*/ 18228 w 1522114"/>
                <a:gd name="connsiteY35" fmla="*/ 1630523 h 1642841"/>
                <a:gd name="connsiteX36" fmla="*/ 2099 w 1522114"/>
                <a:gd name="connsiteY36" fmla="*/ 1642842 h 1642841"/>
                <a:gd name="connsiteX37" fmla="*/ 17212 w 1522114"/>
                <a:gd name="connsiteY37" fmla="*/ 1546576 h 1642841"/>
                <a:gd name="connsiteX38" fmla="*/ 107001 w 1522114"/>
                <a:gd name="connsiteY38" fmla="*/ 1325596 h 1642841"/>
                <a:gd name="connsiteX39" fmla="*/ 216983 w 1522114"/>
                <a:gd name="connsiteY39" fmla="*/ 1175101 h 1642841"/>
                <a:gd name="connsiteX40" fmla="*/ 304867 w 1522114"/>
                <a:gd name="connsiteY40" fmla="*/ 1073501 h 1642841"/>
                <a:gd name="connsiteX41" fmla="*/ 391481 w 1522114"/>
                <a:gd name="connsiteY41" fmla="*/ 1039338 h 1642841"/>
                <a:gd name="connsiteX42" fmla="*/ 252924 w 1522114"/>
                <a:gd name="connsiteY42" fmla="*/ 959201 h 1642841"/>
                <a:gd name="connsiteX43" fmla="*/ 138243 w 1522114"/>
                <a:gd name="connsiteY43" fmla="*/ 844012 h 1642841"/>
                <a:gd name="connsiteX44" fmla="*/ 83633 w 1522114"/>
                <a:gd name="connsiteY44" fmla="*/ 761462 h 1642841"/>
                <a:gd name="connsiteX45" fmla="*/ 139767 w 1522114"/>
                <a:gd name="connsiteY45" fmla="*/ 527655 h 1642841"/>
                <a:gd name="connsiteX46" fmla="*/ 413198 w 1522114"/>
                <a:gd name="connsiteY46" fmla="*/ 281148 h 1642841"/>
                <a:gd name="connsiteX47" fmla="*/ 730698 w 1522114"/>
                <a:gd name="connsiteY47" fmla="*/ 277846 h 1642841"/>
                <a:gd name="connsiteX48" fmla="*/ 944058 w 1522114"/>
                <a:gd name="connsiteY48" fmla="*/ 403957 h 1642841"/>
                <a:gd name="connsiteX49" fmla="*/ 1076900 w 1522114"/>
                <a:gd name="connsiteY49" fmla="*/ 117826 h 1642841"/>
                <a:gd name="connsiteX50" fmla="*/ 971617 w 1522114"/>
                <a:gd name="connsiteY50" fmla="*/ 439898 h 1642841"/>
                <a:gd name="connsiteX51" fmla="*/ 1070423 w 1522114"/>
                <a:gd name="connsiteY51" fmla="*/ 594965 h 1642841"/>
                <a:gd name="connsiteX52" fmla="*/ 1107507 w 1522114"/>
                <a:gd name="connsiteY52" fmla="*/ 698978 h 1642841"/>
                <a:gd name="connsiteX53" fmla="*/ 1261939 w 1522114"/>
                <a:gd name="connsiteY53" fmla="*/ 34260 h 1642841"/>
                <a:gd name="connsiteX54" fmla="*/ 1076900 w 1522114"/>
                <a:gd name="connsiteY54" fmla="*/ 117826 h 1642841"/>
                <a:gd name="connsiteX55" fmla="*/ 175327 w 1522114"/>
                <a:gd name="connsiteY55" fmla="*/ 511526 h 1642841"/>
                <a:gd name="connsiteX56" fmla="*/ 227270 w 1522114"/>
                <a:gd name="connsiteY56" fmla="*/ 528671 h 1642841"/>
                <a:gd name="connsiteX57" fmla="*/ 284801 w 1522114"/>
                <a:gd name="connsiteY57" fmla="*/ 683611 h 1642841"/>
                <a:gd name="connsiteX58" fmla="*/ 256607 w 1522114"/>
                <a:gd name="connsiteY58" fmla="*/ 823946 h 1642841"/>
                <a:gd name="connsiteX59" fmla="*/ 204283 w 1522114"/>
                <a:gd name="connsiteY59" fmla="*/ 870682 h 1642841"/>
                <a:gd name="connsiteX60" fmla="*/ 615128 w 1522114"/>
                <a:gd name="connsiteY60" fmla="*/ 1046958 h 1642841"/>
                <a:gd name="connsiteX61" fmla="*/ 979491 w 1522114"/>
                <a:gd name="connsiteY61" fmla="*/ 874619 h 1642841"/>
                <a:gd name="connsiteX62" fmla="*/ 1018353 w 1522114"/>
                <a:gd name="connsiteY62" fmla="*/ 580614 h 1642841"/>
                <a:gd name="connsiteX63" fmla="*/ 672151 w 1522114"/>
                <a:gd name="connsiteY63" fmla="*/ 291689 h 1642841"/>
                <a:gd name="connsiteX64" fmla="*/ 175327 w 1522114"/>
                <a:gd name="connsiteY64" fmla="*/ 511526 h 1642841"/>
                <a:gd name="connsiteX65" fmla="*/ 159833 w 1522114"/>
                <a:gd name="connsiteY65" fmla="*/ 546832 h 1642841"/>
                <a:gd name="connsiteX66" fmla="*/ 104588 w 1522114"/>
                <a:gd name="connsiteY66" fmla="*/ 735046 h 1642841"/>
                <a:gd name="connsiteX67" fmla="*/ 197679 w 1522114"/>
                <a:gd name="connsiteY67" fmla="*/ 841091 h 1642841"/>
                <a:gd name="connsiteX68" fmla="*/ 250892 w 1522114"/>
                <a:gd name="connsiteY68" fmla="*/ 759303 h 1642841"/>
                <a:gd name="connsiteX69" fmla="*/ 234636 w 1522114"/>
                <a:gd name="connsiteY69" fmla="*/ 583535 h 1642841"/>
                <a:gd name="connsiteX70" fmla="*/ 159833 w 1522114"/>
                <a:gd name="connsiteY70" fmla="*/ 546832 h 1642841"/>
                <a:gd name="connsiteX71" fmla="*/ 1052135 w 1522114"/>
                <a:gd name="connsiteY71" fmla="*/ 604998 h 1642841"/>
                <a:gd name="connsiteX72" fmla="*/ 1041086 w 1522114"/>
                <a:gd name="connsiteY72" fmla="*/ 814040 h 1642841"/>
                <a:gd name="connsiteX73" fmla="*/ 1052135 w 1522114"/>
                <a:gd name="connsiteY73" fmla="*/ 604998 h 1642841"/>
                <a:gd name="connsiteX74" fmla="*/ 441011 w 1522114"/>
                <a:gd name="connsiteY74" fmla="*/ 1051911 h 1642841"/>
                <a:gd name="connsiteX75" fmla="*/ 658816 w 1522114"/>
                <a:gd name="connsiteY75" fmla="*/ 1085566 h 1642841"/>
                <a:gd name="connsiteX76" fmla="*/ 569154 w 1522114"/>
                <a:gd name="connsiteY76" fmla="*/ 1069564 h 1642841"/>
                <a:gd name="connsiteX77" fmla="*/ 441011 w 1522114"/>
                <a:gd name="connsiteY77" fmla="*/ 1051911 h 1642841"/>
                <a:gd name="connsiteX78" fmla="*/ 303597 w 1522114"/>
                <a:gd name="connsiteY78" fmla="*/ 1102457 h 1642841"/>
                <a:gd name="connsiteX79" fmla="*/ 288992 w 1522114"/>
                <a:gd name="connsiteY79" fmla="*/ 1132048 h 1642841"/>
                <a:gd name="connsiteX80" fmla="*/ 345380 w 1522114"/>
                <a:gd name="connsiteY80" fmla="*/ 1182467 h 1642841"/>
                <a:gd name="connsiteX81" fmla="*/ 332934 w 1522114"/>
                <a:gd name="connsiteY81" fmla="*/ 1340328 h 1642841"/>
                <a:gd name="connsiteX82" fmla="*/ 384369 w 1522114"/>
                <a:gd name="connsiteY82" fmla="*/ 1268827 h 1642841"/>
                <a:gd name="connsiteX83" fmla="*/ 303597 w 1522114"/>
                <a:gd name="connsiteY83" fmla="*/ 1102457 h 1642841"/>
                <a:gd name="connsiteX84" fmla="*/ 1154370 w 1522114"/>
                <a:gd name="connsiteY84" fmla="*/ 1221583 h 1642841"/>
                <a:gd name="connsiteX85" fmla="*/ 1130875 w 1522114"/>
                <a:gd name="connsiteY85" fmla="*/ 1414623 h 1642841"/>
                <a:gd name="connsiteX86" fmla="*/ 1261431 w 1522114"/>
                <a:gd name="connsiteY86" fmla="*/ 1470249 h 1642841"/>
                <a:gd name="connsiteX87" fmla="*/ 1374969 w 1522114"/>
                <a:gd name="connsiteY87" fmla="*/ 1481679 h 1642841"/>
                <a:gd name="connsiteX88" fmla="*/ 1357316 w 1522114"/>
                <a:gd name="connsiteY88" fmla="*/ 1452977 h 1642841"/>
                <a:gd name="connsiteX89" fmla="*/ 1258637 w 1522114"/>
                <a:gd name="connsiteY89" fmla="*/ 1393414 h 1642841"/>
                <a:gd name="connsiteX90" fmla="*/ 1445581 w 1522114"/>
                <a:gd name="connsiteY90" fmla="*/ 1436721 h 1642841"/>
                <a:gd name="connsiteX91" fmla="*/ 1403163 w 1522114"/>
                <a:gd name="connsiteY91" fmla="*/ 1384143 h 1642841"/>
                <a:gd name="connsiteX92" fmla="*/ 1296229 w 1522114"/>
                <a:gd name="connsiteY92" fmla="*/ 1339185 h 1642841"/>
                <a:gd name="connsiteX93" fmla="*/ 1489269 w 1522114"/>
                <a:gd name="connsiteY93" fmla="*/ 1366871 h 1642841"/>
                <a:gd name="connsiteX94" fmla="*/ 1491174 w 1522114"/>
                <a:gd name="connsiteY94" fmla="*/ 1347059 h 1642841"/>
                <a:gd name="connsiteX95" fmla="*/ 1235269 w 1522114"/>
                <a:gd name="connsiteY95" fmla="*/ 1255111 h 1642841"/>
                <a:gd name="connsiteX96" fmla="*/ 1341060 w 1522114"/>
                <a:gd name="connsiteY96" fmla="*/ 1178657 h 1642841"/>
                <a:gd name="connsiteX97" fmla="*/ 1301944 w 1522114"/>
                <a:gd name="connsiteY97" fmla="*/ 1139668 h 1642841"/>
                <a:gd name="connsiteX98" fmla="*/ 1154370 w 1522114"/>
                <a:gd name="connsiteY98" fmla="*/ 1221583 h 1642841"/>
                <a:gd name="connsiteX99" fmla="*/ 857063 w 1522114"/>
                <a:gd name="connsiteY99" fmla="*/ 1188436 h 1642841"/>
                <a:gd name="connsiteX100" fmla="*/ 878272 w 1522114"/>
                <a:gd name="connsiteY100" fmla="*/ 1307816 h 1642841"/>
                <a:gd name="connsiteX101" fmla="*/ 905704 w 1522114"/>
                <a:gd name="connsiteY101" fmla="*/ 1547719 h 1642841"/>
                <a:gd name="connsiteX102" fmla="*/ 1188660 w 1522114"/>
                <a:gd name="connsiteY102" fmla="*/ 1481298 h 1642841"/>
                <a:gd name="connsiteX103" fmla="*/ 1073344 w 1522114"/>
                <a:gd name="connsiteY103" fmla="*/ 1307181 h 1642841"/>
                <a:gd name="connsiteX104" fmla="*/ 973522 w 1522114"/>
                <a:gd name="connsiteY104" fmla="*/ 1445103 h 1642841"/>
                <a:gd name="connsiteX105" fmla="*/ 945201 w 1522114"/>
                <a:gd name="connsiteY105" fmla="*/ 1494506 h 1642841"/>
                <a:gd name="connsiteX106" fmla="*/ 974665 w 1522114"/>
                <a:gd name="connsiteY106" fmla="*/ 1373729 h 1642841"/>
                <a:gd name="connsiteX107" fmla="*/ 857063 w 1522114"/>
                <a:gd name="connsiteY107" fmla="*/ 1188436 h 1642841"/>
                <a:gd name="connsiteX0" fmla="*/ 1014924 w 1522114"/>
                <a:gd name="connsiteY0" fmla="*/ 136948 h 1635803"/>
                <a:gd name="connsiteX1" fmla="*/ 1288609 w 1522114"/>
                <a:gd name="connsiteY1" fmla="*/ 42 h 1635803"/>
                <a:gd name="connsiteX2" fmla="*/ 1100903 w 1522114"/>
                <a:gd name="connsiteY2" fmla="*/ 724323 h 1635803"/>
                <a:gd name="connsiteX3" fmla="*/ 1075122 w 1522114"/>
                <a:gd name="connsiteY3" fmla="*/ 806746 h 1635803"/>
                <a:gd name="connsiteX4" fmla="*/ 994858 w 1522114"/>
                <a:gd name="connsiteY4" fmla="*/ 891074 h 1635803"/>
                <a:gd name="connsiteX5" fmla="*/ 900370 w 1522114"/>
                <a:gd name="connsiteY5" fmla="*/ 986070 h 1635803"/>
                <a:gd name="connsiteX6" fmla="*/ 765623 w 1522114"/>
                <a:gd name="connsiteY6" fmla="*/ 1048300 h 1635803"/>
                <a:gd name="connsiteX7" fmla="*/ 993715 w 1522114"/>
                <a:gd name="connsiteY7" fmla="*/ 1351449 h 1635803"/>
                <a:gd name="connsiteX8" fmla="*/ 1109666 w 1522114"/>
                <a:gd name="connsiteY8" fmla="*/ 1221528 h 1635803"/>
                <a:gd name="connsiteX9" fmla="*/ 1283275 w 1522114"/>
                <a:gd name="connsiteY9" fmla="*/ 1110911 h 1635803"/>
                <a:gd name="connsiteX10" fmla="*/ 1372810 w 1522114"/>
                <a:gd name="connsiteY10" fmla="*/ 1159044 h 1635803"/>
                <a:gd name="connsiteX11" fmla="*/ 1290260 w 1522114"/>
                <a:gd name="connsiteY11" fmla="*/ 1244261 h 1635803"/>
                <a:gd name="connsiteX12" fmla="*/ 1514796 w 1522114"/>
                <a:gd name="connsiteY12" fmla="*/ 1325541 h 1635803"/>
                <a:gd name="connsiteX13" fmla="*/ 1460440 w 1522114"/>
                <a:gd name="connsiteY13" fmla="*/ 1390565 h 1635803"/>
                <a:gd name="connsiteX14" fmla="*/ 1460821 w 1522114"/>
                <a:gd name="connsiteY14" fmla="*/ 1438698 h 1635803"/>
                <a:gd name="connsiteX15" fmla="*/ 1403163 w 1522114"/>
                <a:gd name="connsiteY15" fmla="*/ 1459907 h 1635803"/>
                <a:gd name="connsiteX16" fmla="*/ 1396686 w 1522114"/>
                <a:gd name="connsiteY16" fmla="*/ 1490260 h 1635803"/>
                <a:gd name="connsiteX17" fmla="*/ 1222569 w 1522114"/>
                <a:gd name="connsiteY17" fmla="*/ 1482132 h 1635803"/>
                <a:gd name="connsiteX18" fmla="*/ 1041340 w 1522114"/>
                <a:gd name="connsiteY18" fmla="*/ 1583351 h 1635803"/>
                <a:gd name="connsiteX19" fmla="*/ 907228 w 1522114"/>
                <a:gd name="connsiteY19" fmla="*/ 1570270 h 1635803"/>
                <a:gd name="connsiteX20" fmla="*/ 909260 w 1522114"/>
                <a:gd name="connsiteY20" fmla="*/ 1626150 h 1635803"/>
                <a:gd name="connsiteX21" fmla="*/ 884622 w 1522114"/>
                <a:gd name="connsiteY21" fmla="*/ 1624626 h 1635803"/>
                <a:gd name="connsiteX22" fmla="*/ 878780 w 1522114"/>
                <a:gd name="connsiteY22" fmla="*/ 1550204 h 1635803"/>
                <a:gd name="connsiteX23" fmla="*/ 820106 w 1522114"/>
                <a:gd name="connsiteY23" fmla="*/ 1144566 h 1635803"/>
                <a:gd name="connsiteX24" fmla="*/ 747208 w 1522114"/>
                <a:gd name="connsiteY24" fmla="*/ 1071795 h 1635803"/>
                <a:gd name="connsiteX25" fmla="*/ 424882 w 1522114"/>
                <a:gd name="connsiteY25" fmla="*/ 1070144 h 1635803"/>
                <a:gd name="connsiteX26" fmla="*/ 337125 w 1522114"/>
                <a:gd name="connsiteY26" fmla="*/ 1072303 h 1635803"/>
                <a:gd name="connsiteX27" fmla="*/ 407610 w 1522114"/>
                <a:gd name="connsiteY27" fmla="*/ 1284139 h 1635803"/>
                <a:gd name="connsiteX28" fmla="*/ 322774 w 1522114"/>
                <a:gd name="connsiteY28" fmla="*/ 1363260 h 1635803"/>
                <a:gd name="connsiteX29" fmla="*/ 288357 w 1522114"/>
                <a:gd name="connsiteY29" fmla="*/ 1588558 h 1635803"/>
                <a:gd name="connsiteX30" fmla="*/ 283023 w 1522114"/>
                <a:gd name="connsiteY30" fmla="*/ 1624626 h 1635803"/>
                <a:gd name="connsiteX31" fmla="*/ 259020 w 1522114"/>
                <a:gd name="connsiteY31" fmla="*/ 1629325 h 1635803"/>
                <a:gd name="connsiteX32" fmla="*/ 323409 w 1522114"/>
                <a:gd name="connsiteY32" fmla="*/ 1249976 h 1635803"/>
                <a:gd name="connsiteX33" fmla="*/ 305629 w 1522114"/>
                <a:gd name="connsiteY33" fmla="*/ 1166156 h 1635803"/>
                <a:gd name="connsiteX34" fmla="*/ 229556 w 1522114"/>
                <a:gd name="connsiteY34" fmla="*/ 1192318 h 1635803"/>
                <a:gd name="connsiteX35" fmla="*/ 18228 w 1522114"/>
                <a:gd name="connsiteY35" fmla="*/ 1623483 h 1635803"/>
                <a:gd name="connsiteX36" fmla="*/ 2099 w 1522114"/>
                <a:gd name="connsiteY36" fmla="*/ 1635802 h 1635803"/>
                <a:gd name="connsiteX37" fmla="*/ 17212 w 1522114"/>
                <a:gd name="connsiteY37" fmla="*/ 1539536 h 1635803"/>
                <a:gd name="connsiteX38" fmla="*/ 107001 w 1522114"/>
                <a:gd name="connsiteY38" fmla="*/ 1318556 h 1635803"/>
                <a:gd name="connsiteX39" fmla="*/ 216983 w 1522114"/>
                <a:gd name="connsiteY39" fmla="*/ 1168061 h 1635803"/>
                <a:gd name="connsiteX40" fmla="*/ 304867 w 1522114"/>
                <a:gd name="connsiteY40" fmla="*/ 1066461 h 1635803"/>
                <a:gd name="connsiteX41" fmla="*/ 391481 w 1522114"/>
                <a:gd name="connsiteY41" fmla="*/ 1032298 h 1635803"/>
                <a:gd name="connsiteX42" fmla="*/ 252924 w 1522114"/>
                <a:gd name="connsiteY42" fmla="*/ 952161 h 1635803"/>
                <a:gd name="connsiteX43" fmla="*/ 138243 w 1522114"/>
                <a:gd name="connsiteY43" fmla="*/ 836972 h 1635803"/>
                <a:gd name="connsiteX44" fmla="*/ 83633 w 1522114"/>
                <a:gd name="connsiteY44" fmla="*/ 754422 h 1635803"/>
                <a:gd name="connsiteX45" fmla="*/ 139767 w 1522114"/>
                <a:gd name="connsiteY45" fmla="*/ 520615 h 1635803"/>
                <a:gd name="connsiteX46" fmla="*/ 413198 w 1522114"/>
                <a:gd name="connsiteY46" fmla="*/ 274108 h 1635803"/>
                <a:gd name="connsiteX47" fmla="*/ 730698 w 1522114"/>
                <a:gd name="connsiteY47" fmla="*/ 270806 h 1635803"/>
                <a:gd name="connsiteX48" fmla="*/ 944058 w 1522114"/>
                <a:gd name="connsiteY48" fmla="*/ 396917 h 1635803"/>
                <a:gd name="connsiteX49" fmla="*/ 1076900 w 1522114"/>
                <a:gd name="connsiteY49" fmla="*/ 110786 h 1635803"/>
                <a:gd name="connsiteX50" fmla="*/ 971617 w 1522114"/>
                <a:gd name="connsiteY50" fmla="*/ 432858 h 1635803"/>
                <a:gd name="connsiteX51" fmla="*/ 1070423 w 1522114"/>
                <a:gd name="connsiteY51" fmla="*/ 587925 h 1635803"/>
                <a:gd name="connsiteX52" fmla="*/ 1107507 w 1522114"/>
                <a:gd name="connsiteY52" fmla="*/ 691938 h 1635803"/>
                <a:gd name="connsiteX53" fmla="*/ 1076900 w 1522114"/>
                <a:gd name="connsiteY53" fmla="*/ 110786 h 1635803"/>
                <a:gd name="connsiteX54" fmla="*/ 175327 w 1522114"/>
                <a:gd name="connsiteY54" fmla="*/ 504486 h 1635803"/>
                <a:gd name="connsiteX55" fmla="*/ 227270 w 1522114"/>
                <a:gd name="connsiteY55" fmla="*/ 521631 h 1635803"/>
                <a:gd name="connsiteX56" fmla="*/ 284801 w 1522114"/>
                <a:gd name="connsiteY56" fmla="*/ 676571 h 1635803"/>
                <a:gd name="connsiteX57" fmla="*/ 256607 w 1522114"/>
                <a:gd name="connsiteY57" fmla="*/ 816906 h 1635803"/>
                <a:gd name="connsiteX58" fmla="*/ 204283 w 1522114"/>
                <a:gd name="connsiteY58" fmla="*/ 863642 h 1635803"/>
                <a:gd name="connsiteX59" fmla="*/ 615128 w 1522114"/>
                <a:gd name="connsiteY59" fmla="*/ 1039918 h 1635803"/>
                <a:gd name="connsiteX60" fmla="*/ 979491 w 1522114"/>
                <a:gd name="connsiteY60" fmla="*/ 867579 h 1635803"/>
                <a:gd name="connsiteX61" fmla="*/ 1018353 w 1522114"/>
                <a:gd name="connsiteY61" fmla="*/ 573574 h 1635803"/>
                <a:gd name="connsiteX62" fmla="*/ 672151 w 1522114"/>
                <a:gd name="connsiteY62" fmla="*/ 284649 h 1635803"/>
                <a:gd name="connsiteX63" fmla="*/ 175327 w 1522114"/>
                <a:gd name="connsiteY63" fmla="*/ 504486 h 1635803"/>
                <a:gd name="connsiteX64" fmla="*/ 159833 w 1522114"/>
                <a:gd name="connsiteY64" fmla="*/ 539792 h 1635803"/>
                <a:gd name="connsiteX65" fmla="*/ 104588 w 1522114"/>
                <a:gd name="connsiteY65" fmla="*/ 728006 h 1635803"/>
                <a:gd name="connsiteX66" fmla="*/ 197679 w 1522114"/>
                <a:gd name="connsiteY66" fmla="*/ 834051 h 1635803"/>
                <a:gd name="connsiteX67" fmla="*/ 250892 w 1522114"/>
                <a:gd name="connsiteY67" fmla="*/ 752263 h 1635803"/>
                <a:gd name="connsiteX68" fmla="*/ 234636 w 1522114"/>
                <a:gd name="connsiteY68" fmla="*/ 576495 h 1635803"/>
                <a:gd name="connsiteX69" fmla="*/ 159833 w 1522114"/>
                <a:gd name="connsiteY69" fmla="*/ 539792 h 1635803"/>
                <a:gd name="connsiteX70" fmla="*/ 1052135 w 1522114"/>
                <a:gd name="connsiteY70" fmla="*/ 597958 h 1635803"/>
                <a:gd name="connsiteX71" fmla="*/ 1041086 w 1522114"/>
                <a:gd name="connsiteY71" fmla="*/ 807000 h 1635803"/>
                <a:gd name="connsiteX72" fmla="*/ 1052135 w 1522114"/>
                <a:gd name="connsiteY72" fmla="*/ 597958 h 1635803"/>
                <a:gd name="connsiteX73" fmla="*/ 441011 w 1522114"/>
                <a:gd name="connsiteY73" fmla="*/ 1044871 h 1635803"/>
                <a:gd name="connsiteX74" fmla="*/ 658816 w 1522114"/>
                <a:gd name="connsiteY74" fmla="*/ 1078526 h 1635803"/>
                <a:gd name="connsiteX75" fmla="*/ 569154 w 1522114"/>
                <a:gd name="connsiteY75" fmla="*/ 1062524 h 1635803"/>
                <a:gd name="connsiteX76" fmla="*/ 441011 w 1522114"/>
                <a:gd name="connsiteY76" fmla="*/ 1044871 h 1635803"/>
                <a:gd name="connsiteX77" fmla="*/ 303597 w 1522114"/>
                <a:gd name="connsiteY77" fmla="*/ 1095417 h 1635803"/>
                <a:gd name="connsiteX78" fmla="*/ 288992 w 1522114"/>
                <a:gd name="connsiteY78" fmla="*/ 1125008 h 1635803"/>
                <a:gd name="connsiteX79" fmla="*/ 345380 w 1522114"/>
                <a:gd name="connsiteY79" fmla="*/ 1175427 h 1635803"/>
                <a:gd name="connsiteX80" fmla="*/ 332934 w 1522114"/>
                <a:gd name="connsiteY80" fmla="*/ 1333288 h 1635803"/>
                <a:gd name="connsiteX81" fmla="*/ 384369 w 1522114"/>
                <a:gd name="connsiteY81" fmla="*/ 1261787 h 1635803"/>
                <a:gd name="connsiteX82" fmla="*/ 303597 w 1522114"/>
                <a:gd name="connsiteY82" fmla="*/ 1095417 h 1635803"/>
                <a:gd name="connsiteX83" fmla="*/ 1154370 w 1522114"/>
                <a:gd name="connsiteY83" fmla="*/ 1214543 h 1635803"/>
                <a:gd name="connsiteX84" fmla="*/ 1130875 w 1522114"/>
                <a:gd name="connsiteY84" fmla="*/ 1407583 h 1635803"/>
                <a:gd name="connsiteX85" fmla="*/ 1261431 w 1522114"/>
                <a:gd name="connsiteY85" fmla="*/ 1463209 h 1635803"/>
                <a:gd name="connsiteX86" fmla="*/ 1374969 w 1522114"/>
                <a:gd name="connsiteY86" fmla="*/ 1474639 h 1635803"/>
                <a:gd name="connsiteX87" fmla="*/ 1357316 w 1522114"/>
                <a:gd name="connsiteY87" fmla="*/ 1445937 h 1635803"/>
                <a:gd name="connsiteX88" fmla="*/ 1258637 w 1522114"/>
                <a:gd name="connsiteY88" fmla="*/ 1386374 h 1635803"/>
                <a:gd name="connsiteX89" fmla="*/ 1445581 w 1522114"/>
                <a:gd name="connsiteY89" fmla="*/ 1429681 h 1635803"/>
                <a:gd name="connsiteX90" fmla="*/ 1403163 w 1522114"/>
                <a:gd name="connsiteY90" fmla="*/ 1377103 h 1635803"/>
                <a:gd name="connsiteX91" fmla="*/ 1296229 w 1522114"/>
                <a:gd name="connsiteY91" fmla="*/ 1332145 h 1635803"/>
                <a:gd name="connsiteX92" fmla="*/ 1489269 w 1522114"/>
                <a:gd name="connsiteY92" fmla="*/ 1359831 h 1635803"/>
                <a:gd name="connsiteX93" fmla="*/ 1491174 w 1522114"/>
                <a:gd name="connsiteY93" fmla="*/ 1340019 h 1635803"/>
                <a:gd name="connsiteX94" fmla="*/ 1235269 w 1522114"/>
                <a:gd name="connsiteY94" fmla="*/ 1248071 h 1635803"/>
                <a:gd name="connsiteX95" fmla="*/ 1341060 w 1522114"/>
                <a:gd name="connsiteY95" fmla="*/ 1171617 h 1635803"/>
                <a:gd name="connsiteX96" fmla="*/ 1301944 w 1522114"/>
                <a:gd name="connsiteY96" fmla="*/ 1132628 h 1635803"/>
                <a:gd name="connsiteX97" fmla="*/ 1154370 w 1522114"/>
                <a:gd name="connsiteY97" fmla="*/ 1214543 h 1635803"/>
                <a:gd name="connsiteX98" fmla="*/ 857063 w 1522114"/>
                <a:gd name="connsiteY98" fmla="*/ 1181396 h 1635803"/>
                <a:gd name="connsiteX99" fmla="*/ 878272 w 1522114"/>
                <a:gd name="connsiteY99" fmla="*/ 1300776 h 1635803"/>
                <a:gd name="connsiteX100" fmla="*/ 905704 w 1522114"/>
                <a:gd name="connsiteY100" fmla="*/ 1540679 h 1635803"/>
                <a:gd name="connsiteX101" fmla="*/ 1188660 w 1522114"/>
                <a:gd name="connsiteY101" fmla="*/ 1474258 h 1635803"/>
                <a:gd name="connsiteX102" fmla="*/ 1073344 w 1522114"/>
                <a:gd name="connsiteY102" fmla="*/ 1300141 h 1635803"/>
                <a:gd name="connsiteX103" fmla="*/ 973522 w 1522114"/>
                <a:gd name="connsiteY103" fmla="*/ 1438063 h 1635803"/>
                <a:gd name="connsiteX104" fmla="*/ 945201 w 1522114"/>
                <a:gd name="connsiteY104" fmla="*/ 1487466 h 1635803"/>
                <a:gd name="connsiteX105" fmla="*/ 974665 w 1522114"/>
                <a:gd name="connsiteY105" fmla="*/ 1366689 h 1635803"/>
                <a:gd name="connsiteX106" fmla="*/ 857063 w 1522114"/>
                <a:gd name="connsiteY106" fmla="*/ 1181396 h 1635803"/>
                <a:gd name="connsiteX0" fmla="*/ 1014924 w 1522114"/>
                <a:gd name="connsiteY0" fmla="*/ 26162 h 1525016"/>
                <a:gd name="connsiteX1" fmla="*/ 1100903 w 1522114"/>
                <a:gd name="connsiteY1" fmla="*/ 613537 h 1525016"/>
                <a:gd name="connsiteX2" fmla="*/ 1075122 w 1522114"/>
                <a:gd name="connsiteY2" fmla="*/ 695960 h 1525016"/>
                <a:gd name="connsiteX3" fmla="*/ 994858 w 1522114"/>
                <a:gd name="connsiteY3" fmla="*/ 780288 h 1525016"/>
                <a:gd name="connsiteX4" fmla="*/ 900370 w 1522114"/>
                <a:gd name="connsiteY4" fmla="*/ 875284 h 1525016"/>
                <a:gd name="connsiteX5" fmla="*/ 765623 w 1522114"/>
                <a:gd name="connsiteY5" fmla="*/ 937514 h 1525016"/>
                <a:gd name="connsiteX6" fmla="*/ 993715 w 1522114"/>
                <a:gd name="connsiteY6" fmla="*/ 1240663 h 1525016"/>
                <a:gd name="connsiteX7" fmla="*/ 1109666 w 1522114"/>
                <a:gd name="connsiteY7" fmla="*/ 1110742 h 1525016"/>
                <a:gd name="connsiteX8" fmla="*/ 1283275 w 1522114"/>
                <a:gd name="connsiteY8" fmla="*/ 1000125 h 1525016"/>
                <a:gd name="connsiteX9" fmla="*/ 1372810 w 1522114"/>
                <a:gd name="connsiteY9" fmla="*/ 1048258 h 1525016"/>
                <a:gd name="connsiteX10" fmla="*/ 1290260 w 1522114"/>
                <a:gd name="connsiteY10" fmla="*/ 1133475 h 1525016"/>
                <a:gd name="connsiteX11" fmla="*/ 1514796 w 1522114"/>
                <a:gd name="connsiteY11" fmla="*/ 1214755 h 1525016"/>
                <a:gd name="connsiteX12" fmla="*/ 1460440 w 1522114"/>
                <a:gd name="connsiteY12" fmla="*/ 1279779 h 1525016"/>
                <a:gd name="connsiteX13" fmla="*/ 1460821 w 1522114"/>
                <a:gd name="connsiteY13" fmla="*/ 1327912 h 1525016"/>
                <a:gd name="connsiteX14" fmla="*/ 1403163 w 1522114"/>
                <a:gd name="connsiteY14" fmla="*/ 1349121 h 1525016"/>
                <a:gd name="connsiteX15" fmla="*/ 1396686 w 1522114"/>
                <a:gd name="connsiteY15" fmla="*/ 1379474 h 1525016"/>
                <a:gd name="connsiteX16" fmla="*/ 1222569 w 1522114"/>
                <a:gd name="connsiteY16" fmla="*/ 1371346 h 1525016"/>
                <a:gd name="connsiteX17" fmla="*/ 1041340 w 1522114"/>
                <a:gd name="connsiteY17" fmla="*/ 1472565 h 1525016"/>
                <a:gd name="connsiteX18" fmla="*/ 907228 w 1522114"/>
                <a:gd name="connsiteY18" fmla="*/ 1459484 h 1525016"/>
                <a:gd name="connsiteX19" fmla="*/ 909260 w 1522114"/>
                <a:gd name="connsiteY19" fmla="*/ 1515364 h 1525016"/>
                <a:gd name="connsiteX20" fmla="*/ 884622 w 1522114"/>
                <a:gd name="connsiteY20" fmla="*/ 1513840 h 1525016"/>
                <a:gd name="connsiteX21" fmla="*/ 878780 w 1522114"/>
                <a:gd name="connsiteY21" fmla="*/ 1439418 h 1525016"/>
                <a:gd name="connsiteX22" fmla="*/ 820106 w 1522114"/>
                <a:gd name="connsiteY22" fmla="*/ 1033780 h 1525016"/>
                <a:gd name="connsiteX23" fmla="*/ 747208 w 1522114"/>
                <a:gd name="connsiteY23" fmla="*/ 961009 h 1525016"/>
                <a:gd name="connsiteX24" fmla="*/ 424882 w 1522114"/>
                <a:gd name="connsiteY24" fmla="*/ 959358 h 1525016"/>
                <a:gd name="connsiteX25" fmla="*/ 337125 w 1522114"/>
                <a:gd name="connsiteY25" fmla="*/ 961517 h 1525016"/>
                <a:gd name="connsiteX26" fmla="*/ 407610 w 1522114"/>
                <a:gd name="connsiteY26" fmla="*/ 1173353 h 1525016"/>
                <a:gd name="connsiteX27" fmla="*/ 322774 w 1522114"/>
                <a:gd name="connsiteY27" fmla="*/ 1252474 h 1525016"/>
                <a:gd name="connsiteX28" fmla="*/ 288357 w 1522114"/>
                <a:gd name="connsiteY28" fmla="*/ 1477772 h 1525016"/>
                <a:gd name="connsiteX29" fmla="*/ 283023 w 1522114"/>
                <a:gd name="connsiteY29" fmla="*/ 1513840 h 1525016"/>
                <a:gd name="connsiteX30" fmla="*/ 259020 w 1522114"/>
                <a:gd name="connsiteY30" fmla="*/ 1518539 h 1525016"/>
                <a:gd name="connsiteX31" fmla="*/ 323409 w 1522114"/>
                <a:gd name="connsiteY31" fmla="*/ 1139190 h 1525016"/>
                <a:gd name="connsiteX32" fmla="*/ 305629 w 1522114"/>
                <a:gd name="connsiteY32" fmla="*/ 1055370 h 1525016"/>
                <a:gd name="connsiteX33" fmla="*/ 229556 w 1522114"/>
                <a:gd name="connsiteY33" fmla="*/ 1081532 h 1525016"/>
                <a:gd name="connsiteX34" fmla="*/ 18228 w 1522114"/>
                <a:gd name="connsiteY34" fmla="*/ 1512697 h 1525016"/>
                <a:gd name="connsiteX35" fmla="*/ 2099 w 1522114"/>
                <a:gd name="connsiteY35" fmla="*/ 1525016 h 1525016"/>
                <a:gd name="connsiteX36" fmla="*/ 17212 w 1522114"/>
                <a:gd name="connsiteY36" fmla="*/ 1428750 h 1525016"/>
                <a:gd name="connsiteX37" fmla="*/ 107001 w 1522114"/>
                <a:gd name="connsiteY37" fmla="*/ 1207770 h 1525016"/>
                <a:gd name="connsiteX38" fmla="*/ 216983 w 1522114"/>
                <a:gd name="connsiteY38" fmla="*/ 1057275 h 1525016"/>
                <a:gd name="connsiteX39" fmla="*/ 304867 w 1522114"/>
                <a:gd name="connsiteY39" fmla="*/ 955675 h 1525016"/>
                <a:gd name="connsiteX40" fmla="*/ 391481 w 1522114"/>
                <a:gd name="connsiteY40" fmla="*/ 921512 h 1525016"/>
                <a:gd name="connsiteX41" fmla="*/ 252924 w 1522114"/>
                <a:gd name="connsiteY41" fmla="*/ 841375 h 1525016"/>
                <a:gd name="connsiteX42" fmla="*/ 138243 w 1522114"/>
                <a:gd name="connsiteY42" fmla="*/ 726186 h 1525016"/>
                <a:gd name="connsiteX43" fmla="*/ 83633 w 1522114"/>
                <a:gd name="connsiteY43" fmla="*/ 643636 h 1525016"/>
                <a:gd name="connsiteX44" fmla="*/ 139767 w 1522114"/>
                <a:gd name="connsiteY44" fmla="*/ 409829 h 1525016"/>
                <a:gd name="connsiteX45" fmla="*/ 413198 w 1522114"/>
                <a:gd name="connsiteY45" fmla="*/ 163322 h 1525016"/>
                <a:gd name="connsiteX46" fmla="*/ 730698 w 1522114"/>
                <a:gd name="connsiteY46" fmla="*/ 160020 h 1525016"/>
                <a:gd name="connsiteX47" fmla="*/ 944058 w 1522114"/>
                <a:gd name="connsiteY47" fmla="*/ 286131 h 1525016"/>
                <a:gd name="connsiteX48" fmla="*/ 1076900 w 1522114"/>
                <a:gd name="connsiteY48" fmla="*/ 0 h 1525016"/>
                <a:gd name="connsiteX49" fmla="*/ 971617 w 1522114"/>
                <a:gd name="connsiteY49" fmla="*/ 322072 h 1525016"/>
                <a:gd name="connsiteX50" fmla="*/ 1070423 w 1522114"/>
                <a:gd name="connsiteY50" fmla="*/ 477139 h 1525016"/>
                <a:gd name="connsiteX51" fmla="*/ 1107507 w 1522114"/>
                <a:gd name="connsiteY51" fmla="*/ 581152 h 1525016"/>
                <a:gd name="connsiteX52" fmla="*/ 1076900 w 1522114"/>
                <a:gd name="connsiteY52" fmla="*/ 0 h 1525016"/>
                <a:gd name="connsiteX53" fmla="*/ 175327 w 1522114"/>
                <a:gd name="connsiteY53" fmla="*/ 393700 h 1525016"/>
                <a:gd name="connsiteX54" fmla="*/ 227270 w 1522114"/>
                <a:gd name="connsiteY54" fmla="*/ 410845 h 1525016"/>
                <a:gd name="connsiteX55" fmla="*/ 284801 w 1522114"/>
                <a:gd name="connsiteY55" fmla="*/ 565785 h 1525016"/>
                <a:gd name="connsiteX56" fmla="*/ 256607 w 1522114"/>
                <a:gd name="connsiteY56" fmla="*/ 706120 h 1525016"/>
                <a:gd name="connsiteX57" fmla="*/ 204283 w 1522114"/>
                <a:gd name="connsiteY57" fmla="*/ 752856 h 1525016"/>
                <a:gd name="connsiteX58" fmla="*/ 615128 w 1522114"/>
                <a:gd name="connsiteY58" fmla="*/ 929132 h 1525016"/>
                <a:gd name="connsiteX59" fmla="*/ 979491 w 1522114"/>
                <a:gd name="connsiteY59" fmla="*/ 756793 h 1525016"/>
                <a:gd name="connsiteX60" fmla="*/ 1018353 w 1522114"/>
                <a:gd name="connsiteY60" fmla="*/ 462788 h 1525016"/>
                <a:gd name="connsiteX61" fmla="*/ 672151 w 1522114"/>
                <a:gd name="connsiteY61" fmla="*/ 173863 h 1525016"/>
                <a:gd name="connsiteX62" fmla="*/ 175327 w 1522114"/>
                <a:gd name="connsiteY62" fmla="*/ 393700 h 1525016"/>
                <a:gd name="connsiteX63" fmla="*/ 159833 w 1522114"/>
                <a:gd name="connsiteY63" fmla="*/ 429006 h 1525016"/>
                <a:gd name="connsiteX64" fmla="*/ 104588 w 1522114"/>
                <a:gd name="connsiteY64" fmla="*/ 617220 h 1525016"/>
                <a:gd name="connsiteX65" fmla="*/ 197679 w 1522114"/>
                <a:gd name="connsiteY65" fmla="*/ 723265 h 1525016"/>
                <a:gd name="connsiteX66" fmla="*/ 250892 w 1522114"/>
                <a:gd name="connsiteY66" fmla="*/ 641477 h 1525016"/>
                <a:gd name="connsiteX67" fmla="*/ 234636 w 1522114"/>
                <a:gd name="connsiteY67" fmla="*/ 465709 h 1525016"/>
                <a:gd name="connsiteX68" fmla="*/ 159833 w 1522114"/>
                <a:gd name="connsiteY68" fmla="*/ 429006 h 1525016"/>
                <a:gd name="connsiteX69" fmla="*/ 1052135 w 1522114"/>
                <a:gd name="connsiteY69" fmla="*/ 487172 h 1525016"/>
                <a:gd name="connsiteX70" fmla="*/ 1041086 w 1522114"/>
                <a:gd name="connsiteY70" fmla="*/ 696214 h 1525016"/>
                <a:gd name="connsiteX71" fmla="*/ 1052135 w 1522114"/>
                <a:gd name="connsiteY71" fmla="*/ 487172 h 1525016"/>
                <a:gd name="connsiteX72" fmla="*/ 441011 w 1522114"/>
                <a:gd name="connsiteY72" fmla="*/ 934085 h 1525016"/>
                <a:gd name="connsiteX73" fmla="*/ 658816 w 1522114"/>
                <a:gd name="connsiteY73" fmla="*/ 967740 h 1525016"/>
                <a:gd name="connsiteX74" fmla="*/ 569154 w 1522114"/>
                <a:gd name="connsiteY74" fmla="*/ 951738 h 1525016"/>
                <a:gd name="connsiteX75" fmla="*/ 441011 w 1522114"/>
                <a:gd name="connsiteY75" fmla="*/ 934085 h 1525016"/>
                <a:gd name="connsiteX76" fmla="*/ 303597 w 1522114"/>
                <a:gd name="connsiteY76" fmla="*/ 984631 h 1525016"/>
                <a:gd name="connsiteX77" fmla="*/ 288992 w 1522114"/>
                <a:gd name="connsiteY77" fmla="*/ 1014222 h 1525016"/>
                <a:gd name="connsiteX78" fmla="*/ 345380 w 1522114"/>
                <a:gd name="connsiteY78" fmla="*/ 1064641 h 1525016"/>
                <a:gd name="connsiteX79" fmla="*/ 332934 w 1522114"/>
                <a:gd name="connsiteY79" fmla="*/ 1222502 h 1525016"/>
                <a:gd name="connsiteX80" fmla="*/ 384369 w 1522114"/>
                <a:gd name="connsiteY80" fmla="*/ 1151001 h 1525016"/>
                <a:gd name="connsiteX81" fmla="*/ 303597 w 1522114"/>
                <a:gd name="connsiteY81" fmla="*/ 984631 h 1525016"/>
                <a:gd name="connsiteX82" fmla="*/ 1154370 w 1522114"/>
                <a:gd name="connsiteY82" fmla="*/ 1103757 h 1525016"/>
                <a:gd name="connsiteX83" fmla="*/ 1130875 w 1522114"/>
                <a:gd name="connsiteY83" fmla="*/ 1296797 h 1525016"/>
                <a:gd name="connsiteX84" fmla="*/ 1261431 w 1522114"/>
                <a:gd name="connsiteY84" fmla="*/ 1352423 h 1525016"/>
                <a:gd name="connsiteX85" fmla="*/ 1374969 w 1522114"/>
                <a:gd name="connsiteY85" fmla="*/ 1363853 h 1525016"/>
                <a:gd name="connsiteX86" fmla="*/ 1357316 w 1522114"/>
                <a:gd name="connsiteY86" fmla="*/ 1335151 h 1525016"/>
                <a:gd name="connsiteX87" fmla="*/ 1258637 w 1522114"/>
                <a:gd name="connsiteY87" fmla="*/ 1275588 h 1525016"/>
                <a:gd name="connsiteX88" fmla="*/ 1445581 w 1522114"/>
                <a:gd name="connsiteY88" fmla="*/ 1318895 h 1525016"/>
                <a:gd name="connsiteX89" fmla="*/ 1403163 w 1522114"/>
                <a:gd name="connsiteY89" fmla="*/ 1266317 h 1525016"/>
                <a:gd name="connsiteX90" fmla="*/ 1296229 w 1522114"/>
                <a:gd name="connsiteY90" fmla="*/ 1221359 h 1525016"/>
                <a:gd name="connsiteX91" fmla="*/ 1489269 w 1522114"/>
                <a:gd name="connsiteY91" fmla="*/ 1249045 h 1525016"/>
                <a:gd name="connsiteX92" fmla="*/ 1491174 w 1522114"/>
                <a:gd name="connsiteY92" fmla="*/ 1229233 h 1525016"/>
                <a:gd name="connsiteX93" fmla="*/ 1235269 w 1522114"/>
                <a:gd name="connsiteY93" fmla="*/ 1137285 h 1525016"/>
                <a:gd name="connsiteX94" fmla="*/ 1341060 w 1522114"/>
                <a:gd name="connsiteY94" fmla="*/ 1060831 h 1525016"/>
                <a:gd name="connsiteX95" fmla="*/ 1301944 w 1522114"/>
                <a:gd name="connsiteY95" fmla="*/ 1021842 h 1525016"/>
                <a:gd name="connsiteX96" fmla="*/ 1154370 w 1522114"/>
                <a:gd name="connsiteY96" fmla="*/ 1103757 h 1525016"/>
                <a:gd name="connsiteX97" fmla="*/ 857063 w 1522114"/>
                <a:gd name="connsiteY97" fmla="*/ 1070610 h 1525016"/>
                <a:gd name="connsiteX98" fmla="*/ 878272 w 1522114"/>
                <a:gd name="connsiteY98" fmla="*/ 1189990 h 1525016"/>
                <a:gd name="connsiteX99" fmla="*/ 905704 w 1522114"/>
                <a:gd name="connsiteY99" fmla="*/ 1429893 h 1525016"/>
                <a:gd name="connsiteX100" fmla="*/ 1188660 w 1522114"/>
                <a:gd name="connsiteY100" fmla="*/ 1363472 h 1525016"/>
                <a:gd name="connsiteX101" fmla="*/ 1073344 w 1522114"/>
                <a:gd name="connsiteY101" fmla="*/ 1189355 h 1525016"/>
                <a:gd name="connsiteX102" fmla="*/ 973522 w 1522114"/>
                <a:gd name="connsiteY102" fmla="*/ 1327277 h 1525016"/>
                <a:gd name="connsiteX103" fmla="*/ 945201 w 1522114"/>
                <a:gd name="connsiteY103" fmla="*/ 1376680 h 1525016"/>
                <a:gd name="connsiteX104" fmla="*/ 974665 w 1522114"/>
                <a:gd name="connsiteY104" fmla="*/ 1255903 h 1525016"/>
                <a:gd name="connsiteX105" fmla="*/ 857063 w 1522114"/>
                <a:gd name="connsiteY105" fmla="*/ 1070610 h 1525016"/>
                <a:gd name="connsiteX0" fmla="*/ 1014924 w 1522114"/>
                <a:gd name="connsiteY0" fmla="*/ 26162 h 1525016"/>
                <a:gd name="connsiteX1" fmla="*/ 1100903 w 1522114"/>
                <a:gd name="connsiteY1" fmla="*/ 613537 h 1525016"/>
                <a:gd name="connsiteX2" fmla="*/ 1075122 w 1522114"/>
                <a:gd name="connsiteY2" fmla="*/ 695960 h 1525016"/>
                <a:gd name="connsiteX3" fmla="*/ 994858 w 1522114"/>
                <a:gd name="connsiteY3" fmla="*/ 780288 h 1525016"/>
                <a:gd name="connsiteX4" fmla="*/ 900370 w 1522114"/>
                <a:gd name="connsiteY4" fmla="*/ 875284 h 1525016"/>
                <a:gd name="connsiteX5" fmla="*/ 765623 w 1522114"/>
                <a:gd name="connsiteY5" fmla="*/ 937514 h 1525016"/>
                <a:gd name="connsiteX6" fmla="*/ 993715 w 1522114"/>
                <a:gd name="connsiteY6" fmla="*/ 1240663 h 1525016"/>
                <a:gd name="connsiteX7" fmla="*/ 1109666 w 1522114"/>
                <a:gd name="connsiteY7" fmla="*/ 1110742 h 1525016"/>
                <a:gd name="connsiteX8" fmla="*/ 1283275 w 1522114"/>
                <a:gd name="connsiteY8" fmla="*/ 1000125 h 1525016"/>
                <a:gd name="connsiteX9" fmla="*/ 1372810 w 1522114"/>
                <a:gd name="connsiteY9" fmla="*/ 1048258 h 1525016"/>
                <a:gd name="connsiteX10" fmla="*/ 1290260 w 1522114"/>
                <a:gd name="connsiteY10" fmla="*/ 1133475 h 1525016"/>
                <a:gd name="connsiteX11" fmla="*/ 1514796 w 1522114"/>
                <a:gd name="connsiteY11" fmla="*/ 1214755 h 1525016"/>
                <a:gd name="connsiteX12" fmla="*/ 1460440 w 1522114"/>
                <a:gd name="connsiteY12" fmla="*/ 1279779 h 1525016"/>
                <a:gd name="connsiteX13" fmla="*/ 1460821 w 1522114"/>
                <a:gd name="connsiteY13" fmla="*/ 1327912 h 1525016"/>
                <a:gd name="connsiteX14" fmla="*/ 1403163 w 1522114"/>
                <a:gd name="connsiteY14" fmla="*/ 1349121 h 1525016"/>
                <a:gd name="connsiteX15" fmla="*/ 1396686 w 1522114"/>
                <a:gd name="connsiteY15" fmla="*/ 1379474 h 1525016"/>
                <a:gd name="connsiteX16" fmla="*/ 1222569 w 1522114"/>
                <a:gd name="connsiteY16" fmla="*/ 1371346 h 1525016"/>
                <a:gd name="connsiteX17" fmla="*/ 1041340 w 1522114"/>
                <a:gd name="connsiteY17" fmla="*/ 1472565 h 1525016"/>
                <a:gd name="connsiteX18" fmla="*/ 907228 w 1522114"/>
                <a:gd name="connsiteY18" fmla="*/ 1459484 h 1525016"/>
                <a:gd name="connsiteX19" fmla="*/ 909260 w 1522114"/>
                <a:gd name="connsiteY19" fmla="*/ 1515364 h 1525016"/>
                <a:gd name="connsiteX20" fmla="*/ 884622 w 1522114"/>
                <a:gd name="connsiteY20" fmla="*/ 1513840 h 1525016"/>
                <a:gd name="connsiteX21" fmla="*/ 878780 w 1522114"/>
                <a:gd name="connsiteY21" fmla="*/ 1439418 h 1525016"/>
                <a:gd name="connsiteX22" fmla="*/ 820106 w 1522114"/>
                <a:gd name="connsiteY22" fmla="*/ 1033780 h 1525016"/>
                <a:gd name="connsiteX23" fmla="*/ 747208 w 1522114"/>
                <a:gd name="connsiteY23" fmla="*/ 961009 h 1525016"/>
                <a:gd name="connsiteX24" fmla="*/ 424882 w 1522114"/>
                <a:gd name="connsiteY24" fmla="*/ 959358 h 1525016"/>
                <a:gd name="connsiteX25" fmla="*/ 337125 w 1522114"/>
                <a:gd name="connsiteY25" fmla="*/ 961517 h 1525016"/>
                <a:gd name="connsiteX26" fmla="*/ 407610 w 1522114"/>
                <a:gd name="connsiteY26" fmla="*/ 1173353 h 1525016"/>
                <a:gd name="connsiteX27" fmla="*/ 322774 w 1522114"/>
                <a:gd name="connsiteY27" fmla="*/ 1252474 h 1525016"/>
                <a:gd name="connsiteX28" fmla="*/ 288357 w 1522114"/>
                <a:gd name="connsiteY28" fmla="*/ 1477772 h 1525016"/>
                <a:gd name="connsiteX29" fmla="*/ 283023 w 1522114"/>
                <a:gd name="connsiteY29" fmla="*/ 1513840 h 1525016"/>
                <a:gd name="connsiteX30" fmla="*/ 259020 w 1522114"/>
                <a:gd name="connsiteY30" fmla="*/ 1518539 h 1525016"/>
                <a:gd name="connsiteX31" fmla="*/ 323409 w 1522114"/>
                <a:gd name="connsiteY31" fmla="*/ 1139190 h 1525016"/>
                <a:gd name="connsiteX32" fmla="*/ 305629 w 1522114"/>
                <a:gd name="connsiteY32" fmla="*/ 1055370 h 1525016"/>
                <a:gd name="connsiteX33" fmla="*/ 229556 w 1522114"/>
                <a:gd name="connsiteY33" fmla="*/ 1081532 h 1525016"/>
                <a:gd name="connsiteX34" fmla="*/ 18228 w 1522114"/>
                <a:gd name="connsiteY34" fmla="*/ 1512697 h 1525016"/>
                <a:gd name="connsiteX35" fmla="*/ 2099 w 1522114"/>
                <a:gd name="connsiteY35" fmla="*/ 1525016 h 1525016"/>
                <a:gd name="connsiteX36" fmla="*/ 17212 w 1522114"/>
                <a:gd name="connsiteY36" fmla="*/ 1428750 h 1525016"/>
                <a:gd name="connsiteX37" fmla="*/ 107001 w 1522114"/>
                <a:gd name="connsiteY37" fmla="*/ 1207770 h 1525016"/>
                <a:gd name="connsiteX38" fmla="*/ 216983 w 1522114"/>
                <a:gd name="connsiteY38" fmla="*/ 1057275 h 1525016"/>
                <a:gd name="connsiteX39" fmla="*/ 304867 w 1522114"/>
                <a:gd name="connsiteY39" fmla="*/ 955675 h 1525016"/>
                <a:gd name="connsiteX40" fmla="*/ 391481 w 1522114"/>
                <a:gd name="connsiteY40" fmla="*/ 921512 h 1525016"/>
                <a:gd name="connsiteX41" fmla="*/ 252924 w 1522114"/>
                <a:gd name="connsiteY41" fmla="*/ 841375 h 1525016"/>
                <a:gd name="connsiteX42" fmla="*/ 138243 w 1522114"/>
                <a:gd name="connsiteY42" fmla="*/ 726186 h 1525016"/>
                <a:gd name="connsiteX43" fmla="*/ 83633 w 1522114"/>
                <a:gd name="connsiteY43" fmla="*/ 643636 h 1525016"/>
                <a:gd name="connsiteX44" fmla="*/ 139767 w 1522114"/>
                <a:gd name="connsiteY44" fmla="*/ 409829 h 1525016"/>
                <a:gd name="connsiteX45" fmla="*/ 413198 w 1522114"/>
                <a:gd name="connsiteY45" fmla="*/ 163322 h 1525016"/>
                <a:gd name="connsiteX46" fmla="*/ 730698 w 1522114"/>
                <a:gd name="connsiteY46" fmla="*/ 160020 h 1525016"/>
                <a:gd name="connsiteX47" fmla="*/ 944058 w 1522114"/>
                <a:gd name="connsiteY47" fmla="*/ 286131 h 1525016"/>
                <a:gd name="connsiteX48" fmla="*/ 1076900 w 1522114"/>
                <a:gd name="connsiteY48" fmla="*/ 0 h 1525016"/>
                <a:gd name="connsiteX49" fmla="*/ 971617 w 1522114"/>
                <a:gd name="connsiteY49" fmla="*/ 322072 h 1525016"/>
                <a:gd name="connsiteX50" fmla="*/ 1070423 w 1522114"/>
                <a:gd name="connsiteY50" fmla="*/ 477139 h 1525016"/>
                <a:gd name="connsiteX51" fmla="*/ 1107507 w 1522114"/>
                <a:gd name="connsiteY51" fmla="*/ 581152 h 1525016"/>
                <a:gd name="connsiteX52" fmla="*/ 175327 w 1522114"/>
                <a:gd name="connsiteY52" fmla="*/ 393700 h 1525016"/>
                <a:gd name="connsiteX53" fmla="*/ 227270 w 1522114"/>
                <a:gd name="connsiteY53" fmla="*/ 410845 h 1525016"/>
                <a:gd name="connsiteX54" fmla="*/ 284801 w 1522114"/>
                <a:gd name="connsiteY54" fmla="*/ 565785 h 1525016"/>
                <a:gd name="connsiteX55" fmla="*/ 256607 w 1522114"/>
                <a:gd name="connsiteY55" fmla="*/ 706120 h 1525016"/>
                <a:gd name="connsiteX56" fmla="*/ 204283 w 1522114"/>
                <a:gd name="connsiteY56" fmla="*/ 752856 h 1525016"/>
                <a:gd name="connsiteX57" fmla="*/ 615128 w 1522114"/>
                <a:gd name="connsiteY57" fmla="*/ 929132 h 1525016"/>
                <a:gd name="connsiteX58" fmla="*/ 979491 w 1522114"/>
                <a:gd name="connsiteY58" fmla="*/ 756793 h 1525016"/>
                <a:gd name="connsiteX59" fmla="*/ 1018353 w 1522114"/>
                <a:gd name="connsiteY59" fmla="*/ 462788 h 1525016"/>
                <a:gd name="connsiteX60" fmla="*/ 672151 w 1522114"/>
                <a:gd name="connsiteY60" fmla="*/ 173863 h 1525016"/>
                <a:gd name="connsiteX61" fmla="*/ 175327 w 1522114"/>
                <a:gd name="connsiteY61" fmla="*/ 393700 h 1525016"/>
                <a:gd name="connsiteX62" fmla="*/ 159833 w 1522114"/>
                <a:gd name="connsiteY62" fmla="*/ 429006 h 1525016"/>
                <a:gd name="connsiteX63" fmla="*/ 104588 w 1522114"/>
                <a:gd name="connsiteY63" fmla="*/ 617220 h 1525016"/>
                <a:gd name="connsiteX64" fmla="*/ 197679 w 1522114"/>
                <a:gd name="connsiteY64" fmla="*/ 723265 h 1525016"/>
                <a:gd name="connsiteX65" fmla="*/ 250892 w 1522114"/>
                <a:gd name="connsiteY65" fmla="*/ 641477 h 1525016"/>
                <a:gd name="connsiteX66" fmla="*/ 234636 w 1522114"/>
                <a:gd name="connsiteY66" fmla="*/ 465709 h 1525016"/>
                <a:gd name="connsiteX67" fmla="*/ 159833 w 1522114"/>
                <a:gd name="connsiteY67" fmla="*/ 429006 h 1525016"/>
                <a:gd name="connsiteX68" fmla="*/ 1052135 w 1522114"/>
                <a:gd name="connsiteY68" fmla="*/ 487172 h 1525016"/>
                <a:gd name="connsiteX69" fmla="*/ 1041086 w 1522114"/>
                <a:gd name="connsiteY69" fmla="*/ 696214 h 1525016"/>
                <a:gd name="connsiteX70" fmla="*/ 1052135 w 1522114"/>
                <a:gd name="connsiteY70" fmla="*/ 487172 h 1525016"/>
                <a:gd name="connsiteX71" fmla="*/ 441011 w 1522114"/>
                <a:gd name="connsiteY71" fmla="*/ 934085 h 1525016"/>
                <a:gd name="connsiteX72" fmla="*/ 658816 w 1522114"/>
                <a:gd name="connsiteY72" fmla="*/ 967740 h 1525016"/>
                <a:gd name="connsiteX73" fmla="*/ 569154 w 1522114"/>
                <a:gd name="connsiteY73" fmla="*/ 951738 h 1525016"/>
                <a:gd name="connsiteX74" fmla="*/ 441011 w 1522114"/>
                <a:gd name="connsiteY74" fmla="*/ 934085 h 1525016"/>
                <a:gd name="connsiteX75" fmla="*/ 303597 w 1522114"/>
                <a:gd name="connsiteY75" fmla="*/ 984631 h 1525016"/>
                <a:gd name="connsiteX76" fmla="*/ 288992 w 1522114"/>
                <a:gd name="connsiteY76" fmla="*/ 1014222 h 1525016"/>
                <a:gd name="connsiteX77" fmla="*/ 345380 w 1522114"/>
                <a:gd name="connsiteY77" fmla="*/ 1064641 h 1525016"/>
                <a:gd name="connsiteX78" fmla="*/ 332934 w 1522114"/>
                <a:gd name="connsiteY78" fmla="*/ 1222502 h 1525016"/>
                <a:gd name="connsiteX79" fmla="*/ 384369 w 1522114"/>
                <a:gd name="connsiteY79" fmla="*/ 1151001 h 1525016"/>
                <a:gd name="connsiteX80" fmla="*/ 303597 w 1522114"/>
                <a:gd name="connsiteY80" fmla="*/ 984631 h 1525016"/>
                <a:gd name="connsiteX81" fmla="*/ 1154370 w 1522114"/>
                <a:gd name="connsiteY81" fmla="*/ 1103757 h 1525016"/>
                <a:gd name="connsiteX82" fmla="*/ 1130875 w 1522114"/>
                <a:gd name="connsiteY82" fmla="*/ 1296797 h 1525016"/>
                <a:gd name="connsiteX83" fmla="*/ 1261431 w 1522114"/>
                <a:gd name="connsiteY83" fmla="*/ 1352423 h 1525016"/>
                <a:gd name="connsiteX84" fmla="*/ 1374969 w 1522114"/>
                <a:gd name="connsiteY84" fmla="*/ 1363853 h 1525016"/>
                <a:gd name="connsiteX85" fmla="*/ 1357316 w 1522114"/>
                <a:gd name="connsiteY85" fmla="*/ 1335151 h 1525016"/>
                <a:gd name="connsiteX86" fmla="*/ 1258637 w 1522114"/>
                <a:gd name="connsiteY86" fmla="*/ 1275588 h 1525016"/>
                <a:gd name="connsiteX87" fmla="*/ 1445581 w 1522114"/>
                <a:gd name="connsiteY87" fmla="*/ 1318895 h 1525016"/>
                <a:gd name="connsiteX88" fmla="*/ 1403163 w 1522114"/>
                <a:gd name="connsiteY88" fmla="*/ 1266317 h 1525016"/>
                <a:gd name="connsiteX89" fmla="*/ 1296229 w 1522114"/>
                <a:gd name="connsiteY89" fmla="*/ 1221359 h 1525016"/>
                <a:gd name="connsiteX90" fmla="*/ 1489269 w 1522114"/>
                <a:gd name="connsiteY90" fmla="*/ 1249045 h 1525016"/>
                <a:gd name="connsiteX91" fmla="*/ 1491174 w 1522114"/>
                <a:gd name="connsiteY91" fmla="*/ 1229233 h 1525016"/>
                <a:gd name="connsiteX92" fmla="*/ 1235269 w 1522114"/>
                <a:gd name="connsiteY92" fmla="*/ 1137285 h 1525016"/>
                <a:gd name="connsiteX93" fmla="*/ 1341060 w 1522114"/>
                <a:gd name="connsiteY93" fmla="*/ 1060831 h 1525016"/>
                <a:gd name="connsiteX94" fmla="*/ 1301944 w 1522114"/>
                <a:gd name="connsiteY94" fmla="*/ 1021842 h 1525016"/>
                <a:gd name="connsiteX95" fmla="*/ 1154370 w 1522114"/>
                <a:gd name="connsiteY95" fmla="*/ 1103757 h 1525016"/>
                <a:gd name="connsiteX96" fmla="*/ 857063 w 1522114"/>
                <a:gd name="connsiteY96" fmla="*/ 1070610 h 1525016"/>
                <a:gd name="connsiteX97" fmla="*/ 878272 w 1522114"/>
                <a:gd name="connsiteY97" fmla="*/ 1189990 h 1525016"/>
                <a:gd name="connsiteX98" fmla="*/ 905704 w 1522114"/>
                <a:gd name="connsiteY98" fmla="*/ 1429893 h 1525016"/>
                <a:gd name="connsiteX99" fmla="*/ 1188660 w 1522114"/>
                <a:gd name="connsiteY99" fmla="*/ 1363472 h 1525016"/>
                <a:gd name="connsiteX100" fmla="*/ 1073344 w 1522114"/>
                <a:gd name="connsiteY100" fmla="*/ 1189355 h 1525016"/>
                <a:gd name="connsiteX101" fmla="*/ 973522 w 1522114"/>
                <a:gd name="connsiteY101" fmla="*/ 1327277 h 1525016"/>
                <a:gd name="connsiteX102" fmla="*/ 945201 w 1522114"/>
                <a:gd name="connsiteY102" fmla="*/ 1376680 h 1525016"/>
                <a:gd name="connsiteX103" fmla="*/ 974665 w 1522114"/>
                <a:gd name="connsiteY103" fmla="*/ 1255903 h 1525016"/>
                <a:gd name="connsiteX104" fmla="*/ 857063 w 1522114"/>
                <a:gd name="connsiteY104" fmla="*/ 1070610 h 1525016"/>
                <a:gd name="connsiteX0" fmla="*/ 1100903 w 1522114"/>
                <a:gd name="connsiteY0" fmla="*/ 613537 h 1525016"/>
                <a:gd name="connsiteX1" fmla="*/ 1075122 w 1522114"/>
                <a:gd name="connsiteY1" fmla="*/ 695960 h 1525016"/>
                <a:gd name="connsiteX2" fmla="*/ 994858 w 1522114"/>
                <a:gd name="connsiteY2" fmla="*/ 780288 h 1525016"/>
                <a:gd name="connsiteX3" fmla="*/ 900370 w 1522114"/>
                <a:gd name="connsiteY3" fmla="*/ 875284 h 1525016"/>
                <a:gd name="connsiteX4" fmla="*/ 765623 w 1522114"/>
                <a:gd name="connsiteY4" fmla="*/ 937514 h 1525016"/>
                <a:gd name="connsiteX5" fmla="*/ 993715 w 1522114"/>
                <a:gd name="connsiteY5" fmla="*/ 1240663 h 1525016"/>
                <a:gd name="connsiteX6" fmla="*/ 1109666 w 1522114"/>
                <a:gd name="connsiteY6" fmla="*/ 1110742 h 1525016"/>
                <a:gd name="connsiteX7" fmla="*/ 1283275 w 1522114"/>
                <a:gd name="connsiteY7" fmla="*/ 1000125 h 1525016"/>
                <a:gd name="connsiteX8" fmla="*/ 1372810 w 1522114"/>
                <a:gd name="connsiteY8" fmla="*/ 1048258 h 1525016"/>
                <a:gd name="connsiteX9" fmla="*/ 1290260 w 1522114"/>
                <a:gd name="connsiteY9" fmla="*/ 1133475 h 1525016"/>
                <a:gd name="connsiteX10" fmla="*/ 1514796 w 1522114"/>
                <a:gd name="connsiteY10" fmla="*/ 1214755 h 1525016"/>
                <a:gd name="connsiteX11" fmla="*/ 1460440 w 1522114"/>
                <a:gd name="connsiteY11" fmla="*/ 1279779 h 1525016"/>
                <a:gd name="connsiteX12" fmla="*/ 1460821 w 1522114"/>
                <a:gd name="connsiteY12" fmla="*/ 1327912 h 1525016"/>
                <a:gd name="connsiteX13" fmla="*/ 1403163 w 1522114"/>
                <a:gd name="connsiteY13" fmla="*/ 1349121 h 1525016"/>
                <a:gd name="connsiteX14" fmla="*/ 1396686 w 1522114"/>
                <a:gd name="connsiteY14" fmla="*/ 1379474 h 1525016"/>
                <a:gd name="connsiteX15" fmla="*/ 1222569 w 1522114"/>
                <a:gd name="connsiteY15" fmla="*/ 1371346 h 1525016"/>
                <a:gd name="connsiteX16" fmla="*/ 1041340 w 1522114"/>
                <a:gd name="connsiteY16" fmla="*/ 1472565 h 1525016"/>
                <a:gd name="connsiteX17" fmla="*/ 907228 w 1522114"/>
                <a:gd name="connsiteY17" fmla="*/ 1459484 h 1525016"/>
                <a:gd name="connsiteX18" fmla="*/ 909260 w 1522114"/>
                <a:gd name="connsiteY18" fmla="*/ 1515364 h 1525016"/>
                <a:gd name="connsiteX19" fmla="*/ 884622 w 1522114"/>
                <a:gd name="connsiteY19" fmla="*/ 1513840 h 1525016"/>
                <a:gd name="connsiteX20" fmla="*/ 878780 w 1522114"/>
                <a:gd name="connsiteY20" fmla="*/ 1439418 h 1525016"/>
                <a:gd name="connsiteX21" fmla="*/ 820106 w 1522114"/>
                <a:gd name="connsiteY21" fmla="*/ 1033780 h 1525016"/>
                <a:gd name="connsiteX22" fmla="*/ 747208 w 1522114"/>
                <a:gd name="connsiteY22" fmla="*/ 961009 h 1525016"/>
                <a:gd name="connsiteX23" fmla="*/ 424882 w 1522114"/>
                <a:gd name="connsiteY23" fmla="*/ 959358 h 1525016"/>
                <a:gd name="connsiteX24" fmla="*/ 337125 w 1522114"/>
                <a:gd name="connsiteY24" fmla="*/ 961517 h 1525016"/>
                <a:gd name="connsiteX25" fmla="*/ 407610 w 1522114"/>
                <a:gd name="connsiteY25" fmla="*/ 1173353 h 1525016"/>
                <a:gd name="connsiteX26" fmla="*/ 322774 w 1522114"/>
                <a:gd name="connsiteY26" fmla="*/ 1252474 h 1525016"/>
                <a:gd name="connsiteX27" fmla="*/ 288357 w 1522114"/>
                <a:gd name="connsiteY27" fmla="*/ 1477772 h 1525016"/>
                <a:gd name="connsiteX28" fmla="*/ 283023 w 1522114"/>
                <a:gd name="connsiteY28" fmla="*/ 1513840 h 1525016"/>
                <a:gd name="connsiteX29" fmla="*/ 259020 w 1522114"/>
                <a:gd name="connsiteY29" fmla="*/ 1518539 h 1525016"/>
                <a:gd name="connsiteX30" fmla="*/ 323409 w 1522114"/>
                <a:gd name="connsiteY30" fmla="*/ 1139190 h 1525016"/>
                <a:gd name="connsiteX31" fmla="*/ 305629 w 1522114"/>
                <a:gd name="connsiteY31" fmla="*/ 1055370 h 1525016"/>
                <a:gd name="connsiteX32" fmla="*/ 229556 w 1522114"/>
                <a:gd name="connsiteY32" fmla="*/ 1081532 h 1525016"/>
                <a:gd name="connsiteX33" fmla="*/ 18228 w 1522114"/>
                <a:gd name="connsiteY33" fmla="*/ 1512697 h 1525016"/>
                <a:gd name="connsiteX34" fmla="*/ 2099 w 1522114"/>
                <a:gd name="connsiteY34" fmla="*/ 1525016 h 1525016"/>
                <a:gd name="connsiteX35" fmla="*/ 17212 w 1522114"/>
                <a:gd name="connsiteY35" fmla="*/ 1428750 h 1525016"/>
                <a:gd name="connsiteX36" fmla="*/ 107001 w 1522114"/>
                <a:gd name="connsiteY36" fmla="*/ 1207770 h 1525016"/>
                <a:gd name="connsiteX37" fmla="*/ 216983 w 1522114"/>
                <a:gd name="connsiteY37" fmla="*/ 1057275 h 1525016"/>
                <a:gd name="connsiteX38" fmla="*/ 304867 w 1522114"/>
                <a:gd name="connsiteY38" fmla="*/ 955675 h 1525016"/>
                <a:gd name="connsiteX39" fmla="*/ 391481 w 1522114"/>
                <a:gd name="connsiteY39" fmla="*/ 921512 h 1525016"/>
                <a:gd name="connsiteX40" fmla="*/ 252924 w 1522114"/>
                <a:gd name="connsiteY40" fmla="*/ 841375 h 1525016"/>
                <a:gd name="connsiteX41" fmla="*/ 138243 w 1522114"/>
                <a:gd name="connsiteY41" fmla="*/ 726186 h 1525016"/>
                <a:gd name="connsiteX42" fmla="*/ 83633 w 1522114"/>
                <a:gd name="connsiteY42" fmla="*/ 643636 h 1525016"/>
                <a:gd name="connsiteX43" fmla="*/ 139767 w 1522114"/>
                <a:gd name="connsiteY43" fmla="*/ 409829 h 1525016"/>
                <a:gd name="connsiteX44" fmla="*/ 413198 w 1522114"/>
                <a:gd name="connsiteY44" fmla="*/ 163322 h 1525016"/>
                <a:gd name="connsiteX45" fmla="*/ 730698 w 1522114"/>
                <a:gd name="connsiteY45" fmla="*/ 160020 h 1525016"/>
                <a:gd name="connsiteX46" fmla="*/ 944058 w 1522114"/>
                <a:gd name="connsiteY46" fmla="*/ 286131 h 1525016"/>
                <a:gd name="connsiteX47" fmla="*/ 1076900 w 1522114"/>
                <a:gd name="connsiteY47" fmla="*/ 0 h 1525016"/>
                <a:gd name="connsiteX48" fmla="*/ 971617 w 1522114"/>
                <a:gd name="connsiteY48" fmla="*/ 322072 h 1525016"/>
                <a:gd name="connsiteX49" fmla="*/ 1070423 w 1522114"/>
                <a:gd name="connsiteY49" fmla="*/ 477139 h 1525016"/>
                <a:gd name="connsiteX50" fmla="*/ 1107507 w 1522114"/>
                <a:gd name="connsiteY50" fmla="*/ 581152 h 1525016"/>
                <a:gd name="connsiteX51" fmla="*/ 175327 w 1522114"/>
                <a:gd name="connsiteY51" fmla="*/ 393700 h 1525016"/>
                <a:gd name="connsiteX52" fmla="*/ 227270 w 1522114"/>
                <a:gd name="connsiteY52" fmla="*/ 410845 h 1525016"/>
                <a:gd name="connsiteX53" fmla="*/ 284801 w 1522114"/>
                <a:gd name="connsiteY53" fmla="*/ 565785 h 1525016"/>
                <a:gd name="connsiteX54" fmla="*/ 256607 w 1522114"/>
                <a:gd name="connsiteY54" fmla="*/ 706120 h 1525016"/>
                <a:gd name="connsiteX55" fmla="*/ 204283 w 1522114"/>
                <a:gd name="connsiteY55" fmla="*/ 752856 h 1525016"/>
                <a:gd name="connsiteX56" fmla="*/ 615128 w 1522114"/>
                <a:gd name="connsiteY56" fmla="*/ 929132 h 1525016"/>
                <a:gd name="connsiteX57" fmla="*/ 979491 w 1522114"/>
                <a:gd name="connsiteY57" fmla="*/ 756793 h 1525016"/>
                <a:gd name="connsiteX58" fmla="*/ 1018353 w 1522114"/>
                <a:gd name="connsiteY58" fmla="*/ 462788 h 1525016"/>
                <a:gd name="connsiteX59" fmla="*/ 672151 w 1522114"/>
                <a:gd name="connsiteY59" fmla="*/ 173863 h 1525016"/>
                <a:gd name="connsiteX60" fmla="*/ 175327 w 1522114"/>
                <a:gd name="connsiteY60" fmla="*/ 393700 h 1525016"/>
                <a:gd name="connsiteX61" fmla="*/ 159833 w 1522114"/>
                <a:gd name="connsiteY61" fmla="*/ 429006 h 1525016"/>
                <a:gd name="connsiteX62" fmla="*/ 104588 w 1522114"/>
                <a:gd name="connsiteY62" fmla="*/ 617220 h 1525016"/>
                <a:gd name="connsiteX63" fmla="*/ 197679 w 1522114"/>
                <a:gd name="connsiteY63" fmla="*/ 723265 h 1525016"/>
                <a:gd name="connsiteX64" fmla="*/ 250892 w 1522114"/>
                <a:gd name="connsiteY64" fmla="*/ 641477 h 1525016"/>
                <a:gd name="connsiteX65" fmla="*/ 234636 w 1522114"/>
                <a:gd name="connsiteY65" fmla="*/ 465709 h 1525016"/>
                <a:gd name="connsiteX66" fmla="*/ 159833 w 1522114"/>
                <a:gd name="connsiteY66" fmla="*/ 429006 h 1525016"/>
                <a:gd name="connsiteX67" fmla="*/ 1052135 w 1522114"/>
                <a:gd name="connsiteY67" fmla="*/ 487172 h 1525016"/>
                <a:gd name="connsiteX68" fmla="*/ 1041086 w 1522114"/>
                <a:gd name="connsiteY68" fmla="*/ 696214 h 1525016"/>
                <a:gd name="connsiteX69" fmla="*/ 1052135 w 1522114"/>
                <a:gd name="connsiteY69" fmla="*/ 487172 h 1525016"/>
                <a:gd name="connsiteX70" fmla="*/ 441011 w 1522114"/>
                <a:gd name="connsiteY70" fmla="*/ 934085 h 1525016"/>
                <a:gd name="connsiteX71" fmla="*/ 658816 w 1522114"/>
                <a:gd name="connsiteY71" fmla="*/ 967740 h 1525016"/>
                <a:gd name="connsiteX72" fmla="*/ 569154 w 1522114"/>
                <a:gd name="connsiteY72" fmla="*/ 951738 h 1525016"/>
                <a:gd name="connsiteX73" fmla="*/ 441011 w 1522114"/>
                <a:gd name="connsiteY73" fmla="*/ 934085 h 1525016"/>
                <a:gd name="connsiteX74" fmla="*/ 303597 w 1522114"/>
                <a:gd name="connsiteY74" fmla="*/ 984631 h 1525016"/>
                <a:gd name="connsiteX75" fmla="*/ 288992 w 1522114"/>
                <a:gd name="connsiteY75" fmla="*/ 1014222 h 1525016"/>
                <a:gd name="connsiteX76" fmla="*/ 345380 w 1522114"/>
                <a:gd name="connsiteY76" fmla="*/ 1064641 h 1525016"/>
                <a:gd name="connsiteX77" fmla="*/ 332934 w 1522114"/>
                <a:gd name="connsiteY77" fmla="*/ 1222502 h 1525016"/>
                <a:gd name="connsiteX78" fmla="*/ 384369 w 1522114"/>
                <a:gd name="connsiteY78" fmla="*/ 1151001 h 1525016"/>
                <a:gd name="connsiteX79" fmla="*/ 303597 w 1522114"/>
                <a:gd name="connsiteY79" fmla="*/ 984631 h 1525016"/>
                <a:gd name="connsiteX80" fmla="*/ 1154370 w 1522114"/>
                <a:gd name="connsiteY80" fmla="*/ 1103757 h 1525016"/>
                <a:gd name="connsiteX81" fmla="*/ 1130875 w 1522114"/>
                <a:gd name="connsiteY81" fmla="*/ 1296797 h 1525016"/>
                <a:gd name="connsiteX82" fmla="*/ 1261431 w 1522114"/>
                <a:gd name="connsiteY82" fmla="*/ 1352423 h 1525016"/>
                <a:gd name="connsiteX83" fmla="*/ 1374969 w 1522114"/>
                <a:gd name="connsiteY83" fmla="*/ 1363853 h 1525016"/>
                <a:gd name="connsiteX84" fmla="*/ 1357316 w 1522114"/>
                <a:gd name="connsiteY84" fmla="*/ 1335151 h 1525016"/>
                <a:gd name="connsiteX85" fmla="*/ 1258637 w 1522114"/>
                <a:gd name="connsiteY85" fmla="*/ 1275588 h 1525016"/>
                <a:gd name="connsiteX86" fmla="*/ 1445581 w 1522114"/>
                <a:gd name="connsiteY86" fmla="*/ 1318895 h 1525016"/>
                <a:gd name="connsiteX87" fmla="*/ 1403163 w 1522114"/>
                <a:gd name="connsiteY87" fmla="*/ 1266317 h 1525016"/>
                <a:gd name="connsiteX88" fmla="*/ 1296229 w 1522114"/>
                <a:gd name="connsiteY88" fmla="*/ 1221359 h 1525016"/>
                <a:gd name="connsiteX89" fmla="*/ 1489269 w 1522114"/>
                <a:gd name="connsiteY89" fmla="*/ 1249045 h 1525016"/>
                <a:gd name="connsiteX90" fmla="*/ 1491174 w 1522114"/>
                <a:gd name="connsiteY90" fmla="*/ 1229233 h 1525016"/>
                <a:gd name="connsiteX91" fmla="*/ 1235269 w 1522114"/>
                <a:gd name="connsiteY91" fmla="*/ 1137285 h 1525016"/>
                <a:gd name="connsiteX92" fmla="*/ 1341060 w 1522114"/>
                <a:gd name="connsiteY92" fmla="*/ 1060831 h 1525016"/>
                <a:gd name="connsiteX93" fmla="*/ 1301944 w 1522114"/>
                <a:gd name="connsiteY93" fmla="*/ 1021842 h 1525016"/>
                <a:gd name="connsiteX94" fmla="*/ 1154370 w 1522114"/>
                <a:gd name="connsiteY94" fmla="*/ 1103757 h 1525016"/>
                <a:gd name="connsiteX95" fmla="*/ 857063 w 1522114"/>
                <a:gd name="connsiteY95" fmla="*/ 1070610 h 1525016"/>
                <a:gd name="connsiteX96" fmla="*/ 878272 w 1522114"/>
                <a:gd name="connsiteY96" fmla="*/ 1189990 h 1525016"/>
                <a:gd name="connsiteX97" fmla="*/ 905704 w 1522114"/>
                <a:gd name="connsiteY97" fmla="*/ 1429893 h 1525016"/>
                <a:gd name="connsiteX98" fmla="*/ 1188660 w 1522114"/>
                <a:gd name="connsiteY98" fmla="*/ 1363472 h 1525016"/>
                <a:gd name="connsiteX99" fmla="*/ 1073344 w 1522114"/>
                <a:gd name="connsiteY99" fmla="*/ 1189355 h 1525016"/>
                <a:gd name="connsiteX100" fmla="*/ 973522 w 1522114"/>
                <a:gd name="connsiteY100" fmla="*/ 1327277 h 1525016"/>
                <a:gd name="connsiteX101" fmla="*/ 945201 w 1522114"/>
                <a:gd name="connsiteY101" fmla="*/ 1376680 h 1525016"/>
                <a:gd name="connsiteX102" fmla="*/ 974665 w 1522114"/>
                <a:gd name="connsiteY102" fmla="*/ 1255903 h 1525016"/>
                <a:gd name="connsiteX103" fmla="*/ 857063 w 1522114"/>
                <a:gd name="connsiteY103" fmla="*/ 1070610 h 1525016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4058 w 1522114"/>
                <a:gd name="connsiteY46" fmla="*/ 143947 h 1382832"/>
                <a:gd name="connsiteX47" fmla="*/ 971617 w 1522114"/>
                <a:gd name="connsiteY47" fmla="*/ 179888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4058 w 1522114"/>
                <a:gd name="connsiteY46" fmla="*/ 143947 h 1382832"/>
                <a:gd name="connsiteX47" fmla="*/ 1053234 w 1522114"/>
                <a:gd name="connsiteY47" fmla="*/ 174057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4058 w 1522114"/>
                <a:gd name="connsiteY46" fmla="*/ 143947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229733 w 1522114"/>
                <a:gd name="connsiteY49" fmla="*/ 384357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063298 w 1522114"/>
                <a:gd name="connsiteY49" fmla="*/ 269933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021689 w 1522114"/>
                <a:gd name="connsiteY49" fmla="*/ 212721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75327 w 1522114"/>
                <a:gd name="connsiteY49" fmla="*/ 251516 h 1382832"/>
                <a:gd name="connsiteX50" fmla="*/ 227270 w 1522114"/>
                <a:gd name="connsiteY50" fmla="*/ 268661 h 1382832"/>
                <a:gd name="connsiteX51" fmla="*/ 284801 w 1522114"/>
                <a:gd name="connsiteY51" fmla="*/ 423601 h 1382832"/>
                <a:gd name="connsiteX52" fmla="*/ 256607 w 1522114"/>
                <a:gd name="connsiteY52" fmla="*/ 563936 h 1382832"/>
                <a:gd name="connsiteX53" fmla="*/ 204283 w 1522114"/>
                <a:gd name="connsiteY53" fmla="*/ 610672 h 1382832"/>
                <a:gd name="connsiteX54" fmla="*/ 615128 w 1522114"/>
                <a:gd name="connsiteY54" fmla="*/ 786948 h 1382832"/>
                <a:gd name="connsiteX55" fmla="*/ 979491 w 1522114"/>
                <a:gd name="connsiteY55" fmla="*/ 614609 h 1382832"/>
                <a:gd name="connsiteX56" fmla="*/ 1018353 w 1522114"/>
                <a:gd name="connsiteY56" fmla="*/ 320604 h 1382832"/>
                <a:gd name="connsiteX57" fmla="*/ 672151 w 1522114"/>
                <a:gd name="connsiteY57" fmla="*/ 31679 h 1382832"/>
                <a:gd name="connsiteX58" fmla="*/ 175327 w 1522114"/>
                <a:gd name="connsiteY58" fmla="*/ 251516 h 1382832"/>
                <a:gd name="connsiteX59" fmla="*/ 159833 w 1522114"/>
                <a:gd name="connsiteY59" fmla="*/ 286822 h 1382832"/>
                <a:gd name="connsiteX60" fmla="*/ 104588 w 1522114"/>
                <a:gd name="connsiteY60" fmla="*/ 475036 h 1382832"/>
                <a:gd name="connsiteX61" fmla="*/ 197679 w 1522114"/>
                <a:gd name="connsiteY61" fmla="*/ 581081 h 1382832"/>
                <a:gd name="connsiteX62" fmla="*/ 250892 w 1522114"/>
                <a:gd name="connsiteY62" fmla="*/ 499293 h 1382832"/>
                <a:gd name="connsiteX63" fmla="*/ 234636 w 1522114"/>
                <a:gd name="connsiteY63" fmla="*/ 323525 h 1382832"/>
                <a:gd name="connsiteX64" fmla="*/ 159833 w 1522114"/>
                <a:gd name="connsiteY64" fmla="*/ 286822 h 1382832"/>
                <a:gd name="connsiteX65" fmla="*/ 1052135 w 1522114"/>
                <a:gd name="connsiteY65" fmla="*/ 344988 h 1382832"/>
                <a:gd name="connsiteX66" fmla="*/ 1041086 w 1522114"/>
                <a:gd name="connsiteY66" fmla="*/ 554030 h 1382832"/>
                <a:gd name="connsiteX67" fmla="*/ 1052135 w 1522114"/>
                <a:gd name="connsiteY67" fmla="*/ 344988 h 1382832"/>
                <a:gd name="connsiteX68" fmla="*/ 441011 w 1522114"/>
                <a:gd name="connsiteY68" fmla="*/ 791901 h 1382832"/>
                <a:gd name="connsiteX69" fmla="*/ 658816 w 1522114"/>
                <a:gd name="connsiteY69" fmla="*/ 825556 h 1382832"/>
                <a:gd name="connsiteX70" fmla="*/ 569154 w 1522114"/>
                <a:gd name="connsiteY70" fmla="*/ 809554 h 1382832"/>
                <a:gd name="connsiteX71" fmla="*/ 441011 w 1522114"/>
                <a:gd name="connsiteY71" fmla="*/ 791901 h 1382832"/>
                <a:gd name="connsiteX72" fmla="*/ 303597 w 1522114"/>
                <a:gd name="connsiteY72" fmla="*/ 842447 h 1382832"/>
                <a:gd name="connsiteX73" fmla="*/ 288992 w 1522114"/>
                <a:gd name="connsiteY73" fmla="*/ 872038 h 1382832"/>
                <a:gd name="connsiteX74" fmla="*/ 345380 w 1522114"/>
                <a:gd name="connsiteY74" fmla="*/ 922457 h 1382832"/>
                <a:gd name="connsiteX75" fmla="*/ 332934 w 1522114"/>
                <a:gd name="connsiteY75" fmla="*/ 1080318 h 1382832"/>
                <a:gd name="connsiteX76" fmla="*/ 384369 w 1522114"/>
                <a:gd name="connsiteY76" fmla="*/ 1008817 h 1382832"/>
                <a:gd name="connsiteX77" fmla="*/ 303597 w 1522114"/>
                <a:gd name="connsiteY77" fmla="*/ 842447 h 1382832"/>
                <a:gd name="connsiteX78" fmla="*/ 1154370 w 1522114"/>
                <a:gd name="connsiteY78" fmla="*/ 961573 h 1382832"/>
                <a:gd name="connsiteX79" fmla="*/ 1130875 w 1522114"/>
                <a:gd name="connsiteY79" fmla="*/ 1154613 h 1382832"/>
                <a:gd name="connsiteX80" fmla="*/ 1261431 w 1522114"/>
                <a:gd name="connsiteY80" fmla="*/ 1210239 h 1382832"/>
                <a:gd name="connsiteX81" fmla="*/ 1374969 w 1522114"/>
                <a:gd name="connsiteY81" fmla="*/ 1221669 h 1382832"/>
                <a:gd name="connsiteX82" fmla="*/ 1357316 w 1522114"/>
                <a:gd name="connsiteY82" fmla="*/ 1192967 h 1382832"/>
                <a:gd name="connsiteX83" fmla="*/ 1258637 w 1522114"/>
                <a:gd name="connsiteY83" fmla="*/ 1133404 h 1382832"/>
                <a:gd name="connsiteX84" fmla="*/ 1445581 w 1522114"/>
                <a:gd name="connsiteY84" fmla="*/ 1176711 h 1382832"/>
                <a:gd name="connsiteX85" fmla="*/ 1403163 w 1522114"/>
                <a:gd name="connsiteY85" fmla="*/ 1124133 h 1382832"/>
                <a:gd name="connsiteX86" fmla="*/ 1296229 w 1522114"/>
                <a:gd name="connsiteY86" fmla="*/ 1079175 h 1382832"/>
                <a:gd name="connsiteX87" fmla="*/ 1489269 w 1522114"/>
                <a:gd name="connsiteY87" fmla="*/ 1106861 h 1382832"/>
                <a:gd name="connsiteX88" fmla="*/ 1491174 w 1522114"/>
                <a:gd name="connsiteY88" fmla="*/ 1087049 h 1382832"/>
                <a:gd name="connsiteX89" fmla="*/ 1235269 w 1522114"/>
                <a:gd name="connsiteY89" fmla="*/ 995101 h 1382832"/>
                <a:gd name="connsiteX90" fmla="*/ 1341060 w 1522114"/>
                <a:gd name="connsiteY90" fmla="*/ 918647 h 1382832"/>
                <a:gd name="connsiteX91" fmla="*/ 1301944 w 1522114"/>
                <a:gd name="connsiteY91" fmla="*/ 879658 h 1382832"/>
                <a:gd name="connsiteX92" fmla="*/ 1154370 w 1522114"/>
                <a:gd name="connsiteY92" fmla="*/ 961573 h 1382832"/>
                <a:gd name="connsiteX93" fmla="*/ 857063 w 1522114"/>
                <a:gd name="connsiteY93" fmla="*/ 928426 h 1382832"/>
                <a:gd name="connsiteX94" fmla="*/ 878272 w 1522114"/>
                <a:gd name="connsiteY94" fmla="*/ 1047806 h 1382832"/>
                <a:gd name="connsiteX95" fmla="*/ 905704 w 1522114"/>
                <a:gd name="connsiteY95" fmla="*/ 1287709 h 1382832"/>
                <a:gd name="connsiteX96" fmla="*/ 1188660 w 1522114"/>
                <a:gd name="connsiteY96" fmla="*/ 1221288 h 1382832"/>
                <a:gd name="connsiteX97" fmla="*/ 1073344 w 1522114"/>
                <a:gd name="connsiteY97" fmla="*/ 1047171 h 1382832"/>
                <a:gd name="connsiteX98" fmla="*/ 973522 w 1522114"/>
                <a:gd name="connsiteY98" fmla="*/ 1185093 h 1382832"/>
                <a:gd name="connsiteX99" fmla="*/ 945201 w 1522114"/>
                <a:gd name="connsiteY99" fmla="*/ 1234496 h 1382832"/>
                <a:gd name="connsiteX100" fmla="*/ 974665 w 1522114"/>
                <a:gd name="connsiteY100" fmla="*/ 1113719 h 1382832"/>
                <a:gd name="connsiteX101" fmla="*/ 857063 w 1522114"/>
                <a:gd name="connsiteY101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52135 w 1522114"/>
                <a:gd name="connsiteY63" fmla="*/ 344988 h 1382832"/>
                <a:gd name="connsiteX64" fmla="*/ 1041086 w 1522114"/>
                <a:gd name="connsiteY64" fmla="*/ 554030 h 1382832"/>
                <a:gd name="connsiteX65" fmla="*/ 1052135 w 1522114"/>
                <a:gd name="connsiteY65" fmla="*/ 34498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52135 w 1522114"/>
                <a:gd name="connsiteY63" fmla="*/ 34498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36532 w 1522114"/>
                <a:gd name="connsiteY63" fmla="*/ 34498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153556 w 1522114"/>
                <a:gd name="connsiteY63" fmla="*/ 339787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171760 w 1522114"/>
                <a:gd name="connsiteY63" fmla="*/ 43860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36532 w 1522114"/>
                <a:gd name="connsiteY63" fmla="*/ 21496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955915 w 1522114"/>
                <a:gd name="connsiteY63" fmla="*/ 16555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955915 w 1522114"/>
                <a:gd name="connsiteY63" fmla="*/ 16555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955915 w 1522114"/>
                <a:gd name="connsiteY63" fmla="*/ 16555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202966 w 1522114"/>
                <a:gd name="connsiteY63" fmla="*/ 29557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41086 w 1522114"/>
                <a:gd name="connsiteY63" fmla="*/ 554030 h 1382832"/>
                <a:gd name="connsiteX64" fmla="*/ 1052135 w 1522114"/>
                <a:gd name="connsiteY64" fmla="*/ 394398 h 1382832"/>
                <a:gd name="connsiteX65" fmla="*/ 441011 w 1522114"/>
                <a:gd name="connsiteY65" fmla="*/ 791901 h 1382832"/>
                <a:gd name="connsiteX66" fmla="*/ 658816 w 1522114"/>
                <a:gd name="connsiteY66" fmla="*/ 825556 h 1382832"/>
                <a:gd name="connsiteX67" fmla="*/ 569154 w 1522114"/>
                <a:gd name="connsiteY67" fmla="*/ 809554 h 1382832"/>
                <a:gd name="connsiteX68" fmla="*/ 441011 w 1522114"/>
                <a:gd name="connsiteY68" fmla="*/ 791901 h 1382832"/>
                <a:gd name="connsiteX69" fmla="*/ 303597 w 1522114"/>
                <a:gd name="connsiteY69" fmla="*/ 842447 h 1382832"/>
                <a:gd name="connsiteX70" fmla="*/ 288992 w 1522114"/>
                <a:gd name="connsiteY70" fmla="*/ 872038 h 1382832"/>
                <a:gd name="connsiteX71" fmla="*/ 345380 w 1522114"/>
                <a:gd name="connsiteY71" fmla="*/ 922457 h 1382832"/>
                <a:gd name="connsiteX72" fmla="*/ 332934 w 1522114"/>
                <a:gd name="connsiteY72" fmla="*/ 1080318 h 1382832"/>
                <a:gd name="connsiteX73" fmla="*/ 384369 w 1522114"/>
                <a:gd name="connsiteY73" fmla="*/ 1008817 h 1382832"/>
                <a:gd name="connsiteX74" fmla="*/ 303597 w 1522114"/>
                <a:gd name="connsiteY74" fmla="*/ 842447 h 1382832"/>
                <a:gd name="connsiteX75" fmla="*/ 1154370 w 1522114"/>
                <a:gd name="connsiteY75" fmla="*/ 961573 h 1382832"/>
                <a:gd name="connsiteX76" fmla="*/ 1130875 w 1522114"/>
                <a:gd name="connsiteY76" fmla="*/ 1154613 h 1382832"/>
                <a:gd name="connsiteX77" fmla="*/ 1261431 w 1522114"/>
                <a:gd name="connsiteY77" fmla="*/ 1210239 h 1382832"/>
                <a:gd name="connsiteX78" fmla="*/ 1374969 w 1522114"/>
                <a:gd name="connsiteY78" fmla="*/ 1221669 h 1382832"/>
                <a:gd name="connsiteX79" fmla="*/ 1357316 w 1522114"/>
                <a:gd name="connsiteY79" fmla="*/ 1192967 h 1382832"/>
                <a:gd name="connsiteX80" fmla="*/ 1258637 w 1522114"/>
                <a:gd name="connsiteY80" fmla="*/ 1133404 h 1382832"/>
                <a:gd name="connsiteX81" fmla="*/ 1445581 w 1522114"/>
                <a:gd name="connsiteY81" fmla="*/ 1176711 h 1382832"/>
                <a:gd name="connsiteX82" fmla="*/ 1403163 w 1522114"/>
                <a:gd name="connsiteY82" fmla="*/ 1124133 h 1382832"/>
                <a:gd name="connsiteX83" fmla="*/ 1296229 w 1522114"/>
                <a:gd name="connsiteY83" fmla="*/ 1079175 h 1382832"/>
                <a:gd name="connsiteX84" fmla="*/ 1489269 w 1522114"/>
                <a:gd name="connsiteY84" fmla="*/ 1106861 h 1382832"/>
                <a:gd name="connsiteX85" fmla="*/ 1491174 w 1522114"/>
                <a:gd name="connsiteY85" fmla="*/ 1087049 h 1382832"/>
                <a:gd name="connsiteX86" fmla="*/ 1235269 w 1522114"/>
                <a:gd name="connsiteY86" fmla="*/ 995101 h 1382832"/>
                <a:gd name="connsiteX87" fmla="*/ 1341060 w 1522114"/>
                <a:gd name="connsiteY87" fmla="*/ 918647 h 1382832"/>
                <a:gd name="connsiteX88" fmla="*/ 1301944 w 1522114"/>
                <a:gd name="connsiteY88" fmla="*/ 879658 h 1382832"/>
                <a:gd name="connsiteX89" fmla="*/ 1154370 w 1522114"/>
                <a:gd name="connsiteY89" fmla="*/ 961573 h 1382832"/>
                <a:gd name="connsiteX90" fmla="*/ 857063 w 1522114"/>
                <a:gd name="connsiteY90" fmla="*/ 928426 h 1382832"/>
                <a:gd name="connsiteX91" fmla="*/ 878272 w 1522114"/>
                <a:gd name="connsiteY91" fmla="*/ 1047806 h 1382832"/>
                <a:gd name="connsiteX92" fmla="*/ 905704 w 1522114"/>
                <a:gd name="connsiteY92" fmla="*/ 1287709 h 1382832"/>
                <a:gd name="connsiteX93" fmla="*/ 1188660 w 1522114"/>
                <a:gd name="connsiteY93" fmla="*/ 1221288 h 1382832"/>
                <a:gd name="connsiteX94" fmla="*/ 1073344 w 1522114"/>
                <a:gd name="connsiteY94" fmla="*/ 1047171 h 1382832"/>
                <a:gd name="connsiteX95" fmla="*/ 973522 w 1522114"/>
                <a:gd name="connsiteY95" fmla="*/ 1185093 h 1382832"/>
                <a:gd name="connsiteX96" fmla="*/ 945201 w 1522114"/>
                <a:gd name="connsiteY96" fmla="*/ 1234496 h 1382832"/>
                <a:gd name="connsiteX97" fmla="*/ 974665 w 1522114"/>
                <a:gd name="connsiteY97" fmla="*/ 1113719 h 1382832"/>
                <a:gd name="connsiteX98" fmla="*/ 857063 w 1522114"/>
                <a:gd name="connsiteY98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949887 w 1522114"/>
                <a:gd name="connsiteY47" fmla="*/ 155606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962889 w 1522114"/>
                <a:gd name="connsiteY47" fmla="*/ 181611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38305 w 1522114"/>
                <a:gd name="connsiteY47" fmla="*/ 31944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38305 w 1522114"/>
                <a:gd name="connsiteY47" fmla="*/ 31944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38305 w 1522114"/>
                <a:gd name="connsiteY47" fmla="*/ 31944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4736 w 1522114"/>
                <a:gd name="connsiteY65" fmla="*/ 415202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1522114" h="1382832">
                  <a:moveTo>
                    <a:pt x="1100903" y="471353"/>
                  </a:moveTo>
                  <a:cubicBezTo>
                    <a:pt x="1094934" y="499547"/>
                    <a:pt x="1090108" y="528757"/>
                    <a:pt x="1075122" y="553776"/>
                  </a:cubicBezTo>
                  <a:cubicBezTo>
                    <a:pt x="1055945" y="588574"/>
                    <a:pt x="1017718" y="606227"/>
                    <a:pt x="994858" y="638104"/>
                  </a:cubicBezTo>
                  <a:cubicBezTo>
                    <a:pt x="967680" y="673791"/>
                    <a:pt x="937454" y="707446"/>
                    <a:pt x="900370" y="733100"/>
                  </a:cubicBezTo>
                  <a:cubicBezTo>
                    <a:pt x="858841" y="760405"/>
                    <a:pt x="812613" y="779709"/>
                    <a:pt x="765623" y="795330"/>
                  </a:cubicBezTo>
                  <a:cubicBezTo>
                    <a:pt x="871160" y="870006"/>
                    <a:pt x="929834" y="989894"/>
                    <a:pt x="993715" y="1098479"/>
                  </a:cubicBezTo>
                  <a:cubicBezTo>
                    <a:pt x="1031561" y="1054537"/>
                    <a:pt x="1069915" y="1010976"/>
                    <a:pt x="1109666" y="968558"/>
                  </a:cubicBezTo>
                  <a:cubicBezTo>
                    <a:pt x="1156783" y="917123"/>
                    <a:pt x="1222442" y="889564"/>
                    <a:pt x="1283275" y="857941"/>
                  </a:cubicBezTo>
                  <a:cubicBezTo>
                    <a:pt x="1319978" y="840669"/>
                    <a:pt x="1372683" y="861624"/>
                    <a:pt x="1372810" y="906074"/>
                  </a:cubicBezTo>
                  <a:cubicBezTo>
                    <a:pt x="1369762" y="950778"/>
                    <a:pt x="1323534" y="970971"/>
                    <a:pt x="1290260" y="991291"/>
                  </a:cubicBezTo>
                  <a:cubicBezTo>
                    <a:pt x="1367222" y="1005896"/>
                    <a:pt x="1461583" y="1006150"/>
                    <a:pt x="1514796" y="1072571"/>
                  </a:cubicBezTo>
                  <a:cubicBezTo>
                    <a:pt x="1541974" y="1111179"/>
                    <a:pt x="1486602" y="1127308"/>
                    <a:pt x="1460440" y="1137595"/>
                  </a:cubicBezTo>
                  <a:cubicBezTo>
                    <a:pt x="1461202" y="1153597"/>
                    <a:pt x="1461329" y="1169599"/>
                    <a:pt x="1460821" y="1185728"/>
                  </a:cubicBezTo>
                  <a:cubicBezTo>
                    <a:pt x="1449010" y="1205413"/>
                    <a:pt x="1422213" y="1201222"/>
                    <a:pt x="1403163" y="1206937"/>
                  </a:cubicBezTo>
                  <a:cubicBezTo>
                    <a:pt x="1401639" y="1214557"/>
                    <a:pt x="1398337" y="1229670"/>
                    <a:pt x="1396686" y="1237290"/>
                  </a:cubicBezTo>
                  <a:cubicBezTo>
                    <a:pt x="1340679" y="1264722"/>
                    <a:pt x="1279719" y="1236909"/>
                    <a:pt x="1222569" y="1229162"/>
                  </a:cubicBezTo>
                  <a:cubicBezTo>
                    <a:pt x="1167578" y="1270945"/>
                    <a:pt x="1111952" y="1318951"/>
                    <a:pt x="1041340" y="1330381"/>
                  </a:cubicBezTo>
                  <a:cubicBezTo>
                    <a:pt x="996382" y="1342192"/>
                    <a:pt x="950662" y="1328857"/>
                    <a:pt x="907228" y="1317300"/>
                  </a:cubicBezTo>
                  <a:cubicBezTo>
                    <a:pt x="907863" y="1335842"/>
                    <a:pt x="908625" y="1354511"/>
                    <a:pt x="909260" y="1373180"/>
                  </a:cubicBezTo>
                  <a:lnTo>
                    <a:pt x="884622" y="1371656"/>
                  </a:lnTo>
                  <a:cubicBezTo>
                    <a:pt x="882336" y="1346764"/>
                    <a:pt x="880939" y="1321999"/>
                    <a:pt x="878780" y="1297234"/>
                  </a:cubicBezTo>
                  <a:cubicBezTo>
                    <a:pt x="867477" y="1160963"/>
                    <a:pt x="854904" y="1024184"/>
                    <a:pt x="820106" y="891596"/>
                  </a:cubicBezTo>
                  <a:cubicBezTo>
                    <a:pt x="811089" y="855020"/>
                    <a:pt x="777942" y="835335"/>
                    <a:pt x="747208" y="818825"/>
                  </a:cubicBezTo>
                  <a:cubicBezTo>
                    <a:pt x="648021" y="873562"/>
                    <a:pt x="526736" y="854893"/>
                    <a:pt x="424882" y="817174"/>
                  </a:cubicBezTo>
                  <a:cubicBezTo>
                    <a:pt x="396561" y="803966"/>
                    <a:pt x="366081" y="815523"/>
                    <a:pt x="337125" y="819333"/>
                  </a:cubicBezTo>
                  <a:cubicBezTo>
                    <a:pt x="379924" y="879785"/>
                    <a:pt x="430470" y="953572"/>
                    <a:pt x="407610" y="1031169"/>
                  </a:cubicBezTo>
                  <a:cubicBezTo>
                    <a:pt x="398085" y="1073079"/>
                    <a:pt x="358461" y="1093780"/>
                    <a:pt x="322774" y="1110290"/>
                  </a:cubicBezTo>
                  <a:cubicBezTo>
                    <a:pt x="311471" y="1185474"/>
                    <a:pt x="293945" y="1259642"/>
                    <a:pt x="288357" y="1335588"/>
                  </a:cubicBezTo>
                  <a:cubicBezTo>
                    <a:pt x="287087" y="1344605"/>
                    <a:pt x="284420" y="1362639"/>
                    <a:pt x="283023" y="1371656"/>
                  </a:cubicBezTo>
                  <a:lnTo>
                    <a:pt x="259020" y="1376355"/>
                  </a:lnTo>
                  <a:cubicBezTo>
                    <a:pt x="267021" y="1247958"/>
                    <a:pt x="295850" y="1122228"/>
                    <a:pt x="323409" y="997006"/>
                  </a:cubicBezTo>
                  <a:cubicBezTo>
                    <a:pt x="329124" y="968558"/>
                    <a:pt x="329632" y="933887"/>
                    <a:pt x="305629" y="913186"/>
                  </a:cubicBezTo>
                  <a:cubicBezTo>
                    <a:pt x="277181" y="895660"/>
                    <a:pt x="247844" y="918012"/>
                    <a:pt x="229556" y="939348"/>
                  </a:cubicBezTo>
                  <a:cubicBezTo>
                    <a:pt x="118812" y="1058728"/>
                    <a:pt x="60900" y="1215954"/>
                    <a:pt x="18228" y="1370513"/>
                  </a:cubicBezTo>
                  <a:lnTo>
                    <a:pt x="2099" y="1382832"/>
                  </a:lnTo>
                  <a:cubicBezTo>
                    <a:pt x="-5394" y="1349558"/>
                    <a:pt x="8957" y="1318062"/>
                    <a:pt x="17212" y="1286566"/>
                  </a:cubicBezTo>
                  <a:cubicBezTo>
                    <a:pt x="36516" y="1209096"/>
                    <a:pt x="70679" y="1136325"/>
                    <a:pt x="107001" y="1065586"/>
                  </a:cubicBezTo>
                  <a:cubicBezTo>
                    <a:pt x="137100" y="1010976"/>
                    <a:pt x="174184" y="960430"/>
                    <a:pt x="216983" y="915091"/>
                  </a:cubicBezTo>
                  <a:cubicBezTo>
                    <a:pt x="248352" y="882960"/>
                    <a:pt x="268545" y="840796"/>
                    <a:pt x="304867" y="813491"/>
                  </a:cubicBezTo>
                  <a:cubicBezTo>
                    <a:pt x="329886" y="793806"/>
                    <a:pt x="361763" y="787964"/>
                    <a:pt x="391481" y="779328"/>
                  </a:cubicBezTo>
                  <a:cubicBezTo>
                    <a:pt x="343475" y="756087"/>
                    <a:pt x="293564" y="734497"/>
                    <a:pt x="252924" y="699191"/>
                  </a:cubicBezTo>
                  <a:cubicBezTo>
                    <a:pt x="209236" y="665790"/>
                    <a:pt x="187392" y="610672"/>
                    <a:pt x="138243" y="584002"/>
                  </a:cubicBezTo>
                  <a:cubicBezTo>
                    <a:pt x="109033" y="565841"/>
                    <a:pt x="90491" y="534599"/>
                    <a:pt x="83633" y="501452"/>
                  </a:cubicBezTo>
                  <a:cubicBezTo>
                    <a:pt x="60900" y="421061"/>
                    <a:pt x="74616" y="324795"/>
                    <a:pt x="139767" y="267645"/>
                  </a:cubicBezTo>
                  <a:cubicBezTo>
                    <a:pt x="191075" y="151567"/>
                    <a:pt x="291278" y="58476"/>
                    <a:pt x="413198" y="21138"/>
                  </a:cubicBezTo>
                  <a:cubicBezTo>
                    <a:pt x="516830" y="-5278"/>
                    <a:pt x="626558" y="-7564"/>
                    <a:pt x="730698" y="17836"/>
                  </a:cubicBezTo>
                  <a:cubicBezTo>
                    <a:pt x="813939" y="34943"/>
                    <a:pt x="876112" y="98221"/>
                    <a:pt x="912643" y="121183"/>
                  </a:cubicBezTo>
                  <a:cubicBezTo>
                    <a:pt x="972579" y="183153"/>
                    <a:pt x="1025963" y="238339"/>
                    <a:pt x="1056509" y="366250"/>
                  </a:cubicBezTo>
                  <a:moveTo>
                    <a:pt x="175327" y="251516"/>
                  </a:moveTo>
                  <a:cubicBezTo>
                    <a:pt x="192726" y="256977"/>
                    <a:pt x="209998" y="262692"/>
                    <a:pt x="227270" y="268661"/>
                  </a:cubicBezTo>
                  <a:cubicBezTo>
                    <a:pt x="268418" y="309682"/>
                    <a:pt x="275276" y="369245"/>
                    <a:pt x="284801" y="423601"/>
                  </a:cubicBezTo>
                  <a:cubicBezTo>
                    <a:pt x="288484" y="471988"/>
                    <a:pt x="270450" y="518470"/>
                    <a:pt x="256607" y="563936"/>
                  </a:cubicBezTo>
                  <a:cubicBezTo>
                    <a:pt x="239970" y="580446"/>
                    <a:pt x="222571" y="596067"/>
                    <a:pt x="204283" y="610672"/>
                  </a:cubicBezTo>
                  <a:cubicBezTo>
                    <a:pt x="296231" y="739450"/>
                    <a:pt x="463490" y="787710"/>
                    <a:pt x="615128" y="786948"/>
                  </a:cubicBezTo>
                  <a:cubicBezTo>
                    <a:pt x="754447" y="793552"/>
                    <a:pt x="900243" y="732338"/>
                    <a:pt x="979491" y="614609"/>
                  </a:cubicBezTo>
                  <a:cubicBezTo>
                    <a:pt x="1036133" y="529773"/>
                    <a:pt x="1058231" y="416743"/>
                    <a:pt x="1018353" y="320604"/>
                  </a:cubicBezTo>
                  <a:cubicBezTo>
                    <a:pt x="969077" y="169474"/>
                    <a:pt x="828742" y="54793"/>
                    <a:pt x="672151" y="31679"/>
                  </a:cubicBezTo>
                  <a:cubicBezTo>
                    <a:pt x="483302" y="-10739"/>
                    <a:pt x="265878" y="75748"/>
                    <a:pt x="175327" y="251516"/>
                  </a:cubicBezTo>
                  <a:moveTo>
                    <a:pt x="159833" y="286822"/>
                  </a:moveTo>
                  <a:cubicBezTo>
                    <a:pt x="97349" y="324033"/>
                    <a:pt x="93285" y="410901"/>
                    <a:pt x="104588" y="475036"/>
                  </a:cubicBezTo>
                  <a:cubicBezTo>
                    <a:pt x="109414" y="523804"/>
                    <a:pt x="139767" y="587050"/>
                    <a:pt x="197679" y="581081"/>
                  </a:cubicBezTo>
                  <a:cubicBezTo>
                    <a:pt x="231715" y="568635"/>
                    <a:pt x="242129" y="530535"/>
                    <a:pt x="250892" y="499293"/>
                  </a:cubicBezTo>
                  <a:cubicBezTo>
                    <a:pt x="268926" y="441127"/>
                    <a:pt x="256353" y="378770"/>
                    <a:pt x="234636" y="323525"/>
                  </a:cubicBezTo>
                  <a:cubicBezTo>
                    <a:pt x="224095" y="294823"/>
                    <a:pt x="190059" y="268915"/>
                    <a:pt x="159833" y="286822"/>
                  </a:cubicBezTo>
                  <a:moveTo>
                    <a:pt x="1041086" y="554030"/>
                  </a:moveTo>
                  <a:cubicBezTo>
                    <a:pt x="1085663" y="495356"/>
                    <a:pt x="1087629" y="479337"/>
                    <a:pt x="1054736" y="415202"/>
                  </a:cubicBezTo>
                  <a:moveTo>
                    <a:pt x="441011" y="791901"/>
                  </a:moveTo>
                  <a:cubicBezTo>
                    <a:pt x="504003" y="832922"/>
                    <a:pt x="586553" y="833176"/>
                    <a:pt x="658816" y="825556"/>
                  </a:cubicBezTo>
                  <a:cubicBezTo>
                    <a:pt x="631384" y="810316"/>
                    <a:pt x="599507" y="811840"/>
                    <a:pt x="569154" y="809554"/>
                  </a:cubicBezTo>
                  <a:cubicBezTo>
                    <a:pt x="526101" y="806633"/>
                    <a:pt x="483937" y="796981"/>
                    <a:pt x="441011" y="791901"/>
                  </a:cubicBezTo>
                  <a:moveTo>
                    <a:pt x="303597" y="842447"/>
                  </a:moveTo>
                  <a:cubicBezTo>
                    <a:pt x="298771" y="852226"/>
                    <a:pt x="293818" y="862132"/>
                    <a:pt x="288992" y="872038"/>
                  </a:cubicBezTo>
                  <a:cubicBezTo>
                    <a:pt x="311725" y="883595"/>
                    <a:pt x="336363" y="896676"/>
                    <a:pt x="345380" y="922457"/>
                  </a:cubicBezTo>
                  <a:cubicBezTo>
                    <a:pt x="365446" y="974273"/>
                    <a:pt x="341062" y="1028629"/>
                    <a:pt x="332934" y="1080318"/>
                  </a:cubicBezTo>
                  <a:cubicBezTo>
                    <a:pt x="360620" y="1066221"/>
                    <a:pt x="386655" y="1042853"/>
                    <a:pt x="384369" y="1008817"/>
                  </a:cubicBezTo>
                  <a:cubicBezTo>
                    <a:pt x="387671" y="947349"/>
                    <a:pt x="365065" y="867593"/>
                    <a:pt x="303597" y="842447"/>
                  </a:cubicBezTo>
                  <a:moveTo>
                    <a:pt x="1154370" y="961573"/>
                  </a:moveTo>
                  <a:cubicBezTo>
                    <a:pt x="1093537" y="1003356"/>
                    <a:pt x="1079059" y="1100130"/>
                    <a:pt x="1130875" y="1154613"/>
                  </a:cubicBezTo>
                  <a:cubicBezTo>
                    <a:pt x="1164276" y="1191189"/>
                    <a:pt x="1215076" y="1200714"/>
                    <a:pt x="1261431" y="1210239"/>
                  </a:cubicBezTo>
                  <a:cubicBezTo>
                    <a:pt x="1298769" y="1216716"/>
                    <a:pt x="1336742" y="1229035"/>
                    <a:pt x="1374969" y="1221669"/>
                  </a:cubicBezTo>
                  <a:cubicBezTo>
                    <a:pt x="1378906" y="1205667"/>
                    <a:pt x="1373064" y="1196015"/>
                    <a:pt x="1357316" y="1192967"/>
                  </a:cubicBezTo>
                  <a:cubicBezTo>
                    <a:pt x="1323280" y="1175568"/>
                    <a:pt x="1272734" y="1175695"/>
                    <a:pt x="1258637" y="1133404"/>
                  </a:cubicBezTo>
                  <a:cubicBezTo>
                    <a:pt x="1322010" y="1145088"/>
                    <a:pt x="1378271" y="1187887"/>
                    <a:pt x="1445581" y="1176711"/>
                  </a:cubicBezTo>
                  <a:cubicBezTo>
                    <a:pt x="1434786" y="1157534"/>
                    <a:pt x="1430341" y="1126038"/>
                    <a:pt x="1403163" y="1124133"/>
                  </a:cubicBezTo>
                  <a:cubicBezTo>
                    <a:pt x="1367603" y="1109655"/>
                    <a:pt x="1310580" y="1123752"/>
                    <a:pt x="1296229" y="1079175"/>
                  </a:cubicBezTo>
                  <a:cubicBezTo>
                    <a:pt x="1361507" y="1082604"/>
                    <a:pt x="1423483" y="1111306"/>
                    <a:pt x="1489269" y="1106861"/>
                  </a:cubicBezTo>
                  <a:cubicBezTo>
                    <a:pt x="1489777" y="1101908"/>
                    <a:pt x="1490666" y="1092002"/>
                    <a:pt x="1491174" y="1087049"/>
                  </a:cubicBezTo>
                  <a:cubicBezTo>
                    <a:pt x="1425134" y="1015167"/>
                    <a:pt x="1315279" y="1039678"/>
                    <a:pt x="1235269" y="995101"/>
                  </a:cubicBezTo>
                  <a:cubicBezTo>
                    <a:pt x="1267400" y="965129"/>
                    <a:pt x="1315025" y="954969"/>
                    <a:pt x="1341060" y="918647"/>
                  </a:cubicBezTo>
                  <a:cubicBezTo>
                    <a:pt x="1357189" y="895533"/>
                    <a:pt x="1325185" y="867720"/>
                    <a:pt x="1301944" y="879658"/>
                  </a:cubicBezTo>
                  <a:cubicBezTo>
                    <a:pt x="1249620" y="900359"/>
                    <a:pt x="1200217" y="928807"/>
                    <a:pt x="1154370" y="961573"/>
                  </a:cubicBezTo>
                  <a:moveTo>
                    <a:pt x="857063" y="928426"/>
                  </a:moveTo>
                  <a:cubicBezTo>
                    <a:pt x="862905" y="968431"/>
                    <a:pt x="869509" y="1008309"/>
                    <a:pt x="878272" y="1047806"/>
                  </a:cubicBezTo>
                  <a:cubicBezTo>
                    <a:pt x="894655" y="1126800"/>
                    <a:pt x="890718" y="1208461"/>
                    <a:pt x="905704" y="1287709"/>
                  </a:cubicBezTo>
                  <a:cubicBezTo>
                    <a:pt x="1003113" y="1335334"/>
                    <a:pt x="1115635" y="1292789"/>
                    <a:pt x="1188660" y="1221288"/>
                  </a:cubicBezTo>
                  <a:cubicBezTo>
                    <a:pt x="1114238" y="1199063"/>
                    <a:pt x="1062930" y="1125403"/>
                    <a:pt x="1073344" y="1047171"/>
                  </a:cubicBezTo>
                  <a:cubicBezTo>
                    <a:pt x="1035625" y="1089335"/>
                    <a:pt x="991429" y="1129975"/>
                    <a:pt x="973522" y="1185093"/>
                  </a:cubicBezTo>
                  <a:cubicBezTo>
                    <a:pt x="968823" y="1204016"/>
                    <a:pt x="958917" y="1220653"/>
                    <a:pt x="945201" y="1234496"/>
                  </a:cubicBezTo>
                  <a:cubicBezTo>
                    <a:pt x="926659" y="1190300"/>
                    <a:pt x="968823" y="1153851"/>
                    <a:pt x="974665" y="1113719"/>
                  </a:cubicBezTo>
                  <a:cubicBezTo>
                    <a:pt x="938978" y="1049838"/>
                    <a:pt x="899481" y="988116"/>
                    <a:pt x="857063" y="928426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78" name="任意形状 1177">
              <a:extLst>
                <a:ext uri="{FF2B5EF4-FFF2-40B4-BE49-F238E27FC236}">
                  <a16:creationId xmlns:a16="http://schemas.microsoft.com/office/drawing/2014/main" id="{E89A984F-0B7A-1498-F463-E93E72007E0A}"/>
                </a:ext>
              </a:extLst>
            </p:cNvPr>
            <p:cNvSpPr/>
            <p:nvPr/>
          </p:nvSpPr>
          <p:spPr>
            <a:xfrm>
              <a:off x="473959" y="874495"/>
              <a:ext cx="356515" cy="277723"/>
            </a:xfrm>
            <a:custGeom>
              <a:avLst/>
              <a:gdLst>
                <a:gd name="connsiteX0" fmla="*/ 18840 w 654613"/>
                <a:gd name="connsiteY0" fmla="*/ 154795 h 509939"/>
                <a:gd name="connsiteX1" fmla="*/ 227374 w 654613"/>
                <a:gd name="connsiteY1" fmla="*/ 3792 h 509939"/>
                <a:gd name="connsiteX2" fmla="*/ 610406 w 654613"/>
                <a:gd name="connsiteY2" fmla="*/ 90660 h 509939"/>
                <a:gd name="connsiteX3" fmla="*/ 643299 w 654613"/>
                <a:gd name="connsiteY3" fmla="*/ 311132 h 509939"/>
                <a:gd name="connsiteX4" fmla="*/ 430828 w 654613"/>
                <a:gd name="connsiteY4" fmla="*/ 499346 h 509939"/>
                <a:gd name="connsiteX5" fmla="*/ 113455 w 654613"/>
                <a:gd name="connsiteY5" fmla="*/ 453626 h 509939"/>
                <a:gd name="connsiteX6" fmla="*/ 18840 w 654613"/>
                <a:gd name="connsiteY6" fmla="*/ 154795 h 509939"/>
                <a:gd name="connsiteX7" fmla="*/ 193592 w 654613"/>
                <a:gd name="connsiteY7" fmla="*/ 34653 h 509939"/>
                <a:gd name="connsiteX8" fmla="*/ 41573 w 654613"/>
                <a:gd name="connsiteY8" fmla="*/ 331198 h 509939"/>
                <a:gd name="connsiteX9" fmla="*/ 145332 w 654613"/>
                <a:gd name="connsiteY9" fmla="*/ 441815 h 509939"/>
                <a:gd name="connsiteX10" fmla="*/ 405682 w 654613"/>
                <a:gd name="connsiteY10" fmla="*/ 479407 h 509939"/>
                <a:gd name="connsiteX11" fmla="*/ 625773 w 654613"/>
                <a:gd name="connsiteY11" fmla="*/ 257665 h 509939"/>
                <a:gd name="connsiteX12" fmla="*/ 578656 w 654613"/>
                <a:gd name="connsiteY12" fmla="*/ 97518 h 509939"/>
                <a:gd name="connsiteX13" fmla="*/ 193592 w 654613"/>
                <a:gd name="connsiteY13" fmla="*/ 34653 h 50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4613" h="509939">
                  <a:moveTo>
                    <a:pt x="18840" y="154795"/>
                  </a:moveTo>
                  <a:cubicBezTo>
                    <a:pt x="46526" y="65006"/>
                    <a:pt x="136950" y="10142"/>
                    <a:pt x="227374" y="3792"/>
                  </a:cubicBezTo>
                  <a:cubicBezTo>
                    <a:pt x="358565" y="-5479"/>
                    <a:pt x="507790" y="-4844"/>
                    <a:pt x="610406" y="90660"/>
                  </a:cubicBezTo>
                  <a:cubicBezTo>
                    <a:pt x="659936" y="151874"/>
                    <a:pt x="662984" y="237853"/>
                    <a:pt x="643299" y="311132"/>
                  </a:cubicBezTo>
                  <a:cubicBezTo>
                    <a:pt x="613073" y="406636"/>
                    <a:pt x="527094" y="477121"/>
                    <a:pt x="430828" y="499346"/>
                  </a:cubicBezTo>
                  <a:cubicBezTo>
                    <a:pt x="324148" y="522460"/>
                    <a:pt x="208832" y="507982"/>
                    <a:pt x="113455" y="453626"/>
                  </a:cubicBezTo>
                  <a:cubicBezTo>
                    <a:pt x="12236" y="396222"/>
                    <a:pt x="-26626" y="259697"/>
                    <a:pt x="18840" y="154795"/>
                  </a:cubicBezTo>
                  <a:moveTo>
                    <a:pt x="193592" y="34653"/>
                  </a:moveTo>
                  <a:cubicBezTo>
                    <a:pt x="63417" y="54846"/>
                    <a:pt x="-10370" y="214739"/>
                    <a:pt x="41573" y="331198"/>
                  </a:cubicBezTo>
                  <a:cubicBezTo>
                    <a:pt x="58210" y="381109"/>
                    <a:pt x="98977" y="418828"/>
                    <a:pt x="145332" y="441815"/>
                  </a:cubicBezTo>
                  <a:cubicBezTo>
                    <a:pt x="224580" y="484106"/>
                    <a:pt x="317925" y="490202"/>
                    <a:pt x="405682" y="479407"/>
                  </a:cubicBezTo>
                  <a:cubicBezTo>
                    <a:pt x="515029" y="462516"/>
                    <a:pt x="619169" y="372473"/>
                    <a:pt x="625773" y="257665"/>
                  </a:cubicBezTo>
                  <a:cubicBezTo>
                    <a:pt x="630599" y="201531"/>
                    <a:pt x="628694" y="133967"/>
                    <a:pt x="578656" y="97518"/>
                  </a:cubicBezTo>
                  <a:cubicBezTo>
                    <a:pt x="471087" y="10904"/>
                    <a:pt x="322497" y="20683"/>
                    <a:pt x="193592" y="34653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79" name="任意形状 1178">
              <a:extLst>
                <a:ext uri="{FF2B5EF4-FFF2-40B4-BE49-F238E27FC236}">
                  <a16:creationId xmlns:a16="http://schemas.microsoft.com/office/drawing/2014/main" id="{0349F398-2AB7-3FC1-11B6-495750ABD933}"/>
                </a:ext>
              </a:extLst>
            </p:cNvPr>
            <p:cNvSpPr/>
            <p:nvPr/>
          </p:nvSpPr>
          <p:spPr>
            <a:xfrm>
              <a:off x="585914" y="1244790"/>
              <a:ext cx="93860" cy="98275"/>
            </a:xfrm>
            <a:custGeom>
              <a:avLst/>
              <a:gdLst>
                <a:gd name="connsiteX0" fmla="*/ 52670 w 172341"/>
                <a:gd name="connsiteY0" fmla="*/ 5741 h 180447"/>
                <a:gd name="connsiteX1" fmla="*/ 171542 w 172341"/>
                <a:gd name="connsiteY1" fmla="*/ 86259 h 180447"/>
                <a:gd name="connsiteX2" fmla="*/ 42891 w 172341"/>
                <a:gd name="connsiteY2" fmla="*/ 166904 h 180447"/>
                <a:gd name="connsiteX3" fmla="*/ 52670 w 172341"/>
                <a:gd name="connsiteY3" fmla="*/ 5741 h 180447"/>
                <a:gd name="connsiteX4" fmla="*/ 64989 w 172341"/>
                <a:gd name="connsiteY4" fmla="*/ 29490 h 180447"/>
                <a:gd name="connsiteX5" fmla="*/ 53178 w 172341"/>
                <a:gd name="connsiteY5" fmla="*/ 142774 h 180447"/>
                <a:gd name="connsiteX6" fmla="*/ 145380 w 172341"/>
                <a:gd name="connsiteY6" fmla="*/ 86513 h 180447"/>
                <a:gd name="connsiteX7" fmla="*/ 64989 w 172341"/>
                <a:gd name="connsiteY7" fmla="*/ 29490 h 18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341" h="180447">
                  <a:moveTo>
                    <a:pt x="52670" y="5741"/>
                  </a:moveTo>
                  <a:cubicBezTo>
                    <a:pt x="107280" y="-15595"/>
                    <a:pt x="175859" y="25045"/>
                    <a:pt x="171542" y="86259"/>
                  </a:cubicBezTo>
                  <a:cubicBezTo>
                    <a:pt x="181448" y="151791"/>
                    <a:pt x="97120" y="206909"/>
                    <a:pt x="42891" y="166904"/>
                  </a:cubicBezTo>
                  <a:cubicBezTo>
                    <a:pt x="-16926" y="132614"/>
                    <a:pt x="-14640" y="29236"/>
                    <a:pt x="52670" y="5741"/>
                  </a:cubicBezTo>
                  <a:moveTo>
                    <a:pt x="64989" y="29490"/>
                  </a:moveTo>
                  <a:cubicBezTo>
                    <a:pt x="18125" y="45111"/>
                    <a:pt x="11649" y="117374"/>
                    <a:pt x="53178" y="142774"/>
                  </a:cubicBezTo>
                  <a:cubicBezTo>
                    <a:pt x="92548" y="175159"/>
                    <a:pt x="153126" y="134646"/>
                    <a:pt x="145380" y="86513"/>
                  </a:cubicBezTo>
                  <a:cubicBezTo>
                    <a:pt x="148300" y="45619"/>
                    <a:pt x="102200" y="15266"/>
                    <a:pt x="64989" y="29490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0" name="任意形状 1179">
              <a:extLst>
                <a:ext uri="{FF2B5EF4-FFF2-40B4-BE49-F238E27FC236}">
                  <a16:creationId xmlns:a16="http://schemas.microsoft.com/office/drawing/2014/main" id="{7EB949F8-8FC5-3E55-2A72-EDC16E370D66}"/>
                </a:ext>
              </a:extLst>
            </p:cNvPr>
            <p:cNvSpPr/>
            <p:nvPr/>
          </p:nvSpPr>
          <p:spPr>
            <a:xfrm>
              <a:off x="371893" y="767908"/>
              <a:ext cx="270579" cy="134866"/>
            </a:xfrm>
            <a:custGeom>
              <a:avLst/>
              <a:gdLst>
                <a:gd name="connsiteX0" fmla="*/ 0 w 496823"/>
                <a:gd name="connsiteY0" fmla="*/ 230489 h 247634"/>
                <a:gd name="connsiteX1" fmla="*/ 496824 w 496823"/>
                <a:gd name="connsiteY1" fmla="*/ 10652 h 247634"/>
                <a:gd name="connsiteX2" fmla="*/ 51943 w 496823"/>
                <a:gd name="connsiteY2" fmla="*/ 247634 h 247634"/>
                <a:gd name="connsiteX3" fmla="*/ 0 w 496823"/>
                <a:gd name="connsiteY3" fmla="*/ 230489 h 24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823" h="247634">
                  <a:moveTo>
                    <a:pt x="0" y="230489"/>
                  </a:moveTo>
                  <a:cubicBezTo>
                    <a:pt x="90551" y="54721"/>
                    <a:pt x="307975" y="-31766"/>
                    <a:pt x="496824" y="10652"/>
                  </a:cubicBezTo>
                  <a:cubicBezTo>
                    <a:pt x="331724" y="45577"/>
                    <a:pt x="157734" y="108823"/>
                    <a:pt x="51943" y="247634"/>
                  </a:cubicBezTo>
                  <a:cubicBezTo>
                    <a:pt x="34671" y="241665"/>
                    <a:pt x="17399" y="235950"/>
                    <a:pt x="0" y="230489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1" name="任意形状 1180">
              <a:extLst>
                <a:ext uri="{FF2B5EF4-FFF2-40B4-BE49-F238E27FC236}">
                  <a16:creationId xmlns:a16="http://schemas.microsoft.com/office/drawing/2014/main" id="{363FEC68-85CB-6AA9-766D-32AEDF28994F}"/>
                </a:ext>
              </a:extLst>
            </p:cNvPr>
            <p:cNvSpPr/>
            <p:nvPr/>
          </p:nvSpPr>
          <p:spPr>
            <a:xfrm>
              <a:off x="400183" y="773709"/>
              <a:ext cx="430839" cy="350625"/>
            </a:xfrm>
            <a:custGeom>
              <a:avLst/>
              <a:gdLst>
                <a:gd name="connsiteX0" fmla="*/ 444881 w 791083"/>
                <a:gd name="connsiteY0" fmla="*/ 0 h 643798"/>
                <a:gd name="connsiteX1" fmla="*/ 791083 w 791083"/>
                <a:gd name="connsiteY1" fmla="*/ 288925 h 643798"/>
                <a:gd name="connsiteX2" fmla="*/ 745871 w 791083"/>
                <a:gd name="connsiteY2" fmla="*/ 275717 h 643798"/>
                <a:gd name="connsiteX3" fmla="*/ 362839 w 791083"/>
                <a:gd name="connsiteY3" fmla="*/ 188849 h 643798"/>
                <a:gd name="connsiteX4" fmla="*/ 154305 w 791083"/>
                <a:gd name="connsiteY4" fmla="*/ 339852 h 643798"/>
                <a:gd name="connsiteX5" fmla="*/ 248920 w 791083"/>
                <a:gd name="connsiteY5" fmla="*/ 638683 h 643798"/>
                <a:gd name="connsiteX6" fmla="*/ 189611 w 791083"/>
                <a:gd name="connsiteY6" fmla="*/ 639445 h 643798"/>
                <a:gd name="connsiteX7" fmla="*/ 29337 w 791083"/>
                <a:gd name="connsiteY7" fmla="*/ 532257 h 643798"/>
                <a:gd name="connsiteX8" fmla="*/ 57531 w 791083"/>
                <a:gd name="connsiteY8" fmla="*/ 391922 h 643798"/>
                <a:gd name="connsiteX9" fmla="*/ 0 w 791083"/>
                <a:gd name="connsiteY9" fmla="*/ 236982 h 643798"/>
                <a:gd name="connsiteX10" fmla="*/ 444881 w 791083"/>
                <a:gd name="connsiteY10" fmla="*/ 0 h 64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083" h="643798">
                  <a:moveTo>
                    <a:pt x="444881" y="0"/>
                  </a:moveTo>
                  <a:cubicBezTo>
                    <a:pt x="601472" y="23114"/>
                    <a:pt x="741807" y="137795"/>
                    <a:pt x="791083" y="288925"/>
                  </a:cubicBezTo>
                  <a:cubicBezTo>
                    <a:pt x="775843" y="284734"/>
                    <a:pt x="760857" y="280289"/>
                    <a:pt x="745871" y="275717"/>
                  </a:cubicBezTo>
                  <a:cubicBezTo>
                    <a:pt x="643255" y="180213"/>
                    <a:pt x="494030" y="179578"/>
                    <a:pt x="362839" y="188849"/>
                  </a:cubicBezTo>
                  <a:cubicBezTo>
                    <a:pt x="272415" y="195199"/>
                    <a:pt x="181991" y="250063"/>
                    <a:pt x="154305" y="339852"/>
                  </a:cubicBezTo>
                  <a:cubicBezTo>
                    <a:pt x="108839" y="444754"/>
                    <a:pt x="147701" y="581279"/>
                    <a:pt x="248920" y="638683"/>
                  </a:cubicBezTo>
                  <a:cubicBezTo>
                    <a:pt x="229489" y="640588"/>
                    <a:pt x="208534" y="648716"/>
                    <a:pt x="189611" y="639445"/>
                  </a:cubicBezTo>
                  <a:cubicBezTo>
                    <a:pt x="130556" y="613156"/>
                    <a:pt x="81026" y="570230"/>
                    <a:pt x="29337" y="532257"/>
                  </a:cubicBezTo>
                  <a:cubicBezTo>
                    <a:pt x="43180" y="486791"/>
                    <a:pt x="61214" y="440309"/>
                    <a:pt x="57531" y="391922"/>
                  </a:cubicBezTo>
                  <a:cubicBezTo>
                    <a:pt x="48006" y="337566"/>
                    <a:pt x="41148" y="278003"/>
                    <a:pt x="0" y="236982"/>
                  </a:cubicBezTo>
                  <a:cubicBezTo>
                    <a:pt x="105791" y="98171"/>
                    <a:pt x="279781" y="34925"/>
                    <a:pt x="444881" y="0"/>
                  </a:cubicBezTo>
                  <a:close/>
                </a:path>
              </a:pathLst>
            </a:custGeom>
            <a:solidFill>
              <a:srgbClr val="EEEEF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2" name="任意形状 1181">
              <a:extLst>
                <a:ext uri="{FF2B5EF4-FFF2-40B4-BE49-F238E27FC236}">
                  <a16:creationId xmlns:a16="http://schemas.microsoft.com/office/drawing/2014/main" id="{CE015CA1-C37F-8125-E615-D682A828F888}"/>
                </a:ext>
              </a:extLst>
            </p:cNvPr>
            <p:cNvSpPr/>
            <p:nvPr/>
          </p:nvSpPr>
          <p:spPr>
            <a:xfrm>
              <a:off x="487470" y="888370"/>
              <a:ext cx="328259" cy="249763"/>
            </a:xfrm>
            <a:custGeom>
              <a:avLst/>
              <a:gdLst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151131 w 602732"/>
                <a:gd name="connsiteY7" fmla="*/ 206154 h 458602"/>
                <a:gd name="connsiteX8" fmla="*/ 241047 w 602732"/>
                <a:gd name="connsiteY8" fmla="*/ 358808 h 458602"/>
                <a:gd name="connsiteX9" fmla="*/ 353823 w 602732"/>
                <a:gd name="connsiteY9" fmla="*/ 383319 h 458602"/>
                <a:gd name="connsiteX10" fmla="*/ 493777 w 602732"/>
                <a:gd name="connsiteY10" fmla="*/ 181389 h 458602"/>
                <a:gd name="connsiteX11" fmla="*/ 432309 w 602732"/>
                <a:gd name="connsiteY11" fmla="*/ 129827 h 458602"/>
                <a:gd name="connsiteX12" fmla="*/ 385319 w 602732"/>
                <a:gd name="connsiteY12" fmla="*/ 208058 h 458602"/>
                <a:gd name="connsiteX13" fmla="*/ 325121 w 602732"/>
                <a:gd name="connsiteY13" fmla="*/ 338742 h 458602"/>
                <a:gd name="connsiteX14" fmla="*/ 255271 w 602732"/>
                <a:gd name="connsiteY14" fmla="*/ 168308 h 458602"/>
                <a:gd name="connsiteX15" fmla="*/ 213107 w 602732"/>
                <a:gd name="connsiteY15" fmla="*/ 122588 h 458602"/>
                <a:gd name="connsiteX16" fmla="*/ 151131 w 602732"/>
                <a:gd name="connsiteY16" fmla="*/ 206154 h 458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02732" h="458602">
                  <a:moveTo>
                    <a:pt x="168784" y="9177"/>
                  </a:moveTo>
                  <a:cubicBezTo>
                    <a:pt x="297689" y="-4793"/>
                    <a:pt x="446279" y="-14573"/>
                    <a:pt x="553848" y="72041"/>
                  </a:cubicBezTo>
                  <a:cubicBezTo>
                    <a:pt x="603886" y="108491"/>
                    <a:pt x="605791" y="176055"/>
                    <a:pt x="600965" y="232189"/>
                  </a:cubicBezTo>
                  <a:cubicBezTo>
                    <a:pt x="594361" y="346997"/>
                    <a:pt x="490221" y="437039"/>
                    <a:pt x="380874" y="453930"/>
                  </a:cubicBezTo>
                  <a:cubicBezTo>
                    <a:pt x="293117" y="464726"/>
                    <a:pt x="199772" y="458629"/>
                    <a:pt x="120524" y="416339"/>
                  </a:cubicBezTo>
                  <a:cubicBezTo>
                    <a:pt x="74169" y="393352"/>
                    <a:pt x="33402" y="355633"/>
                    <a:pt x="16765" y="305722"/>
                  </a:cubicBezTo>
                  <a:cubicBezTo>
                    <a:pt x="-35178" y="189263"/>
                    <a:pt x="38609" y="29369"/>
                    <a:pt x="168784" y="9177"/>
                  </a:cubicBezTo>
                  <a:moveTo>
                    <a:pt x="151131" y="206154"/>
                  </a:moveTo>
                  <a:cubicBezTo>
                    <a:pt x="140590" y="272067"/>
                    <a:pt x="192660" y="323375"/>
                    <a:pt x="241047" y="358808"/>
                  </a:cubicBezTo>
                  <a:cubicBezTo>
                    <a:pt x="272162" y="382557"/>
                    <a:pt x="315723" y="407449"/>
                    <a:pt x="353823" y="383319"/>
                  </a:cubicBezTo>
                  <a:cubicBezTo>
                    <a:pt x="425451" y="339758"/>
                    <a:pt x="480696" y="264955"/>
                    <a:pt x="493777" y="181389"/>
                  </a:cubicBezTo>
                  <a:cubicBezTo>
                    <a:pt x="492888" y="153449"/>
                    <a:pt x="462789" y="115730"/>
                    <a:pt x="432309" y="129827"/>
                  </a:cubicBezTo>
                  <a:cubicBezTo>
                    <a:pt x="407290" y="148750"/>
                    <a:pt x="394971" y="179230"/>
                    <a:pt x="385319" y="208058"/>
                  </a:cubicBezTo>
                  <a:cubicBezTo>
                    <a:pt x="371730" y="254286"/>
                    <a:pt x="350013" y="297594"/>
                    <a:pt x="325121" y="338742"/>
                  </a:cubicBezTo>
                  <a:cubicBezTo>
                    <a:pt x="276861" y="295054"/>
                    <a:pt x="271781" y="227108"/>
                    <a:pt x="255271" y="168308"/>
                  </a:cubicBezTo>
                  <a:cubicBezTo>
                    <a:pt x="245873" y="150655"/>
                    <a:pt x="238126" y="120683"/>
                    <a:pt x="213107" y="122588"/>
                  </a:cubicBezTo>
                  <a:cubicBezTo>
                    <a:pt x="172340" y="124747"/>
                    <a:pt x="155449" y="171864"/>
                    <a:pt x="151131" y="206154"/>
                  </a:cubicBezTo>
                  <a:close/>
                </a:path>
              </a:pathLst>
            </a:custGeom>
            <a:solidFill>
              <a:srgbClr val="0E1D3A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3" name="任意形状 1182">
              <a:extLst>
                <a:ext uri="{FF2B5EF4-FFF2-40B4-BE49-F238E27FC236}">
                  <a16:creationId xmlns:a16="http://schemas.microsoft.com/office/drawing/2014/main" id="{EFFA2F19-4438-17D5-D7B3-E8B1C534C929}"/>
                </a:ext>
              </a:extLst>
            </p:cNvPr>
            <p:cNvSpPr/>
            <p:nvPr/>
          </p:nvSpPr>
          <p:spPr>
            <a:xfrm>
              <a:off x="330673" y="909451"/>
              <a:ext cx="87073" cy="163687"/>
            </a:xfrm>
            <a:custGeom>
              <a:avLst/>
              <a:gdLst>
                <a:gd name="connsiteX0" fmla="*/ 60193 w 159878"/>
                <a:gd name="connsiteY0" fmla="*/ 5902 h 300553"/>
                <a:gd name="connsiteX1" fmla="*/ 134996 w 159878"/>
                <a:gd name="connsiteY1" fmla="*/ 42605 h 300553"/>
                <a:gd name="connsiteX2" fmla="*/ 151252 w 159878"/>
                <a:gd name="connsiteY2" fmla="*/ 218373 h 300553"/>
                <a:gd name="connsiteX3" fmla="*/ 98039 w 159878"/>
                <a:gd name="connsiteY3" fmla="*/ 300161 h 300553"/>
                <a:gd name="connsiteX4" fmla="*/ 4948 w 159878"/>
                <a:gd name="connsiteY4" fmla="*/ 194116 h 300553"/>
                <a:gd name="connsiteX5" fmla="*/ 60193 w 159878"/>
                <a:gd name="connsiteY5" fmla="*/ 5902 h 300553"/>
                <a:gd name="connsiteX6" fmla="*/ 47874 w 159878"/>
                <a:gd name="connsiteY6" fmla="*/ 56194 h 300553"/>
                <a:gd name="connsiteX7" fmla="*/ 23363 w 159878"/>
                <a:gd name="connsiteY7" fmla="*/ 195640 h 300553"/>
                <a:gd name="connsiteX8" fmla="*/ 71115 w 159878"/>
                <a:gd name="connsiteY8" fmla="*/ 244789 h 300553"/>
                <a:gd name="connsiteX9" fmla="*/ 71115 w 159878"/>
                <a:gd name="connsiteY9" fmla="*/ 54797 h 300553"/>
                <a:gd name="connsiteX10" fmla="*/ 47874 w 159878"/>
                <a:gd name="connsiteY10" fmla="*/ 56194 h 300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878" h="300553">
                  <a:moveTo>
                    <a:pt x="60193" y="5902"/>
                  </a:moveTo>
                  <a:cubicBezTo>
                    <a:pt x="90419" y="-12005"/>
                    <a:pt x="124455" y="13903"/>
                    <a:pt x="134996" y="42605"/>
                  </a:cubicBezTo>
                  <a:cubicBezTo>
                    <a:pt x="156713" y="97850"/>
                    <a:pt x="169286" y="160207"/>
                    <a:pt x="151252" y="218373"/>
                  </a:cubicBezTo>
                  <a:cubicBezTo>
                    <a:pt x="142489" y="249615"/>
                    <a:pt x="132075" y="287715"/>
                    <a:pt x="98039" y="300161"/>
                  </a:cubicBezTo>
                  <a:cubicBezTo>
                    <a:pt x="40127" y="306130"/>
                    <a:pt x="9774" y="242884"/>
                    <a:pt x="4948" y="194116"/>
                  </a:cubicBezTo>
                  <a:cubicBezTo>
                    <a:pt x="-6355" y="129981"/>
                    <a:pt x="-2291" y="43113"/>
                    <a:pt x="60193" y="5902"/>
                  </a:cubicBezTo>
                  <a:moveTo>
                    <a:pt x="47874" y="56194"/>
                  </a:moveTo>
                  <a:cubicBezTo>
                    <a:pt x="16759" y="94802"/>
                    <a:pt x="15362" y="148777"/>
                    <a:pt x="23363" y="195640"/>
                  </a:cubicBezTo>
                  <a:cubicBezTo>
                    <a:pt x="28062" y="219389"/>
                    <a:pt x="39873" y="254187"/>
                    <a:pt x="71115" y="244789"/>
                  </a:cubicBezTo>
                  <a:cubicBezTo>
                    <a:pt x="110993" y="189417"/>
                    <a:pt x="101849" y="112328"/>
                    <a:pt x="71115" y="54797"/>
                  </a:cubicBezTo>
                  <a:cubicBezTo>
                    <a:pt x="65273" y="55178"/>
                    <a:pt x="53716" y="55813"/>
                    <a:pt x="47874" y="56194"/>
                  </a:cubicBezTo>
                  <a:close/>
                </a:path>
              </a:pathLst>
            </a:custGeom>
            <a:solidFill>
              <a:srgbClr val="9B9CD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4" name="任意形状 1183">
              <a:extLst>
                <a:ext uri="{FF2B5EF4-FFF2-40B4-BE49-F238E27FC236}">
                  <a16:creationId xmlns:a16="http://schemas.microsoft.com/office/drawing/2014/main" id="{83C64591-6256-FA0C-6237-A13E6610F74A}"/>
                </a:ext>
              </a:extLst>
            </p:cNvPr>
            <p:cNvSpPr/>
            <p:nvPr/>
          </p:nvSpPr>
          <p:spPr>
            <a:xfrm>
              <a:off x="387663" y="923870"/>
              <a:ext cx="454399" cy="261436"/>
            </a:xfrm>
            <a:custGeom>
              <a:avLst/>
              <a:gdLst>
                <a:gd name="connsiteX0" fmla="*/ 768858 w 834342"/>
                <a:gd name="connsiteY0" fmla="*/ 0 h 480035"/>
                <a:gd name="connsiteX1" fmla="*/ 814070 w 834342"/>
                <a:gd name="connsiteY1" fmla="*/ 13208 h 480035"/>
                <a:gd name="connsiteX2" fmla="*/ 775208 w 834342"/>
                <a:gd name="connsiteY2" fmla="*/ 307213 h 480035"/>
                <a:gd name="connsiteX3" fmla="*/ 410845 w 834342"/>
                <a:gd name="connsiteY3" fmla="*/ 479552 h 480035"/>
                <a:gd name="connsiteX4" fmla="*/ 0 w 834342"/>
                <a:gd name="connsiteY4" fmla="*/ 303276 h 480035"/>
                <a:gd name="connsiteX5" fmla="*/ 52324 w 834342"/>
                <a:gd name="connsiteY5" fmla="*/ 256540 h 480035"/>
                <a:gd name="connsiteX6" fmla="*/ 212598 w 834342"/>
                <a:gd name="connsiteY6" fmla="*/ 363728 h 480035"/>
                <a:gd name="connsiteX7" fmla="*/ 271907 w 834342"/>
                <a:gd name="connsiteY7" fmla="*/ 362966 h 480035"/>
                <a:gd name="connsiteX8" fmla="*/ 589280 w 834342"/>
                <a:gd name="connsiteY8" fmla="*/ 408686 h 480035"/>
                <a:gd name="connsiteX9" fmla="*/ 801751 w 834342"/>
                <a:gd name="connsiteY9" fmla="*/ 220472 h 480035"/>
                <a:gd name="connsiteX10" fmla="*/ 768858 w 834342"/>
                <a:gd name="connsiteY10" fmla="*/ 0 h 4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4342" h="480035">
                  <a:moveTo>
                    <a:pt x="768858" y="0"/>
                  </a:moveTo>
                  <a:cubicBezTo>
                    <a:pt x="783844" y="4572"/>
                    <a:pt x="798830" y="9017"/>
                    <a:pt x="814070" y="13208"/>
                  </a:cubicBezTo>
                  <a:cubicBezTo>
                    <a:pt x="853948" y="109347"/>
                    <a:pt x="831850" y="222377"/>
                    <a:pt x="775208" y="307213"/>
                  </a:cubicBezTo>
                  <a:cubicBezTo>
                    <a:pt x="695960" y="424942"/>
                    <a:pt x="550164" y="486156"/>
                    <a:pt x="410845" y="479552"/>
                  </a:cubicBezTo>
                  <a:cubicBezTo>
                    <a:pt x="259207" y="480314"/>
                    <a:pt x="91948" y="432054"/>
                    <a:pt x="0" y="303276"/>
                  </a:cubicBezTo>
                  <a:cubicBezTo>
                    <a:pt x="18288" y="288671"/>
                    <a:pt x="35687" y="273050"/>
                    <a:pt x="52324" y="256540"/>
                  </a:cubicBezTo>
                  <a:cubicBezTo>
                    <a:pt x="104013" y="294513"/>
                    <a:pt x="153543" y="337439"/>
                    <a:pt x="212598" y="363728"/>
                  </a:cubicBezTo>
                  <a:cubicBezTo>
                    <a:pt x="231521" y="372999"/>
                    <a:pt x="252476" y="364871"/>
                    <a:pt x="271907" y="362966"/>
                  </a:cubicBezTo>
                  <a:cubicBezTo>
                    <a:pt x="367284" y="417322"/>
                    <a:pt x="482600" y="431800"/>
                    <a:pt x="589280" y="408686"/>
                  </a:cubicBezTo>
                  <a:cubicBezTo>
                    <a:pt x="685546" y="386461"/>
                    <a:pt x="771525" y="315976"/>
                    <a:pt x="801751" y="220472"/>
                  </a:cubicBezTo>
                  <a:cubicBezTo>
                    <a:pt x="821436" y="147193"/>
                    <a:pt x="818388" y="61214"/>
                    <a:pt x="768858" y="0"/>
                  </a:cubicBezTo>
                  <a:close/>
                </a:path>
              </a:pathLst>
            </a:custGeom>
            <a:solidFill>
              <a:srgbClr val="BEC4F4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5" name="任意形状 1184">
              <a:extLst>
                <a:ext uri="{FF2B5EF4-FFF2-40B4-BE49-F238E27FC236}">
                  <a16:creationId xmlns:a16="http://schemas.microsoft.com/office/drawing/2014/main" id="{611E105F-F5B8-2A08-29FF-038D6424736A}"/>
                </a:ext>
              </a:extLst>
            </p:cNvPr>
            <p:cNvSpPr/>
            <p:nvPr/>
          </p:nvSpPr>
          <p:spPr>
            <a:xfrm>
              <a:off x="569031" y="955087"/>
              <a:ext cx="187359" cy="147410"/>
            </a:xfrm>
            <a:custGeom>
              <a:avLst/>
              <a:gdLst>
                <a:gd name="connsiteX0" fmla="*/ 1373 w 344019"/>
                <a:gd name="connsiteY0" fmla="*/ 83653 h 270666"/>
                <a:gd name="connsiteX1" fmla="*/ 63349 w 344019"/>
                <a:gd name="connsiteY1" fmla="*/ 87 h 270666"/>
                <a:gd name="connsiteX2" fmla="*/ 105513 w 344019"/>
                <a:gd name="connsiteY2" fmla="*/ 45807 h 270666"/>
                <a:gd name="connsiteX3" fmla="*/ 175363 w 344019"/>
                <a:gd name="connsiteY3" fmla="*/ 216241 h 270666"/>
                <a:gd name="connsiteX4" fmla="*/ 235561 w 344019"/>
                <a:gd name="connsiteY4" fmla="*/ 85558 h 270666"/>
                <a:gd name="connsiteX5" fmla="*/ 282551 w 344019"/>
                <a:gd name="connsiteY5" fmla="*/ 7326 h 270666"/>
                <a:gd name="connsiteX6" fmla="*/ 344019 w 344019"/>
                <a:gd name="connsiteY6" fmla="*/ 58888 h 270666"/>
                <a:gd name="connsiteX7" fmla="*/ 204065 w 344019"/>
                <a:gd name="connsiteY7" fmla="*/ 260818 h 270666"/>
                <a:gd name="connsiteX8" fmla="*/ 91289 w 344019"/>
                <a:gd name="connsiteY8" fmla="*/ 236307 h 270666"/>
                <a:gd name="connsiteX9" fmla="*/ 1373 w 344019"/>
                <a:gd name="connsiteY9" fmla="*/ 83653 h 270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019" h="270666">
                  <a:moveTo>
                    <a:pt x="1373" y="83653"/>
                  </a:moveTo>
                  <a:cubicBezTo>
                    <a:pt x="5691" y="49363"/>
                    <a:pt x="22582" y="2246"/>
                    <a:pt x="63349" y="87"/>
                  </a:cubicBezTo>
                  <a:cubicBezTo>
                    <a:pt x="88368" y="-1818"/>
                    <a:pt x="96115" y="28154"/>
                    <a:pt x="105513" y="45807"/>
                  </a:cubicBezTo>
                  <a:cubicBezTo>
                    <a:pt x="122023" y="104608"/>
                    <a:pt x="127103" y="172553"/>
                    <a:pt x="175363" y="216241"/>
                  </a:cubicBezTo>
                  <a:cubicBezTo>
                    <a:pt x="200255" y="175093"/>
                    <a:pt x="221972" y="131786"/>
                    <a:pt x="235561" y="85558"/>
                  </a:cubicBezTo>
                  <a:cubicBezTo>
                    <a:pt x="245213" y="56729"/>
                    <a:pt x="257532" y="26249"/>
                    <a:pt x="282551" y="7326"/>
                  </a:cubicBezTo>
                  <a:cubicBezTo>
                    <a:pt x="313031" y="-6771"/>
                    <a:pt x="343130" y="30948"/>
                    <a:pt x="344019" y="58888"/>
                  </a:cubicBezTo>
                  <a:cubicBezTo>
                    <a:pt x="330938" y="142454"/>
                    <a:pt x="275693" y="217257"/>
                    <a:pt x="204065" y="260818"/>
                  </a:cubicBezTo>
                  <a:cubicBezTo>
                    <a:pt x="165965" y="284948"/>
                    <a:pt x="122404" y="260056"/>
                    <a:pt x="91289" y="236307"/>
                  </a:cubicBezTo>
                  <a:cubicBezTo>
                    <a:pt x="42902" y="200874"/>
                    <a:pt x="-9168" y="149566"/>
                    <a:pt x="1373" y="83653"/>
                  </a:cubicBezTo>
                  <a:close/>
                </a:path>
              </a:pathLst>
            </a:custGeom>
            <a:solidFill>
              <a:srgbClr val="6F7D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6" name="任意形状 1185">
              <a:extLst>
                <a:ext uri="{FF2B5EF4-FFF2-40B4-BE49-F238E27FC236}">
                  <a16:creationId xmlns:a16="http://schemas.microsoft.com/office/drawing/2014/main" id="{D08B7595-813A-8360-3513-9D4CAFDB1808}"/>
                </a:ext>
              </a:extLst>
            </p:cNvPr>
            <p:cNvSpPr/>
            <p:nvPr/>
          </p:nvSpPr>
          <p:spPr>
            <a:xfrm>
              <a:off x="516590" y="1187741"/>
              <a:ext cx="118621" cy="20423"/>
            </a:xfrm>
            <a:custGeom>
              <a:avLst/>
              <a:gdLst>
                <a:gd name="connsiteX0" fmla="*/ 0 w 217805"/>
                <a:gd name="connsiteY0" fmla="*/ 0 h 37499"/>
                <a:gd name="connsiteX1" fmla="*/ 128143 w 217805"/>
                <a:gd name="connsiteY1" fmla="*/ 17653 h 37499"/>
                <a:gd name="connsiteX2" fmla="*/ 217805 w 217805"/>
                <a:gd name="connsiteY2" fmla="*/ 33655 h 37499"/>
                <a:gd name="connsiteX3" fmla="*/ 0 w 217805"/>
                <a:gd name="connsiteY3" fmla="*/ 0 h 3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05" h="37499">
                  <a:moveTo>
                    <a:pt x="0" y="0"/>
                  </a:moveTo>
                  <a:cubicBezTo>
                    <a:pt x="42926" y="5080"/>
                    <a:pt x="85090" y="14732"/>
                    <a:pt x="128143" y="17653"/>
                  </a:cubicBezTo>
                  <a:cubicBezTo>
                    <a:pt x="158496" y="19939"/>
                    <a:pt x="190373" y="18415"/>
                    <a:pt x="217805" y="33655"/>
                  </a:cubicBezTo>
                  <a:cubicBezTo>
                    <a:pt x="145542" y="41275"/>
                    <a:pt x="62992" y="41021"/>
                    <a:pt x="0" y="0"/>
                  </a:cubicBezTo>
                  <a:close/>
                </a:path>
              </a:pathLst>
            </a:custGeom>
            <a:solidFill>
              <a:srgbClr val="15203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7" name="任意形状 1186">
              <a:extLst>
                <a:ext uri="{FF2B5EF4-FFF2-40B4-BE49-F238E27FC236}">
                  <a16:creationId xmlns:a16="http://schemas.microsoft.com/office/drawing/2014/main" id="{ADE449C4-5D7F-95B0-E295-8EC9AD54A345}"/>
                </a:ext>
              </a:extLst>
            </p:cNvPr>
            <p:cNvSpPr/>
            <p:nvPr/>
          </p:nvSpPr>
          <p:spPr>
            <a:xfrm>
              <a:off x="433452" y="1198149"/>
              <a:ext cx="321556" cy="307650"/>
            </a:xfrm>
            <a:custGeom>
              <a:avLst/>
              <a:gdLst>
                <a:gd name="connsiteX0" fmla="*/ 48768 w 590423"/>
                <a:gd name="connsiteY0" fmla="*/ 8321 h 564890"/>
                <a:gd name="connsiteX1" fmla="*/ 136525 w 590423"/>
                <a:gd name="connsiteY1" fmla="*/ 6162 h 564890"/>
                <a:gd name="connsiteX2" fmla="*/ 458851 w 590423"/>
                <a:gd name="connsiteY2" fmla="*/ 7813 h 564890"/>
                <a:gd name="connsiteX3" fmla="*/ 531749 w 590423"/>
                <a:gd name="connsiteY3" fmla="*/ 80584 h 564890"/>
                <a:gd name="connsiteX4" fmla="*/ 590423 w 590423"/>
                <a:gd name="connsiteY4" fmla="*/ 486222 h 564890"/>
                <a:gd name="connsiteX5" fmla="*/ 411988 w 590423"/>
                <a:gd name="connsiteY5" fmla="*/ 559247 h 564890"/>
                <a:gd name="connsiteX6" fmla="*/ 155448 w 590423"/>
                <a:gd name="connsiteY6" fmla="*/ 558993 h 564890"/>
                <a:gd name="connsiteX7" fmla="*/ 21209 w 590423"/>
                <a:gd name="connsiteY7" fmla="*/ 512892 h 564890"/>
                <a:gd name="connsiteX8" fmla="*/ 0 w 590423"/>
                <a:gd name="connsiteY8" fmla="*/ 524576 h 564890"/>
                <a:gd name="connsiteX9" fmla="*/ 34417 w 590423"/>
                <a:gd name="connsiteY9" fmla="*/ 299278 h 564890"/>
                <a:gd name="connsiteX10" fmla="*/ 119253 w 590423"/>
                <a:gd name="connsiteY10" fmla="*/ 220157 h 564890"/>
                <a:gd name="connsiteX11" fmla="*/ 48768 w 590423"/>
                <a:gd name="connsiteY11" fmla="*/ 8321 h 564890"/>
                <a:gd name="connsiteX12" fmla="*/ 332613 w 590423"/>
                <a:gd name="connsiteY12" fmla="*/ 91379 h 564890"/>
                <a:gd name="connsiteX13" fmla="*/ 322834 w 590423"/>
                <a:gd name="connsiteY13" fmla="*/ 252542 h 564890"/>
                <a:gd name="connsiteX14" fmla="*/ 451485 w 590423"/>
                <a:gd name="connsiteY14" fmla="*/ 171897 h 564890"/>
                <a:gd name="connsiteX15" fmla="*/ 332613 w 590423"/>
                <a:gd name="connsiteY15" fmla="*/ 91379 h 56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0423" h="564890">
                  <a:moveTo>
                    <a:pt x="48768" y="8321"/>
                  </a:moveTo>
                  <a:cubicBezTo>
                    <a:pt x="77724" y="4511"/>
                    <a:pt x="108204" y="-7046"/>
                    <a:pt x="136525" y="6162"/>
                  </a:cubicBezTo>
                  <a:cubicBezTo>
                    <a:pt x="238379" y="43881"/>
                    <a:pt x="359664" y="62550"/>
                    <a:pt x="458851" y="7813"/>
                  </a:cubicBezTo>
                  <a:cubicBezTo>
                    <a:pt x="489585" y="24323"/>
                    <a:pt x="522732" y="44008"/>
                    <a:pt x="531749" y="80584"/>
                  </a:cubicBezTo>
                  <a:cubicBezTo>
                    <a:pt x="566547" y="213172"/>
                    <a:pt x="579120" y="349951"/>
                    <a:pt x="590423" y="486222"/>
                  </a:cubicBezTo>
                  <a:cubicBezTo>
                    <a:pt x="535051" y="519496"/>
                    <a:pt x="474599" y="543753"/>
                    <a:pt x="411988" y="559247"/>
                  </a:cubicBezTo>
                  <a:cubicBezTo>
                    <a:pt x="327152" y="566105"/>
                    <a:pt x="240030" y="567502"/>
                    <a:pt x="155448" y="558993"/>
                  </a:cubicBezTo>
                  <a:cubicBezTo>
                    <a:pt x="109982" y="545785"/>
                    <a:pt x="65659" y="528894"/>
                    <a:pt x="21209" y="512892"/>
                  </a:cubicBezTo>
                  <a:cubicBezTo>
                    <a:pt x="15875" y="515813"/>
                    <a:pt x="5334" y="521655"/>
                    <a:pt x="0" y="524576"/>
                  </a:cubicBezTo>
                  <a:cubicBezTo>
                    <a:pt x="5588" y="448630"/>
                    <a:pt x="23114" y="374462"/>
                    <a:pt x="34417" y="299278"/>
                  </a:cubicBezTo>
                  <a:cubicBezTo>
                    <a:pt x="70104" y="282768"/>
                    <a:pt x="109728" y="262067"/>
                    <a:pt x="119253" y="220157"/>
                  </a:cubicBezTo>
                  <a:cubicBezTo>
                    <a:pt x="142113" y="142560"/>
                    <a:pt x="91567" y="68773"/>
                    <a:pt x="48768" y="8321"/>
                  </a:cubicBezTo>
                  <a:moveTo>
                    <a:pt x="332613" y="91379"/>
                  </a:moveTo>
                  <a:cubicBezTo>
                    <a:pt x="265303" y="114874"/>
                    <a:pt x="263017" y="218252"/>
                    <a:pt x="322834" y="252542"/>
                  </a:cubicBezTo>
                  <a:cubicBezTo>
                    <a:pt x="377063" y="292547"/>
                    <a:pt x="461391" y="237429"/>
                    <a:pt x="451485" y="171897"/>
                  </a:cubicBezTo>
                  <a:cubicBezTo>
                    <a:pt x="455803" y="110683"/>
                    <a:pt x="387223" y="70043"/>
                    <a:pt x="332613" y="91379"/>
                  </a:cubicBezTo>
                  <a:close/>
                </a:path>
              </a:pathLst>
            </a:custGeom>
            <a:solidFill>
              <a:srgbClr val="EFEEFB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8" name="任意形状 1187">
              <a:extLst>
                <a:ext uri="{FF2B5EF4-FFF2-40B4-BE49-F238E27FC236}">
                  <a16:creationId xmlns:a16="http://schemas.microsoft.com/office/drawing/2014/main" id="{ED433D09-B8A8-8D57-EE86-65DEE6C9B145}"/>
                </a:ext>
              </a:extLst>
            </p:cNvPr>
            <p:cNvSpPr/>
            <p:nvPr/>
          </p:nvSpPr>
          <p:spPr>
            <a:xfrm>
              <a:off x="433798" y="1215270"/>
              <a:ext cx="52114" cy="129549"/>
            </a:xfrm>
            <a:custGeom>
              <a:avLst/>
              <a:gdLst>
                <a:gd name="connsiteX0" fmla="*/ 14605 w 95689"/>
                <a:gd name="connsiteY0" fmla="*/ 0 h 237870"/>
                <a:gd name="connsiteX1" fmla="*/ 95377 w 95689"/>
                <a:gd name="connsiteY1" fmla="*/ 166370 h 237870"/>
                <a:gd name="connsiteX2" fmla="*/ 43942 w 95689"/>
                <a:gd name="connsiteY2" fmla="*/ 237871 h 237870"/>
                <a:gd name="connsiteX3" fmla="*/ 56388 w 95689"/>
                <a:gd name="connsiteY3" fmla="*/ 80010 h 237870"/>
                <a:gd name="connsiteX4" fmla="*/ 0 w 95689"/>
                <a:gd name="connsiteY4" fmla="*/ 29591 h 237870"/>
                <a:gd name="connsiteX5" fmla="*/ 14605 w 95689"/>
                <a:gd name="connsiteY5" fmla="*/ 0 h 237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689" h="237870">
                  <a:moveTo>
                    <a:pt x="14605" y="0"/>
                  </a:moveTo>
                  <a:cubicBezTo>
                    <a:pt x="76073" y="25146"/>
                    <a:pt x="98679" y="104902"/>
                    <a:pt x="95377" y="166370"/>
                  </a:cubicBezTo>
                  <a:cubicBezTo>
                    <a:pt x="97663" y="200406"/>
                    <a:pt x="71628" y="223774"/>
                    <a:pt x="43942" y="237871"/>
                  </a:cubicBezTo>
                  <a:cubicBezTo>
                    <a:pt x="52070" y="186182"/>
                    <a:pt x="76454" y="131826"/>
                    <a:pt x="56388" y="80010"/>
                  </a:cubicBezTo>
                  <a:cubicBezTo>
                    <a:pt x="47371" y="54229"/>
                    <a:pt x="22733" y="41148"/>
                    <a:pt x="0" y="29591"/>
                  </a:cubicBezTo>
                  <a:cubicBezTo>
                    <a:pt x="4826" y="19685"/>
                    <a:pt x="9779" y="9779"/>
                    <a:pt x="14605" y="0"/>
                  </a:cubicBezTo>
                  <a:close/>
                </a:path>
              </a:pathLst>
            </a:custGeom>
            <a:solidFill>
              <a:srgbClr val="2A406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9" name="任意形状 1188">
              <a:extLst>
                <a:ext uri="{FF2B5EF4-FFF2-40B4-BE49-F238E27FC236}">
                  <a16:creationId xmlns:a16="http://schemas.microsoft.com/office/drawing/2014/main" id="{1496350B-9C38-2C93-8550-1A6737E29F9B}"/>
                </a:ext>
              </a:extLst>
            </p:cNvPr>
            <p:cNvSpPr/>
            <p:nvPr/>
          </p:nvSpPr>
          <p:spPr>
            <a:xfrm>
              <a:off x="875047" y="1233976"/>
              <a:ext cx="213482" cy="189063"/>
            </a:xfrm>
            <a:custGeom>
              <a:avLst/>
              <a:gdLst>
                <a:gd name="connsiteX0" fmla="*/ 55179 w 391983"/>
                <a:gd name="connsiteY0" fmla="*/ 84778 h 347148"/>
                <a:gd name="connsiteX1" fmla="*/ 202753 w 391983"/>
                <a:gd name="connsiteY1" fmla="*/ 2862 h 347148"/>
                <a:gd name="connsiteX2" fmla="*/ 241869 w 391983"/>
                <a:gd name="connsiteY2" fmla="*/ 41851 h 347148"/>
                <a:gd name="connsiteX3" fmla="*/ 136078 w 391983"/>
                <a:gd name="connsiteY3" fmla="*/ 118306 h 347148"/>
                <a:gd name="connsiteX4" fmla="*/ 391983 w 391983"/>
                <a:gd name="connsiteY4" fmla="*/ 210253 h 347148"/>
                <a:gd name="connsiteX5" fmla="*/ 390078 w 391983"/>
                <a:gd name="connsiteY5" fmla="*/ 230065 h 347148"/>
                <a:gd name="connsiteX6" fmla="*/ 197038 w 391983"/>
                <a:gd name="connsiteY6" fmla="*/ 202379 h 347148"/>
                <a:gd name="connsiteX7" fmla="*/ 303972 w 391983"/>
                <a:gd name="connsiteY7" fmla="*/ 247337 h 347148"/>
                <a:gd name="connsiteX8" fmla="*/ 346390 w 391983"/>
                <a:gd name="connsiteY8" fmla="*/ 299915 h 347148"/>
                <a:gd name="connsiteX9" fmla="*/ 159446 w 391983"/>
                <a:gd name="connsiteY9" fmla="*/ 256609 h 347148"/>
                <a:gd name="connsiteX10" fmla="*/ 258125 w 391983"/>
                <a:gd name="connsiteY10" fmla="*/ 316171 h 347148"/>
                <a:gd name="connsiteX11" fmla="*/ 275778 w 391983"/>
                <a:gd name="connsiteY11" fmla="*/ 344873 h 347148"/>
                <a:gd name="connsiteX12" fmla="*/ 162240 w 391983"/>
                <a:gd name="connsiteY12" fmla="*/ 333443 h 347148"/>
                <a:gd name="connsiteX13" fmla="*/ 31684 w 391983"/>
                <a:gd name="connsiteY13" fmla="*/ 277817 h 347148"/>
                <a:gd name="connsiteX14" fmla="*/ 55179 w 391983"/>
                <a:gd name="connsiteY14" fmla="*/ 84778 h 34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1983" h="347148">
                  <a:moveTo>
                    <a:pt x="55179" y="84778"/>
                  </a:moveTo>
                  <a:cubicBezTo>
                    <a:pt x="101026" y="52011"/>
                    <a:pt x="150429" y="23563"/>
                    <a:pt x="202753" y="2862"/>
                  </a:cubicBezTo>
                  <a:cubicBezTo>
                    <a:pt x="225994" y="-9076"/>
                    <a:pt x="257998" y="18737"/>
                    <a:pt x="241869" y="41851"/>
                  </a:cubicBezTo>
                  <a:cubicBezTo>
                    <a:pt x="215834" y="78173"/>
                    <a:pt x="168209" y="88333"/>
                    <a:pt x="136078" y="118306"/>
                  </a:cubicBezTo>
                  <a:cubicBezTo>
                    <a:pt x="216088" y="162882"/>
                    <a:pt x="325943" y="138371"/>
                    <a:pt x="391983" y="210253"/>
                  </a:cubicBezTo>
                  <a:cubicBezTo>
                    <a:pt x="391475" y="215206"/>
                    <a:pt x="390586" y="225112"/>
                    <a:pt x="390078" y="230065"/>
                  </a:cubicBezTo>
                  <a:cubicBezTo>
                    <a:pt x="324292" y="234510"/>
                    <a:pt x="262316" y="205809"/>
                    <a:pt x="197038" y="202379"/>
                  </a:cubicBezTo>
                  <a:cubicBezTo>
                    <a:pt x="211389" y="246956"/>
                    <a:pt x="268412" y="232859"/>
                    <a:pt x="303972" y="247337"/>
                  </a:cubicBezTo>
                  <a:cubicBezTo>
                    <a:pt x="331150" y="249242"/>
                    <a:pt x="335595" y="280738"/>
                    <a:pt x="346390" y="299915"/>
                  </a:cubicBezTo>
                  <a:cubicBezTo>
                    <a:pt x="279080" y="311091"/>
                    <a:pt x="222819" y="268292"/>
                    <a:pt x="159446" y="256609"/>
                  </a:cubicBezTo>
                  <a:cubicBezTo>
                    <a:pt x="173543" y="298899"/>
                    <a:pt x="224089" y="298772"/>
                    <a:pt x="258125" y="316171"/>
                  </a:cubicBezTo>
                  <a:cubicBezTo>
                    <a:pt x="273873" y="319219"/>
                    <a:pt x="279715" y="328871"/>
                    <a:pt x="275778" y="344873"/>
                  </a:cubicBezTo>
                  <a:cubicBezTo>
                    <a:pt x="237551" y="352239"/>
                    <a:pt x="199578" y="339920"/>
                    <a:pt x="162240" y="333443"/>
                  </a:cubicBezTo>
                  <a:cubicBezTo>
                    <a:pt x="115885" y="323918"/>
                    <a:pt x="65085" y="314393"/>
                    <a:pt x="31684" y="277817"/>
                  </a:cubicBezTo>
                  <a:cubicBezTo>
                    <a:pt x="-20132" y="223334"/>
                    <a:pt x="-5654" y="126560"/>
                    <a:pt x="55179" y="84778"/>
                  </a:cubicBezTo>
                  <a:close/>
                </a:path>
              </a:pathLst>
            </a:custGeom>
            <a:solidFill>
              <a:srgbClr val="344B7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0" name="任意形状 1189">
              <a:extLst>
                <a:ext uri="{FF2B5EF4-FFF2-40B4-BE49-F238E27FC236}">
                  <a16:creationId xmlns:a16="http://schemas.microsoft.com/office/drawing/2014/main" id="{F2B27B7F-F90E-37E9-53FF-B376231816B5}"/>
                </a:ext>
              </a:extLst>
            </p:cNvPr>
            <p:cNvSpPr/>
            <p:nvPr/>
          </p:nvSpPr>
          <p:spPr>
            <a:xfrm>
              <a:off x="286334" y="1250361"/>
              <a:ext cx="167986" cy="255685"/>
            </a:xfrm>
            <a:custGeom>
              <a:avLst/>
              <a:gdLst>
                <a:gd name="connsiteX0" fmla="*/ 211328 w 308446"/>
                <a:gd name="connsiteY0" fmla="*/ 32469 h 469475"/>
                <a:gd name="connsiteX1" fmla="*/ 287401 w 308446"/>
                <a:gd name="connsiteY1" fmla="*/ 6307 h 469475"/>
                <a:gd name="connsiteX2" fmla="*/ 305181 w 308446"/>
                <a:gd name="connsiteY2" fmla="*/ 90127 h 469475"/>
                <a:gd name="connsiteX3" fmla="*/ 240792 w 308446"/>
                <a:gd name="connsiteY3" fmla="*/ 469476 h 469475"/>
                <a:gd name="connsiteX4" fmla="*/ 0 w 308446"/>
                <a:gd name="connsiteY4" fmla="*/ 463634 h 469475"/>
                <a:gd name="connsiteX5" fmla="*/ 211328 w 308446"/>
                <a:gd name="connsiteY5" fmla="*/ 32469 h 46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8446" h="469475">
                  <a:moveTo>
                    <a:pt x="211328" y="32469"/>
                  </a:moveTo>
                  <a:cubicBezTo>
                    <a:pt x="229616" y="11133"/>
                    <a:pt x="258953" y="-11219"/>
                    <a:pt x="287401" y="6307"/>
                  </a:cubicBezTo>
                  <a:cubicBezTo>
                    <a:pt x="311404" y="27008"/>
                    <a:pt x="310896" y="61679"/>
                    <a:pt x="305181" y="90127"/>
                  </a:cubicBezTo>
                  <a:cubicBezTo>
                    <a:pt x="277622" y="215349"/>
                    <a:pt x="248793" y="341079"/>
                    <a:pt x="240792" y="469476"/>
                  </a:cubicBezTo>
                  <a:cubicBezTo>
                    <a:pt x="160655" y="462872"/>
                    <a:pt x="80137" y="469730"/>
                    <a:pt x="0" y="463634"/>
                  </a:cubicBezTo>
                  <a:cubicBezTo>
                    <a:pt x="42672" y="309075"/>
                    <a:pt x="100584" y="151849"/>
                    <a:pt x="211328" y="32469"/>
                  </a:cubicBezTo>
                  <a:close/>
                </a:path>
              </a:pathLst>
            </a:custGeom>
            <a:solidFill>
              <a:srgbClr val="EFEEF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1" name="任意形状 1190">
              <a:extLst>
                <a:ext uri="{FF2B5EF4-FFF2-40B4-BE49-F238E27FC236}">
                  <a16:creationId xmlns:a16="http://schemas.microsoft.com/office/drawing/2014/main" id="{6C8FAFA6-EDF6-67F8-F04B-9BE83449B179}"/>
                </a:ext>
              </a:extLst>
            </p:cNvPr>
            <p:cNvSpPr/>
            <p:nvPr/>
          </p:nvSpPr>
          <p:spPr>
            <a:xfrm>
              <a:off x="599847" y="1258913"/>
              <a:ext cx="65612" cy="69973"/>
            </a:xfrm>
            <a:custGeom>
              <a:avLst/>
              <a:gdLst>
                <a:gd name="connsiteX0" fmla="*/ 39406 w 120473"/>
                <a:gd name="connsiteY0" fmla="*/ 3557 h 128481"/>
                <a:gd name="connsiteX1" fmla="*/ 119797 w 120473"/>
                <a:gd name="connsiteY1" fmla="*/ 60580 h 128481"/>
                <a:gd name="connsiteX2" fmla="*/ 27595 w 120473"/>
                <a:gd name="connsiteY2" fmla="*/ 116841 h 128481"/>
                <a:gd name="connsiteX3" fmla="*/ 39406 w 120473"/>
                <a:gd name="connsiteY3" fmla="*/ 3557 h 12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473" h="128481">
                  <a:moveTo>
                    <a:pt x="39406" y="3557"/>
                  </a:moveTo>
                  <a:cubicBezTo>
                    <a:pt x="76617" y="-10667"/>
                    <a:pt x="122718" y="19686"/>
                    <a:pt x="119797" y="60580"/>
                  </a:cubicBezTo>
                  <a:cubicBezTo>
                    <a:pt x="127544" y="108713"/>
                    <a:pt x="66965" y="149226"/>
                    <a:pt x="27595" y="116841"/>
                  </a:cubicBezTo>
                  <a:cubicBezTo>
                    <a:pt x="-13934" y="91441"/>
                    <a:pt x="-7457" y="19178"/>
                    <a:pt x="39406" y="3557"/>
                  </a:cubicBezTo>
                  <a:close/>
                </a:path>
              </a:pathLst>
            </a:custGeom>
            <a:solidFill>
              <a:srgbClr val="6F7D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2" name="任意形状 1191">
              <a:extLst>
                <a:ext uri="{FF2B5EF4-FFF2-40B4-BE49-F238E27FC236}">
                  <a16:creationId xmlns:a16="http://schemas.microsoft.com/office/drawing/2014/main" id="{8832145C-7F63-4E4C-130B-6C09448CA66A}"/>
                </a:ext>
              </a:extLst>
            </p:cNvPr>
            <p:cNvSpPr/>
            <p:nvPr/>
          </p:nvSpPr>
          <p:spPr>
            <a:xfrm>
              <a:off x="743180" y="1262096"/>
              <a:ext cx="180594" cy="206662"/>
            </a:xfrm>
            <a:custGeom>
              <a:avLst/>
              <a:gdLst>
                <a:gd name="connsiteX0" fmla="*/ 0 w 331597"/>
                <a:gd name="connsiteY0" fmla="*/ 0 h 379462"/>
                <a:gd name="connsiteX1" fmla="*/ 117602 w 331597"/>
                <a:gd name="connsiteY1" fmla="*/ 185293 h 379462"/>
                <a:gd name="connsiteX2" fmla="*/ 88138 w 331597"/>
                <a:gd name="connsiteY2" fmla="*/ 306070 h 379462"/>
                <a:gd name="connsiteX3" fmla="*/ 116459 w 331597"/>
                <a:gd name="connsiteY3" fmla="*/ 256667 h 379462"/>
                <a:gd name="connsiteX4" fmla="*/ 216281 w 331597"/>
                <a:gd name="connsiteY4" fmla="*/ 118745 h 379462"/>
                <a:gd name="connsiteX5" fmla="*/ 331597 w 331597"/>
                <a:gd name="connsiteY5" fmla="*/ 292862 h 379462"/>
                <a:gd name="connsiteX6" fmla="*/ 48641 w 331597"/>
                <a:gd name="connsiteY6" fmla="*/ 359283 h 379462"/>
                <a:gd name="connsiteX7" fmla="*/ 21209 w 331597"/>
                <a:gd name="connsiteY7" fmla="*/ 119380 h 379462"/>
                <a:gd name="connsiteX8" fmla="*/ 0 w 331597"/>
                <a:gd name="connsiteY8" fmla="*/ 0 h 37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597" h="379462">
                  <a:moveTo>
                    <a:pt x="0" y="0"/>
                  </a:moveTo>
                  <a:cubicBezTo>
                    <a:pt x="42418" y="59690"/>
                    <a:pt x="81915" y="121412"/>
                    <a:pt x="117602" y="185293"/>
                  </a:cubicBezTo>
                  <a:cubicBezTo>
                    <a:pt x="111760" y="225425"/>
                    <a:pt x="69596" y="261874"/>
                    <a:pt x="88138" y="306070"/>
                  </a:cubicBezTo>
                  <a:cubicBezTo>
                    <a:pt x="101854" y="292227"/>
                    <a:pt x="111760" y="275590"/>
                    <a:pt x="116459" y="256667"/>
                  </a:cubicBezTo>
                  <a:cubicBezTo>
                    <a:pt x="134366" y="201549"/>
                    <a:pt x="178562" y="160909"/>
                    <a:pt x="216281" y="118745"/>
                  </a:cubicBezTo>
                  <a:cubicBezTo>
                    <a:pt x="205867" y="196977"/>
                    <a:pt x="257175" y="270637"/>
                    <a:pt x="331597" y="292862"/>
                  </a:cubicBezTo>
                  <a:cubicBezTo>
                    <a:pt x="258572" y="364363"/>
                    <a:pt x="146050" y="406908"/>
                    <a:pt x="48641" y="359283"/>
                  </a:cubicBezTo>
                  <a:cubicBezTo>
                    <a:pt x="33655" y="280035"/>
                    <a:pt x="37592" y="198374"/>
                    <a:pt x="21209" y="119380"/>
                  </a:cubicBezTo>
                  <a:cubicBezTo>
                    <a:pt x="12446" y="79883"/>
                    <a:pt x="5842" y="40005"/>
                    <a:pt x="0" y="0"/>
                  </a:cubicBezTo>
                  <a:close/>
                </a:path>
              </a:pathLst>
            </a:custGeom>
            <a:solidFill>
              <a:srgbClr val="EEEDFB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3" name="任意形状 1192">
              <a:extLst>
                <a:ext uri="{FF2B5EF4-FFF2-40B4-BE49-F238E27FC236}">
                  <a16:creationId xmlns:a16="http://schemas.microsoft.com/office/drawing/2014/main" id="{9B224436-A7A5-36E2-40E1-70EECBA31E34}"/>
                </a:ext>
              </a:extLst>
            </p:cNvPr>
            <p:cNvSpPr/>
            <p:nvPr/>
          </p:nvSpPr>
          <p:spPr>
            <a:xfrm>
              <a:off x="657828" y="1462955"/>
              <a:ext cx="100361" cy="41191"/>
            </a:xfrm>
            <a:custGeom>
              <a:avLst/>
              <a:gdLst>
                <a:gd name="connsiteX0" fmla="*/ 0 w 184277"/>
                <a:gd name="connsiteY0" fmla="*/ 73025 h 75632"/>
                <a:gd name="connsiteX1" fmla="*/ 178435 w 184277"/>
                <a:gd name="connsiteY1" fmla="*/ 0 h 75632"/>
                <a:gd name="connsiteX2" fmla="*/ 184277 w 184277"/>
                <a:gd name="connsiteY2" fmla="*/ 74422 h 75632"/>
                <a:gd name="connsiteX3" fmla="*/ 0 w 184277"/>
                <a:gd name="connsiteY3" fmla="*/ 73025 h 7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277" h="75632">
                  <a:moveTo>
                    <a:pt x="0" y="73025"/>
                  </a:moveTo>
                  <a:cubicBezTo>
                    <a:pt x="62611" y="57531"/>
                    <a:pt x="123063" y="33274"/>
                    <a:pt x="178435" y="0"/>
                  </a:cubicBezTo>
                  <a:cubicBezTo>
                    <a:pt x="180594" y="24765"/>
                    <a:pt x="181991" y="49530"/>
                    <a:pt x="184277" y="74422"/>
                  </a:cubicBezTo>
                  <a:cubicBezTo>
                    <a:pt x="122809" y="76327"/>
                    <a:pt x="61341" y="76073"/>
                    <a:pt x="0" y="73025"/>
                  </a:cubicBezTo>
                  <a:close/>
                </a:path>
              </a:pathLst>
            </a:custGeom>
            <a:solidFill>
              <a:srgbClr val="C3C9F8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4" name="任意形状 1193">
              <a:extLst>
                <a:ext uri="{FF2B5EF4-FFF2-40B4-BE49-F238E27FC236}">
                  <a16:creationId xmlns:a16="http://schemas.microsoft.com/office/drawing/2014/main" id="{B1D609C6-F5D2-02F7-BA06-9934F9B2CED1}"/>
                </a:ext>
              </a:extLst>
            </p:cNvPr>
            <p:cNvSpPr/>
            <p:nvPr/>
          </p:nvSpPr>
          <p:spPr>
            <a:xfrm>
              <a:off x="430546" y="1477480"/>
              <a:ext cx="87564" cy="26701"/>
            </a:xfrm>
            <a:custGeom>
              <a:avLst/>
              <a:gdLst>
                <a:gd name="connsiteX0" fmla="*/ 5334 w 160781"/>
                <a:gd name="connsiteY0" fmla="*/ 11684 h 49027"/>
                <a:gd name="connsiteX1" fmla="*/ 26543 w 160781"/>
                <a:gd name="connsiteY1" fmla="*/ 0 h 49027"/>
                <a:gd name="connsiteX2" fmla="*/ 160782 w 160781"/>
                <a:gd name="connsiteY2" fmla="*/ 46101 h 49027"/>
                <a:gd name="connsiteX3" fmla="*/ 0 w 160781"/>
                <a:gd name="connsiteY3" fmla="*/ 47752 h 49027"/>
                <a:gd name="connsiteX4" fmla="*/ 5334 w 160781"/>
                <a:gd name="connsiteY4" fmla="*/ 11684 h 4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81" h="49027">
                  <a:moveTo>
                    <a:pt x="5334" y="11684"/>
                  </a:moveTo>
                  <a:cubicBezTo>
                    <a:pt x="10668" y="8763"/>
                    <a:pt x="21209" y="2921"/>
                    <a:pt x="26543" y="0"/>
                  </a:cubicBezTo>
                  <a:cubicBezTo>
                    <a:pt x="70993" y="16002"/>
                    <a:pt x="115316" y="32893"/>
                    <a:pt x="160782" y="46101"/>
                  </a:cubicBezTo>
                  <a:cubicBezTo>
                    <a:pt x="107188" y="48895"/>
                    <a:pt x="53594" y="50165"/>
                    <a:pt x="0" y="47752"/>
                  </a:cubicBezTo>
                  <a:cubicBezTo>
                    <a:pt x="1397" y="38735"/>
                    <a:pt x="4064" y="20701"/>
                    <a:pt x="5334" y="11684"/>
                  </a:cubicBezTo>
                  <a:close/>
                </a:path>
              </a:pathLst>
            </a:custGeom>
            <a:solidFill>
              <a:srgbClr val="C1C8F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</p:grpSp>
      <p:sp>
        <p:nvSpPr>
          <p:cNvPr id="1195" name="圆角矩形 1194">
            <a:extLst>
              <a:ext uri="{FF2B5EF4-FFF2-40B4-BE49-F238E27FC236}">
                <a16:creationId xmlns:a16="http://schemas.microsoft.com/office/drawing/2014/main" id="{DD75139E-04A1-877D-8CAF-C97A2A18E1C9}"/>
              </a:ext>
            </a:extLst>
          </p:cNvPr>
          <p:cNvSpPr/>
          <p:nvPr/>
        </p:nvSpPr>
        <p:spPr>
          <a:xfrm>
            <a:off x="8106216" y="4038349"/>
            <a:ext cx="1852664" cy="1364648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grpSp>
        <p:nvGrpSpPr>
          <p:cNvPr id="1196" name="组合 1195">
            <a:extLst>
              <a:ext uri="{FF2B5EF4-FFF2-40B4-BE49-F238E27FC236}">
                <a16:creationId xmlns:a16="http://schemas.microsoft.com/office/drawing/2014/main" id="{D2AB8F3B-C262-9298-2D97-FFF6F7F97F8B}"/>
              </a:ext>
            </a:extLst>
          </p:cNvPr>
          <p:cNvGrpSpPr/>
          <p:nvPr/>
        </p:nvGrpSpPr>
        <p:grpSpPr>
          <a:xfrm>
            <a:off x="8160587" y="4490702"/>
            <a:ext cx="1726899" cy="888668"/>
            <a:chOff x="5915710" y="4333639"/>
            <a:chExt cx="2362707" cy="1215857"/>
          </a:xfrm>
        </p:grpSpPr>
        <p:grpSp>
          <p:nvGrpSpPr>
            <p:cNvPr id="1197" name="组合 1196">
              <a:extLst>
                <a:ext uri="{FF2B5EF4-FFF2-40B4-BE49-F238E27FC236}">
                  <a16:creationId xmlns:a16="http://schemas.microsoft.com/office/drawing/2014/main" id="{19DD6749-4C7C-D018-E89F-3D68171C0DB8}"/>
                </a:ext>
              </a:extLst>
            </p:cNvPr>
            <p:cNvGrpSpPr/>
            <p:nvPr/>
          </p:nvGrpSpPr>
          <p:grpSpPr>
            <a:xfrm>
              <a:off x="5915710" y="4437237"/>
              <a:ext cx="2353076" cy="1112259"/>
              <a:chOff x="-208785" y="4248016"/>
              <a:chExt cx="2353076" cy="1112259"/>
            </a:xfrm>
          </p:grpSpPr>
          <p:sp>
            <p:nvSpPr>
              <p:cNvPr id="1206" name="任意形状 1205">
                <a:extLst>
                  <a:ext uri="{FF2B5EF4-FFF2-40B4-BE49-F238E27FC236}">
                    <a16:creationId xmlns:a16="http://schemas.microsoft.com/office/drawing/2014/main" id="{67699C64-E496-C356-9F24-193B178A88DF}"/>
                  </a:ext>
                </a:extLst>
              </p:cNvPr>
              <p:cNvSpPr/>
              <p:nvPr/>
            </p:nvSpPr>
            <p:spPr>
              <a:xfrm>
                <a:off x="-208785" y="4248016"/>
                <a:ext cx="2353076" cy="1112259"/>
              </a:xfrm>
              <a:custGeom>
                <a:avLst/>
                <a:gdLst>
                  <a:gd name="connsiteX0" fmla="*/ 146946 w 1353299"/>
                  <a:gd name="connsiteY0" fmla="*/ 627574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12" fmla="*/ 146946 w 1353299"/>
                  <a:gd name="connsiteY12" fmla="*/ 627574 h 1060830"/>
                  <a:gd name="connsiteX0" fmla="*/ 523464 w 1353299"/>
                  <a:gd name="connsiteY0" fmla="*/ 224162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55 h 1060823"/>
                  <a:gd name="connsiteX1" fmla="*/ 159884 w 1356954"/>
                  <a:gd name="connsiteY1" fmla="*/ 589374 h 1060823"/>
                  <a:gd name="connsiteX2" fmla="*/ 16131 w 1356954"/>
                  <a:gd name="connsiteY2" fmla="*/ 726179 h 1060823"/>
                  <a:gd name="connsiteX3" fmla="*/ 60954 w 1356954"/>
                  <a:gd name="connsiteY3" fmla="*/ 878579 h 1060823"/>
                  <a:gd name="connsiteX4" fmla="*/ 527119 w 1356954"/>
                  <a:gd name="connsiteY4" fmla="*/ 977191 h 1060823"/>
                  <a:gd name="connsiteX5" fmla="*/ 1056037 w 1356954"/>
                  <a:gd name="connsiteY5" fmla="*/ 1048908 h 1060823"/>
                  <a:gd name="connsiteX6" fmla="*/ 1324978 w 1356954"/>
                  <a:gd name="connsiteY6" fmla="*/ 717214 h 1060823"/>
                  <a:gd name="connsiteX7" fmla="*/ 1351872 w 1356954"/>
                  <a:gd name="connsiteY7" fmla="*/ 609638 h 1060823"/>
                  <a:gd name="connsiteX8" fmla="*/ 1324978 w 1356954"/>
                  <a:gd name="connsiteY8" fmla="*/ 385520 h 1060823"/>
                  <a:gd name="connsiteX9" fmla="*/ 1113220 w 1356954"/>
                  <a:gd name="connsiteY9" fmla="*/ 238690 h 1060823"/>
                  <a:gd name="connsiteX10" fmla="*/ 822954 w 1356954"/>
                  <a:gd name="connsiteY10" fmla="*/ 38 h 1060823"/>
                  <a:gd name="connsiteX11" fmla="*/ 527119 w 1356954"/>
                  <a:gd name="connsiteY11" fmla="*/ 224155 h 1060823"/>
                  <a:gd name="connsiteX0" fmla="*/ 527119 w 1355127"/>
                  <a:gd name="connsiteY0" fmla="*/ 224155 h 1060823"/>
                  <a:gd name="connsiteX1" fmla="*/ 159884 w 1355127"/>
                  <a:gd name="connsiteY1" fmla="*/ 589374 h 1060823"/>
                  <a:gd name="connsiteX2" fmla="*/ 16131 w 1355127"/>
                  <a:gd name="connsiteY2" fmla="*/ 726179 h 1060823"/>
                  <a:gd name="connsiteX3" fmla="*/ 60954 w 1355127"/>
                  <a:gd name="connsiteY3" fmla="*/ 878579 h 1060823"/>
                  <a:gd name="connsiteX4" fmla="*/ 527119 w 1355127"/>
                  <a:gd name="connsiteY4" fmla="*/ 977191 h 1060823"/>
                  <a:gd name="connsiteX5" fmla="*/ 1056037 w 1355127"/>
                  <a:gd name="connsiteY5" fmla="*/ 1048908 h 1060823"/>
                  <a:gd name="connsiteX6" fmla="*/ 1324978 w 1355127"/>
                  <a:gd name="connsiteY6" fmla="*/ 717214 h 1060823"/>
                  <a:gd name="connsiteX7" fmla="*/ 1324978 w 1355127"/>
                  <a:gd name="connsiteY7" fmla="*/ 385520 h 1060823"/>
                  <a:gd name="connsiteX8" fmla="*/ 1113220 w 1355127"/>
                  <a:gd name="connsiteY8" fmla="*/ 238690 h 1060823"/>
                  <a:gd name="connsiteX9" fmla="*/ 822954 w 1355127"/>
                  <a:gd name="connsiteY9" fmla="*/ 38 h 1060823"/>
                  <a:gd name="connsiteX10" fmla="*/ 527119 w 1355127"/>
                  <a:gd name="connsiteY10" fmla="*/ 224155 h 1060823"/>
                  <a:gd name="connsiteX0" fmla="*/ 527119 w 1366276"/>
                  <a:gd name="connsiteY0" fmla="*/ 224155 h 1060823"/>
                  <a:gd name="connsiteX1" fmla="*/ 159884 w 1366276"/>
                  <a:gd name="connsiteY1" fmla="*/ 589374 h 1060823"/>
                  <a:gd name="connsiteX2" fmla="*/ 16131 w 1366276"/>
                  <a:gd name="connsiteY2" fmla="*/ 726179 h 1060823"/>
                  <a:gd name="connsiteX3" fmla="*/ 60954 w 1366276"/>
                  <a:gd name="connsiteY3" fmla="*/ 878579 h 1060823"/>
                  <a:gd name="connsiteX4" fmla="*/ 527119 w 1366276"/>
                  <a:gd name="connsiteY4" fmla="*/ 977191 h 1060823"/>
                  <a:gd name="connsiteX5" fmla="*/ 1056037 w 1366276"/>
                  <a:gd name="connsiteY5" fmla="*/ 1048908 h 1060823"/>
                  <a:gd name="connsiteX6" fmla="*/ 1324978 w 1366276"/>
                  <a:gd name="connsiteY6" fmla="*/ 717214 h 1060823"/>
                  <a:gd name="connsiteX7" fmla="*/ 1324978 w 1366276"/>
                  <a:gd name="connsiteY7" fmla="*/ 385520 h 1060823"/>
                  <a:gd name="connsiteX8" fmla="*/ 1113220 w 1366276"/>
                  <a:gd name="connsiteY8" fmla="*/ 238690 h 1060823"/>
                  <a:gd name="connsiteX9" fmla="*/ 822954 w 1366276"/>
                  <a:gd name="connsiteY9" fmla="*/ 38 h 1060823"/>
                  <a:gd name="connsiteX10" fmla="*/ 527119 w 1366276"/>
                  <a:gd name="connsiteY10" fmla="*/ 224155 h 1060823"/>
                  <a:gd name="connsiteX0" fmla="*/ 527119 w 1383515"/>
                  <a:gd name="connsiteY0" fmla="*/ 224155 h 1060823"/>
                  <a:gd name="connsiteX1" fmla="*/ 159884 w 1383515"/>
                  <a:gd name="connsiteY1" fmla="*/ 589374 h 1060823"/>
                  <a:gd name="connsiteX2" fmla="*/ 16131 w 1383515"/>
                  <a:gd name="connsiteY2" fmla="*/ 726179 h 1060823"/>
                  <a:gd name="connsiteX3" fmla="*/ 60954 w 1383515"/>
                  <a:gd name="connsiteY3" fmla="*/ 878579 h 1060823"/>
                  <a:gd name="connsiteX4" fmla="*/ 527119 w 1383515"/>
                  <a:gd name="connsiteY4" fmla="*/ 977191 h 1060823"/>
                  <a:gd name="connsiteX5" fmla="*/ 1056037 w 1383515"/>
                  <a:gd name="connsiteY5" fmla="*/ 1048908 h 1060823"/>
                  <a:gd name="connsiteX6" fmla="*/ 1324978 w 1383515"/>
                  <a:gd name="connsiteY6" fmla="*/ 717214 h 1060823"/>
                  <a:gd name="connsiteX7" fmla="*/ 1324978 w 1383515"/>
                  <a:gd name="connsiteY7" fmla="*/ 385520 h 1060823"/>
                  <a:gd name="connsiteX8" fmla="*/ 1113220 w 1383515"/>
                  <a:gd name="connsiteY8" fmla="*/ 238690 h 1060823"/>
                  <a:gd name="connsiteX9" fmla="*/ 822954 w 1383515"/>
                  <a:gd name="connsiteY9" fmla="*/ 38 h 1060823"/>
                  <a:gd name="connsiteX10" fmla="*/ 527119 w 1383515"/>
                  <a:gd name="connsiteY10" fmla="*/ 224155 h 1060823"/>
                  <a:gd name="connsiteX0" fmla="*/ 528943 w 1385339"/>
                  <a:gd name="connsiteY0" fmla="*/ 224155 h 1054145"/>
                  <a:gd name="connsiteX1" fmla="*/ 161708 w 1385339"/>
                  <a:gd name="connsiteY1" fmla="*/ 589374 h 1054145"/>
                  <a:gd name="connsiteX2" fmla="*/ 17955 w 1385339"/>
                  <a:gd name="connsiteY2" fmla="*/ 726179 h 1054145"/>
                  <a:gd name="connsiteX3" fmla="*/ 62778 w 1385339"/>
                  <a:gd name="connsiteY3" fmla="*/ 878579 h 1054145"/>
                  <a:gd name="connsiteX4" fmla="*/ 561407 w 1385339"/>
                  <a:gd name="connsiteY4" fmla="*/ 917674 h 1054145"/>
                  <a:gd name="connsiteX5" fmla="*/ 1057861 w 1385339"/>
                  <a:gd name="connsiteY5" fmla="*/ 1048908 h 1054145"/>
                  <a:gd name="connsiteX6" fmla="*/ 1326802 w 1385339"/>
                  <a:gd name="connsiteY6" fmla="*/ 717214 h 1054145"/>
                  <a:gd name="connsiteX7" fmla="*/ 1326802 w 1385339"/>
                  <a:gd name="connsiteY7" fmla="*/ 385520 h 1054145"/>
                  <a:gd name="connsiteX8" fmla="*/ 1115044 w 1385339"/>
                  <a:gd name="connsiteY8" fmla="*/ 238690 h 1054145"/>
                  <a:gd name="connsiteX9" fmla="*/ 824778 w 1385339"/>
                  <a:gd name="connsiteY9" fmla="*/ 38 h 1054145"/>
                  <a:gd name="connsiteX10" fmla="*/ 528943 w 1385339"/>
                  <a:gd name="connsiteY10" fmla="*/ 224155 h 1054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85339" h="1054145">
                    <a:moveTo>
                      <a:pt x="528943" y="224155"/>
                    </a:moveTo>
                    <a:cubicBezTo>
                      <a:pt x="450895" y="387305"/>
                      <a:pt x="273927" y="532756"/>
                      <a:pt x="161708" y="589374"/>
                    </a:cubicBezTo>
                    <a:cubicBezTo>
                      <a:pt x="49489" y="645992"/>
                      <a:pt x="34443" y="677978"/>
                      <a:pt x="17955" y="726179"/>
                    </a:cubicBezTo>
                    <a:cubicBezTo>
                      <a:pt x="1467" y="774380"/>
                      <a:pt x="-27797" y="846663"/>
                      <a:pt x="62778" y="878579"/>
                    </a:cubicBezTo>
                    <a:cubicBezTo>
                      <a:pt x="153353" y="910495"/>
                      <a:pt x="395560" y="889286"/>
                      <a:pt x="561407" y="917674"/>
                    </a:cubicBezTo>
                    <a:cubicBezTo>
                      <a:pt x="727254" y="946062"/>
                      <a:pt x="930295" y="1082318"/>
                      <a:pt x="1057861" y="1048908"/>
                    </a:cubicBezTo>
                    <a:cubicBezTo>
                      <a:pt x="1185427" y="1015498"/>
                      <a:pt x="1254926" y="844011"/>
                      <a:pt x="1326802" y="717214"/>
                    </a:cubicBezTo>
                    <a:cubicBezTo>
                      <a:pt x="1398678" y="590417"/>
                      <a:pt x="1410791" y="465274"/>
                      <a:pt x="1326802" y="385520"/>
                    </a:cubicBezTo>
                    <a:cubicBezTo>
                      <a:pt x="1242813" y="305766"/>
                      <a:pt x="1198715" y="302937"/>
                      <a:pt x="1115044" y="238690"/>
                    </a:cubicBezTo>
                    <a:cubicBezTo>
                      <a:pt x="1031373" y="174443"/>
                      <a:pt x="927872" y="-2950"/>
                      <a:pt x="824778" y="38"/>
                    </a:cubicBezTo>
                    <a:cubicBezTo>
                      <a:pt x="721684" y="3026"/>
                      <a:pt x="606991" y="61005"/>
                      <a:pt x="528943" y="224155"/>
                    </a:cubicBezTo>
                    <a:close/>
                  </a:path>
                </a:pathLst>
              </a:custGeom>
              <a:solidFill>
                <a:srgbClr val="CFCFF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/>
              </a:p>
            </p:txBody>
          </p:sp>
          <p:sp>
            <p:nvSpPr>
              <p:cNvPr id="1207" name="任意形状 1206">
                <a:extLst>
                  <a:ext uri="{FF2B5EF4-FFF2-40B4-BE49-F238E27FC236}">
                    <a16:creationId xmlns:a16="http://schemas.microsoft.com/office/drawing/2014/main" id="{8234A064-9B6B-C8D1-0018-B7A15BD795EC}"/>
                  </a:ext>
                </a:extLst>
              </p:cNvPr>
              <p:cNvSpPr/>
              <p:nvPr/>
            </p:nvSpPr>
            <p:spPr>
              <a:xfrm>
                <a:off x="352226" y="4404623"/>
                <a:ext cx="1385339" cy="800727"/>
              </a:xfrm>
              <a:custGeom>
                <a:avLst/>
                <a:gdLst>
                  <a:gd name="connsiteX0" fmla="*/ 146946 w 1353299"/>
                  <a:gd name="connsiteY0" fmla="*/ 627574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12" fmla="*/ 146946 w 1353299"/>
                  <a:gd name="connsiteY12" fmla="*/ 627574 h 1060830"/>
                  <a:gd name="connsiteX0" fmla="*/ 523464 w 1353299"/>
                  <a:gd name="connsiteY0" fmla="*/ 224162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55 h 1060823"/>
                  <a:gd name="connsiteX1" fmla="*/ 159884 w 1356954"/>
                  <a:gd name="connsiteY1" fmla="*/ 589374 h 1060823"/>
                  <a:gd name="connsiteX2" fmla="*/ 16131 w 1356954"/>
                  <a:gd name="connsiteY2" fmla="*/ 726179 h 1060823"/>
                  <a:gd name="connsiteX3" fmla="*/ 60954 w 1356954"/>
                  <a:gd name="connsiteY3" fmla="*/ 878579 h 1060823"/>
                  <a:gd name="connsiteX4" fmla="*/ 527119 w 1356954"/>
                  <a:gd name="connsiteY4" fmla="*/ 977191 h 1060823"/>
                  <a:gd name="connsiteX5" fmla="*/ 1056037 w 1356954"/>
                  <a:gd name="connsiteY5" fmla="*/ 1048908 h 1060823"/>
                  <a:gd name="connsiteX6" fmla="*/ 1324978 w 1356954"/>
                  <a:gd name="connsiteY6" fmla="*/ 717214 h 1060823"/>
                  <a:gd name="connsiteX7" fmla="*/ 1351872 w 1356954"/>
                  <a:gd name="connsiteY7" fmla="*/ 609638 h 1060823"/>
                  <a:gd name="connsiteX8" fmla="*/ 1324978 w 1356954"/>
                  <a:gd name="connsiteY8" fmla="*/ 385520 h 1060823"/>
                  <a:gd name="connsiteX9" fmla="*/ 1113220 w 1356954"/>
                  <a:gd name="connsiteY9" fmla="*/ 238690 h 1060823"/>
                  <a:gd name="connsiteX10" fmla="*/ 822954 w 1356954"/>
                  <a:gd name="connsiteY10" fmla="*/ 38 h 1060823"/>
                  <a:gd name="connsiteX11" fmla="*/ 527119 w 1356954"/>
                  <a:gd name="connsiteY11" fmla="*/ 224155 h 1060823"/>
                  <a:gd name="connsiteX0" fmla="*/ 527119 w 1355127"/>
                  <a:gd name="connsiteY0" fmla="*/ 224155 h 1060823"/>
                  <a:gd name="connsiteX1" fmla="*/ 159884 w 1355127"/>
                  <a:gd name="connsiteY1" fmla="*/ 589374 h 1060823"/>
                  <a:gd name="connsiteX2" fmla="*/ 16131 w 1355127"/>
                  <a:gd name="connsiteY2" fmla="*/ 726179 h 1060823"/>
                  <a:gd name="connsiteX3" fmla="*/ 60954 w 1355127"/>
                  <a:gd name="connsiteY3" fmla="*/ 878579 h 1060823"/>
                  <a:gd name="connsiteX4" fmla="*/ 527119 w 1355127"/>
                  <a:gd name="connsiteY4" fmla="*/ 977191 h 1060823"/>
                  <a:gd name="connsiteX5" fmla="*/ 1056037 w 1355127"/>
                  <a:gd name="connsiteY5" fmla="*/ 1048908 h 1060823"/>
                  <a:gd name="connsiteX6" fmla="*/ 1324978 w 1355127"/>
                  <a:gd name="connsiteY6" fmla="*/ 717214 h 1060823"/>
                  <a:gd name="connsiteX7" fmla="*/ 1324978 w 1355127"/>
                  <a:gd name="connsiteY7" fmla="*/ 385520 h 1060823"/>
                  <a:gd name="connsiteX8" fmla="*/ 1113220 w 1355127"/>
                  <a:gd name="connsiteY8" fmla="*/ 238690 h 1060823"/>
                  <a:gd name="connsiteX9" fmla="*/ 822954 w 1355127"/>
                  <a:gd name="connsiteY9" fmla="*/ 38 h 1060823"/>
                  <a:gd name="connsiteX10" fmla="*/ 527119 w 1355127"/>
                  <a:gd name="connsiteY10" fmla="*/ 224155 h 1060823"/>
                  <a:gd name="connsiteX0" fmla="*/ 527119 w 1366276"/>
                  <a:gd name="connsiteY0" fmla="*/ 224155 h 1060823"/>
                  <a:gd name="connsiteX1" fmla="*/ 159884 w 1366276"/>
                  <a:gd name="connsiteY1" fmla="*/ 589374 h 1060823"/>
                  <a:gd name="connsiteX2" fmla="*/ 16131 w 1366276"/>
                  <a:gd name="connsiteY2" fmla="*/ 726179 h 1060823"/>
                  <a:gd name="connsiteX3" fmla="*/ 60954 w 1366276"/>
                  <a:gd name="connsiteY3" fmla="*/ 878579 h 1060823"/>
                  <a:gd name="connsiteX4" fmla="*/ 527119 w 1366276"/>
                  <a:gd name="connsiteY4" fmla="*/ 977191 h 1060823"/>
                  <a:gd name="connsiteX5" fmla="*/ 1056037 w 1366276"/>
                  <a:gd name="connsiteY5" fmla="*/ 1048908 h 1060823"/>
                  <a:gd name="connsiteX6" fmla="*/ 1324978 w 1366276"/>
                  <a:gd name="connsiteY6" fmla="*/ 717214 h 1060823"/>
                  <a:gd name="connsiteX7" fmla="*/ 1324978 w 1366276"/>
                  <a:gd name="connsiteY7" fmla="*/ 385520 h 1060823"/>
                  <a:gd name="connsiteX8" fmla="*/ 1113220 w 1366276"/>
                  <a:gd name="connsiteY8" fmla="*/ 238690 h 1060823"/>
                  <a:gd name="connsiteX9" fmla="*/ 822954 w 1366276"/>
                  <a:gd name="connsiteY9" fmla="*/ 38 h 1060823"/>
                  <a:gd name="connsiteX10" fmla="*/ 527119 w 1366276"/>
                  <a:gd name="connsiteY10" fmla="*/ 224155 h 1060823"/>
                  <a:gd name="connsiteX0" fmla="*/ 527119 w 1383515"/>
                  <a:gd name="connsiteY0" fmla="*/ 224155 h 1060823"/>
                  <a:gd name="connsiteX1" fmla="*/ 159884 w 1383515"/>
                  <a:gd name="connsiteY1" fmla="*/ 589374 h 1060823"/>
                  <a:gd name="connsiteX2" fmla="*/ 16131 w 1383515"/>
                  <a:gd name="connsiteY2" fmla="*/ 726179 h 1060823"/>
                  <a:gd name="connsiteX3" fmla="*/ 60954 w 1383515"/>
                  <a:gd name="connsiteY3" fmla="*/ 878579 h 1060823"/>
                  <a:gd name="connsiteX4" fmla="*/ 527119 w 1383515"/>
                  <a:gd name="connsiteY4" fmla="*/ 977191 h 1060823"/>
                  <a:gd name="connsiteX5" fmla="*/ 1056037 w 1383515"/>
                  <a:gd name="connsiteY5" fmla="*/ 1048908 h 1060823"/>
                  <a:gd name="connsiteX6" fmla="*/ 1324978 w 1383515"/>
                  <a:gd name="connsiteY6" fmla="*/ 717214 h 1060823"/>
                  <a:gd name="connsiteX7" fmla="*/ 1324978 w 1383515"/>
                  <a:gd name="connsiteY7" fmla="*/ 385520 h 1060823"/>
                  <a:gd name="connsiteX8" fmla="*/ 1113220 w 1383515"/>
                  <a:gd name="connsiteY8" fmla="*/ 238690 h 1060823"/>
                  <a:gd name="connsiteX9" fmla="*/ 822954 w 1383515"/>
                  <a:gd name="connsiteY9" fmla="*/ 38 h 1060823"/>
                  <a:gd name="connsiteX10" fmla="*/ 527119 w 1383515"/>
                  <a:gd name="connsiteY10" fmla="*/ 224155 h 1060823"/>
                  <a:gd name="connsiteX0" fmla="*/ 528943 w 1385339"/>
                  <a:gd name="connsiteY0" fmla="*/ 224155 h 1054145"/>
                  <a:gd name="connsiteX1" fmla="*/ 161708 w 1385339"/>
                  <a:gd name="connsiteY1" fmla="*/ 589374 h 1054145"/>
                  <a:gd name="connsiteX2" fmla="*/ 17955 w 1385339"/>
                  <a:gd name="connsiteY2" fmla="*/ 726179 h 1054145"/>
                  <a:gd name="connsiteX3" fmla="*/ 62778 w 1385339"/>
                  <a:gd name="connsiteY3" fmla="*/ 878579 h 1054145"/>
                  <a:gd name="connsiteX4" fmla="*/ 561407 w 1385339"/>
                  <a:gd name="connsiteY4" fmla="*/ 917674 h 1054145"/>
                  <a:gd name="connsiteX5" fmla="*/ 1057861 w 1385339"/>
                  <a:gd name="connsiteY5" fmla="*/ 1048908 h 1054145"/>
                  <a:gd name="connsiteX6" fmla="*/ 1326802 w 1385339"/>
                  <a:gd name="connsiteY6" fmla="*/ 717214 h 1054145"/>
                  <a:gd name="connsiteX7" fmla="*/ 1326802 w 1385339"/>
                  <a:gd name="connsiteY7" fmla="*/ 385520 h 1054145"/>
                  <a:gd name="connsiteX8" fmla="*/ 1115044 w 1385339"/>
                  <a:gd name="connsiteY8" fmla="*/ 238690 h 1054145"/>
                  <a:gd name="connsiteX9" fmla="*/ 824778 w 1385339"/>
                  <a:gd name="connsiteY9" fmla="*/ 38 h 1054145"/>
                  <a:gd name="connsiteX10" fmla="*/ 528943 w 1385339"/>
                  <a:gd name="connsiteY10" fmla="*/ 224155 h 1054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85339" h="1054145">
                    <a:moveTo>
                      <a:pt x="528943" y="224155"/>
                    </a:moveTo>
                    <a:cubicBezTo>
                      <a:pt x="450895" y="387305"/>
                      <a:pt x="273927" y="532756"/>
                      <a:pt x="161708" y="589374"/>
                    </a:cubicBezTo>
                    <a:cubicBezTo>
                      <a:pt x="49489" y="645992"/>
                      <a:pt x="34443" y="677978"/>
                      <a:pt x="17955" y="726179"/>
                    </a:cubicBezTo>
                    <a:cubicBezTo>
                      <a:pt x="1467" y="774380"/>
                      <a:pt x="-27797" y="846663"/>
                      <a:pt x="62778" y="878579"/>
                    </a:cubicBezTo>
                    <a:cubicBezTo>
                      <a:pt x="153353" y="910495"/>
                      <a:pt x="395560" y="889286"/>
                      <a:pt x="561407" y="917674"/>
                    </a:cubicBezTo>
                    <a:cubicBezTo>
                      <a:pt x="727254" y="946062"/>
                      <a:pt x="930295" y="1082318"/>
                      <a:pt x="1057861" y="1048908"/>
                    </a:cubicBezTo>
                    <a:cubicBezTo>
                      <a:pt x="1185427" y="1015498"/>
                      <a:pt x="1254926" y="844011"/>
                      <a:pt x="1326802" y="717214"/>
                    </a:cubicBezTo>
                    <a:cubicBezTo>
                      <a:pt x="1398678" y="590417"/>
                      <a:pt x="1410791" y="465274"/>
                      <a:pt x="1326802" y="385520"/>
                    </a:cubicBezTo>
                    <a:cubicBezTo>
                      <a:pt x="1242813" y="305766"/>
                      <a:pt x="1198715" y="302937"/>
                      <a:pt x="1115044" y="238690"/>
                    </a:cubicBezTo>
                    <a:cubicBezTo>
                      <a:pt x="1031373" y="174443"/>
                      <a:pt x="927872" y="-2950"/>
                      <a:pt x="824778" y="38"/>
                    </a:cubicBezTo>
                    <a:cubicBezTo>
                      <a:pt x="721684" y="3026"/>
                      <a:pt x="606991" y="61005"/>
                      <a:pt x="528943" y="224155"/>
                    </a:cubicBezTo>
                    <a:close/>
                  </a:path>
                </a:pathLst>
              </a:custGeom>
              <a:solidFill>
                <a:srgbClr val="B4B4E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/>
              </a:p>
            </p:txBody>
          </p:sp>
          <p:grpSp>
            <p:nvGrpSpPr>
              <p:cNvPr id="1208" name="组合 1207">
                <a:extLst>
                  <a:ext uri="{FF2B5EF4-FFF2-40B4-BE49-F238E27FC236}">
                    <a16:creationId xmlns:a16="http://schemas.microsoft.com/office/drawing/2014/main" id="{92F86B4C-ECED-2664-7A92-C43CD615F4D1}"/>
                  </a:ext>
                </a:extLst>
              </p:cNvPr>
              <p:cNvGrpSpPr/>
              <p:nvPr/>
            </p:nvGrpSpPr>
            <p:grpSpPr>
              <a:xfrm>
                <a:off x="-157308" y="4248016"/>
                <a:ext cx="1052919" cy="1104901"/>
                <a:chOff x="276400" y="756457"/>
                <a:chExt cx="717686" cy="753117"/>
              </a:xfrm>
            </p:grpSpPr>
            <p:sp>
              <p:nvSpPr>
                <p:cNvPr id="1209" name="任意形状 1208">
                  <a:extLst>
                    <a:ext uri="{FF2B5EF4-FFF2-40B4-BE49-F238E27FC236}">
                      <a16:creationId xmlns:a16="http://schemas.microsoft.com/office/drawing/2014/main" id="{420874AD-D883-CA06-92AE-D3BC1CDC40DC}"/>
                    </a:ext>
                  </a:extLst>
                </p:cNvPr>
                <p:cNvSpPr/>
                <p:nvPr/>
              </p:nvSpPr>
              <p:spPr>
                <a:xfrm>
                  <a:off x="341148" y="939295"/>
                  <a:ext cx="42736" cy="104329"/>
                </a:xfrm>
                <a:custGeom>
                  <a:avLst/>
                  <a:gdLst>
                    <a:gd name="connsiteX0" fmla="*/ 28639 w 78470"/>
                    <a:gd name="connsiteY0" fmla="*/ 1397 h 191564"/>
                    <a:gd name="connsiteX1" fmla="*/ 51880 w 78470"/>
                    <a:gd name="connsiteY1" fmla="*/ 0 h 191564"/>
                    <a:gd name="connsiteX2" fmla="*/ 51880 w 78470"/>
                    <a:gd name="connsiteY2" fmla="*/ 189992 h 191564"/>
                    <a:gd name="connsiteX3" fmla="*/ 4128 w 78470"/>
                    <a:gd name="connsiteY3" fmla="*/ 140843 h 191564"/>
                    <a:gd name="connsiteX4" fmla="*/ 28639 w 78470"/>
                    <a:gd name="connsiteY4" fmla="*/ 1397 h 191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470" h="191564">
                      <a:moveTo>
                        <a:pt x="28639" y="1397"/>
                      </a:moveTo>
                      <a:cubicBezTo>
                        <a:pt x="34481" y="1016"/>
                        <a:pt x="46038" y="381"/>
                        <a:pt x="51880" y="0"/>
                      </a:cubicBezTo>
                      <a:cubicBezTo>
                        <a:pt x="82614" y="57531"/>
                        <a:pt x="91758" y="134620"/>
                        <a:pt x="51880" y="189992"/>
                      </a:cubicBezTo>
                      <a:cubicBezTo>
                        <a:pt x="20638" y="199390"/>
                        <a:pt x="8827" y="164592"/>
                        <a:pt x="4128" y="140843"/>
                      </a:cubicBezTo>
                      <a:cubicBezTo>
                        <a:pt x="-3873" y="93980"/>
                        <a:pt x="-2476" y="40005"/>
                        <a:pt x="28639" y="139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0" name="任意形状 1209">
                  <a:extLst>
                    <a:ext uri="{FF2B5EF4-FFF2-40B4-BE49-F238E27FC236}">
                      <a16:creationId xmlns:a16="http://schemas.microsoft.com/office/drawing/2014/main" id="{38600EA7-5B46-DB15-A621-4D8A9F5D7C4E}"/>
                    </a:ext>
                  </a:extLst>
                </p:cNvPr>
                <p:cNvSpPr/>
                <p:nvPr/>
              </p:nvSpPr>
              <p:spPr>
                <a:xfrm>
                  <a:off x="276400" y="756457"/>
                  <a:ext cx="717686" cy="753117"/>
                </a:xfrm>
                <a:custGeom>
                  <a:avLst/>
                  <a:gdLst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447867 w 1644613"/>
                    <a:gd name="connsiteY4" fmla="*/ 744100 h 1635893"/>
                    <a:gd name="connsiteX5" fmla="*/ 1200852 w 1644613"/>
                    <a:gd name="connsiteY5" fmla="*/ 768865 h 1635893"/>
                    <a:gd name="connsiteX6" fmla="*/ 1100903 w 1644613"/>
                    <a:gd name="connsiteY6" fmla="*/ 724415 h 1635893"/>
                    <a:gd name="connsiteX7" fmla="*/ 1075122 w 1644613"/>
                    <a:gd name="connsiteY7" fmla="*/ 806838 h 1635893"/>
                    <a:gd name="connsiteX8" fmla="*/ 994858 w 1644613"/>
                    <a:gd name="connsiteY8" fmla="*/ 891166 h 1635893"/>
                    <a:gd name="connsiteX9" fmla="*/ 900370 w 1644613"/>
                    <a:gd name="connsiteY9" fmla="*/ 986162 h 1635893"/>
                    <a:gd name="connsiteX10" fmla="*/ 765623 w 1644613"/>
                    <a:gd name="connsiteY10" fmla="*/ 1048392 h 1635893"/>
                    <a:gd name="connsiteX11" fmla="*/ 993715 w 1644613"/>
                    <a:gd name="connsiteY11" fmla="*/ 1351541 h 1635893"/>
                    <a:gd name="connsiteX12" fmla="*/ 1109666 w 1644613"/>
                    <a:gd name="connsiteY12" fmla="*/ 1221620 h 1635893"/>
                    <a:gd name="connsiteX13" fmla="*/ 1283275 w 1644613"/>
                    <a:gd name="connsiteY13" fmla="*/ 1111003 h 1635893"/>
                    <a:gd name="connsiteX14" fmla="*/ 1372810 w 1644613"/>
                    <a:gd name="connsiteY14" fmla="*/ 1159136 h 1635893"/>
                    <a:gd name="connsiteX15" fmla="*/ 1290260 w 1644613"/>
                    <a:gd name="connsiteY15" fmla="*/ 1244353 h 1635893"/>
                    <a:gd name="connsiteX16" fmla="*/ 1514796 w 1644613"/>
                    <a:gd name="connsiteY16" fmla="*/ 1325633 h 1635893"/>
                    <a:gd name="connsiteX17" fmla="*/ 1460440 w 1644613"/>
                    <a:gd name="connsiteY17" fmla="*/ 1390657 h 1635893"/>
                    <a:gd name="connsiteX18" fmla="*/ 1460821 w 1644613"/>
                    <a:gd name="connsiteY18" fmla="*/ 1438790 h 1635893"/>
                    <a:gd name="connsiteX19" fmla="*/ 1403163 w 1644613"/>
                    <a:gd name="connsiteY19" fmla="*/ 1459999 h 1635893"/>
                    <a:gd name="connsiteX20" fmla="*/ 1396686 w 1644613"/>
                    <a:gd name="connsiteY20" fmla="*/ 1490352 h 1635893"/>
                    <a:gd name="connsiteX21" fmla="*/ 1222569 w 1644613"/>
                    <a:gd name="connsiteY21" fmla="*/ 1482224 h 1635893"/>
                    <a:gd name="connsiteX22" fmla="*/ 1041340 w 1644613"/>
                    <a:gd name="connsiteY22" fmla="*/ 1583443 h 1635893"/>
                    <a:gd name="connsiteX23" fmla="*/ 907228 w 1644613"/>
                    <a:gd name="connsiteY23" fmla="*/ 1570362 h 1635893"/>
                    <a:gd name="connsiteX24" fmla="*/ 909260 w 1644613"/>
                    <a:gd name="connsiteY24" fmla="*/ 1626242 h 1635893"/>
                    <a:gd name="connsiteX25" fmla="*/ 884622 w 1644613"/>
                    <a:gd name="connsiteY25" fmla="*/ 1624718 h 1635893"/>
                    <a:gd name="connsiteX26" fmla="*/ 878780 w 1644613"/>
                    <a:gd name="connsiteY26" fmla="*/ 1550296 h 1635893"/>
                    <a:gd name="connsiteX27" fmla="*/ 820106 w 1644613"/>
                    <a:gd name="connsiteY27" fmla="*/ 1144658 h 1635893"/>
                    <a:gd name="connsiteX28" fmla="*/ 747208 w 1644613"/>
                    <a:gd name="connsiteY28" fmla="*/ 1071887 h 1635893"/>
                    <a:gd name="connsiteX29" fmla="*/ 424882 w 1644613"/>
                    <a:gd name="connsiteY29" fmla="*/ 1070236 h 1635893"/>
                    <a:gd name="connsiteX30" fmla="*/ 337125 w 1644613"/>
                    <a:gd name="connsiteY30" fmla="*/ 1072395 h 1635893"/>
                    <a:gd name="connsiteX31" fmla="*/ 407610 w 1644613"/>
                    <a:gd name="connsiteY31" fmla="*/ 1284231 h 1635893"/>
                    <a:gd name="connsiteX32" fmla="*/ 322774 w 1644613"/>
                    <a:gd name="connsiteY32" fmla="*/ 1363352 h 1635893"/>
                    <a:gd name="connsiteX33" fmla="*/ 288357 w 1644613"/>
                    <a:gd name="connsiteY33" fmla="*/ 1588650 h 1635893"/>
                    <a:gd name="connsiteX34" fmla="*/ 283023 w 1644613"/>
                    <a:gd name="connsiteY34" fmla="*/ 1624718 h 1635893"/>
                    <a:gd name="connsiteX35" fmla="*/ 259020 w 1644613"/>
                    <a:gd name="connsiteY35" fmla="*/ 1629417 h 1635893"/>
                    <a:gd name="connsiteX36" fmla="*/ 323409 w 1644613"/>
                    <a:gd name="connsiteY36" fmla="*/ 1250068 h 1635893"/>
                    <a:gd name="connsiteX37" fmla="*/ 305629 w 1644613"/>
                    <a:gd name="connsiteY37" fmla="*/ 1166248 h 1635893"/>
                    <a:gd name="connsiteX38" fmla="*/ 229556 w 1644613"/>
                    <a:gd name="connsiteY38" fmla="*/ 1192410 h 1635893"/>
                    <a:gd name="connsiteX39" fmla="*/ 18228 w 1644613"/>
                    <a:gd name="connsiteY39" fmla="*/ 1623575 h 1635893"/>
                    <a:gd name="connsiteX40" fmla="*/ 2099 w 1644613"/>
                    <a:gd name="connsiteY40" fmla="*/ 1635894 h 1635893"/>
                    <a:gd name="connsiteX41" fmla="*/ 17212 w 1644613"/>
                    <a:gd name="connsiteY41" fmla="*/ 1539628 h 1635893"/>
                    <a:gd name="connsiteX42" fmla="*/ 107001 w 1644613"/>
                    <a:gd name="connsiteY42" fmla="*/ 1318648 h 1635893"/>
                    <a:gd name="connsiteX43" fmla="*/ 216983 w 1644613"/>
                    <a:gd name="connsiteY43" fmla="*/ 1168153 h 1635893"/>
                    <a:gd name="connsiteX44" fmla="*/ 304867 w 1644613"/>
                    <a:gd name="connsiteY44" fmla="*/ 1066553 h 1635893"/>
                    <a:gd name="connsiteX45" fmla="*/ 391481 w 1644613"/>
                    <a:gd name="connsiteY45" fmla="*/ 1032390 h 1635893"/>
                    <a:gd name="connsiteX46" fmla="*/ 252924 w 1644613"/>
                    <a:gd name="connsiteY46" fmla="*/ 952253 h 1635893"/>
                    <a:gd name="connsiteX47" fmla="*/ 138243 w 1644613"/>
                    <a:gd name="connsiteY47" fmla="*/ 837064 h 1635893"/>
                    <a:gd name="connsiteX48" fmla="*/ 83633 w 1644613"/>
                    <a:gd name="connsiteY48" fmla="*/ 754514 h 1635893"/>
                    <a:gd name="connsiteX49" fmla="*/ 139767 w 1644613"/>
                    <a:gd name="connsiteY49" fmla="*/ 520707 h 1635893"/>
                    <a:gd name="connsiteX50" fmla="*/ 413198 w 1644613"/>
                    <a:gd name="connsiteY50" fmla="*/ 274200 h 1635893"/>
                    <a:gd name="connsiteX51" fmla="*/ 730698 w 1644613"/>
                    <a:gd name="connsiteY51" fmla="*/ 270898 h 1635893"/>
                    <a:gd name="connsiteX52" fmla="*/ 944058 w 1644613"/>
                    <a:gd name="connsiteY52" fmla="*/ 397009 h 1635893"/>
                    <a:gd name="connsiteX53" fmla="*/ 1014924 w 1644613"/>
                    <a:gd name="connsiteY53" fmla="*/ 137040 h 1635893"/>
                    <a:gd name="connsiteX54" fmla="*/ 1076900 w 1644613"/>
                    <a:gd name="connsiteY54" fmla="*/ 110878 h 1635893"/>
                    <a:gd name="connsiteX55" fmla="*/ 971617 w 1644613"/>
                    <a:gd name="connsiteY55" fmla="*/ 432950 h 1635893"/>
                    <a:gd name="connsiteX56" fmla="*/ 1070423 w 1644613"/>
                    <a:gd name="connsiteY56" fmla="*/ 588017 h 1635893"/>
                    <a:gd name="connsiteX57" fmla="*/ 1107507 w 1644613"/>
                    <a:gd name="connsiteY57" fmla="*/ 692030 h 1635893"/>
                    <a:gd name="connsiteX58" fmla="*/ 1459424 w 1644613"/>
                    <a:gd name="connsiteY58" fmla="*/ 707524 h 1635893"/>
                    <a:gd name="connsiteX59" fmla="*/ 1614364 w 1644613"/>
                    <a:gd name="connsiteY59" fmla="*/ 462160 h 1635893"/>
                    <a:gd name="connsiteX60" fmla="*/ 1543879 w 1644613"/>
                    <a:gd name="connsiteY60" fmla="*/ 155963 h 1635893"/>
                    <a:gd name="connsiteX61" fmla="*/ 1261939 w 1644613"/>
                    <a:gd name="connsiteY61" fmla="*/ 27312 h 1635893"/>
                    <a:gd name="connsiteX62" fmla="*/ 1076900 w 1644613"/>
                    <a:gd name="connsiteY62" fmla="*/ 110878 h 1635893"/>
                    <a:gd name="connsiteX63" fmla="*/ 175327 w 1644613"/>
                    <a:gd name="connsiteY63" fmla="*/ 504578 h 1635893"/>
                    <a:gd name="connsiteX64" fmla="*/ 227270 w 1644613"/>
                    <a:gd name="connsiteY64" fmla="*/ 521723 h 1635893"/>
                    <a:gd name="connsiteX65" fmla="*/ 284801 w 1644613"/>
                    <a:gd name="connsiteY65" fmla="*/ 676663 h 1635893"/>
                    <a:gd name="connsiteX66" fmla="*/ 256607 w 1644613"/>
                    <a:gd name="connsiteY66" fmla="*/ 816998 h 1635893"/>
                    <a:gd name="connsiteX67" fmla="*/ 204283 w 1644613"/>
                    <a:gd name="connsiteY67" fmla="*/ 863734 h 1635893"/>
                    <a:gd name="connsiteX68" fmla="*/ 615128 w 1644613"/>
                    <a:gd name="connsiteY68" fmla="*/ 1040010 h 1635893"/>
                    <a:gd name="connsiteX69" fmla="*/ 979491 w 1644613"/>
                    <a:gd name="connsiteY69" fmla="*/ 867671 h 1635893"/>
                    <a:gd name="connsiteX70" fmla="*/ 1018353 w 1644613"/>
                    <a:gd name="connsiteY70" fmla="*/ 573666 h 1635893"/>
                    <a:gd name="connsiteX71" fmla="*/ 672151 w 1644613"/>
                    <a:gd name="connsiteY71" fmla="*/ 284741 h 1635893"/>
                    <a:gd name="connsiteX72" fmla="*/ 175327 w 1644613"/>
                    <a:gd name="connsiteY72" fmla="*/ 504578 h 1635893"/>
                    <a:gd name="connsiteX73" fmla="*/ 159833 w 1644613"/>
                    <a:gd name="connsiteY73" fmla="*/ 539884 h 1635893"/>
                    <a:gd name="connsiteX74" fmla="*/ 104588 w 1644613"/>
                    <a:gd name="connsiteY74" fmla="*/ 728098 h 1635893"/>
                    <a:gd name="connsiteX75" fmla="*/ 197679 w 1644613"/>
                    <a:gd name="connsiteY75" fmla="*/ 834143 h 1635893"/>
                    <a:gd name="connsiteX76" fmla="*/ 250892 w 1644613"/>
                    <a:gd name="connsiteY76" fmla="*/ 752355 h 1635893"/>
                    <a:gd name="connsiteX77" fmla="*/ 234636 w 1644613"/>
                    <a:gd name="connsiteY77" fmla="*/ 576587 h 1635893"/>
                    <a:gd name="connsiteX78" fmla="*/ 159833 w 1644613"/>
                    <a:gd name="connsiteY78" fmla="*/ 539884 h 1635893"/>
                    <a:gd name="connsiteX79" fmla="*/ 1052135 w 1644613"/>
                    <a:gd name="connsiteY79" fmla="*/ 598050 h 1635893"/>
                    <a:gd name="connsiteX80" fmla="*/ 1041086 w 1644613"/>
                    <a:gd name="connsiteY80" fmla="*/ 807092 h 1635893"/>
                    <a:gd name="connsiteX81" fmla="*/ 1052135 w 1644613"/>
                    <a:gd name="connsiteY81" fmla="*/ 598050 h 1635893"/>
                    <a:gd name="connsiteX82" fmla="*/ 441011 w 1644613"/>
                    <a:gd name="connsiteY82" fmla="*/ 1044963 h 1635893"/>
                    <a:gd name="connsiteX83" fmla="*/ 658816 w 1644613"/>
                    <a:gd name="connsiteY83" fmla="*/ 1078618 h 1635893"/>
                    <a:gd name="connsiteX84" fmla="*/ 569154 w 1644613"/>
                    <a:gd name="connsiteY84" fmla="*/ 1062616 h 1635893"/>
                    <a:gd name="connsiteX85" fmla="*/ 441011 w 1644613"/>
                    <a:gd name="connsiteY85" fmla="*/ 1044963 h 1635893"/>
                    <a:gd name="connsiteX86" fmla="*/ 303597 w 1644613"/>
                    <a:gd name="connsiteY86" fmla="*/ 1095509 h 1635893"/>
                    <a:gd name="connsiteX87" fmla="*/ 288992 w 1644613"/>
                    <a:gd name="connsiteY87" fmla="*/ 1125100 h 1635893"/>
                    <a:gd name="connsiteX88" fmla="*/ 345380 w 1644613"/>
                    <a:gd name="connsiteY88" fmla="*/ 1175519 h 1635893"/>
                    <a:gd name="connsiteX89" fmla="*/ 332934 w 1644613"/>
                    <a:gd name="connsiteY89" fmla="*/ 1333380 h 1635893"/>
                    <a:gd name="connsiteX90" fmla="*/ 384369 w 1644613"/>
                    <a:gd name="connsiteY90" fmla="*/ 1261879 h 1635893"/>
                    <a:gd name="connsiteX91" fmla="*/ 303597 w 1644613"/>
                    <a:gd name="connsiteY91" fmla="*/ 1095509 h 1635893"/>
                    <a:gd name="connsiteX92" fmla="*/ 1154370 w 1644613"/>
                    <a:gd name="connsiteY92" fmla="*/ 1214635 h 1635893"/>
                    <a:gd name="connsiteX93" fmla="*/ 1130875 w 1644613"/>
                    <a:gd name="connsiteY93" fmla="*/ 1407675 h 1635893"/>
                    <a:gd name="connsiteX94" fmla="*/ 1261431 w 1644613"/>
                    <a:gd name="connsiteY94" fmla="*/ 1463301 h 1635893"/>
                    <a:gd name="connsiteX95" fmla="*/ 1374969 w 1644613"/>
                    <a:gd name="connsiteY95" fmla="*/ 1474731 h 1635893"/>
                    <a:gd name="connsiteX96" fmla="*/ 1357316 w 1644613"/>
                    <a:gd name="connsiteY96" fmla="*/ 1446029 h 1635893"/>
                    <a:gd name="connsiteX97" fmla="*/ 1258637 w 1644613"/>
                    <a:gd name="connsiteY97" fmla="*/ 1386466 h 1635893"/>
                    <a:gd name="connsiteX98" fmla="*/ 1445581 w 1644613"/>
                    <a:gd name="connsiteY98" fmla="*/ 1429773 h 1635893"/>
                    <a:gd name="connsiteX99" fmla="*/ 1403163 w 1644613"/>
                    <a:gd name="connsiteY99" fmla="*/ 1377195 h 1635893"/>
                    <a:gd name="connsiteX100" fmla="*/ 1296229 w 1644613"/>
                    <a:gd name="connsiteY100" fmla="*/ 1332237 h 1635893"/>
                    <a:gd name="connsiteX101" fmla="*/ 1489269 w 1644613"/>
                    <a:gd name="connsiteY101" fmla="*/ 1359923 h 1635893"/>
                    <a:gd name="connsiteX102" fmla="*/ 1491174 w 1644613"/>
                    <a:gd name="connsiteY102" fmla="*/ 1340111 h 1635893"/>
                    <a:gd name="connsiteX103" fmla="*/ 1235269 w 1644613"/>
                    <a:gd name="connsiteY103" fmla="*/ 1248163 h 1635893"/>
                    <a:gd name="connsiteX104" fmla="*/ 1341060 w 1644613"/>
                    <a:gd name="connsiteY104" fmla="*/ 1171709 h 1635893"/>
                    <a:gd name="connsiteX105" fmla="*/ 1301944 w 1644613"/>
                    <a:gd name="connsiteY105" fmla="*/ 1132720 h 1635893"/>
                    <a:gd name="connsiteX106" fmla="*/ 1154370 w 1644613"/>
                    <a:gd name="connsiteY106" fmla="*/ 1214635 h 1635893"/>
                    <a:gd name="connsiteX107" fmla="*/ 857063 w 1644613"/>
                    <a:gd name="connsiteY107" fmla="*/ 1181488 h 1635893"/>
                    <a:gd name="connsiteX108" fmla="*/ 878272 w 1644613"/>
                    <a:gd name="connsiteY108" fmla="*/ 1300868 h 1635893"/>
                    <a:gd name="connsiteX109" fmla="*/ 905704 w 1644613"/>
                    <a:gd name="connsiteY109" fmla="*/ 1540771 h 1635893"/>
                    <a:gd name="connsiteX110" fmla="*/ 1188660 w 1644613"/>
                    <a:gd name="connsiteY110" fmla="*/ 1474350 h 1635893"/>
                    <a:gd name="connsiteX111" fmla="*/ 1073344 w 1644613"/>
                    <a:gd name="connsiteY111" fmla="*/ 1300233 h 1635893"/>
                    <a:gd name="connsiteX112" fmla="*/ 973522 w 1644613"/>
                    <a:gd name="connsiteY112" fmla="*/ 1438155 h 1635893"/>
                    <a:gd name="connsiteX113" fmla="*/ 945201 w 1644613"/>
                    <a:gd name="connsiteY113" fmla="*/ 1487558 h 1635893"/>
                    <a:gd name="connsiteX114" fmla="*/ 974665 w 1644613"/>
                    <a:gd name="connsiteY114" fmla="*/ 1366781 h 1635893"/>
                    <a:gd name="connsiteX115" fmla="*/ 857063 w 1644613"/>
                    <a:gd name="connsiteY115" fmla="*/ 1181488 h 1635893"/>
                    <a:gd name="connsiteX0" fmla="*/ 1014924 w 1644615"/>
                    <a:gd name="connsiteY0" fmla="*/ 137040 h 1635895"/>
                    <a:gd name="connsiteX1" fmla="*/ 1288609 w 1644615"/>
                    <a:gd name="connsiteY1" fmla="*/ 134 h 1635895"/>
                    <a:gd name="connsiteX2" fmla="*/ 1606363 w 1644615"/>
                    <a:gd name="connsiteY2" fmla="*/ 207525 h 1635895"/>
                    <a:gd name="connsiteX3" fmla="*/ 1635827 w 1644615"/>
                    <a:gd name="connsiteY3" fmla="*/ 498990 h 1635895"/>
                    <a:gd name="connsiteX4" fmla="*/ 1447867 w 1644615"/>
                    <a:gd name="connsiteY4" fmla="*/ 744100 h 1635895"/>
                    <a:gd name="connsiteX5" fmla="*/ 1200852 w 1644615"/>
                    <a:gd name="connsiteY5" fmla="*/ 768865 h 1635895"/>
                    <a:gd name="connsiteX6" fmla="*/ 1100903 w 1644615"/>
                    <a:gd name="connsiteY6" fmla="*/ 724415 h 1635895"/>
                    <a:gd name="connsiteX7" fmla="*/ 1075122 w 1644615"/>
                    <a:gd name="connsiteY7" fmla="*/ 806838 h 1635895"/>
                    <a:gd name="connsiteX8" fmla="*/ 994858 w 1644615"/>
                    <a:gd name="connsiteY8" fmla="*/ 891166 h 1635895"/>
                    <a:gd name="connsiteX9" fmla="*/ 900370 w 1644615"/>
                    <a:gd name="connsiteY9" fmla="*/ 986162 h 1635895"/>
                    <a:gd name="connsiteX10" fmla="*/ 765623 w 1644615"/>
                    <a:gd name="connsiteY10" fmla="*/ 1048392 h 1635895"/>
                    <a:gd name="connsiteX11" fmla="*/ 993715 w 1644615"/>
                    <a:gd name="connsiteY11" fmla="*/ 1351541 h 1635895"/>
                    <a:gd name="connsiteX12" fmla="*/ 1109666 w 1644615"/>
                    <a:gd name="connsiteY12" fmla="*/ 1221620 h 1635895"/>
                    <a:gd name="connsiteX13" fmla="*/ 1283275 w 1644615"/>
                    <a:gd name="connsiteY13" fmla="*/ 1111003 h 1635895"/>
                    <a:gd name="connsiteX14" fmla="*/ 1372810 w 1644615"/>
                    <a:gd name="connsiteY14" fmla="*/ 1159136 h 1635895"/>
                    <a:gd name="connsiteX15" fmla="*/ 1290260 w 1644615"/>
                    <a:gd name="connsiteY15" fmla="*/ 1244353 h 1635895"/>
                    <a:gd name="connsiteX16" fmla="*/ 1514796 w 1644615"/>
                    <a:gd name="connsiteY16" fmla="*/ 1325633 h 1635895"/>
                    <a:gd name="connsiteX17" fmla="*/ 1460440 w 1644615"/>
                    <a:gd name="connsiteY17" fmla="*/ 1390657 h 1635895"/>
                    <a:gd name="connsiteX18" fmla="*/ 1460821 w 1644615"/>
                    <a:gd name="connsiteY18" fmla="*/ 1438790 h 1635895"/>
                    <a:gd name="connsiteX19" fmla="*/ 1403163 w 1644615"/>
                    <a:gd name="connsiteY19" fmla="*/ 1459999 h 1635895"/>
                    <a:gd name="connsiteX20" fmla="*/ 1396686 w 1644615"/>
                    <a:gd name="connsiteY20" fmla="*/ 1490352 h 1635895"/>
                    <a:gd name="connsiteX21" fmla="*/ 1222569 w 1644615"/>
                    <a:gd name="connsiteY21" fmla="*/ 1482224 h 1635895"/>
                    <a:gd name="connsiteX22" fmla="*/ 1041340 w 1644615"/>
                    <a:gd name="connsiteY22" fmla="*/ 1583443 h 1635895"/>
                    <a:gd name="connsiteX23" fmla="*/ 907228 w 1644615"/>
                    <a:gd name="connsiteY23" fmla="*/ 1570362 h 1635895"/>
                    <a:gd name="connsiteX24" fmla="*/ 909260 w 1644615"/>
                    <a:gd name="connsiteY24" fmla="*/ 1626242 h 1635895"/>
                    <a:gd name="connsiteX25" fmla="*/ 884622 w 1644615"/>
                    <a:gd name="connsiteY25" fmla="*/ 1624718 h 1635895"/>
                    <a:gd name="connsiteX26" fmla="*/ 878780 w 1644615"/>
                    <a:gd name="connsiteY26" fmla="*/ 1550296 h 1635895"/>
                    <a:gd name="connsiteX27" fmla="*/ 820106 w 1644615"/>
                    <a:gd name="connsiteY27" fmla="*/ 1144658 h 1635895"/>
                    <a:gd name="connsiteX28" fmla="*/ 747208 w 1644615"/>
                    <a:gd name="connsiteY28" fmla="*/ 1071887 h 1635895"/>
                    <a:gd name="connsiteX29" fmla="*/ 424882 w 1644615"/>
                    <a:gd name="connsiteY29" fmla="*/ 1070236 h 1635895"/>
                    <a:gd name="connsiteX30" fmla="*/ 337125 w 1644615"/>
                    <a:gd name="connsiteY30" fmla="*/ 1072395 h 1635895"/>
                    <a:gd name="connsiteX31" fmla="*/ 407610 w 1644615"/>
                    <a:gd name="connsiteY31" fmla="*/ 1284231 h 1635895"/>
                    <a:gd name="connsiteX32" fmla="*/ 322774 w 1644615"/>
                    <a:gd name="connsiteY32" fmla="*/ 1363352 h 1635895"/>
                    <a:gd name="connsiteX33" fmla="*/ 288357 w 1644615"/>
                    <a:gd name="connsiteY33" fmla="*/ 1588650 h 1635895"/>
                    <a:gd name="connsiteX34" fmla="*/ 283023 w 1644615"/>
                    <a:gd name="connsiteY34" fmla="*/ 1624718 h 1635895"/>
                    <a:gd name="connsiteX35" fmla="*/ 259020 w 1644615"/>
                    <a:gd name="connsiteY35" fmla="*/ 1629417 h 1635895"/>
                    <a:gd name="connsiteX36" fmla="*/ 323409 w 1644615"/>
                    <a:gd name="connsiteY36" fmla="*/ 1250068 h 1635895"/>
                    <a:gd name="connsiteX37" fmla="*/ 305629 w 1644615"/>
                    <a:gd name="connsiteY37" fmla="*/ 1166248 h 1635895"/>
                    <a:gd name="connsiteX38" fmla="*/ 229556 w 1644615"/>
                    <a:gd name="connsiteY38" fmla="*/ 1192410 h 1635895"/>
                    <a:gd name="connsiteX39" fmla="*/ 18228 w 1644615"/>
                    <a:gd name="connsiteY39" fmla="*/ 1623575 h 1635895"/>
                    <a:gd name="connsiteX40" fmla="*/ 2099 w 1644615"/>
                    <a:gd name="connsiteY40" fmla="*/ 1635894 h 1635895"/>
                    <a:gd name="connsiteX41" fmla="*/ 17212 w 1644615"/>
                    <a:gd name="connsiteY41" fmla="*/ 1539628 h 1635895"/>
                    <a:gd name="connsiteX42" fmla="*/ 107001 w 1644615"/>
                    <a:gd name="connsiteY42" fmla="*/ 1318648 h 1635895"/>
                    <a:gd name="connsiteX43" fmla="*/ 216983 w 1644615"/>
                    <a:gd name="connsiteY43" fmla="*/ 1168153 h 1635895"/>
                    <a:gd name="connsiteX44" fmla="*/ 304867 w 1644615"/>
                    <a:gd name="connsiteY44" fmla="*/ 1066553 h 1635895"/>
                    <a:gd name="connsiteX45" fmla="*/ 391481 w 1644615"/>
                    <a:gd name="connsiteY45" fmla="*/ 1032390 h 1635895"/>
                    <a:gd name="connsiteX46" fmla="*/ 252924 w 1644615"/>
                    <a:gd name="connsiteY46" fmla="*/ 952253 h 1635895"/>
                    <a:gd name="connsiteX47" fmla="*/ 138243 w 1644615"/>
                    <a:gd name="connsiteY47" fmla="*/ 837064 h 1635895"/>
                    <a:gd name="connsiteX48" fmla="*/ 83633 w 1644615"/>
                    <a:gd name="connsiteY48" fmla="*/ 754514 h 1635895"/>
                    <a:gd name="connsiteX49" fmla="*/ 139767 w 1644615"/>
                    <a:gd name="connsiteY49" fmla="*/ 520707 h 1635895"/>
                    <a:gd name="connsiteX50" fmla="*/ 413198 w 1644615"/>
                    <a:gd name="connsiteY50" fmla="*/ 274200 h 1635895"/>
                    <a:gd name="connsiteX51" fmla="*/ 730698 w 1644615"/>
                    <a:gd name="connsiteY51" fmla="*/ 270898 h 1635895"/>
                    <a:gd name="connsiteX52" fmla="*/ 944058 w 1644615"/>
                    <a:gd name="connsiteY52" fmla="*/ 397009 h 1635895"/>
                    <a:gd name="connsiteX53" fmla="*/ 1076900 w 1644615"/>
                    <a:gd name="connsiteY53" fmla="*/ 110878 h 1635895"/>
                    <a:gd name="connsiteX54" fmla="*/ 971617 w 1644615"/>
                    <a:gd name="connsiteY54" fmla="*/ 432950 h 1635895"/>
                    <a:gd name="connsiteX55" fmla="*/ 1070423 w 1644615"/>
                    <a:gd name="connsiteY55" fmla="*/ 588017 h 1635895"/>
                    <a:gd name="connsiteX56" fmla="*/ 1107507 w 1644615"/>
                    <a:gd name="connsiteY56" fmla="*/ 692030 h 1635895"/>
                    <a:gd name="connsiteX57" fmla="*/ 1459424 w 1644615"/>
                    <a:gd name="connsiteY57" fmla="*/ 707524 h 1635895"/>
                    <a:gd name="connsiteX58" fmla="*/ 1614364 w 1644615"/>
                    <a:gd name="connsiteY58" fmla="*/ 462160 h 1635895"/>
                    <a:gd name="connsiteX59" fmla="*/ 1543879 w 1644615"/>
                    <a:gd name="connsiteY59" fmla="*/ 155963 h 1635895"/>
                    <a:gd name="connsiteX60" fmla="*/ 1261939 w 1644615"/>
                    <a:gd name="connsiteY60" fmla="*/ 27312 h 1635895"/>
                    <a:gd name="connsiteX61" fmla="*/ 1076900 w 1644615"/>
                    <a:gd name="connsiteY61" fmla="*/ 110878 h 1635895"/>
                    <a:gd name="connsiteX62" fmla="*/ 175327 w 1644615"/>
                    <a:gd name="connsiteY62" fmla="*/ 504578 h 1635895"/>
                    <a:gd name="connsiteX63" fmla="*/ 227270 w 1644615"/>
                    <a:gd name="connsiteY63" fmla="*/ 521723 h 1635895"/>
                    <a:gd name="connsiteX64" fmla="*/ 284801 w 1644615"/>
                    <a:gd name="connsiteY64" fmla="*/ 676663 h 1635895"/>
                    <a:gd name="connsiteX65" fmla="*/ 256607 w 1644615"/>
                    <a:gd name="connsiteY65" fmla="*/ 816998 h 1635895"/>
                    <a:gd name="connsiteX66" fmla="*/ 204283 w 1644615"/>
                    <a:gd name="connsiteY66" fmla="*/ 863734 h 1635895"/>
                    <a:gd name="connsiteX67" fmla="*/ 615128 w 1644615"/>
                    <a:gd name="connsiteY67" fmla="*/ 1040010 h 1635895"/>
                    <a:gd name="connsiteX68" fmla="*/ 979491 w 1644615"/>
                    <a:gd name="connsiteY68" fmla="*/ 867671 h 1635895"/>
                    <a:gd name="connsiteX69" fmla="*/ 1018353 w 1644615"/>
                    <a:gd name="connsiteY69" fmla="*/ 573666 h 1635895"/>
                    <a:gd name="connsiteX70" fmla="*/ 672151 w 1644615"/>
                    <a:gd name="connsiteY70" fmla="*/ 284741 h 1635895"/>
                    <a:gd name="connsiteX71" fmla="*/ 175327 w 1644615"/>
                    <a:gd name="connsiteY71" fmla="*/ 504578 h 1635895"/>
                    <a:gd name="connsiteX72" fmla="*/ 159833 w 1644615"/>
                    <a:gd name="connsiteY72" fmla="*/ 539884 h 1635895"/>
                    <a:gd name="connsiteX73" fmla="*/ 104588 w 1644615"/>
                    <a:gd name="connsiteY73" fmla="*/ 728098 h 1635895"/>
                    <a:gd name="connsiteX74" fmla="*/ 197679 w 1644615"/>
                    <a:gd name="connsiteY74" fmla="*/ 834143 h 1635895"/>
                    <a:gd name="connsiteX75" fmla="*/ 250892 w 1644615"/>
                    <a:gd name="connsiteY75" fmla="*/ 752355 h 1635895"/>
                    <a:gd name="connsiteX76" fmla="*/ 234636 w 1644615"/>
                    <a:gd name="connsiteY76" fmla="*/ 576587 h 1635895"/>
                    <a:gd name="connsiteX77" fmla="*/ 159833 w 1644615"/>
                    <a:gd name="connsiteY77" fmla="*/ 539884 h 1635895"/>
                    <a:gd name="connsiteX78" fmla="*/ 1052135 w 1644615"/>
                    <a:gd name="connsiteY78" fmla="*/ 598050 h 1635895"/>
                    <a:gd name="connsiteX79" fmla="*/ 1041086 w 1644615"/>
                    <a:gd name="connsiteY79" fmla="*/ 807092 h 1635895"/>
                    <a:gd name="connsiteX80" fmla="*/ 1052135 w 1644615"/>
                    <a:gd name="connsiteY80" fmla="*/ 598050 h 1635895"/>
                    <a:gd name="connsiteX81" fmla="*/ 441011 w 1644615"/>
                    <a:gd name="connsiteY81" fmla="*/ 1044963 h 1635895"/>
                    <a:gd name="connsiteX82" fmla="*/ 658816 w 1644615"/>
                    <a:gd name="connsiteY82" fmla="*/ 1078618 h 1635895"/>
                    <a:gd name="connsiteX83" fmla="*/ 569154 w 1644615"/>
                    <a:gd name="connsiteY83" fmla="*/ 1062616 h 1635895"/>
                    <a:gd name="connsiteX84" fmla="*/ 441011 w 1644615"/>
                    <a:gd name="connsiteY84" fmla="*/ 1044963 h 1635895"/>
                    <a:gd name="connsiteX85" fmla="*/ 303597 w 1644615"/>
                    <a:gd name="connsiteY85" fmla="*/ 1095509 h 1635895"/>
                    <a:gd name="connsiteX86" fmla="*/ 288992 w 1644615"/>
                    <a:gd name="connsiteY86" fmla="*/ 1125100 h 1635895"/>
                    <a:gd name="connsiteX87" fmla="*/ 345380 w 1644615"/>
                    <a:gd name="connsiteY87" fmla="*/ 1175519 h 1635895"/>
                    <a:gd name="connsiteX88" fmla="*/ 332934 w 1644615"/>
                    <a:gd name="connsiteY88" fmla="*/ 1333380 h 1635895"/>
                    <a:gd name="connsiteX89" fmla="*/ 384369 w 1644615"/>
                    <a:gd name="connsiteY89" fmla="*/ 1261879 h 1635895"/>
                    <a:gd name="connsiteX90" fmla="*/ 303597 w 1644615"/>
                    <a:gd name="connsiteY90" fmla="*/ 1095509 h 1635895"/>
                    <a:gd name="connsiteX91" fmla="*/ 1154370 w 1644615"/>
                    <a:gd name="connsiteY91" fmla="*/ 1214635 h 1635895"/>
                    <a:gd name="connsiteX92" fmla="*/ 1130875 w 1644615"/>
                    <a:gd name="connsiteY92" fmla="*/ 1407675 h 1635895"/>
                    <a:gd name="connsiteX93" fmla="*/ 1261431 w 1644615"/>
                    <a:gd name="connsiteY93" fmla="*/ 1463301 h 1635895"/>
                    <a:gd name="connsiteX94" fmla="*/ 1374969 w 1644615"/>
                    <a:gd name="connsiteY94" fmla="*/ 1474731 h 1635895"/>
                    <a:gd name="connsiteX95" fmla="*/ 1357316 w 1644615"/>
                    <a:gd name="connsiteY95" fmla="*/ 1446029 h 1635895"/>
                    <a:gd name="connsiteX96" fmla="*/ 1258637 w 1644615"/>
                    <a:gd name="connsiteY96" fmla="*/ 1386466 h 1635895"/>
                    <a:gd name="connsiteX97" fmla="*/ 1445581 w 1644615"/>
                    <a:gd name="connsiteY97" fmla="*/ 1429773 h 1635895"/>
                    <a:gd name="connsiteX98" fmla="*/ 1403163 w 1644615"/>
                    <a:gd name="connsiteY98" fmla="*/ 1377195 h 1635895"/>
                    <a:gd name="connsiteX99" fmla="*/ 1296229 w 1644615"/>
                    <a:gd name="connsiteY99" fmla="*/ 1332237 h 1635895"/>
                    <a:gd name="connsiteX100" fmla="*/ 1489269 w 1644615"/>
                    <a:gd name="connsiteY100" fmla="*/ 1359923 h 1635895"/>
                    <a:gd name="connsiteX101" fmla="*/ 1491174 w 1644615"/>
                    <a:gd name="connsiteY101" fmla="*/ 1340111 h 1635895"/>
                    <a:gd name="connsiteX102" fmla="*/ 1235269 w 1644615"/>
                    <a:gd name="connsiteY102" fmla="*/ 1248163 h 1635895"/>
                    <a:gd name="connsiteX103" fmla="*/ 1341060 w 1644615"/>
                    <a:gd name="connsiteY103" fmla="*/ 1171709 h 1635895"/>
                    <a:gd name="connsiteX104" fmla="*/ 1301944 w 1644615"/>
                    <a:gd name="connsiteY104" fmla="*/ 1132720 h 1635895"/>
                    <a:gd name="connsiteX105" fmla="*/ 1154370 w 1644615"/>
                    <a:gd name="connsiteY105" fmla="*/ 1214635 h 1635895"/>
                    <a:gd name="connsiteX106" fmla="*/ 857063 w 1644615"/>
                    <a:gd name="connsiteY106" fmla="*/ 1181488 h 1635895"/>
                    <a:gd name="connsiteX107" fmla="*/ 878272 w 1644615"/>
                    <a:gd name="connsiteY107" fmla="*/ 1300868 h 1635895"/>
                    <a:gd name="connsiteX108" fmla="*/ 905704 w 1644615"/>
                    <a:gd name="connsiteY108" fmla="*/ 1540771 h 1635895"/>
                    <a:gd name="connsiteX109" fmla="*/ 1188660 w 1644615"/>
                    <a:gd name="connsiteY109" fmla="*/ 1474350 h 1635895"/>
                    <a:gd name="connsiteX110" fmla="*/ 1073344 w 1644615"/>
                    <a:gd name="connsiteY110" fmla="*/ 1300233 h 1635895"/>
                    <a:gd name="connsiteX111" fmla="*/ 973522 w 1644615"/>
                    <a:gd name="connsiteY111" fmla="*/ 1438155 h 1635895"/>
                    <a:gd name="connsiteX112" fmla="*/ 945201 w 1644615"/>
                    <a:gd name="connsiteY112" fmla="*/ 1487558 h 1635895"/>
                    <a:gd name="connsiteX113" fmla="*/ 974665 w 1644615"/>
                    <a:gd name="connsiteY113" fmla="*/ 1366781 h 1635895"/>
                    <a:gd name="connsiteX114" fmla="*/ 857063 w 1644615"/>
                    <a:gd name="connsiteY114" fmla="*/ 1181488 h 1635895"/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200852 w 1644613"/>
                    <a:gd name="connsiteY4" fmla="*/ 768865 h 1635893"/>
                    <a:gd name="connsiteX5" fmla="*/ 1100903 w 1644613"/>
                    <a:gd name="connsiteY5" fmla="*/ 724415 h 1635893"/>
                    <a:gd name="connsiteX6" fmla="*/ 1075122 w 1644613"/>
                    <a:gd name="connsiteY6" fmla="*/ 806838 h 1635893"/>
                    <a:gd name="connsiteX7" fmla="*/ 994858 w 1644613"/>
                    <a:gd name="connsiteY7" fmla="*/ 891166 h 1635893"/>
                    <a:gd name="connsiteX8" fmla="*/ 900370 w 1644613"/>
                    <a:gd name="connsiteY8" fmla="*/ 986162 h 1635893"/>
                    <a:gd name="connsiteX9" fmla="*/ 765623 w 1644613"/>
                    <a:gd name="connsiteY9" fmla="*/ 1048392 h 1635893"/>
                    <a:gd name="connsiteX10" fmla="*/ 993715 w 1644613"/>
                    <a:gd name="connsiteY10" fmla="*/ 1351541 h 1635893"/>
                    <a:gd name="connsiteX11" fmla="*/ 1109666 w 1644613"/>
                    <a:gd name="connsiteY11" fmla="*/ 1221620 h 1635893"/>
                    <a:gd name="connsiteX12" fmla="*/ 1283275 w 1644613"/>
                    <a:gd name="connsiteY12" fmla="*/ 1111003 h 1635893"/>
                    <a:gd name="connsiteX13" fmla="*/ 1372810 w 1644613"/>
                    <a:gd name="connsiteY13" fmla="*/ 1159136 h 1635893"/>
                    <a:gd name="connsiteX14" fmla="*/ 1290260 w 1644613"/>
                    <a:gd name="connsiteY14" fmla="*/ 1244353 h 1635893"/>
                    <a:gd name="connsiteX15" fmla="*/ 1514796 w 1644613"/>
                    <a:gd name="connsiteY15" fmla="*/ 1325633 h 1635893"/>
                    <a:gd name="connsiteX16" fmla="*/ 1460440 w 1644613"/>
                    <a:gd name="connsiteY16" fmla="*/ 1390657 h 1635893"/>
                    <a:gd name="connsiteX17" fmla="*/ 1460821 w 1644613"/>
                    <a:gd name="connsiteY17" fmla="*/ 1438790 h 1635893"/>
                    <a:gd name="connsiteX18" fmla="*/ 1403163 w 1644613"/>
                    <a:gd name="connsiteY18" fmla="*/ 1459999 h 1635893"/>
                    <a:gd name="connsiteX19" fmla="*/ 1396686 w 1644613"/>
                    <a:gd name="connsiteY19" fmla="*/ 1490352 h 1635893"/>
                    <a:gd name="connsiteX20" fmla="*/ 1222569 w 1644613"/>
                    <a:gd name="connsiteY20" fmla="*/ 1482224 h 1635893"/>
                    <a:gd name="connsiteX21" fmla="*/ 1041340 w 1644613"/>
                    <a:gd name="connsiteY21" fmla="*/ 1583443 h 1635893"/>
                    <a:gd name="connsiteX22" fmla="*/ 907228 w 1644613"/>
                    <a:gd name="connsiteY22" fmla="*/ 1570362 h 1635893"/>
                    <a:gd name="connsiteX23" fmla="*/ 909260 w 1644613"/>
                    <a:gd name="connsiteY23" fmla="*/ 1626242 h 1635893"/>
                    <a:gd name="connsiteX24" fmla="*/ 884622 w 1644613"/>
                    <a:gd name="connsiteY24" fmla="*/ 1624718 h 1635893"/>
                    <a:gd name="connsiteX25" fmla="*/ 878780 w 1644613"/>
                    <a:gd name="connsiteY25" fmla="*/ 1550296 h 1635893"/>
                    <a:gd name="connsiteX26" fmla="*/ 820106 w 1644613"/>
                    <a:gd name="connsiteY26" fmla="*/ 1144658 h 1635893"/>
                    <a:gd name="connsiteX27" fmla="*/ 747208 w 1644613"/>
                    <a:gd name="connsiteY27" fmla="*/ 1071887 h 1635893"/>
                    <a:gd name="connsiteX28" fmla="*/ 424882 w 1644613"/>
                    <a:gd name="connsiteY28" fmla="*/ 1070236 h 1635893"/>
                    <a:gd name="connsiteX29" fmla="*/ 337125 w 1644613"/>
                    <a:gd name="connsiteY29" fmla="*/ 1072395 h 1635893"/>
                    <a:gd name="connsiteX30" fmla="*/ 407610 w 1644613"/>
                    <a:gd name="connsiteY30" fmla="*/ 1284231 h 1635893"/>
                    <a:gd name="connsiteX31" fmla="*/ 322774 w 1644613"/>
                    <a:gd name="connsiteY31" fmla="*/ 1363352 h 1635893"/>
                    <a:gd name="connsiteX32" fmla="*/ 288357 w 1644613"/>
                    <a:gd name="connsiteY32" fmla="*/ 1588650 h 1635893"/>
                    <a:gd name="connsiteX33" fmla="*/ 283023 w 1644613"/>
                    <a:gd name="connsiteY33" fmla="*/ 1624718 h 1635893"/>
                    <a:gd name="connsiteX34" fmla="*/ 259020 w 1644613"/>
                    <a:gd name="connsiteY34" fmla="*/ 1629417 h 1635893"/>
                    <a:gd name="connsiteX35" fmla="*/ 323409 w 1644613"/>
                    <a:gd name="connsiteY35" fmla="*/ 1250068 h 1635893"/>
                    <a:gd name="connsiteX36" fmla="*/ 305629 w 1644613"/>
                    <a:gd name="connsiteY36" fmla="*/ 1166248 h 1635893"/>
                    <a:gd name="connsiteX37" fmla="*/ 229556 w 1644613"/>
                    <a:gd name="connsiteY37" fmla="*/ 1192410 h 1635893"/>
                    <a:gd name="connsiteX38" fmla="*/ 18228 w 1644613"/>
                    <a:gd name="connsiteY38" fmla="*/ 1623575 h 1635893"/>
                    <a:gd name="connsiteX39" fmla="*/ 2099 w 1644613"/>
                    <a:gd name="connsiteY39" fmla="*/ 1635894 h 1635893"/>
                    <a:gd name="connsiteX40" fmla="*/ 17212 w 1644613"/>
                    <a:gd name="connsiteY40" fmla="*/ 1539628 h 1635893"/>
                    <a:gd name="connsiteX41" fmla="*/ 107001 w 1644613"/>
                    <a:gd name="connsiteY41" fmla="*/ 1318648 h 1635893"/>
                    <a:gd name="connsiteX42" fmla="*/ 216983 w 1644613"/>
                    <a:gd name="connsiteY42" fmla="*/ 1168153 h 1635893"/>
                    <a:gd name="connsiteX43" fmla="*/ 304867 w 1644613"/>
                    <a:gd name="connsiteY43" fmla="*/ 1066553 h 1635893"/>
                    <a:gd name="connsiteX44" fmla="*/ 391481 w 1644613"/>
                    <a:gd name="connsiteY44" fmla="*/ 1032390 h 1635893"/>
                    <a:gd name="connsiteX45" fmla="*/ 252924 w 1644613"/>
                    <a:gd name="connsiteY45" fmla="*/ 952253 h 1635893"/>
                    <a:gd name="connsiteX46" fmla="*/ 138243 w 1644613"/>
                    <a:gd name="connsiteY46" fmla="*/ 837064 h 1635893"/>
                    <a:gd name="connsiteX47" fmla="*/ 83633 w 1644613"/>
                    <a:gd name="connsiteY47" fmla="*/ 754514 h 1635893"/>
                    <a:gd name="connsiteX48" fmla="*/ 139767 w 1644613"/>
                    <a:gd name="connsiteY48" fmla="*/ 520707 h 1635893"/>
                    <a:gd name="connsiteX49" fmla="*/ 413198 w 1644613"/>
                    <a:gd name="connsiteY49" fmla="*/ 274200 h 1635893"/>
                    <a:gd name="connsiteX50" fmla="*/ 730698 w 1644613"/>
                    <a:gd name="connsiteY50" fmla="*/ 270898 h 1635893"/>
                    <a:gd name="connsiteX51" fmla="*/ 944058 w 1644613"/>
                    <a:gd name="connsiteY51" fmla="*/ 397009 h 1635893"/>
                    <a:gd name="connsiteX52" fmla="*/ 1076900 w 1644613"/>
                    <a:gd name="connsiteY52" fmla="*/ 110878 h 1635893"/>
                    <a:gd name="connsiteX53" fmla="*/ 971617 w 1644613"/>
                    <a:gd name="connsiteY53" fmla="*/ 432950 h 1635893"/>
                    <a:gd name="connsiteX54" fmla="*/ 1070423 w 1644613"/>
                    <a:gd name="connsiteY54" fmla="*/ 588017 h 1635893"/>
                    <a:gd name="connsiteX55" fmla="*/ 1107507 w 1644613"/>
                    <a:gd name="connsiteY55" fmla="*/ 692030 h 1635893"/>
                    <a:gd name="connsiteX56" fmla="*/ 1459424 w 1644613"/>
                    <a:gd name="connsiteY56" fmla="*/ 707524 h 1635893"/>
                    <a:gd name="connsiteX57" fmla="*/ 1614364 w 1644613"/>
                    <a:gd name="connsiteY57" fmla="*/ 462160 h 1635893"/>
                    <a:gd name="connsiteX58" fmla="*/ 1543879 w 1644613"/>
                    <a:gd name="connsiteY58" fmla="*/ 155963 h 1635893"/>
                    <a:gd name="connsiteX59" fmla="*/ 1261939 w 1644613"/>
                    <a:gd name="connsiteY59" fmla="*/ 27312 h 1635893"/>
                    <a:gd name="connsiteX60" fmla="*/ 1076900 w 1644613"/>
                    <a:gd name="connsiteY60" fmla="*/ 110878 h 1635893"/>
                    <a:gd name="connsiteX61" fmla="*/ 175327 w 1644613"/>
                    <a:gd name="connsiteY61" fmla="*/ 504578 h 1635893"/>
                    <a:gd name="connsiteX62" fmla="*/ 227270 w 1644613"/>
                    <a:gd name="connsiteY62" fmla="*/ 521723 h 1635893"/>
                    <a:gd name="connsiteX63" fmla="*/ 284801 w 1644613"/>
                    <a:gd name="connsiteY63" fmla="*/ 676663 h 1635893"/>
                    <a:gd name="connsiteX64" fmla="*/ 256607 w 1644613"/>
                    <a:gd name="connsiteY64" fmla="*/ 816998 h 1635893"/>
                    <a:gd name="connsiteX65" fmla="*/ 204283 w 1644613"/>
                    <a:gd name="connsiteY65" fmla="*/ 863734 h 1635893"/>
                    <a:gd name="connsiteX66" fmla="*/ 615128 w 1644613"/>
                    <a:gd name="connsiteY66" fmla="*/ 1040010 h 1635893"/>
                    <a:gd name="connsiteX67" fmla="*/ 979491 w 1644613"/>
                    <a:gd name="connsiteY67" fmla="*/ 867671 h 1635893"/>
                    <a:gd name="connsiteX68" fmla="*/ 1018353 w 1644613"/>
                    <a:gd name="connsiteY68" fmla="*/ 573666 h 1635893"/>
                    <a:gd name="connsiteX69" fmla="*/ 672151 w 1644613"/>
                    <a:gd name="connsiteY69" fmla="*/ 284741 h 1635893"/>
                    <a:gd name="connsiteX70" fmla="*/ 175327 w 1644613"/>
                    <a:gd name="connsiteY70" fmla="*/ 504578 h 1635893"/>
                    <a:gd name="connsiteX71" fmla="*/ 159833 w 1644613"/>
                    <a:gd name="connsiteY71" fmla="*/ 539884 h 1635893"/>
                    <a:gd name="connsiteX72" fmla="*/ 104588 w 1644613"/>
                    <a:gd name="connsiteY72" fmla="*/ 728098 h 1635893"/>
                    <a:gd name="connsiteX73" fmla="*/ 197679 w 1644613"/>
                    <a:gd name="connsiteY73" fmla="*/ 834143 h 1635893"/>
                    <a:gd name="connsiteX74" fmla="*/ 250892 w 1644613"/>
                    <a:gd name="connsiteY74" fmla="*/ 752355 h 1635893"/>
                    <a:gd name="connsiteX75" fmla="*/ 234636 w 1644613"/>
                    <a:gd name="connsiteY75" fmla="*/ 576587 h 1635893"/>
                    <a:gd name="connsiteX76" fmla="*/ 159833 w 1644613"/>
                    <a:gd name="connsiteY76" fmla="*/ 539884 h 1635893"/>
                    <a:gd name="connsiteX77" fmla="*/ 1052135 w 1644613"/>
                    <a:gd name="connsiteY77" fmla="*/ 598050 h 1635893"/>
                    <a:gd name="connsiteX78" fmla="*/ 1041086 w 1644613"/>
                    <a:gd name="connsiteY78" fmla="*/ 807092 h 1635893"/>
                    <a:gd name="connsiteX79" fmla="*/ 1052135 w 1644613"/>
                    <a:gd name="connsiteY79" fmla="*/ 598050 h 1635893"/>
                    <a:gd name="connsiteX80" fmla="*/ 441011 w 1644613"/>
                    <a:gd name="connsiteY80" fmla="*/ 1044963 h 1635893"/>
                    <a:gd name="connsiteX81" fmla="*/ 658816 w 1644613"/>
                    <a:gd name="connsiteY81" fmla="*/ 1078618 h 1635893"/>
                    <a:gd name="connsiteX82" fmla="*/ 569154 w 1644613"/>
                    <a:gd name="connsiteY82" fmla="*/ 1062616 h 1635893"/>
                    <a:gd name="connsiteX83" fmla="*/ 441011 w 1644613"/>
                    <a:gd name="connsiteY83" fmla="*/ 1044963 h 1635893"/>
                    <a:gd name="connsiteX84" fmla="*/ 303597 w 1644613"/>
                    <a:gd name="connsiteY84" fmla="*/ 1095509 h 1635893"/>
                    <a:gd name="connsiteX85" fmla="*/ 288992 w 1644613"/>
                    <a:gd name="connsiteY85" fmla="*/ 1125100 h 1635893"/>
                    <a:gd name="connsiteX86" fmla="*/ 345380 w 1644613"/>
                    <a:gd name="connsiteY86" fmla="*/ 1175519 h 1635893"/>
                    <a:gd name="connsiteX87" fmla="*/ 332934 w 1644613"/>
                    <a:gd name="connsiteY87" fmla="*/ 1333380 h 1635893"/>
                    <a:gd name="connsiteX88" fmla="*/ 384369 w 1644613"/>
                    <a:gd name="connsiteY88" fmla="*/ 1261879 h 1635893"/>
                    <a:gd name="connsiteX89" fmla="*/ 303597 w 1644613"/>
                    <a:gd name="connsiteY89" fmla="*/ 1095509 h 1635893"/>
                    <a:gd name="connsiteX90" fmla="*/ 1154370 w 1644613"/>
                    <a:gd name="connsiteY90" fmla="*/ 1214635 h 1635893"/>
                    <a:gd name="connsiteX91" fmla="*/ 1130875 w 1644613"/>
                    <a:gd name="connsiteY91" fmla="*/ 1407675 h 1635893"/>
                    <a:gd name="connsiteX92" fmla="*/ 1261431 w 1644613"/>
                    <a:gd name="connsiteY92" fmla="*/ 1463301 h 1635893"/>
                    <a:gd name="connsiteX93" fmla="*/ 1374969 w 1644613"/>
                    <a:gd name="connsiteY93" fmla="*/ 1474731 h 1635893"/>
                    <a:gd name="connsiteX94" fmla="*/ 1357316 w 1644613"/>
                    <a:gd name="connsiteY94" fmla="*/ 1446029 h 1635893"/>
                    <a:gd name="connsiteX95" fmla="*/ 1258637 w 1644613"/>
                    <a:gd name="connsiteY95" fmla="*/ 1386466 h 1635893"/>
                    <a:gd name="connsiteX96" fmla="*/ 1445581 w 1644613"/>
                    <a:gd name="connsiteY96" fmla="*/ 1429773 h 1635893"/>
                    <a:gd name="connsiteX97" fmla="*/ 1403163 w 1644613"/>
                    <a:gd name="connsiteY97" fmla="*/ 1377195 h 1635893"/>
                    <a:gd name="connsiteX98" fmla="*/ 1296229 w 1644613"/>
                    <a:gd name="connsiteY98" fmla="*/ 1332237 h 1635893"/>
                    <a:gd name="connsiteX99" fmla="*/ 1489269 w 1644613"/>
                    <a:gd name="connsiteY99" fmla="*/ 1359923 h 1635893"/>
                    <a:gd name="connsiteX100" fmla="*/ 1491174 w 1644613"/>
                    <a:gd name="connsiteY100" fmla="*/ 1340111 h 1635893"/>
                    <a:gd name="connsiteX101" fmla="*/ 1235269 w 1644613"/>
                    <a:gd name="connsiteY101" fmla="*/ 1248163 h 1635893"/>
                    <a:gd name="connsiteX102" fmla="*/ 1341060 w 1644613"/>
                    <a:gd name="connsiteY102" fmla="*/ 1171709 h 1635893"/>
                    <a:gd name="connsiteX103" fmla="*/ 1301944 w 1644613"/>
                    <a:gd name="connsiteY103" fmla="*/ 1132720 h 1635893"/>
                    <a:gd name="connsiteX104" fmla="*/ 1154370 w 1644613"/>
                    <a:gd name="connsiteY104" fmla="*/ 1214635 h 1635893"/>
                    <a:gd name="connsiteX105" fmla="*/ 857063 w 1644613"/>
                    <a:gd name="connsiteY105" fmla="*/ 1181488 h 1635893"/>
                    <a:gd name="connsiteX106" fmla="*/ 878272 w 1644613"/>
                    <a:gd name="connsiteY106" fmla="*/ 1300868 h 1635893"/>
                    <a:gd name="connsiteX107" fmla="*/ 905704 w 1644613"/>
                    <a:gd name="connsiteY107" fmla="*/ 1540771 h 1635893"/>
                    <a:gd name="connsiteX108" fmla="*/ 1188660 w 1644613"/>
                    <a:gd name="connsiteY108" fmla="*/ 1474350 h 1635893"/>
                    <a:gd name="connsiteX109" fmla="*/ 1073344 w 1644613"/>
                    <a:gd name="connsiteY109" fmla="*/ 1300233 h 1635893"/>
                    <a:gd name="connsiteX110" fmla="*/ 973522 w 1644613"/>
                    <a:gd name="connsiteY110" fmla="*/ 1438155 h 1635893"/>
                    <a:gd name="connsiteX111" fmla="*/ 945201 w 1644613"/>
                    <a:gd name="connsiteY111" fmla="*/ 1487558 h 1635893"/>
                    <a:gd name="connsiteX112" fmla="*/ 974665 w 1644613"/>
                    <a:gd name="connsiteY112" fmla="*/ 1366781 h 1635893"/>
                    <a:gd name="connsiteX113" fmla="*/ 857063 w 1644613"/>
                    <a:gd name="connsiteY113" fmla="*/ 1181488 h 1635893"/>
                    <a:gd name="connsiteX0" fmla="*/ 1014924 w 1644615"/>
                    <a:gd name="connsiteY0" fmla="*/ 137040 h 1635895"/>
                    <a:gd name="connsiteX1" fmla="*/ 1288609 w 1644615"/>
                    <a:gd name="connsiteY1" fmla="*/ 134 h 1635895"/>
                    <a:gd name="connsiteX2" fmla="*/ 1606363 w 1644615"/>
                    <a:gd name="connsiteY2" fmla="*/ 207525 h 1635895"/>
                    <a:gd name="connsiteX3" fmla="*/ 1635827 w 1644615"/>
                    <a:gd name="connsiteY3" fmla="*/ 498990 h 1635895"/>
                    <a:gd name="connsiteX4" fmla="*/ 1200852 w 1644615"/>
                    <a:gd name="connsiteY4" fmla="*/ 768865 h 1635895"/>
                    <a:gd name="connsiteX5" fmla="*/ 1100903 w 1644615"/>
                    <a:gd name="connsiteY5" fmla="*/ 724415 h 1635895"/>
                    <a:gd name="connsiteX6" fmla="*/ 1075122 w 1644615"/>
                    <a:gd name="connsiteY6" fmla="*/ 806838 h 1635895"/>
                    <a:gd name="connsiteX7" fmla="*/ 994858 w 1644615"/>
                    <a:gd name="connsiteY7" fmla="*/ 891166 h 1635895"/>
                    <a:gd name="connsiteX8" fmla="*/ 900370 w 1644615"/>
                    <a:gd name="connsiteY8" fmla="*/ 986162 h 1635895"/>
                    <a:gd name="connsiteX9" fmla="*/ 765623 w 1644615"/>
                    <a:gd name="connsiteY9" fmla="*/ 1048392 h 1635895"/>
                    <a:gd name="connsiteX10" fmla="*/ 993715 w 1644615"/>
                    <a:gd name="connsiteY10" fmla="*/ 1351541 h 1635895"/>
                    <a:gd name="connsiteX11" fmla="*/ 1109666 w 1644615"/>
                    <a:gd name="connsiteY11" fmla="*/ 1221620 h 1635895"/>
                    <a:gd name="connsiteX12" fmla="*/ 1283275 w 1644615"/>
                    <a:gd name="connsiteY12" fmla="*/ 1111003 h 1635895"/>
                    <a:gd name="connsiteX13" fmla="*/ 1372810 w 1644615"/>
                    <a:gd name="connsiteY13" fmla="*/ 1159136 h 1635895"/>
                    <a:gd name="connsiteX14" fmla="*/ 1290260 w 1644615"/>
                    <a:gd name="connsiteY14" fmla="*/ 1244353 h 1635895"/>
                    <a:gd name="connsiteX15" fmla="*/ 1514796 w 1644615"/>
                    <a:gd name="connsiteY15" fmla="*/ 1325633 h 1635895"/>
                    <a:gd name="connsiteX16" fmla="*/ 1460440 w 1644615"/>
                    <a:gd name="connsiteY16" fmla="*/ 1390657 h 1635895"/>
                    <a:gd name="connsiteX17" fmla="*/ 1460821 w 1644615"/>
                    <a:gd name="connsiteY17" fmla="*/ 1438790 h 1635895"/>
                    <a:gd name="connsiteX18" fmla="*/ 1403163 w 1644615"/>
                    <a:gd name="connsiteY18" fmla="*/ 1459999 h 1635895"/>
                    <a:gd name="connsiteX19" fmla="*/ 1396686 w 1644615"/>
                    <a:gd name="connsiteY19" fmla="*/ 1490352 h 1635895"/>
                    <a:gd name="connsiteX20" fmla="*/ 1222569 w 1644615"/>
                    <a:gd name="connsiteY20" fmla="*/ 1482224 h 1635895"/>
                    <a:gd name="connsiteX21" fmla="*/ 1041340 w 1644615"/>
                    <a:gd name="connsiteY21" fmla="*/ 1583443 h 1635895"/>
                    <a:gd name="connsiteX22" fmla="*/ 907228 w 1644615"/>
                    <a:gd name="connsiteY22" fmla="*/ 1570362 h 1635895"/>
                    <a:gd name="connsiteX23" fmla="*/ 909260 w 1644615"/>
                    <a:gd name="connsiteY23" fmla="*/ 1626242 h 1635895"/>
                    <a:gd name="connsiteX24" fmla="*/ 884622 w 1644615"/>
                    <a:gd name="connsiteY24" fmla="*/ 1624718 h 1635895"/>
                    <a:gd name="connsiteX25" fmla="*/ 878780 w 1644615"/>
                    <a:gd name="connsiteY25" fmla="*/ 1550296 h 1635895"/>
                    <a:gd name="connsiteX26" fmla="*/ 820106 w 1644615"/>
                    <a:gd name="connsiteY26" fmla="*/ 1144658 h 1635895"/>
                    <a:gd name="connsiteX27" fmla="*/ 747208 w 1644615"/>
                    <a:gd name="connsiteY27" fmla="*/ 1071887 h 1635895"/>
                    <a:gd name="connsiteX28" fmla="*/ 424882 w 1644615"/>
                    <a:gd name="connsiteY28" fmla="*/ 1070236 h 1635895"/>
                    <a:gd name="connsiteX29" fmla="*/ 337125 w 1644615"/>
                    <a:gd name="connsiteY29" fmla="*/ 1072395 h 1635895"/>
                    <a:gd name="connsiteX30" fmla="*/ 407610 w 1644615"/>
                    <a:gd name="connsiteY30" fmla="*/ 1284231 h 1635895"/>
                    <a:gd name="connsiteX31" fmla="*/ 322774 w 1644615"/>
                    <a:gd name="connsiteY31" fmla="*/ 1363352 h 1635895"/>
                    <a:gd name="connsiteX32" fmla="*/ 288357 w 1644615"/>
                    <a:gd name="connsiteY32" fmla="*/ 1588650 h 1635895"/>
                    <a:gd name="connsiteX33" fmla="*/ 283023 w 1644615"/>
                    <a:gd name="connsiteY33" fmla="*/ 1624718 h 1635895"/>
                    <a:gd name="connsiteX34" fmla="*/ 259020 w 1644615"/>
                    <a:gd name="connsiteY34" fmla="*/ 1629417 h 1635895"/>
                    <a:gd name="connsiteX35" fmla="*/ 323409 w 1644615"/>
                    <a:gd name="connsiteY35" fmla="*/ 1250068 h 1635895"/>
                    <a:gd name="connsiteX36" fmla="*/ 305629 w 1644615"/>
                    <a:gd name="connsiteY36" fmla="*/ 1166248 h 1635895"/>
                    <a:gd name="connsiteX37" fmla="*/ 229556 w 1644615"/>
                    <a:gd name="connsiteY37" fmla="*/ 1192410 h 1635895"/>
                    <a:gd name="connsiteX38" fmla="*/ 18228 w 1644615"/>
                    <a:gd name="connsiteY38" fmla="*/ 1623575 h 1635895"/>
                    <a:gd name="connsiteX39" fmla="*/ 2099 w 1644615"/>
                    <a:gd name="connsiteY39" fmla="*/ 1635894 h 1635895"/>
                    <a:gd name="connsiteX40" fmla="*/ 17212 w 1644615"/>
                    <a:gd name="connsiteY40" fmla="*/ 1539628 h 1635895"/>
                    <a:gd name="connsiteX41" fmla="*/ 107001 w 1644615"/>
                    <a:gd name="connsiteY41" fmla="*/ 1318648 h 1635895"/>
                    <a:gd name="connsiteX42" fmla="*/ 216983 w 1644615"/>
                    <a:gd name="connsiteY42" fmla="*/ 1168153 h 1635895"/>
                    <a:gd name="connsiteX43" fmla="*/ 304867 w 1644615"/>
                    <a:gd name="connsiteY43" fmla="*/ 1066553 h 1635895"/>
                    <a:gd name="connsiteX44" fmla="*/ 391481 w 1644615"/>
                    <a:gd name="connsiteY44" fmla="*/ 1032390 h 1635895"/>
                    <a:gd name="connsiteX45" fmla="*/ 252924 w 1644615"/>
                    <a:gd name="connsiteY45" fmla="*/ 952253 h 1635895"/>
                    <a:gd name="connsiteX46" fmla="*/ 138243 w 1644615"/>
                    <a:gd name="connsiteY46" fmla="*/ 837064 h 1635895"/>
                    <a:gd name="connsiteX47" fmla="*/ 83633 w 1644615"/>
                    <a:gd name="connsiteY47" fmla="*/ 754514 h 1635895"/>
                    <a:gd name="connsiteX48" fmla="*/ 139767 w 1644615"/>
                    <a:gd name="connsiteY48" fmla="*/ 520707 h 1635895"/>
                    <a:gd name="connsiteX49" fmla="*/ 413198 w 1644615"/>
                    <a:gd name="connsiteY49" fmla="*/ 274200 h 1635895"/>
                    <a:gd name="connsiteX50" fmla="*/ 730698 w 1644615"/>
                    <a:gd name="connsiteY50" fmla="*/ 270898 h 1635895"/>
                    <a:gd name="connsiteX51" fmla="*/ 944058 w 1644615"/>
                    <a:gd name="connsiteY51" fmla="*/ 397009 h 1635895"/>
                    <a:gd name="connsiteX52" fmla="*/ 1076900 w 1644615"/>
                    <a:gd name="connsiteY52" fmla="*/ 110878 h 1635895"/>
                    <a:gd name="connsiteX53" fmla="*/ 971617 w 1644615"/>
                    <a:gd name="connsiteY53" fmla="*/ 432950 h 1635895"/>
                    <a:gd name="connsiteX54" fmla="*/ 1070423 w 1644615"/>
                    <a:gd name="connsiteY54" fmla="*/ 588017 h 1635895"/>
                    <a:gd name="connsiteX55" fmla="*/ 1107507 w 1644615"/>
                    <a:gd name="connsiteY55" fmla="*/ 692030 h 1635895"/>
                    <a:gd name="connsiteX56" fmla="*/ 1459424 w 1644615"/>
                    <a:gd name="connsiteY56" fmla="*/ 707524 h 1635895"/>
                    <a:gd name="connsiteX57" fmla="*/ 1433787 w 1644615"/>
                    <a:gd name="connsiteY57" fmla="*/ 706301 h 1635895"/>
                    <a:gd name="connsiteX58" fmla="*/ 1614364 w 1644615"/>
                    <a:gd name="connsiteY58" fmla="*/ 462160 h 1635895"/>
                    <a:gd name="connsiteX59" fmla="*/ 1543879 w 1644615"/>
                    <a:gd name="connsiteY59" fmla="*/ 155963 h 1635895"/>
                    <a:gd name="connsiteX60" fmla="*/ 1261939 w 1644615"/>
                    <a:gd name="connsiteY60" fmla="*/ 27312 h 1635895"/>
                    <a:gd name="connsiteX61" fmla="*/ 1076900 w 1644615"/>
                    <a:gd name="connsiteY61" fmla="*/ 110878 h 1635895"/>
                    <a:gd name="connsiteX62" fmla="*/ 175327 w 1644615"/>
                    <a:gd name="connsiteY62" fmla="*/ 504578 h 1635895"/>
                    <a:gd name="connsiteX63" fmla="*/ 227270 w 1644615"/>
                    <a:gd name="connsiteY63" fmla="*/ 521723 h 1635895"/>
                    <a:gd name="connsiteX64" fmla="*/ 284801 w 1644615"/>
                    <a:gd name="connsiteY64" fmla="*/ 676663 h 1635895"/>
                    <a:gd name="connsiteX65" fmla="*/ 256607 w 1644615"/>
                    <a:gd name="connsiteY65" fmla="*/ 816998 h 1635895"/>
                    <a:gd name="connsiteX66" fmla="*/ 204283 w 1644615"/>
                    <a:gd name="connsiteY66" fmla="*/ 863734 h 1635895"/>
                    <a:gd name="connsiteX67" fmla="*/ 615128 w 1644615"/>
                    <a:gd name="connsiteY67" fmla="*/ 1040010 h 1635895"/>
                    <a:gd name="connsiteX68" fmla="*/ 979491 w 1644615"/>
                    <a:gd name="connsiteY68" fmla="*/ 867671 h 1635895"/>
                    <a:gd name="connsiteX69" fmla="*/ 1018353 w 1644615"/>
                    <a:gd name="connsiteY69" fmla="*/ 573666 h 1635895"/>
                    <a:gd name="connsiteX70" fmla="*/ 672151 w 1644615"/>
                    <a:gd name="connsiteY70" fmla="*/ 284741 h 1635895"/>
                    <a:gd name="connsiteX71" fmla="*/ 175327 w 1644615"/>
                    <a:gd name="connsiteY71" fmla="*/ 504578 h 1635895"/>
                    <a:gd name="connsiteX72" fmla="*/ 159833 w 1644615"/>
                    <a:gd name="connsiteY72" fmla="*/ 539884 h 1635895"/>
                    <a:gd name="connsiteX73" fmla="*/ 104588 w 1644615"/>
                    <a:gd name="connsiteY73" fmla="*/ 728098 h 1635895"/>
                    <a:gd name="connsiteX74" fmla="*/ 197679 w 1644615"/>
                    <a:gd name="connsiteY74" fmla="*/ 834143 h 1635895"/>
                    <a:gd name="connsiteX75" fmla="*/ 250892 w 1644615"/>
                    <a:gd name="connsiteY75" fmla="*/ 752355 h 1635895"/>
                    <a:gd name="connsiteX76" fmla="*/ 234636 w 1644615"/>
                    <a:gd name="connsiteY76" fmla="*/ 576587 h 1635895"/>
                    <a:gd name="connsiteX77" fmla="*/ 159833 w 1644615"/>
                    <a:gd name="connsiteY77" fmla="*/ 539884 h 1635895"/>
                    <a:gd name="connsiteX78" fmla="*/ 1052135 w 1644615"/>
                    <a:gd name="connsiteY78" fmla="*/ 598050 h 1635895"/>
                    <a:gd name="connsiteX79" fmla="*/ 1041086 w 1644615"/>
                    <a:gd name="connsiteY79" fmla="*/ 807092 h 1635895"/>
                    <a:gd name="connsiteX80" fmla="*/ 1052135 w 1644615"/>
                    <a:gd name="connsiteY80" fmla="*/ 598050 h 1635895"/>
                    <a:gd name="connsiteX81" fmla="*/ 441011 w 1644615"/>
                    <a:gd name="connsiteY81" fmla="*/ 1044963 h 1635895"/>
                    <a:gd name="connsiteX82" fmla="*/ 658816 w 1644615"/>
                    <a:gd name="connsiteY82" fmla="*/ 1078618 h 1635895"/>
                    <a:gd name="connsiteX83" fmla="*/ 569154 w 1644615"/>
                    <a:gd name="connsiteY83" fmla="*/ 1062616 h 1635895"/>
                    <a:gd name="connsiteX84" fmla="*/ 441011 w 1644615"/>
                    <a:gd name="connsiteY84" fmla="*/ 1044963 h 1635895"/>
                    <a:gd name="connsiteX85" fmla="*/ 303597 w 1644615"/>
                    <a:gd name="connsiteY85" fmla="*/ 1095509 h 1635895"/>
                    <a:gd name="connsiteX86" fmla="*/ 288992 w 1644615"/>
                    <a:gd name="connsiteY86" fmla="*/ 1125100 h 1635895"/>
                    <a:gd name="connsiteX87" fmla="*/ 345380 w 1644615"/>
                    <a:gd name="connsiteY87" fmla="*/ 1175519 h 1635895"/>
                    <a:gd name="connsiteX88" fmla="*/ 332934 w 1644615"/>
                    <a:gd name="connsiteY88" fmla="*/ 1333380 h 1635895"/>
                    <a:gd name="connsiteX89" fmla="*/ 384369 w 1644615"/>
                    <a:gd name="connsiteY89" fmla="*/ 1261879 h 1635895"/>
                    <a:gd name="connsiteX90" fmla="*/ 303597 w 1644615"/>
                    <a:gd name="connsiteY90" fmla="*/ 1095509 h 1635895"/>
                    <a:gd name="connsiteX91" fmla="*/ 1154370 w 1644615"/>
                    <a:gd name="connsiteY91" fmla="*/ 1214635 h 1635895"/>
                    <a:gd name="connsiteX92" fmla="*/ 1130875 w 1644615"/>
                    <a:gd name="connsiteY92" fmla="*/ 1407675 h 1635895"/>
                    <a:gd name="connsiteX93" fmla="*/ 1261431 w 1644615"/>
                    <a:gd name="connsiteY93" fmla="*/ 1463301 h 1635895"/>
                    <a:gd name="connsiteX94" fmla="*/ 1374969 w 1644615"/>
                    <a:gd name="connsiteY94" fmla="*/ 1474731 h 1635895"/>
                    <a:gd name="connsiteX95" fmla="*/ 1357316 w 1644615"/>
                    <a:gd name="connsiteY95" fmla="*/ 1446029 h 1635895"/>
                    <a:gd name="connsiteX96" fmla="*/ 1258637 w 1644615"/>
                    <a:gd name="connsiteY96" fmla="*/ 1386466 h 1635895"/>
                    <a:gd name="connsiteX97" fmla="*/ 1445581 w 1644615"/>
                    <a:gd name="connsiteY97" fmla="*/ 1429773 h 1635895"/>
                    <a:gd name="connsiteX98" fmla="*/ 1403163 w 1644615"/>
                    <a:gd name="connsiteY98" fmla="*/ 1377195 h 1635895"/>
                    <a:gd name="connsiteX99" fmla="*/ 1296229 w 1644615"/>
                    <a:gd name="connsiteY99" fmla="*/ 1332237 h 1635895"/>
                    <a:gd name="connsiteX100" fmla="*/ 1489269 w 1644615"/>
                    <a:gd name="connsiteY100" fmla="*/ 1359923 h 1635895"/>
                    <a:gd name="connsiteX101" fmla="*/ 1491174 w 1644615"/>
                    <a:gd name="connsiteY101" fmla="*/ 1340111 h 1635895"/>
                    <a:gd name="connsiteX102" fmla="*/ 1235269 w 1644615"/>
                    <a:gd name="connsiteY102" fmla="*/ 1248163 h 1635895"/>
                    <a:gd name="connsiteX103" fmla="*/ 1341060 w 1644615"/>
                    <a:gd name="connsiteY103" fmla="*/ 1171709 h 1635895"/>
                    <a:gd name="connsiteX104" fmla="*/ 1301944 w 1644615"/>
                    <a:gd name="connsiteY104" fmla="*/ 1132720 h 1635895"/>
                    <a:gd name="connsiteX105" fmla="*/ 1154370 w 1644615"/>
                    <a:gd name="connsiteY105" fmla="*/ 1214635 h 1635895"/>
                    <a:gd name="connsiteX106" fmla="*/ 857063 w 1644615"/>
                    <a:gd name="connsiteY106" fmla="*/ 1181488 h 1635895"/>
                    <a:gd name="connsiteX107" fmla="*/ 878272 w 1644615"/>
                    <a:gd name="connsiteY107" fmla="*/ 1300868 h 1635895"/>
                    <a:gd name="connsiteX108" fmla="*/ 905704 w 1644615"/>
                    <a:gd name="connsiteY108" fmla="*/ 1540771 h 1635895"/>
                    <a:gd name="connsiteX109" fmla="*/ 1188660 w 1644615"/>
                    <a:gd name="connsiteY109" fmla="*/ 1474350 h 1635895"/>
                    <a:gd name="connsiteX110" fmla="*/ 1073344 w 1644615"/>
                    <a:gd name="connsiteY110" fmla="*/ 1300233 h 1635895"/>
                    <a:gd name="connsiteX111" fmla="*/ 973522 w 1644615"/>
                    <a:gd name="connsiteY111" fmla="*/ 1438155 h 1635895"/>
                    <a:gd name="connsiteX112" fmla="*/ 945201 w 1644615"/>
                    <a:gd name="connsiteY112" fmla="*/ 1487558 h 1635895"/>
                    <a:gd name="connsiteX113" fmla="*/ 974665 w 1644615"/>
                    <a:gd name="connsiteY113" fmla="*/ 1366781 h 1635895"/>
                    <a:gd name="connsiteX114" fmla="*/ 857063 w 1644615"/>
                    <a:gd name="connsiteY114" fmla="*/ 1181488 h 1635895"/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200852 w 1644613"/>
                    <a:gd name="connsiteY4" fmla="*/ 768865 h 1635893"/>
                    <a:gd name="connsiteX5" fmla="*/ 1100903 w 1644613"/>
                    <a:gd name="connsiteY5" fmla="*/ 724415 h 1635893"/>
                    <a:gd name="connsiteX6" fmla="*/ 1075122 w 1644613"/>
                    <a:gd name="connsiteY6" fmla="*/ 806838 h 1635893"/>
                    <a:gd name="connsiteX7" fmla="*/ 994858 w 1644613"/>
                    <a:gd name="connsiteY7" fmla="*/ 891166 h 1635893"/>
                    <a:gd name="connsiteX8" fmla="*/ 900370 w 1644613"/>
                    <a:gd name="connsiteY8" fmla="*/ 986162 h 1635893"/>
                    <a:gd name="connsiteX9" fmla="*/ 765623 w 1644613"/>
                    <a:gd name="connsiteY9" fmla="*/ 1048392 h 1635893"/>
                    <a:gd name="connsiteX10" fmla="*/ 993715 w 1644613"/>
                    <a:gd name="connsiteY10" fmla="*/ 1351541 h 1635893"/>
                    <a:gd name="connsiteX11" fmla="*/ 1109666 w 1644613"/>
                    <a:gd name="connsiteY11" fmla="*/ 1221620 h 1635893"/>
                    <a:gd name="connsiteX12" fmla="*/ 1283275 w 1644613"/>
                    <a:gd name="connsiteY12" fmla="*/ 1111003 h 1635893"/>
                    <a:gd name="connsiteX13" fmla="*/ 1372810 w 1644613"/>
                    <a:gd name="connsiteY13" fmla="*/ 1159136 h 1635893"/>
                    <a:gd name="connsiteX14" fmla="*/ 1290260 w 1644613"/>
                    <a:gd name="connsiteY14" fmla="*/ 1244353 h 1635893"/>
                    <a:gd name="connsiteX15" fmla="*/ 1514796 w 1644613"/>
                    <a:gd name="connsiteY15" fmla="*/ 1325633 h 1635893"/>
                    <a:gd name="connsiteX16" fmla="*/ 1460440 w 1644613"/>
                    <a:gd name="connsiteY16" fmla="*/ 1390657 h 1635893"/>
                    <a:gd name="connsiteX17" fmla="*/ 1460821 w 1644613"/>
                    <a:gd name="connsiteY17" fmla="*/ 1438790 h 1635893"/>
                    <a:gd name="connsiteX18" fmla="*/ 1403163 w 1644613"/>
                    <a:gd name="connsiteY18" fmla="*/ 1459999 h 1635893"/>
                    <a:gd name="connsiteX19" fmla="*/ 1396686 w 1644613"/>
                    <a:gd name="connsiteY19" fmla="*/ 1490352 h 1635893"/>
                    <a:gd name="connsiteX20" fmla="*/ 1222569 w 1644613"/>
                    <a:gd name="connsiteY20" fmla="*/ 1482224 h 1635893"/>
                    <a:gd name="connsiteX21" fmla="*/ 1041340 w 1644613"/>
                    <a:gd name="connsiteY21" fmla="*/ 1583443 h 1635893"/>
                    <a:gd name="connsiteX22" fmla="*/ 907228 w 1644613"/>
                    <a:gd name="connsiteY22" fmla="*/ 1570362 h 1635893"/>
                    <a:gd name="connsiteX23" fmla="*/ 909260 w 1644613"/>
                    <a:gd name="connsiteY23" fmla="*/ 1626242 h 1635893"/>
                    <a:gd name="connsiteX24" fmla="*/ 884622 w 1644613"/>
                    <a:gd name="connsiteY24" fmla="*/ 1624718 h 1635893"/>
                    <a:gd name="connsiteX25" fmla="*/ 878780 w 1644613"/>
                    <a:gd name="connsiteY25" fmla="*/ 1550296 h 1635893"/>
                    <a:gd name="connsiteX26" fmla="*/ 820106 w 1644613"/>
                    <a:gd name="connsiteY26" fmla="*/ 1144658 h 1635893"/>
                    <a:gd name="connsiteX27" fmla="*/ 747208 w 1644613"/>
                    <a:gd name="connsiteY27" fmla="*/ 1071887 h 1635893"/>
                    <a:gd name="connsiteX28" fmla="*/ 424882 w 1644613"/>
                    <a:gd name="connsiteY28" fmla="*/ 1070236 h 1635893"/>
                    <a:gd name="connsiteX29" fmla="*/ 337125 w 1644613"/>
                    <a:gd name="connsiteY29" fmla="*/ 1072395 h 1635893"/>
                    <a:gd name="connsiteX30" fmla="*/ 407610 w 1644613"/>
                    <a:gd name="connsiteY30" fmla="*/ 1284231 h 1635893"/>
                    <a:gd name="connsiteX31" fmla="*/ 322774 w 1644613"/>
                    <a:gd name="connsiteY31" fmla="*/ 1363352 h 1635893"/>
                    <a:gd name="connsiteX32" fmla="*/ 288357 w 1644613"/>
                    <a:gd name="connsiteY32" fmla="*/ 1588650 h 1635893"/>
                    <a:gd name="connsiteX33" fmla="*/ 283023 w 1644613"/>
                    <a:gd name="connsiteY33" fmla="*/ 1624718 h 1635893"/>
                    <a:gd name="connsiteX34" fmla="*/ 259020 w 1644613"/>
                    <a:gd name="connsiteY34" fmla="*/ 1629417 h 1635893"/>
                    <a:gd name="connsiteX35" fmla="*/ 323409 w 1644613"/>
                    <a:gd name="connsiteY35" fmla="*/ 1250068 h 1635893"/>
                    <a:gd name="connsiteX36" fmla="*/ 305629 w 1644613"/>
                    <a:gd name="connsiteY36" fmla="*/ 1166248 h 1635893"/>
                    <a:gd name="connsiteX37" fmla="*/ 229556 w 1644613"/>
                    <a:gd name="connsiteY37" fmla="*/ 1192410 h 1635893"/>
                    <a:gd name="connsiteX38" fmla="*/ 18228 w 1644613"/>
                    <a:gd name="connsiteY38" fmla="*/ 1623575 h 1635893"/>
                    <a:gd name="connsiteX39" fmla="*/ 2099 w 1644613"/>
                    <a:gd name="connsiteY39" fmla="*/ 1635894 h 1635893"/>
                    <a:gd name="connsiteX40" fmla="*/ 17212 w 1644613"/>
                    <a:gd name="connsiteY40" fmla="*/ 1539628 h 1635893"/>
                    <a:gd name="connsiteX41" fmla="*/ 107001 w 1644613"/>
                    <a:gd name="connsiteY41" fmla="*/ 1318648 h 1635893"/>
                    <a:gd name="connsiteX42" fmla="*/ 216983 w 1644613"/>
                    <a:gd name="connsiteY42" fmla="*/ 1168153 h 1635893"/>
                    <a:gd name="connsiteX43" fmla="*/ 304867 w 1644613"/>
                    <a:gd name="connsiteY43" fmla="*/ 1066553 h 1635893"/>
                    <a:gd name="connsiteX44" fmla="*/ 391481 w 1644613"/>
                    <a:gd name="connsiteY44" fmla="*/ 1032390 h 1635893"/>
                    <a:gd name="connsiteX45" fmla="*/ 252924 w 1644613"/>
                    <a:gd name="connsiteY45" fmla="*/ 952253 h 1635893"/>
                    <a:gd name="connsiteX46" fmla="*/ 138243 w 1644613"/>
                    <a:gd name="connsiteY46" fmla="*/ 837064 h 1635893"/>
                    <a:gd name="connsiteX47" fmla="*/ 83633 w 1644613"/>
                    <a:gd name="connsiteY47" fmla="*/ 754514 h 1635893"/>
                    <a:gd name="connsiteX48" fmla="*/ 139767 w 1644613"/>
                    <a:gd name="connsiteY48" fmla="*/ 520707 h 1635893"/>
                    <a:gd name="connsiteX49" fmla="*/ 413198 w 1644613"/>
                    <a:gd name="connsiteY49" fmla="*/ 274200 h 1635893"/>
                    <a:gd name="connsiteX50" fmla="*/ 730698 w 1644613"/>
                    <a:gd name="connsiteY50" fmla="*/ 270898 h 1635893"/>
                    <a:gd name="connsiteX51" fmla="*/ 944058 w 1644613"/>
                    <a:gd name="connsiteY51" fmla="*/ 397009 h 1635893"/>
                    <a:gd name="connsiteX52" fmla="*/ 1076900 w 1644613"/>
                    <a:gd name="connsiteY52" fmla="*/ 110878 h 1635893"/>
                    <a:gd name="connsiteX53" fmla="*/ 971617 w 1644613"/>
                    <a:gd name="connsiteY53" fmla="*/ 432950 h 1635893"/>
                    <a:gd name="connsiteX54" fmla="*/ 1070423 w 1644613"/>
                    <a:gd name="connsiteY54" fmla="*/ 588017 h 1635893"/>
                    <a:gd name="connsiteX55" fmla="*/ 1107507 w 1644613"/>
                    <a:gd name="connsiteY55" fmla="*/ 692030 h 1635893"/>
                    <a:gd name="connsiteX56" fmla="*/ 1459424 w 1644613"/>
                    <a:gd name="connsiteY56" fmla="*/ 707524 h 1635893"/>
                    <a:gd name="connsiteX57" fmla="*/ 1614364 w 1644613"/>
                    <a:gd name="connsiteY57" fmla="*/ 462160 h 1635893"/>
                    <a:gd name="connsiteX58" fmla="*/ 1543879 w 1644613"/>
                    <a:gd name="connsiteY58" fmla="*/ 155963 h 1635893"/>
                    <a:gd name="connsiteX59" fmla="*/ 1261939 w 1644613"/>
                    <a:gd name="connsiteY59" fmla="*/ 27312 h 1635893"/>
                    <a:gd name="connsiteX60" fmla="*/ 1076900 w 1644613"/>
                    <a:gd name="connsiteY60" fmla="*/ 110878 h 1635893"/>
                    <a:gd name="connsiteX61" fmla="*/ 175327 w 1644613"/>
                    <a:gd name="connsiteY61" fmla="*/ 504578 h 1635893"/>
                    <a:gd name="connsiteX62" fmla="*/ 227270 w 1644613"/>
                    <a:gd name="connsiteY62" fmla="*/ 521723 h 1635893"/>
                    <a:gd name="connsiteX63" fmla="*/ 284801 w 1644613"/>
                    <a:gd name="connsiteY63" fmla="*/ 676663 h 1635893"/>
                    <a:gd name="connsiteX64" fmla="*/ 256607 w 1644613"/>
                    <a:gd name="connsiteY64" fmla="*/ 816998 h 1635893"/>
                    <a:gd name="connsiteX65" fmla="*/ 204283 w 1644613"/>
                    <a:gd name="connsiteY65" fmla="*/ 863734 h 1635893"/>
                    <a:gd name="connsiteX66" fmla="*/ 615128 w 1644613"/>
                    <a:gd name="connsiteY66" fmla="*/ 1040010 h 1635893"/>
                    <a:gd name="connsiteX67" fmla="*/ 979491 w 1644613"/>
                    <a:gd name="connsiteY67" fmla="*/ 867671 h 1635893"/>
                    <a:gd name="connsiteX68" fmla="*/ 1018353 w 1644613"/>
                    <a:gd name="connsiteY68" fmla="*/ 573666 h 1635893"/>
                    <a:gd name="connsiteX69" fmla="*/ 672151 w 1644613"/>
                    <a:gd name="connsiteY69" fmla="*/ 284741 h 1635893"/>
                    <a:gd name="connsiteX70" fmla="*/ 175327 w 1644613"/>
                    <a:gd name="connsiteY70" fmla="*/ 504578 h 1635893"/>
                    <a:gd name="connsiteX71" fmla="*/ 159833 w 1644613"/>
                    <a:gd name="connsiteY71" fmla="*/ 539884 h 1635893"/>
                    <a:gd name="connsiteX72" fmla="*/ 104588 w 1644613"/>
                    <a:gd name="connsiteY72" fmla="*/ 728098 h 1635893"/>
                    <a:gd name="connsiteX73" fmla="*/ 197679 w 1644613"/>
                    <a:gd name="connsiteY73" fmla="*/ 834143 h 1635893"/>
                    <a:gd name="connsiteX74" fmla="*/ 250892 w 1644613"/>
                    <a:gd name="connsiteY74" fmla="*/ 752355 h 1635893"/>
                    <a:gd name="connsiteX75" fmla="*/ 234636 w 1644613"/>
                    <a:gd name="connsiteY75" fmla="*/ 576587 h 1635893"/>
                    <a:gd name="connsiteX76" fmla="*/ 159833 w 1644613"/>
                    <a:gd name="connsiteY76" fmla="*/ 539884 h 1635893"/>
                    <a:gd name="connsiteX77" fmla="*/ 1052135 w 1644613"/>
                    <a:gd name="connsiteY77" fmla="*/ 598050 h 1635893"/>
                    <a:gd name="connsiteX78" fmla="*/ 1041086 w 1644613"/>
                    <a:gd name="connsiteY78" fmla="*/ 807092 h 1635893"/>
                    <a:gd name="connsiteX79" fmla="*/ 1052135 w 1644613"/>
                    <a:gd name="connsiteY79" fmla="*/ 598050 h 1635893"/>
                    <a:gd name="connsiteX80" fmla="*/ 441011 w 1644613"/>
                    <a:gd name="connsiteY80" fmla="*/ 1044963 h 1635893"/>
                    <a:gd name="connsiteX81" fmla="*/ 658816 w 1644613"/>
                    <a:gd name="connsiteY81" fmla="*/ 1078618 h 1635893"/>
                    <a:gd name="connsiteX82" fmla="*/ 569154 w 1644613"/>
                    <a:gd name="connsiteY82" fmla="*/ 1062616 h 1635893"/>
                    <a:gd name="connsiteX83" fmla="*/ 441011 w 1644613"/>
                    <a:gd name="connsiteY83" fmla="*/ 1044963 h 1635893"/>
                    <a:gd name="connsiteX84" fmla="*/ 303597 w 1644613"/>
                    <a:gd name="connsiteY84" fmla="*/ 1095509 h 1635893"/>
                    <a:gd name="connsiteX85" fmla="*/ 288992 w 1644613"/>
                    <a:gd name="connsiteY85" fmla="*/ 1125100 h 1635893"/>
                    <a:gd name="connsiteX86" fmla="*/ 345380 w 1644613"/>
                    <a:gd name="connsiteY86" fmla="*/ 1175519 h 1635893"/>
                    <a:gd name="connsiteX87" fmla="*/ 332934 w 1644613"/>
                    <a:gd name="connsiteY87" fmla="*/ 1333380 h 1635893"/>
                    <a:gd name="connsiteX88" fmla="*/ 384369 w 1644613"/>
                    <a:gd name="connsiteY88" fmla="*/ 1261879 h 1635893"/>
                    <a:gd name="connsiteX89" fmla="*/ 303597 w 1644613"/>
                    <a:gd name="connsiteY89" fmla="*/ 1095509 h 1635893"/>
                    <a:gd name="connsiteX90" fmla="*/ 1154370 w 1644613"/>
                    <a:gd name="connsiteY90" fmla="*/ 1214635 h 1635893"/>
                    <a:gd name="connsiteX91" fmla="*/ 1130875 w 1644613"/>
                    <a:gd name="connsiteY91" fmla="*/ 1407675 h 1635893"/>
                    <a:gd name="connsiteX92" fmla="*/ 1261431 w 1644613"/>
                    <a:gd name="connsiteY92" fmla="*/ 1463301 h 1635893"/>
                    <a:gd name="connsiteX93" fmla="*/ 1374969 w 1644613"/>
                    <a:gd name="connsiteY93" fmla="*/ 1474731 h 1635893"/>
                    <a:gd name="connsiteX94" fmla="*/ 1357316 w 1644613"/>
                    <a:gd name="connsiteY94" fmla="*/ 1446029 h 1635893"/>
                    <a:gd name="connsiteX95" fmla="*/ 1258637 w 1644613"/>
                    <a:gd name="connsiteY95" fmla="*/ 1386466 h 1635893"/>
                    <a:gd name="connsiteX96" fmla="*/ 1445581 w 1644613"/>
                    <a:gd name="connsiteY96" fmla="*/ 1429773 h 1635893"/>
                    <a:gd name="connsiteX97" fmla="*/ 1403163 w 1644613"/>
                    <a:gd name="connsiteY97" fmla="*/ 1377195 h 1635893"/>
                    <a:gd name="connsiteX98" fmla="*/ 1296229 w 1644613"/>
                    <a:gd name="connsiteY98" fmla="*/ 1332237 h 1635893"/>
                    <a:gd name="connsiteX99" fmla="*/ 1489269 w 1644613"/>
                    <a:gd name="connsiteY99" fmla="*/ 1359923 h 1635893"/>
                    <a:gd name="connsiteX100" fmla="*/ 1491174 w 1644613"/>
                    <a:gd name="connsiteY100" fmla="*/ 1340111 h 1635893"/>
                    <a:gd name="connsiteX101" fmla="*/ 1235269 w 1644613"/>
                    <a:gd name="connsiteY101" fmla="*/ 1248163 h 1635893"/>
                    <a:gd name="connsiteX102" fmla="*/ 1341060 w 1644613"/>
                    <a:gd name="connsiteY102" fmla="*/ 1171709 h 1635893"/>
                    <a:gd name="connsiteX103" fmla="*/ 1301944 w 1644613"/>
                    <a:gd name="connsiteY103" fmla="*/ 1132720 h 1635893"/>
                    <a:gd name="connsiteX104" fmla="*/ 1154370 w 1644613"/>
                    <a:gd name="connsiteY104" fmla="*/ 1214635 h 1635893"/>
                    <a:gd name="connsiteX105" fmla="*/ 857063 w 1644613"/>
                    <a:gd name="connsiteY105" fmla="*/ 1181488 h 1635893"/>
                    <a:gd name="connsiteX106" fmla="*/ 878272 w 1644613"/>
                    <a:gd name="connsiteY106" fmla="*/ 1300868 h 1635893"/>
                    <a:gd name="connsiteX107" fmla="*/ 905704 w 1644613"/>
                    <a:gd name="connsiteY107" fmla="*/ 1540771 h 1635893"/>
                    <a:gd name="connsiteX108" fmla="*/ 1188660 w 1644613"/>
                    <a:gd name="connsiteY108" fmla="*/ 1474350 h 1635893"/>
                    <a:gd name="connsiteX109" fmla="*/ 1073344 w 1644613"/>
                    <a:gd name="connsiteY109" fmla="*/ 1300233 h 1635893"/>
                    <a:gd name="connsiteX110" fmla="*/ 973522 w 1644613"/>
                    <a:gd name="connsiteY110" fmla="*/ 1438155 h 1635893"/>
                    <a:gd name="connsiteX111" fmla="*/ 945201 w 1644613"/>
                    <a:gd name="connsiteY111" fmla="*/ 1487558 h 1635893"/>
                    <a:gd name="connsiteX112" fmla="*/ 974665 w 1644613"/>
                    <a:gd name="connsiteY112" fmla="*/ 1366781 h 1635893"/>
                    <a:gd name="connsiteX113" fmla="*/ 857063 w 1644613"/>
                    <a:gd name="connsiteY113" fmla="*/ 1181488 h 1635893"/>
                    <a:gd name="connsiteX0" fmla="*/ 1014924 w 1644615"/>
                    <a:gd name="connsiteY0" fmla="*/ 137040 h 1635895"/>
                    <a:gd name="connsiteX1" fmla="*/ 1288609 w 1644615"/>
                    <a:gd name="connsiteY1" fmla="*/ 134 h 1635895"/>
                    <a:gd name="connsiteX2" fmla="*/ 1606363 w 1644615"/>
                    <a:gd name="connsiteY2" fmla="*/ 207525 h 1635895"/>
                    <a:gd name="connsiteX3" fmla="*/ 1635827 w 1644615"/>
                    <a:gd name="connsiteY3" fmla="*/ 498990 h 1635895"/>
                    <a:gd name="connsiteX4" fmla="*/ 1200852 w 1644615"/>
                    <a:gd name="connsiteY4" fmla="*/ 768865 h 1635895"/>
                    <a:gd name="connsiteX5" fmla="*/ 1100903 w 1644615"/>
                    <a:gd name="connsiteY5" fmla="*/ 724415 h 1635895"/>
                    <a:gd name="connsiteX6" fmla="*/ 1075122 w 1644615"/>
                    <a:gd name="connsiteY6" fmla="*/ 806838 h 1635895"/>
                    <a:gd name="connsiteX7" fmla="*/ 994858 w 1644615"/>
                    <a:gd name="connsiteY7" fmla="*/ 891166 h 1635895"/>
                    <a:gd name="connsiteX8" fmla="*/ 900370 w 1644615"/>
                    <a:gd name="connsiteY8" fmla="*/ 986162 h 1635895"/>
                    <a:gd name="connsiteX9" fmla="*/ 765623 w 1644615"/>
                    <a:gd name="connsiteY9" fmla="*/ 1048392 h 1635895"/>
                    <a:gd name="connsiteX10" fmla="*/ 993715 w 1644615"/>
                    <a:gd name="connsiteY10" fmla="*/ 1351541 h 1635895"/>
                    <a:gd name="connsiteX11" fmla="*/ 1109666 w 1644615"/>
                    <a:gd name="connsiteY11" fmla="*/ 1221620 h 1635895"/>
                    <a:gd name="connsiteX12" fmla="*/ 1283275 w 1644615"/>
                    <a:gd name="connsiteY12" fmla="*/ 1111003 h 1635895"/>
                    <a:gd name="connsiteX13" fmla="*/ 1372810 w 1644615"/>
                    <a:gd name="connsiteY13" fmla="*/ 1159136 h 1635895"/>
                    <a:gd name="connsiteX14" fmla="*/ 1290260 w 1644615"/>
                    <a:gd name="connsiteY14" fmla="*/ 1244353 h 1635895"/>
                    <a:gd name="connsiteX15" fmla="*/ 1514796 w 1644615"/>
                    <a:gd name="connsiteY15" fmla="*/ 1325633 h 1635895"/>
                    <a:gd name="connsiteX16" fmla="*/ 1460440 w 1644615"/>
                    <a:gd name="connsiteY16" fmla="*/ 1390657 h 1635895"/>
                    <a:gd name="connsiteX17" fmla="*/ 1460821 w 1644615"/>
                    <a:gd name="connsiteY17" fmla="*/ 1438790 h 1635895"/>
                    <a:gd name="connsiteX18" fmla="*/ 1403163 w 1644615"/>
                    <a:gd name="connsiteY18" fmla="*/ 1459999 h 1635895"/>
                    <a:gd name="connsiteX19" fmla="*/ 1396686 w 1644615"/>
                    <a:gd name="connsiteY19" fmla="*/ 1490352 h 1635895"/>
                    <a:gd name="connsiteX20" fmla="*/ 1222569 w 1644615"/>
                    <a:gd name="connsiteY20" fmla="*/ 1482224 h 1635895"/>
                    <a:gd name="connsiteX21" fmla="*/ 1041340 w 1644615"/>
                    <a:gd name="connsiteY21" fmla="*/ 1583443 h 1635895"/>
                    <a:gd name="connsiteX22" fmla="*/ 907228 w 1644615"/>
                    <a:gd name="connsiteY22" fmla="*/ 1570362 h 1635895"/>
                    <a:gd name="connsiteX23" fmla="*/ 909260 w 1644615"/>
                    <a:gd name="connsiteY23" fmla="*/ 1626242 h 1635895"/>
                    <a:gd name="connsiteX24" fmla="*/ 884622 w 1644615"/>
                    <a:gd name="connsiteY24" fmla="*/ 1624718 h 1635895"/>
                    <a:gd name="connsiteX25" fmla="*/ 878780 w 1644615"/>
                    <a:gd name="connsiteY25" fmla="*/ 1550296 h 1635895"/>
                    <a:gd name="connsiteX26" fmla="*/ 820106 w 1644615"/>
                    <a:gd name="connsiteY26" fmla="*/ 1144658 h 1635895"/>
                    <a:gd name="connsiteX27" fmla="*/ 747208 w 1644615"/>
                    <a:gd name="connsiteY27" fmla="*/ 1071887 h 1635895"/>
                    <a:gd name="connsiteX28" fmla="*/ 424882 w 1644615"/>
                    <a:gd name="connsiteY28" fmla="*/ 1070236 h 1635895"/>
                    <a:gd name="connsiteX29" fmla="*/ 337125 w 1644615"/>
                    <a:gd name="connsiteY29" fmla="*/ 1072395 h 1635895"/>
                    <a:gd name="connsiteX30" fmla="*/ 407610 w 1644615"/>
                    <a:gd name="connsiteY30" fmla="*/ 1284231 h 1635895"/>
                    <a:gd name="connsiteX31" fmla="*/ 322774 w 1644615"/>
                    <a:gd name="connsiteY31" fmla="*/ 1363352 h 1635895"/>
                    <a:gd name="connsiteX32" fmla="*/ 288357 w 1644615"/>
                    <a:gd name="connsiteY32" fmla="*/ 1588650 h 1635895"/>
                    <a:gd name="connsiteX33" fmla="*/ 283023 w 1644615"/>
                    <a:gd name="connsiteY33" fmla="*/ 1624718 h 1635895"/>
                    <a:gd name="connsiteX34" fmla="*/ 259020 w 1644615"/>
                    <a:gd name="connsiteY34" fmla="*/ 1629417 h 1635895"/>
                    <a:gd name="connsiteX35" fmla="*/ 323409 w 1644615"/>
                    <a:gd name="connsiteY35" fmla="*/ 1250068 h 1635895"/>
                    <a:gd name="connsiteX36" fmla="*/ 305629 w 1644615"/>
                    <a:gd name="connsiteY36" fmla="*/ 1166248 h 1635895"/>
                    <a:gd name="connsiteX37" fmla="*/ 229556 w 1644615"/>
                    <a:gd name="connsiteY37" fmla="*/ 1192410 h 1635895"/>
                    <a:gd name="connsiteX38" fmla="*/ 18228 w 1644615"/>
                    <a:gd name="connsiteY38" fmla="*/ 1623575 h 1635895"/>
                    <a:gd name="connsiteX39" fmla="*/ 2099 w 1644615"/>
                    <a:gd name="connsiteY39" fmla="*/ 1635894 h 1635895"/>
                    <a:gd name="connsiteX40" fmla="*/ 17212 w 1644615"/>
                    <a:gd name="connsiteY40" fmla="*/ 1539628 h 1635895"/>
                    <a:gd name="connsiteX41" fmla="*/ 107001 w 1644615"/>
                    <a:gd name="connsiteY41" fmla="*/ 1318648 h 1635895"/>
                    <a:gd name="connsiteX42" fmla="*/ 216983 w 1644615"/>
                    <a:gd name="connsiteY42" fmla="*/ 1168153 h 1635895"/>
                    <a:gd name="connsiteX43" fmla="*/ 304867 w 1644615"/>
                    <a:gd name="connsiteY43" fmla="*/ 1066553 h 1635895"/>
                    <a:gd name="connsiteX44" fmla="*/ 391481 w 1644615"/>
                    <a:gd name="connsiteY44" fmla="*/ 1032390 h 1635895"/>
                    <a:gd name="connsiteX45" fmla="*/ 252924 w 1644615"/>
                    <a:gd name="connsiteY45" fmla="*/ 952253 h 1635895"/>
                    <a:gd name="connsiteX46" fmla="*/ 138243 w 1644615"/>
                    <a:gd name="connsiteY46" fmla="*/ 837064 h 1635895"/>
                    <a:gd name="connsiteX47" fmla="*/ 83633 w 1644615"/>
                    <a:gd name="connsiteY47" fmla="*/ 754514 h 1635895"/>
                    <a:gd name="connsiteX48" fmla="*/ 139767 w 1644615"/>
                    <a:gd name="connsiteY48" fmla="*/ 520707 h 1635895"/>
                    <a:gd name="connsiteX49" fmla="*/ 413198 w 1644615"/>
                    <a:gd name="connsiteY49" fmla="*/ 274200 h 1635895"/>
                    <a:gd name="connsiteX50" fmla="*/ 730698 w 1644615"/>
                    <a:gd name="connsiteY50" fmla="*/ 270898 h 1635895"/>
                    <a:gd name="connsiteX51" fmla="*/ 944058 w 1644615"/>
                    <a:gd name="connsiteY51" fmla="*/ 397009 h 1635895"/>
                    <a:gd name="connsiteX52" fmla="*/ 1076900 w 1644615"/>
                    <a:gd name="connsiteY52" fmla="*/ 110878 h 1635895"/>
                    <a:gd name="connsiteX53" fmla="*/ 971617 w 1644615"/>
                    <a:gd name="connsiteY53" fmla="*/ 432950 h 1635895"/>
                    <a:gd name="connsiteX54" fmla="*/ 1070423 w 1644615"/>
                    <a:gd name="connsiteY54" fmla="*/ 588017 h 1635895"/>
                    <a:gd name="connsiteX55" fmla="*/ 1107507 w 1644615"/>
                    <a:gd name="connsiteY55" fmla="*/ 692030 h 1635895"/>
                    <a:gd name="connsiteX56" fmla="*/ 1614364 w 1644615"/>
                    <a:gd name="connsiteY56" fmla="*/ 462160 h 1635895"/>
                    <a:gd name="connsiteX57" fmla="*/ 1543879 w 1644615"/>
                    <a:gd name="connsiteY57" fmla="*/ 155963 h 1635895"/>
                    <a:gd name="connsiteX58" fmla="*/ 1261939 w 1644615"/>
                    <a:gd name="connsiteY58" fmla="*/ 27312 h 1635895"/>
                    <a:gd name="connsiteX59" fmla="*/ 1076900 w 1644615"/>
                    <a:gd name="connsiteY59" fmla="*/ 110878 h 1635895"/>
                    <a:gd name="connsiteX60" fmla="*/ 175327 w 1644615"/>
                    <a:gd name="connsiteY60" fmla="*/ 504578 h 1635895"/>
                    <a:gd name="connsiteX61" fmla="*/ 227270 w 1644615"/>
                    <a:gd name="connsiteY61" fmla="*/ 521723 h 1635895"/>
                    <a:gd name="connsiteX62" fmla="*/ 284801 w 1644615"/>
                    <a:gd name="connsiteY62" fmla="*/ 676663 h 1635895"/>
                    <a:gd name="connsiteX63" fmla="*/ 256607 w 1644615"/>
                    <a:gd name="connsiteY63" fmla="*/ 816998 h 1635895"/>
                    <a:gd name="connsiteX64" fmla="*/ 204283 w 1644615"/>
                    <a:gd name="connsiteY64" fmla="*/ 863734 h 1635895"/>
                    <a:gd name="connsiteX65" fmla="*/ 615128 w 1644615"/>
                    <a:gd name="connsiteY65" fmla="*/ 1040010 h 1635895"/>
                    <a:gd name="connsiteX66" fmla="*/ 979491 w 1644615"/>
                    <a:gd name="connsiteY66" fmla="*/ 867671 h 1635895"/>
                    <a:gd name="connsiteX67" fmla="*/ 1018353 w 1644615"/>
                    <a:gd name="connsiteY67" fmla="*/ 573666 h 1635895"/>
                    <a:gd name="connsiteX68" fmla="*/ 672151 w 1644615"/>
                    <a:gd name="connsiteY68" fmla="*/ 284741 h 1635895"/>
                    <a:gd name="connsiteX69" fmla="*/ 175327 w 1644615"/>
                    <a:gd name="connsiteY69" fmla="*/ 504578 h 1635895"/>
                    <a:gd name="connsiteX70" fmla="*/ 159833 w 1644615"/>
                    <a:gd name="connsiteY70" fmla="*/ 539884 h 1635895"/>
                    <a:gd name="connsiteX71" fmla="*/ 104588 w 1644615"/>
                    <a:gd name="connsiteY71" fmla="*/ 728098 h 1635895"/>
                    <a:gd name="connsiteX72" fmla="*/ 197679 w 1644615"/>
                    <a:gd name="connsiteY72" fmla="*/ 834143 h 1635895"/>
                    <a:gd name="connsiteX73" fmla="*/ 250892 w 1644615"/>
                    <a:gd name="connsiteY73" fmla="*/ 752355 h 1635895"/>
                    <a:gd name="connsiteX74" fmla="*/ 234636 w 1644615"/>
                    <a:gd name="connsiteY74" fmla="*/ 576587 h 1635895"/>
                    <a:gd name="connsiteX75" fmla="*/ 159833 w 1644615"/>
                    <a:gd name="connsiteY75" fmla="*/ 539884 h 1635895"/>
                    <a:gd name="connsiteX76" fmla="*/ 1052135 w 1644615"/>
                    <a:gd name="connsiteY76" fmla="*/ 598050 h 1635895"/>
                    <a:gd name="connsiteX77" fmla="*/ 1041086 w 1644615"/>
                    <a:gd name="connsiteY77" fmla="*/ 807092 h 1635895"/>
                    <a:gd name="connsiteX78" fmla="*/ 1052135 w 1644615"/>
                    <a:gd name="connsiteY78" fmla="*/ 598050 h 1635895"/>
                    <a:gd name="connsiteX79" fmla="*/ 441011 w 1644615"/>
                    <a:gd name="connsiteY79" fmla="*/ 1044963 h 1635895"/>
                    <a:gd name="connsiteX80" fmla="*/ 658816 w 1644615"/>
                    <a:gd name="connsiteY80" fmla="*/ 1078618 h 1635895"/>
                    <a:gd name="connsiteX81" fmla="*/ 569154 w 1644615"/>
                    <a:gd name="connsiteY81" fmla="*/ 1062616 h 1635895"/>
                    <a:gd name="connsiteX82" fmla="*/ 441011 w 1644615"/>
                    <a:gd name="connsiteY82" fmla="*/ 1044963 h 1635895"/>
                    <a:gd name="connsiteX83" fmla="*/ 303597 w 1644615"/>
                    <a:gd name="connsiteY83" fmla="*/ 1095509 h 1635895"/>
                    <a:gd name="connsiteX84" fmla="*/ 288992 w 1644615"/>
                    <a:gd name="connsiteY84" fmla="*/ 1125100 h 1635895"/>
                    <a:gd name="connsiteX85" fmla="*/ 345380 w 1644615"/>
                    <a:gd name="connsiteY85" fmla="*/ 1175519 h 1635895"/>
                    <a:gd name="connsiteX86" fmla="*/ 332934 w 1644615"/>
                    <a:gd name="connsiteY86" fmla="*/ 1333380 h 1635895"/>
                    <a:gd name="connsiteX87" fmla="*/ 384369 w 1644615"/>
                    <a:gd name="connsiteY87" fmla="*/ 1261879 h 1635895"/>
                    <a:gd name="connsiteX88" fmla="*/ 303597 w 1644615"/>
                    <a:gd name="connsiteY88" fmla="*/ 1095509 h 1635895"/>
                    <a:gd name="connsiteX89" fmla="*/ 1154370 w 1644615"/>
                    <a:gd name="connsiteY89" fmla="*/ 1214635 h 1635895"/>
                    <a:gd name="connsiteX90" fmla="*/ 1130875 w 1644615"/>
                    <a:gd name="connsiteY90" fmla="*/ 1407675 h 1635895"/>
                    <a:gd name="connsiteX91" fmla="*/ 1261431 w 1644615"/>
                    <a:gd name="connsiteY91" fmla="*/ 1463301 h 1635895"/>
                    <a:gd name="connsiteX92" fmla="*/ 1374969 w 1644615"/>
                    <a:gd name="connsiteY92" fmla="*/ 1474731 h 1635895"/>
                    <a:gd name="connsiteX93" fmla="*/ 1357316 w 1644615"/>
                    <a:gd name="connsiteY93" fmla="*/ 1446029 h 1635895"/>
                    <a:gd name="connsiteX94" fmla="*/ 1258637 w 1644615"/>
                    <a:gd name="connsiteY94" fmla="*/ 1386466 h 1635895"/>
                    <a:gd name="connsiteX95" fmla="*/ 1445581 w 1644615"/>
                    <a:gd name="connsiteY95" fmla="*/ 1429773 h 1635895"/>
                    <a:gd name="connsiteX96" fmla="*/ 1403163 w 1644615"/>
                    <a:gd name="connsiteY96" fmla="*/ 1377195 h 1635895"/>
                    <a:gd name="connsiteX97" fmla="*/ 1296229 w 1644615"/>
                    <a:gd name="connsiteY97" fmla="*/ 1332237 h 1635895"/>
                    <a:gd name="connsiteX98" fmla="*/ 1489269 w 1644615"/>
                    <a:gd name="connsiteY98" fmla="*/ 1359923 h 1635895"/>
                    <a:gd name="connsiteX99" fmla="*/ 1491174 w 1644615"/>
                    <a:gd name="connsiteY99" fmla="*/ 1340111 h 1635895"/>
                    <a:gd name="connsiteX100" fmla="*/ 1235269 w 1644615"/>
                    <a:gd name="connsiteY100" fmla="*/ 1248163 h 1635895"/>
                    <a:gd name="connsiteX101" fmla="*/ 1341060 w 1644615"/>
                    <a:gd name="connsiteY101" fmla="*/ 1171709 h 1635895"/>
                    <a:gd name="connsiteX102" fmla="*/ 1301944 w 1644615"/>
                    <a:gd name="connsiteY102" fmla="*/ 1132720 h 1635895"/>
                    <a:gd name="connsiteX103" fmla="*/ 1154370 w 1644615"/>
                    <a:gd name="connsiteY103" fmla="*/ 1214635 h 1635895"/>
                    <a:gd name="connsiteX104" fmla="*/ 857063 w 1644615"/>
                    <a:gd name="connsiteY104" fmla="*/ 1181488 h 1635895"/>
                    <a:gd name="connsiteX105" fmla="*/ 878272 w 1644615"/>
                    <a:gd name="connsiteY105" fmla="*/ 1300868 h 1635895"/>
                    <a:gd name="connsiteX106" fmla="*/ 905704 w 1644615"/>
                    <a:gd name="connsiteY106" fmla="*/ 1540771 h 1635895"/>
                    <a:gd name="connsiteX107" fmla="*/ 1188660 w 1644615"/>
                    <a:gd name="connsiteY107" fmla="*/ 1474350 h 1635895"/>
                    <a:gd name="connsiteX108" fmla="*/ 1073344 w 1644615"/>
                    <a:gd name="connsiteY108" fmla="*/ 1300233 h 1635895"/>
                    <a:gd name="connsiteX109" fmla="*/ 973522 w 1644615"/>
                    <a:gd name="connsiteY109" fmla="*/ 1438155 h 1635895"/>
                    <a:gd name="connsiteX110" fmla="*/ 945201 w 1644615"/>
                    <a:gd name="connsiteY110" fmla="*/ 1487558 h 1635895"/>
                    <a:gd name="connsiteX111" fmla="*/ 974665 w 1644615"/>
                    <a:gd name="connsiteY111" fmla="*/ 1366781 h 1635895"/>
                    <a:gd name="connsiteX112" fmla="*/ 857063 w 1644615"/>
                    <a:gd name="connsiteY112" fmla="*/ 1181488 h 1635895"/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100903 w 1644613"/>
                    <a:gd name="connsiteY4" fmla="*/ 724415 h 1635893"/>
                    <a:gd name="connsiteX5" fmla="*/ 1075122 w 1644613"/>
                    <a:gd name="connsiteY5" fmla="*/ 806838 h 1635893"/>
                    <a:gd name="connsiteX6" fmla="*/ 994858 w 1644613"/>
                    <a:gd name="connsiteY6" fmla="*/ 891166 h 1635893"/>
                    <a:gd name="connsiteX7" fmla="*/ 900370 w 1644613"/>
                    <a:gd name="connsiteY7" fmla="*/ 986162 h 1635893"/>
                    <a:gd name="connsiteX8" fmla="*/ 765623 w 1644613"/>
                    <a:gd name="connsiteY8" fmla="*/ 1048392 h 1635893"/>
                    <a:gd name="connsiteX9" fmla="*/ 993715 w 1644613"/>
                    <a:gd name="connsiteY9" fmla="*/ 1351541 h 1635893"/>
                    <a:gd name="connsiteX10" fmla="*/ 1109666 w 1644613"/>
                    <a:gd name="connsiteY10" fmla="*/ 1221620 h 1635893"/>
                    <a:gd name="connsiteX11" fmla="*/ 1283275 w 1644613"/>
                    <a:gd name="connsiteY11" fmla="*/ 1111003 h 1635893"/>
                    <a:gd name="connsiteX12" fmla="*/ 1372810 w 1644613"/>
                    <a:gd name="connsiteY12" fmla="*/ 1159136 h 1635893"/>
                    <a:gd name="connsiteX13" fmla="*/ 1290260 w 1644613"/>
                    <a:gd name="connsiteY13" fmla="*/ 1244353 h 1635893"/>
                    <a:gd name="connsiteX14" fmla="*/ 1514796 w 1644613"/>
                    <a:gd name="connsiteY14" fmla="*/ 1325633 h 1635893"/>
                    <a:gd name="connsiteX15" fmla="*/ 1460440 w 1644613"/>
                    <a:gd name="connsiteY15" fmla="*/ 1390657 h 1635893"/>
                    <a:gd name="connsiteX16" fmla="*/ 1460821 w 1644613"/>
                    <a:gd name="connsiteY16" fmla="*/ 1438790 h 1635893"/>
                    <a:gd name="connsiteX17" fmla="*/ 1403163 w 1644613"/>
                    <a:gd name="connsiteY17" fmla="*/ 1459999 h 1635893"/>
                    <a:gd name="connsiteX18" fmla="*/ 1396686 w 1644613"/>
                    <a:gd name="connsiteY18" fmla="*/ 1490352 h 1635893"/>
                    <a:gd name="connsiteX19" fmla="*/ 1222569 w 1644613"/>
                    <a:gd name="connsiteY19" fmla="*/ 1482224 h 1635893"/>
                    <a:gd name="connsiteX20" fmla="*/ 1041340 w 1644613"/>
                    <a:gd name="connsiteY20" fmla="*/ 1583443 h 1635893"/>
                    <a:gd name="connsiteX21" fmla="*/ 907228 w 1644613"/>
                    <a:gd name="connsiteY21" fmla="*/ 1570362 h 1635893"/>
                    <a:gd name="connsiteX22" fmla="*/ 909260 w 1644613"/>
                    <a:gd name="connsiteY22" fmla="*/ 1626242 h 1635893"/>
                    <a:gd name="connsiteX23" fmla="*/ 884622 w 1644613"/>
                    <a:gd name="connsiteY23" fmla="*/ 1624718 h 1635893"/>
                    <a:gd name="connsiteX24" fmla="*/ 878780 w 1644613"/>
                    <a:gd name="connsiteY24" fmla="*/ 1550296 h 1635893"/>
                    <a:gd name="connsiteX25" fmla="*/ 820106 w 1644613"/>
                    <a:gd name="connsiteY25" fmla="*/ 1144658 h 1635893"/>
                    <a:gd name="connsiteX26" fmla="*/ 747208 w 1644613"/>
                    <a:gd name="connsiteY26" fmla="*/ 1071887 h 1635893"/>
                    <a:gd name="connsiteX27" fmla="*/ 424882 w 1644613"/>
                    <a:gd name="connsiteY27" fmla="*/ 1070236 h 1635893"/>
                    <a:gd name="connsiteX28" fmla="*/ 337125 w 1644613"/>
                    <a:gd name="connsiteY28" fmla="*/ 1072395 h 1635893"/>
                    <a:gd name="connsiteX29" fmla="*/ 407610 w 1644613"/>
                    <a:gd name="connsiteY29" fmla="*/ 1284231 h 1635893"/>
                    <a:gd name="connsiteX30" fmla="*/ 322774 w 1644613"/>
                    <a:gd name="connsiteY30" fmla="*/ 1363352 h 1635893"/>
                    <a:gd name="connsiteX31" fmla="*/ 288357 w 1644613"/>
                    <a:gd name="connsiteY31" fmla="*/ 1588650 h 1635893"/>
                    <a:gd name="connsiteX32" fmla="*/ 283023 w 1644613"/>
                    <a:gd name="connsiteY32" fmla="*/ 1624718 h 1635893"/>
                    <a:gd name="connsiteX33" fmla="*/ 259020 w 1644613"/>
                    <a:gd name="connsiteY33" fmla="*/ 1629417 h 1635893"/>
                    <a:gd name="connsiteX34" fmla="*/ 323409 w 1644613"/>
                    <a:gd name="connsiteY34" fmla="*/ 1250068 h 1635893"/>
                    <a:gd name="connsiteX35" fmla="*/ 305629 w 1644613"/>
                    <a:gd name="connsiteY35" fmla="*/ 1166248 h 1635893"/>
                    <a:gd name="connsiteX36" fmla="*/ 229556 w 1644613"/>
                    <a:gd name="connsiteY36" fmla="*/ 1192410 h 1635893"/>
                    <a:gd name="connsiteX37" fmla="*/ 18228 w 1644613"/>
                    <a:gd name="connsiteY37" fmla="*/ 1623575 h 1635893"/>
                    <a:gd name="connsiteX38" fmla="*/ 2099 w 1644613"/>
                    <a:gd name="connsiteY38" fmla="*/ 1635894 h 1635893"/>
                    <a:gd name="connsiteX39" fmla="*/ 17212 w 1644613"/>
                    <a:gd name="connsiteY39" fmla="*/ 1539628 h 1635893"/>
                    <a:gd name="connsiteX40" fmla="*/ 107001 w 1644613"/>
                    <a:gd name="connsiteY40" fmla="*/ 1318648 h 1635893"/>
                    <a:gd name="connsiteX41" fmla="*/ 216983 w 1644613"/>
                    <a:gd name="connsiteY41" fmla="*/ 1168153 h 1635893"/>
                    <a:gd name="connsiteX42" fmla="*/ 304867 w 1644613"/>
                    <a:gd name="connsiteY42" fmla="*/ 1066553 h 1635893"/>
                    <a:gd name="connsiteX43" fmla="*/ 391481 w 1644613"/>
                    <a:gd name="connsiteY43" fmla="*/ 1032390 h 1635893"/>
                    <a:gd name="connsiteX44" fmla="*/ 252924 w 1644613"/>
                    <a:gd name="connsiteY44" fmla="*/ 952253 h 1635893"/>
                    <a:gd name="connsiteX45" fmla="*/ 138243 w 1644613"/>
                    <a:gd name="connsiteY45" fmla="*/ 837064 h 1635893"/>
                    <a:gd name="connsiteX46" fmla="*/ 83633 w 1644613"/>
                    <a:gd name="connsiteY46" fmla="*/ 754514 h 1635893"/>
                    <a:gd name="connsiteX47" fmla="*/ 139767 w 1644613"/>
                    <a:gd name="connsiteY47" fmla="*/ 520707 h 1635893"/>
                    <a:gd name="connsiteX48" fmla="*/ 413198 w 1644613"/>
                    <a:gd name="connsiteY48" fmla="*/ 274200 h 1635893"/>
                    <a:gd name="connsiteX49" fmla="*/ 730698 w 1644613"/>
                    <a:gd name="connsiteY49" fmla="*/ 270898 h 1635893"/>
                    <a:gd name="connsiteX50" fmla="*/ 944058 w 1644613"/>
                    <a:gd name="connsiteY50" fmla="*/ 397009 h 1635893"/>
                    <a:gd name="connsiteX51" fmla="*/ 1076900 w 1644613"/>
                    <a:gd name="connsiteY51" fmla="*/ 110878 h 1635893"/>
                    <a:gd name="connsiteX52" fmla="*/ 971617 w 1644613"/>
                    <a:gd name="connsiteY52" fmla="*/ 432950 h 1635893"/>
                    <a:gd name="connsiteX53" fmla="*/ 1070423 w 1644613"/>
                    <a:gd name="connsiteY53" fmla="*/ 588017 h 1635893"/>
                    <a:gd name="connsiteX54" fmla="*/ 1107507 w 1644613"/>
                    <a:gd name="connsiteY54" fmla="*/ 692030 h 1635893"/>
                    <a:gd name="connsiteX55" fmla="*/ 1614364 w 1644613"/>
                    <a:gd name="connsiteY55" fmla="*/ 462160 h 1635893"/>
                    <a:gd name="connsiteX56" fmla="*/ 1543879 w 1644613"/>
                    <a:gd name="connsiteY56" fmla="*/ 155963 h 1635893"/>
                    <a:gd name="connsiteX57" fmla="*/ 1261939 w 1644613"/>
                    <a:gd name="connsiteY57" fmla="*/ 27312 h 1635893"/>
                    <a:gd name="connsiteX58" fmla="*/ 1076900 w 1644613"/>
                    <a:gd name="connsiteY58" fmla="*/ 110878 h 1635893"/>
                    <a:gd name="connsiteX59" fmla="*/ 175327 w 1644613"/>
                    <a:gd name="connsiteY59" fmla="*/ 504578 h 1635893"/>
                    <a:gd name="connsiteX60" fmla="*/ 227270 w 1644613"/>
                    <a:gd name="connsiteY60" fmla="*/ 521723 h 1635893"/>
                    <a:gd name="connsiteX61" fmla="*/ 284801 w 1644613"/>
                    <a:gd name="connsiteY61" fmla="*/ 676663 h 1635893"/>
                    <a:gd name="connsiteX62" fmla="*/ 256607 w 1644613"/>
                    <a:gd name="connsiteY62" fmla="*/ 816998 h 1635893"/>
                    <a:gd name="connsiteX63" fmla="*/ 204283 w 1644613"/>
                    <a:gd name="connsiteY63" fmla="*/ 863734 h 1635893"/>
                    <a:gd name="connsiteX64" fmla="*/ 615128 w 1644613"/>
                    <a:gd name="connsiteY64" fmla="*/ 1040010 h 1635893"/>
                    <a:gd name="connsiteX65" fmla="*/ 979491 w 1644613"/>
                    <a:gd name="connsiteY65" fmla="*/ 867671 h 1635893"/>
                    <a:gd name="connsiteX66" fmla="*/ 1018353 w 1644613"/>
                    <a:gd name="connsiteY66" fmla="*/ 573666 h 1635893"/>
                    <a:gd name="connsiteX67" fmla="*/ 672151 w 1644613"/>
                    <a:gd name="connsiteY67" fmla="*/ 284741 h 1635893"/>
                    <a:gd name="connsiteX68" fmla="*/ 175327 w 1644613"/>
                    <a:gd name="connsiteY68" fmla="*/ 504578 h 1635893"/>
                    <a:gd name="connsiteX69" fmla="*/ 159833 w 1644613"/>
                    <a:gd name="connsiteY69" fmla="*/ 539884 h 1635893"/>
                    <a:gd name="connsiteX70" fmla="*/ 104588 w 1644613"/>
                    <a:gd name="connsiteY70" fmla="*/ 728098 h 1635893"/>
                    <a:gd name="connsiteX71" fmla="*/ 197679 w 1644613"/>
                    <a:gd name="connsiteY71" fmla="*/ 834143 h 1635893"/>
                    <a:gd name="connsiteX72" fmla="*/ 250892 w 1644613"/>
                    <a:gd name="connsiteY72" fmla="*/ 752355 h 1635893"/>
                    <a:gd name="connsiteX73" fmla="*/ 234636 w 1644613"/>
                    <a:gd name="connsiteY73" fmla="*/ 576587 h 1635893"/>
                    <a:gd name="connsiteX74" fmla="*/ 159833 w 1644613"/>
                    <a:gd name="connsiteY74" fmla="*/ 539884 h 1635893"/>
                    <a:gd name="connsiteX75" fmla="*/ 1052135 w 1644613"/>
                    <a:gd name="connsiteY75" fmla="*/ 598050 h 1635893"/>
                    <a:gd name="connsiteX76" fmla="*/ 1041086 w 1644613"/>
                    <a:gd name="connsiteY76" fmla="*/ 807092 h 1635893"/>
                    <a:gd name="connsiteX77" fmla="*/ 1052135 w 1644613"/>
                    <a:gd name="connsiteY77" fmla="*/ 598050 h 1635893"/>
                    <a:gd name="connsiteX78" fmla="*/ 441011 w 1644613"/>
                    <a:gd name="connsiteY78" fmla="*/ 1044963 h 1635893"/>
                    <a:gd name="connsiteX79" fmla="*/ 658816 w 1644613"/>
                    <a:gd name="connsiteY79" fmla="*/ 1078618 h 1635893"/>
                    <a:gd name="connsiteX80" fmla="*/ 569154 w 1644613"/>
                    <a:gd name="connsiteY80" fmla="*/ 1062616 h 1635893"/>
                    <a:gd name="connsiteX81" fmla="*/ 441011 w 1644613"/>
                    <a:gd name="connsiteY81" fmla="*/ 1044963 h 1635893"/>
                    <a:gd name="connsiteX82" fmla="*/ 303597 w 1644613"/>
                    <a:gd name="connsiteY82" fmla="*/ 1095509 h 1635893"/>
                    <a:gd name="connsiteX83" fmla="*/ 288992 w 1644613"/>
                    <a:gd name="connsiteY83" fmla="*/ 1125100 h 1635893"/>
                    <a:gd name="connsiteX84" fmla="*/ 345380 w 1644613"/>
                    <a:gd name="connsiteY84" fmla="*/ 1175519 h 1635893"/>
                    <a:gd name="connsiteX85" fmla="*/ 332934 w 1644613"/>
                    <a:gd name="connsiteY85" fmla="*/ 1333380 h 1635893"/>
                    <a:gd name="connsiteX86" fmla="*/ 384369 w 1644613"/>
                    <a:gd name="connsiteY86" fmla="*/ 1261879 h 1635893"/>
                    <a:gd name="connsiteX87" fmla="*/ 303597 w 1644613"/>
                    <a:gd name="connsiteY87" fmla="*/ 1095509 h 1635893"/>
                    <a:gd name="connsiteX88" fmla="*/ 1154370 w 1644613"/>
                    <a:gd name="connsiteY88" fmla="*/ 1214635 h 1635893"/>
                    <a:gd name="connsiteX89" fmla="*/ 1130875 w 1644613"/>
                    <a:gd name="connsiteY89" fmla="*/ 1407675 h 1635893"/>
                    <a:gd name="connsiteX90" fmla="*/ 1261431 w 1644613"/>
                    <a:gd name="connsiteY90" fmla="*/ 1463301 h 1635893"/>
                    <a:gd name="connsiteX91" fmla="*/ 1374969 w 1644613"/>
                    <a:gd name="connsiteY91" fmla="*/ 1474731 h 1635893"/>
                    <a:gd name="connsiteX92" fmla="*/ 1357316 w 1644613"/>
                    <a:gd name="connsiteY92" fmla="*/ 1446029 h 1635893"/>
                    <a:gd name="connsiteX93" fmla="*/ 1258637 w 1644613"/>
                    <a:gd name="connsiteY93" fmla="*/ 1386466 h 1635893"/>
                    <a:gd name="connsiteX94" fmla="*/ 1445581 w 1644613"/>
                    <a:gd name="connsiteY94" fmla="*/ 1429773 h 1635893"/>
                    <a:gd name="connsiteX95" fmla="*/ 1403163 w 1644613"/>
                    <a:gd name="connsiteY95" fmla="*/ 1377195 h 1635893"/>
                    <a:gd name="connsiteX96" fmla="*/ 1296229 w 1644613"/>
                    <a:gd name="connsiteY96" fmla="*/ 1332237 h 1635893"/>
                    <a:gd name="connsiteX97" fmla="*/ 1489269 w 1644613"/>
                    <a:gd name="connsiteY97" fmla="*/ 1359923 h 1635893"/>
                    <a:gd name="connsiteX98" fmla="*/ 1491174 w 1644613"/>
                    <a:gd name="connsiteY98" fmla="*/ 1340111 h 1635893"/>
                    <a:gd name="connsiteX99" fmla="*/ 1235269 w 1644613"/>
                    <a:gd name="connsiteY99" fmla="*/ 1248163 h 1635893"/>
                    <a:gd name="connsiteX100" fmla="*/ 1341060 w 1644613"/>
                    <a:gd name="connsiteY100" fmla="*/ 1171709 h 1635893"/>
                    <a:gd name="connsiteX101" fmla="*/ 1301944 w 1644613"/>
                    <a:gd name="connsiteY101" fmla="*/ 1132720 h 1635893"/>
                    <a:gd name="connsiteX102" fmla="*/ 1154370 w 1644613"/>
                    <a:gd name="connsiteY102" fmla="*/ 1214635 h 1635893"/>
                    <a:gd name="connsiteX103" fmla="*/ 857063 w 1644613"/>
                    <a:gd name="connsiteY103" fmla="*/ 1181488 h 1635893"/>
                    <a:gd name="connsiteX104" fmla="*/ 878272 w 1644613"/>
                    <a:gd name="connsiteY104" fmla="*/ 1300868 h 1635893"/>
                    <a:gd name="connsiteX105" fmla="*/ 905704 w 1644613"/>
                    <a:gd name="connsiteY105" fmla="*/ 1540771 h 1635893"/>
                    <a:gd name="connsiteX106" fmla="*/ 1188660 w 1644613"/>
                    <a:gd name="connsiteY106" fmla="*/ 1474350 h 1635893"/>
                    <a:gd name="connsiteX107" fmla="*/ 1073344 w 1644613"/>
                    <a:gd name="connsiteY107" fmla="*/ 1300233 h 1635893"/>
                    <a:gd name="connsiteX108" fmla="*/ 973522 w 1644613"/>
                    <a:gd name="connsiteY108" fmla="*/ 1438155 h 1635893"/>
                    <a:gd name="connsiteX109" fmla="*/ 945201 w 1644613"/>
                    <a:gd name="connsiteY109" fmla="*/ 1487558 h 1635893"/>
                    <a:gd name="connsiteX110" fmla="*/ 974665 w 1644613"/>
                    <a:gd name="connsiteY110" fmla="*/ 1366781 h 1635893"/>
                    <a:gd name="connsiteX111" fmla="*/ 857063 w 1644613"/>
                    <a:gd name="connsiteY111" fmla="*/ 1181488 h 1635893"/>
                    <a:gd name="connsiteX0" fmla="*/ 1014924 w 1618802"/>
                    <a:gd name="connsiteY0" fmla="*/ 137040 h 1635895"/>
                    <a:gd name="connsiteX1" fmla="*/ 1288609 w 1618802"/>
                    <a:gd name="connsiteY1" fmla="*/ 134 h 1635895"/>
                    <a:gd name="connsiteX2" fmla="*/ 1606363 w 1618802"/>
                    <a:gd name="connsiteY2" fmla="*/ 207525 h 1635895"/>
                    <a:gd name="connsiteX3" fmla="*/ 1100903 w 1618802"/>
                    <a:gd name="connsiteY3" fmla="*/ 724415 h 1635895"/>
                    <a:gd name="connsiteX4" fmla="*/ 1075122 w 1618802"/>
                    <a:gd name="connsiteY4" fmla="*/ 806838 h 1635895"/>
                    <a:gd name="connsiteX5" fmla="*/ 994858 w 1618802"/>
                    <a:gd name="connsiteY5" fmla="*/ 891166 h 1635895"/>
                    <a:gd name="connsiteX6" fmla="*/ 900370 w 1618802"/>
                    <a:gd name="connsiteY6" fmla="*/ 986162 h 1635895"/>
                    <a:gd name="connsiteX7" fmla="*/ 765623 w 1618802"/>
                    <a:gd name="connsiteY7" fmla="*/ 1048392 h 1635895"/>
                    <a:gd name="connsiteX8" fmla="*/ 993715 w 1618802"/>
                    <a:gd name="connsiteY8" fmla="*/ 1351541 h 1635895"/>
                    <a:gd name="connsiteX9" fmla="*/ 1109666 w 1618802"/>
                    <a:gd name="connsiteY9" fmla="*/ 1221620 h 1635895"/>
                    <a:gd name="connsiteX10" fmla="*/ 1283275 w 1618802"/>
                    <a:gd name="connsiteY10" fmla="*/ 1111003 h 1635895"/>
                    <a:gd name="connsiteX11" fmla="*/ 1372810 w 1618802"/>
                    <a:gd name="connsiteY11" fmla="*/ 1159136 h 1635895"/>
                    <a:gd name="connsiteX12" fmla="*/ 1290260 w 1618802"/>
                    <a:gd name="connsiteY12" fmla="*/ 1244353 h 1635895"/>
                    <a:gd name="connsiteX13" fmla="*/ 1514796 w 1618802"/>
                    <a:gd name="connsiteY13" fmla="*/ 1325633 h 1635895"/>
                    <a:gd name="connsiteX14" fmla="*/ 1460440 w 1618802"/>
                    <a:gd name="connsiteY14" fmla="*/ 1390657 h 1635895"/>
                    <a:gd name="connsiteX15" fmla="*/ 1460821 w 1618802"/>
                    <a:gd name="connsiteY15" fmla="*/ 1438790 h 1635895"/>
                    <a:gd name="connsiteX16" fmla="*/ 1403163 w 1618802"/>
                    <a:gd name="connsiteY16" fmla="*/ 1459999 h 1635895"/>
                    <a:gd name="connsiteX17" fmla="*/ 1396686 w 1618802"/>
                    <a:gd name="connsiteY17" fmla="*/ 1490352 h 1635895"/>
                    <a:gd name="connsiteX18" fmla="*/ 1222569 w 1618802"/>
                    <a:gd name="connsiteY18" fmla="*/ 1482224 h 1635895"/>
                    <a:gd name="connsiteX19" fmla="*/ 1041340 w 1618802"/>
                    <a:gd name="connsiteY19" fmla="*/ 1583443 h 1635895"/>
                    <a:gd name="connsiteX20" fmla="*/ 907228 w 1618802"/>
                    <a:gd name="connsiteY20" fmla="*/ 1570362 h 1635895"/>
                    <a:gd name="connsiteX21" fmla="*/ 909260 w 1618802"/>
                    <a:gd name="connsiteY21" fmla="*/ 1626242 h 1635895"/>
                    <a:gd name="connsiteX22" fmla="*/ 884622 w 1618802"/>
                    <a:gd name="connsiteY22" fmla="*/ 1624718 h 1635895"/>
                    <a:gd name="connsiteX23" fmla="*/ 878780 w 1618802"/>
                    <a:gd name="connsiteY23" fmla="*/ 1550296 h 1635895"/>
                    <a:gd name="connsiteX24" fmla="*/ 820106 w 1618802"/>
                    <a:gd name="connsiteY24" fmla="*/ 1144658 h 1635895"/>
                    <a:gd name="connsiteX25" fmla="*/ 747208 w 1618802"/>
                    <a:gd name="connsiteY25" fmla="*/ 1071887 h 1635895"/>
                    <a:gd name="connsiteX26" fmla="*/ 424882 w 1618802"/>
                    <a:gd name="connsiteY26" fmla="*/ 1070236 h 1635895"/>
                    <a:gd name="connsiteX27" fmla="*/ 337125 w 1618802"/>
                    <a:gd name="connsiteY27" fmla="*/ 1072395 h 1635895"/>
                    <a:gd name="connsiteX28" fmla="*/ 407610 w 1618802"/>
                    <a:gd name="connsiteY28" fmla="*/ 1284231 h 1635895"/>
                    <a:gd name="connsiteX29" fmla="*/ 322774 w 1618802"/>
                    <a:gd name="connsiteY29" fmla="*/ 1363352 h 1635895"/>
                    <a:gd name="connsiteX30" fmla="*/ 288357 w 1618802"/>
                    <a:gd name="connsiteY30" fmla="*/ 1588650 h 1635895"/>
                    <a:gd name="connsiteX31" fmla="*/ 283023 w 1618802"/>
                    <a:gd name="connsiteY31" fmla="*/ 1624718 h 1635895"/>
                    <a:gd name="connsiteX32" fmla="*/ 259020 w 1618802"/>
                    <a:gd name="connsiteY32" fmla="*/ 1629417 h 1635895"/>
                    <a:gd name="connsiteX33" fmla="*/ 323409 w 1618802"/>
                    <a:gd name="connsiteY33" fmla="*/ 1250068 h 1635895"/>
                    <a:gd name="connsiteX34" fmla="*/ 305629 w 1618802"/>
                    <a:gd name="connsiteY34" fmla="*/ 1166248 h 1635895"/>
                    <a:gd name="connsiteX35" fmla="*/ 229556 w 1618802"/>
                    <a:gd name="connsiteY35" fmla="*/ 1192410 h 1635895"/>
                    <a:gd name="connsiteX36" fmla="*/ 18228 w 1618802"/>
                    <a:gd name="connsiteY36" fmla="*/ 1623575 h 1635895"/>
                    <a:gd name="connsiteX37" fmla="*/ 2099 w 1618802"/>
                    <a:gd name="connsiteY37" fmla="*/ 1635894 h 1635895"/>
                    <a:gd name="connsiteX38" fmla="*/ 17212 w 1618802"/>
                    <a:gd name="connsiteY38" fmla="*/ 1539628 h 1635895"/>
                    <a:gd name="connsiteX39" fmla="*/ 107001 w 1618802"/>
                    <a:gd name="connsiteY39" fmla="*/ 1318648 h 1635895"/>
                    <a:gd name="connsiteX40" fmla="*/ 216983 w 1618802"/>
                    <a:gd name="connsiteY40" fmla="*/ 1168153 h 1635895"/>
                    <a:gd name="connsiteX41" fmla="*/ 304867 w 1618802"/>
                    <a:gd name="connsiteY41" fmla="*/ 1066553 h 1635895"/>
                    <a:gd name="connsiteX42" fmla="*/ 391481 w 1618802"/>
                    <a:gd name="connsiteY42" fmla="*/ 1032390 h 1635895"/>
                    <a:gd name="connsiteX43" fmla="*/ 252924 w 1618802"/>
                    <a:gd name="connsiteY43" fmla="*/ 952253 h 1635895"/>
                    <a:gd name="connsiteX44" fmla="*/ 138243 w 1618802"/>
                    <a:gd name="connsiteY44" fmla="*/ 837064 h 1635895"/>
                    <a:gd name="connsiteX45" fmla="*/ 83633 w 1618802"/>
                    <a:gd name="connsiteY45" fmla="*/ 754514 h 1635895"/>
                    <a:gd name="connsiteX46" fmla="*/ 139767 w 1618802"/>
                    <a:gd name="connsiteY46" fmla="*/ 520707 h 1635895"/>
                    <a:gd name="connsiteX47" fmla="*/ 413198 w 1618802"/>
                    <a:gd name="connsiteY47" fmla="*/ 274200 h 1635895"/>
                    <a:gd name="connsiteX48" fmla="*/ 730698 w 1618802"/>
                    <a:gd name="connsiteY48" fmla="*/ 270898 h 1635895"/>
                    <a:gd name="connsiteX49" fmla="*/ 944058 w 1618802"/>
                    <a:gd name="connsiteY49" fmla="*/ 397009 h 1635895"/>
                    <a:gd name="connsiteX50" fmla="*/ 1076900 w 1618802"/>
                    <a:gd name="connsiteY50" fmla="*/ 110878 h 1635895"/>
                    <a:gd name="connsiteX51" fmla="*/ 971617 w 1618802"/>
                    <a:gd name="connsiteY51" fmla="*/ 432950 h 1635895"/>
                    <a:gd name="connsiteX52" fmla="*/ 1070423 w 1618802"/>
                    <a:gd name="connsiteY52" fmla="*/ 588017 h 1635895"/>
                    <a:gd name="connsiteX53" fmla="*/ 1107507 w 1618802"/>
                    <a:gd name="connsiteY53" fmla="*/ 692030 h 1635895"/>
                    <a:gd name="connsiteX54" fmla="*/ 1614364 w 1618802"/>
                    <a:gd name="connsiteY54" fmla="*/ 462160 h 1635895"/>
                    <a:gd name="connsiteX55" fmla="*/ 1543879 w 1618802"/>
                    <a:gd name="connsiteY55" fmla="*/ 155963 h 1635895"/>
                    <a:gd name="connsiteX56" fmla="*/ 1261939 w 1618802"/>
                    <a:gd name="connsiteY56" fmla="*/ 27312 h 1635895"/>
                    <a:gd name="connsiteX57" fmla="*/ 1076900 w 1618802"/>
                    <a:gd name="connsiteY57" fmla="*/ 110878 h 1635895"/>
                    <a:gd name="connsiteX58" fmla="*/ 175327 w 1618802"/>
                    <a:gd name="connsiteY58" fmla="*/ 504578 h 1635895"/>
                    <a:gd name="connsiteX59" fmla="*/ 227270 w 1618802"/>
                    <a:gd name="connsiteY59" fmla="*/ 521723 h 1635895"/>
                    <a:gd name="connsiteX60" fmla="*/ 284801 w 1618802"/>
                    <a:gd name="connsiteY60" fmla="*/ 676663 h 1635895"/>
                    <a:gd name="connsiteX61" fmla="*/ 256607 w 1618802"/>
                    <a:gd name="connsiteY61" fmla="*/ 816998 h 1635895"/>
                    <a:gd name="connsiteX62" fmla="*/ 204283 w 1618802"/>
                    <a:gd name="connsiteY62" fmla="*/ 863734 h 1635895"/>
                    <a:gd name="connsiteX63" fmla="*/ 615128 w 1618802"/>
                    <a:gd name="connsiteY63" fmla="*/ 1040010 h 1635895"/>
                    <a:gd name="connsiteX64" fmla="*/ 979491 w 1618802"/>
                    <a:gd name="connsiteY64" fmla="*/ 867671 h 1635895"/>
                    <a:gd name="connsiteX65" fmla="*/ 1018353 w 1618802"/>
                    <a:gd name="connsiteY65" fmla="*/ 573666 h 1635895"/>
                    <a:gd name="connsiteX66" fmla="*/ 672151 w 1618802"/>
                    <a:gd name="connsiteY66" fmla="*/ 284741 h 1635895"/>
                    <a:gd name="connsiteX67" fmla="*/ 175327 w 1618802"/>
                    <a:gd name="connsiteY67" fmla="*/ 504578 h 1635895"/>
                    <a:gd name="connsiteX68" fmla="*/ 159833 w 1618802"/>
                    <a:gd name="connsiteY68" fmla="*/ 539884 h 1635895"/>
                    <a:gd name="connsiteX69" fmla="*/ 104588 w 1618802"/>
                    <a:gd name="connsiteY69" fmla="*/ 728098 h 1635895"/>
                    <a:gd name="connsiteX70" fmla="*/ 197679 w 1618802"/>
                    <a:gd name="connsiteY70" fmla="*/ 834143 h 1635895"/>
                    <a:gd name="connsiteX71" fmla="*/ 250892 w 1618802"/>
                    <a:gd name="connsiteY71" fmla="*/ 752355 h 1635895"/>
                    <a:gd name="connsiteX72" fmla="*/ 234636 w 1618802"/>
                    <a:gd name="connsiteY72" fmla="*/ 576587 h 1635895"/>
                    <a:gd name="connsiteX73" fmla="*/ 159833 w 1618802"/>
                    <a:gd name="connsiteY73" fmla="*/ 539884 h 1635895"/>
                    <a:gd name="connsiteX74" fmla="*/ 1052135 w 1618802"/>
                    <a:gd name="connsiteY74" fmla="*/ 598050 h 1635895"/>
                    <a:gd name="connsiteX75" fmla="*/ 1041086 w 1618802"/>
                    <a:gd name="connsiteY75" fmla="*/ 807092 h 1635895"/>
                    <a:gd name="connsiteX76" fmla="*/ 1052135 w 1618802"/>
                    <a:gd name="connsiteY76" fmla="*/ 598050 h 1635895"/>
                    <a:gd name="connsiteX77" fmla="*/ 441011 w 1618802"/>
                    <a:gd name="connsiteY77" fmla="*/ 1044963 h 1635895"/>
                    <a:gd name="connsiteX78" fmla="*/ 658816 w 1618802"/>
                    <a:gd name="connsiteY78" fmla="*/ 1078618 h 1635895"/>
                    <a:gd name="connsiteX79" fmla="*/ 569154 w 1618802"/>
                    <a:gd name="connsiteY79" fmla="*/ 1062616 h 1635895"/>
                    <a:gd name="connsiteX80" fmla="*/ 441011 w 1618802"/>
                    <a:gd name="connsiteY80" fmla="*/ 1044963 h 1635895"/>
                    <a:gd name="connsiteX81" fmla="*/ 303597 w 1618802"/>
                    <a:gd name="connsiteY81" fmla="*/ 1095509 h 1635895"/>
                    <a:gd name="connsiteX82" fmla="*/ 288992 w 1618802"/>
                    <a:gd name="connsiteY82" fmla="*/ 1125100 h 1635895"/>
                    <a:gd name="connsiteX83" fmla="*/ 345380 w 1618802"/>
                    <a:gd name="connsiteY83" fmla="*/ 1175519 h 1635895"/>
                    <a:gd name="connsiteX84" fmla="*/ 332934 w 1618802"/>
                    <a:gd name="connsiteY84" fmla="*/ 1333380 h 1635895"/>
                    <a:gd name="connsiteX85" fmla="*/ 384369 w 1618802"/>
                    <a:gd name="connsiteY85" fmla="*/ 1261879 h 1635895"/>
                    <a:gd name="connsiteX86" fmla="*/ 303597 w 1618802"/>
                    <a:gd name="connsiteY86" fmla="*/ 1095509 h 1635895"/>
                    <a:gd name="connsiteX87" fmla="*/ 1154370 w 1618802"/>
                    <a:gd name="connsiteY87" fmla="*/ 1214635 h 1635895"/>
                    <a:gd name="connsiteX88" fmla="*/ 1130875 w 1618802"/>
                    <a:gd name="connsiteY88" fmla="*/ 1407675 h 1635895"/>
                    <a:gd name="connsiteX89" fmla="*/ 1261431 w 1618802"/>
                    <a:gd name="connsiteY89" fmla="*/ 1463301 h 1635895"/>
                    <a:gd name="connsiteX90" fmla="*/ 1374969 w 1618802"/>
                    <a:gd name="connsiteY90" fmla="*/ 1474731 h 1635895"/>
                    <a:gd name="connsiteX91" fmla="*/ 1357316 w 1618802"/>
                    <a:gd name="connsiteY91" fmla="*/ 1446029 h 1635895"/>
                    <a:gd name="connsiteX92" fmla="*/ 1258637 w 1618802"/>
                    <a:gd name="connsiteY92" fmla="*/ 1386466 h 1635895"/>
                    <a:gd name="connsiteX93" fmla="*/ 1445581 w 1618802"/>
                    <a:gd name="connsiteY93" fmla="*/ 1429773 h 1635895"/>
                    <a:gd name="connsiteX94" fmla="*/ 1403163 w 1618802"/>
                    <a:gd name="connsiteY94" fmla="*/ 1377195 h 1635895"/>
                    <a:gd name="connsiteX95" fmla="*/ 1296229 w 1618802"/>
                    <a:gd name="connsiteY95" fmla="*/ 1332237 h 1635895"/>
                    <a:gd name="connsiteX96" fmla="*/ 1489269 w 1618802"/>
                    <a:gd name="connsiteY96" fmla="*/ 1359923 h 1635895"/>
                    <a:gd name="connsiteX97" fmla="*/ 1491174 w 1618802"/>
                    <a:gd name="connsiteY97" fmla="*/ 1340111 h 1635895"/>
                    <a:gd name="connsiteX98" fmla="*/ 1235269 w 1618802"/>
                    <a:gd name="connsiteY98" fmla="*/ 1248163 h 1635895"/>
                    <a:gd name="connsiteX99" fmla="*/ 1341060 w 1618802"/>
                    <a:gd name="connsiteY99" fmla="*/ 1171709 h 1635895"/>
                    <a:gd name="connsiteX100" fmla="*/ 1301944 w 1618802"/>
                    <a:gd name="connsiteY100" fmla="*/ 1132720 h 1635895"/>
                    <a:gd name="connsiteX101" fmla="*/ 1154370 w 1618802"/>
                    <a:gd name="connsiteY101" fmla="*/ 1214635 h 1635895"/>
                    <a:gd name="connsiteX102" fmla="*/ 857063 w 1618802"/>
                    <a:gd name="connsiteY102" fmla="*/ 1181488 h 1635895"/>
                    <a:gd name="connsiteX103" fmla="*/ 878272 w 1618802"/>
                    <a:gd name="connsiteY103" fmla="*/ 1300868 h 1635895"/>
                    <a:gd name="connsiteX104" fmla="*/ 905704 w 1618802"/>
                    <a:gd name="connsiteY104" fmla="*/ 1540771 h 1635895"/>
                    <a:gd name="connsiteX105" fmla="*/ 1188660 w 1618802"/>
                    <a:gd name="connsiteY105" fmla="*/ 1474350 h 1635895"/>
                    <a:gd name="connsiteX106" fmla="*/ 1073344 w 1618802"/>
                    <a:gd name="connsiteY106" fmla="*/ 1300233 h 1635895"/>
                    <a:gd name="connsiteX107" fmla="*/ 973522 w 1618802"/>
                    <a:gd name="connsiteY107" fmla="*/ 1438155 h 1635895"/>
                    <a:gd name="connsiteX108" fmla="*/ 945201 w 1618802"/>
                    <a:gd name="connsiteY108" fmla="*/ 1487558 h 1635895"/>
                    <a:gd name="connsiteX109" fmla="*/ 974665 w 1618802"/>
                    <a:gd name="connsiteY109" fmla="*/ 1366781 h 1635895"/>
                    <a:gd name="connsiteX110" fmla="*/ 857063 w 1618802"/>
                    <a:gd name="connsiteY110" fmla="*/ 1181488 h 1635895"/>
                    <a:gd name="connsiteX0" fmla="*/ 1014924 w 1606362"/>
                    <a:gd name="connsiteY0" fmla="*/ 137040 h 1635893"/>
                    <a:gd name="connsiteX1" fmla="*/ 1288609 w 1606362"/>
                    <a:gd name="connsiteY1" fmla="*/ 134 h 1635893"/>
                    <a:gd name="connsiteX2" fmla="*/ 1606363 w 1606362"/>
                    <a:gd name="connsiteY2" fmla="*/ 207525 h 1635893"/>
                    <a:gd name="connsiteX3" fmla="*/ 1100903 w 1606362"/>
                    <a:gd name="connsiteY3" fmla="*/ 724415 h 1635893"/>
                    <a:gd name="connsiteX4" fmla="*/ 1075122 w 1606362"/>
                    <a:gd name="connsiteY4" fmla="*/ 806838 h 1635893"/>
                    <a:gd name="connsiteX5" fmla="*/ 994858 w 1606362"/>
                    <a:gd name="connsiteY5" fmla="*/ 891166 h 1635893"/>
                    <a:gd name="connsiteX6" fmla="*/ 900370 w 1606362"/>
                    <a:gd name="connsiteY6" fmla="*/ 986162 h 1635893"/>
                    <a:gd name="connsiteX7" fmla="*/ 765623 w 1606362"/>
                    <a:gd name="connsiteY7" fmla="*/ 1048392 h 1635893"/>
                    <a:gd name="connsiteX8" fmla="*/ 993715 w 1606362"/>
                    <a:gd name="connsiteY8" fmla="*/ 1351541 h 1635893"/>
                    <a:gd name="connsiteX9" fmla="*/ 1109666 w 1606362"/>
                    <a:gd name="connsiteY9" fmla="*/ 1221620 h 1635893"/>
                    <a:gd name="connsiteX10" fmla="*/ 1283275 w 1606362"/>
                    <a:gd name="connsiteY10" fmla="*/ 1111003 h 1635893"/>
                    <a:gd name="connsiteX11" fmla="*/ 1372810 w 1606362"/>
                    <a:gd name="connsiteY11" fmla="*/ 1159136 h 1635893"/>
                    <a:gd name="connsiteX12" fmla="*/ 1290260 w 1606362"/>
                    <a:gd name="connsiteY12" fmla="*/ 1244353 h 1635893"/>
                    <a:gd name="connsiteX13" fmla="*/ 1514796 w 1606362"/>
                    <a:gd name="connsiteY13" fmla="*/ 1325633 h 1635893"/>
                    <a:gd name="connsiteX14" fmla="*/ 1460440 w 1606362"/>
                    <a:gd name="connsiteY14" fmla="*/ 1390657 h 1635893"/>
                    <a:gd name="connsiteX15" fmla="*/ 1460821 w 1606362"/>
                    <a:gd name="connsiteY15" fmla="*/ 1438790 h 1635893"/>
                    <a:gd name="connsiteX16" fmla="*/ 1403163 w 1606362"/>
                    <a:gd name="connsiteY16" fmla="*/ 1459999 h 1635893"/>
                    <a:gd name="connsiteX17" fmla="*/ 1396686 w 1606362"/>
                    <a:gd name="connsiteY17" fmla="*/ 1490352 h 1635893"/>
                    <a:gd name="connsiteX18" fmla="*/ 1222569 w 1606362"/>
                    <a:gd name="connsiteY18" fmla="*/ 1482224 h 1635893"/>
                    <a:gd name="connsiteX19" fmla="*/ 1041340 w 1606362"/>
                    <a:gd name="connsiteY19" fmla="*/ 1583443 h 1635893"/>
                    <a:gd name="connsiteX20" fmla="*/ 907228 w 1606362"/>
                    <a:gd name="connsiteY20" fmla="*/ 1570362 h 1635893"/>
                    <a:gd name="connsiteX21" fmla="*/ 909260 w 1606362"/>
                    <a:gd name="connsiteY21" fmla="*/ 1626242 h 1635893"/>
                    <a:gd name="connsiteX22" fmla="*/ 884622 w 1606362"/>
                    <a:gd name="connsiteY22" fmla="*/ 1624718 h 1635893"/>
                    <a:gd name="connsiteX23" fmla="*/ 878780 w 1606362"/>
                    <a:gd name="connsiteY23" fmla="*/ 1550296 h 1635893"/>
                    <a:gd name="connsiteX24" fmla="*/ 820106 w 1606362"/>
                    <a:gd name="connsiteY24" fmla="*/ 1144658 h 1635893"/>
                    <a:gd name="connsiteX25" fmla="*/ 747208 w 1606362"/>
                    <a:gd name="connsiteY25" fmla="*/ 1071887 h 1635893"/>
                    <a:gd name="connsiteX26" fmla="*/ 424882 w 1606362"/>
                    <a:gd name="connsiteY26" fmla="*/ 1070236 h 1635893"/>
                    <a:gd name="connsiteX27" fmla="*/ 337125 w 1606362"/>
                    <a:gd name="connsiteY27" fmla="*/ 1072395 h 1635893"/>
                    <a:gd name="connsiteX28" fmla="*/ 407610 w 1606362"/>
                    <a:gd name="connsiteY28" fmla="*/ 1284231 h 1635893"/>
                    <a:gd name="connsiteX29" fmla="*/ 322774 w 1606362"/>
                    <a:gd name="connsiteY29" fmla="*/ 1363352 h 1635893"/>
                    <a:gd name="connsiteX30" fmla="*/ 288357 w 1606362"/>
                    <a:gd name="connsiteY30" fmla="*/ 1588650 h 1635893"/>
                    <a:gd name="connsiteX31" fmla="*/ 283023 w 1606362"/>
                    <a:gd name="connsiteY31" fmla="*/ 1624718 h 1635893"/>
                    <a:gd name="connsiteX32" fmla="*/ 259020 w 1606362"/>
                    <a:gd name="connsiteY32" fmla="*/ 1629417 h 1635893"/>
                    <a:gd name="connsiteX33" fmla="*/ 323409 w 1606362"/>
                    <a:gd name="connsiteY33" fmla="*/ 1250068 h 1635893"/>
                    <a:gd name="connsiteX34" fmla="*/ 305629 w 1606362"/>
                    <a:gd name="connsiteY34" fmla="*/ 1166248 h 1635893"/>
                    <a:gd name="connsiteX35" fmla="*/ 229556 w 1606362"/>
                    <a:gd name="connsiteY35" fmla="*/ 1192410 h 1635893"/>
                    <a:gd name="connsiteX36" fmla="*/ 18228 w 1606362"/>
                    <a:gd name="connsiteY36" fmla="*/ 1623575 h 1635893"/>
                    <a:gd name="connsiteX37" fmla="*/ 2099 w 1606362"/>
                    <a:gd name="connsiteY37" fmla="*/ 1635894 h 1635893"/>
                    <a:gd name="connsiteX38" fmla="*/ 17212 w 1606362"/>
                    <a:gd name="connsiteY38" fmla="*/ 1539628 h 1635893"/>
                    <a:gd name="connsiteX39" fmla="*/ 107001 w 1606362"/>
                    <a:gd name="connsiteY39" fmla="*/ 1318648 h 1635893"/>
                    <a:gd name="connsiteX40" fmla="*/ 216983 w 1606362"/>
                    <a:gd name="connsiteY40" fmla="*/ 1168153 h 1635893"/>
                    <a:gd name="connsiteX41" fmla="*/ 304867 w 1606362"/>
                    <a:gd name="connsiteY41" fmla="*/ 1066553 h 1635893"/>
                    <a:gd name="connsiteX42" fmla="*/ 391481 w 1606362"/>
                    <a:gd name="connsiteY42" fmla="*/ 1032390 h 1635893"/>
                    <a:gd name="connsiteX43" fmla="*/ 252924 w 1606362"/>
                    <a:gd name="connsiteY43" fmla="*/ 952253 h 1635893"/>
                    <a:gd name="connsiteX44" fmla="*/ 138243 w 1606362"/>
                    <a:gd name="connsiteY44" fmla="*/ 837064 h 1635893"/>
                    <a:gd name="connsiteX45" fmla="*/ 83633 w 1606362"/>
                    <a:gd name="connsiteY45" fmla="*/ 754514 h 1635893"/>
                    <a:gd name="connsiteX46" fmla="*/ 139767 w 1606362"/>
                    <a:gd name="connsiteY46" fmla="*/ 520707 h 1635893"/>
                    <a:gd name="connsiteX47" fmla="*/ 413198 w 1606362"/>
                    <a:gd name="connsiteY47" fmla="*/ 274200 h 1635893"/>
                    <a:gd name="connsiteX48" fmla="*/ 730698 w 1606362"/>
                    <a:gd name="connsiteY48" fmla="*/ 270898 h 1635893"/>
                    <a:gd name="connsiteX49" fmla="*/ 944058 w 1606362"/>
                    <a:gd name="connsiteY49" fmla="*/ 397009 h 1635893"/>
                    <a:gd name="connsiteX50" fmla="*/ 1076900 w 1606362"/>
                    <a:gd name="connsiteY50" fmla="*/ 110878 h 1635893"/>
                    <a:gd name="connsiteX51" fmla="*/ 971617 w 1606362"/>
                    <a:gd name="connsiteY51" fmla="*/ 432950 h 1635893"/>
                    <a:gd name="connsiteX52" fmla="*/ 1070423 w 1606362"/>
                    <a:gd name="connsiteY52" fmla="*/ 588017 h 1635893"/>
                    <a:gd name="connsiteX53" fmla="*/ 1107507 w 1606362"/>
                    <a:gd name="connsiteY53" fmla="*/ 692030 h 1635893"/>
                    <a:gd name="connsiteX54" fmla="*/ 1543879 w 1606362"/>
                    <a:gd name="connsiteY54" fmla="*/ 155963 h 1635893"/>
                    <a:gd name="connsiteX55" fmla="*/ 1261939 w 1606362"/>
                    <a:gd name="connsiteY55" fmla="*/ 27312 h 1635893"/>
                    <a:gd name="connsiteX56" fmla="*/ 1076900 w 1606362"/>
                    <a:gd name="connsiteY56" fmla="*/ 110878 h 1635893"/>
                    <a:gd name="connsiteX57" fmla="*/ 175327 w 1606362"/>
                    <a:gd name="connsiteY57" fmla="*/ 504578 h 1635893"/>
                    <a:gd name="connsiteX58" fmla="*/ 227270 w 1606362"/>
                    <a:gd name="connsiteY58" fmla="*/ 521723 h 1635893"/>
                    <a:gd name="connsiteX59" fmla="*/ 284801 w 1606362"/>
                    <a:gd name="connsiteY59" fmla="*/ 676663 h 1635893"/>
                    <a:gd name="connsiteX60" fmla="*/ 256607 w 1606362"/>
                    <a:gd name="connsiteY60" fmla="*/ 816998 h 1635893"/>
                    <a:gd name="connsiteX61" fmla="*/ 204283 w 1606362"/>
                    <a:gd name="connsiteY61" fmla="*/ 863734 h 1635893"/>
                    <a:gd name="connsiteX62" fmla="*/ 615128 w 1606362"/>
                    <a:gd name="connsiteY62" fmla="*/ 1040010 h 1635893"/>
                    <a:gd name="connsiteX63" fmla="*/ 979491 w 1606362"/>
                    <a:gd name="connsiteY63" fmla="*/ 867671 h 1635893"/>
                    <a:gd name="connsiteX64" fmla="*/ 1018353 w 1606362"/>
                    <a:gd name="connsiteY64" fmla="*/ 573666 h 1635893"/>
                    <a:gd name="connsiteX65" fmla="*/ 672151 w 1606362"/>
                    <a:gd name="connsiteY65" fmla="*/ 284741 h 1635893"/>
                    <a:gd name="connsiteX66" fmla="*/ 175327 w 1606362"/>
                    <a:gd name="connsiteY66" fmla="*/ 504578 h 1635893"/>
                    <a:gd name="connsiteX67" fmla="*/ 159833 w 1606362"/>
                    <a:gd name="connsiteY67" fmla="*/ 539884 h 1635893"/>
                    <a:gd name="connsiteX68" fmla="*/ 104588 w 1606362"/>
                    <a:gd name="connsiteY68" fmla="*/ 728098 h 1635893"/>
                    <a:gd name="connsiteX69" fmla="*/ 197679 w 1606362"/>
                    <a:gd name="connsiteY69" fmla="*/ 834143 h 1635893"/>
                    <a:gd name="connsiteX70" fmla="*/ 250892 w 1606362"/>
                    <a:gd name="connsiteY70" fmla="*/ 752355 h 1635893"/>
                    <a:gd name="connsiteX71" fmla="*/ 234636 w 1606362"/>
                    <a:gd name="connsiteY71" fmla="*/ 576587 h 1635893"/>
                    <a:gd name="connsiteX72" fmla="*/ 159833 w 1606362"/>
                    <a:gd name="connsiteY72" fmla="*/ 539884 h 1635893"/>
                    <a:gd name="connsiteX73" fmla="*/ 1052135 w 1606362"/>
                    <a:gd name="connsiteY73" fmla="*/ 598050 h 1635893"/>
                    <a:gd name="connsiteX74" fmla="*/ 1041086 w 1606362"/>
                    <a:gd name="connsiteY74" fmla="*/ 807092 h 1635893"/>
                    <a:gd name="connsiteX75" fmla="*/ 1052135 w 1606362"/>
                    <a:gd name="connsiteY75" fmla="*/ 598050 h 1635893"/>
                    <a:gd name="connsiteX76" fmla="*/ 441011 w 1606362"/>
                    <a:gd name="connsiteY76" fmla="*/ 1044963 h 1635893"/>
                    <a:gd name="connsiteX77" fmla="*/ 658816 w 1606362"/>
                    <a:gd name="connsiteY77" fmla="*/ 1078618 h 1635893"/>
                    <a:gd name="connsiteX78" fmla="*/ 569154 w 1606362"/>
                    <a:gd name="connsiteY78" fmla="*/ 1062616 h 1635893"/>
                    <a:gd name="connsiteX79" fmla="*/ 441011 w 1606362"/>
                    <a:gd name="connsiteY79" fmla="*/ 1044963 h 1635893"/>
                    <a:gd name="connsiteX80" fmla="*/ 303597 w 1606362"/>
                    <a:gd name="connsiteY80" fmla="*/ 1095509 h 1635893"/>
                    <a:gd name="connsiteX81" fmla="*/ 288992 w 1606362"/>
                    <a:gd name="connsiteY81" fmla="*/ 1125100 h 1635893"/>
                    <a:gd name="connsiteX82" fmla="*/ 345380 w 1606362"/>
                    <a:gd name="connsiteY82" fmla="*/ 1175519 h 1635893"/>
                    <a:gd name="connsiteX83" fmla="*/ 332934 w 1606362"/>
                    <a:gd name="connsiteY83" fmla="*/ 1333380 h 1635893"/>
                    <a:gd name="connsiteX84" fmla="*/ 384369 w 1606362"/>
                    <a:gd name="connsiteY84" fmla="*/ 1261879 h 1635893"/>
                    <a:gd name="connsiteX85" fmla="*/ 303597 w 1606362"/>
                    <a:gd name="connsiteY85" fmla="*/ 1095509 h 1635893"/>
                    <a:gd name="connsiteX86" fmla="*/ 1154370 w 1606362"/>
                    <a:gd name="connsiteY86" fmla="*/ 1214635 h 1635893"/>
                    <a:gd name="connsiteX87" fmla="*/ 1130875 w 1606362"/>
                    <a:gd name="connsiteY87" fmla="*/ 1407675 h 1635893"/>
                    <a:gd name="connsiteX88" fmla="*/ 1261431 w 1606362"/>
                    <a:gd name="connsiteY88" fmla="*/ 1463301 h 1635893"/>
                    <a:gd name="connsiteX89" fmla="*/ 1374969 w 1606362"/>
                    <a:gd name="connsiteY89" fmla="*/ 1474731 h 1635893"/>
                    <a:gd name="connsiteX90" fmla="*/ 1357316 w 1606362"/>
                    <a:gd name="connsiteY90" fmla="*/ 1446029 h 1635893"/>
                    <a:gd name="connsiteX91" fmla="*/ 1258637 w 1606362"/>
                    <a:gd name="connsiteY91" fmla="*/ 1386466 h 1635893"/>
                    <a:gd name="connsiteX92" fmla="*/ 1445581 w 1606362"/>
                    <a:gd name="connsiteY92" fmla="*/ 1429773 h 1635893"/>
                    <a:gd name="connsiteX93" fmla="*/ 1403163 w 1606362"/>
                    <a:gd name="connsiteY93" fmla="*/ 1377195 h 1635893"/>
                    <a:gd name="connsiteX94" fmla="*/ 1296229 w 1606362"/>
                    <a:gd name="connsiteY94" fmla="*/ 1332237 h 1635893"/>
                    <a:gd name="connsiteX95" fmla="*/ 1489269 w 1606362"/>
                    <a:gd name="connsiteY95" fmla="*/ 1359923 h 1635893"/>
                    <a:gd name="connsiteX96" fmla="*/ 1491174 w 1606362"/>
                    <a:gd name="connsiteY96" fmla="*/ 1340111 h 1635893"/>
                    <a:gd name="connsiteX97" fmla="*/ 1235269 w 1606362"/>
                    <a:gd name="connsiteY97" fmla="*/ 1248163 h 1635893"/>
                    <a:gd name="connsiteX98" fmla="*/ 1341060 w 1606362"/>
                    <a:gd name="connsiteY98" fmla="*/ 1171709 h 1635893"/>
                    <a:gd name="connsiteX99" fmla="*/ 1301944 w 1606362"/>
                    <a:gd name="connsiteY99" fmla="*/ 1132720 h 1635893"/>
                    <a:gd name="connsiteX100" fmla="*/ 1154370 w 1606362"/>
                    <a:gd name="connsiteY100" fmla="*/ 1214635 h 1635893"/>
                    <a:gd name="connsiteX101" fmla="*/ 857063 w 1606362"/>
                    <a:gd name="connsiteY101" fmla="*/ 1181488 h 1635893"/>
                    <a:gd name="connsiteX102" fmla="*/ 878272 w 1606362"/>
                    <a:gd name="connsiteY102" fmla="*/ 1300868 h 1635893"/>
                    <a:gd name="connsiteX103" fmla="*/ 905704 w 1606362"/>
                    <a:gd name="connsiteY103" fmla="*/ 1540771 h 1635893"/>
                    <a:gd name="connsiteX104" fmla="*/ 1188660 w 1606362"/>
                    <a:gd name="connsiteY104" fmla="*/ 1474350 h 1635893"/>
                    <a:gd name="connsiteX105" fmla="*/ 1073344 w 1606362"/>
                    <a:gd name="connsiteY105" fmla="*/ 1300233 h 1635893"/>
                    <a:gd name="connsiteX106" fmla="*/ 973522 w 1606362"/>
                    <a:gd name="connsiteY106" fmla="*/ 1438155 h 1635893"/>
                    <a:gd name="connsiteX107" fmla="*/ 945201 w 1606362"/>
                    <a:gd name="connsiteY107" fmla="*/ 1487558 h 1635893"/>
                    <a:gd name="connsiteX108" fmla="*/ 974665 w 1606362"/>
                    <a:gd name="connsiteY108" fmla="*/ 1366781 h 1635893"/>
                    <a:gd name="connsiteX109" fmla="*/ 857063 w 1606362"/>
                    <a:gd name="connsiteY109" fmla="*/ 1181488 h 1635893"/>
                    <a:gd name="connsiteX0" fmla="*/ 1014924 w 1543880"/>
                    <a:gd name="connsiteY0" fmla="*/ 136948 h 1635803"/>
                    <a:gd name="connsiteX1" fmla="*/ 1288609 w 1543880"/>
                    <a:gd name="connsiteY1" fmla="*/ 42 h 1635803"/>
                    <a:gd name="connsiteX2" fmla="*/ 1100903 w 1543880"/>
                    <a:gd name="connsiteY2" fmla="*/ 724323 h 1635803"/>
                    <a:gd name="connsiteX3" fmla="*/ 1075122 w 1543880"/>
                    <a:gd name="connsiteY3" fmla="*/ 806746 h 1635803"/>
                    <a:gd name="connsiteX4" fmla="*/ 994858 w 1543880"/>
                    <a:gd name="connsiteY4" fmla="*/ 891074 h 1635803"/>
                    <a:gd name="connsiteX5" fmla="*/ 900370 w 1543880"/>
                    <a:gd name="connsiteY5" fmla="*/ 986070 h 1635803"/>
                    <a:gd name="connsiteX6" fmla="*/ 765623 w 1543880"/>
                    <a:gd name="connsiteY6" fmla="*/ 1048300 h 1635803"/>
                    <a:gd name="connsiteX7" fmla="*/ 993715 w 1543880"/>
                    <a:gd name="connsiteY7" fmla="*/ 1351449 h 1635803"/>
                    <a:gd name="connsiteX8" fmla="*/ 1109666 w 1543880"/>
                    <a:gd name="connsiteY8" fmla="*/ 1221528 h 1635803"/>
                    <a:gd name="connsiteX9" fmla="*/ 1283275 w 1543880"/>
                    <a:gd name="connsiteY9" fmla="*/ 1110911 h 1635803"/>
                    <a:gd name="connsiteX10" fmla="*/ 1372810 w 1543880"/>
                    <a:gd name="connsiteY10" fmla="*/ 1159044 h 1635803"/>
                    <a:gd name="connsiteX11" fmla="*/ 1290260 w 1543880"/>
                    <a:gd name="connsiteY11" fmla="*/ 1244261 h 1635803"/>
                    <a:gd name="connsiteX12" fmla="*/ 1514796 w 1543880"/>
                    <a:gd name="connsiteY12" fmla="*/ 1325541 h 1635803"/>
                    <a:gd name="connsiteX13" fmla="*/ 1460440 w 1543880"/>
                    <a:gd name="connsiteY13" fmla="*/ 1390565 h 1635803"/>
                    <a:gd name="connsiteX14" fmla="*/ 1460821 w 1543880"/>
                    <a:gd name="connsiteY14" fmla="*/ 1438698 h 1635803"/>
                    <a:gd name="connsiteX15" fmla="*/ 1403163 w 1543880"/>
                    <a:gd name="connsiteY15" fmla="*/ 1459907 h 1635803"/>
                    <a:gd name="connsiteX16" fmla="*/ 1396686 w 1543880"/>
                    <a:gd name="connsiteY16" fmla="*/ 1490260 h 1635803"/>
                    <a:gd name="connsiteX17" fmla="*/ 1222569 w 1543880"/>
                    <a:gd name="connsiteY17" fmla="*/ 1482132 h 1635803"/>
                    <a:gd name="connsiteX18" fmla="*/ 1041340 w 1543880"/>
                    <a:gd name="connsiteY18" fmla="*/ 1583351 h 1635803"/>
                    <a:gd name="connsiteX19" fmla="*/ 907228 w 1543880"/>
                    <a:gd name="connsiteY19" fmla="*/ 1570270 h 1635803"/>
                    <a:gd name="connsiteX20" fmla="*/ 909260 w 1543880"/>
                    <a:gd name="connsiteY20" fmla="*/ 1626150 h 1635803"/>
                    <a:gd name="connsiteX21" fmla="*/ 884622 w 1543880"/>
                    <a:gd name="connsiteY21" fmla="*/ 1624626 h 1635803"/>
                    <a:gd name="connsiteX22" fmla="*/ 878780 w 1543880"/>
                    <a:gd name="connsiteY22" fmla="*/ 1550204 h 1635803"/>
                    <a:gd name="connsiteX23" fmla="*/ 820106 w 1543880"/>
                    <a:gd name="connsiteY23" fmla="*/ 1144566 h 1635803"/>
                    <a:gd name="connsiteX24" fmla="*/ 747208 w 1543880"/>
                    <a:gd name="connsiteY24" fmla="*/ 1071795 h 1635803"/>
                    <a:gd name="connsiteX25" fmla="*/ 424882 w 1543880"/>
                    <a:gd name="connsiteY25" fmla="*/ 1070144 h 1635803"/>
                    <a:gd name="connsiteX26" fmla="*/ 337125 w 1543880"/>
                    <a:gd name="connsiteY26" fmla="*/ 1072303 h 1635803"/>
                    <a:gd name="connsiteX27" fmla="*/ 407610 w 1543880"/>
                    <a:gd name="connsiteY27" fmla="*/ 1284139 h 1635803"/>
                    <a:gd name="connsiteX28" fmla="*/ 322774 w 1543880"/>
                    <a:gd name="connsiteY28" fmla="*/ 1363260 h 1635803"/>
                    <a:gd name="connsiteX29" fmla="*/ 288357 w 1543880"/>
                    <a:gd name="connsiteY29" fmla="*/ 1588558 h 1635803"/>
                    <a:gd name="connsiteX30" fmla="*/ 283023 w 1543880"/>
                    <a:gd name="connsiteY30" fmla="*/ 1624626 h 1635803"/>
                    <a:gd name="connsiteX31" fmla="*/ 259020 w 1543880"/>
                    <a:gd name="connsiteY31" fmla="*/ 1629325 h 1635803"/>
                    <a:gd name="connsiteX32" fmla="*/ 323409 w 1543880"/>
                    <a:gd name="connsiteY32" fmla="*/ 1249976 h 1635803"/>
                    <a:gd name="connsiteX33" fmla="*/ 305629 w 1543880"/>
                    <a:gd name="connsiteY33" fmla="*/ 1166156 h 1635803"/>
                    <a:gd name="connsiteX34" fmla="*/ 229556 w 1543880"/>
                    <a:gd name="connsiteY34" fmla="*/ 1192318 h 1635803"/>
                    <a:gd name="connsiteX35" fmla="*/ 18228 w 1543880"/>
                    <a:gd name="connsiteY35" fmla="*/ 1623483 h 1635803"/>
                    <a:gd name="connsiteX36" fmla="*/ 2099 w 1543880"/>
                    <a:gd name="connsiteY36" fmla="*/ 1635802 h 1635803"/>
                    <a:gd name="connsiteX37" fmla="*/ 17212 w 1543880"/>
                    <a:gd name="connsiteY37" fmla="*/ 1539536 h 1635803"/>
                    <a:gd name="connsiteX38" fmla="*/ 107001 w 1543880"/>
                    <a:gd name="connsiteY38" fmla="*/ 1318556 h 1635803"/>
                    <a:gd name="connsiteX39" fmla="*/ 216983 w 1543880"/>
                    <a:gd name="connsiteY39" fmla="*/ 1168061 h 1635803"/>
                    <a:gd name="connsiteX40" fmla="*/ 304867 w 1543880"/>
                    <a:gd name="connsiteY40" fmla="*/ 1066461 h 1635803"/>
                    <a:gd name="connsiteX41" fmla="*/ 391481 w 1543880"/>
                    <a:gd name="connsiteY41" fmla="*/ 1032298 h 1635803"/>
                    <a:gd name="connsiteX42" fmla="*/ 252924 w 1543880"/>
                    <a:gd name="connsiteY42" fmla="*/ 952161 h 1635803"/>
                    <a:gd name="connsiteX43" fmla="*/ 138243 w 1543880"/>
                    <a:gd name="connsiteY43" fmla="*/ 836972 h 1635803"/>
                    <a:gd name="connsiteX44" fmla="*/ 83633 w 1543880"/>
                    <a:gd name="connsiteY44" fmla="*/ 754422 h 1635803"/>
                    <a:gd name="connsiteX45" fmla="*/ 139767 w 1543880"/>
                    <a:gd name="connsiteY45" fmla="*/ 520615 h 1635803"/>
                    <a:gd name="connsiteX46" fmla="*/ 413198 w 1543880"/>
                    <a:gd name="connsiteY46" fmla="*/ 274108 h 1635803"/>
                    <a:gd name="connsiteX47" fmla="*/ 730698 w 1543880"/>
                    <a:gd name="connsiteY47" fmla="*/ 270806 h 1635803"/>
                    <a:gd name="connsiteX48" fmla="*/ 944058 w 1543880"/>
                    <a:gd name="connsiteY48" fmla="*/ 396917 h 1635803"/>
                    <a:gd name="connsiteX49" fmla="*/ 1076900 w 1543880"/>
                    <a:gd name="connsiteY49" fmla="*/ 110786 h 1635803"/>
                    <a:gd name="connsiteX50" fmla="*/ 971617 w 1543880"/>
                    <a:gd name="connsiteY50" fmla="*/ 432858 h 1635803"/>
                    <a:gd name="connsiteX51" fmla="*/ 1070423 w 1543880"/>
                    <a:gd name="connsiteY51" fmla="*/ 587925 h 1635803"/>
                    <a:gd name="connsiteX52" fmla="*/ 1107507 w 1543880"/>
                    <a:gd name="connsiteY52" fmla="*/ 691938 h 1635803"/>
                    <a:gd name="connsiteX53" fmla="*/ 1543879 w 1543880"/>
                    <a:gd name="connsiteY53" fmla="*/ 155871 h 1635803"/>
                    <a:gd name="connsiteX54" fmla="*/ 1261939 w 1543880"/>
                    <a:gd name="connsiteY54" fmla="*/ 27220 h 1635803"/>
                    <a:gd name="connsiteX55" fmla="*/ 1076900 w 1543880"/>
                    <a:gd name="connsiteY55" fmla="*/ 110786 h 1635803"/>
                    <a:gd name="connsiteX56" fmla="*/ 175327 w 1543880"/>
                    <a:gd name="connsiteY56" fmla="*/ 504486 h 1635803"/>
                    <a:gd name="connsiteX57" fmla="*/ 227270 w 1543880"/>
                    <a:gd name="connsiteY57" fmla="*/ 521631 h 1635803"/>
                    <a:gd name="connsiteX58" fmla="*/ 284801 w 1543880"/>
                    <a:gd name="connsiteY58" fmla="*/ 676571 h 1635803"/>
                    <a:gd name="connsiteX59" fmla="*/ 256607 w 1543880"/>
                    <a:gd name="connsiteY59" fmla="*/ 816906 h 1635803"/>
                    <a:gd name="connsiteX60" fmla="*/ 204283 w 1543880"/>
                    <a:gd name="connsiteY60" fmla="*/ 863642 h 1635803"/>
                    <a:gd name="connsiteX61" fmla="*/ 615128 w 1543880"/>
                    <a:gd name="connsiteY61" fmla="*/ 1039918 h 1635803"/>
                    <a:gd name="connsiteX62" fmla="*/ 979491 w 1543880"/>
                    <a:gd name="connsiteY62" fmla="*/ 867579 h 1635803"/>
                    <a:gd name="connsiteX63" fmla="*/ 1018353 w 1543880"/>
                    <a:gd name="connsiteY63" fmla="*/ 573574 h 1635803"/>
                    <a:gd name="connsiteX64" fmla="*/ 672151 w 1543880"/>
                    <a:gd name="connsiteY64" fmla="*/ 284649 h 1635803"/>
                    <a:gd name="connsiteX65" fmla="*/ 175327 w 1543880"/>
                    <a:gd name="connsiteY65" fmla="*/ 504486 h 1635803"/>
                    <a:gd name="connsiteX66" fmla="*/ 159833 w 1543880"/>
                    <a:gd name="connsiteY66" fmla="*/ 539792 h 1635803"/>
                    <a:gd name="connsiteX67" fmla="*/ 104588 w 1543880"/>
                    <a:gd name="connsiteY67" fmla="*/ 728006 h 1635803"/>
                    <a:gd name="connsiteX68" fmla="*/ 197679 w 1543880"/>
                    <a:gd name="connsiteY68" fmla="*/ 834051 h 1635803"/>
                    <a:gd name="connsiteX69" fmla="*/ 250892 w 1543880"/>
                    <a:gd name="connsiteY69" fmla="*/ 752263 h 1635803"/>
                    <a:gd name="connsiteX70" fmla="*/ 234636 w 1543880"/>
                    <a:gd name="connsiteY70" fmla="*/ 576495 h 1635803"/>
                    <a:gd name="connsiteX71" fmla="*/ 159833 w 1543880"/>
                    <a:gd name="connsiteY71" fmla="*/ 539792 h 1635803"/>
                    <a:gd name="connsiteX72" fmla="*/ 1052135 w 1543880"/>
                    <a:gd name="connsiteY72" fmla="*/ 597958 h 1635803"/>
                    <a:gd name="connsiteX73" fmla="*/ 1041086 w 1543880"/>
                    <a:gd name="connsiteY73" fmla="*/ 807000 h 1635803"/>
                    <a:gd name="connsiteX74" fmla="*/ 1052135 w 1543880"/>
                    <a:gd name="connsiteY74" fmla="*/ 597958 h 1635803"/>
                    <a:gd name="connsiteX75" fmla="*/ 441011 w 1543880"/>
                    <a:gd name="connsiteY75" fmla="*/ 1044871 h 1635803"/>
                    <a:gd name="connsiteX76" fmla="*/ 658816 w 1543880"/>
                    <a:gd name="connsiteY76" fmla="*/ 1078526 h 1635803"/>
                    <a:gd name="connsiteX77" fmla="*/ 569154 w 1543880"/>
                    <a:gd name="connsiteY77" fmla="*/ 1062524 h 1635803"/>
                    <a:gd name="connsiteX78" fmla="*/ 441011 w 1543880"/>
                    <a:gd name="connsiteY78" fmla="*/ 1044871 h 1635803"/>
                    <a:gd name="connsiteX79" fmla="*/ 303597 w 1543880"/>
                    <a:gd name="connsiteY79" fmla="*/ 1095417 h 1635803"/>
                    <a:gd name="connsiteX80" fmla="*/ 288992 w 1543880"/>
                    <a:gd name="connsiteY80" fmla="*/ 1125008 h 1635803"/>
                    <a:gd name="connsiteX81" fmla="*/ 345380 w 1543880"/>
                    <a:gd name="connsiteY81" fmla="*/ 1175427 h 1635803"/>
                    <a:gd name="connsiteX82" fmla="*/ 332934 w 1543880"/>
                    <a:gd name="connsiteY82" fmla="*/ 1333288 h 1635803"/>
                    <a:gd name="connsiteX83" fmla="*/ 384369 w 1543880"/>
                    <a:gd name="connsiteY83" fmla="*/ 1261787 h 1635803"/>
                    <a:gd name="connsiteX84" fmla="*/ 303597 w 1543880"/>
                    <a:gd name="connsiteY84" fmla="*/ 1095417 h 1635803"/>
                    <a:gd name="connsiteX85" fmla="*/ 1154370 w 1543880"/>
                    <a:gd name="connsiteY85" fmla="*/ 1214543 h 1635803"/>
                    <a:gd name="connsiteX86" fmla="*/ 1130875 w 1543880"/>
                    <a:gd name="connsiteY86" fmla="*/ 1407583 h 1635803"/>
                    <a:gd name="connsiteX87" fmla="*/ 1261431 w 1543880"/>
                    <a:gd name="connsiteY87" fmla="*/ 1463209 h 1635803"/>
                    <a:gd name="connsiteX88" fmla="*/ 1374969 w 1543880"/>
                    <a:gd name="connsiteY88" fmla="*/ 1474639 h 1635803"/>
                    <a:gd name="connsiteX89" fmla="*/ 1357316 w 1543880"/>
                    <a:gd name="connsiteY89" fmla="*/ 1445937 h 1635803"/>
                    <a:gd name="connsiteX90" fmla="*/ 1258637 w 1543880"/>
                    <a:gd name="connsiteY90" fmla="*/ 1386374 h 1635803"/>
                    <a:gd name="connsiteX91" fmla="*/ 1445581 w 1543880"/>
                    <a:gd name="connsiteY91" fmla="*/ 1429681 h 1635803"/>
                    <a:gd name="connsiteX92" fmla="*/ 1403163 w 1543880"/>
                    <a:gd name="connsiteY92" fmla="*/ 1377103 h 1635803"/>
                    <a:gd name="connsiteX93" fmla="*/ 1296229 w 1543880"/>
                    <a:gd name="connsiteY93" fmla="*/ 1332145 h 1635803"/>
                    <a:gd name="connsiteX94" fmla="*/ 1489269 w 1543880"/>
                    <a:gd name="connsiteY94" fmla="*/ 1359831 h 1635803"/>
                    <a:gd name="connsiteX95" fmla="*/ 1491174 w 1543880"/>
                    <a:gd name="connsiteY95" fmla="*/ 1340019 h 1635803"/>
                    <a:gd name="connsiteX96" fmla="*/ 1235269 w 1543880"/>
                    <a:gd name="connsiteY96" fmla="*/ 1248071 h 1635803"/>
                    <a:gd name="connsiteX97" fmla="*/ 1341060 w 1543880"/>
                    <a:gd name="connsiteY97" fmla="*/ 1171617 h 1635803"/>
                    <a:gd name="connsiteX98" fmla="*/ 1301944 w 1543880"/>
                    <a:gd name="connsiteY98" fmla="*/ 1132628 h 1635803"/>
                    <a:gd name="connsiteX99" fmla="*/ 1154370 w 1543880"/>
                    <a:gd name="connsiteY99" fmla="*/ 1214543 h 1635803"/>
                    <a:gd name="connsiteX100" fmla="*/ 857063 w 1543880"/>
                    <a:gd name="connsiteY100" fmla="*/ 1181396 h 1635803"/>
                    <a:gd name="connsiteX101" fmla="*/ 878272 w 1543880"/>
                    <a:gd name="connsiteY101" fmla="*/ 1300776 h 1635803"/>
                    <a:gd name="connsiteX102" fmla="*/ 905704 w 1543880"/>
                    <a:gd name="connsiteY102" fmla="*/ 1540679 h 1635803"/>
                    <a:gd name="connsiteX103" fmla="*/ 1188660 w 1543880"/>
                    <a:gd name="connsiteY103" fmla="*/ 1474258 h 1635803"/>
                    <a:gd name="connsiteX104" fmla="*/ 1073344 w 1543880"/>
                    <a:gd name="connsiteY104" fmla="*/ 1300141 h 1635803"/>
                    <a:gd name="connsiteX105" fmla="*/ 973522 w 1543880"/>
                    <a:gd name="connsiteY105" fmla="*/ 1438063 h 1635803"/>
                    <a:gd name="connsiteX106" fmla="*/ 945201 w 1543880"/>
                    <a:gd name="connsiteY106" fmla="*/ 1487466 h 1635803"/>
                    <a:gd name="connsiteX107" fmla="*/ 974665 w 1543880"/>
                    <a:gd name="connsiteY107" fmla="*/ 1366689 h 1635803"/>
                    <a:gd name="connsiteX108" fmla="*/ 857063 w 1543880"/>
                    <a:gd name="connsiteY108" fmla="*/ 1181396 h 1635803"/>
                    <a:gd name="connsiteX0" fmla="*/ 1014924 w 1522114"/>
                    <a:gd name="connsiteY0" fmla="*/ 143988 h 1642841"/>
                    <a:gd name="connsiteX1" fmla="*/ 1288609 w 1522114"/>
                    <a:gd name="connsiteY1" fmla="*/ 7082 h 1642841"/>
                    <a:gd name="connsiteX2" fmla="*/ 1100903 w 1522114"/>
                    <a:gd name="connsiteY2" fmla="*/ 731363 h 1642841"/>
                    <a:gd name="connsiteX3" fmla="*/ 1075122 w 1522114"/>
                    <a:gd name="connsiteY3" fmla="*/ 813786 h 1642841"/>
                    <a:gd name="connsiteX4" fmla="*/ 994858 w 1522114"/>
                    <a:gd name="connsiteY4" fmla="*/ 898114 h 1642841"/>
                    <a:gd name="connsiteX5" fmla="*/ 900370 w 1522114"/>
                    <a:gd name="connsiteY5" fmla="*/ 993110 h 1642841"/>
                    <a:gd name="connsiteX6" fmla="*/ 765623 w 1522114"/>
                    <a:gd name="connsiteY6" fmla="*/ 1055340 h 1642841"/>
                    <a:gd name="connsiteX7" fmla="*/ 993715 w 1522114"/>
                    <a:gd name="connsiteY7" fmla="*/ 1358489 h 1642841"/>
                    <a:gd name="connsiteX8" fmla="*/ 1109666 w 1522114"/>
                    <a:gd name="connsiteY8" fmla="*/ 1228568 h 1642841"/>
                    <a:gd name="connsiteX9" fmla="*/ 1283275 w 1522114"/>
                    <a:gd name="connsiteY9" fmla="*/ 1117951 h 1642841"/>
                    <a:gd name="connsiteX10" fmla="*/ 1372810 w 1522114"/>
                    <a:gd name="connsiteY10" fmla="*/ 1166084 h 1642841"/>
                    <a:gd name="connsiteX11" fmla="*/ 1290260 w 1522114"/>
                    <a:gd name="connsiteY11" fmla="*/ 1251301 h 1642841"/>
                    <a:gd name="connsiteX12" fmla="*/ 1514796 w 1522114"/>
                    <a:gd name="connsiteY12" fmla="*/ 1332581 h 1642841"/>
                    <a:gd name="connsiteX13" fmla="*/ 1460440 w 1522114"/>
                    <a:gd name="connsiteY13" fmla="*/ 1397605 h 1642841"/>
                    <a:gd name="connsiteX14" fmla="*/ 1460821 w 1522114"/>
                    <a:gd name="connsiteY14" fmla="*/ 1445738 h 1642841"/>
                    <a:gd name="connsiteX15" fmla="*/ 1403163 w 1522114"/>
                    <a:gd name="connsiteY15" fmla="*/ 1466947 h 1642841"/>
                    <a:gd name="connsiteX16" fmla="*/ 1396686 w 1522114"/>
                    <a:gd name="connsiteY16" fmla="*/ 1497300 h 1642841"/>
                    <a:gd name="connsiteX17" fmla="*/ 1222569 w 1522114"/>
                    <a:gd name="connsiteY17" fmla="*/ 1489172 h 1642841"/>
                    <a:gd name="connsiteX18" fmla="*/ 1041340 w 1522114"/>
                    <a:gd name="connsiteY18" fmla="*/ 1590391 h 1642841"/>
                    <a:gd name="connsiteX19" fmla="*/ 907228 w 1522114"/>
                    <a:gd name="connsiteY19" fmla="*/ 1577310 h 1642841"/>
                    <a:gd name="connsiteX20" fmla="*/ 909260 w 1522114"/>
                    <a:gd name="connsiteY20" fmla="*/ 1633190 h 1642841"/>
                    <a:gd name="connsiteX21" fmla="*/ 884622 w 1522114"/>
                    <a:gd name="connsiteY21" fmla="*/ 1631666 h 1642841"/>
                    <a:gd name="connsiteX22" fmla="*/ 878780 w 1522114"/>
                    <a:gd name="connsiteY22" fmla="*/ 1557244 h 1642841"/>
                    <a:gd name="connsiteX23" fmla="*/ 820106 w 1522114"/>
                    <a:gd name="connsiteY23" fmla="*/ 1151606 h 1642841"/>
                    <a:gd name="connsiteX24" fmla="*/ 747208 w 1522114"/>
                    <a:gd name="connsiteY24" fmla="*/ 1078835 h 1642841"/>
                    <a:gd name="connsiteX25" fmla="*/ 424882 w 1522114"/>
                    <a:gd name="connsiteY25" fmla="*/ 1077184 h 1642841"/>
                    <a:gd name="connsiteX26" fmla="*/ 337125 w 1522114"/>
                    <a:gd name="connsiteY26" fmla="*/ 1079343 h 1642841"/>
                    <a:gd name="connsiteX27" fmla="*/ 407610 w 1522114"/>
                    <a:gd name="connsiteY27" fmla="*/ 1291179 h 1642841"/>
                    <a:gd name="connsiteX28" fmla="*/ 322774 w 1522114"/>
                    <a:gd name="connsiteY28" fmla="*/ 1370300 h 1642841"/>
                    <a:gd name="connsiteX29" fmla="*/ 288357 w 1522114"/>
                    <a:gd name="connsiteY29" fmla="*/ 1595598 h 1642841"/>
                    <a:gd name="connsiteX30" fmla="*/ 283023 w 1522114"/>
                    <a:gd name="connsiteY30" fmla="*/ 1631666 h 1642841"/>
                    <a:gd name="connsiteX31" fmla="*/ 259020 w 1522114"/>
                    <a:gd name="connsiteY31" fmla="*/ 1636365 h 1642841"/>
                    <a:gd name="connsiteX32" fmla="*/ 323409 w 1522114"/>
                    <a:gd name="connsiteY32" fmla="*/ 1257016 h 1642841"/>
                    <a:gd name="connsiteX33" fmla="*/ 305629 w 1522114"/>
                    <a:gd name="connsiteY33" fmla="*/ 1173196 h 1642841"/>
                    <a:gd name="connsiteX34" fmla="*/ 229556 w 1522114"/>
                    <a:gd name="connsiteY34" fmla="*/ 1199358 h 1642841"/>
                    <a:gd name="connsiteX35" fmla="*/ 18228 w 1522114"/>
                    <a:gd name="connsiteY35" fmla="*/ 1630523 h 1642841"/>
                    <a:gd name="connsiteX36" fmla="*/ 2099 w 1522114"/>
                    <a:gd name="connsiteY36" fmla="*/ 1642842 h 1642841"/>
                    <a:gd name="connsiteX37" fmla="*/ 17212 w 1522114"/>
                    <a:gd name="connsiteY37" fmla="*/ 1546576 h 1642841"/>
                    <a:gd name="connsiteX38" fmla="*/ 107001 w 1522114"/>
                    <a:gd name="connsiteY38" fmla="*/ 1325596 h 1642841"/>
                    <a:gd name="connsiteX39" fmla="*/ 216983 w 1522114"/>
                    <a:gd name="connsiteY39" fmla="*/ 1175101 h 1642841"/>
                    <a:gd name="connsiteX40" fmla="*/ 304867 w 1522114"/>
                    <a:gd name="connsiteY40" fmla="*/ 1073501 h 1642841"/>
                    <a:gd name="connsiteX41" fmla="*/ 391481 w 1522114"/>
                    <a:gd name="connsiteY41" fmla="*/ 1039338 h 1642841"/>
                    <a:gd name="connsiteX42" fmla="*/ 252924 w 1522114"/>
                    <a:gd name="connsiteY42" fmla="*/ 959201 h 1642841"/>
                    <a:gd name="connsiteX43" fmla="*/ 138243 w 1522114"/>
                    <a:gd name="connsiteY43" fmla="*/ 844012 h 1642841"/>
                    <a:gd name="connsiteX44" fmla="*/ 83633 w 1522114"/>
                    <a:gd name="connsiteY44" fmla="*/ 761462 h 1642841"/>
                    <a:gd name="connsiteX45" fmla="*/ 139767 w 1522114"/>
                    <a:gd name="connsiteY45" fmla="*/ 527655 h 1642841"/>
                    <a:gd name="connsiteX46" fmla="*/ 413198 w 1522114"/>
                    <a:gd name="connsiteY46" fmla="*/ 281148 h 1642841"/>
                    <a:gd name="connsiteX47" fmla="*/ 730698 w 1522114"/>
                    <a:gd name="connsiteY47" fmla="*/ 277846 h 1642841"/>
                    <a:gd name="connsiteX48" fmla="*/ 944058 w 1522114"/>
                    <a:gd name="connsiteY48" fmla="*/ 403957 h 1642841"/>
                    <a:gd name="connsiteX49" fmla="*/ 1076900 w 1522114"/>
                    <a:gd name="connsiteY49" fmla="*/ 117826 h 1642841"/>
                    <a:gd name="connsiteX50" fmla="*/ 971617 w 1522114"/>
                    <a:gd name="connsiteY50" fmla="*/ 439898 h 1642841"/>
                    <a:gd name="connsiteX51" fmla="*/ 1070423 w 1522114"/>
                    <a:gd name="connsiteY51" fmla="*/ 594965 h 1642841"/>
                    <a:gd name="connsiteX52" fmla="*/ 1107507 w 1522114"/>
                    <a:gd name="connsiteY52" fmla="*/ 698978 h 1642841"/>
                    <a:gd name="connsiteX53" fmla="*/ 1261939 w 1522114"/>
                    <a:gd name="connsiteY53" fmla="*/ 34260 h 1642841"/>
                    <a:gd name="connsiteX54" fmla="*/ 1076900 w 1522114"/>
                    <a:gd name="connsiteY54" fmla="*/ 117826 h 1642841"/>
                    <a:gd name="connsiteX55" fmla="*/ 175327 w 1522114"/>
                    <a:gd name="connsiteY55" fmla="*/ 511526 h 1642841"/>
                    <a:gd name="connsiteX56" fmla="*/ 227270 w 1522114"/>
                    <a:gd name="connsiteY56" fmla="*/ 528671 h 1642841"/>
                    <a:gd name="connsiteX57" fmla="*/ 284801 w 1522114"/>
                    <a:gd name="connsiteY57" fmla="*/ 683611 h 1642841"/>
                    <a:gd name="connsiteX58" fmla="*/ 256607 w 1522114"/>
                    <a:gd name="connsiteY58" fmla="*/ 823946 h 1642841"/>
                    <a:gd name="connsiteX59" fmla="*/ 204283 w 1522114"/>
                    <a:gd name="connsiteY59" fmla="*/ 870682 h 1642841"/>
                    <a:gd name="connsiteX60" fmla="*/ 615128 w 1522114"/>
                    <a:gd name="connsiteY60" fmla="*/ 1046958 h 1642841"/>
                    <a:gd name="connsiteX61" fmla="*/ 979491 w 1522114"/>
                    <a:gd name="connsiteY61" fmla="*/ 874619 h 1642841"/>
                    <a:gd name="connsiteX62" fmla="*/ 1018353 w 1522114"/>
                    <a:gd name="connsiteY62" fmla="*/ 580614 h 1642841"/>
                    <a:gd name="connsiteX63" fmla="*/ 672151 w 1522114"/>
                    <a:gd name="connsiteY63" fmla="*/ 291689 h 1642841"/>
                    <a:gd name="connsiteX64" fmla="*/ 175327 w 1522114"/>
                    <a:gd name="connsiteY64" fmla="*/ 511526 h 1642841"/>
                    <a:gd name="connsiteX65" fmla="*/ 159833 w 1522114"/>
                    <a:gd name="connsiteY65" fmla="*/ 546832 h 1642841"/>
                    <a:gd name="connsiteX66" fmla="*/ 104588 w 1522114"/>
                    <a:gd name="connsiteY66" fmla="*/ 735046 h 1642841"/>
                    <a:gd name="connsiteX67" fmla="*/ 197679 w 1522114"/>
                    <a:gd name="connsiteY67" fmla="*/ 841091 h 1642841"/>
                    <a:gd name="connsiteX68" fmla="*/ 250892 w 1522114"/>
                    <a:gd name="connsiteY68" fmla="*/ 759303 h 1642841"/>
                    <a:gd name="connsiteX69" fmla="*/ 234636 w 1522114"/>
                    <a:gd name="connsiteY69" fmla="*/ 583535 h 1642841"/>
                    <a:gd name="connsiteX70" fmla="*/ 159833 w 1522114"/>
                    <a:gd name="connsiteY70" fmla="*/ 546832 h 1642841"/>
                    <a:gd name="connsiteX71" fmla="*/ 1052135 w 1522114"/>
                    <a:gd name="connsiteY71" fmla="*/ 604998 h 1642841"/>
                    <a:gd name="connsiteX72" fmla="*/ 1041086 w 1522114"/>
                    <a:gd name="connsiteY72" fmla="*/ 814040 h 1642841"/>
                    <a:gd name="connsiteX73" fmla="*/ 1052135 w 1522114"/>
                    <a:gd name="connsiteY73" fmla="*/ 604998 h 1642841"/>
                    <a:gd name="connsiteX74" fmla="*/ 441011 w 1522114"/>
                    <a:gd name="connsiteY74" fmla="*/ 1051911 h 1642841"/>
                    <a:gd name="connsiteX75" fmla="*/ 658816 w 1522114"/>
                    <a:gd name="connsiteY75" fmla="*/ 1085566 h 1642841"/>
                    <a:gd name="connsiteX76" fmla="*/ 569154 w 1522114"/>
                    <a:gd name="connsiteY76" fmla="*/ 1069564 h 1642841"/>
                    <a:gd name="connsiteX77" fmla="*/ 441011 w 1522114"/>
                    <a:gd name="connsiteY77" fmla="*/ 1051911 h 1642841"/>
                    <a:gd name="connsiteX78" fmla="*/ 303597 w 1522114"/>
                    <a:gd name="connsiteY78" fmla="*/ 1102457 h 1642841"/>
                    <a:gd name="connsiteX79" fmla="*/ 288992 w 1522114"/>
                    <a:gd name="connsiteY79" fmla="*/ 1132048 h 1642841"/>
                    <a:gd name="connsiteX80" fmla="*/ 345380 w 1522114"/>
                    <a:gd name="connsiteY80" fmla="*/ 1182467 h 1642841"/>
                    <a:gd name="connsiteX81" fmla="*/ 332934 w 1522114"/>
                    <a:gd name="connsiteY81" fmla="*/ 1340328 h 1642841"/>
                    <a:gd name="connsiteX82" fmla="*/ 384369 w 1522114"/>
                    <a:gd name="connsiteY82" fmla="*/ 1268827 h 1642841"/>
                    <a:gd name="connsiteX83" fmla="*/ 303597 w 1522114"/>
                    <a:gd name="connsiteY83" fmla="*/ 1102457 h 1642841"/>
                    <a:gd name="connsiteX84" fmla="*/ 1154370 w 1522114"/>
                    <a:gd name="connsiteY84" fmla="*/ 1221583 h 1642841"/>
                    <a:gd name="connsiteX85" fmla="*/ 1130875 w 1522114"/>
                    <a:gd name="connsiteY85" fmla="*/ 1414623 h 1642841"/>
                    <a:gd name="connsiteX86" fmla="*/ 1261431 w 1522114"/>
                    <a:gd name="connsiteY86" fmla="*/ 1470249 h 1642841"/>
                    <a:gd name="connsiteX87" fmla="*/ 1374969 w 1522114"/>
                    <a:gd name="connsiteY87" fmla="*/ 1481679 h 1642841"/>
                    <a:gd name="connsiteX88" fmla="*/ 1357316 w 1522114"/>
                    <a:gd name="connsiteY88" fmla="*/ 1452977 h 1642841"/>
                    <a:gd name="connsiteX89" fmla="*/ 1258637 w 1522114"/>
                    <a:gd name="connsiteY89" fmla="*/ 1393414 h 1642841"/>
                    <a:gd name="connsiteX90" fmla="*/ 1445581 w 1522114"/>
                    <a:gd name="connsiteY90" fmla="*/ 1436721 h 1642841"/>
                    <a:gd name="connsiteX91" fmla="*/ 1403163 w 1522114"/>
                    <a:gd name="connsiteY91" fmla="*/ 1384143 h 1642841"/>
                    <a:gd name="connsiteX92" fmla="*/ 1296229 w 1522114"/>
                    <a:gd name="connsiteY92" fmla="*/ 1339185 h 1642841"/>
                    <a:gd name="connsiteX93" fmla="*/ 1489269 w 1522114"/>
                    <a:gd name="connsiteY93" fmla="*/ 1366871 h 1642841"/>
                    <a:gd name="connsiteX94" fmla="*/ 1491174 w 1522114"/>
                    <a:gd name="connsiteY94" fmla="*/ 1347059 h 1642841"/>
                    <a:gd name="connsiteX95" fmla="*/ 1235269 w 1522114"/>
                    <a:gd name="connsiteY95" fmla="*/ 1255111 h 1642841"/>
                    <a:gd name="connsiteX96" fmla="*/ 1341060 w 1522114"/>
                    <a:gd name="connsiteY96" fmla="*/ 1178657 h 1642841"/>
                    <a:gd name="connsiteX97" fmla="*/ 1301944 w 1522114"/>
                    <a:gd name="connsiteY97" fmla="*/ 1139668 h 1642841"/>
                    <a:gd name="connsiteX98" fmla="*/ 1154370 w 1522114"/>
                    <a:gd name="connsiteY98" fmla="*/ 1221583 h 1642841"/>
                    <a:gd name="connsiteX99" fmla="*/ 857063 w 1522114"/>
                    <a:gd name="connsiteY99" fmla="*/ 1188436 h 1642841"/>
                    <a:gd name="connsiteX100" fmla="*/ 878272 w 1522114"/>
                    <a:gd name="connsiteY100" fmla="*/ 1307816 h 1642841"/>
                    <a:gd name="connsiteX101" fmla="*/ 905704 w 1522114"/>
                    <a:gd name="connsiteY101" fmla="*/ 1547719 h 1642841"/>
                    <a:gd name="connsiteX102" fmla="*/ 1188660 w 1522114"/>
                    <a:gd name="connsiteY102" fmla="*/ 1481298 h 1642841"/>
                    <a:gd name="connsiteX103" fmla="*/ 1073344 w 1522114"/>
                    <a:gd name="connsiteY103" fmla="*/ 1307181 h 1642841"/>
                    <a:gd name="connsiteX104" fmla="*/ 973522 w 1522114"/>
                    <a:gd name="connsiteY104" fmla="*/ 1445103 h 1642841"/>
                    <a:gd name="connsiteX105" fmla="*/ 945201 w 1522114"/>
                    <a:gd name="connsiteY105" fmla="*/ 1494506 h 1642841"/>
                    <a:gd name="connsiteX106" fmla="*/ 974665 w 1522114"/>
                    <a:gd name="connsiteY106" fmla="*/ 1373729 h 1642841"/>
                    <a:gd name="connsiteX107" fmla="*/ 857063 w 1522114"/>
                    <a:gd name="connsiteY107" fmla="*/ 1188436 h 1642841"/>
                    <a:gd name="connsiteX0" fmla="*/ 1014924 w 1522114"/>
                    <a:gd name="connsiteY0" fmla="*/ 136948 h 1635803"/>
                    <a:gd name="connsiteX1" fmla="*/ 1288609 w 1522114"/>
                    <a:gd name="connsiteY1" fmla="*/ 42 h 1635803"/>
                    <a:gd name="connsiteX2" fmla="*/ 1100903 w 1522114"/>
                    <a:gd name="connsiteY2" fmla="*/ 724323 h 1635803"/>
                    <a:gd name="connsiteX3" fmla="*/ 1075122 w 1522114"/>
                    <a:gd name="connsiteY3" fmla="*/ 806746 h 1635803"/>
                    <a:gd name="connsiteX4" fmla="*/ 994858 w 1522114"/>
                    <a:gd name="connsiteY4" fmla="*/ 891074 h 1635803"/>
                    <a:gd name="connsiteX5" fmla="*/ 900370 w 1522114"/>
                    <a:gd name="connsiteY5" fmla="*/ 986070 h 1635803"/>
                    <a:gd name="connsiteX6" fmla="*/ 765623 w 1522114"/>
                    <a:gd name="connsiteY6" fmla="*/ 1048300 h 1635803"/>
                    <a:gd name="connsiteX7" fmla="*/ 993715 w 1522114"/>
                    <a:gd name="connsiteY7" fmla="*/ 1351449 h 1635803"/>
                    <a:gd name="connsiteX8" fmla="*/ 1109666 w 1522114"/>
                    <a:gd name="connsiteY8" fmla="*/ 1221528 h 1635803"/>
                    <a:gd name="connsiteX9" fmla="*/ 1283275 w 1522114"/>
                    <a:gd name="connsiteY9" fmla="*/ 1110911 h 1635803"/>
                    <a:gd name="connsiteX10" fmla="*/ 1372810 w 1522114"/>
                    <a:gd name="connsiteY10" fmla="*/ 1159044 h 1635803"/>
                    <a:gd name="connsiteX11" fmla="*/ 1290260 w 1522114"/>
                    <a:gd name="connsiteY11" fmla="*/ 1244261 h 1635803"/>
                    <a:gd name="connsiteX12" fmla="*/ 1514796 w 1522114"/>
                    <a:gd name="connsiteY12" fmla="*/ 1325541 h 1635803"/>
                    <a:gd name="connsiteX13" fmla="*/ 1460440 w 1522114"/>
                    <a:gd name="connsiteY13" fmla="*/ 1390565 h 1635803"/>
                    <a:gd name="connsiteX14" fmla="*/ 1460821 w 1522114"/>
                    <a:gd name="connsiteY14" fmla="*/ 1438698 h 1635803"/>
                    <a:gd name="connsiteX15" fmla="*/ 1403163 w 1522114"/>
                    <a:gd name="connsiteY15" fmla="*/ 1459907 h 1635803"/>
                    <a:gd name="connsiteX16" fmla="*/ 1396686 w 1522114"/>
                    <a:gd name="connsiteY16" fmla="*/ 1490260 h 1635803"/>
                    <a:gd name="connsiteX17" fmla="*/ 1222569 w 1522114"/>
                    <a:gd name="connsiteY17" fmla="*/ 1482132 h 1635803"/>
                    <a:gd name="connsiteX18" fmla="*/ 1041340 w 1522114"/>
                    <a:gd name="connsiteY18" fmla="*/ 1583351 h 1635803"/>
                    <a:gd name="connsiteX19" fmla="*/ 907228 w 1522114"/>
                    <a:gd name="connsiteY19" fmla="*/ 1570270 h 1635803"/>
                    <a:gd name="connsiteX20" fmla="*/ 909260 w 1522114"/>
                    <a:gd name="connsiteY20" fmla="*/ 1626150 h 1635803"/>
                    <a:gd name="connsiteX21" fmla="*/ 884622 w 1522114"/>
                    <a:gd name="connsiteY21" fmla="*/ 1624626 h 1635803"/>
                    <a:gd name="connsiteX22" fmla="*/ 878780 w 1522114"/>
                    <a:gd name="connsiteY22" fmla="*/ 1550204 h 1635803"/>
                    <a:gd name="connsiteX23" fmla="*/ 820106 w 1522114"/>
                    <a:gd name="connsiteY23" fmla="*/ 1144566 h 1635803"/>
                    <a:gd name="connsiteX24" fmla="*/ 747208 w 1522114"/>
                    <a:gd name="connsiteY24" fmla="*/ 1071795 h 1635803"/>
                    <a:gd name="connsiteX25" fmla="*/ 424882 w 1522114"/>
                    <a:gd name="connsiteY25" fmla="*/ 1070144 h 1635803"/>
                    <a:gd name="connsiteX26" fmla="*/ 337125 w 1522114"/>
                    <a:gd name="connsiteY26" fmla="*/ 1072303 h 1635803"/>
                    <a:gd name="connsiteX27" fmla="*/ 407610 w 1522114"/>
                    <a:gd name="connsiteY27" fmla="*/ 1284139 h 1635803"/>
                    <a:gd name="connsiteX28" fmla="*/ 322774 w 1522114"/>
                    <a:gd name="connsiteY28" fmla="*/ 1363260 h 1635803"/>
                    <a:gd name="connsiteX29" fmla="*/ 288357 w 1522114"/>
                    <a:gd name="connsiteY29" fmla="*/ 1588558 h 1635803"/>
                    <a:gd name="connsiteX30" fmla="*/ 283023 w 1522114"/>
                    <a:gd name="connsiteY30" fmla="*/ 1624626 h 1635803"/>
                    <a:gd name="connsiteX31" fmla="*/ 259020 w 1522114"/>
                    <a:gd name="connsiteY31" fmla="*/ 1629325 h 1635803"/>
                    <a:gd name="connsiteX32" fmla="*/ 323409 w 1522114"/>
                    <a:gd name="connsiteY32" fmla="*/ 1249976 h 1635803"/>
                    <a:gd name="connsiteX33" fmla="*/ 305629 w 1522114"/>
                    <a:gd name="connsiteY33" fmla="*/ 1166156 h 1635803"/>
                    <a:gd name="connsiteX34" fmla="*/ 229556 w 1522114"/>
                    <a:gd name="connsiteY34" fmla="*/ 1192318 h 1635803"/>
                    <a:gd name="connsiteX35" fmla="*/ 18228 w 1522114"/>
                    <a:gd name="connsiteY35" fmla="*/ 1623483 h 1635803"/>
                    <a:gd name="connsiteX36" fmla="*/ 2099 w 1522114"/>
                    <a:gd name="connsiteY36" fmla="*/ 1635802 h 1635803"/>
                    <a:gd name="connsiteX37" fmla="*/ 17212 w 1522114"/>
                    <a:gd name="connsiteY37" fmla="*/ 1539536 h 1635803"/>
                    <a:gd name="connsiteX38" fmla="*/ 107001 w 1522114"/>
                    <a:gd name="connsiteY38" fmla="*/ 1318556 h 1635803"/>
                    <a:gd name="connsiteX39" fmla="*/ 216983 w 1522114"/>
                    <a:gd name="connsiteY39" fmla="*/ 1168061 h 1635803"/>
                    <a:gd name="connsiteX40" fmla="*/ 304867 w 1522114"/>
                    <a:gd name="connsiteY40" fmla="*/ 1066461 h 1635803"/>
                    <a:gd name="connsiteX41" fmla="*/ 391481 w 1522114"/>
                    <a:gd name="connsiteY41" fmla="*/ 1032298 h 1635803"/>
                    <a:gd name="connsiteX42" fmla="*/ 252924 w 1522114"/>
                    <a:gd name="connsiteY42" fmla="*/ 952161 h 1635803"/>
                    <a:gd name="connsiteX43" fmla="*/ 138243 w 1522114"/>
                    <a:gd name="connsiteY43" fmla="*/ 836972 h 1635803"/>
                    <a:gd name="connsiteX44" fmla="*/ 83633 w 1522114"/>
                    <a:gd name="connsiteY44" fmla="*/ 754422 h 1635803"/>
                    <a:gd name="connsiteX45" fmla="*/ 139767 w 1522114"/>
                    <a:gd name="connsiteY45" fmla="*/ 520615 h 1635803"/>
                    <a:gd name="connsiteX46" fmla="*/ 413198 w 1522114"/>
                    <a:gd name="connsiteY46" fmla="*/ 274108 h 1635803"/>
                    <a:gd name="connsiteX47" fmla="*/ 730698 w 1522114"/>
                    <a:gd name="connsiteY47" fmla="*/ 270806 h 1635803"/>
                    <a:gd name="connsiteX48" fmla="*/ 944058 w 1522114"/>
                    <a:gd name="connsiteY48" fmla="*/ 396917 h 1635803"/>
                    <a:gd name="connsiteX49" fmla="*/ 1076900 w 1522114"/>
                    <a:gd name="connsiteY49" fmla="*/ 110786 h 1635803"/>
                    <a:gd name="connsiteX50" fmla="*/ 971617 w 1522114"/>
                    <a:gd name="connsiteY50" fmla="*/ 432858 h 1635803"/>
                    <a:gd name="connsiteX51" fmla="*/ 1070423 w 1522114"/>
                    <a:gd name="connsiteY51" fmla="*/ 587925 h 1635803"/>
                    <a:gd name="connsiteX52" fmla="*/ 1107507 w 1522114"/>
                    <a:gd name="connsiteY52" fmla="*/ 691938 h 1635803"/>
                    <a:gd name="connsiteX53" fmla="*/ 1076900 w 1522114"/>
                    <a:gd name="connsiteY53" fmla="*/ 110786 h 1635803"/>
                    <a:gd name="connsiteX54" fmla="*/ 175327 w 1522114"/>
                    <a:gd name="connsiteY54" fmla="*/ 504486 h 1635803"/>
                    <a:gd name="connsiteX55" fmla="*/ 227270 w 1522114"/>
                    <a:gd name="connsiteY55" fmla="*/ 521631 h 1635803"/>
                    <a:gd name="connsiteX56" fmla="*/ 284801 w 1522114"/>
                    <a:gd name="connsiteY56" fmla="*/ 676571 h 1635803"/>
                    <a:gd name="connsiteX57" fmla="*/ 256607 w 1522114"/>
                    <a:gd name="connsiteY57" fmla="*/ 816906 h 1635803"/>
                    <a:gd name="connsiteX58" fmla="*/ 204283 w 1522114"/>
                    <a:gd name="connsiteY58" fmla="*/ 863642 h 1635803"/>
                    <a:gd name="connsiteX59" fmla="*/ 615128 w 1522114"/>
                    <a:gd name="connsiteY59" fmla="*/ 1039918 h 1635803"/>
                    <a:gd name="connsiteX60" fmla="*/ 979491 w 1522114"/>
                    <a:gd name="connsiteY60" fmla="*/ 867579 h 1635803"/>
                    <a:gd name="connsiteX61" fmla="*/ 1018353 w 1522114"/>
                    <a:gd name="connsiteY61" fmla="*/ 573574 h 1635803"/>
                    <a:gd name="connsiteX62" fmla="*/ 672151 w 1522114"/>
                    <a:gd name="connsiteY62" fmla="*/ 284649 h 1635803"/>
                    <a:gd name="connsiteX63" fmla="*/ 175327 w 1522114"/>
                    <a:gd name="connsiteY63" fmla="*/ 504486 h 1635803"/>
                    <a:gd name="connsiteX64" fmla="*/ 159833 w 1522114"/>
                    <a:gd name="connsiteY64" fmla="*/ 539792 h 1635803"/>
                    <a:gd name="connsiteX65" fmla="*/ 104588 w 1522114"/>
                    <a:gd name="connsiteY65" fmla="*/ 728006 h 1635803"/>
                    <a:gd name="connsiteX66" fmla="*/ 197679 w 1522114"/>
                    <a:gd name="connsiteY66" fmla="*/ 834051 h 1635803"/>
                    <a:gd name="connsiteX67" fmla="*/ 250892 w 1522114"/>
                    <a:gd name="connsiteY67" fmla="*/ 752263 h 1635803"/>
                    <a:gd name="connsiteX68" fmla="*/ 234636 w 1522114"/>
                    <a:gd name="connsiteY68" fmla="*/ 576495 h 1635803"/>
                    <a:gd name="connsiteX69" fmla="*/ 159833 w 1522114"/>
                    <a:gd name="connsiteY69" fmla="*/ 539792 h 1635803"/>
                    <a:gd name="connsiteX70" fmla="*/ 1052135 w 1522114"/>
                    <a:gd name="connsiteY70" fmla="*/ 597958 h 1635803"/>
                    <a:gd name="connsiteX71" fmla="*/ 1041086 w 1522114"/>
                    <a:gd name="connsiteY71" fmla="*/ 807000 h 1635803"/>
                    <a:gd name="connsiteX72" fmla="*/ 1052135 w 1522114"/>
                    <a:gd name="connsiteY72" fmla="*/ 597958 h 1635803"/>
                    <a:gd name="connsiteX73" fmla="*/ 441011 w 1522114"/>
                    <a:gd name="connsiteY73" fmla="*/ 1044871 h 1635803"/>
                    <a:gd name="connsiteX74" fmla="*/ 658816 w 1522114"/>
                    <a:gd name="connsiteY74" fmla="*/ 1078526 h 1635803"/>
                    <a:gd name="connsiteX75" fmla="*/ 569154 w 1522114"/>
                    <a:gd name="connsiteY75" fmla="*/ 1062524 h 1635803"/>
                    <a:gd name="connsiteX76" fmla="*/ 441011 w 1522114"/>
                    <a:gd name="connsiteY76" fmla="*/ 1044871 h 1635803"/>
                    <a:gd name="connsiteX77" fmla="*/ 303597 w 1522114"/>
                    <a:gd name="connsiteY77" fmla="*/ 1095417 h 1635803"/>
                    <a:gd name="connsiteX78" fmla="*/ 288992 w 1522114"/>
                    <a:gd name="connsiteY78" fmla="*/ 1125008 h 1635803"/>
                    <a:gd name="connsiteX79" fmla="*/ 345380 w 1522114"/>
                    <a:gd name="connsiteY79" fmla="*/ 1175427 h 1635803"/>
                    <a:gd name="connsiteX80" fmla="*/ 332934 w 1522114"/>
                    <a:gd name="connsiteY80" fmla="*/ 1333288 h 1635803"/>
                    <a:gd name="connsiteX81" fmla="*/ 384369 w 1522114"/>
                    <a:gd name="connsiteY81" fmla="*/ 1261787 h 1635803"/>
                    <a:gd name="connsiteX82" fmla="*/ 303597 w 1522114"/>
                    <a:gd name="connsiteY82" fmla="*/ 1095417 h 1635803"/>
                    <a:gd name="connsiteX83" fmla="*/ 1154370 w 1522114"/>
                    <a:gd name="connsiteY83" fmla="*/ 1214543 h 1635803"/>
                    <a:gd name="connsiteX84" fmla="*/ 1130875 w 1522114"/>
                    <a:gd name="connsiteY84" fmla="*/ 1407583 h 1635803"/>
                    <a:gd name="connsiteX85" fmla="*/ 1261431 w 1522114"/>
                    <a:gd name="connsiteY85" fmla="*/ 1463209 h 1635803"/>
                    <a:gd name="connsiteX86" fmla="*/ 1374969 w 1522114"/>
                    <a:gd name="connsiteY86" fmla="*/ 1474639 h 1635803"/>
                    <a:gd name="connsiteX87" fmla="*/ 1357316 w 1522114"/>
                    <a:gd name="connsiteY87" fmla="*/ 1445937 h 1635803"/>
                    <a:gd name="connsiteX88" fmla="*/ 1258637 w 1522114"/>
                    <a:gd name="connsiteY88" fmla="*/ 1386374 h 1635803"/>
                    <a:gd name="connsiteX89" fmla="*/ 1445581 w 1522114"/>
                    <a:gd name="connsiteY89" fmla="*/ 1429681 h 1635803"/>
                    <a:gd name="connsiteX90" fmla="*/ 1403163 w 1522114"/>
                    <a:gd name="connsiteY90" fmla="*/ 1377103 h 1635803"/>
                    <a:gd name="connsiteX91" fmla="*/ 1296229 w 1522114"/>
                    <a:gd name="connsiteY91" fmla="*/ 1332145 h 1635803"/>
                    <a:gd name="connsiteX92" fmla="*/ 1489269 w 1522114"/>
                    <a:gd name="connsiteY92" fmla="*/ 1359831 h 1635803"/>
                    <a:gd name="connsiteX93" fmla="*/ 1491174 w 1522114"/>
                    <a:gd name="connsiteY93" fmla="*/ 1340019 h 1635803"/>
                    <a:gd name="connsiteX94" fmla="*/ 1235269 w 1522114"/>
                    <a:gd name="connsiteY94" fmla="*/ 1248071 h 1635803"/>
                    <a:gd name="connsiteX95" fmla="*/ 1341060 w 1522114"/>
                    <a:gd name="connsiteY95" fmla="*/ 1171617 h 1635803"/>
                    <a:gd name="connsiteX96" fmla="*/ 1301944 w 1522114"/>
                    <a:gd name="connsiteY96" fmla="*/ 1132628 h 1635803"/>
                    <a:gd name="connsiteX97" fmla="*/ 1154370 w 1522114"/>
                    <a:gd name="connsiteY97" fmla="*/ 1214543 h 1635803"/>
                    <a:gd name="connsiteX98" fmla="*/ 857063 w 1522114"/>
                    <a:gd name="connsiteY98" fmla="*/ 1181396 h 1635803"/>
                    <a:gd name="connsiteX99" fmla="*/ 878272 w 1522114"/>
                    <a:gd name="connsiteY99" fmla="*/ 1300776 h 1635803"/>
                    <a:gd name="connsiteX100" fmla="*/ 905704 w 1522114"/>
                    <a:gd name="connsiteY100" fmla="*/ 1540679 h 1635803"/>
                    <a:gd name="connsiteX101" fmla="*/ 1188660 w 1522114"/>
                    <a:gd name="connsiteY101" fmla="*/ 1474258 h 1635803"/>
                    <a:gd name="connsiteX102" fmla="*/ 1073344 w 1522114"/>
                    <a:gd name="connsiteY102" fmla="*/ 1300141 h 1635803"/>
                    <a:gd name="connsiteX103" fmla="*/ 973522 w 1522114"/>
                    <a:gd name="connsiteY103" fmla="*/ 1438063 h 1635803"/>
                    <a:gd name="connsiteX104" fmla="*/ 945201 w 1522114"/>
                    <a:gd name="connsiteY104" fmla="*/ 1487466 h 1635803"/>
                    <a:gd name="connsiteX105" fmla="*/ 974665 w 1522114"/>
                    <a:gd name="connsiteY105" fmla="*/ 1366689 h 1635803"/>
                    <a:gd name="connsiteX106" fmla="*/ 857063 w 1522114"/>
                    <a:gd name="connsiteY106" fmla="*/ 1181396 h 1635803"/>
                    <a:gd name="connsiteX0" fmla="*/ 1014924 w 1522114"/>
                    <a:gd name="connsiteY0" fmla="*/ 26162 h 1525016"/>
                    <a:gd name="connsiteX1" fmla="*/ 1100903 w 1522114"/>
                    <a:gd name="connsiteY1" fmla="*/ 613537 h 1525016"/>
                    <a:gd name="connsiteX2" fmla="*/ 1075122 w 1522114"/>
                    <a:gd name="connsiteY2" fmla="*/ 695960 h 1525016"/>
                    <a:gd name="connsiteX3" fmla="*/ 994858 w 1522114"/>
                    <a:gd name="connsiteY3" fmla="*/ 780288 h 1525016"/>
                    <a:gd name="connsiteX4" fmla="*/ 900370 w 1522114"/>
                    <a:gd name="connsiteY4" fmla="*/ 875284 h 1525016"/>
                    <a:gd name="connsiteX5" fmla="*/ 765623 w 1522114"/>
                    <a:gd name="connsiteY5" fmla="*/ 937514 h 1525016"/>
                    <a:gd name="connsiteX6" fmla="*/ 993715 w 1522114"/>
                    <a:gd name="connsiteY6" fmla="*/ 1240663 h 1525016"/>
                    <a:gd name="connsiteX7" fmla="*/ 1109666 w 1522114"/>
                    <a:gd name="connsiteY7" fmla="*/ 1110742 h 1525016"/>
                    <a:gd name="connsiteX8" fmla="*/ 1283275 w 1522114"/>
                    <a:gd name="connsiteY8" fmla="*/ 1000125 h 1525016"/>
                    <a:gd name="connsiteX9" fmla="*/ 1372810 w 1522114"/>
                    <a:gd name="connsiteY9" fmla="*/ 1048258 h 1525016"/>
                    <a:gd name="connsiteX10" fmla="*/ 1290260 w 1522114"/>
                    <a:gd name="connsiteY10" fmla="*/ 1133475 h 1525016"/>
                    <a:gd name="connsiteX11" fmla="*/ 1514796 w 1522114"/>
                    <a:gd name="connsiteY11" fmla="*/ 1214755 h 1525016"/>
                    <a:gd name="connsiteX12" fmla="*/ 1460440 w 1522114"/>
                    <a:gd name="connsiteY12" fmla="*/ 1279779 h 1525016"/>
                    <a:gd name="connsiteX13" fmla="*/ 1460821 w 1522114"/>
                    <a:gd name="connsiteY13" fmla="*/ 1327912 h 1525016"/>
                    <a:gd name="connsiteX14" fmla="*/ 1403163 w 1522114"/>
                    <a:gd name="connsiteY14" fmla="*/ 1349121 h 1525016"/>
                    <a:gd name="connsiteX15" fmla="*/ 1396686 w 1522114"/>
                    <a:gd name="connsiteY15" fmla="*/ 1379474 h 1525016"/>
                    <a:gd name="connsiteX16" fmla="*/ 1222569 w 1522114"/>
                    <a:gd name="connsiteY16" fmla="*/ 1371346 h 1525016"/>
                    <a:gd name="connsiteX17" fmla="*/ 1041340 w 1522114"/>
                    <a:gd name="connsiteY17" fmla="*/ 1472565 h 1525016"/>
                    <a:gd name="connsiteX18" fmla="*/ 907228 w 1522114"/>
                    <a:gd name="connsiteY18" fmla="*/ 1459484 h 1525016"/>
                    <a:gd name="connsiteX19" fmla="*/ 909260 w 1522114"/>
                    <a:gd name="connsiteY19" fmla="*/ 1515364 h 1525016"/>
                    <a:gd name="connsiteX20" fmla="*/ 884622 w 1522114"/>
                    <a:gd name="connsiteY20" fmla="*/ 1513840 h 1525016"/>
                    <a:gd name="connsiteX21" fmla="*/ 878780 w 1522114"/>
                    <a:gd name="connsiteY21" fmla="*/ 1439418 h 1525016"/>
                    <a:gd name="connsiteX22" fmla="*/ 820106 w 1522114"/>
                    <a:gd name="connsiteY22" fmla="*/ 1033780 h 1525016"/>
                    <a:gd name="connsiteX23" fmla="*/ 747208 w 1522114"/>
                    <a:gd name="connsiteY23" fmla="*/ 961009 h 1525016"/>
                    <a:gd name="connsiteX24" fmla="*/ 424882 w 1522114"/>
                    <a:gd name="connsiteY24" fmla="*/ 959358 h 1525016"/>
                    <a:gd name="connsiteX25" fmla="*/ 337125 w 1522114"/>
                    <a:gd name="connsiteY25" fmla="*/ 961517 h 1525016"/>
                    <a:gd name="connsiteX26" fmla="*/ 407610 w 1522114"/>
                    <a:gd name="connsiteY26" fmla="*/ 1173353 h 1525016"/>
                    <a:gd name="connsiteX27" fmla="*/ 322774 w 1522114"/>
                    <a:gd name="connsiteY27" fmla="*/ 1252474 h 1525016"/>
                    <a:gd name="connsiteX28" fmla="*/ 288357 w 1522114"/>
                    <a:gd name="connsiteY28" fmla="*/ 1477772 h 1525016"/>
                    <a:gd name="connsiteX29" fmla="*/ 283023 w 1522114"/>
                    <a:gd name="connsiteY29" fmla="*/ 1513840 h 1525016"/>
                    <a:gd name="connsiteX30" fmla="*/ 259020 w 1522114"/>
                    <a:gd name="connsiteY30" fmla="*/ 1518539 h 1525016"/>
                    <a:gd name="connsiteX31" fmla="*/ 323409 w 1522114"/>
                    <a:gd name="connsiteY31" fmla="*/ 1139190 h 1525016"/>
                    <a:gd name="connsiteX32" fmla="*/ 305629 w 1522114"/>
                    <a:gd name="connsiteY32" fmla="*/ 1055370 h 1525016"/>
                    <a:gd name="connsiteX33" fmla="*/ 229556 w 1522114"/>
                    <a:gd name="connsiteY33" fmla="*/ 1081532 h 1525016"/>
                    <a:gd name="connsiteX34" fmla="*/ 18228 w 1522114"/>
                    <a:gd name="connsiteY34" fmla="*/ 1512697 h 1525016"/>
                    <a:gd name="connsiteX35" fmla="*/ 2099 w 1522114"/>
                    <a:gd name="connsiteY35" fmla="*/ 1525016 h 1525016"/>
                    <a:gd name="connsiteX36" fmla="*/ 17212 w 1522114"/>
                    <a:gd name="connsiteY36" fmla="*/ 1428750 h 1525016"/>
                    <a:gd name="connsiteX37" fmla="*/ 107001 w 1522114"/>
                    <a:gd name="connsiteY37" fmla="*/ 1207770 h 1525016"/>
                    <a:gd name="connsiteX38" fmla="*/ 216983 w 1522114"/>
                    <a:gd name="connsiteY38" fmla="*/ 1057275 h 1525016"/>
                    <a:gd name="connsiteX39" fmla="*/ 304867 w 1522114"/>
                    <a:gd name="connsiteY39" fmla="*/ 955675 h 1525016"/>
                    <a:gd name="connsiteX40" fmla="*/ 391481 w 1522114"/>
                    <a:gd name="connsiteY40" fmla="*/ 921512 h 1525016"/>
                    <a:gd name="connsiteX41" fmla="*/ 252924 w 1522114"/>
                    <a:gd name="connsiteY41" fmla="*/ 841375 h 1525016"/>
                    <a:gd name="connsiteX42" fmla="*/ 138243 w 1522114"/>
                    <a:gd name="connsiteY42" fmla="*/ 726186 h 1525016"/>
                    <a:gd name="connsiteX43" fmla="*/ 83633 w 1522114"/>
                    <a:gd name="connsiteY43" fmla="*/ 643636 h 1525016"/>
                    <a:gd name="connsiteX44" fmla="*/ 139767 w 1522114"/>
                    <a:gd name="connsiteY44" fmla="*/ 409829 h 1525016"/>
                    <a:gd name="connsiteX45" fmla="*/ 413198 w 1522114"/>
                    <a:gd name="connsiteY45" fmla="*/ 163322 h 1525016"/>
                    <a:gd name="connsiteX46" fmla="*/ 730698 w 1522114"/>
                    <a:gd name="connsiteY46" fmla="*/ 160020 h 1525016"/>
                    <a:gd name="connsiteX47" fmla="*/ 944058 w 1522114"/>
                    <a:gd name="connsiteY47" fmla="*/ 286131 h 1525016"/>
                    <a:gd name="connsiteX48" fmla="*/ 1076900 w 1522114"/>
                    <a:gd name="connsiteY48" fmla="*/ 0 h 1525016"/>
                    <a:gd name="connsiteX49" fmla="*/ 971617 w 1522114"/>
                    <a:gd name="connsiteY49" fmla="*/ 322072 h 1525016"/>
                    <a:gd name="connsiteX50" fmla="*/ 1070423 w 1522114"/>
                    <a:gd name="connsiteY50" fmla="*/ 477139 h 1525016"/>
                    <a:gd name="connsiteX51" fmla="*/ 1107507 w 1522114"/>
                    <a:gd name="connsiteY51" fmla="*/ 581152 h 1525016"/>
                    <a:gd name="connsiteX52" fmla="*/ 1076900 w 1522114"/>
                    <a:gd name="connsiteY52" fmla="*/ 0 h 1525016"/>
                    <a:gd name="connsiteX53" fmla="*/ 175327 w 1522114"/>
                    <a:gd name="connsiteY53" fmla="*/ 393700 h 1525016"/>
                    <a:gd name="connsiteX54" fmla="*/ 227270 w 1522114"/>
                    <a:gd name="connsiteY54" fmla="*/ 410845 h 1525016"/>
                    <a:gd name="connsiteX55" fmla="*/ 284801 w 1522114"/>
                    <a:gd name="connsiteY55" fmla="*/ 565785 h 1525016"/>
                    <a:gd name="connsiteX56" fmla="*/ 256607 w 1522114"/>
                    <a:gd name="connsiteY56" fmla="*/ 706120 h 1525016"/>
                    <a:gd name="connsiteX57" fmla="*/ 204283 w 1522114"/>
                    <a:gd name="connsiteY57" fmla="*/ 752856 h 1525016"/>
                    <a:gd name="connsiteX58" fmla="*/ 615128 w 1522114"/>
                    <a:gd name="connsiteY58" fmla="*/ 929132 h 1525016"/>
                    <a:gd name="connsiteX59" fmla="*/ 979491 w 1522114"/>
                    <a:gd name="connsiteY59" fmla="*/ 756793 h 1525016"/>
                    <a:gd name="connsiteX60" fmla="*/ 1018353 w 1522114"/>
                    <a:gd name="connsiteY60" fmla="*/ 462788 h 1525016"/>
                    <a:gd name="connsiteX61" fmla="*/ 672151 w 1522114"/>
                    <a:gd name="connsiteY61" fmla="*/ 173863 h 1525016"/>
                    <a:gd name="connsiteX62" fmla="*/ 175327 w 1522114"/>
                    <a:gd name="connsiteY62" fmla="*/ 393700 h 1525016"/>
                    <a:gd name="connsiteX63" fmla="*/ 159833 w 1522114"/>
                    <a:gd name="connsiteY63" fmla="*/ 429006 h 1525016"/>
                    <a:gd name="connsiteX64" fmla="*/ 104588 w 1522114"/>
                    <a:gd name="connsiteY64" fmla="*/ 617220 h 1525016"/>
                    <a:gd name="connsiteX65" fmla="*/ 197679 w 1522114"/>
                    <a:gd name="connsiteY65" fmla="*/ 723265 h 1525016"/>
                    <a:gd name="connsiteX66" fmla="*/ 250892 w 1522114"/>
                    <a:gd name="connsiteY66" fmla="*/ 641477 h 1525016"/>
                    <a:gd name="connsiteX67" fmla="*/ 234636 w 1522114"/>
                    <a:gd name="connsiteY67" fmla="*/ 465709 h 1525016"/>
                    <a:gd name="connsiteX68" fmla="*/ 159833 w 1522114"/>
                    <a:gd name="connsiteY68" fmla="*/ 429006 h 1525016"/>
                    <a:gd name="connsiteX69" fmla="*/ 1052135 w 1522114"/>
                    <a:gd name="connsiteY69" fmla="*/ 487172 h 1525016"/>
                    <a:gd name="connsiteX70" fmla="*/ 1041086 w 1522114"/>
                    <a:gd name="connsiteY70" fmla="*/ 696214 h 1525016"/>
                    <a:gd name="connsiteX71" fmla="*/ 1052135 w 1522114"/>
                    <a:gd name="connsiteY71" fmla="*/ 487172 h 1525016"/>
                    <a:gd name="connsiteX72" fmla="*/ 441011 w 1522114"/>
                    <a:gd name="connsiteY72" fmla="*/ 934085 h 1525016"/>
                    <a:gd name="connsiteX73" fmla="*/ 658816 w 1522114"/>
                    <a:gd name="connsiteY73" fmla="*/ 967740 h 1525016"/>
                    <a:gd name="connsiteX74" fmla="*/ 569154 w 1522114"/>
                    <a:gd name="connsiteY74" fmla="*/ 951738 h 1525016"/>
                    <a:gd name="connsiteX75" fmla="*/ 441011 w 1522114"/>
                    <a:gd name="connsiteY75" fmla="*/ 934085 h 1525016"/>
                    <a:gd name="connsiteX76" fmla="*/ 303597 w 1522114"/>
                    <a:gd name="connsiteY76" fmla="*/ 984631 h 1525016"/>
                    <a:gd name="connsiteX77" fmla="*/ 288992 w 1522114"/>
                    <a:gd name="connsiteY77" fmla="*/ 1014222 h 1525016"/>
                    <a:gd name="connsiteX78" fmla="*/ 345380 w 1522114"/>
                    <a:gd name="connsiteY78" fmla="*/ 1064641 h 1525016"/>
                    <a:gd name="connsiteX79" fmla="*/ 332934 w 1522114"/>
                    <a:gd name="connsiteY79" fmla="*/ 1222502 h 1525016"/>
                    <a:gd name="connsiteX80" fmla="*/ 384369 w 1522114"/>
                    <a:gd name="connsiteY80" fmla="*/ 1151001 h 1525016"/>
                    <a:gd name="connsiteX81" fmla="*/ 303597 w 1522114"/>
                    <a:gd name="connsiteY81" fmla="*/ 984631 h 1525016"/>
                    <a:gd name="connsiteX82" fmla="*/ 1154370 w 1522114"/>
                    <a:gd name="connsiteY82" fmla="*/ 1103757 h 1525016"/>
                    <a:gd name="connsiteX83" fmla="*/ 1130875 w 1522114"/>
                    <a:gd name="connsiteY83" fmla="*/ 1296797 h 1525016"/>
                    <a:gd name="connsiteX84" fmla="*/ 1261431 w 1522114"/>
                    <a:gd name="connsiteY84" fmla="*/ 1352423 h 1525016"/>
                    <a:gd name="connsiteX85" fmla="*/ 1374969 w 1522114"/>
                    <a:gd name="connsiteY85" fmla="*/ 1363853 h 1525016"/>
                    <a:gd name="connsiteX86" fmla="*/ 1357316 w 1522114"/>
                    <a:gd name="connsiteY86" fmla="*/ 1335151 h 1525016"/>
                    <a:gd name="connsiteX87" fmla="*/ 1258637 w 1522114"/>
                    <a:gd name="connsiteY87" fmla="*/ 1275588 h 1525016"/>
                    <a:gd name="connsiteX88" fmla="*/ 1445581 w 1522114"/>
                    <a:gd name="connsiteY88" fmla="*/ 1318895 h 1525016"/>
                    <a:gd name="connsiteX89" fmla="*/ 1403163 w 1522114"/>
                    <a:gd name="connsiteY89" fmla="*/ 1266317 h 1525016"/>
                    <a:gd name="connsiteX90" fmla="*/ 1296229 w 1522114"/>
                    <a:gd name="connsiteY90" fmla="*/ 1221359 h 1525016"/>
                    <a:gd name="connsiteX91" fmla="*/ 1489269 w 1522114"/>
                    <a:gd name="connsiteY91" fmla="*/ 1249045 h 1525016"/>
                    <a:gd name="connsiteX92" fmla="*/ 1491174 w 1522114"/>
                    <a:gd name="connsiteY92" fmla="*/ 1229233 h 1525016"/>
                    <a:gd name="connsiteX93" fmla="*/ 1235269 w 1522114"/>
                    <a:gd name="connsiteY93" fmla="*/ 1137285 h 1525016"/>
                    <a:gd name="connsiteX94" fmla="*/ 1341060 w 1522114"/>
                    <a:gd name="connsiteY94" fmla="*/ 1060831 h 1525016"/>
                    <a:gd name="connsiteX95" fmla="*/ 1301944 w 1522114"/>
                    <a:gd name="connsiteY95" fmla="*/ 1021842 h 1525016"/>
                    <a:gd name="connsiteX96" fmla="*/ 1154370 w 1522114"/>
                    <a:gd name="connsiteY96" fmla="*/ 1103757 h 1525016"/>
                    <a:gd name="connsiteX97" fmla="*/ 857063 w 1522114"/>
                    <a:gd name="connsiteY97" fmla="*/ 1070610 h 1525016"/>
                    <a:gd name="connsiteX98" fmla="*/ 878272 w 1522114"/>
                    <a:gd name="connsiteY98" fmla="*/ 1189990 h 1525016"/>
                    <a:gd name="connsiteX99" fmla="*/ 905704 w 1522114"/>
                    <a:gd name="connsiteY99" fmla="*/ 1429893 h 1525016"/>
                    <a:gd name="connsiteX100" fmla="*/ 1188660 w 1522114"/>
                    <a:gd name="connsiteY100" fmla="*/ 1363472 h 1525016"/>
                    <a:gd name="connsiteX101" fmla="*/ 1073344 w 1522114"/>
                    <a:gd name="connsiteY101" fmla="*/ 1189355 h 1525016"/>
                    <a:gd name="connsiteX102" fmla="*/ 973522 w 1522114"/>
                    <a:gd name="connsiteY102" fmla="*/ 1327277 h 1525016"/>
                    <a:gd name="connsiteX103" fmla="*/ 945201 w 1522114"/>
                    <a:gd name="connsiteY103" fmla="*/ 1376680 h 1525016"/>
                    <a:gd name="connsiteX104" fmla="*/ 974665 w 1522114"/>
                    <a:gd name="connsiteY104" fmla="*/ 1255903 h 1525016"/>
                    <a:gd name="connsiteX105" fmla="*/ 857063 w 1522114"/>
                    <a:gd name="connsiteY105" fmla="*/ 1070610 h 1525016"/>
                    <a:gd name="connsiteX0" fmla="*/ 1014924 w 1522114"/>
                    <a:gd name="connsiteY0" fmla="*/ 26162 h 1525016"/>
                    <a:gd name="connsiteX1" fmla="*/ 1100903 w 1522114"/>
                    <a:gd name="connsiteY1" fmla="*/ 613537 h 1525016"/>
                    <a:gd name="connsiteX2" fmla="*/ 1075122 w 1522114"/>
                    <a:gd name="connsiteY2" fmla="*/ 695960 h 1525016"/>
                    <a:gd name="connsiteX3" fmla="*/ 994858 w 1522114"/>
                    <a:gd name="connsiteY3" fmla="*/ 780288 h 1525016"/>
                    <a:gd name="connsiteX4" fmla="*/ 900370 w 1522114"/>
                    <a:gd name="connsiteY4" fmla="*/ 875284 h 1525016"/>
                    <a:gd name="connsiteX5" fmla="*/ 765623 w 1522114"/>
                    <a:gd name="connsiteY5" fmla="*/ 937514 h 1525016"/>
                    <a:gd name="connsiteX6" fmla="*/ 993715 w 1522114"/>
                    <a:gd name="connsiteY6" fmla="*/ 1240663 h 1525016"/>
                    <a:gd name="connsiteX7" fmla="*/ 1109666 w 1522114"/>
                    <a:gd name="connsiteY7" fmla="*/ 1110742 h 1525016"/>
                    <a:gd name="connsiteX8" fmla="*/ 1283275 w 1522114"/>
                    <a:gd name="connsiteY8" fmla="*/ 1000125 h 1525016"/>
                    <a:gd name="connsiteX9" fmla="*/ 1372810 w 1522114"/>
                    <a:gd name="connsiteY9" fmla="*/ 1048258 h 1525016"/>
                    <a:gd name="connsiteX10" fmla="*/ 1290260 w 1522114"/>
                    <a:gd name="connsiteY10" fmla="*/ 1133475 h 1525016"/>
                    <a:gd name="connsiteX11" fmla="*/ 1514796 w 1522114"/>
                    <a:gd name="connsiteY11" fmla="*/ 1214755 h 1525016"/>
                    <a:gd name="connsiteX12" fmla="*/ 1460440 w 1522114"/>
                    <a:gd name="connsiteY12" fmla="*/ 1279779 h 1525016"/>
                    <a:gd name="connsiteX13" fmla="*/ 1460821 w 1522114"/>
                    <a:gd name="connsiteY13" fmla="*/ 1327912 h 1525016"/>
                    <a:gd name="connsiteX14" fmla="*/ 1403163 w 1522114"/>
                    <a:gd name="connsiteY14" fmla="*/ 1349121 h 1525016"/>
                    <a:gd name="connsiteX15" fmla="*/ 1396686 w 1522114"/>
                    <a:gd name="connsiteY15" fmla="*/ 1379474 h 1525016"/>
                    <a:gd name="connsiteX16" fmla="*/ 1222569 w 1522114"/>
                    <a:gd name="connsiteY16" fmla="*/ 1371346 h 1525016"/>
                    <a:gd name="connsiteX17" fmla="*/ 1041340 w 1522114"/>
                    <a:gd name="connsiteY17" fmla="*/ 1472565 h 1525016"/>
                    <a:gd name="connsiteX18" fmla="*/ 907228 w 1522114"/>
                    <a:gd name="connsiteY18" fmla="*/ 1459484 h 1525016"/>
                    <a:gd name="connsiteX19" fmla="*/ 909260 w 1522114"/>
                    <a:gd name="connsiteY19" fmla="*/ 1515364 h 1525016"/>
                    <a:gd name="connsiteX20" fmla="*/ 884622 w 1522114"/>
                    <a:gd name="connsiteY20" fmla="*/ 1513840 h 1525016"/>
                    <a:gd name="connsiteX21" fmla="*/ 878780 w 1522114"/>
                    <a:gd name="connsiteY21" fmla="*/ 1439418 h 1525016"/>
                    <a:gd name="connsiteX22" fmla="*/ 820106 w 1522114"/>
                    <a:gd name="connsiteY22" fmla="*/ 1033780 h 1525016"/>
                    <a:gd name="connsiteX23" fmla="*/ 747208 w 1522114"/>
                    <a:gd name="connsiteY23" fmla="*/ 961009 h 1525016"/>
                    <a:gd name="connsiteX24" fmla="*/ 424882 w 1522114"/>
                    <a:gd name="connsiteY24" fmla="*/ 959358 h 1525016"/>
                    <a:gd name="connsiteX25" fmla="*/ 337125 w 1522114"/>
                    <a:gd name="connsiteY25" fmla="*/ 961517 h 1525016"/>
                    <a:gd name="connsiteX26" fmla="*/ 407610 w 1522114"/>
                    <a:gd name="connsiteY26" fmla="*/ 1173353 h 1525016"/>
                    <a:gd name="connsiteX27" fmla="*/ 322774 w 1522114"/>
                    <a:gd name="connsiteY27" fmla="*/ 1252474 h 1525016"/>
                    <a:gd name="connsiteX28" fmla="*/ 288357 w 1522114"/>
                    <a:gd name="connsiteY28" fmla="*/ 1477772 h 1525016"/>
                    <a:gd name="connsiteX29" fmla="*/ 283023 w 1522114"/>
                    <a:gd name="connsiteY29" fmla="*/ 1513840 h 1525016"/>
                    <a:gd name="connsiteX30" fmla="*/ 259020 w 1522114"/>
                    <a:gd name="connsiteY30" fmla="*/ 1518539 h 1525016"/>
                    <a:gd name="connsiteX31" fmla="*/ 323409 w 1522114"/>
                    <a:gd name="connsiteY31" fmla="*/ 1139190 h 1525016"/>
                    <a:gd name="connsiteX32" fmla="*/ 305629 w 1522114"/>
                    <a:gd name="connsiteY32" fmla="*/ 1055370 h 1525016"/>
                    <a:gd name="connsiteX33" fmla="*/ 229556 w 1522114"/>
                    <a:gd name="connsiteY33" fmla="*/ 1081532 h 1525016"/>
                    <a:gd name="connsiteX34" fmla="*/ 18228 w 1522114"/>
                    <a:gd name="connsiteY34" fmla="*/ 1512697 h 1525016"/>
                    <a:gd name="connsiteX35" fmla="*/ 2099 w 1522114"/>
                    <a:gd name="connsiteY35" fmla="*/ 1525016 h 1525016"/>
                    <a:gd name="connsiteX36" fmla="*/ 17212 w 1522114"/>
                    <a:gd name="connsiteY36" fmla="*/ 1428750 h 1525016"/>
                    <a:gd name="connsiteX37" fmla="*/ 107001 w 1522114"/>
                    <a:gd name="connsiteY37" fmla="*/ 1207770 h 1525016"/>
                    <a:gd name="connsiteX38" fmla="*/ 216983 w 1522114"/>
                    <a:gd name="connsiteY38" fmla="*/ 1057275 h 1525016"/>
                    <a:gd name="connsiteX39" fmla="*/ 304867 w 1522114"/>
                    <a:gd name="connsiteY39" fmla="*/ 955675 h 1525016"/>
                    <a:gd name="connsiteX40" fmla="*/ 391481 w 1522114"/>
                    <a:gd name="connsiteY40" fmla="*/ 921512 h 1525016"/>
                    <a:gd name="connsiteX41" fmla="*/ 252924 w 1522114"/>
                    <a:gd name="connsiteY41" fmla="*/ 841375 h 1525016"/>
                    <a:gd name="connsiteX42" fmla="*/ 138243 w 1522114"/>
                    <a:gd name="connsiteY42" fmla="*/ 726186 h 1525016"/>
                    <a:gd name="connsiteX43" fmla="*/ 83633 w 1522114"/>
                    <a:gd name="connsiteY43" fmla="*/ 643636 h 1525016"/>
                    <a:gd name="connsiteX44" fmla="*/ 139767 w 1522114"/>
                    <a:gd name="connsiteY44" fmla="*/ 409829 h 1525016"/>
                    <a:gd name="connsiteX45" fmla="*/ 413198 w 1522114"/>
                    <a:gd name="connsiteY45" fmla="*/ 163322 h 1525016"/>
                    <a:gd name="connsiteX46" fmla="*/ 730698 w 1522114"/>
                    <a:gd name="connsiteY46" fmla="*/ 160020 h 1525016"/>
                    <a:gd name="connsiteX47" fmla="*/ 944058 w 1522114"/>
                    <a:gd name="connsiteY47" fmla="*/ 286131 h 1525016"/>
                    <a:gd name="connsiteX48" fmla="*/ 1076900 w 1522114"/>
                    <a:gd name="connsiteY48" fmla="*/ 0 h 1525016"/>
                    <a:gd name="connsiteX49" fmla="*/ 971617 w 1522114"/>
                    <a:gd name="connsiteY49" fmla="*/ 322072 h 1525016"/>
                    <a:gd name="connsiteX50" fmla="*/ 1070423 w 1522114"/>
                    <a:gd name="connsiteY50" fmla="*/ 477139 h 1525016"/>
                    <a:gd name="connsiteX51" fmla="*/ 1107507 w 1522114"/>
                    <a:gd name="connsiteY51" fmla="*/ 581152 h 1525016"/>
                    <a:gd name="connsiteX52" fmla="*/ 175327 w 1522114"/>
                    <a:gd name="connsiteY52" fmla="*/ 393700 h 1525016"/>
                    <a:gd name="connsiteX53" fmla="*/ 227270 w 1522114"/>
                    <a:gd name="connsiteY53" fmla="*/ 410845 h 1525016"/>
                    <a:gd name="connsiteX54" fmla="*/ 284801 w 1522114"/>
                    <a:gd name="connsiteY54" fmla="*/ 565785 h 1525016"/>
                    <a:gd name="connsiteX55" fmla="*/ 256607 w 1522114"/>
                    <a:gd name="connsiteY55" fmla="*/ 706120 h 1525016"/>
                    <a:gd name="connsiteX56" fmla="*/ 204283 w 1522114"/>
                    <a:gd name="connsiteY56" fmla="*/ 752856 h 1525016"/>
                    <a:gd name="connsiteX57" fmla="*/ 615128 w 1522114"/>
                    <a:gd name="connsiteY57" fmla="*/ 929132 h 1525016"/>
                    <a:gd name="connsiteX58" fmla="*/ 979491 w 1522114"/>
                    <a:gd name="connsiteY58" fmla="*/ 756793 h 1525016"/>
                    <a:gd name="connsiteX59" fmla="*/ 1018353 w 1522114"/>
                    <a:gd name="connsiteY59" fmla="*/ 462788 h 1525016"/>
                    <a:gd name="connsiteX60" fmla="*/ 672151 w 1522114"/>
                    <a:gd name="connsiteY60" fmla="*/ 173863 h 1525016"/>
                    <a:gd name="connsiteX61" fmla="*/ 175327 w 1522114"/>
                    <a:gd name="connsiteY61" fmla="*/ 393700 h 1525016"/>
                    <a:gd name="connsiteX62" fmla="*/ 159833 w 1522114"/>
                    <a:gd name="connsiteY62" fmla="*/ 429006 h 1525016"/>
                    <a:gd name="connsiteX63" fmla="*/ 104588 w 1522114"/>
                    <a:gd name="connsiteY63" fmla="*/ 617220 h 1525016"/>
                    <a:gd name="connsiteX64" fmla="*/ 197679 w 1522114"/>
                    <a:gd name="connsiteY64" fmla="*/ 723265 h 1525016"/>
                    <a:gd name="connsiteX65" fmla="*/ 250892 w 1522114"/>
                    <a:gd name="connsiteY65" fmla="*/ 641477 h 1525016"/>
                    <a:gd name="connsiteX66" fmla="*/ 234636 w 1522114"/>
                    <a:gd name="connsiteY66" fmla="*/ 465709 h 1525016"/>
                    <a:gd name="connsiteX67" fmla="*/ 159833 w 1522114"/>
                    <a:gd name="connsiteY67" fmla="*/ 429006 h 1525016"/>
                    <a:gd name="connsiteX68" fmla="*/ 1052135 w 1522114"/>
                    <a:gd name="connsiteY68" fmla="*/ 487172 h 1525016"/>
                    <a:gd name="connsiteX69" fmla="*/ 1041086 w 1522114"/>
                    <a:gd name="connsiteY69" fmla="*/ 696214 h 1525016"/>
                    <a:gd name="connsiteX70" fmla="*/ 1052135 w 1522114"/>
                    <a:gd name="connsiteY70" fmla="*/ 487172 h 1525016"/>
                    <a:gd name="connsiteX71" fmla="*/ 441011 w 1522114"/>
                    <a:gd name="connsiteY71" fmla="*/ 934085 h 1525016"/>
                    <a:gd name="connsiteX72" fmla="*/ 658816 w 1522114"/>
                    <a:gd name="connsiteY72" fmla="*/ 967740 h 1525016"/>
                    <a:gd name="connsiteX73" fmla="*/ 569154 w 1522114"/>
                    <a:gd name="connsiteY73" fmla="*/ 951738 h 1525016"/>
                    <a:gd name="connsiteX74" fmla="*/ 441011 w 1522114"/>
                    <a:gd name="connsiteY74" fmla="*/ 934085 h 1525016"/>
                    <a:gd name="connsiteX75" fmla="*/ 303597 w 1522114"/>
                    <a:gd name="connsiteY75" fmla="*/ 984631 h 1525016"/>
                    <a:gd name="connsiteX76" fmla="*/ 288992 w 1522114"/>
                    <a:gd name="connsiteY76" fmla="*/ 1014222 h 1525016"/>
                    <a:gd name="connsiteX77" fmla="*/ 345380 w 1522114"/>
                    <a:gd name="connsiteY77" fmla="*/ 1064641 h 1525016"/>
                    <a:gd name="connsiteX78" fmla="*/ 332934 w 1522114"/>
                    <a:gd name="connsiteY78" fmla="*/ 1222502 h 1525016"/>
                    <a:gd name="connsiteX79" fmla="*/ 384369 w 1522114"/>
                    <a:gd name="connsiteY79" fmla="*/ 1151001 h 1525016"/>
                    <a:gd name="connsiteX80" fmla="*/ 303597 w 1522114"/>
                    <a:gd name="connsiteY80" fmla="*/ 984631 h 1525016"/>
                    <a:gd name="connsiteX81" fmla="*/ 1154370 w 1522114"/>
                    <a:gd name="connsiteY81" fmla="*/ 1103757 h 1525016"/>
                    <a:gd name="connsiteX82" fmla="*/ 1130875 w 1522114"/>
                    <a:gd name="connsiteY82" fmla="*/ 1296797 h 1525016"/>
                    <a:gd name="connsiteX83" fmla="*/ 1261431 w 1522114"/>
                    <a:gd name="connsiteY83" fmla="*/ 1352423 h 1525016"/>
                    <a:gd name="connsiteX84" fmla="*/ 1374969 w 1522114"/>
                    <a:gd name="connsiteY84" fmla="*/ 1363853 h 1525016"/>
                    <a:gd name="connsiteX85" fmla="*/ 1357316 w 1522114"/>
                    <a:gd name="connsiteY85" fmla="*/ 1335151 h 1525016"/>
                    <a:gd name="connsiteX86" fmla="*/ 1258637 w 1522114"/>
                    <a:gd name="connsiteY86" fmla="*/ 1275588 h 1525016"/>
                    <a:gd name="connsiteX87" fmla="*/ 1445581 w 1522114"/>
                    <a:gd name="connsiteY87" fmla="*/ 1318895 h 1525016"/>
                    <a:gd name="connsiteX88" fmla="*/ 1403163 w 1522114"/>
                    <a:gd name="connsiteY88" fmla="*/ 1266317 h 1525016"/>
                    <a:gd name="connsiteX89" fmla="*/ 1296229 w 1522114"/>
                    <a:gd name="connsiteY89" fmla="*/ 1221359 h 1525016"/>
                    <a:gd name="connsiteX90" fmla="*/ 1489269 w 1522114"/>
                    <a:gd name="connsiteY90" fmla="*/ 1249045 h 1525016"/>
                    <a:gd name="connsiteX91" fmla="*/ 1491174 w 1522114"/>
                    <a:gd name="connsiteY91" fmla="*/ 1229233 h 1525016"/>
                    <a:gd name="connsiteX92" fmla="*/ 1235269 w 1522114"/>
                    <a:gd name="connsiteY92" fmla="*/ 1137285 h 1525016"/>
                    <a:gd name="connsiteX93" fmla="*/ 1341060 w 1522114"/>
                    <a:gd name="connsiteY93" fmla="*/ 1060831 h 1525016"/>
                    <a:gd name="connsiteX94" fmla="*/ 1301944 w 1522114"/>
                    <a:gd name="connsiteY94" fmla="*/ 1021842 h 1525016"/>
                    <a:gd name="connsiteX95" fmla="*/ 1154370 w 1522114"/>
                    <a:gd name="connsiteY95" fmla="*/ 1103757 h 1525016"/>
                    <a:gd name="connsiteX96" fmla="*/ 857063 w 1522114"/>
                    <a:gd name="connsiteY96" fmla="*/ 1070610 h 1525016"/>
                    <a:gd name="connsiteX97" fmla="*/ 878272 w 1522114"/>
                    <a:gd name="connsiteY97" fmla="*/ 1189990 h 1525016"/>
                    <a:gd name="connsiteX98" fmla="*/ 905704 w 1522114"/>
                    <a:gd name="connsiteY98" fmla="*/ 1429893 h 1525016"/>
                    <a:gd name="connsiteX99" fmla="*/ 1188660 w 1522114"/>
                    <a:gd name="connsiteY99" fmla="*/ 1363472 h 1525016"/>
                    <a:gd name="connsiteX100" fmla="*/ 1073344 w 1522114"/>
                    <a:gd name="connsiteY100" fmla="*/ 1189355 h 1525016"/>
                    <a:gd name="connsiteX101" fmla="*/ 973522 w 1522114"/>
                    <a:gd name="connsiteY101" fmla="*/ 1327277 h 1525016"/>
                    <a:gd name="connsiteX102" fmla="*/ 945201 w 1522114"/>
                    <a:gd name="connsiteY102" fmla="*/ 1376680 h 1525016"/>
                    <a:gd name="connsiteX103" fmla="*/ 974665 w 1522114"/>
                    <a:gd name="connsiteY103" fmla="*/ 1255903 h 1525016"/>
                    <a:gd name="connsiteX104" fmla="*/ 857063 w 1522114"/>
                    <a:gd name="connsiteY104" fmla="*/ 1070610 h 1525016"/>
                    <a:gd name="connsiteX0" fmla="*/ 1100903 w 1522114"/>
                    <a:gd name="connsiteY0" fmla="*/ 613537 h 1525016"/>
                    <a:gd name="connsiteX1" fmla="*/ 1075122 w 1522114"/>
                    <a:gd name="connsiteY1" fmla="*/ 695960 h 1525016"/>
                    <a:gd name="connsiteX2" fmla="*/ 994858 w 1522114"/>
                    <a:gd name="connsiteY2" fmla="*/ 780288 h 1525016"/>
                    <a:gd name="connsiteX3" fmla="*/ 900370 w 1522114"/>
                    <a:gd name="connsiteY3" fmla="*/ 875284 h 1525016"/>
                    <a:gd name="connsiteX4" fmla="*/ 765623 w 1522114"/>
                    <a:gd name="connsiteY4" fmla="*/ 937514 h 1525016"/>
                    <a:gd name="connsiteX5" fmla="*/ 993715 w 1522114"/>
                    <a:gd name="connsiteY5" fmla="*/ 1240663 h 1525016"/>
                    <a:gd name="connsiteX6" fmla="*/ 1109666 w 1522114"/>
                    <a:gd name="connsiteY6" fmla="*/ 1110742 h 1525016"/>
                    <a:gd name="connsiteX7" fmla="*/ 1283275 w 1522114"/>
                    <a:gd name="connsiteY7" fmla="*/ 1000125 h 1525016"/>
                    <a:gd name="connsiteX8" fmla="*/ 1372810 w 1522114"/>
                    <a:gd name="connsiteY8" fmla="*/ 1048258 h 1525016"/>
                    <a:gd name="connsiteX9" fmla="*/ 1290260 w 1522114"/>
                    <a:gd name="connsiteY9" fmla="*/ 1133475 h 1525016"/>
                    <a:gd name="connsiteX10" fmla="*/ 1514796 w 1522114"/>
                    <a:gd name="connsiteY10" fmla="*/ 1214755 h 1525016"/>
                    <a:gd name="connsiteX11" fmla="*/ 1460440 w 1522114"/>
                    <a:gd name="connsiteY11" fmla="*/ 1279779 h 1525016"/>
                    <a:gd name="connsiteX12" fmla="*/ 1460821 w 1522114"/>
                    <a:gd name="connsiteY12" fmla="*/ 1327912 h 1525016"/>
                    <a:gd name="connsiteX13" fmla="*/ 1403163 w 1522114"/>
                    <a:gd name="connsiteY13" fmla="*/ 1349121 h 1525016"/>
                    <a:gd name="connsiteX14" fmla="*/ 1396686 w 1522114"/>
                    <a:gd name="connsiteY14" fmla="*/ 1379474 h 1525016"/>
                    <a:gd name="connsiteX15" fmla="*/ 1222569 w 1522114"/>
                    <a:gd name="connsiteY15" fmla="*/ 1371346 h 1525016"/>
                    <a:gd name="connsiteX16" fmla="*/ 1041340 w 1522114"/>
                    <a:gd name="connsiteY16" fmla="*/ 1472565 h 1525016"/>
                    <a:gd name="connsiteX17" fmla="*/ 907228 w 1522114"/>
                    <a:gd name="connsiteY17" fmla="*/ 1459484 h 1525016"/>
                    <a:gd name="connsiteX18" fmla="*/ 909260 w 1522114"/>
                    <a:gd name="connsiteY18" fmla="*/ 1515364 h 1525016"/>
                    <a:gd name="connsiteX19" fmla="*/ 884622 w 1522114"/>
                    <a:gd name="connsiteY19" fmla="*/ 1513840 h 1525016"/>
                    <a:gd name="connsiteX20" fmla="*/ 878780 w 1522114"/>
                    <a:gd name="connsiteY20" fmla="*/ 1439418 h 1525016"/>
                    <a:gd name="connsiteX21" fmla="*/ 820106 w 1522114"/>
                    <a:gd name="connsiteY21" fmla="*/ 1033780 h 1525016"/>
                    <a:gd name="connsiteX22" fmla="*/ 747208 w 1522114"/>
                    <a:gd name="connsiteY22" fmla="*/ 961009 h 1525016"/>
                    <a:gd name="connsiteX23" fmla="*/ 424882 w 1522114"/>
                    <a:gd name="connsiteY23" fmla="*/ 959358 h 1525016"/>
                    <a:gd name="connsiteX24" fmla="*/ 337125 w 1522114"/>
                    <a:gd name="connsiteY24" fmla="*/ 961517 h 1525016"/>
                    <a:gd name="connsiteX25" fmla="*/ 407610 w 1522114"/>
                    <a:gd name="connsiteY25" fmla="*/ 1173353 h 1525016"/>
                    <a:gd name="connsiteX26" fmla="*/ 322774 w 1522114"/>
                    <a:gd name="connsiteY26" fmla="*/ 1252474 h 1525016"/>
                    <a:gd name="connsiteX27" fmla="*/ 288357 w 1522114"/>
                    <a:gd name="connsiteY27" fmla="*/ 1477772 h 1525016"/>
                    <a:gd name="connsiteX28" fmla="*/ 283023 w 1522114"/>
                    <a:gd name="connsiteY28" fmla="*/ 1513840 h 1525016"/>
                    <a:gd name="connsiteX29" fmla="*/ 259020 w 1522114"/>
                    <a:gd name="connsiteY29" fmla="*/ 1518539 h 1525016"/>
                    <a:gd name="connsiteX30" fmla="*/ 323409 w 1522114"/>
                    <a:gd name="connsiteY30" fmla="*/ 1139190 h 1525016"/>
                    <a:gd name="connsiteX31" fmla="*/ 305629 w 1522114"/>
                    <a:gd name="connsiteY31" fmla="*/ 1055370 h 1525016"/>
                    <a:gd name="connsiteX32" fmla="*/ 229556 w 1522114"/>
                    <a:gd name="connsiteY32" fmla="*/ 1081532 h 1525016"/>
                    <a:gd name="connsiteX33" fmla="*/ 18228 w 1522114"/>
                    <a:gd name="connsiteY33" fmla="*/ 1512697 h 1525016"/>
                    <a:gd name="connsiteX34" fmla="*/ 2099 w 1522114"/>
                    <a:gd name="connsiteY34" fmla="*/ 1525016 h 1525016"/>
                    <a:gd name="connsiteX35" fmla="*/ 17212 w 1522114"/>
                    <a:gd name="connsiteY35" fmla="*/ 1428750 h 1525016"/>
                    <a:gd name="connsiteX36" fmla="*/ 107001 w 1522114"/>
                    <a:gd name="connsiteY36" fmla="*/ 1207770 h 1525016"/>
                    <a:gd name="connsiteX37" fmla="*/ 216983 w 1522114"/>
                    <a:gd name="connsiteY37" fmla="*/ 1057275 h 1525016"/>
                    <a:gd name="connsiteX38" fmla="*/ 304867 w 1522114"/>
                    <a:gd name="connsiteY38" fmla="*/ 955675 h 1525016"/>
                    <a:gd name="connsiteX39" fmla="*/ 391481 w 1522114"/>
                    <a:gd name="connsiteY39" fmla="*/ 921512 h 1525016"/>
                    <a:gd name="connsiteX40" fmla="*/ 252924 w 1522114"/>
                    <a:gd name="connsiteY40" fmla="*/ 841375 h 1525016"/>
                    <a:gd name="connsiteX41" fmla="*/ 138243 w 1522114"/>
                    <a:gd name="connsiteY41" fmla="*/ 726186 h 1525016"/>
                    <a:gd name="connsiteX42" fmla="*/ 83633 w 1522114"/>
                    <a:gd name="connsiteY42" fmla="*/ 643636 h 1525016"/>
                    <a:gd name="connsiteX43" fmla="*/ 139767 w 1522114"/>
                    <a:gd name="connsiteY43" fmla="*/ 409829 h 1525016"/>
                    <a:gd name="connsiteX44" fmla="*/ 413198 w 1522114"/>
                    <a:gd name="connsiteY44" fmla="*/ 163322 h 1525016"/>
                    <a:gd name="connsiteX45" fmla="*/ 730698 w 1522114"/>
                    <a:gd name="connsiteY45" fmla="*/ 160020 h 1525016"/>
                    <a:gd name="connsiteX46" fmla="*/ 944058 w 1522114"/>
                    <a:gd name="connsiteY46" fmla="*/ 286131 h 1525016"/>
                    <a:gd name="connsiteX47" fmla="*/ 1076900 w 1522114"/>
                    <a:gd name="connsiteY47" fmla="*/ 0 h 1525016"/>
                    <a:gd name="connsiteX48" fmla="*/ 971617 w 1522114"/>
                    <a:gd name="connsiteY48" fmla="*/ 322072 h 1525016"/>
                    <a:gd name="connsiteX49" fmla="*/ 1070423 w 1522114"/>
                    <a:gd name="connsiteY49" fmla="*/ 477139 h 1525016"/>
                    <a:gd name="connsiteX50" fmla="*/ 1107507 w 1522114"/>
                    <a:gd name="connsiteY50" fmla="*/ 581152 h 1525016"/>
                    <a:gd name="connsiteX51" fmla="*/ 175327 w 1522114"/>
                    <a:gd name="connsiteY51" fmla="*/ 393700 h 1525016"/>
                    <a:gd name="connsiteX52" fmla="*/ 227270 w 1522114"/>
                    <a:gd name="connsiteY52" fmla="*/ 410845 h 1525016"/>
                    <a:gd name="connsiteX53" fmla="*/ 284801 w 1522114"/>
                    <a:gd name="connsiteY53" fmla="*/ 565785 h 1525016"/>
                    <a:gd name="connsiteX54" fmla="*/ 256607 w 1522114"/>
                    <a:gd name="connsiteY54" fmla="*/ 706120 h 1525016"/>
                    <a:gd name="connsiteX55" fmla="*/ 204283 w 1522114"/>
                    <a:gd name="connsiteY55" fmla="*/ 752856 h 1525016"/>
                    <a:gd name="connsiteX56" fmla="*/ 615128 w 1522114"/>
                    <a:gd name="connsiteY56" fmla="*/ 929132 h 1525016"/>
                    <a:gd name="connsiteX57" fmla="*/ 979491 w 1522114"/>
                    <a:gd name="connsiteY57" fmla="*/ 756793 h 1525016"/>
                    <a:gd name="connsiteX58" fmla="*/ 1018353 w 1522114"/>
                    <a:gd name="connsiteY58" fmla="*/ 462788 h 1525016"/>
                    <a:gd name="connsiteX59" fmla="*/ 672151 w 1522114"/>
                    <a:gd name="connsiteY59" fmla="*/ 173863 h 1525016"/>
                    <a:gd name="connsiteX60" fmla="*/ 175327 w 1522114"/>
                    <a:gd name="connsiteY60" fmla="*/ 393700 h 1525016"/>
                    <a:gd name="connsiteX61" fmla="*/ 159833 w 1522114"/>
                    <a:gd name="connsiteY61" fmla="*/ 429006 h 1525016"/>
                    <a:gd name="connsiteX62" fmla="*/ 104588 w 1522114"/>
                    <a:gd name="connsiteY62" fmla="*/ 617220 h 1525016"/>
                    <a:gd name="connsiteX63" fmla="*/ 197679 w 1522114"/>
                    <a:gd name="connsiteY63" fmla="*/ 723265 h 1525016"/>
                    <a:gd name="connsiteX64" fmla="*/ 250892 w 1522114"/>
                    <a:gd name="connsiteY64" fmla="*/ 641477 h 1525016"/>
                    <a:gd name="connsiteX65" fmla="*/ 234636 w 1522114"/>
                    <a:gd name="connsiteY65" fmla="*/ 465709 h 1525016"/>
                    <a:gd name="connsiteX66" fmla="*/ 159833 w 1522114"/>
                    <a:gd name="connsiteY66" fmla="*/ 429006 h 1525016"/>
                    <a:gd name="connsiteX67" fmla="*/ 1052135 w 1522114"/>
                    <a:gd name="connsiteY67" fmla="*/ 487172 h 1525016"/>
                    <a:gd name="connsiteX68" fmla="*/ 1041086 w 1522114"/>
                    <a:gd name="connsiteY68" fmla="*/ 696214 h 1525016"/>
                    <a:gd name="connsiteX69" fmla="*/ 1052135 w 1522114"/>
                    <a:gd name="connsiteY69" fmla="*/ 487172 h 1525016"/>
                    <a:gd name="connsiteX70" fmla="*/ 441011 w 1522114"/>
                    <a:gd name="connsiteY70" fmla="*/ 934085 h 1525016"/>
                    <a:gd name="connsiteX71" fmla="*/ 658816 w 1522114"/>
                    <a:gd name="connsiteY71" fmla="*/ 967740 h 1525016"/>
                    <a:gd name="connsiteX72" fmla="*/ 569154 w 1522114"/>
                    <a:gd name="connsiteY72" fmla="*/ 951738 h 1525016"/>
                    <a:gd name="connsiteX73" fmla="*/ 441011 w 1522114"/>
                    <a:gd name="connsiteY73" fmla="*/ 934085 h 1525016"/>
                    <a:gd name="connsiteX74" fmla="*/ 303597 w 1522114"/>
                    <a:gd name="connsiteY74" fmla="*/ 984631 h 1525016"/>
                    <a:gd name="connsiteX75" fmla="*/ 288992 w 1522114"/>
                    <a:gd name="connsiteY75" fmla="*/ 1014222 h 1525016"/>
                    <a:gd name="connsiteX76" fmla="*/ 345380 w 1522114"/>
                    <a:gd name="connsiteY76" fmla="*/ 1064641 h 1525016"/>
                    <a:gd name="connsiteX77" fmla="*/ 332934 w 1522114"/>
                    <a:gd name="connsiteY77" fmla="*/ 1222502 h 1525016"/>
                    <a:gd name="connsiteX78" fmla="*/ 384369 w 1522114"/>
                    <a:gd name="connsiteY78" fmla="*/ 1151001 h 1525016"/>
                    <a:gd name="connsiteX79" fmla="*/ 303597 w 1522114"/>
                    <a:gd name="connsiteY79" fmla="*/ 984631 h 1525016"/>
                    <a:gd name="connsiteX80" fmla="*/ 1154370 w 1522114"/>
                    <a:gd name="connsiteY80" fmla="*/ 1103757 h 1525016"/>
                    <a:gd name="connsiteX81" fmla="*/ 1130875 w 1522114"/>
                    <a:gd name="connsiteY81" fmla="*/ 1296797 h 1525016"/>
                    <a:gd name="connsiteX82" fmla="*/ 1261431 w 1522114"/>
                    <a:gd name="connsiteY82" fmla="*/ 1352423 h 1525016"/>
                    <a:gd name="connsiteX83" fmla="*/ 1374969 w 1522114"/>
                    <a:gd name="connsiteY83" fmla="*/ 1363853 h 1525016"/>
                    <a:gd name="connsiteX84" fmla="*/ 1357316 w 1522114"/>
                    <a:gd name="connsiteY84" fmla="*/ 1335151 h 1525016"/>
                    <a:gd name="connsiteX85" fmla="*/ 1258637 w 1522114"/>
                    <a:gd name="connsiteY85" fmla="*/ 1275588 h 1525016"/>
                    <a:gd name="connsiteX86" fmla="*/ 1445581 w 1522114"/>
                    <a:gd name="connsiteY86" fmla="*/ 1318895 h 1525016"/>
                    <a:gd name="connsiteX87" fmla="*/ 1403163 w 1522114"/>
                    <a:gd name="connsiteY87" fmla="*/ 1266317 h 1525016"/>
                    <a:gd name="connsiteX88" fmla="*/ 1296229 w 1522114"/>
                    <a:gd name="connsiteY88" fmla="*/ 1221359 h 1525016"/>
                    <a:gd name="connsiteX89" fmla="*/ 1489269 w 1522114"/>
                    <a:gd name="connsiteY89" fmla="*/ 1249045 h 1525016"/>
                    <a:gd name="connsiteX90" fmla="*/ 1491174 w 1522114"/>
                    <a:gd name="connsiteY90" fmla="*/ 1229233 h 1525016"/>
                    <a:gd name="connsiteX91" fmla="*/ 1235269 w 1522114"/>
                    <a:gd name="connsiteY91" fmla="*/ 1137285 h 1525016"/>
                    <a:gd name="connsiteX92" fmla="*/ 1341060 w 1522114"/>
                    <a:gd name="connsiteY92" fmla="*/ 1060831 h 1525016"/>
                    <a:gd name="connsiteX93" fmla="*/ 1301944 w 1522114"/>
                    <a:gd name="connsiteY93" fmla="*/ 1021842 h 1525016"/>
                    <a:gd name="connsiteX94" fmla="*/ 1154370 w 1522114"/>
                    <a:gd name="connsiteY94" fmla="*/ 1103757 h 1525016"/>
                    <a:gd name="connsiteX95" fmla="*/ 857063 w 1522114"/>
                    <a:gd name="connsiteY95" fmla="*/ 1070610 h 1525016"/>
                    <a:gd name="connsiteX96" fmla="*/ 878272 w 1522114"/>
                    <a:gd name="connsiteY96" fmla="*/ 1189990 h 1525016"/>
                    <a:gd name="connsiteX97" fmla="*/ 905704 w 1522114"/>
                    <a:gd name="connsiteY97" fmla="*/ 1429893 h 1525016"/>
                    <a:gd name="connsiteX98" fmla="*/ 1188660 w 1522114"/>
                    <a:gd name="connsiteY98" fmla="*/ 1363472 h 1525016"/>
                    <a:gd name="connsiteX99" fmla="*/ 1073344 w 1522114"/>
                    <a:gd name="connsiteY99" fmla="*/ 1189355 h 1525016"/>
                    <a:gd name="connsiteX100" fmla="*/ 973522 w 1522114"/>
                    <a:gd name="connsiteY100" fmla="*/ 1327277 h 1525016"/>
                    <a:gd name="connsiteX101" fmla="*/ 945201 w 1522114"/>
                    <a:gd name="connsiteY101" fmla="*/ 1376680 h 1525016"/>
                    <a:gd name="connsiteX102" fmla="*/ 974665 w 1522114"/>
                    <a:gd name="connsiteY102" fmla="*/ 1255903 h 1525016"/>
                    <a:gd name="connsiteX103" fmla="*/ 857063 w 1522114"/>
                    <a:gd name="connsiteY103" fmla="*/ 1070610 h 1525016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4058 w 1522114"/>
                    <a:gd name="connsiteY46" fmla="*/ 143947 h 1382832"/>
                    <a:gd name="connsiteX47" fmla="*/ 971617 w 1522114"/>
                    <a:gd name="connsiteY47" fmla="*/ 179888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4058 w 1522114"/>
                    <a:gd name="connsiteY46" fmla="*/ 143947 h 1382832"/>
                    <a:gd name="connsiteX47" fmla="*/ 1053234 w 1522114"/>
                    <a:gd name="connsiteY47" fmla="*/ 174057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4058 w 1522114"/>
                    <a:gd name="connsiteY46" fmla="*/ 143947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229733 w 1522114"/>
                    <a:gd name="connsiteY49" fmla="*/ 384357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063298 w 1522114"/>
                    <a:gd name="connsiteY49" fmla="*/ 269933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021689 w 1522114"/>
                    <a:gd name="connsiteY49" fmla="*/ 212721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75327 w 1522114"/>
                    <a:gd name="connsiteY49" fmla="*/ 251516 h 1382832"/>
                    <a:gd name="connsiteX50" fmla="*/ 227270 w 1522114"/>
                    <a:gd name="connsiteY50" fmla="*/ 268661 h 1382832"/>
                    <a:gd name="connsiteX51" fmla="*/ 284801 w 1522114"/>
                    <a:gd name="connsiteY51" fmla="*/ 423601 h 1382832"/>
                    <a:gd name="connsiteX52" fmla="*/ 256607 w 1522114"/>
                    <a:gd name="connsiteY52" fmla="*/ 563936 h 1382832"/>
                    <a:gd name="connsiteX53" fmla="*/ 204283 w 1522114"/>
                    <a:gd name="connsiteY53" fmla="*/ 610672 h 1382832"/>
                    <a:gd name="connsiteX54" fmla="*/ 615128 w 1522114"/>
                    <a:gd name="connsiteY54" fmla="*/ 786948 h 1382832"/>
                    <a:gd name="connsiteX55" fmla="*/ 979491 w 1522114"/>
                    <a:gd name="connsiteY55" fmla="*/ 614609 h 1382832"/>
                    <a:gd name="connsiteX56" fmla="*/ 1018353 w 1522114"/>
                    <a:gd name="connsiteY56" fmla="*/ 320604 h 1382832"/>
                    <a:gd name="connsiteX57" fmla="*/ 672151 w 1522114"/>
                    <a:gd name="connsiteY57" fmla="*/ 31679 h 1382832"/>
                    <a:gd name="connsiteX58" fmla="*/ 175327 w 1522114"/>
                    <a:gd name="connsiteY58" fmla="*/ 251516 h 1382832"/>
                    <a:gd name="connsiteX59" fmla="*/ 159833 w 1522114"/>
                    <a:gd name="connsiteY59" fmla="*/ 286822 h 1382832"/>
                    <a:gd name="connsiteX60" fmla="*/ 104588 w 1522114"/>
                    <a:gd name="connsiteY60" fmla="*/ 475036 h 1382832"/>
                    <a:gd name="connsiteX61" fmla="*/ 197679 w 1522114"/>
                    <a:gd name="connsiteY61" fmla="*/ 581081 h 1382832"/>
                    <a:gd name="connsiteX62" fmla="*/ 250892 w 1522114"/>
                    <a:gd name="connsiteY62" fmla="*/ 499293 h 1382832"/>
                    <a:gd name="connsiteX63" fmla="*/ 234636 w 1522114"/>
                    <a:gd name="connsiteY63" fmla="*/ 323525 h 1382832"/>
                    <a:gd name="connsiteX64" fmla="*/ 159833 w 1522114"/>
                    <a:gd name="connsiteY64" fmla="*/ 286822 h 1382832"/>
                    <a:gd name="connsiteX65" fmla="*/ 1052135 w 1522114"/>
                    <a:gd name="connsiteY65" fmla="*/ 344988 h 1382832"/>
                    <a:gd name="connsiteX66" fmla="*/ 1041086 w 1522114"/>
                    <a:gd name="connsiteY66" fmla="*/ 554030 h 1382832"/>
                    <a:gd name="connsiteX67" fmla="*/ 1052135 w 1522114"/>
                    <a:gd name="connsiteY67" fmla="*/ 344988 h 1382832"/>
                    <a:gd name="connsiteX68" fmla="*/ 441011 w 1522114"/>
                    <a:gd name="connsiteY68" fmla="*/ 791901 h 1382832"/>
                    <a:gd name="connsiteX69" fmla="*/ 658816 w 1522114"/>
                    <a:gd name="connsiteY69" fmla="*/ 825556 h 1382832"/>
                    <a:gd name="connsiteX70" fmla="*/ 569154 w 1522114"/>
                    <a:gd name="connsiteY70" fmla="*/ 809554 h 1382832"/>
                    <a:gd name="connsiteX71" fmla="*/ 441011 w 1522114"/>
                    <a:gd name="connsiteY71" fmla="*/ 791901 h 1382832"/>
                    <a:gd name="connsiteX72" fmla="*/ 303597 w 1522114"/>
                    <a:gd name="connsiteY72" fmla="*/ 842447 h 1382832"/>
                    <a:gd name="connsiteX73" fmla="*/ 288992 w 1522114"/>
                    <a:gd name="connsiteY73" fmla="*/ 872038 h 1382832"/>
                    <a:gd name="connsiteX74" fmla="*/ 345380 w 1522114"/>
                    <a:gd name="connsiteY74" fmla="*/ 922457 h 1382832"/>
                    <a:gd name="connsiteX75" fmla="*/ 332934 w 1522114"/>
                    <a:gd name="connsiteY75" fmla="*/ 1080318 h 1382832"/>
                    <a:gd name="connsiteX76" fmla="*/ 384369 w 1522114"/>
                    <a:gd name="connsiteY76" fmla="*/ 1008817 h 1382832"/>
                    <a:gd name="connsiteX77" fmla="*/ 303597 w 1522114"/>
                    <a:gd name="connsiteY77" fmla="*/ 842447 h 1382832"/>
                    <a:gd name="connsiteX78" fmla="*/ 1154370 w 1522114"/>
                    <a:gd name="connsiteY78" fmla="*/ 961573 h 1382832"/>
                    <a:gd name="connsiteX79" fmla="*/ 1130875 w 1522114"/>
                    <a:gd name="connsiteY79" fmla="*/ 1154613 h 1382832"/>
                    <a:gd name="connsiteX80" fmla="*/ 1261431 w 1522114"/>
                    <a:gd name="connsiteY80" fmla="*/ 1210239 h 1382832"/>
                    <a:gd name="connsiteX81" fmla="*/ 1374969 w 1522114"/>
                    <a:gd name="connsiteY81" fmla="*/ 1221669 h 1382832"/>
                    <a:gd name="connsiteX82" fmla="*/ 1357316 w 1522114"/>
                    <a:gd name="connsiteY82" fmla="*/ 1192967 h 1382832"/>
                    <a:gd name="connsiteX83" fmla="*/ 1258637 w 1522114"/>
                    <a:gd name="connsiteY83" fmla="*/ 1133404 h 1382832"/>
                    <a:gd name="connsiteX84" fmla="*/ 1445581 w 1522114"/>
                    <a:gd name="connsiteY84" fmla="*/ 1176711 h 1382832"/>
                    <a:gd name="connsiteX85" fmla="*/ 1403163 w 1522114"/>
                    <a:gd name="connsiteY85" fmla="*/ 1124133 h 1382832"/>
                    <a:gd name="connsiteX86" fmla="*/ 1296229 w 1522114"/>
                    <a:gd name="connsiteY86" fmla="*/ 1079175 h 1382832"/>
                    <a:gd name="connsiteX87" fmla="*/ 1489269 w 1522114"/>
                    <a:gd name="connsiteY87" fmla="*/ 1106861 h 1382832"/>
                    <a:gd name="connsiteX88" fmla="*/ 1491174 w 1522114"/>
                    <a:gd name="connsiteY88" fmla="*/ 1087049 h 1382832"/>
                    <a:gd name="connsiteX89" fmla="*/ 1235269 w 1522114"/>
                    <a:gd name="connsiteY89" fmla="*/ 995101 h 1382832"/>
                    <a:gd name="connsiteX90" fmla="*/ 1341060 w 1522114"/>
                    <a:gd name="connsiteY90" fmla="*/ 918647 h 1382832"/>
                    <a:gd name="connsiteX91" fmla="*/ 1301944 w 1522114"/>
                    <a:gd name="connsiteY91" fmla="*/ 879658 h 1382832"/>
                    <a:gd name="connsiteX92" fmla="*/ 1154370 w 1522114"/>
                    <a:gd name="connsiteY92" fmla="*/ 961573 h 1382832"/>
                    <a:gd name="connsiteX93" fmla="*/ 857063 w 1522114"/>
                    <a:gd name="connsiteY93" fmla="*/ 928426 h 1382832"/>
                    <a:gd name="connsiteX94" fmla="*/ 878272 w 1522114"/>
                    <a:gd name="connsiteY94" fmla="*/ 1047806 h 1382832"/>
                    <a:gd name="connsiteX95" fmla="*/ 905704 w 1522114"/>
                    <a:gd name="connsiteY95" fmla="*/ 1287709 h 1382832"/>
                    <a:gd name="connsiteX96" fmla="*/ 1188660 w 1522114"/>
                    <a:gd name="connsiteY96" fmla="*/ 1221288 h 1382832"/>
                    <a:gd name="connsiteX97" fmla="*/ 1073344 w 1522114"/>
                    <a:gd name="connsiteY97" fmla="*/ 1047171 h 1382832"/>
                    <a:gd name="connsiteX98" fmla="*/ 973522 w 1522114"/>
                    <a:gd name="connsiteY98" fmla="*/ 1185093 h 1382832"/>
                    <a:gd name="connsiteX99" fmla="*/ 945201 w 1522114"/>
                    <a:gd name="connsiteY99" fmla="*/ 1234496 h 1382832"/>
                    <a:gd name="connsiteX100" fmla="*/ 974665 w 1522114"/>
                    <a:gd name="connsiteY100" fmla="*/ 1113719 h 1382832"/>
                    <a:gd name="connsiteX101" fmla="*/ 857063 w 1522114"/>
                    <a:gd name="connsiteY101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52135 w 1522114"/>
                    <a:gd name="connsiteY63" fmla="*/ 34498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4498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52135 w 1522114"/>
                    <a:gd name="connsiteY63" fmla="*/ 34498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36532 w 1522114"/>
                    <a:gd name="connsiteY63" fmla="*/ 34498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153556 w 1522114"/>
                    <a:gd name="connsiteY63" fmla="*/ 339787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171760 w 1522114"/>
                    <a:gd name="connsiteY63" fmla="*/ 43860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36532 w 1522114"/>
                    <a:gd name="connsiteY63" fmla="*/ 21496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955915 w 1522114"/>
                    <a:gd name="connsiteY63" fmla="*/ 16555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955915 w 1522114"/>
                    <a:gd name="connsiteY63" fmla="*/ 16555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955915 w 1522114"/>
                    <a:gd name="connsiteY63" fmla="*/ 16555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202966 w 1522114"/>
                    <a:gd name="connsiteY63" fmla="*/ 29557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41086 w 1522114"/>
                    <a:gd name="connsiteY63" fmla="*/ 554030 h 1382832"/>
                    <a:gd name="connsiteX64" fmla="*/ 1052135 w 1522114"/>
                    <a:gd name="connsiteY64" fmla="*/ 394398 h 1382832"/>
                    <a:gd name="connsiteX65" fmla="*/ 441011 w 1522114"/>
                    <a:gd name="connsiteY65" fmla="*/ 791901 h 1382832"/>
                    <a:gd name="connsiteX66" fmla="*/ 658816 w 1522114"/>
                    <a:gd name="connsiteY66" fmla="*/ 825556 h 1382832"/>
                    <a:gd name="connsiteX67" fmla="*/ 569154 w 1522114"/>
                    <a:gd name="connsiteY67" fmla="*/ 809554 h 1382832"/>
                    <a:gd name="connsiteX68" fmla="*/ 441011 w 1522114"/>
                    <a:gd name="connsiteY68" fmla="*/ 791901 h 1382832"/>
                    <a:gd name="connsiteX69" fmla="*/ 303597 w 1522114"/>
                    <a:gd name="connsiteY69" fmla="*/ 842447 h 1382832"/>
                    <a:gd name="connsiteX70" fmla="*/ 288992 w 1522114"/>
                    <a:gd name="connsiteY70" fmla="*/ 872038 h 1382832"/>
                    <a:gd name="connsiteX71" fmla="*/ 345380 w 1522114"/>
                    <a:gd name="connsiteY71" fmla="*/ 922457 h 1382832"/>
                    <a:gd name="connsiteX72" fmla="*/ 332934 w 1522114"/>
                    <a:gd name="connsiteY72" fmla="*/ 1080318 h 1382832"/>
                    <a:gd name="connsiteX73" fmla="*/ 384369 w 1522114"/>
                    <a:gd name="connsiteY73" fmla="*/ 1008817 h 1382832"/>
                    <a:gd name="connsiteX74" fmla="*/ 303597 w 1522114"/>
                    <a:gd name="connsiteY74" fmla="*/ 842447 h 1382832"/>
                    <a:gd name="connsiteX75" fmla="*/ 1154370 w 1522114"/>
                    <a:gd name="connsiteY75" fmla="*/ 961573 h 1382832"/>
                    <a:gd name="connsiteX76" fmla="*/ 1130875 w 1522114"/>
                    <a:gd name="connsiteY76" fmla="*/ 1154613 h 1382832"/>
                    <a:gd name="connsiteX77" fmla="*/ 1261431 w 1522114"/>
                    <a:gd name="connsiteY77" fmla="*/ 1210239 h 1382832"/>
                    <a:gd name="connsiteX78" fmla="*/ 1374969 w 1522114"/>
                    <a:gd name="connsiteY78" fmla="*/ 1221669 h 1382832"/>
                    <a:gd name="connsiteX79" fmla="*/ 1357316 w 1522114"/>
                    <a:gd name="connsiteY79" fmla="*/ 1192967 h 1382832"/>
                    <a:gd name="connsiteX80" fmla="*/ 1258637 w 1522114"/>
                    <a:gd name="connsiteY80" fmla="*/ 1133404 h 1382832"/>
                    <a:gd name="connsiteX81" fmla="*/ 1445581 w 1522114"/>
                    <a:gd name="connsiteY81" fmla="*/ 1176711 h 1382832"/>
                    <a:gd name="connsiteX82" fmla="*/ 1403163 w 1522114"/>
                    <a:gd name="connsiteY82" fmla="*/ 1124133 h 1382832"/>
                    <a:gd name="connsiteX83" fmla="*/ 1296229 w 1522114"/>
                    <a:gd name="connsiteY83" fmla="*/ 1079175 h 1382832"/>
                    <a:gd name="connsiteX84" fmla="*/ 1489269 w 1522114"/>
                    <a:gd name="connsiteY84" fmla="*/ 1106861 h 1382832"/>
                    <a:gd name="connsiteX85" fmla="*/ 1491174 w 1522114"/>
                    <a:gd name="connsiteY85" fmla="*/ 1087049 h 1382832"/>
                    <a:gd name="connsiteX86" fmla="*/ 1235269 w 1522114"/>
                    <a:gd name="connsiteY86" fmla="*/ 995101 h 1382832"/>
                    <a:gd name="connsiteX87" fmla="*/ 1341060 w 1522114"/>
                    <a:gd name="connsiteY87" fmla="*/ 918647 h 1382832"/>
                    <a:gd name="connsiteX88" fmla="*/ 1301944 w 1522114"/>
                    <a:gd name="connsiteY88" fmla="*/ 879658 h 1382832"/>
                    <a:gd name="connsiteX89" fmla="*/ 1154370 w 1522114"/>
                    <a:gd name="connsiteY89" fmla="*/ 961573 h 1382832"/>
                    <a:gd name="connsiteX90" fmla="*/ 857063 w 1522114"/>
                    <a:gd name="connsiteY90" fmla="*/ 928426 h 1382832"/>
                    <a:gd name="connsiteX91" fmla="*/ 878272 w 1522114"/>
                    <a:gd name="connsiteY91" fmla="*/ 1047806 h 1382832"/>
                    <a:gd name="connsiteX92" fmla="*/ 905704 w 1522114"/>
                    <a:gd name="connsiteY92" fmla="*/ 1287709 h 1382832"/>
                    <a:gd name="connsiteX93" fmla="*/ 1188660 w 1522114"/>
                    <a:gd name="connsiteY93" fmla="*/ 1221288 h 1382832"/>
                    <a:gd name="connsiteX94" fmla="*/ 1073344 w 1522114"/>
                    <a:gd name="connsiteY94" fmla="*/ 1047171 h 1382832"/>
                    <a:gd name="connsiteX95" fmla="*/ 973522 w 1522114"/>
                    <a:gd name="connsiteY95" fmla="*/ 1185093 h 1382832"/>
                    <a:gd name="connsiteX96" fmla="*/ 945201 w 1522114"/>
                    <a:gd name="connsiteY96" fmla="*/ 1234496 h 1382832"/>
                    <a:gd name="connsiteX97" fmla="*/ 974665 w 1522114"/>
                    <a:gd name="connsiteY97" fmla="*/ 1113719 h 1382832"/>
                    <a:gd name="connsiteX98" fmla="*/ 857063 w 1522114"/>
                    <a:gd name="connsiteY98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949887 w 1522114"/>
                    <a:gd name="connsiteY47" fmla="*/ 155606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962889 w 1522114"/>
                    <a:gd name="connsiteY47" fmla="*/ 181611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38305 w 1522114"/>
                    <a:gd name="connsiteY47" fmla="*/ 31944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38305 w 1522114"/>
                    <a:gd name="connsiteY47" fmla="*/ 31944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38305 w 1522114"/>
                    <a:gd name="connsiteY47" fmla="*/ 31944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4736 w 1522114"/>
                    <a:gd name="connsiteY65" fmla="*/ 415202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491175"/>
                    <a:gd name="connsiteY0" fmla="*/ 471353 h 1382832"/>
                    <a:gd name="connsiteX1" fmla="*/ 1075122 w 1491175"/>
                    <a:gd name="connsiteY1" fmla="*/ 553776 h 1382832"/>
                    <a:gd name="connsiteX2" fmla="*/ 994858 w 1491175"/>
                    <a:gd name="connsiteY2" fmla="*/ 638104 h 1382832"/>
                    <a:gd name="connsiteX3" fmla="*/ 900370 w 1491175"/>
                    <a:gd name="connsiteY3" fmla="*/ 733100 h 1382832"/>
                    <a:gd name="connsiteX4" fmla="*/ 765623 w 1491175"/>
                    <a:gd name="connsiteY4" fmla="*/ 795330 h 1382832"/>
                    <a:gd name="connsiteX5" fmla="*/ 993715 w 1491175"/>
                    <a:gd name="connsiteY5" fmla="*/ 1098479 h 1382832"/>
                    <a:gd name="connsiteX6" fmla="*/ 1109666 w 1491175"/>
                    <a:gd name="connsiteY6" fmla="*/ 968558 h 1382832"/>
                    <a:gd name="connsiteX7" fmla="*/ 1283275 w 1491175"/>
                    <a:gd name="connsiteY7" fmla="*/ 857941 h 1382832"/>
                    <a:gd name="connsiteX8" fmla="*/ 1372810 w 1491175"/>
                    <a:gd name="connsiteY8" fmla="*/ 906074 h 1382832"/>
                    <a:gd name="connsiteX9" fmla="*/ 1290260 w 1491175"/>
                    <a:gd name="connsiteY9" fmla="*/ 991291 h 1382832"/>
                    <a:gd name="connsiteX10" fmla="*/ 1286974 w 1491175"/>
                    <a:gd name="connsiteY10" fmla="*/ 1024887 h 1382832"/>
                    <a:gd name="connsiteX11" fmla="*/ 1460440 w 1491175"/>
                    <a:gd name="connsiteY11" fmla="*/ 1137595 h 1382832"/>
                    <a:gd name="connsiteX12" fmla="*/ 1460821 w 1491175"/>
                    <a:gd name="connsiteY12" fmla="*/ 1185728 h 1382832"/>
                    <a:gd name="connsiteX13" fmla="*/ 1403163 w 1491175"/>
                    <a:gd name="connsiteY13" fmla="*/ 1206937 h 1382832"/>
                    <a:gd name="connsiteX14" fmla="*/ 1396686 w 1491175"/>
                    <a:gd name="connsiteY14" fmla="*/ 1237290 h 1382832"/>
                    <a:gd name="connsiteX15" fmla="*/ 1222569 w 1491175"/>
                    <a:gd name="connsiteY15" fmla="*/ 1229162 h 1382832"/>
                    <a:gd name="connsiteX16" fmla="*/ 1041340 w 1491175"/>
                    <a:gd name="connsiteY16" fmla="*/ 1330381 h 1382832"/>
                    <a:gd name="connsiteX17" fmla="*/ 907228 w 1491175"/>
                    <a:gd name="connsiteY17" fmla="*/ 1317300 h 1382832"/>
                    <a:gd name="connsiteX18" fmla="*/ 909260 w 1491175"/>
                    <a:gd name="connsiteY18" fmla="*/ 1373180 h 1382832"/>
                    <a:gd name="connsiteX19" fmla="*/ 884622 w 1491175"/>
                    <a:gd name="connsiteY19" fmla="*/ 1371656 h 1382832"/>
                    <a:gd name="connsiteX20" fmla="*/ 878780 w 1491175"/>
                    <a:gd name="connsiteY20" fmla="*/ 1297234 h 1382832"/>
                    <a:gd name="connsiteX21" fmla="*/ 820106 w 1491175"/>
                    <a:gd name="connsiteY21" fmla="*/ 891596 h 1382832"/>
                    <a:gd name="connsiteX22" fmla="*/ 747208 w 1491175"/>
                    <a:gd name="connsiteY22" fmla="*/ 818825 h 1382832"/>
                    <a:gd name="connsiteX23" fmla="*/ 424882 w 1491175"/>
                    <a:gd name="connsiteY23" fmla="*/ 817174 h 1382832"/>
                    <a:gd name="connsiteX24" fmla="*/ 337125 w 1491175"/>
                    <a:gd name="connsiteY24" fmla="*/ 819333 h 1382832"/>
                    <a:gd name="connsiteX25" fmla="*/ 407610 w 1491175"/>
                    <a:gd name="connsiteY25" fmla="*/ 1031169 h 1382832"/>
                    <a:gd name="connsiteX26" fmla="*/ 322774 w 1491175"/>
                    <a:gd name="connsiteY26" fmla="*/ 1110290 h 1382832"/>
                    <a:gd name="connsiteX27" fmla="*/ 288357 w 1491175"/>
                    <a:gd name="connsiteY27" fmla="*/ 1335588 h 1382832"/>
                    <a:gd name="connsiteX28" fmla="*/ 283023 w 1491175"/>
                    <a:gd name="connsiteY28" fmla="*/ 1371656 h 1382832"/>
                    <a:gd name="connsiteX29" fmla="*/ 259020 w 1491175"/>
                    <a:gd name="connsiteY29" fmla="*/ 1376355 h 1382832"/>
                    <a:gd name="connsiteX30" fmla="*/ 323409 w 1491175"/>
                    <a:gd name="connsiteY30" fmla="*/ 997006 h 1382832"/>
                    <a:gd name="connsiteX31" fmla="*/ 305629 w 1491175"/>
                    <a:gd name="connsiteY31" fmla="*/ 913186 h 1382832"/>
                    <a:gd name="connsiteX32" fmla="*/ 229556 w 1491175"/>
                    <a:gd name="connsiteY32" fmla="*/ 939348 h 1382832"/>
                    <a:gd name="connsiteX33" fmla="*/ 18228 w 1491175"/>
                    <a:gd name="connsiteY33" fmla="*/ 1370513 h 1382832"/>
                    <a:gd name="connsiteX34" fmla="*/ 2099 w 1491175"/>
                    <a:gd name="connsiteY34" fmla="*/ 1382832 h 1382832"/>
                    <a:gd name="connsiteX35" fmla="*/ 17212 w 1491175"/>
                    <a:gd name="connsiteY35" fmla="*/ 1286566 h 1382832"/>
                    <a:gd name="connsiteX36" fmla="*/ 107001 w 1491175"/>
                    <a:gd name="connsiteY36" fmla="*/ 1065586 h 1382832"/>
                    <a:gd name="connsiteX37" fmla="*/ 216983 w 1491175"/>
                    <a:gd name="connsiteY37" fmla="*/ 915091 h 1382832"/>
                    <a:gd name="connsiteX38" fmla="*/ 304867 w 1491175"/>
                    <a:gd name="connsiteY38" fmla="*/ 813491 h 1382832"/>
                    <a:gd name="connsiteX39" fmla="*/ 391481 w 1491175"/>
                    <a:gd name="connsiteY39" fmla="*/ 779328 h 1382832"/>
                    <a:gd name="connsiteX40" fmla="*/ 252924 w 1491175"/>
                    <a:gd name="connsiteY40" fmla="*/ 699191 h 1382832"/>
                    <a:gd name="connsiteX41" fmla="*/ 138243 w 1491175"/>
                    <a:gd name="connsiteY41" fmla="*/ 584002 h 1382832"/>
                    <a:gd name="connsiteX42" fmla="*/ 83633 w 1491175"/>
                    <a:gd name="connsiteY42" fmla="*/ 501452 h 1382832"/>
                    <a:gd name="connsiteX43" fmla="*/ 139767 w 1491175"/>
                    <a:gd name="connsiteY43" fmla="*/ 267645 h 1382832"/>
                    <a:gd name="connsiteX44" fmla="*/ 413198 w 1491175"/>
                    <a:gd name="connsiteY44" fmla="*/ 21138 h 1382832"/>
                    <a:gd name="connsiteX45" fmla="*/ 730698 w 1491175"/>
                    <a:gd name="connsiteY45" fmla="*/ 17836 h 1382832"/>
                    <a:gd name="connsiteX46" fmla="*/ 912643 w 1491175"/>
                    <a:gd name="connsiteY46" fmla="*/ 121183 h 1382832"/>
                    <a:gd name="connsiteX47" fmla="*/ 1056509 w 1491175"/>
                    <a:gd name="connsiteY47" fmla="*/ 366250 h 1382832"/>
                    <a:gd name="connsiteX48" fmla="*/ 175327 w 1491175"/>
                    <a:gd name="connsiteY48" fmla="*/ 251516 h 1382832"/>
                    <a:gd name="connsiteX49" fmla="*/ 227270 w 1491175"/>
                    <a:gd name="connsiteY49" fmla="*/ 268661 h 1382832"/>
                    <a:gd name="connsiteX50" fmla="*/ 284801 w 1491175"/>
                    <a:gd name="connsiteY50" fmla="*/ 423601 h 1382832"/>
                    <a:gd name="connsiteX51" fmla="*/ 256607 w 1491175"/>
                    <a:gd name="connsiteY51" fmla="*/ 563936 h 1382832"/>
                    <a:gd name="connsiteX52" fmla="*/ 204283 w 1491175"/>
                    <a:gd name="connsiteY52" fmla="*/ 610672 h 1382832"/>
                    <a:gd name="connsiteX53" fmla="*/ 615128 w 1491175"/>
                    <a:gd name="connsiteY53" fmla="*/ 786948 h 1382832"/>
                    <a:gd name="connsiteX54" fmla="*/ 979491 w 1491175"/>
                    <a:gd name="connsiteY54" fmla="*/ 614609 h 1382832"/>
                    <a:gd name="connsiteX55" fmla="*/ 1018353 w 1491175"/>
                    <a:gd name="connsiteY55" fmla="*/ 320604 h 1382832"/>
                    <a:gd name="connsiteX56" fmla="*/ 672151 w 1491175"/>
                    <a:gd name="connsiteY56" fmla="*/ 31679 h 1382832"/>
                    <a:gd name="connsiteX57" fmla="*/ 175327 w 1491175"/>
                    <a:gd name="connsiteY57" fmla="*/ 251516 h 1382832"/>
                    <a:gd name="connsiteX58" fmla="*/ 159833 w 1491175"/>
                    <a:gd name="connsiteY58" fmla="*/ 286822 h 1382832"/>
                    <a:gd name="connsiteX59" fmla="*/ 104588 w 1491175"/>
                    <a:gd name="connsiteY59" fmla="*/ 475036 h 1382832"/>
                    <a:gd name="connsiteX60" fmla="*/ 197679 w 1491175"/>
                    <a:gd name="connsiteY60" fmla="*/ 581081 h 1382832"/>
                    <a:gd name="connsiteX61" fmla="*/ 250892 w 1491175"/>
                    <a:gd name="connsiteY61" fmla="*/ 499293 h 1382832"/>
                    <a:gd name="connsiteX62" fmla="*/ 234636 w 1491175"/>
                    <a:gd name="connsiteY62" fmla="*/ 323525 h 1382832"/>
                    <a:gd name="connsiteX63" fmla="*/ 159833 w 1491175"/>
                    <a:gd name="connsiteY63" fmla="*/ 286822 h 1382832"/>
                    <a:gd name="connsiteX64" fmla="*/ 1041086 w 1491175"/>
                    <a:gd name="connsiteY64" fmla="*/ 554030 h 1382832"/>
                    <a:gd name="connsiteX65" fmla="*/ 1054736 w 1491175"/>
                    <a:gd name="connsiteY65" fmla="*/ 415202 h 1382832"/>
                    <a:gd name="connsiteX66" fmla="*/ 441011 w 1491175"/>
                    <a:gd name="connsiteY66" fmla="*/ 791901 h 1382832"/>
                    <a:gd name="connsiteX67" fmla="*/ 658816 w 1491175"/>
                    <a:gd name="connsiteY67" fmla="*/ 825556 h 1382832"/>
                    <a:gd name="connsiteX68" fmla="*/ 569154 w 1491175"/>
                    <a:gd name="connsiteY68" fmla="*/ 809554 h 1382832"/>
                    <a:gd name="connsiteX69" fmla="*/ 441011 w 1491175"/>
                    <a:gd name="connsiteY69" fmla="*/ 791901 h 1382832"/>
                    <a:gd name="connsiteX70" fmla="*/ 303597 w 1491175"/>
                    <a:gd name="connsiteY70" fmla="*/ 842447 h 1382832"/>
                    <a:gd name="connsiteX71" fmla="*/ 288992 w 1491175"/>
                    <a:gd name="connsiteY71" fmla="*/ 872038 h 1382832"/>
                    <a:gd name="connsiteX72" fmla="*/ 345380 w 1491175"/>
                    <a:gd name="connsiteY72" fmla="*/ 922457 h 1382832"/>
                    <a:gd name="connsiteX73" fmla="*/ 332934 w 1491175"/>
                    <a:gd name="connsiteY73" fmla="*/ 1080318 h 1382832"/>
                    <a:gd name="connsiteX74" fmla="*/ 384369 w 1491175"/>
                    <a:gd name="connsiteY74" fmla="*/ 1008817 h 1382832"/>
                    <a:gd name="connsiteX75" fmla="*/ 303597 w 1491175"/>
                    <a:gd name="connsiteY75" fmla="*/ 842447 h 1382832"/>
                    <a:gd name="connsiteX76" fmla="*/ 1154370 w 1491175"/>
                    <a:gd name="connsiteY76" fmla="*/ 961573 h 1382832"/>
                    <a:gd name="connsiteX77" fmla="*/ 1130875 w 1491175"/>
                    <a:gd name="connsiteY77" fmla="*/ 1154613 h 1382832"/>
                    <a:gd name="connsiteX78" fmla="*/ 1261431 w 1491175"/>
                    <a:gd name="connsiteY78" fmla="*/ 1210239 h 1382832"/>
                    <a:gd name="connsiteX79" fmla="*/ 1374969 w 1491175"/>
                    <a:gd name="connsiteY79" fmla="*/ 1221669 h 1382832"/>
                    <a:gd name="connsiteX80" fmla="*/ 1357316 w 1491175"/>
                    <a:gd name="connsiteY80" fmla="*/ 1192967 h 1382832"/>
                    <a:gd name="connsiteX81" fmla="*/ 1258637 w 1491175"/>
                    <a:gd name="connsiteY81" fmla="*/ 1133404 h 1382832"/>
                    <a:gd name="connsiteX82" fmla="*/ 1445581 w 1491175"/>
                    <a:gd name="connsiteY82" fmla="*/ 1176711 h 1382832"/>
                    <a:gd name="connsiteX83" fmla="*/ 1403163 w 1491175"/>
                    <a:gd name="connsiteY83" fmla="*/ 1124133 h 1382832"/>
                    <a:gd name="connsiteX84" fmla="*/ 1296229 w 1491175"/>
                    <a:gd name="connsiteY84" fmla="*/ 1079175 h 1382832"/>
                    <a:gd name="connsiteX85" fmla="*/ 1489269 w 1491175"/>
                    <a:gd name="connsiteY85" fmla="*/ 1106861 h 1382832"/>
                    <a:gd name="connsiteX86" fmla="*/ 1491174 w 1491175"/>
                    <a:gd name="connsiteY86" fmla="*/ 1087049 h 1382832"/>
                    <a:gd name="connsiteX87" fmla="*/ 1235269 w 1491175"/>
                    <a:gd name="connsiteY87" fmla="*/ 995101 h 1382832"/>
                    <a:gd name="connsiteX88" fmla="*/ 1341060 w 1491175"/>
                    <a:gd name="connsiteY88" fmla="*/ 918647 h 1382832"/>
                    <a:gd name="connsiteX89" fmla="*/ 1301944 w 1491175"/>
                    <a:gd name="connsiteY89" fmla="*/ 879658 h 1382832"/>
                    <a:gd name="connsiteX90" fmla="*/ 1154370 w 1491175"/>
                    <a:gd name="connsiteY90" fmla="*/ 961573 h 1382832"/>
                    <a:gd name="connsiteX91" fmla="*/ 857063 w 1491175"/>
                    <a:gd name="connsiteY91" fmla="*/ 928426 h 1382832"/>
                    <a:gd name="connsiteX92" fmla="*/ 878272 w 1491175"/>
                    <a:gd name="connsiteY92" fmla="*/ 1047806 h 1382832"/>
                    <a:gd name="connsiteX93" fmla="*/ 905704 w 1491175"/>
                    <a:gd name="connsiteY93" fmla="*/ 1287709 h 1382832"/>
                    <a:gd name="connsiteX94" fmla="*/ 1188660 w 1491175"/>
                    <a:gd name="connsiteY94" fmla="*/ 1221288 h 1382832"/>
                    <a:gd name="connsiteX95" fmla="*/ 1073344 w 1491175"/>
                    <a:gd name="connsiteY95" fmla="*/ 1047171 h 1382832"/>
                    <a:gd name="connsiteX96" fmla="*/ 973522 w 1491175"/>
                    <a:gd name="connsiteY96" fmla="*/ 1185093 h 1382832"/>
                    <a:gd name="connsiteX97" fmla="*/ 945201 w 1491175"/>
                    <a:gd name="connsiteY97" fmla="*/ 1234496 h 1382832"/>
                    <a:gd name="connsiteX98" fmla="*/ 974665 w 1491175"/>
                    <a:gd name="connsiteY98" fmla="*/ 1113719 h 1382832"/>
                    <a:gd name="connsiteX99" fmla="*/ 857063 w 1491175"/>
                    <a:gd name="connsiteY99" fmla="*/ 928426 h 1382832"/>
                    <a:gd name="connsiteX0" fmla="*/ 1100903 w 1489270"/>
                    <a:gd name="connsiteY0" fmla="*/ 471353 h 1382832"/>
                    <a:gd name="connsiteX1" fmla="*/ 1075122 w 1489270"/>
                    <a:gd name="connsiteY1" fmla="*/ 553776 h 1382832"/>
                    <a:gd name="connsiteX2" fmla="*/ 994858 w 1489270"/>
                    <a:gd name="connsiteY2" fmla="*/ 638104 h 1382832"/>
                    <a:gd name="connsiteX3" fmla="*/ 900370 w 1489270"/>
                    <a:gd name="connsiteY3" fmla="*/ 733100 h 1382832"/>
                    <a:gd name="connsiteX4" fmla="*/ 765623 w 1489270"/>
                    <a:gd name="connsiteY4" fmla="*/ 795330 h 1382832"/>
                    <a:gd name="connsiteX5" fmla="*/ 993715 w 1489270"/>
                    <a:gd name="connsiteY5" fmla="*/ 1098479 h 1382832"/>
                    <a:gd name="connsiteX6" fmla="*/ 1109666 w 1489270"/>
                    <a:gd name="connsiteY6" fmla="*/ 968558 h 1382832"/>
                    <a:gd name="connsiteX7" fmla="*/ 1283275 w 1489270"/>
                    <a:gd name="connsiteY7" fmla="*/ 857941 h 1382832"/>
                    <a:gd name="connsiteX8" fmla="*/ 1372810 w 1489270"/>
                    <a:gd name="connsiteY8" fmla="*/ 906074 h 1382832"/>
                    <a:gd name="connsiteX9" fmla="*/ 1290260 w 1489270"/>
                    <a:gd name="connsiteY9" fmla="*/ 991291 h 1382832"/>
                    <a:gd name="connsiteX10" fmla="*/ 1286974 w 1489270"/>
                    <a:gd name="connsiteY10" fmla="*/ 1024887 h 1382832"/>
                    <a:gd name="connsiteX11" fmla="*/ 1460440 w 1489270"/>
                    <a:gd name="connsiteY11" fmla="*/ 1137595 h 1382832"/>
                    <a:gd name="connsiteX12" fmla="*/ 1460821 w 1489270"/>
                    <a:gd name="connsiteY12" fmla="*/ 1185728 h 1382832"/>
                    <a:gd name="connsiteX13" fmla="*/ 1403163 w 1489270"/>
                    <a:gd name="connsiteY13" fmla="*/ 1206937 h 1382832"/>
                    <a:gd name="connsiteX14" fmla="*/ 1396686 w 1489270"/>
                    <a:gd name="connsiteY14" fmla="*/ 1237290 h 1382832"/>
                    <a:gd name="connsiteX15" fmla="*/ 1222569 w 1489270"/>
                    <a:gd name="connsiteY15" fmla="*/ 1229162 h 1382832"/>
                    <a:gd name="connsiteX16" fmla="*/ 1041340 w 1489270"/>
                    <a:gd name="connsiteY16" fmla="*/ 1330381 h 1382832"/>
                    <a:gd name="connsiteX17" fmla="*/ 907228 w 1489270"/>
                    <a:gd name="connsiteY17" fmla="*/ 1317300 h 1382832"/>
                    <a:gd name="connsiteX18" fmla="*/ 909260 w 1489270"/>
                    <a:gd name="connsiteY18" fmla="*/ 1373180 h 1382832"/>
                    <a:gd name="connsiteX19" fmla="*/ 884622 w 1489270"/>
                    <a:gd name="connsiteY19" fmla="*/ 1371656 h 1382832"/>
                    <a:gd name="connsiteX20" fmla="*/ 878780 w 1489270"/>
                    <a:gd name="connsiteY20" fmla="*/ 1297234 h 1382832"/>
                    <a:gd name="connsiteX21" fmla="*/ 820106 w 1489270"/>
                    <a:gd name="connsiteY21" fmla="*/ 891596 h 1382832"/>
                    <a:gd name="connsiteX22" fmla="*/ 747208 w 1489270"/>
                    <a:gd name="connsiteY22" fmla="*/ 818825 h 1382832"/>
                    <a:gd name="connsiteX23" fmla="*/ 424882 w 1489270"/>
                    <a:gd name="connsiteY23" fmla="*/ 817174 h 1382832"/>
                    <a:gd name="connsiteX24" fmla="*/ 337125 w 1489270"/>
                    <a:gd name="connsiteY24" fmla="*/ 819333 h 1382832"/>
                    <a:gd name="connsiteX25" fmla="*/ 407610 w 1489270"/>
                    <a:gd name="connsiteY25" fmla="*/ 1031169 h 1382832"/>
                    <a:gd name="connsiteX26" fmla="*/ 322774 w 1489270"/>
                    <a:gd name="connsiteY26" fmla="*/ 1110290 h 1382832"/>
                    <a:gd name="connsiteX27" fmla="*/ 288357 w 1489270"/>
                    <a:gd name="connsiteY27" fmla="*/ 1335588 h 1382832"/>
                    <a:gd name="connsiteX28" fmla="*/ 283023 w 1489270"/>
                    <a:gd name="connsiteY28" fmla="*/ 1371656 h 1382832"/>
                    <a:gd name="connsiteX29" fmla="*/ 259020 w 1489270"/>
                    <a:gd name="connsiteY29" fmla="*/ 1376355 h 1382832"/>
                    <a:gd name="connsiteX30" fmla="*/ 323409 w 1489270"/>
                    <a:gd name="connsiteY30" fmla="*/ 997006 h 1382832"/>
                    <a:gd name="connsiteX31" fmla="*/ 305629 w 1489270"/>
                    <a:gd name="connsiteY31" fmla="*/ 913186 h 1382832"/>
                    <a:gd name="connsiteX32" fmla="*/ 229556 w 1489270"/>
                    <a:gd name="connsiteY32" fmla="*/ 939348 h 1382832"/>
                    <a:gd name="connsiteX33" fmla="*/ 18228 w 1489270"/>
                    <a:gd name="connsiteY33" fmla="*/ 1370513 h 1382832"/>
                    <a:gd name="connsiteX34" fmla="*/ 2099 w 1489270"/>
                    <a:gd name="connsiteY34" fmla="*/ 1382832 h 1382832"/>
                    <a:gd name="connsiteX35" fmla="*/ 17212 w 1489270"/>
                    <a:gd name="connsiteY35" fmla="*/ 1286566 h 1382832"/>
                    <a:gd name="connsiteX36" fmla="*/ 107001 w 1489270"/>
                    <a:gd name="connsiteY36" fmla="*/ 1065586 h 1382832"/>
                    <a:gd name="connsiteX37" fmla="*/ 216983 w 1489270"/>
                    <a:gd name="connsiteY37" fmla="*/ 915091 h 1382832"/>
                    <a:gd name="connsiteX38" fmla="*/ 304867 w 1489270"/>
                    <a:gd name="connsiteY38" fmla="*/ 813491 h 1382832"/>
                    <a:gd name="connsiteX39" fmla="*/ 391481 w 1489270"/>
                    <a:gd name="connsiteY39" fmla="*/ 779328 h 1382832"/>
                    <a:gd name="connsiteX40" fmla="*/ 252924 w 1489270"/>
                    <a:gd name="connsiteY40" fmla="*/ 699191 h 1382832"/>
                    <a:gd name="connsiteX41" fmla="*/ 138243 w 1489270"/>
                    <a:gd name="connsiteY41" fmla="*/ 584002 h 1382832"/>
                    <a:gd name="connsiteX42" fmla="*/ 83633 w 1489270"/>
                    <a:gd name="connsiteY42" fmla="*/ 501452 h 1382832"/>
                    <a:gd name="connsiteX43" fmla="*/ 139767 w 1489270"/>
                    <a:gd name="connsiteY43" fmla="*/ 267645 h 1382832"/>
                    <a:gd name="connsiteX44" fmla="*/ 413198 w 1489270"/>
                    <a:gd name="connsiteY44" fmla="*/ 21138 h 1382832"/>
                    <a:gd name="connsiteX45" fmla="*/ 730698 w 1489270"/>
                    <a:gd name="connsiteY45" fmla="*/ 17836 h 1382832"/>
                    <a:gd name="connsiteX46" fmla="*/ 912643 w 1489270"/>
                    <a:gd name="connsiteY46" fmla="*/ 121183 h 1382832"/>
                    <a:gd name="connsiteX47" fmla="*/ 1056509 w 1489270"/>
                    <a:gd name="connsiteY47" fmla="*/ 366250 h 1382832"/>
                    <a:gd name="connsiteX48" fmla="*/ 175327 w 1489270"/>
                    <a:gd name="connsiteY48" fmla="*/ 251516 h 1382832"/>
                    <a:gd name="connsiteX49" fmla="*/ 227270 w 1489270"/>
                    <a:gd name="connsiteY49" fmla="*/ 268661 h 1382832"/>
                    <a:gd name="connsiteX50" fmla="*/ 284801 w 1489270"/>
                    <a:gd name="connsiteY50" fmla="*/ 423601 h 1382832"/>
                    <a:gd name="connsiteX51" fmla="*/ 256607 w 1489270"/>
                    <a:gd name="connsiteY51" fmla="*/ 563936 h 1382832"/>
                    <a:gd name="connsiteX52" fmla="*/ 204283 w 1489270"/>
                    <a:gd name="connsiteY52" fmla="*/ 610672 h 1382832"/>
                    <a:gd name="connsiteX53" fmla="*/ 615128 w 1489270"/>
                    <a:gd name="connsiteY53" fmla="*/ 786948 h 1382832"/>
                    <a:gd name="connsiteX54" fmla="*/ 979491 w 1489270"/>
                    <a:gd name="connsiteY54" fmla="*/ 614609 h 1382832"/>
                    <a:gd name="connsiteX55" fmla="*/ 1018353 w 1489270"/>
                    <a:gd name="connsiteY55" fmla="*/ 320604 h 1382832"/>
                    <a:gd name="connsiteX56" fmla="*/ 672151 w 1489270"/>
                    <a:gd name="connsiteY56" fmla="*/ 31679 h 1382832"/>
                    <a:gd name="connsiteX57" fmla="*/ 175327 w 1489270"/>
                    <a:gd name="connsiteY57" fmla="*/ 251516 h 1382832"/>
                    <a:gd name="connsiteX58" fmla="*/ 159833 w 1489270"/>
                    <a:gd name="connsiteY58" fmla="*/ 286822 h 1382832"/>
                    <a:gd name="connsiteX59" fmla="*/ 104588 w 1489270"/>
                    <a:gd name="connsiteY59" fmla="*/ 475036 h 1382832"/>
                    <a:gd name="connsiteX60" fmla="*/ 197679 w 1489270"/>
                    <a:gd name="connsiteY60" fmla="*/ 581081 h 1382832"/>
                    <a:gd name="connsiteX61" fmla="*/ 250892 w 1489270"/>
                    <a:gd name="connsiteY61" fmla="*/ 499293 h 1382832"/>
                    <a:gd name="connsiteX62" fmla="*/ 234636 w 1489270"/>
                    <a:gd name="connsiteY62" fmla="*/ 323525 h 1382832"/>
                    <a:gd name="connsiteX63" fmla="*/ 159833 w 1489270"/>
                    <a:gd name="connsiteY63" fmla="*/ 286822 h 1382832"/>
                    <a:gd name="connsiteX64" fmla="*/ 1041086 w 1489270"/>
                    <a:gd name="connsiteY64" fmla="*/ 554030 h 1382832"/>
                    <a:gd name="connsiteX65" fmla="*/ 1054736 w 1489270"/>
                    <a:gd name="connsiteY65" fmla="*/ 415202 h 1382832"/>
                    <a:gd name="connsiteX66" fmla="*/ 441011 w 1489270"/>
                    <a:gd name="connsiteY66" fmla="*/ 791901 h 1382832"/>
                    <a:gd name="connsiteX67" fmla="*/ 658816 w 1489270"/>
                    <a:gd name="connsiteY67" fmla="*/ 825556 h 1382832"/>
                    <a:gd name="connsiteX68" fmla="*/ 569154 w 1489270"/>
                    <a:gd name="connsiteY68" fmla="*/ 809554 h 1382832"/>
                    <a:gd name="connsiteX69" fmla="*/ 441011 w 1489270"/>
                    <a:gd name="connsiteY69" fmla="*/ 791901 h 1382832"/>
                    <a:gd name="connsiteX70" fmla="*/ 303597 w 1489270"/>
                    <a:gd name="connsiteY70" fmla="*/ 842447 h 1382832"/>
                    <a:gd name="connsiteX71" fmla="*/ 288992 w 1489270"/>
                    <a:gd name="connsiteY71" fmla="*/ 872038 h 1382832"/>
                    <a:gd name="connsiteX72" fmla="*/ 345380 w 1489270"/>
                    <a:gd name="connsiteY72" fmla="*/ 922457 h 1382832"/>
                    <a:gd name="connsiteX73" fmla="*/ 332934 w 1489270"/>
                    <a:gd name="connsiteY73" fmla="*/ 1080318 h 1382832"/>
                    <a:gd name="connsiteX74" fmla="*/ 384369 w 1489270"/>
                    <a:gd name="connsiteY74" fmla="*/ 1008817 h 1382832"/>
                    <a:gd name="connsiteX75" fmla="*/ 303597 w 1489270"/>
                    <a:gd name="connsiteY75" fmla="*/ 842447 h 1382832"/>
                    <a:gd name="connsiteX76" fmla="*/ 1154370 w 1489270"/>
                    <a:gd name="connsiteY76" fmla="*/ 961573 h 1382832"/>
                    <a:gd name="connsiteX77" fmla="*/ 1130875 w 1489270"/>
                    <a:gd name="connsiteY77" fmla="*/ 1154613 h 1382832"/>
                    <a:gd name="connsiteX78" fmla="*/ 1261431 w 1489270"/>
                    <a:gd name="connsiteY78" fmla="*/ 1210239 h 1382832"/>
                    <a:gd name="connsiteX79" fmla="*/ 1374969 w 1489270"/>
                    <a:gd name="connsiteY79" fmla="*/ 1221669 h 1382832"/>
                    <a:gd name="connsiteX80" fmla="*/ 1357316 w 1489270"/>
                    <a:gd name="connsiteY80" fmla="*/ 1192967 h 1382832"/>
                    <a:gd name="connsiteX81" fmla="*/ 1258637 w 1489270"/>
                    <a:gd name="connsiteY81" fmla="*/ 1133404 h 1382832"/>
                    <a:gd name="connsiteX82" fmla="*/ 1445581 w 1489270"/>
                    <a:gd name="connsiteY82" fmla="*/ 1176711 h 1382832"/>
                    <a:gd name="connsiteX83" fmla="*/ 1403163 w 1489270"/>
                    <a:gd name="connsiteY83" fmla="*/ 1124133 h 1382832"/>
                    <a:gd name="connsiteX84" fmla="*/ 1296229 w 1489270"/>
                    <a:gd name="connsiteY84" fmla="*/ 1079175 h 1382832"/>
                    <a:gd name="connsiteX85" fmla="*/ 1489269 w 1489270"/>
                    <a:gd name="connsiteY85" fmla="*/ 1106861 h 1382832"/>
                    <a:gd name="connsiteX86" fmla="*/ 1300439 w 1489270"/>
                    <a:gd name="connsiteY86" fmla="*/ 1049963 h 1382832"/>
                    <a:gd name="connsiteX87" fmla="*/ 1235269 w 1489270"/>
                    <a:gd name="connsiteY87" fmla="*/ 995101 h 1382832"/>
                    <a:gd name="connsiteX88" fmla="*/ 1341060 w 1489270"/>
                    <a:gd name="connsiteY88" fmla="*/ 918647 h 1382832"/>
                    <a:gd name="connsiteX89" fmla="*/ 1301944 w 1489270"/>
                    <a:gd name="connsiteY89" fmla="*/ 879658 h 1382832"/>
                    <a:gd name="connsiteX90" fmla="*/ 1154370 w 1489270"/>
                    <a:gd name="connsiteY90" fmla="*/ 961573 h 1382832"/>
                    <a:gd name="connsiteX91" fmla="*/ 857063 w 1489270"/>
                    <a:gd name="connsiteY91" fmla="*/ 928426 h 1382832"/>
                    <a:gd name="connsiteX92" fmla="*/ 878272 w 1489270"/>
                    <a:gd name="connsiteY92" fmla="*/ 1047806 h 1382832"/>
                    <a:gd name="connsiteX93" fmla="*/ 905704 w 1489270"/>
                    <a:gd name="connsiteY93" fmla="*/ 1287709 h 1382832"/>
                    <a:gd name="connsiteX94" fmla="*/ 1188660 w 1489270"/>
                    <a:gd name="connsiteY94" fmla="*/ 1221288 h 1382832"/>
                    <a:gd name="connsiteX95" fmla="*/ 1073344 w 1489270"/>
                    <a:gd name="connsiteY95" fmla="*/ 1047171 h 1382832"/>
                    <a:gd name="connsiteX96" fmla="*/ 973522 w 1489270"/>
                    <a:gd name="connsiteY96" fmla="*/ 1185093 h 1382832"/>
                    <a:gd name="connsiteX97" fmla="*/ 945201 w 1489270"/>
                    <a:gd name="connsiteY97" fmla="*/ 1234496 h 1382832"/>
                    <a:gd name="connsiteX98" fmla="*/ 974665 w 1489270"/>
                    <a:gd name="connsiteY98" fmla="*/ 1113719 h 1382832"/>
                    <a:gd name="connsiteX99" fmla="*/ 857063 w 1489270"/>
                    <a:gd name="connsiteY99" fmla="*/ 928426 h 1382832"/>
                    <a:gd name="connsiteX0" fmla="*/ 1100903 w 1463132"/>
                    <a:gd name="connsiteY0" fmla="*/ 471353 h 1382832"/>
                    <a:gd name="connsiteX1" fmla="*/ 1075122 w 1463132"/>
                    <a:gd name="connsiteY1" fmla="*/ 553776 h 1382832"/>
                    <a:gd name="connsiteX2" fmla="*/ 994858 w 1463132"/>
                    <a:gd name="connsiteY2" fmla="*/ 638104 h 1382832"/>
                    <a:gd name="connsiteX3" fmla="*/ 900370 w 1463132"/>
                    <a:gd name="connsiteY3" fmla="*/ 733100 h 1382832"/>
                    <a:gd name="connsiteX4" fmla="*/ 765623 w 1463132"/>
                    <a:gd name="connsiteY4" fmla="*/ 795330 h 1382832"/>
                    <a:gd name="connsiteX5" fmla="*/ 993715 w 1463132"/>
                    <a:gd name="connsiteY5" fmla="*/ 1098479 h 1382832"/>
                    <a:gd name="connsiteX6" fmla="*/ 1109666 w 1463132"/>
                    <a:gd name="connsiteY6" fmla="*/ 968558 h 1382832"/>
                    <a:gd name="connsiteX7" fmla="*/ 1283275 w 1463132"/>
                    <a:gd name="connsiteY7" fmla="*/ 857941 h 1382832"/>
                    <a:gd name="connsiteX8" fmla="*/ 1372810 w 1463132"/>
                    <a:gd name="connsiteY8" fmla="*/ 906074 h 1382832"/>
                    <a:gd name="connsiteX9" fmla="*/ 1290260 w 1463132"/>
                    <a:gd name="connsiteY9" fmla="*/ 991291 h 1382832"/>
                    <a:gd name="connsiteX10" fmla="*/ 1286974 w 1463132"/>
                    <a:gd name="connsiteY10" fmla="*/ 1024887 h 1382832"/>
                    <a:gd name="connsiteX11" fmla="*/ 1460440 w 1463132"/>
                    <a:gd name="connsiteY11" fmla="*/ 1137595 h 1382832"/>
                    <a:gd name="connsiteX12" fmla="*/ 1460821 w 1463132"/>
                    <a:gd name="connsiteY12" fmla="*/ 1185728 h 1382832"/>
                    <a:gd name="connsiteX13" fmla="*/ 1403163 w 1463132"/>
                    <a:gd name="connsiteY13" fmla="*/ 1206937 h 1382832"/>
                    <a:gd name="connsiteX14" fmla="*/ 1396686 w 1463132"/>
                    <a:gd name="connsiteY14" fmla="*/ 1237290 h 1382832"/>
                    <a:gd name="connsiteX15" fmla="*/ 1222569 w 1463132"/>
                    <a:gd name="connsiteY15" fmla="*/ 1229162 h 1382832"/>
                    <a:gd name="connsiteX16" fmla="*/ 1041340 w 1463132"/>
                    <a:gd name="connsiteY16" fmla="*/ 1330381 h 1382832"/>
                    <a:gd name="connsiteX17" fmla="*/ 907228 w 1463132"/>
                    <a:gd name="connsiteY17" fmla="*/ 1317300 h 1382832"/>
                    <a:gd name="connsiteX18" fmla="*/ 909260 w 1463132"/>
                    <a:gd name="connsiteY18" fmla="*/ 1373180 h 1382832"/>
                    <a:gd name="connsiteX19" fmla="*/ 884622 w 1463132"/>
                    <a:gd name="connsiteY19" fmla="*/ 1371656 h 1382832"/>
                    <a:gd name="connsiteX20" fmla="*/ 878780 w 1463132"/>
                    <a:gd name="connsiteY20" fmla="*/ 1297234 h 1382832"/>
                    <a:gd name="connsiteX21" fmla="*/ 820106 w 1463132"/>
                    <a:gd name="connsiteY21" fmla="*/ 891596 h 1382832"/>
                    <a:gd name="connsiteX22" fmla="*/ 747208 w 1463132"/>
                    <a:gd name="connsiteY22" fmla="*/ 818825 h 1382832"/>
                    <a:gd name="connsiteX23" fmla="*/ 424882 w 1463132"/>
                    <a:gd name="connsiteY23" fmla="*/ 817174 h 1382832"/>
                    <a:gd name="connsiteX24" fmla="*/ 337125 w 1463132"/>
                    <a:gd name="connsiteY24" fmla="*/ 819333 h 1382832"/>
                    <a:gd name="connsiteX25" fmla="*/ 407610 w 1463132"/>
                    <a:gd name="connsiteY25" fmla="*/ 1031169 h 1382832"/>
                    <a:gd name="connsiteX26" fmla="*/ 322774 w 1463132"/>
                    <a:gd name="connsiteY26" fmla="*/ 1110290 h 1382832"/>
                    <a:gd name="connsiteX27" fmla="*/ 288357 w 1463132"/>
                    <a:gd name="connsiteY27" fmla="*/ 1335588 h 1382832"/>
                    <a:gd name="connsiteX28" fmla="*/ 283023 w 1463132"/>
                    <a:gd name="connsiteY28" fmla="*/ 1371656 h 1382832"/>
                    <a:gd name="connsiteX29" fmla="*/ 259020 w 1463132"/>
                    <a:gd name="connsiteY29" fmla="*/ 1376355 h 1382832"/>
                    <a:gd name="connsiteX30" fmla="*/ 323409 w 1463132"/>
                    <a:gd name="connsiteY30" fmla="*/ 997006 h 1382832"/>
                    <a:gd name="connsiteX31" fmla="*/ 305629 w 1463132"/>
                    <a:gd name="connsiteY31" fmla="*/ 913186 h 1382832"/>
                    <a:gd name="connsiteX32" fmla="*/ 229556 w 1463132"/>
                    <a:gd name="connsiteY32" fmla="*/ 939348 h 1382832"/>
                    <a:gd name="connsiteX33" fmla="*/ 18228 w 1463132"/>
                    <a:gd name="connsiteY33" fmla="*/ 1370513 h 1382832"/>
                    <a:gd name="connsiteX34" fmla="*/ 2099 w 1463132"/>
                    <a:gd name="connsiteY34" fmla="*/ 1382832 h 1382832"/>
                    <a:gd name="connsiteX35" fmla="*/ 17212 w 1463132"/>
                    <a:gd name="connsiteY35" fmla="*/ 1286566 h 1382832"/>
                    <a:gd name="connsiteX36" fmla="*/ 107001 w 1463132"/>
                    <a:gd name="connsiteY36" fmla="*/ 1065586 h 1382832"/>
                    <a:gd name="connsiteX37" fmla="*/ 216983 w 1463132"/>
                    <a:gd name="connsiteY37" fmla="*/ 915091 h 1382832"/>
                    <a:gd name="connsiteX38" fmla="*/ 304867 w 1463132"/>
                    <a:gd name="connsiteY38" fmla="*/ 813491 h 1382832"/>
                    <a:gd name="connsiteX39" fmla="*/ 391481 w 1463132"/>
                    <a:gd name="connsiteY39" fmla="*/ 779328 h 1382832"/>
                    <a:gd name="connsiteX40" fmla="*/ 252924 w 1463132"/>
                    <a:gd name="connsiteY40" fmla="*/ 699191 h 1382832"/>
                    <a:gd name="connsiteX41" fmla="*/ 138243 w 1463132"/>
                    <a:gd name="connsiteY41" fmla="*/ 584002 h 1382832"/>
                    <a:gd name="connsiteX42" fmla="*/ 83633 w 1463132"/>
                    <a:gd name="connsiteY42" fmla="*/ 501452 h 1382832"/>
                    <a:gd name="connsiteX43" fmla="*/ 139767 w 1463132"/>
                    <a:gd name="connsiteY43" fmla="*/ 267645 h 1382832"/>
                    <a:gd name="connsiteX44" fmla="*/ 413198 w 1463132"/>
                    <a:gd name="connsiteY44" fmla="*/ 21138 h 1382832"/>
                    <a:gd name="connsiteX45" fmla="*/ 730698 w 1463132"/>
                    <a:gd name="connsiteY45" fmla="*/ 17836 h 1382832"/>
                    <a:gd name="connsiteX46" fmla="*/ 912643 w 1463132"/>
                    <a:gd name="connsiteY46" fmla="*/ 121183 h 1382832"/>
                    <a:gd name="connsiteX47" fmla="*/ 1056509 w 1463132"/>
                    <a:gd name="connsiteY47" fmla="*/ 366250 h 1382832"/>
                    <a:gd name="connsiteX48" fmla="*/ 175327 w 1463132"/>
                    <a:gd name="connsiteY48" fmla="*/ 251516 h 1382832"/>
                    <a:gd name="connsiteX49" fmla="*/ 227270 w 1463132"/>
                    <a:gd name="connsiteY49" fmla="*/ 268661 h 1382832"/>
                    <a:gd name="connsiteX50" fmla="*/ 284801 w 1463132"/>
                    <a:gd name="connsiteY50" fmla="*/ 423601 h 1382832"/>
                    <a:gd name="connsiteX51" fmla="*/ 256607 w 1463132"/>
                    <a:gd name="connsiteY51" fmla="*/ 563936 h 1382832"/>
                    <a:gd name="connsiteX52" fmla="*/ 204283 w 1463132"/>
                    <a:gd name="connsiteY52" fmla="*/ 610672 h 1382832"/>
                    <a:gd name="connsiteX53" fmla="*/ 615128 w 1463132"/>
                    <a:gd name="connsiteY53" fmla="*/ 786948 h 1382832"/>
                    <a:gd name="connsiteX54" fmla="*/ 979491 w 1463132"/>
                    <a:gd name="connsiteY54" fmla="*/ 614609 h 1382832"/>
                    <a:gd name="connsiteX55" fmla="*/ 1018353 w 1463132"/>
                    <a:gd name="connsiteY55" fmla="*/ 320604 h 1382832"/>
                    <a:gd name="connsiteX56" fmla="*/ 672151 w 1463132"/>
                    <a:gd name="connsiteY56" fmla="*/ 31679 h 1382832"/>
                    <a:gd name="connsiteX57" fmla="*/ 175327 w 1463132"/>
                    <a:gd name="connsiteY57" fmla="*/ 251516 h 1382832"/>
                    <a:gd name="connsiteX58" fmla="*/ 159833 w 1463132"/>
                    <a:gd name="connsiteY58" fmla="*/ 286822 h 1382832"/>
                    <a:gd name="connsiteX59" fmla="*/ 104588 w 1463132"/>
                    <a:gd name="connsiteY59" fmla="*/ 475036 h 1382832"/>
                    <a:gd name="connsiteX60" fmla="*/ 197679 w 1463132"/>
                    <a:gd name="connsiteY60" fmla="*/ 581081 h 1382832"/>
                    <a:gd name="connsiteX61" fmla="*/ 250892 w 1463132"/>
                    <a:gd name="connsiteY61" fmla="*/ 499293 h 1382832"/>
                    <a:gd name="connsiteX62" fmla="*/ 234636 w 1463132"/>
                    <a:gd name="connsiteY62" fmla="*/ 323525 h 1382832"/>
                    <a:gd name="connsiteX63" fmla="*/ 159833 w 1463132"/>
                    <a:gd name="connsiteY63" fmla="*/ 286822 h 1382832"/>
                    <a:gd name="connsiteX64" fmla="*/ 1041086 w 1463132"/>
                    <a:gd name="connsiteY64" fmla="*/ 554030 h 1382832"/>
                    <a:gd name="connsiteX65" fmla="*/ 1054736 w 1463132"/>
                    <a:gd name="connsiteY65" fmla="*/ 415202 h 1382832"/>
                    <a:gd name="connsiteX66" fmla="*/ 441011 w 1463132"/>
                    <a:gd name="connsiteY66" fmla="*/ 791901 h 1382832"/>
                    <a:gd name="connsiteX67" fmla="*/ 658816 w 1463132"/>
                    <a:gd name="connsiteY67" fmla="*/ 825556 h 1382832"/>
                    <a:gd name="connsiteX68" fmla="*/ 569154 w 1463132"/>
                    <a:gd name="connsiteY68" fmla="*/ 809554 h 1382832"/>
                    <a:gd name="connsiteX69" fmla="*/ 441011 w 1463132"/>
                    <a:gd name="connsiteY69" fmla="*/ 791901 h 1382832"/>
                    <a:gd name="connsiteX70" fmla="*/ 303597 w 1463132"/>
                    <a:gd name="connsiteY70" fmla="*/ 842447 h 1382832"/>
                    <a:gd name="connsiteX71" fmla="*/ 288992 w 1463132"/>
                    <a:gd name="connsiteY71" fmla="*/ 872038 h 1382832"/>
                    <a:gd name="connsiteX72" fmla="*/ 345380 w 1463132"/>
                    <a:gd name="connsiteY72" fmla="*/ 922457 h 1382832"/>
                    <a:gd name="connsiteX73" fmla="*/ 332934 w 1463132"/>
                    <a:gd name="connsiteY73" fmla="*/ 1080318 h 1382832"/>
                    <a:gd name="connsiteX74" fmla="*/ 384369 w 1463132"/>
                    <a:gd name="connsiteY74" fmla="*/ 1008817 h 1382832"/>
                    <a:gd name="connsiteX75" fmla="*/ 303597 w 1463132"/>
                    <a:gd name="connsiteY75" fmla="*/ 842447 h 1382832"/>
                    <a:gd name="connsiteX76" fmla="*/ 1154370 w 1463132"/>
                    <a:gd name="connsiteY76" fmla="*/ 961573 h 1382832"/>
                    <a:gd name="connsiteX77" fmla="*/ 1130875 w 1463132"/>
                    <a:gd name="connsiteY77" fmla="*/ 1154613 h 1382832"/>
                    <a:gd name="connsiteX78" fmla="*/ 1261431 w 1463132"/>
                    <a:gd name="connsiteY78" fmla="*/ 1210239 h 1382832"/>
                    <a:gd name="connsiteX79" fmla="*/ 1374969 w 1463132"/>
                    <a:gd name="connsiteY79" fmla="*/ 1221669 h 1382832"/>
                    <a:gd name="connsiteX80" fmla="*/ 1357316 w 1463132"/>
                    <a:gd name="connsiteY80" fmla="*/ 1192967 h 1382832"/>
                    <a:gd name="connsiteX81" fmla="*/ 1258637 w 1463132"/>
                    <a:gd name="connsiteY81" fmla="*/ 1133404 h 1382832"/>
                    <a:gd name="connsiteX82" fmla="*/ 1445581 w 1463132"/>
                    <a:gd name="connsiteY82" fmla="*/ 1176711 h 1382832"/>
                    <a:gd name="connsiteX83" fmla="*/ 1403163 w 1463132"/>
                    <a:gd name="connsiteY83" fmla="*/ 1124133 h 1382832"/>
                    <a:gd name="connsiteX84" fmla="*/ 1296229 w 1463132"/>
                    <a:gd name="connsiteY84" fmla="*/ 1079175 h 1382832"/>
                    <a:gd name="connsiteX85" fmla="*/ 1287937 w 1463132"/>
                    <a:gd name="connsiteY85" fmla="*/ 1075072 h 1382832"/>
                    <a:gd name="connsiteX86" fmla="*/ 1300439 w 1463132"/>
                    <a:gd name="connsiteY86" fmla="*/ 1049963 h 1382832"/>
                    <a:gd name="connsiteX87" fmla="*/ 1235269 w 1463132"/>
                    <a:gd name="connsiteY87" fmla="*/ 995101 h 1382832"/>
                    <a:gd name="connsiteX88" fmla="*/ 1341060 w 1463132"/>
                    <a:gd name="connsiteY88" fmla="*/ 918647 h 1382832"/>
                    <a:gd name="connsiteX89" fmla="*/ 1301944 w 1463132"/>
                    <a:gd name="connsiteY89" fmla="*/ 879658 h 1382832"/>
                    <a:gd name="connsiteX90" fmla="*/ 1154370 w 1463132"/>
                    <a:gd name="connsiteY90" fmla="*/ 961573 h 1382832"/>
                    <a:gd name="connsiteX91" fmla="*/ 857063 w 1463132"/>
                    <a:gd name="connsiteY91" fmla="*/ 928426 h 1382832"/>
                    <a:gd name="connsiteX92" fmla="*/ 878272 w 1463132"/>
                    <a:gd name="connsiteY92" fmla="*/ 1047806 h 1382832"/>
                    <a:gd name="connsiteX93" fmla="*/ 905704 w 1463132"/>
                    <a:gd name="connsiteY93" fmla="*/ 1287709 h 1382832"/>
                    <a:gd name="connsiteX94" fmla="*/ 1188660 w 1463132"/>
                    <a:gd name="connsiteY94" fmla="*/ 1221288 h 1382832"/>
                    <a:gd name="connsiteX95" fmla="*/ 1073344 w 1463132"/>
                    <a:gd name="connsiteY95" fmla="*/ 1047171 h 1382832"/>
                    <a:gd name="connsiteX96" fmla="*/ 973522 w 1463132"/>
                    <a:gd name="connsiteY96" fmla="*/ 1185093 h 1382832"/>
                    <a:gd name="connsiteX97" fmla="*/ 945201 w 1463132"/>
                    <a:gd name="connsiteY97" fmla="*/ 1234496 h 1382832"/>
                    <a:gd name="connsiteX98" fmla="*/ 974665 w 1463132"/>
                    <a:gd name="connsiteY98" fmla="*/ 1113719 h 1382832"/>
                    <a:gd name="connsiteX99" fmla="*/ 857063 w 1463132"/>
                    <a:gd name="connsiteY99" fmla="*/ 928426 h 1382832"/>
                    <a:gd name="connsiteX0" fmla="*/ 1100903 w 1460822"/>
                    <a:gd name="connsiteY0" fmla="*/ 471353 h 1382832"/>
                    <a:gd name="connsiteX1" fmla="*/ 1075122 w 1460822"/>
                    <a:gd name="connsiteY1" fmla="*/ 553776 h 1382832"/>
                    <a:gd name="connsiteX2" fmla="*/ 994858 w 1460822"/>
                    <a:gd name="connsiteY2" fmla="*/ 638104 h 1382832"/>
                    <a:gd name="connsiteX3" fmla="*/ 900370 w 1460822"/>
                    <a:gd name="connsiteY3" fmla="*/ 733100 h 1382832"/>
                    <a:gd name="connsiteX4" fmla="*/ 765623 w 1460822"/>
                    <a:gd name="connsiteY4" fmla="*/ 795330 h 1382832"/>
                    <a:gd name="connsiteX5" fmla="*/ 993715 w 1460822"/>
                    <a:gd name="connsiteY5" fmla="*/ 1098479 h 1382832"/>
                    <a:gd name="connsiteX6" fmla="*/ 1109666 w 1460822"/>
                    <a:gd name="connsiteY6" fmla="*/ 968558 h 1382832"/>
                    <a:gd name="connsiteX7" fmla="*/ 1283275 w 1460822"/>
                    <a:gd name="connsiteY7" fmla="*/ 857941 h 1382832"/>
                    <a:gd name="connsiteX8" fmla="*/ 1372810 w 1460822"/>
                    <a:gd name="connsiteY8" fmla="*/ 906074 h 1382832"/>
                    <a:gd name="connsiteX9" fmla="*/ 1290260 w 1460822"/>
                    <a:gd name="connsiteY9" fmla="*/ 991291 h 1382832"/>
                    <a:gd name="connsiteX10" fmla="*/ 1286974 w 1460822"/>
                    <a:gd name="connsiteY10" fmla="*/ 1024887 h 1382832"/>
                    <a:gd name="connsiteX11" fmla="*/ 1290897 w 1460822"/>
                    <a:gd name="connsiteY11" fmla="*/ 1084613 h 1382832"/>
                    <a:gd name="connsiteX12" fmla="*/ 1460821 w 1460822"/>
                    <a:gd name="connsiteY12" fmla="*/ 1185728 h 1382832"/>
                    <a:gd name="connsiteX13" fmla="*/ 1403163 w 1460822"/>
                    <a:gd name="connsiteY13" fmla="*/ 1206937 h 1382832"/>
                    <a:gd name="connsiteX14" fmla="*/ 1396686 w 1460822"/>
                    <a:gd name="connsiteY14" fmla="*/ 1237290 h 1382832"/>
                    <a:gd name="connsiteX15" fmla="*/ 1222569 w 1460822"/>
                    <a:gd name="connsiteY15" fmla="*/ 1229162 h 1382832"/>
                    <a:gd name="connsiteX16" fmla="*/ 1041340 w 1460822"/>
                    <a:gd name="connsiteY16" fmla="*/ 1330381 h 1382832"/>
                    <a:gd name="connsiteX17" fmla="*/ 907228 w 1460822"/>
                    <a:gd name="connsiteY17" fmla="*/ 1317300 h 1382832"/>
                    <a:gd name="connsiteX18" fmla="*/ 909260 w 1460822"/>
                    <a:gd name="connsiteY18" fmla="*/ 1373180 h 1382832"/>
                    <a:gd name="connsiteX19" fmla="*/ 884622 w 1460822"/>
                    <a:gd name="connsiteY19" fmla="*/ 1371656 h 1382832"/>
                    <a:gd name="connsiteX20" fmla="*/ 878780 w 1460822"/>
                    <a:gd name="connsiteY20" fmla="*/ 1297234 h 1382832"/>
                    <a:gd name="connsiteX21" fmla="*/ 820106 w 1460822"/>
                    <a:gd name="connsiteY21" fmla="*/ 891596 h 1382832"/>
                    <a:gd name="connsiteX22" fmla="*/ 747208 w 1460822"/>
                    <a:gd name="connsiteY22" fmla="*/ 818825 h 1382832"/>
                    <a:gd name="connsiteX23" fmla="*/ 424882 w 1460822"/>
                    <a:gd name="connsiteY23" fmla="*/ 817174 h 1382832"/>
                    <a:gd name="connsiteX24" fmla="*/ 337125 w 1460822"/>
                    <a:gd name="connsiteY24" fmla="*/ 819333 h 1382832"/>
                    <a:gd name="connsiteX25" fmla="*/ 407610 w 1460822"/>
                    <a:gd name="connsiteY25" fmla="*/ 1031169 h 1382832"/>
                    <a:gd name="connsiteX26" fmla="*/ 322774 w 1460822"/>
                    <a:gd name="connsiteY26" fmla="*/ 1110290 h 1382832"/>
                    <a:gd name="connsiteX27" fmla="*/ 288357 w 1460822"/>
                    <a:gd name="connsiteY27" fmla="*/ 1335588 h 1382832"/>
                    <a:gd name="connsiteX28" fmla="*/ 283023 w 1460822"/>
                    <a:gd name="connsiteY28" fmla="*/ 1371656 h 1382832"/>
                    <a:gd name="connsiteX29" fmla="*/ 259020 w 1460822"/>
                    <a:gd name="connsiteY29" fmla="*/ 1376355 h 1382832"/>
                    <a:gd name="connsiteX30" fmla="*/ 323409 w 1460822"/>
                    <a:gd name="connsiteY30" fmla="*/ 997006 h 1382832"/>
                    <a:gd name="connsiteX31" fmla="*/ 305629 w 1460822"/>
                    <a:gd name="connsiteY31" fmla="*/ 913186 h 1382832"/>
                    <a:gd name="connsiteX32" fmla="*/ 229556 w 1460822"/>
                    <a:gd name="connsiteY32" fmla="*/ 939348 h 1382832"/>
                    <a:gd name="connsiteX33" fmla="*/ 18228 w 1460822"/>
                    <a:gd name="connsiteY33" fmla="*/ 1370513 h 1382832"/>
                    <a:gd name="connsiteX34" fmla="*/ 2099 w 1460822"/>
                    <a:gd name="connsiteY34" fmla="*/ 1382832 h 1382832"/>
                    <a:gd name="connsiteX35" fmla="*/ 17212 w 1460822"/>
                    <a:gd name="connsiteY35" fmla="*/ 1286566 h 1382832"/>
                    <a:gd name="connsiteX36" fmla="*/ 107001 w 1460822"/>
                    <a:gd name="connsiteY36" fmla="*/ 1065586 h 1382832"/>
                    <a:gd name="connsiteX37" fmla="*/ 216983 w 1460822"/>
                    <a:gd name="connsiteY37" fmla="*/ 915091 h 1382832"/>
                    <a:gd name="connsiteX38" fmla="*/ 304867 w 1460822"/>
                    <a:gd name="connsiteY38" fmla="*/ 813491 h 1382832"/>
                    <a:gd name="connsiteX39" fmla="*/ 391481 w 1460822"/>
                    <a:gd name="connsiteY39" fmla="*/ 779328 h 1382832"/>
                    <a:gd name="connsiteX40" fmla="*/ 252924 w 1460822"/>
                    <a:gd name="connsiteY40" fmla="*/ 699191 h 1382832"/>
                    <a:gd name="connsiteX41" fmla="*/ 138243 w 1460822"/>
                    <a:gd name="connsiteY41" fmla="*/ 584002 h 1382832"/>
                    <a:gd name="connsiteX42" fmla="*/ 83633 w 1460822"/>
                    <a:gd name="connsiteY42" fmla="*/ 501452 h 1382832"/>
                    <a:gd name="connsiteX43" fmla="*/ 139767 w 1460822"/>
                    <a:gd name="connsiteY43" fmla="*/ 267645 h 1382832"/>
                    <a:gd name="connsiteX44" fmla="*/ 413198 w 1460822"/>
                    <a:gd name="connsiteY44" fmla="*/ 21138 h 1382832"/>
                    <a:gd name="connsiteX45" fmla="*/ 730698 w 1460822"/>
                    <a:gd name="connsiteY45" fmla="*/ 17836 h 1382832"/>
                    <a:gd name="connsiteX46" fmla="*/ 912643 w 1460822"/>
                    <a:gd name="connsiteY46" fmla="*/ 121183 h 1382832"/>
                    <a:gd name="connsiteX47" fmla="*/ 1056509 w 1460822"/>
                    <a:gd name="connsiteY47" fmla="*/ 366250 h 1382832"/>
                    <a:gd name="connsiteX48" fmla="*/ 175327 w 1460822"/>
                    <a:gd name="connsiteY48" fmla="*/ 251516 h 1382832"/>
                    <a:gd name="connsiteX49" fmla="*/ 227270 w 1460822"/>
                    <a:gd name="connsiteY49" fmla="*/ 268661 h 1382832"/>
                    <a:gd name="connsiteX50" fmla="*/ 284801 w 1460822"/>
                    <a:gd name="connsiteY50" fmla="*/ 423601 h 1382832"/>
                    <a:gd name="connsiteX51" fmla="*/ 256607 w 1460822"/>
                    <a:gd name="connsiteY51" fmla="*/ 563936 h 1382832"/>
                    <a:gd name="connsiteX52" fmla="*/ 204283 w 1460822"/>
                    <a:gd name="connsiteY52" fmla="*/ 610672 h 1382832"/>
                    <a:gd name="connsiteX53" fmla="*/ 615128 w 1460822"/>
                    <a:gd name="connsiteY53" fmla="*/ 786948 h 1382832"/>
                    <a:gd name="connsiteX54" fmla="*/ 979491 w 1460822"/>
                    <a:gd name="connsiteY54" fmla="*/ 614609 h 1382832"/>
                    <a:gd name="connsiteX55" fmla="*/ 1018353 w 1460822"/>
                    <a:gd name="connsiteY55" fmla="*/ 320604 h 1382832"/>
                    <a:gd name="connsiteX56" fmla="*/ 672151 w 1460822"/>
                    <a:gd name="connsiteY56" fmla="*/ 31679 h 1382832"/>
                    <a:gd name="connsiteX57" fmla="*/ 175327 w 1460822"/>
                    <a:gd name="connsiteY57" fmla="*/ 251516 h 1382832"/>
                    <a:gd name="connsiteX58" fmla="*/ 159833 w 1460822"/>
                    <a:gd name="connsiteY58" fmla="*/ 286822 h 1382832"/>
                    <a:gd name="connsiteX59" fmla="*/ 104588 w 1460822"/>
                    <a:gd name="connsiteY59" fmla="*/ 475036 h 1382832"/>
                    <a:gd name="connsiteX60" fmla="*/ 197679 w 1460822"/>
                    <a:gd name="connsiteY60" fmla="*/ 581081 h 1382832"/>
                    <a:gd name="connsiteX61" fmla="*/ 250892 w 1460822"/>
                    <a:gd name="connsiteY61" fmla="*/ 499293 h 1382832"/>
                    <a:gd name="connsiteX62" fmla="*/ 234636 w 1460822"/>
                    <a:gd name="connsiteY62" fmla="*/ 323525 h 1382832"/>
                    <a:gd name="connsiteX63" fmla="*/ 159833 w 1460822"/>
                    <a:gd name="connsiteY63" fmla="*/ 286822 h 1382832"/>
                    <a:gd name="connsiteX64" fmla="*/ 1041086 w 1460822"/>
                    <a:gd name="connsiteY64" fmla="*/ 554030 h 1382832"/>
                    <a:gd name="connsiteX65" fmla="*/ 1054736 w 1460822"/>
                    <a:gd name="connsiteY65" fmla="*/ 415202 h 1382832"/>
                    <a:gd name="connsiteX66" fmla="*/ 441011 w 1460822"/>
                    <a:gd name="connsiteY66" fmla="*/ 791901 h 1382832"/>
                    <a:gd name="connsiteX67" fmla="*/ 658816 w 1460822"/>
                    <a:gd name="connsiteY67" fmla="*/ 825556 h 1382832"/>
                    <a:gd name="connsiteX68" fmla="*/ 569154 w 1460822"/>
                    <a:gd name="connsiteY68" fmla="*/ 809554 h 1382832"/>
                    <a:gd name="connsiteX69" fmla="*/ 441011 w 1460822"/>
                    <a:gd name="connsiteY69" fmla="*/ 791901 h 1382832"/>
                    <a:gd name="connsiteX70" fmla="*/ 303597 w 1460822"/>
                    <a:gd name="connsiteY70" fmla="*/ 842447 h 1382832"/>
                    <a:gd name="connsiteX71" fmla="*/ 288992 w 1460822"/>
                    <a:gd name="connsiteY71" fmla="*/ 872038 h 1382832"/>
                    <a:gd name="connsiteX72" fmla="*/ 345380 w 1460822"/>
                    <a:gd name="connsiteY72" fmla="*/ 922457 h 1382832"/>
                    <a:gd name="connsiteX73" fmla="*/ 332934 w 1460822"/>
                    <a:gd name="connsiteY73" fmla="*/ 1080318 h 1382832"/>
                    <a:gd name="connsiteX74" fmla="*/ 384369 w 1460822"/>
                    <a:gd name="connsiteY74" fmla="*/ 1008817 h 1382832"/>
                    <a:gd name="connsiteX75" fmla="*/ 303597 w 1460822"/>
                    <a:gd name="connsiteY75" fmla="*/ 842447 h 1382832"/>
                    <a:gd name="connsiteX76" fmla="*/ 1154370 w 1460822"/>
                    <a:gd name="connsiteY76" fmla="*/ 961573 h 1382832"/>
                    <a:gd name="connsiteX77" fmla="*/ 1130875 w 1460822"/>
                    <a:gd name="connsiteY77" fmla="*/ 1154613 h 1382832"/>
                    <a:gd name="connsiteX78" fmla="*/ 1261431 w 1460822"/>
                    <a:gd name="connsiteY78" fmla="*/ 1210239 h 1382832"/>
                    <a:gd name="connsiteX79" fmla="*/ 1374969 w 1460822"/>
                    <a:gd name="connsiteY79" fmla="*/ 1221669 h 1382832"/>
                    <a:gd name="connsiteX80" fmla="*/ 1357316 w 1460822"/>
                    <a:gd name="connsiteY80" fmla="*/ 1192967 h 1382832"/>
                    <a:gd name="connsiteX81" fmla="*/ 1258637 w 1460822"/>
                    <a:gd name="connsiteY81" fmla="*/ 1133404 h 1382832"/>
                    <a:gd name="connsiteX82" fmla="*/ 1445581 w 1460822"/>
                    <a:gd name="connsiteY82" fmla="*/ 1176711 h 1382832"/>
                    <a:gd name="connsiteX83" fmla="*/ 1403163 w 1460822"/>
                    <a:gd name="connsiteY83" fmla="*/ 1124133 h 1382832"/>
                    <a:gd name="connsiteX84" fmla="*/ 1296229 w 1460822"/>
                    <a:gd name="connsiteY84" fmla="*/ 1079175 h 1382832"/>
                    <a:gd name="connsiteX85" fmla="*/ 1287937 w 1460822"/>
                    <a:gd name="connsiteY85" fmla="*/ 1075072 h 1382832"/>
                    <a:gd name="connsiteX86" fmla="*/ 1300439 w 1460822"/>
                    <a:gd name="connsiteY86" fmla="*/ 1049963 h 1382832"/>
                    <a:gd name="connsiteX87" fmla="*/ 1235269 w 1460822"/>
                    <a:gd name="connsiteY87" fmla="*/ 995101 h 1382832"/>
                    <a:gd name="connsiteX88" fmla="*/ 1341060 w 1460822"/>
                    <a:gd name="connsiteY88" fmla="*/ 918647 h 1382832"/>
                    <a:gd name="connsiteX89" fmla="*/ 1301944 w 1460822"/>
                    <a:gd name="connsiteY89" fmla="*/ 879658 h 1382832"/>
                    <a:gd name="connsiteX90" fmla="*/ 1154370 w 1460822"/>
                    <a:gd name="connsiteY90" fmla="*/ 961573 h 1382832"/>
                    <a:gd name="connsiteX91" fmla="*/ 857063 w 1460822"/>
                    <a:gd name="connsiteY91" fmla="*/ 928426 h 1382832"/>
                    <a:gd name="connsiteX92" fmla="*/ 878272 w 1460822"/>
                    <a:gd name="connsiteY92" fmla="*/ 1047806 h 1382832"/>
                    <a:gd name="connsiteX93" fmla="*/ 905704 w 1460822"/>
                    <a:gd name="connsiteY93" fmla="*/ 1287709 h 1382832"/>
                    <a:gd name="connsiteX94" fmla="*/ 1188660 w 1460822"/>
                    <a:gd name="connsiteY94" fmla="*/ 1221288 h 1382832"/>
                    <a:gd name="connsiteX95" fmla="*/ 1073344 w 1460822"/>
                    <a:gd name="connsiteY95" fmla="*/ 1047171 h 1382832"/>
                    <a:gd name="connsiteX96" fmla="*/ 973522 w 1460822"/>
                    <a:gd name="connsiteY96" fmla="*/ 1185093 h 1382832"/>
                    <a:gd name="connsiteX97" fmla="*/ 945201 w 1460822"/>
                    <a:gd name="connsiteY97" fmla="*/ 1234496 h 1382832"/>
                    <a:gd name="connsiteX98" fmla="*/ 974665 w 1460822"/>
                    <a:gd name="connsiteY98" fmla="*/ 1113719 h 1382832"/>
                    <a:gd name="connsiteX99" fmla="*/ 857063 w 1460822"/>
                    <a:gd name="connsiteY99" fmla="*/ 928426 h 1382832"/>
                    <a:gd name="connsiteX0" fmla="*/ 1100903 w 1460822"/>
                    <a:gd name="connsiteY0" fmla="*/ 471353 h 1382832"/>
                    <a:gd name="connsiteX1" fmla="*/ 1075122 w 1460822"/>
                    <a:gd name="connsiteY1" fmla="*/ 553776 h 1382832"/>
                    <a:gd name="connsiteX2" fmla="*/ 994858 w 1460822"/>
                    <a:gd name="connsiteY2" fmla="*/ 638104 h 1382832"/>
                    <a:gd name="connsiteX3" fmla="*/ 900370 w 1460822"/>
                    <a:gd name="connsiteY3" fmla="*/ 733100 h 1382832"/>
                    <a:gd name="connsiteX4" fmla="*/ 765623 w 1460822"/>
                    <a:gd name="connsiteY4" fmla="*/ 795330 h 1382832"/>
                    <a:gd name="connsiteX5" fmla="*/ 993715 w 1460822"/>
                    <a:gd name="connsiteY5" fmla="*/ 1098479 h 1382832"/>
                    <a:gd name="connsiteX6" fmla="*/ 1109666 w 1460822"/>
                    <a:gd name="connsiteY6" fmla="*/ 968558 h 1382832"/>
                    <a:gd name="connsiteX7" fmla="*/ 1283275 w 1460822"/>
                    <a:gd name="connsiteY7" fmla="*/ 857941 h 1382832"/>
                    <a:gd name="connsiteX8" fmla="*/ 1372810 w 1460822"/>
                    <a:gd name="connsiteY8" fmla="*/ 906074 h 1382832"/>
                    <a:gd name="connsiteX9" fmla="*/ 1290260 w 1460822"/>
                    <a:gd name="connsiteY9" fmla="*/ 991291 h 1382832"/>
                    <a:gd name="connsiteX10" fmla="*/ 1286974 w 1460822"/>
                    <a:gd name="connsiteY10" fmla="*/ 1024887 h 1382832"/>
                    <a:gd name="connsiteX11" fmla="*/ 1290897 w 1460822"/>
                    <a:gd name="connsiteY11" fmla="*/ 1084613 h 1382832"/>
                    <a:gd name="connsiteX12" fmla="*/ 1460821 w 1460822"/>
                    <a:gd name="connsiteY12" fmla="*/ 1185728 h 1382832"/>
                    <a:gd name="connsiteX13" fmla="*/ 1403163 w 1460822"/>
                    <a:gd name="connsiteY13" fmla="*/ 1206937 h 1382832"/>
                    <a:gd name="connsiteX14" fmla="*/ 1396686 w 1460822"/>
                    <a:gd name="connsiteY14" fmla="*/ 1237290 h 1382832"/>
                    <a:gd name="connsiteX15" fmla="*/ 1222569 w 1460822"/>
                    <a:gd name="connsiteY15" fmla="*/ 1229162 h 1382832"/>
                    <a:gd name="connsiteX16" fmla="*/ 1041340 w 1460822"/>
                    <a:gd name="connsiteY16" fmla="*/ 1330381 h 1382832"/>
                    <a:gd name="connsiteX17" fmla="*/ 907228 w 1460822"/>
                    <a:gd name="connsiteY17" fmla="*/ 1317300 h 1382832"/>
                    <a:gd name="connsiteX18" fmla="*/ 909260 w 1460822"/>
                    <a:gd name="connsiteY18" fmla="*/ 1373180 h 1382832"/>
                    <a:gd name="connsiteX19" fmla="*/ 884622 w 1460822"/>
                    <a:gd name="connsiteY19" fmla="*/ 1371656 h 1382832"/>
                    <a:gd name="connsiteX20" fmla="*/ 878780 w 1460822"/>
                    <a:gd name="connsiteY20" fmla="*/ 1297234 h 1382832"/>
                    <a:gd name="connsiteX21" fmla="*/ 820106 w 1460822"/>
                    <a:gd name="connsiteY21" fmla="*/ 891596 h 1382832"/>
                    <a:gd name="connsiteX22" fmla="*/ 747208 w 1460822"/>
                    <a:gd name="connsiteY22" fmla="*/ 818825 h 1382832"/>
                    <a:gd name="connsiteX23" fmla="*/ 424882 w 1460822"/>
                    <a:gd name="connsiteY23" fmla="*/ 817174 h 1382832"/>
                    <a:gd name="connsiteX24" fmla="*/ 337125 w 1460822"/>
                    <a:gd name="connsiteY24" fmla="*/ 819333 h 1382832"/>
                    <a:gd name="connsiteX25" fmla="*/ 407610 w 1460822"/>
                    <a:gd name="connsiteY25" fmla="*/ 1031169 h 1382832"/>
                    <a:gd name="connsiteX26" fmla="*/ 322774 w 1460822"/>
                    <a:gd name="connsiteY26" fmla="*/ 1110290 h 1382832"/>
                    <a:gd name="connsiteX27" fmla="*/ 288357 w 1460822"/>
                    <a:gd name="connsiteY27" fmla="*/ 1335588 h 1382832"/>
                    <a:gd name="connsiteX28" fmla="*/ 283023 w 1460822"/>
                    <a:gd name="connsiteY28" fmla="*/ 1371656 h 1382832"/>
                    <a:gd name="connsiteX29" fmla="*/ 259020 w 1460822"/>
                    <a:gd name="connsiteY29" fmla="*/ 1376355 h 1382832"/>
                    <a:gd name="connsiteX30" fmla="*/ 323409 w 1460822"/>
                    <a:gd name="connsiteY30" fmla="*/ 997006 h 1382832"/>
                    <a:gd name="connsiteX31" fmla="*/ 305629 w 1460822"/>
                    <a:gd name="connsiteY31" fmla="*/ 913186 h 1382832"/>
                    <a:gd name="connsiteX32" fmla="*/ 229556 w 1460822"/>
                    <a:gd name="connsiteY32" fmla="*/ 939348 h 1382832"/>
                    <a:gd name="connsiteX33" fmla="*/ 18228 w 1460822"/>
                    <a:gd name="connsiteY33" fmla="*/ 1370513 h 1382832"/>
                    <a:gd name="connsiteX34" fmla="*/ 2099 w 1460822"/>
                    <a:gd name="connsiteY34" fmla="*/ 1382832 h 1382832"/>
                    <a:gd name="connsiteX35" fmla="*/ 17212 w 1460822"/>
                    <a:gd name="connsiteY35" fmla="*/ 1286566 h 1382832"/>
                    <a:gd name="connsiteX36" fmla="*/ 107001 w 1460822"/>
                    <a:gd name="connsiteY36" fmla="*/ 1065586 h 1382832"/>
                    <a:gd name="connsiteX37" fmla="*/ 216983 w 1460822"/>
                    <a:gd name="connsiteY37" fmla="*/ 915091 h 1382832"/>
                    <a:gd name="connsiteX38" fmla="*/ 304867 w 1460822"/>
                    <a:gd name="connsiteY38" fmla="*/ 813491 h 1382832"/>
                    <a:gd name="connsiteX39" fmla="*/ 391481 w 1460822"/>
                    <a:gd name="connsiteY39" fmla="*/ 779328 h 1382832"/>
                    <a:gd name="connsiteX40" fmla="*/ 252924 w 1460822"/>
                    <a:gd name="connsiteY40" fmla="*/ 699191 h 1382832"/>
                    <a:gd name="connsiteX41" fmla="*/ 138243 w 1460822"/>
                    <a:gd name="connsiteY41" fmla="*/ 584002 h 1382832"/>
                    <a:gd name="connsiteX42" fmla="*/ 83633 w 1460822"/>
                    <a:gd name="connsiteY42" fmla="*/ 501452 h 1382832"/>
                    <a:gd name="connsiteX43" fmla="*/ 139767 w 1460822"/>
                    <a:gd name="connsiteY43" fmla="*/ 267645 h 1382832"/>
                    <a:gd name="connsiteX44" fmla="*/ 413198 w 1460822"/>
                    <a:gd name="connsiteY44" fmla="*/ 21138 h 1382832"/>
                    <a:gd name="connsiteX45" fmla="*/ 730698 w 1460822"/>
                    <a:gd name="connsiteY45" fmla="*/ 17836 h 1382832"/>
                    <a:gd name="connsiteX46" fmla="*/ 912643 w 1460822"/>
                    <a:gd name="connsiteY46" fmla="*/ 121183 h 1382832"/>
                    <a:gd name="connsiteX47" fmla="*/ 1056509 w 1460822"/>
                    <a:gd name="connsiteY47" fmla="*/ 366250 h 1382832"/>
                    <a:gd name="connsiteX48" fmla="*/ 175327 w 1460822"/>
                    <a:gd name="connsiteY48" fmla="*/ 251516 h 1382832"/>
                    <a:gd name="connsiteX49" fmla="*/ 227270 w 1460822"/>
                    <a:gd name="connsiteY49" fmla="*/ 268661 h 1382832"/>
                    <a:gd name="connsiteX50" fmla="*/ 284801 w 1460822"/>
                    <a:gd name="connsiteY50" fmla="*/ 423601 h 1382832"/>
                    <a:gd name="connsiteX51" fmla="*/ 256607 w 1460822"/>
                    <a:gd name="connsiteY51" fmla="*/ 563936 h 1382832"/>
                    <a:gd name="connsiteX52" fmla="*/ 204283 w 1460822"/>
                    <a:gd name="connsiteY52" fmla="*/ 610672 h 1382832"/>
                    <a:gd name="connsiteX53" fmla="*/ 615128 w 1460822"/>
                    <a:gd name="connsiteY53" fmla="*/ 786948 h 1382832"/>
                    <a:gd name="connsiteX54" fmla="*/ 979491 w 1460822"/>
                    <a:gd name="connsiteY54" fmla="*/ 614609 h 1382832"/>
                    <a:gd name="connsiteX55" fmla="*/ 1018353 w 1460822"/>
                    <a:gd name="connsiteY55" fmla="*/ 320604 h 1382832"/>
                    <a:gd name="connsiteX56" fmla="*/ 672151 w 1460822"/>
                    <a:gd name="connsiteY56" fmla="*/ 31679 h 1382832"/>
                    <a:gd name="connsiteX57" fmla="*/ 175327 w 1460822"/>
                    <a:gd name="connsiteY57" fmla="*/ 251516 h 1382832"/>
                    <a:gd name="connsiteX58" fmla="*/ 159833 w 1460822"/>
                    <a:gd name="connsiteY58" fmla="*/ 286822 h 1382832"/>
                    <a:gd name="connsiteX59" fmla="*/ 104588 w 1460822"/>
                    <a:gd name="connsiteY59" fmla="*/ 475036 h 1382832"/>
                    <a:gd name="connsiteX60" fmla="*/ 197679 w 1460822"/>
                    <a:gd name="connsiteY60" fmla="*/ 581081 h 1382832"/>
                    <a:gd name="connsiteX61" fmla="*/ 250892 w 1460822"/>
                    <a:gd name="connsiteY61" fmla="*/ 499293 h 1382832"/>
                    <a:gd name="connsiteX62" fmla="*/ 234636 w 1460822"/>
                    <a:gd name="connsiteY62" fmla="*/ 323525 h 1382832"/>
                    <a:gd name="connsiteX63" fmla="*/ 159833 w 1460822"/>
                    <a:gd name="connsiteY63" fmla="*/ 286822 h 1382832"/>
                    <a:gd name="connsiteX64" fmla="*/ 1041086 w 1460822"/>
                    <a:gd name="connsiteY64" fmla="*/ 554030 h 1382832"/>
                    <a:gd name="connsiteX65" fmla="*/ 1054736 w 1460822"/>
                    <a:gd name="connsiteY65" fmla="*/ 415202 h 1382832"/>
                    <a:gd name="connsiteX66" fmla="*/ 441011 w 1460822"/>
                    <a:gd name="connsiteY66" fmla="*/ 791901 h 1382832"/>
                    <a:gd name="connsiteX67" fmla="*/ 658816 w 1460822"/>
                    <a:gd name="connsiteY67" fmla="*/ 825556 h 1382832"/>
                    <a:gd name="connsiteX68" fmla="*/ 569154 w 1460822"/>
                    <a:gd name="connsiteY68" fmla="*/ 809554 h 1382832"/>
                    <a:gd name="connsiteX69" fmla="*/ 441011 w 1460822"/>
                    <a:gd name="connsiteY69" fmla="*/ 791901 h 1382832"/>
                    <a:gd name="connsiteX70" fmla="*/ 303597 w 1460822"/>
                    <a:gd name="connsiteY70" fmla="*/ 842447 h 1382832"/>
                    <a:gd name="connsiteX71" fmla="*/ 288992 w 1460822"/>
                    <a:gd name="connsiteY71" fmla="*/ 872038 h 1382832"/>
                    <a:gd name="connsiteX72" fmla="*/ 345380 w 1460822"/>
                    <a:gd name="connsiteY72" fmla="*/ 922457 h 1382832"/>
                    <a:gd name="connsiteX73" fmla="*/ 332934 w 1460822"/>
                    <a:gd name="connsiteY73" fmla="*/ 1080318 h 1382832"/>
                    <a:gd name="connsiteX74" fmla="*/ 384369 w 1460822"/>
                    <a:gd name="connsiteY74" fmla="*/ 1008817 h 1382832"/>
                    <a:gd name="connsiteX75" fmla="*/ 303597 w 1460822"/>
                    <a:gd name="connsiteY75" fmla="*/ 842447 h 1382832"/>
                    <a:gd name="connsiteX76" fmla="*/ 1154370 w 1460822"/>
                    <a:gd name="connsiteY76" fmla="*/ 961573 h 1382832"/>
                    <a:gd name="connsiteX77" fmla="*/ 1130875 w 1460822"/>
                    <a:gd name="connsiteY77" fmla="*/ 1154613 h 1382832"/>
                    <a:gd name="connsiteX78" fmla="*/ 1261431 w 1460822"/>
                    <a:gd name="connsiteY78" fmla="*/ 1210239 h 1382832"/>
                    <a:gd name="connsiteX79" fmla="*/ 1374969 w 1460822"/>
                    <a:gd name="connsiteY79" fmla="*/ 1221669 h 1382832"/>
                    <a:gd name="connsiteX80" fmla="*/ 1357316 w 1460822"/>
                    <a:gd name="connsiteY80" fmla="*/ 1192967 h 1382832"/>
                    <a:gd name="connsiteX81" fmla="*/ 1258637 w 1460822"/>
                    <a:gd name="connsiteY81" fmla="*/ 1133404 h 1382832"/>
                    <a:gd name="connsiteX82" fmla="*/ 1445581 w 1460822"/>
                    <a:gd name="connsiteY82" fmla="*/ 1176711 h 1382832"/>
                    <a:gd name="connsiteX83" fmla="*/ 1281304 w 1460822"/>
                    <a:gd name="connsiteY83" fmla="*/ 1102940 h 1382832"/>
                    <a:gd name="connsiteX84" fmla="*/ 1296229 w 1460822"/>
                    <a:gd name="connsiteY84" fmla="*/ 1079175 h 1382832"/>
                    <a:gd name="connsiteX85" fmla="*/ 1287937 w 1460822"/>
                    <a:gd name="connsiteY85" fmla="*/ 1075072 h 1382832"/>
                    <a:gd name="connsiteX86" fmla="*/ 1300439 w 1460822"/>
                    <a:gd name="connsiteY86" fmla="*/ 1049963 h 1382832"/>
                    <a:gd name="connsiteX87" fmla="*/ 1235269 w 1460822"/>
                    <a:gd name="connsiteY87" fmla="*/ 995101 h 1382832"/>
                    <a:gd name="connsiteX88" fmla="*/ 1341060 w 1460822"/>
                    <a:gd name="connsiteY88" fmla="*/ 918647 h 1382832"/>
                    <a:gd name="connsiteX89" fmla="*/ 1301944 w 1460822"/>
                    <a:gd name="connsiteY89" fmla="*/ 879658 h 1382832"/>
                    <a:gd name="connsiteX90" fmla="*/ 1154370 w 1460822"/>
                    <a:gd name="connsiteY90" fmla="*/ 961573 h 1382832"/>
                    <a:gd name="connsiteX91" fmla="*/ 857063 w 1460822"/>
                    <a:gd name="connsiteY91" fmla="*/ 928426 h 1382832"/>
                    <a:gd name="connsiteX92" fmla="*/ 878272 w 1460822"/>
                    <a:gd name="connsiteY92" fmla="*/ 1047806 h 1382832"/>
                    <a:gd name="connsiteX93" fmla="*/ 905704 w 1460822"/>
                    <a:gd name="connsiteY93" fmla="*/ 1287709 h 1382832"/>
                    <a:gd name="connsiteX94" fmla="*/ 1188660 w 1460822"/>
                    <a:gd name="connsiteY94" fmla="*/ 1221288 h 1382832"/>
                    <a:gd name="connsiteX95" fmla="*/ 1073344 w 1460822"/>
                    <a:gd name="connsiteY95" fmla="*/ 1047171 h 1382832"/>
                    <a:gd name="connsiteX96" fmla="*/ 973522 w 1460822"/>
                    <a:gd name="connsiteY96" fmla="*/ 1185093 h 1382832"/>
                    <a:gd name="connsiteX97" fmla="*/ 945201 w 1460822"/>
                    <a:gd name="connsiteY97" fmla="*/ 1234496 h 1382832"/>
                    <a:gd name="connsiteX98" fmla="*/ 974665 w 1460822"/>
                    <a:gd name="connsiteY98" fmla="*/ 1113719 h 1382832"/>
                    <a:gd name="connsiteX99" fmla="*/ 857063 w 1460822"/>
                    <a:gd name="connsiteY99" fmla="*/ 928426 h 1382832"/>
                    <a:gd name="connsiteX0" fmla="*/ 1100903 w 1445581"/>
                    <a:gd name="connsiteY0" fmla="*/ 471353 h 1382832"/>
                    <a:gd name="connsiteX1" fmla="*/ 1075122 w 1445581"/>
                    <a:gd name="connsiteY1" fmla="*/ 553776 h 1382832"/>
                    <a:gd name="connsiteX2" fmla="*/ 994858 w 1445581"/>
                    <a:gd name="connsiteY2" fmla="*/ 638104 h 1382832"/>
                    <a:gd name="connsiteX3" fmla="*/ 900370 w 1445581"/>
                    <a:gd name="connsiteY3" fmla="*/ 733100 h 1382832"/>
                    <a:gd name="connsiteX4" fmla="*/ 765623 w 1445581"/>
                    <a:gd name="connsiteY4" fmla="*/ 795330 h 1382832"/>
                    <a:gd name="connsiteX5" fmla="*/ 993715 w 1445581"/>
                    <a:gd name="connsiteY5" fmla="*/ 1098479 h 1382832"/>
                    <a:gd name="connsiteX6" fmla="*/ 1109666 w 1445581"/>
                    <a:gd name="connsiteY6" fmla="*/ 968558 h 1382832"/>
                    <a:gd name="connsiteX7" fmla="*/ 1283275 w 1445581"/>
                    <a:gd name="connsiteY7" fmla="*/ 857941 h 1382832"/>
                    <a:gd name="connsiteX8" fmla="*/ 1372810 w 1445581"/>
                    <a:gd name="connsiteY8" fmla="*/ 906074 h 1382832"/>
                    <a:gd name="connsiteX9" fmla="*/ 1290260 w 1445581"/>
                    <a:gd name="connsiteY9" fmla="*/ 991291 h 1382832"/>
                    <a:gd name="connsiteX10" fmla="*/ 1286974 w 1445581"/>
                    <a:gd name="connsiteY10" fmla="*/ 1024887 h 1382832"/>
                    <a:gd name="connsiteX11" fmla="*/ 1290897 w 1445581"/>
                    <a:gd name="connsiteY11" fmla="*/ 1084613 h 1382832"/>
                    <a:gd name="connsiteX12" fmla="*/ 1317769 w 1445581"/>
                    <a:gd name="connsiteY12" fmla="*/ 1169833 h 1382832"/>
                    <a:gd name="connsiteX13" fmla="*/ 1403163 w 1445581"/>
                    <a:gd name="connsiteY13" fmla="*/ 1206937 h 1382832"/>
                    <a:gd name="connsiteX14" fmla="*/ 1396686 w 1445581"/>
                    <a:gd name="connsiteY14" fmla="*/ 1237290 h 1382832"/>
                    <a:gd name="connsiteX15" fmla="*/ 1222569 w 1445581"/>
                    <a:gd name="connsiteY15" fmla="*/ 1229162 h 1382832"/>
                    <a:gd name="connsiteX16" fmla="*/ 1041340 w 1445581"/>
                    <a:gd name="connsiteY16" fmla="*/ 1330381 h 1382832"/>
                    <a:gd name="connsiteX17" fmla="*/ 907228 w 1445581"/>
                    <a:gd name="connsiteY17" fmla="*/ 1317300 h 1382832"/>
                    <a:gd name="connsiteX18" fmla="*/ 909260 w 1445581"/>
                    <a:gd name="connsiteY18" fmla="*/ 1373180 h 1382832"/>
                    <a:gd name="connsiteX19" fmla="*/ 884622 w 1445581"/>
                    <a:gd name="connsiteY19" fmla="*/ 1371656 h 1382832"/>
                    <a:gd name="connsiteX20" fmla="*/ 878780 w 1445581"/>
                    <a:gd name="connsiteY20" fmla="*/ 1297234 h 1382832"/>
                    <a:gd name="connsiteX21" fmla="*/ 820106 w 1445581"/>
                    <a:gd name="connsiteY21" fmla="*/ 891596 h 1382832"/>
                    <a:gd name="connsiteX22" fmla="*/ 747208 w 1445581"/>
                    <a:gd name="connsiteY22" fmla="*/ 818825 h 1382832"/>
                    <a:gd name="connsiteX23" fmla="*/ 424882 w 1445581"/>
                    <a:gd name="connsiteY23" fmla="*/ 817174 h 1382832"/>
                    <a:gd name="connsiteX24" fmla="*/ 337125 w 1445581"/>
                    <a:gd name="connsiteY24" fmla="*/ 819333 h 1382832"/>
                    <a:gd name="connsiteX25" fmla="*/ 407610 w 1445581"/>
                    <a:gd name="connsiteY25" fmla="*/ 1031169 h 1382832"/>
                    <a:gd name="connsiteX26" fmla="*/ 322774 w 1445581"/>
                    <a:gd name="connsiteY26" fmla="*/ 1110290 h 1382832"/>
                    <a:gd name="connsiteX27" fmla="*/ 288357 w 1445581"/>
                    <a:gd name="connsiteY27" fmla="*/ 1335588 h 1382832"/>
                    <a:gd name="connsiteX28" fmla="*/ 283023 w 1445581"/>
                    <a:gd name="connsiteY28" fmla="*/ 1371656 h 1382832"/>
                    <a:gd name="connsiteX29" fmla="*/ 259020 w 1445581"/>
                    <a:gd name="connsiteY29" fmla="*/ 1376355 h 1382832"/>
                    <a:gd name="connsiteX30" fmla="*/ 323409 w 1445581"/>
                    <a:gd name="connsiteY30" fmla="*/ 997006 h 1382832"/>
                    <a:gd name="connsiteX31" fmla="*/ 305629 w 1445581"/>
                    <a:gd name="connsiteY31" fmla="*/ 913186 h 1382832"/>
                    <a:gd name="connsiteX32" fmla="*/ 229556 w 1445581"/>
                    <a:gd name="connsiteY32" fmla="*/ 939348 h 1382832"/>
                    <a:gd name="connsiteX33" fmla="*/ 18228 w 1445581"/>
                    <a:gd name="connsiteY33" fmla="*/ 1370513 h 1382832"/>
                    <a:gd name="connsiteX34" fmla="*/ 2099 w 1445581"/>
                    <a:gd name="connsiteY34" fmla="*/ 1382832 h 1382832"/>
                    <a:gd name="connsiteX35" fmla="*/ 17212 w 1445581"/>
                    <a:gd name="connsiteY35" fmla="*/ 1286566 h 1382832"/>
                    <a:gd name="connsiteX36" fmla="*/ 107001 w 1445581"/>
                    <a:gd name="connsiteY36" fmla="*/ 1065586 h 1382832"/>
                    <a:gd name="connsiteX37" fmla="*/ 216983 w 1445581"/>
                    <a:gd name="connsiteY37" fmla="*/ 915091 h 1382832"/>
                    <a:gd name="connsiteX38" fmla="*/ 304867 w 1445581"/>
                    <a:gd name="connsiteY38" fmla="*/ 813491 h 1382832"/>
                    <a:gd name="connsiteX39" fmla="*/ 391481 w 1445581"/>
                    <a:gd name="connsiteY39" fmla="*/ 779328 h 1382832"/>
                    <a:gd name="connsiteX40" fmla="*/ 252924 w 1445581"/>
                    <a:gd name="connsiteY40" fmla="*/ 699191 h 1382832"/>
                    <a:gd name="connsiteX41" fmla="*/ 138243 w 1445581"/>
                    <a:gd name="connsiteY41" fmla="*/ 584002 h 1382832"/>
                    <a:gd name="connsiteX42" fmla="*/ 83633 w 1445581"/>
                    <a:gd name="connsiteY42" fmla="*/ 501452 h 1382832"/>
                    <a:gd name="connsiteX43" fmla="*/ 139767 w 1445581"/>
                    <a:gd name="connsiteY43" fmla="*/ 267645 h 1382832"/>
                    <a:gd name="connsiteX44" fmla="*/ 413198 w 1445581"/>
                    <a:gd name="connsiteY44" fmla="*/ 21138 h 1382832"/>
                    <a:gd name="connsiteX45" fmla="*/ 730698 w 1445581"/>
                    <a:gd name="connsiteY45" fmla="*/ 17836 h 1382832"/>
                    <a:gd name="connsiteX46" fmla="*/ 912643 w 1445581"/>
                    <a:gd name="connsiteY46" fmla="*/ 121183 h 1382832"/>
                    <a:gd name="connsiteX47" fmla="*/ 1056509 w 1445581"/>
                    <a:gd name="connsiteY47" fmla="*/ 366250 h 1382832"/>
                    <a:gd name="connsiteX48" fmla="*/ 175327 w 1445581"/>
                    <a:gd name="connsiteY48" fmla="*/ 251516 h 1382832"/>
                    <a:gd name="connsiteX49" fmla="*/ 227270 w 1445581"/>
                    <a:gd name="connsiteY49" fmla="*/ 268661 h 1382832"/>
                    <a:gd name="connsiteX50" fmla="*/ 284801 w 1445581"/>
                    <a:gd name="connsiteY50" fmla="*/ 423601 h 1382832"/>
                    <a:gd name="connsiteX51" fmla="*/ 256607 w 1445581"/>
                    <a:gd name="connsiteY51" fmla="*/ 563936 h 1382832"/>
                    <a:gd name="connsiteX52" fmla="*/ 204283 w 1445581"/>
                    <a:gd name="connsiteY52" fmla="*/ 610672 h 1382832"/>
                    <a:gd name="connsiteX53" fmla="*/ 615128 w 1445581"/>
                    <a:gd name="connsiteY53" fmla="*/ 786948 h 1382832"/>
                    <a:gd name="connsiteX54" fmla="*/ 979491 w 1445581"/>
                    <a:gd name="connsiteY54" fmla="*/ 614609 h 1382832"/>
                    <a:gd name="connsiteX55" fmla="*/ 1018353 w 1445581"/>
                    <a:gd name="connsiteY55" fmla="*/ 320604 h 1382832"/>
                    <a:gd name="connsiteX56" fmla="*/ 672151 w 1445581"/>
                    <a:gd name="connsiteY56" fmla="*/ 31679 h 1382832"/>
                    <a:gd name="connsiteX57" fmla="*/ 175327 w 1445581"/>
                    <a:gd name="connsiteY57" fmla="*/ 251516 h 1382832"/>
                    <a:gd name="connsiteX58" fmla="*/ 159833 w 1445581"/>
                    <a:gd name="connsiteY58" fmla="*/ 286822 h 1382832"/>
                    <a:gd name="connsiteX59" fmla="*/ 104588 w 1445581"/>
                    <a:gd name="connsiteY59" fmla="*/ 475036 h 1382832"/>
                    <a:gd name="connsiteX60" fmla="*/ 197679 w 1445581"/>
                    <a:gd name="connsiteY60" fmla="*/ 581081 h 1382832"/>
                    <a:gd name="connsiteX61" fmla="*/ 250892 w 1445581"/>
                    <a:gd name="connsiteY61" fmla="*/ 499293 h 1382832"/>
                    <a:gd name="connsiteX62" fmla="*/ 234636 w 1445581"/>
                    <a:gd name="connsiteY62" fmla="*/ 323525 h 1382832"/>
                    <a:gd name="connsiteX63" fmla="*/ 159833 w 1445581"/>
                    <a:gd name="connsiteY63" fmla="*/ 286822 h 1382832"/>
                    <a:gd name="connsiteX64" fmla="*/ 1041086 w 1445581"/>
                    <a:gd name="connsiteY64" fmla="*/ 554030 h 1382832"/>
                    <a:gd name="connsiteX65" fmla="*/ 1054736 w 1445581"/>
                    <a:gd name="connsiteY65" fmla="*/ 415202 h 1382832"/>
                    <a:gd name="connsiteX66" fmla="*/ 441011 w 1445581"/>
                    <a:gd name="connsiteY66" fmla="*/ 791901 h 1382832"/>
                    <a:gd name="connsiteX67" fmla="*/ 658816 w 1445581"/>
                    <a:gd name="connsiteY67" fmla="*/ 825556 h 1382832"/>
                    <a:gd name="connsiteX68" fmla="*/ 569154 w 1445581"/>
                    <a:gd name="connsiteY68" fmla="*/ 809554 h 1382832"/>
                    <a:gd name="connsiteX69" fmla="*/ 441011 w 1445581"/>
                    <a:gd name="connsiteY69" fmla="*/ 791901 h 1382832"/>
                    <a:gd name="connsiteX70" fmla="*/ 303597 w 1445581"/>
                    <a:gd name="connsiteY70" fmla="*/ 842447 h 1382832"/>
                    <a:gd name="connsiteX71" fmla="*/ 288992 w 1445581"/>
                    <a:gd name="connsiteY71" fmla="*/ 872038 h 1382832"/>
                    <a:gd name="connsiteX72" fmla="*/ 345380 w 1445581"/>
                    <a:gd name="connsiteY72" fmla="*/ 922457 h 1382832"/>
                    <a:gd name="connsiteX73" fmla="*/ 332934 w 1445581"/>
                    <a:gd name="connsiteY73" fmla="*/ 1080318 h 1382832"/>
                    <a:gd name="connsiteX74" fmla="*/ 384369 w 1445581"/>
                    <a:gd name="connsiteY74" fmla="*/ 1008817 h 1382832"/>
                    <a:gd name="connsiteX75" fmla="*/ 303597 w 1445581"/>
                    <a:gd name="connsiteY75" fmla="*/ 842447 h 1382832"/>
                    <a:gd name="connsiteX76" fmla="*/ 1154370 w 1445581"/>
                    <a:gd name="connsiteY76" fmla="*/ 961573 h 1382832"/>
                    <a:gd name="connsiteX77" fmla="*/ 1130875 w 1445581"/>
                    <a:gd name="connsiteY77" fmla="*/ 1154613 h 1382832"/>
                    <a:gd name="connsiteX78" fmla="*/ 1261431 w 1445581"/>
                    <a:gd name="connsiteY78" fmla="*/ 1210239 h 1382832"/>
                    <a:gd name="connsiteX79" fmla="*/ 1374969 w 1445581"/>
                    <a:gd name="connsiteY79" fmla="*/ 1221669 h 1382832"/>
                    <a:gd name="connsiteX80" fmla="*/ 1357316 w 1445581"/>
                    <a:gd name="connsiteY80" fmla="*/ 1192967 h 1382832"/>
                    <a:gd name="connsiteX81" fmla="*/ 1258637 w 1445581"/>
                    <a:gd name="connsiteY81" fmla="*/ 1133404 h 1382832"/>
                    <a:gd name="connsiteX82" fmla="*/ 1445581 w 1445581"/>
                    <a:gd name="connsiteY82" fmla="*/ 1176711 h 1382832"/>
                    <a:gd name="connsiteX83" fmla="*/ 1281304 w 1445581"/>
                    <a:gd name="connsiteY83" fmla="*/ 1102940 h 1382832"/>
                    <a:gd name="connsiteX84" fmla="*/ 1296229 w 1445581"/>
                    <a:gd name="connsiteY84" fmla="*/ 1079175 h 1382832"/>
                    <a:gd name="connsiteX85" fmla="*/ 1287937 w 1445581"/>
                    <a:gd name="connsiteY85" fmla="*/ 1075072 h 1382832"/>
                    <a:gd name="connsiteX86" fmla="*/ 1300439 w 1445581"/>
                    <a:gd name="connsiteY86" fmla="*/ 1049963 h 1382832"/>
                    <a:gd name="connsiteX87" fmla="*/ 1235269 w 1445581"/>
                    <a:gd name="connsiteY87" fmla="*/ 995101 h 1382832"/>
                    <a:gd name="connsiteX88" fmla="*/ 1341060 w 1445581"/>
                    <a:gd name="connsiteY88" fmla="*/ 918647 h 1382832"/>
                    <a:gd name="connsiteX89" fmla="*/ 1301944 w 1445581"/>
                    <a:gd name="connsiteY89" fmla="*/ 879658 h 1382832"/>
                    <a:gd name="connsiteX90" fmla="*/ 1154370 w 1445581"/>
                    <a:gd name="connsiteY90" fmla="*/ 961573 h 1382832"/>
                    <a:gd name="connsiteX91" fmla="*/ 857063 w 1445581"/>
                    <a:gd name="connsiteY91" fmla="*/ 928426 h 1382832"/>
                    <a:gd name="connsiteX92" fmla="*/ 878272 w 1445581"/>
                    <a:gd name="connsiteY92" fmla="*/ 1047806 h 1382832"/>
                    <a:gd name="connsiteX93" fmla="*/ 905704 w 1445581"/>
                    <a:gd name="connsiteY93" fmla="*/ 1287709 h 1382832"/>
                    <a:gd name="connsiteX94" fmla="*/ 1188660 w 1445581"/>
                    <a:gd name="connsiteY94" fmla="*/ 1221288 h 1382832"/>
                    <a:gd name="connsiteX95" fmla="*/ 1073344 w 1445581"/>
                    <a:gd name="connsiteY95" fmla="*/ 1047171 h 1382832"/>
                    <a:gd name="connsiteX96" fmla="*/ 973522 w 1445581"/>
                    <a:gd name="connsiteY96" fmla="*/ 1185093 h 1382832"/>
                    <a:gd name="connsiteX97" fmla="*/ 945201 w 1445581"/>
                    <a:gd name="connsiteY97" fmla="*/ 1234496 h 1382832"/>
                    <a:gd name="connsiteX98" fmla="*/ 974665 w 1445581"/>
                    <a:gd name="connsiteY98" fmla="*/ 1113719 h 1382832"/>
                    <a:gd name="connsiteX99" fmla="*/ 857063 w 1445581"/>
                    <a:gd name="connsiteY99" fmla="*/ 928426 h 1382832"/>
                    <a:gd name="connsiteX0" fmla="*/ 1100903 w 1405278"/>
                    <a:gd name="connsiteY0" fmla="*/ 471353 h 1382832"/>
                    <a:gd name="connsiteX1" fmla="*/ 1075122 w 1405278"/>
                    <a:gd name="connsiteY1" fmla="*/ 553776 h 1382832"/>
                    <a:gd name="connsiteX2" fmla="*/ 994858 w 1405278"/>
                    <a:gd name="connsiteY2" fmla="*/ 638104 h 1382832"/>
                    <a:gd name="connsiteX3" fmla="*/ 900370 w 1405278"/>
                    <a:gd name="connsiteY3" fmla="*/ 733100 h 1382832"/>
                    <a:gd name="connsiteX4" fmla="*/ 765623 w 1405278"/>
                    <a:gd name="connsiteY4" fmla="*/ 795330 h 1382832"/>
                    <a:gd name="connsiteX5" fmla="*/ 993715 w 1405278"/>
                    <a:gd name="connsiteY5" fmla="*/ 1098479 h 1382832"/>
                    <a:gd name="connsiteX6" fmla="*/ 1109666 w 1405278"/>
                    <a:gd name="connsiteY6" fmla="*/ 968558 h 1382832"/>
                    <a:gd name="connsiteX7" fmla="*/ 1283275 w 1405278"/>
                    <a:gd name="connsiteY7" fmla="*/ 857941 h 1382832"/>
                    <a:gd name="connsiteX8" fmla="*/ 1372810 w 1405278"/>
                    <a:gd name="connsiteY8" fmla="*/ 906074 h 1382832"/>
                    <a:gd name="connsiteX9" fmla="*/ 1290260 w 1405278"/>
                    <a:gd name="connsiteY9" fmla="*/ 991291 h 1382832"/>
                    <a:gd name="connsiteX10" fmla="*/ 1286974 w 1405278"/>
                    <a:gd name="connsiteY10" fmla="*/ 1024887 h 1382832"/>
                    <a:gd name="connsiteX11" fmla="*/ 1290897 w 1405278"/>
                    <a:gd name="connsiteY11" fmla="*/ 1084613 h 1382832"/>
                    <a:gd name="connsiteX12" fmla="*/ 1317769 w 1405278"/>
                    <a:gd name="connsiteY12" fmla="*/ 1169833 h 1382832"/>
                    <a:gd name="connsiteX13" fmla="*/ 1403163 w 1405278"/>
                    <a:gd name="connsiteY13" fmla="*/ 1206937 h 1382832"/>
                    <a:gd name="connsiteX14" fmla="*/ 1396686 w 1405278"/>
                    <a:gd name="connsiteY14" fmla="*/ 1237290 h 1382832"/>
                    <a:gd name="connsiteX15" fmla="*/ 1222569 w 1405278"/>
                    <a:gd name="connsiteY15" fmla="*/ 1229162 h 1382832"/>
                    <a:gd name="connsiteX16" fmla="*/ 1041340 w 1405278"/>
                    <a:gd name="connsiteY16" fmla="*/ 1330381 h 1382832"/>
                    <a:gd name="connsiteX17" fmla="*/ 907228 w 1405278"/>
                    <a:gd name="connsiteY17" fmla="*/ 1317300 h 1382832"/>
                    <a:gd name="connsiteX18" fmla="*/ 909260 w 1405278"/>
                    <a:gd name="connsiteY18" fmla="*/ 1373180 h 1382832"/>
                    <a:gd name="connsiteX19" fmla="*/ 884622 w 1405278"/>
                    <a:gd name="connsiteY19" fmla="*/ 1371656 h 1382832"/>
                    <a:gd name="connsiteX20" fmla="*/ 878780 w 1405278"/>
                    <a:gd name="connsiteY20" fmla="*/ 1297234 h 1382832"/>
                    <a:gd name="connsiteX21" fmla="*/ 820106 w 1405278"/>
                    <a:gd name="connsiteY21" fmla="*/ 891596 h 1382832"/>
                    <a:gd name="connsiteX22" fmla="*/ 747208 w 1405278"/>
                    <a:gd name="connsiteY22" fmla="*/ 818825 h 1382832"/>
                    <a:gd name="connsiteX23" fmla="*/ 424882 w 1405278"/>
                    <a:gd name="connsiteY23" fmla="*/ 817174 h 1382832"/>
                    <a:gd name="connsiteX24" fmla="*/ 337125 w 1405278"/>
                    <a:gd name="connsiteY24" fmla="*/ 819333 h 1382832"/>
                    <a:gd name="connsiteX25" fmla="*/ 407610 w 1405278"/>
                    <a:gd name="connsiteY25" fmla="*/ 1031169 h 1382832"/>
                    <a:gd name="connsiteX26" fmla="*/ 322774 w 1405278"/>
                    <a:gd name="connsiteY26" fmla="*/ 1110290 h 1382832"/>
                    <a:gd name="connsiteX27" fmla="*/ 288357 w 1405278"/>
                    <a:gd name="connsiteY27" fmla="*/ 1335588 h 1382832"/>
                    <a:gd name="connsiteX28" fmla="*/ 283023 w 1405278"/>
                    <a:gd name="connsiteY28" fmla="*/ 1371656 h 1382832"/>
                    <a:gd name="connsiteX29" fmla="*/ 259020 w 1405278"/>
                    <a:gd name="connsiteY29" fmla="*/ 1376355 h 1382832"/>
                    <a:gd name="connsiteX30" fmla="*/ 323409 w 1405278"/>
                    <a:gd name="connsiteY30" fmla="*/ 997006 h 1382832"/>
                    <a:gd name="connsiteX31" fmla="*/ 305629 w 1405278"/>
                    <a:gd name="connsiteY31" fmla="*/ 913186 h 1382832"/>
                    <a:gd name="connsiteX32" fmla="*/ 229556 w 1405278"/>
                    <a:gd name="connsiteY32" fmla="*/ 939348 h 1382832"/>
                    <a:gd name="connsiteX33" fmla="*/ 18228 w 1405278"/>
                    <a:gd name="connsiteY33" fmla="*/ 1370513 h 1382832"/>
                    <a:gd name="connsiteX34" fmla="*/ 2099 w 1405278"/>
                    <a:gd name="connsiteY34" fmla="*/ 1382832 h 1382832"/>
                    <a:gd name="connsiteX35" fmla="*/ 17212 w 1405278"/>
                    <a:gd name="connsiteY35" fmla="*/ 1286566 h 1382832"/>
                    <a:gd name="connsiteX36" fmla="*/ 107001 w 1405278"/>
                    <a:gd name="connsiteY36" fmla="*/ 1065586 h 1382832"/>
                    <a:gd name="connsiteX37" fmla="*/ 216983 w 1405278"/>
                    <a:gd name="connsiteY37" fmla="*/ 915091 h 1382832"/>
                    <a:gd name="connsiteX38" fmla="*/ 304867 w 1405278"/>
                    <a:gd name="connsiteY38" fmla="*/ 813491 h 1382832"/>
                    <a:gd name="connsiteX39" fmla="*/ 391481 w 1405278"/>
                    <a:gd name="connsiteY39" fmla="*/ 779328 h 1382832"/>
                    <a:gd name="connsiteX40" fmla="*/ 252924 w 1405278"/>
                    <a:gd name="connsiteY40" fmla="*/ 699191 h 1382832"/>
                    <a:gd name="connsiteX41" fmla="*/ 138243 w 1405278"/>
                    <a:gd name="connsiteY41" fmla="*/ 584002 h 1382832"/>
                    <a:gd name="connsiteX42" fmla="*/ 83633 w 1405278"/>
                    <a:gd name="connsiteY42" fmla="*/ 501452 h 1382832"/>
                    <a:gd name="connsiteX43" fmla="*/ 139767 w 1405278"/>
                    <a:gd name="connsiteY43" fmla="*/ 267645 h 1382832"/>
                    <a:gd name="connsiteX44" fmla="*/ 413198 w 1405278"/>
                    <a:gd name="connsiteY44" fmla="*/ 21138 h 1382832"/>
                    <a:gd name="connsiteX45" fmla="*/ 730698 w 1405278"/>
                    <a:gd name="connsiteY45" fmla="*/ 17836 h 1382832"/>
                    <a:gd name="connsiteX46" fmla="*/ 912643 w 1405278"/>
                    <a:gd name="connsiteY46" fmla="*/ 121183 h 1382832"/>
                    <a:gd name="connsiteX47" fmla="*/ 1056509 w 1405278"/>
                    <a:gd name="connsiteY47" fmla="*/ 366250 h 1382832"/>
                    <a:gd name="connsiteX48" fmla="*/ 175327 w 1405278"/>
                    <a:gd name="connsiteY48" fmla="*/ 251516 h 1382832"/>
                    <a:gd name="connsiteX49" fmla="*/ 227270 w 1405278"/>
                    <a:gd name="connsiteY49" fmla="*/ 268661 h 1382832"/>
                    <a:gd name="connsiteX50" fmla="*/ 284801 w 1405278"/>
                    <a:gd name="connsiteY50" fmla="*/ 423601 h 1382832"/>
                    <a:gd name="connsiteX51" fmla="*/ 256607 w 1405278"/>
                    <a:gd name="connsiteY51" fmla="*/ 563936 h 1382832"/>
                    <a:gd name="connsiteX52" fmla="*/ 204283 w 1405278"/>
                    <a:gd name="connsiteY52" fmla="*/ 610672 h 1382832"/>
                    <a:gd name="connsiteX53" fmla="*/ 615128 w 1405278"/>
                    <a:gd name="connsiteY53" fmla="*/ 786948 h 1382832"/>
                    <a:gd name="connsiteX54" fmla="*/ 979491 w 1405278"/>
                    <a:gd name="connsiteY54" fmla="*/ 614609 h 1382832"/>
                    <a:gd name="connsiteX55" fmla="*/ 1018353 w 1405278"/>
                    <a:gd name="connsiteY55" fmla="*/ 320604 h 1382832"/>
                    <a:gd name="connsiteX56" fmla="*/ 672151 w 1405278"/>
                    <a:gd name="connsiteY56" fmla="*/ 31679 h 1382832"/>
                    <a:gd name="connsiteX57" fmla="*/ 175327 w 1405278"/>
                    <a:gd name="connsiteY57" fmla="*/ 251516 h 1382832"/>
                    <a:gd name="connsiteX58" fmla="*/ 159833 w 1405278"/>
                    <a:gd name="connsiteY58" fmla="*/ 286822 h 1382832"/>
                    <a:gd name="connsiteX59" fmla="*/ 104588 w 1405278"/>
                    <a:gd name="connsiteY59" fmla="*/ 475036 h 1382832"/>
                    <a:gd name="connsiteX60" fmla="*/ 197679 w 1405278"/>
                    <a:gd name="connsiteY60" fmla="*/ 581081 h 1382832"/>
                    <a:gd name="connsiteX61" fmla="*/ 250892 w 1405278"/>
                    <a:gd name="connsiteY61" fmla="*/ 499293 h 1382832"/>
                    <a:gd name="connsiteX62" fmla="*/ 234636 w 1405278"/>
                    <a:gd name="connsiteY62" fmla="*/ 323525 h 1382832"/>
                    <a:gd name="connsiteX63" fmla="*/ 159833 w 1405278"/>
                    <a:gd name="connsiteY63" fmla="*/ 286822 h 1382832"/>
                    <a:gd name="connsiteX64" fmla="*/ 1041086 w 1405278"/>
                    <a:gd name="connsiteY64" fmla="*/ 554030 h 1382832"/>
                    <a:gd name="connsiteX65" fmla="*/ 1054736 w 1405278"/>
                    <a:gd name="connsiteY65" fmla="*/ 415202 h 1382832"/>
                    <a:gd name="connsiteX66" fmla="*/ 441011 w 1405278"/>
                    <a:gd name="connsiteY66" fmla="*/ 791901 h 1382832"/>
                    <a:gd name="connsiteX67" fmla="*/ 658816 w 1405278"/>
                    <a:gd name="connsiteY67" fmla="*/ 825556 h 1382832"/>
                    <a:gd name="connsiteX68" fmla="*/ 569154 w 1405278"/>
                    <a:gd name="connsiteY68" fmla="*/ 809554 h 1382832"/>
                    <a:gd name="connsiteX69" fmla="*/ 441011 w 1405278"/>
                    <a:gd name="connsiteY69" fmla="*/ 791901 h 1382832"/>
                    <a:gd name="connsiteX70" fmla="*/ 303597 w 1405278"/>
                    <a:gd name="connsiteY70" fmla="*/ 842447 h 1382832"/>
                    <a:gd name="connsiteX71" fmla="*/ 288992 w 1405278"/>
                    <a:gd name="connsiteY71" fmla="*/ 872038 h 1382832"/>
                    <a:gd name="connsiteX72" fmla="*/ 345380 w 1405278"/>
                    <a:gd name="connsiteY72" fmla="*/ 922457 h 1382832"/>
                    <a:gd name="connsiteX73" fmla="*/ 332934 w 1405278"/>
                    <a:gd name="connsiteY73" fmla="*/ 1080318 h 1382832"/>
                    <a:gd name="connsiteX74" fmla="*/ 384369 w 1405278"/>
                    <a:gd name="connsiteY74" fmla="*/ 1008817 h 1382832"/>
                    <a:gd name="connsiteX75" fmla="*/ 303597 w 1405278"/>
                    <a:gd name="connsiteY75" fmla="*/ 842447 h 1382832"/>
                    <a:gd name="connsiteX76" fmla="*/ 1154370 w 1405278"/>
                    <a:gd name="connsiteY76" fmla="*/ 961573 h 1382832"/>
                    <a:gd name="connsiteX77" fmla="*/ 1130875 w 1405278"/>
                    <a:gd name="connsiteY77" fmla="*/ 1154613 h 1382832"/>
                    <a:gd name="connsiteX78" fmla="*/ 1261431 w 1405278"/>
                    <a:gd name="connsiteY78" fmla="*/ 1210239 h 1382832"/>
                    <a:gd name="connsiteX79" fmla="*/ 1374969 w 1405278"/>
                    <a:gd name="connsiteY79" fmla="*/ 1221669 h 1382832"/>
                    <a:gd name="connsiteX80" fmla="*/ 1357316 w 1405278"/>
                    <a:gd name="connsiteY80" fmla="*/ 1192967 h 1382832"/>
                    <a:gd name="connsiteX81" fmla="*/ 1258637 w 1405278"/>
                    <a:gd name="connsiteY81" fmla="*/ 1133404 h 1382832"/>
                    <a:gd name="connsiteX82" fmla="*/ 1291934 w 1405278"/>
                    <a:gd name="connsiteY82" fmla="*/ 1144922 h 1382832"/>
                    <a:gd name="connsiteX83" fmla="*/ 1281304 w 1405278"/>
                    <a:gd name="connsiteY83" fmla="*/ 1102940 h 1382832"/>
                    <a:gd name="connsiteX84" fmla="*/ 1296229 w 1405278"/>
                    <a:gd name="connsiteY84" fmla="*/ 1079175 h 1382832"/>
                    <a:gd name="connsiteX85" fmla="*/ 1287937 w 1405278"/>
                    <a:gd name="connsiteY85" fmla="*/ 1075072 h 1382832"/>
                    <a:gd name="connsiteX86" fmla="*/ 1300439 w 1405278"/>
                    <a:gd name="connsiteY86" fmla="*/ 1049963 h 1382832"/>
                    <a:gd name="connsiteX87" fmla="*/ 1235269 w 1405278"/>
                    <a:gd name="connsiteY87" fmla="*/ 995101 h 1382832"/>
                    <a:gd name="connsiteX88" fmla="*/ 1341060 w 1405278"/>
                    <a:gd name="connsiteY88" fmla="*/ 918647 h 1382832"/>
                    <a:gd name="connsiteX89" fmla="*/ 1301944 w 1405278"/>
                    <a:gd name="connsiteY89" fmla="*/ 879658 h 1382832"/>
                    <a:gd name="connsiteX90" fmla="*/ 1154370 w 1405278"/>
                    <a:gd name="connsiteY90" fmla="*/ 961573 h 1382832"/>
                    <a:gd name="connsiteX91" fmla="*/ 857063 w 1405278"/>
                    <a:gd name="connsiteY91" fmla="*/ 928426 h 1382832"/>
                    <a:gd name="connsiteX92" fmla="*/ 878272 w 1405278"/>
                    <a:gd name="connsiteY92" fmla="*/ 1047806 h 1382832"/>
                    <a:gd name="connsiteX93" fmla="*/ 905704 w 1405278"/>
                    <a:gd name="connsiteY93" fmla="*/ 1287709 h 1382832"/>
                    <a:gd name="connsiteX94" fmla="*/ 1188660 w 1405278"/>
                    <a:gd name="connsiteY94" fmla="*/ 1221288 h 1382832"/>
                    <a:gd name="connsiteX95" fmla="*/ 1073344 w 1405278"/>
                    <a:gd name="connsiteY95" fmla="*/ 1047171 h 1382832"/>
                    <a:gd name="connsiteX96" fmla="*/ 973522 w 1405278"/>
                    <a:gd name="connsiteY96" fmla="*/ 1185093 h 1382832"/>
                    <a:gd name="connsiteX97" fmla="*/ 945201 w 1405278"/>
                    <a:gd name="connsiteY97" fmla="*/ 1234496 h 1382832"/>
                    <a:gd name="connsiteX98" fmla="*/ 974665 w 1405278"/>
                    <a:gd name="connsiteY98" fmla="*/ 1113719 h 1382832"/>
                    <a:gd name="connsiteX99" fmla="*/ 857063 w 1405278"/>
                    <a:gd name="connsiteY99" fmla="*/ 928426 h 1382832"/>
                    <a:gd name="connsiteX0" fmla="*/ 1100903 w 1405277"/>
                    <a:gd name="connsiteY0" fmla="*/ 471353 h 1382832"/>
                    <a:gd name="connsiteX1" fmla="*/ 1075122 w 1405277"/>
                    <a:gd name="connsiteY1" fmla="*/ 553776 h 1382832"/>
                    <a:gd name="connsiteX2" fmla="*/ 994858 w 1405277"/>
                    <a:gd name="connsiteY2" fmla="*/ 638104 h 1382832"/>
                    <a:gd name="connsiteX3" fmla="*/ 900370 w 1405277"/>
                    <a:gd name="connsiteY3" fmla="*/ 733100 h 1382832"/>
                    <a:gd name="connsiteX4" fmla="*/ 765623 w 1405277"/>
                    <a:gd name="connsiteY4" fmla="*/ 795330 h 1382832"/>
                    <a:gd name="connsiteX5" fmla="*/ 993715 w 1405277"/>
                    <a:gd name="connsiteY5" fmla="*/ 1098479 h 1382832"/>
                    <a:gd name="connsiteX6" fmla="*/ 1109666 w 1405277"/>
                    <a:gd name="connsiteY6" fmla="*/ 968558 h 1382832"/>
                    <a:gd name="connsiteX7" fmla="*/ 1283275 w 1405277"/>
                    <a:gd name="connsiteY7" fmla="*/ 857941 h 1382832"/>
                    <a:gd name="connsiteX8" fmla="*/ 1372810 w 1405277"/>
                    <a:gd name="connsiteY8" fmla="*/ 906074 h 1382832"/>
                    <a:gd name="connsiteX9" fmla="*/ 1290260 w 1405277"/>
                    <a:gd name="connsiteY9" fmla="*/ 991291 h 1382832"/>
                    <a:gd name="connsiteX10" fmla="*/ 1286974 w 1405277"/>
                    <a:gd name="connsiteY10" fmla="*/ 1024887 h 1382832"/>
                    <a:gd name="connsiteX11" fmla="*/ 1290897 w 1405277"/>
                    <a:gd name="connsiteY11" fmla="*/ 1084613 h 1382832"/>
                    <a:gd name="connsiteX12" fmla="*/ 1317769 w 1405277"/>
                    <a:gd name="connsiteY12" fmla="*/ 1169833 h 1382832"/>
                    <a:gd name="connsiteX13" fmla="*/ 1403163 w 1405277"/>
                    <a:gd name="connsiteY13" fmla="*/ 1206937 h 1382832"/>
                    <a:gd name="connsiteX14" fmla="*/ 1396686 w 1405277"/>
                    <a:gd name="connsiteY14" fmla="*/ 1237290 h 1382832"/>
                    <a:gd name="connsiteX15" fmla="*/ 1222569 w 1405277"/>
                    <a:gd name="connsiteY15" fmla="*/ 1229162 h 1382832"/>
                    <a:gd name="connsiteX16" fmla="*/ 1041340 w 1405277"/>
                    <a:gd name="connsiteY16" fmla="*/ 1330381 h 1382832"/>
                    <a:gd name="connsiteX17" fmla="*/ 907228 w 1405277"/>
                    <a:gd name="connsiteY17" fmla="*/ 1317300 h 1382832"/>
                    <a:gd name="connsiteX18" fmla="*/ 909260 w 1405277"/>
                    <a:gd name="connsiteY18" fmla="*/ 1373180 h 1382832"/>
                    <a:gd name="connsiteX19" fmla="*/ 884622 w 1405277"/>
                    <a:gd name="connsiteY19" fmla="*/ 1371656 h 1382832"/>
                    <a:gd name="connsiteX20" fmla="*/ 878780 w 1405277"/>
                    <a:gd name="connsiteY20" fmla="*/ 1297234 h 1382832"/>
                    <a:gd name="connsiteX21" fmla="*/ 820106 w 1405277"/>
                    <a:gd name="connsiteY21" fmla="*/ 891596 h 1382832"/>
                    <a:gd name="connsiteX22" fmla="*/ 747208 w 1405277"/>
                    <a:gd name="connsiteY22" fmla="*/ 818825 h 1382832"/>
                    <a:gd name="connsiteX23" fmla="*/ 424882 w 1405277"/>
                    <a:gd name="connsiteY23" fmla="*/ 817174 h 1382832"/>
                    <a:gd name="connsiteX24" fmla="*/ 337125 w 1405277"/>
                    <a:gd name="connsiteY24" fmla="*/ 819333 h 1382832"/>
                    <a:gd name="connsiteX25" fmla="*/ 407610 w 1405277"/>
                    <a:gd name="connsiteY25" fmla="*/ 1031169 h 1382832"/>
                    <a:gd name="connsiteX26" fmla="*/ 322774 w 1405277"/>
                    <a:gd name="connsiteY26" fmla="*/ 1110290 h 1382832"/>
                    <a:gd name="connsiteX27" fmla="*/ 288357 w 1405277"/>
                    <a:gd name="connsiteY27" fmla="*/ 1335588 h 1382832"/>
                    <a:gd name="connsiteX28" fmla="*/ 283023 w 1405277"/>
                    <a:gd name="connsiteY28" fmla="*/ 1371656 h 1382832"/>
                    <a:gd name="connsiteX29" fmla="*/ 259020 w 1405277"/>
                    <a:gd name="connsiteY29" fmla="*/ 1376355 h 1382832"/>
                    <a:gd name="connsiteX30" fmla="*/ 323409 w 1405277"/>
                    <a:gd name="connsiteY30" fmla="*/ 997006 h 1382832"/>
                    <a:gd name="connsiteX31" fmla="*/ 305629 w 1405277"/>
                    <a:gd name="connsiteY31" fmla="*/ 913186 h 1382832"/>
                    <a:gd name="connsiteX32" fmla="*/ 229556 w 1405277"/>
                    <a:gd name="connsiteY32" fmla="*/ 939348 h 1382832"/>
                    <a:gd name="connsiteX33" fmla="*/ 18228 w 1405277"/>
                    <a:gd name="connsiteY33" fmla="*/ 1370513 h 1382832"/>
                    <a:gd name="connsiteX34" fmla="*/ 2099 w 1405277"/>
                    <a:gd name="connsiteY34" fmla="*/ 1382832 h 1382832"/>
                    <a:gd name="connsiteX35" fmla="*/ 17212 w 1405277"/>
                    <a:gd name="connsiteY35" fmla="*/ 1286566 h 1382832"/>
                    <a:gd name="connsiteX36" fmla="*/ 107001 w 1405277"/>
                    <a:gd name="connsiteY36" fmla="*/ 1065586 h 1382832"/>
                    <a:gd name="connsiteX37" fmla="*/ 216983 w 1405277"/>
                    <a:gd name="connsiteY37" fmla="*/ 915091 h 1382832"/>
                    <a:gd name="connsiteX38" fmla="*/ 304867 w 1405277"/>
                    <a:gd name="connsiteY38" fmla="*/ 813491 h 1382832"/>
                    <a:gd name="connsiteX39" fmla="*/ 391481 w 1405277"/>
                    <a:gd name="connsiteY39" fmla="*/ 779328 h 1382832"/>
                    <a:gd name="connsiteX40" fmla="*/ 252924 w 1405277"/>
                    <a:gd name="connsiteY40" fmla="*/ 699191 h 1382832"/>
                    <a:gd name="connsiteX41" fmla="*/ 138243 w 1405277"/>
                    <a:gd name="connsiteY41" fmla="*/ 584002 h 1382832"/>
                    <a:gd name="connsiteX42" fmla="*/ 83633 w 1405277"/>
                    <a:gd name="connsiteY42" fmla="*/ 501452 h 1382832"/>
                    <a:gd name="connsiteX43" fmla="*/ 139767 w 1405277"/>
                    <a:gd name="connsiteY43" fmla="*/ 267645 h 1382832"/>
                    <a:gd name="connsiteX44" fmla="*/ 413198 w 1405277"/>
                    <a:gd name="connsiteY44" fmla="*/ 21138 h 1382832"/>
                    <a:gd name="connsiteX45" fmla="*/ 730698 w 1405277"/>
                    <a:gd name="connsiteY45" fmla="*/ 17836 h 1382832"/>
                    <a:gd name="connsiteX46" fmla="*/ 912643 w 1405277"/>
                    <a:gd name="connsiteY46" fmla="*/ 121183 h 1382832"/>
                    <a:gd name="connsiteX47" fmla="*/ 1056509 w 1405277"/>
                    <a:gd name="connsiteY47" fmla="*/ 366250 h 1382832"/>
                    <a:gd name="connsiteX48" fmla="*/ 175327 w 1405277"/>
                    <a:gd name="connsiteY48" fmla="*/ 251516 h 1382832"/>
                    <a:gd name="connsiteX49" fmla="*/ 227270 w 1405277"/>
                    <a:gd name="connsiteY49" fmla="*/ 268661 h 1382832"/>
                    <a:gd name="connsiteX50" fmla="*/ 284801 w 1405277"/>
                    <a:gd name="connsiteY50" fmla="*/ 423601 h 1382832"/>
                    <a:gd name="connsiteX51" fmla="*/ 256607 w 1405277"/>
                    <a:gd name="connsiteY51" fmla="*/ 563936 h 1382832"/>
                    <a:gd name="connsiteX52" fmla="*/ 204283 w 1405277"/>
                    <a:gd name="connsiteY52" fmla="*/ 610672 h 1382832"/>
                    <a:gd name="connsiteX53" fmla="*/ 615128 w 1405277"/>
                    <a:gd name="connsiteY53" fmla="*/ 786948 h 1382832"/>
                    <a:gd name="connsiteX54" fmla="*/ 979491 w 1405277"/>
                    <a:gd name="connsiteY54" fmla="*/ 614609 h 1382832"/>
                    <a:gd name="connsiteX55" fmla="*/ 1018353 w 1405277"/>
                    <a:gd name="connsiteY55" fmla="*/ 320604 h 1382832"/>
                    <a:gd name="connsiteX56" fmla="*/ 672151 w 1405277"/>
                    <a:gd name="connsiteY56" fmla="*/ 31679 h 1382832"/>
                    <a:gd name="connsiteX57" fmla="*/ 175327 w 1405277"/>
                    <a:gd name="connsiteY57" fmla="*/ 251516 h 1382832"/>
                    <a:gd name="connsiteX58" fmla="*/ 159833 w 1405277"/>
                    <a:gd name="connsiteY58" fmla="*/ 286822 h 1382832"/>
                    <a:gd name="connsiteX59" fmla="*/ 104588 w 1405277"/>
                    <a:gd name="connsiteY59" fmla="*/ 475036 h 1382832"/>
                    <a:gd name="connsiteX60" fmla="*/ 197679 w 1405277"/>
                    <a:gd name="connsiteY60" fmla="*/ 581081 h 1382832"/>
                    <a:gd name="connsiteX61" fmla="*/ 250892 w 1405277"/>
                    <a:gd name="connsiteY61" fmla="*/ 499293 h 1382832"/>
                    <a:gd name="connsiteX62" fmla="*/ 234636 w 1405277"/>
                    <a:gd name="connsiteY62" fmla="*/ 323525 h 1382832"/>
                    <a:gd name="connsiteX63" fmla="*/ 159833 w 1405277"/>
                    <a:gd name="connsiteY63" fmla="*/ 286822 h 1382832"/>
                    <a:gd name="connsiteX64" fmla="*/ 1041086 w 1405277"/>
                    <a:gd name="connsiteY64" fmla="*/ 554030 h 1382832"/>
                    <a:gd name="connsiteX65" fmla="*/ 1054736 w 1405277"/>
                    <a:gd name="connsiteY65" fmla="*/ 415202 h 1382832"/>
                    <a:gd name="connsiteX66" fmla="*/ 441011 w 1405277"/>
                    <a:gd name="connsiteY66" fmla="*/ 791901 h 1382832"/>
                    <a:gd name="connsiteX67" fmla="*/ 658816 w 1405277"/>
                    <a:gd name="connsiteY67" fmla="*/ 825556 h 1382832"/>
                    <a:gd name="connsiteX68" fmla="*/ 569154 w 1405277"/>
                    <a:gd name="connsiteY68" fmla="*/ 809554 h 1382832"/>
                    <a:gd name="connsiteX69" fmla="*/ 441011 w 1405277"/>
                    <a:gd name="connsiteY69" fmla="*/ 791901 h 1382832"/>
                    <a:gd name="connsiteX70" fmla="*/ 303597 w 1405277"/>
                    <a:gd name="connsiteY70" fmla="*/ 842447 h 1382832"/>
                    <a:gd name="connsiteX71" fmla="*/ 288992 w 1405277"/>
                    <a:gd name="connsiteY71" fmla="*/ 872038 h 1382832"/>
                    <a:gd name="connsiteX72" fmla="*/ 345380 w 1405277"/>
                    <a:gd name="connsiteY72" fmla="*/ 922457 h 1382832"/>
                    <a:gd name="connsiteX73" fmla="*/ 332934 w 1405277"/>
                    <a:gd name="connsiteY73" fmla="*/ 1080318 h 1382832"/>
                    <a:gd name="connsiteX74" fmla="*/ 384369 w 1405277"/>
                    <a:gd name="connsiteY74" fmla="*/ 1008817 h 1382832"/>
                    <a:gd name="connsiteX75" fmla="*/ 303597 w 1405277"/>
                    <a:gd name="connsiteY75" fmla="*/ 842447 h 1382832"/>
                    <a:gd name="connsiteX76" fmla="*/ 1154370 w 1405277"/>
                    <a:gd name="connsiteY76" fmla="*/ 961573 h 1382832"/>
                    <a:gd name="connsiteX77" fmla="*/ 1130875 w 1405277"/>
                    <a:gd name="connsiteY77" fmla="*/ 1154613 h 1382832"/>
                    <a:gd name="connsiteX78" fmla="*/ 1261431 w 1405277"/>
                    <a:gd name="connsiteY78" fmla="*/ 1210239 h 1382832"/>
                    <a:gd name="connsiteX79" fmla="*/ 1263707 w 1405277"/>
                    <a:gd name="connsiteY79" fmla="*/ 1189880 h 1382832"/>
                    <a:gd name="connsiteX80" fmla="*/ 1357316 w 1405277"/>
                    <a:gd name="connsiteY80" fmla="*/ 1192967 h 1382832"/>
                    <a:gd name="connsiteX81" fmla="*/ 1258637 w 1405277"/>
                    <a:gd name="connsiteY81" fmla="*/ 1133404 h 1382832"/>
                    <a:gd name="connsiteX82" fmla="*/ 1291934 w 1405277"/>
                    <a:gd name="connsiteY82" fmla="*/ 1144922 h 1382832"/>
                    <a:gd name="connsiteX83" fmla="*/ 1281304 w 1405277"/>
                    <a:gd name="connsiteY83" fmla="*/ 1102940 h 1382832"/>
                    <a:gd name="connsiteX84" fmla="*/ 1296229 w 1405277"/>
                    <a:gd name="connsiteY84" fmla="*/ 1079175 h 1382832"/>
                    <a:gd name="connsiteX85" fmla="*/ 1287937 w 1405277"/>
                    <a:gd name="connsiteY85" fmla="*/ 1075072 h 1382832"/>
                    <a:gd name="connsiteX86" fmla="*/ 1300439 w 1405277"/>
                    <a:gd name="connsiteY86" fmla="*/ 1049963 h 1382832"/>
                    <a:gd name="connsiteX87" fmla="*/ 1235269 w 1405277"/>
                    <a:gd name="connsiteY87" fmla="*/ 995101 h 1382832"/>
                    <a:gd name="connsiteX88" fmla="*/ 1341060 w 1405277"/>
                    <a:gd name="connsiteY88" fmla="*/ 918647 h 1382832"/>
                    <a:gd name="connsiteX89" fmla="*/ 1301944 w 1405277"/>
                    <a:gd name="connsiteY89" fmla="*/ 879658 h 1382832"/>
                    <a:gd name="connsiteX90" fmla="*/ 1154370 w 1405277"/>
                    <a:gd name="connsiteY90" fmla="*/ 961573 h 1382832"/>
                    <a:gd name="connsiteX91" fmla="*/ 857063 w 1405277"/>
                    <a:gd name="connsiteY91" fmla="*/ 928426 h 1382832"/>
                    <a:gd name="connsiteX92" fmla="*/ 878272 w 1405277"/>
                    <a:gd name="connsiteY92" fmla="*/ 1047806 h 1382832"/>
                    <a:gd name="connsiteX93" fmla="*/ 905704 w 1405277"/>
                    <a:gd name="connsiteY93" fmla="*/ 1287709 h 1382832"/>
                    <a:gd name="connsiteX94" fmla="*/ 1188660 w 1405277"/>
                    <a:gd name="connsiteY94" fmla="*/ 1221288 h 1382832"/>
                    <a:gd name="connsiteX95" fmla="*/ 1073344 w 1405277"/>
                    <a:gd name="connsiteY95" fmla="*/ 1047171 h 1382832"/>
                    <a:gd name="connsiteX96" fmla="*/ 973522 w 1405277"/>
                    <a:gd name="connsiteY96" fmla="*/ 1185093 h 1382832"/>
                    <a:gd name="connsiteX97" fmla="*/ 945201 w 1405277"/>
                    <a:gd name="connsiteY97" fmla="*/ 1234496 h 1382832"/>
                    <a:gd name="connsiteX98" fmla="*/ 974665 w 1405277"/>
                    <a:gd name="connsiteY98" fmla="*/ 1113719 h 1382832"/>
                    <a:gd name="connsiteX99" fmla="*/ 857063 w 1405277"/>
                    <a:gd name="connsiteY99" fmla="*/ 928426 h 1382832"/>
                    <a:gd name="connsiteX0" fmla="*/ 1100903 w 1396696"/>
                    <a:gd name="connsiteY0" fmla="*/ 471353 h 1382832"/>
                    <a:gd name="connsiteX1" fmla="*/ 1075122 w 1396696"/>
                    <a:gd name="connsiteY1" fmla="*/ 553776 h 1382832"/>
                    <a:gd name="connsiteX2" fmla="*/ 994858 w 1396696"/>
                    <a:gd name="connsiteY2" fmla="*/ 638104 h 1382832"/>
                    <a:gd name="connsiteX3" fmla="*/ 900370 w 1396696"/>
                    <a:gd name="connsiteY3" fmla="*/ 733100 h 1382832"/>
                    <a:gd name="connsiteX4" fmla="*/ 765623 w 1396696"/>
                    <a:gd name="connsiteY4" fmla="*/ 795330 h 1382832"/>
                    <a:gd name="connsiteX5" fmla="*/ 993715 w 1396696"/>
                    <a:gd name="connsiteY5" fmla="*/ 1098479 h 1382832"/>
                    <a:gd name="connsiteX6" fmla="*/ 1109666 w 1396696"/>
                    <a:gd name="connsiteY6" fmla="*/ 968558 h 1382832"/>
                    <a:gd name="connsiteX7" fmla="*/ 1283275 w 1396696"/>
                    <a:gd name="connsiteY7" fmla="*/ 857941 h 1382832"/>
                    <a:gd name="connsiteX8" fmla="*/ 1372810 w 1396696"/>
                    <a:gd name="connsiteY8" fmla="*/ 906074 h 1382832"/>
                    <a:gd name="connsiteX9" fmla="*/ 1290260 w 1396696"/>
                    <a:gd name="connsiteY9" fmla="*/ 991291 h 1382832"/>
                    <a:gd name="connsiteX10" fmla="*/ 1286974 w 1396696"/>
                    <a:gd name="connsiteY10" fmla="*/ 1024887 h 1382832"/>
                    <a:gd name="connsiteX11" fmla="*/ 1290897 w 1396696"/>
                    <a:gd name="connsiteY11" fmla="*/ 1084613 h 1382832"/>
                    <a:gd name="connsiteX12" fmla="*/ 1317769 w 1396696"/>
                    <a:gd name="connsiteY12" fmla="*/ 1169833 h 1382832"/>
                    <a:gd name="connsiteX13" fmla="*/ 1212428 w 1396696"/>
                    <a:gd name="connsiteY13" fmla="*/ 1164551 h 1382832"/>
                    <a:gd name="connsiteX14" fmla="*/ 1396686 w 1396696"/>
                    <a:gd name="connsiteY14" fmla="*/ 1237290 h 1382832"/>
                    <a:gd name="connsiteX15" fmla="*/ 1222569 w 1396696"/>
                    <a:gd name="connsiteY15" fmla="*/ 1229162 h 1382832"/>
                    <a:gd name="connsiteX16" fmla="*/ 1041340 w 1396696"/>
                    <a:gd name="connsiteY16" fmla="*/ 1330381 h 1382832"/>
                    <a:gd name="connsiteX17" fmla="*/ 907228 w 1396696"/>
                    <a:gd name="connsiteY17" fmla="*/ 1317300 h 1382832"/>
                    <a:gd name="connsiteX18" fmla="*/ 909260 w 1396696"/>
                    <a:gd name="connsiteY18" fmla="*/ 1373180 h 1382832"/>
                    <a:gd name="connsiteX19" fmla="*/ 884622 w 1396696"/>
                    <a:gd name="connsiteY19" fmla="*/ 1371656 h 1382832"/>
                    <a:gd name="connsiteX20" fmla="*/ 878780 w 1396696"/>
                    <a:gd name="connsiteY20" fmla="*/ 1297234 h 1382832"/>
                    <a:gd name="connsiteX21" fmla="*/ 820106 w 1396696"/>
                    <a:gd name="connsiteY21" fmla="*/ 891596 h 1382832"/>
                    <a:gd name="connsiteX22" fmla="*/ 747208 w 1396696"/>
                    <a:gd name="connsiteY22" fmla="*/ 818825 h 1382832"/>
                    <a:gd name="connsiteX23" fmla="*/ 424882 w 1396696"/>
                    <a:gd name="connsiteY23" fmla="*/ 817174 h 1382832"/>
                    <a:gd name="connsiteX24" fmla="*/ 337125 w 1396696"/>
                    <a:gd name="connsiteY24" fmla="*/ 819333 h 1382832"/>
                    <a:gd name="connsiteX25" fmla="*/ 407610 w 1396696"/>
                    <a:gd name="connsiteY25" fmla="*/ 1031169 h 1382832"/>
                    <a:gd name="connsiteX26" fmla="*/ 322774 w 1396696"/>
                    <a:gd name="connsiteY26" fmla="*/ 1110290 h 1382832"/>
                    <a:gd name="connsiteX27" fmla="*/ 288357 w 1396696"/>
                    <a:gd name="connsiteY27" fmla="*/ 1335588 h 1382832"/>
                    <a:gd name="connsiteX28" fmla="*/ 283023 w 1396696"/>
                    <a:gd name="connsiteY28" fmla="*/ 1371656 h 1382832"/>
                    <a:gd name="connsiteX29" fmla="*/ 259020 w 1396696"/>
                    <a:gd name="connsiteY29" fmla="*/ 1376355 h 1382832"/>
                    <a:gd name="connsiteX30" fmla="*/ 323409 w 1396696"/>
                    <a:gd name="connsiteY30" fmla="*/ 997006 h 1382832"/>
                    <a:gd name="connsiteX31" fmla="*/ 305629 w 1396696"/>
                    <a:gd name="connsiteY31" fmla="*/ 913186 h 1382832"/>
                    <a:gd name="connsiteX32" fmla="*/ 229556 w 1396696"/>
                    <a:gd name="connsiteY32" fmla="*/ 939348 h 1382832"/>
                    <a:gd name="connsiteX33" fmla="*/ 18228 w 1396696"/>
                    <a:gd name="connsiteY33" fmla="*/ 1370513 h 1382832"/>
                    <a:gd name="connsiteX34" fmla="*/ 2099 w 1396696"/>
                    <a:gd name="connsiteY34" fmla="*/ 1382832 h 1382832"/>
                    <a:gd name="connsiteX35" fmla="*/ 17212 w 1396696"/>
                    <a:gd name="connsiteY35" fmla="*/ 1286566 h 1382832"/>
                    <a:gd name="connsiteX36" fmla="*/ 107001 w 1396696"/>
                    <a:gd name="connsiteY36" fmla="*/ 1065586 h 1382832"/>
                    <a:gd name="connsiteX37" fmla="*/ 216983 w 1396696"/>
                    <a:gd name="connsiteY37" fmla="*/ 915091 h 1382832"/>
                    <a:gd name="connsiteX38" fmla="*/ 304867 w 1396696"/>
                    <a:gd name="connsiteY38" fmla="*/ 813491 h 1382832"/>
                    <a:gd name="connsiteX39" fmla="*/ 391481 w 1396696"/>
                    <a:gd name="connsiteY39" fmla="*/ 779328 h 1382832"/>
                    <a:gd name="connsiteX40" fmla="*/ 252924 w 1396696"/>
                    <a:gd name="connsiteY40" fmla="*/ 699191 h 1382832"/>
                    <a:gd name="connsiteX41" fmla="*/ 138243 w 1396696"/>
                    <a:gd name="connsiteY41" fmla="*/ 584002 h 1382832"/>
                    <a:gd name="connsiteX42" fmla="*/ 83633 w 1396696"/>
                    <a:gd name="connsiteY42" fmla="*/ 501452 h 1382832"/>
                    <a:gd name="connsiteX43" fmla="*/ 139767 w 1396696"/>
                    <a:gd name="connsiteY43" fmla="*/ 267645 h 1382832"/>
                    <a:gd name="connsiteX44" fmla="*/ 413198 w 1396696"/>
                    <a:gd name="connsiteY44" fmla="*/ 21138 h 1382832"/>
                    <a:gd name="connsiteX45" fmla="*/ 730698 w 1396696"/>
                    <a:gd name="connsiteY45" fmla="*/ 17836 h 1382832"/>
                    <a:gd name="connsiteX46" fmla="*/ 912643 w 1396696"/>
                    <a:gd name="connsiteY46" fmla="*/ 121183 h 1382832"/>
                    <a:gd name="connsiteX47" fmla="*/ 1056509 w 1396696"/>
                    <a:gd name="connsiteY47" fmla="*/ 366250 h 1382832"/>
                    <a:gd name="connsiteX48" fmla="*/ 175327 w 1396696"/>
                    <a:gd name="connsiteY48" fmla="*/ 251516 h 1382832"/>
                    <a:gd name="connsiteX49" fmla="*/ 227270 w 1396696"/>
                    <a:gd name="connsiteY49" fmla="*/ 268661 h 1382832"/>
                    <a:gd name="connsiteX50" fmla="*/ 284801 w 1396696"/>
                    <a:gd name="connsiteY50" fmla="*/ 423601 h 1382832"/>
                    <a:gd name="connsiteX51" fmla="*/ 256607 w 1396696"/>
                    <a:gd name="connsiteY51" fmla="*/ 563936 h 1382832"/>
                    <a:gd name="connsiteX52" fmla="*/ 204283 w 1396696"/>
                    <a:gd name="connsiteY52" fmla="*/ 610672 h 1382832"/>
                    <a:gd name="connsiteX53" fmla="*/ 615128 w 1396696"/>
                    <a:gd name="connsiteY53" fmla="*/ 786948 h 1382832"/>
                    <a:gd name="connsiteX54" fmla="*/ 979491 w 1396696"/>
                    <a:gd name="connsiteY54" fmla="*/ 614609 h 1382832"/>
                    <a:gd name="connsiteX55" fmla="*/ 1018353 w 1396696"/>
                    <a:gd name="connsiteY55" fmla="*/ 320604 h 1382832"/>
                    <a:gd name="connsiteX56" fmla="*/ 672151 w 1396696"/>
                    <a:gd name="connsiteY56" fmla="*/ 31679 h 1382832"/>
                    <a:gd name="connsiteX57" fmla="*/ 175327 w 1396696"/>
                    <a:gd name="connsiteY57" fmla="*/ 251516 h 1382832"/>
                    <a:gd name="connsiteX58" fmla="*/ 159833 w 1396696"/>
                    <a:gd name="connsiteY58" fmla="*/ 286822 h 1382832"/>
                    <a:gd name="connsiteX59" fmla="*/ 104588 w 1396696"/>
                    <a:gd name="connsiteY59" fmla="*/ 475036 h 1382832"/>
                    <a:gd name="connsiteX60" fmla="*/ 197679 w 1396696"/>
                    <a:gd name="connsiteY60" fmla="*/ 581081 h 1382832"/>
                    <a:gd name="connsiteX61" fmla="*/ 250892 w 1396696"/>
                    <a:gd name="connsiteY61" fmla="*/ 499293 h 1382832"/>
                    <a:gd name="connsiteX62" fmla="*/ 234636 w 1396696"/>
                    <a:gd name="connsiteY62" fmla="*/ 323525 h 1382832"/>
                    <a:gd name="connsiteX63" fmla="*/ 159833 w 1396696"/>
                    <a:gd name="connsiteY63" fmla="*/ 286822 h 1382832"/>
                    <a:gd name="connsiteX64" fmla="*/ 1041086 w 1396696"/>
                    <a:gd name="connsiteY64" fmla="*/ 554030 h 1382832"/>
                    <a:gd name="connsiteX65" fmla="*/ 1054736 w 1396696"/>
                    <a:gd name="connsiteY65" fmla="*/ 415202 h 1382832"/>
                    <a:gd name="connsiteX66" fmla="*/ 441011 w 1396696"/>
                    <a:gd name="connsiteY66" fmla="*/ 791901 h 1382832"/>
                    <a:gd name="connsiteX67" fmla="*/ 658816 w 1396696"/>
                    <a:gd name="connsiteY67" fmla="*/ 825556 h 1382832"/>
                    <a:gd name="connsiteX68" fmla="*/ 569154 w 1396696"/>
                    <a:gd name="connsiteY68" fmla="*/ 809554 h 1382832"/>
                    <a:gd name="connsiteX69" fmla="*/ 441011 w 1396696"/>
                    <a:gd name="connsiteY69" fmla="*/ 791901 h 1382832"/>
                    <a:gd name="connsiteX70" fmla="*/ 303597 w 1396696"/>
                    <a:gd name="connsiteY70" fmla="*/ 842447 h 1382832"/>
                    <a:gd name="connsiteX71" fmla="*/ 288992 w 1396696"/>
                    <a:gd name="connsiteY71" fmla="*/ 872038 h 1382832"/>
                    <a:gd name="connsiteX72" fmla="*/ 345380 w 1396696"/>
                    <a:gd name="connsiteY72" fmla="*/ 922457 h 1382832"/>
                    <a:gd name="connsiteX73" fmla="*/ 332934 w 1396696"/>
                    <a:gd name="connsiteY73" fmla="*/ 1080318 h 1382832"/>
                    <a:gd name="connsiteX74" fmla="*/ 384369 w 1396696"/>
                    <a:gd name="connsiteY74" fmla="*/ 1008817 h 1382832"/>
                    <a:gd name="connsiteX75" fmla="*/ 303597 w 1396696"/>
                    <a:gd name="connsiteY75" fmla="*/ 842447 h 1382832"/>
                    <a:gd name="connsiteX76" fmla="*/ 1154370 w 1396696"/>
                    <a:gd name="connsiteY76" fmla="*/ 961573 h 1382832"/>
                    <a:gd name="connsiteX77" fmla="*/ 1130875 w 1396696"/>
                    <a:gd name="connsiteY77" fmla="*/ 1154613 h 1382832"/>
                    <a:gd name="connsiteX78" fmla="*/ 1261431 w 1396696"/>
                    <a:gd name="connsiteY78" fmla="*/ 1210239 h 1382832"/>
                    <a:gd name="connsiteX79" fmla="*/ 1263707 w 1396696"/>
                    <a:gd name="connsiteY79" fmla="*/ 1189880 h 1382832"/>
                    <a:gd name="connsiteX80" fmla="*/ 1357316 w 1396696"/>
                    <a:gd name="connsiteY80" fmla="*/ 1192967 h 1382832"/>
                    <a:gd name="connsiteX81" fmla="*/ 1258637 w 1396696"/>
                    <a:gd name="connsiteY81" fmla="*/ 1133404 h 1382832"/>
                    <a:gd name="connsiteX82" fmla="*/ 1291934 w 1396696"/>
                    <a:gd name="connsiteY82" fmla="*/ 1144922 h 1382832"/>
                    <a:gd name="connsiteX83" fmla="*/ 1281304 w 1396696"/>
                    <a:gd name="connsiteY83" fmla="*/ 1102940 h 1382832"/>
                    <a:gd name="connsiteX84" fmla="*/ 1296229 w 1396696"/>
                    <a:gd name="connsiteY84" fmla="*/ 1079175 h 1382832"/>
                    <a:gd name="connsiteX85" fmla="*/ 1287937 w 1396696"/>
                    <a:gd name="connsiteY85" fmla="*/ 1075072 h 1382832"/>
                    <a:gd name="connsiteX86" fmla="*/ 1300439 w 1396696"/>
                    <a:gd name="connsiteY86" fmla="*/ 1049963 h 1382832"/>
                    <a:gd name="connsiteX87" fmla="*/ 1235269 w 1396696"/>
                    <a:gd name="connsiteY87" fmla="*/ 995101 h 1382832"/>
                    <a:gd name="connsiteX88" fmla="*/ 1341060 w 1396696"/>
                    <a:gd name="connsiteY88" fmla="*/ 918647 h 1382832"/>
                    <a:gd name="connsiteX89" fmla="*/ 1301944 w 1396696"/>
                    <a:gd name="connsiteY89" fmla="*/ 879658 h 1382832"/>
                    <a:gd name="connsiteX90" fmla="*/ 1154370 w 1396696"/>
                    <a:gd name="connsiteY90" fmla="*/ 961573 h 1382832"/>
                    <a:gd name="connsiteX91" fmla="*/ 857063 w 1396696"/>
                    <a:gd name="connsiteY91" fmla="*/ 928426 h 1382832"/>
                    <a:gd name="connsiteX92" fmla="*/ 878272 w 1396696"/>
                    <a:gd name="connsiteY92" fmla="*/ 1047806 h 1382832"/>
                    <a:gd name="connsiteX93" fmla="*/ 905704 w 1396696"/>
                    <a:gd name="connsiteY93" fmla="*/ 1287709 h 1382832"/>
                    <a:gd name="connsiteX94" fmla="*/ 1188660 w 1396696"/>
                    <a:gd name="connsiteY94" fmla="*/ 1221288 h 1382832"/>
                    <a:gd name="connsiteX95" fmla="*/ 1073344 w 1396696"/>
                    <a:gd name="connsiteY95" fmla="*/ 1047171 h 1382832"/>
                    <a:gd name="connsiteX96" fmla="*/ 973522 w 1396696"/>
                    <a:gd name="connsiteY96" fmla="*/ 1185093 h 1382832"/>
                    <a:gd name="connsiteX97" fmla="*/ 945201 w 1396696"/>
                    <a:gd name="connsiteY97" fmla="*/ 1234496 h 1382832"/>
                    <a:gd name="connsiteX98" fmla="*/ 974665 w 1396696"/>
                    <a:gd name="connsiteY98" fmla="*/ 1113719 h 1382832"/>
                    <a:gd name="connsiteX99" fmla="*/ 857063 w 1396696"/>
                    <a:gd name="connsiteY99" fmla="*/ 928426 h 1382832"/>
                    <a:gd name="connsiteX0" fmla="*/ 1100903 w 1372810"/>
                    <a:gd name="connsiteY0" fmla="*/ 471353 h 1382832"/>
                    <a:gd name="connsiteX1" fmla="*/ 1075122 w 1372810"/>
                    <a:gd name="connsiteY1" fmla="*/ 553776 h 1382832"/>
                    <a:gd name="connsiteX2" fmla="*/ 994858 w 1372810"/>
                    <a:gd name="connsiteY2" fmla="*/ 638104 h 1382832"/>
                    <a:gd name="connsiteX3" fmla="*/ 900370 w 1372810"/>
                    <a:gd name="connsiteY3" fmla="*/ 733100 h 1382832"/>
                    <a:gd name="connsiteX4" fmla="*/ 765623 w 1372810"/>
                    <a:gd name="connsiteY4" fmla="*/ 795330 h 1382832"/>
                    <a:gd name="connsiteX5" fmla="*/ 993715 w 1372810"/>
                    <a:gd name="connsiteY5" fmla="*/ 1098479 h 1382832"/>
                    <a:gd name="connsiteX6" fmla="*/ 1109666 w 1372810"/>
                    <a:gd name="connsiteY6" fmla="*/ 968558 h 1382832"/>
                    <a:gd name="connsiteX7" fmla="*/ 1283275 w 1372810"/>
                    <a:gd name="connsiteY7" fmla="*/ 857941 h 1382832"/>
                    <a:gd name="connsiteX8" fmla="*/ 1372810 w 1372810"/>
                    <a:gd name="connsiteY8" fmla="*/ 906074 h 1382832"/>
                    <a:gd name="connsiteX9" fmla="*/ 1290260 w 1372810"/>
                    <a:gd name="connsiteY9" fmla="*/ 991291 h 1382832"/>
                    <a:gd name="connsiteX10" fmla="*/ 1286974 w 1372810"/>
                    <a:gd name="connsiteY10" fmla="*/ 1024887 h 1382832"/>
                    <a:gd name="connsiteX11" fmla="*/ 1290897 w 1372810"/>
                    <a:gd name="connsiteY11" fmla="*/ 1084613 h 1382832"/>
                    <a:gd name="connsiteX12" fmla="*/ 1317769 w 1372810"/>
                    <a:gd name="connsiteY12" fmla="*/ 1169833 h 1382832"/>
                    <a:gd name="connsiteX13" fmla="*/ 1212428 w 1372810"/>
                    <a:gd name="connsiteY13" fmla="*/ 1164551 h 1382832"/>
                    <a:gd name="connsiteX14" fmla="*/ 1290721 w 1372810"/>
                    <a:gd name="connsiteY14" fmla="*/ 1184307 h 1382832"/>
                    <a:gd name="connsiteX15" fmla="*/ 1222569 w 1372810"/>
                    <a:gd name="connsiteY15" fmla="*/ 1229162 h 1382832"/>
                    <a:gd name="connsiteX16" fmla="*/ 1041340 w 1372810"/>
                    <a:gd name="connsiteY16" fmla="*/ 1330381 h 1382832"/>
                    <a:gd name="connsiteX17" fmla="*/ 907228 w 1372810"/>
                    <a:gd name="connsiteY17" fmla="*/ 1317300 h 1382832"/>
                    <a:gd name="connsiteX18" fmla="*/ 909260 w 1372810"/>
                    <a:gd name="connsiteY18" fmla="*/ 1373180 h 1382832"/>
                    <a:gd name="connsiteX19" fmla="*/ 884622 w 1372810"/>
                    <a:gd name="connsiteY19" fmla="*/ 1371656 h 1382832"/>
                    <a:gd name="connsiteX20" fmla="*/ 878780 w 1372810"/>
                    <a:gd name="connsiteY20" fmla="*/ 1297234 h 1382832"/>
                    <a:gd name="connsiteX21" fmla="*/ 820106 w 1372810"/>
                    <a:gd name="connsiteY21" fmla="*/ 891596 h 1382832"/>
                    <a:gd name="connsiteX22" fmla="*/ 747208 w 1372810"/>
                    <a:gd name="connsiteY22" fmla="*/ 818825 h 1382832"/>
                    <a:gd name="connsiteX23" fmla="*/ 424882 w 1372810"/>
                    <a:gd name="connsiteY23" fmla="*/ 817174 h 1382832"/>
                    <a:gd name="connsiteX24" fmla="*/ 337125 w 1372810"/>
                    <a:gd name="connsiteY24" fmla="*/ 819333 h 1382832"/>
                    <a:gd name="connsiteX25" fmla="*/ 407610 w 1372810"/>
                    <a:gd name="connsiteY25" fmla="*/ 1031169 h 1382832"/>
                    <a:gd name="connsiteX26" fmla="*/ 322774 w 1372810"/>
                    <a:gd name="connsiteY26" fmla="*/ 1110290 h 1382832"/>
                    <a:gd name="connsiteX27" fmla="*/ 288357 w 1372810"/>
                    <a:gd name="connsiteY27" fmla="*/ 1335588 h 1382832"/>
                    <a:gd name="connsiteX28" fmla="*/ 283023 w 1372810"/>
                    <a:gd name="connsiteY28" fmla="*/ 1371656 h 1382832"/>
                    <a:gd name="connsiteX29" fmla="*/ 259020 w 1372810"/>
                    <a:gd name="connsiteY29" fmla="*/ 1376355 h 1382832"/>
                    <a:gd name="connsiteX30" fmla="*/ 323409 w 1372810"/>
                    <a:gd name="connsiteY30" fmla="*/ 997006 h 1382832"/>
                    <a:gd name="connsiteX31" fmla="*/ 305629 w 1372810"/>
                    <a:gd name="connsiteY31" fmla="*/ 913186 h 1382832"/>
                    <a:gd name="connsiteX32" fmla="*/ 229556 w 1372810"/>
                    <a:gd name="connsiteY32" fmla="*/ 939348 h 1382832"/>
                    <a:gd name="connsiteX33" fmla="*/ 18228 w 1372810"/>
                    <a:gd name="connsiteY33" fmla="*/ 1370513 h 1382832"/>
                    <a:gd name="connsiteX34" fmla="*/ 2099 w 1372810"/>
                    <a:gd name="connsiteY34" fmla="*/ 1382832 h 1382832"/>
                    <a:gd name="connsiteX35" fmla="*/ 17212 w 1372810"/>
                    <a:gd name="connsiteY35" fmla="*/ 1286566 h 1382832"/>
                    <a:gd name="connsiteX36" fmla="*/ 107001 w 1372810"/>
                    <a:gd name="connsiteY36" fmla="*/ 1065586 h 1382832"/>
                    <a:gd name="connsiteX37" fmla="*/ 216983 w 1372810"/>
                    <a:gd name="connsiteY37" fmla="*/ 915091 h 1382832"/>
                    <a:gd name="connsiteX38" fmla="*/ 304867 w 1372810"/>
                    <a:gd name="connsiteY38" fmla="*/ 813491 h 1382832"/>
                    <a:gd name="connsiteX39" fmla="*/ 391481 w 1372810"/>
                    <a:gd name="connsiteY39" fmla="*/ 779328 h 1382832"/>
                    <a:gd name="connsiteX40" fmla="*/ 252924 w 1372810"/>
                    <a:gd name="connsiteY40" fmla="*/ 699191 h 1382832"/>
                    <a:gd name="connsiteX41" fmla="*/ 138243 w 1372810"/>
                    <a:gd name="connsiteY41" fmla="*/ 584002 h 1382832"/>
                    <a:gd name="connsiteX42" fmla="*/ 83633 w 1372810"/>
                    <a:gd name="connsiteY42" fmla="*/ 501452 h 1382832"/>
                    <a:gd name="connsiteX43" fmla="*/ 139767 w 1372810"/>
                    <a:gd name="connsiteY43" fmla="*/ 267645 h 1382832"/>
                    <a:gd name="connsiteX44" fmla="*/ 413198 w 1372810"/>
                    <a:gd name="connsiteY44" fmla="*/ 21138 h 1382832"/>
                    <a:gd name="connsiteX45" fmla="*/ 730698 w 1372810"/>
                    <a:gd name="connsiteY45" fmla="*/ 17836 h 1382832"/>
                    <a:gd name="connsiteX46" fmla="*/ 912643 w 1372810"/>
                    <a:gd name="connsiteY46" fmla="*/ 121183 h 1382832"/>
                    <a:gd name="connsiteX47" fmla="*/ 1056509 w 1372810"/>
                    <a:gd name="connsiteY47" fmla="*/ 366250 h 1382832"/>
                    <a:gd name="connsiteX48" fmla="*/ 175327 w 1372810"/>
                    <a:gd name="connsiteY48" fmla="*/ 251516 h 1382832"/>
                    <a:gd name="connsiteX49" fmla="*/ 227270 w 1372810"/>
                    <a:gd name="connsiteY49" fmla="*/ 268661 h 1382832"/>
                    <a:gd name="connsiteX50" fmla="*/ 284801 w 1372810"/>
                    <a:gd name="connsiteY50" fmla="*/ 423601 h 1382832"/>
                    <a:gd name="connsiteX51" fmla="*/ 256607 w 1372810"/>
                    <a:gd name="connsiteY51" fmla="*/ 563936 h 1382832"/>
                    <a:gd name="connsiteX52" fmla="*/ 204283 w 1372810"/>
                    <a:gd name="connsiteY52" fmla="*/ 610672 h 1382832"/>
                    <a:gd name="connsiteX53" fmla="*/ 615128 w 1372810"/>
                    <a:gd name="connsiteY53" fmla="*/ 786948 h 1382832"/>
                    <a:gd name="connsiteX54" fmla="*/ 979491 w 1372810"/>
                    <a:gd name="connsiteY54" fmla="*/ 614609 h 1382832"/>
                    <a:gd name="connsiteX55" fmla="*/ 1018353 w 1372810"/>
                    <a:gd name="connsiteY55" fmla="*/ 320604 h 1382832"/>
                    <a:gd name="connsiteX56" fmla="*/ 672151 w 1372810"/>
                    <a:gd name="connsiteY56" fmla="*/ 31679 h 1382832"/>
                    <a:gd name="connsiteX57" fmla="*/ 175327 w 1372810"/>
                    <a:gd name="connsiteY57" fmla="*/ 251516 h 1382832"/>
                    <a:gd name="connsiteX58" fmla="*/ 159833 w 1372810"/>
                    <a:gd name="connsiteY58" fmla="*/ 286822 h 1382832"/>
                    <a:gd name="connsiteX59" fmla="*/ 104588 w 1372810"/>
                    <a:gd name="connsiteY59" fmla="*/ 475036 h 1382832"/>
                    <a:gd name="connsiteX60" fmla="*/ 197679 w 1372810"/>
                    <a:gd name="connsiteY60" fmla="*/ 581081 h 1382832"/>
                    <a:gd name="connsiteX61" fmla="*/ 250892 w 1372810"/>
                    <a:gd name="connsiteY61" fmla="*/ 499293 h 1382832"/>
                    <a:gd name="connsiteX62" fmla="*/ 234636 w 1372810"/>
                    <a:gd name="connsiteY62" fmla="*/ 323525 h 1382832"/>
                    <a:gd name="connsiteX63" fmla="*/ 159833 w 1372810"/>
                    <a:gd name="connsiteY63" fmla="*/ 286822 h 1382832"/>
                    <a:gd name="connsiteX64" fmla="*/ 1041086 w 1372810"/>
                    <a:gd name="connsiteY64" fmla="*/ 554030 h 1382832"/>
                    <a:gd name="connsiteX65" fmla="*/ 1054736 w 1372810"/>
                    <a:gd name="connsiteY65" fmla="*/ 415202 h 1382832"/>
                    <a:gd name="connsiteX66" fmla="*/ 441011 w 1372810"/>
                    <a:gd name="connsiteY66" fmla="*/ 791901 h 1382832"/>
                    <a:gd name="connsiteX67" fmla="*/ 658816 w 1372810"/>
                    <a:gd name="connsiteY67" fmla="*/ 825556 h 1382832"/>
                    <a:gd name="connsiteX68" fmla="*/ 569154 w 1372810"/>
                    <a:gd name="connsiteY68" fmla="*/ 809554 h 1382832"/>
                    <a:gd name="connsiteX69" fmla="*/ 441011 w 1372810"/>
                    <a:gd name="connsiteY69" fmla="*/ 791901 h 1382832"/>
                    <a:gd name="connsiteX70" fmla="*/ 303597 w 1372810"/>
                    <a:gd name="connsiteY70" fmla="*/ 842447 h 1382832"/>
                    <a:gd name="connsiteX71" fmla="*/ 288992 w 1372810"/>
                    <a:gd name="connsiteY71" fmla="*/ 872038 h 1382832"/>
                    <a:gd name="connsiteX72" fmla="*/ 345380 w 1372810"/>
                    <a:gd name="connsiteY72" fmla="*/ 922457 h 1382832"/>
                    <a:gd name="connsiteX73" fmla="*/ 332934 w 1372810"/>
                    <a:gd name="connsiteY73" fmla="*/ 1080318 h 1382832"/>
                    <a:gd name="connsiteX74" fmla="*/ 384369 w 1372810"/>
                    <a:gd name="connsiteY74" fmla="*/ 1008817 h 1382832"/>
                    <a:gd name="connsiteX75" fmla="*/ 303597 w 1372810"/>
                    <a:gd name="connsiteY75" fmla="*/ 842447 h 1382832"/>
                    <a:gd name="connsiteX76" fmla="*/ 1154370 w 1372810"/>
                    <a:gd name="connsiteY76" fmla="*/ 961573 h 1382832"/>
                    <a:gd name="connsiteX77" fmla="*/ 1130875 w 1372810"/>
                    <a:gd name="connsiteY77" fmla="*/ 1154613 h 1382832"/>
                    <a:gd name="connsiteX78" fmla="*/ 1261431 w 1372810"/>
                    <a:gd name="connsiteY78" fmla="*/ 1210239 h 1382832"/>
                    <a:gd name="connsiteX79" fmla="*/ 1263707 w 1372810"/>
                    <a:gd name="connsiteY79" fmla="*/ 1189880 h 1382832"/>
                    <a:gd name="connsiteX80" fmla="*/ 1357316 w 1372810"/>
                    <a:gd name="connsiteY80" fmla="*/ 1192967 h 1382832"/>
                    <a:gd name="connsiteX81" fmla="*/ 1258637 w 1372810"/>
                    <a:gd name="connsiteY81" fmla="*/ 1133404 h 1382832"/>
                    <a:gd name="connsiteX82" fmla="*/ 1291934 w 1372810"/>
                    <a:gd name="connsiteY82" fmla="*/ 1144922 h 1382832"/>
                    <a:gd name="connsiteX83" fmla="*/ 1281304 w 1372810"/>
                    <a:gd name="connsiteY83" fmla="*/ 1102940 h 1382832"/>
                    <a:gd name="connsiteX84" fmla="*/ 1296229 w 1372810"/>
                    <a:gd name="connsiteY84" fmla="*/ 1079175 h 1382832"/>
                    <a:gd name="connsiteX85" fmla="*/ 1287937 w 1372810"/>
                    <a:gd name="connsiteY85" fmla="*/ 1075072 h 1382832"/>
                    <a:gd name="connsiteX86" fmla="*/ 1300439 w 1372810"/>
                    <a:gd name="connsiteY86" fmla="*/ 1049963 h 1382832"/>
                    <a:gd name="connsiteX87" fmla="*/ 1235269 w 1372810"/>
                    <a:gd name="connsiteY87" fmla="*/ 995101 h 1382832"/>
                    <a:gd name="connsiteX88" fmla="*/ 1341060 w 1372810"/>
                    <a:gd name="connsiteY88" fmla="*/ 918647 h 1382832"/>
                    <a:gd name="connsiteX89" fmla="*/ 1301944 w 1372810"/>
                    <a:gd name="connsiteY89" fmla="*/ 879658 h 1382832"/>
                    <a:gd name="connsiteX90" fmla="*/ 1154370 w 1372810"/>
                    <a:gd name="connsiteY90" fmla="*/ 961573 h 1382832"/>
                    <a:gd name="connsiteX91" fmla="*/ 857063 w 1372810"/>
                    <a:gd name="connsiteY91" fmla="*/ 928426 h 1382832"/>
                    <a:gd name="connsiteX92" fmla="*/ 878272 w 1372810"/>
                    <a:gd name="connsiteY92" fmla="*/ 1047806 h 1382832"/>
                    <a:gd name="connsiteX93" fmla="*/ 905704 w 1372810"/>
                    <a:gd name="connsiteY93" fmla="*/ 1287709 h 1382832"/>
                    <a:gd name="connsiteX94" fmla="*/ 1188660 w 1372810"/>
                    <a:gd name="connsiteY94" fmla="*/ 1221288 h 1382832"/>
                    <a:gd name="connsiteX95" fmla="*/ 1073344 w 1372810"/>
                    <a:gd name="connsiteY95" fmla="*/ 1047171 h 1382832"/>
                    <a:gd name="connsiteX96" fmla="*/ 973522 w 1372810"/>
                    <a:gd name="connsiteY96" fmla="*/ 1185093 h 1382832"/>
                    <a:gd name="connsiteX97" fmla="*/ 945201 w 1372810"/>
                    <a:gd name="connsiteY97" fmla="*/ 1234496 h 1382832"/>
                    <a:gd name="connsiteX98" fmla="*/ 974665 w 1372810"/>
                    <a:gd name="connsiteY98" fmla="*/ 1113719 h 1382832"/>
                    <a:gd name="connsiteX99" fmla="*/ 857063 w 1372810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83275 w 1358918"/>
                    <a:gd name="connsiteY7" fmla="*/ 857941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341060 w 1358918"/>
                    <a:gd name="connsiteY88" fmla="*/ 918647 h 1382832"/>
                    <a:gd name="connsiteX89" fmla="*/ 1301944 w 1358918"/>
                    <a:gd name="connsiteY89" fmla="*/ 879658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83275 w 1358918"/>
                    <a:gd name="connsiteY7" fmla="*/ 857941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220848 w 1358918"/>
                    <a:gd name="connsiteY88" fmla="*/ 971540 h 1382832"/>
                    <a:gd name="connsiteX89" fmla="*/ 1301944 w 1358918"/>
                    <a:gd name="connsiteY89" fmla="*/ 879658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83275 w 1358918"/>
                    <a:gd name="connsiteY7" fmla="*/ 857941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220848 w 1358918"/>
                    <a:gd name="connsiteY88" fmla="*/ 971540 h 1382832"/>
                    <a:gd name="connsiteX89" fmla="*/ 1225009 w 1358918"/>
                    <a:gd name="connsiteY89" fmla="*/ 951785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49616 w 1358918"/>
                    <a:gd name="connsiteY7" fmla="*/ 920452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220848 w 1358918"/>
                    <a:gd name="connsiteY88" fmla="*/ 971540 h 1382832"/>
                    <a:gd name="connsiteX89" fmla="*/ 1225009 w 1358918"/>
                    <a:gd name="connsiteY89" fmla="*/ 951785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17776"/>
                    <a:gd name="connsiteY0" fmla="*/ 471353 h 1382832"/>
                    <a:gd name="connsiteX1" fmla="*/ 1075122 w 1317776"/>
                    <a:gd name="connsiteY1" fmla="*/ 553776 h 1382832"/>
                    <a:gd name="connsiteX2" fmla="*/ 994858 w 1317776"/>
                    <a:gd name="connsiteY2" fmla="*/ 638104 h 1382832"/>
                    <a:gd name="connsiteX3" fmla="*/ 900370 w 1317776"/>
                    <a:gd name="connsiteY3" fmla="*/ 733100 h 1382832"/>
                    <a:gd name="connsiteX4" fmla="*/ 765623 w 1317776"/>
                    <a:gd name="connsiteY4" fmla="*/ 795330 h 1382832"/>
                    <a:gd name="connsiteX5" fmla="*/ 993715 w 1317776"/>
                    <a:gd name="connsiteY5" fmla="*/ 1098479 h 1382832"/>
                    <a:gd name="connsiteX6" fmla="*/ 1109666 w 1317776"/>
                    <a:gd name="connsiteY6" fmla="*/ 968558 h 1382832"/>
                    <a:gd name="connsiteX7" fmla="*/ 1249616 w 1317776"/>
                    <a:gd name="connsiteY7" fmla="*/ 920452 h 1382832"/>
                    <a:gd name="connsiteX8" fmla="*/ 1185280 w 1317776"/>
                    <a:gd name="connsiteY8" fmla="*/ 1016669 h 1382832"/>
                    <a:gd name="connsiteX9" fmla="*/ 1290260 w 1317776"/>
                    <a:gd name="connsiteY9" fmla="*/ 991291 h 1382832"/>
                    <a:gd name="connsiteX10" fmla="*/ 1286974 w 1317776"/>
                    <a:gd name="connsiteY10" fmla="*/ 1024887 h 1382832"/>
                    <a:gd name="connsiteX11" fmla="*/ 1290897 w 1317776"/>
                    <a:gd name="connsiteY11" fmla="*/ 1084613 h 1382832"/>
                    <a:gd name="connsiteX12" fmla="*/ 1317769 w 1317776"/>
                    <a:gd name="connsiteY12" fmla="*/ 1169833 h 1382832"/>
                    <a:gd name="connsiteX13" fmla="*/ 1212428 w 1317776"/>
                    <a:gd name="connsiteY13" fmla="*/ 1164551 h 1382832"/>
                    <a:gd name="connsiteX14" fmla="*/ 1290721 w 1317776"/>
                    <a:gd name="connsiteY14" fmla="*/ 1184307 h 1382832"/>
                    <a:gd name="connsiteX15" fmla="*/ 1222569 w 1317776"/>
                    <a:gd name="connsiteY15" fmla="*/ 1229162 h 1382832"/>
                    <a:gd name="connsiteX16" fmla="*/ 1041340 w 1317776"/>
                    <a:gd name="connsiteY16" fmla="*/ 1330381 h 1382832"/>
                    <a:gd name="connsiteX17" fmla="*/ 907228 w 1317776"/>
                    <a:gd name="connsiteY17" fmla="*/ 1317300 h 1382832"/>
                    <a:gd name="connsiteX18" fmla="*/ 909260 w 1317776"/>
                    <a:gd name="connsiteY18" fmla="*/ 1373180 h 1382832"/>
                    <a:gd name="connsiteX19" fmla="*/ 884622 w 1317776"/>
                    <a:gd name="connsiteY19" fmla="*/ 1371656 h 1382832"/>
                    <a:gd name="connsiteX20" fmla="*/ 878780 w 1317776"/>
                    <a:gd name="connsiteY20" fmla="*/ 1297234 h 1382832"/>
                    <a:gd name="connsiteX21" fmla="*/ 820106 w 1317776"/>
                    <a:gd name="connsiteY21" fmla="*/ 891596 h 1382832"/>
                    <a:gd name="connsiteX22" fmla="*/ 747208 w 1317776"/>
                    <a:gd name="connsiteY22" fmla="*/ 818825 h 1382832"/>
                    <a:gd name="connsiteX23" fmla="*/ 424882 w 1317776"/>
                    <a:gd name="connsiteY23" fmla="*/ 817174 h 1382832"/>
                    <a:gd name="connsiteX24" fmla="*/ 337125 w 1317776"/>
                    <a:gd name="connsiteY24" fmla="*/ 819333 h 1382832"/>
                    <a:gd name="connsiteX25" fmla="*/ 407610 w 1317776"/>
                    <a:gd name="connsiteY25" fmla="*/ 1031169 h 1382832"/>
                    <a:gd name="connsiteX26" fmla="*/ 322774 w 1317776"/>
                    <a:gd name="connsiteY26" fmla="*/ 1110290 h 1382832"/>
                    <a:gd name="connsiteX27" fmla="*/ 288357 w 1317776"/>
                    <a:gd name="connsiteY27" fmla="*/ 1335588 h 1382832"/>
                    <a:gd name="connsiteX28" fmla="*/ 283023 w 1317776"/>
                    <a:gd name="connsiteY28" fmla="*/ 1371656 h 1382832"/>
                    <a:gd name="connsiteX29" fmla="*/ 259020 w 1317776"/>
                    <a:gd name="connsiteY29" fmla="*/ 1376355 h 1382832"/>
                    <a:gd name="connsiteX30" fmla="*/ 323409 w 1317776"/>
                    <a:gd name="connsiteY30" fmla="*/ 997006 h 1382832"/>
                    <a:gd name="connsiteX31" fmla="*/ 305629 w 1317776"/>
                    <a:gd name="connsiteY31" fmla="*/ 913186 h 1382832"/>
                    <a:gd name="connsiteX32" fmla="*/ 229556 w 1317776"/>
                    <a:gd name="connsiteY32" fmla="*/ 939348 h 1382832"/>
                    <a:gd name="connsiteX33" fmla="*/ 18228 w 1317776"/>
                    <a:gd name="connsiteY33" fmla="*/ 1370513 h 1382832"/>
                    <a:gd name="connsiteX34" fmla="*/ 2099 w 1317776"/>
                    <a:gd name="connsiteY34" fmla="*/ 1382832 h 1382832"/>
                    <a:gd name="connsiteX35" fmla="*/ 17212 w 1317776"/>
                    <a:gd name="connsiteY35" fmla="*/ 1286566 h 1382832"/>
                    <a:gd name="connsiteX36" fmla="*/ 107001 w 1317776"/>
                    <a:gd name="connsiteY36" fmla="*/ 1065586 h 1382832"/>
                    <a:gd name="connsiteX37" fmla="*/ 216983 w 1317776"/>
                    <a:gd name="connsiteY37" fmla="*/ 915091 h 1382832"/>
                    <a:gd name="connsiteX38" fmla="*/ 304867 w 1317776"/>
                    <a:gd name="connsiteY38" fmla="*/ 813491 h 1382832"/>
                    <a:gd name="connsiteX39" fmla="*/ 391481 w 1317776"/>
                    <a:gd name="connsiteY39" fmla="*/ 779328 h 1382832"/>
                    <a:gd name="connsiteX40" fmla="*/ 252924 w 1317776"/>
                    <a:gd name="connsiteY40" fmla="*/ 699191 h 1382832"/>
                    <a:gd name="connsiteX41" fmla="*/ 138243 w 1317776"/>
                    <a:gd name="connsiteY41" fmla="*/ 584002 h 1382832"/>
                    <a:gd name="connsiteX42" fmla="*/ 83633 w 1317776"/>
                    <a:gd name="connsiteY42" fmla="*/ 501452 h 1382832"/>
                    <a:gd name="connsiteX43" fmla="*/ 139767 w 1317776"/>
                    <a:gd name="connsiteY43" fmla="*/ 267645 h 1382832"/>
                    <a:gd name="connsiteX44" fmla="*/ 413198 w 1317776"/>
                    <a:gd name="connsiteY44" fmla="*/ 21138 h 1382832"/>
                    <a:gd name="connsiteX45" fmla="*/ 730698 w 1317776"/>
                    <a:gd name="connsiteY45" fmla="*/ 17836 h 1382832"/>
                    <a:gd name="connsiteX46" fmla="*/ 912643 w 1317776"/>
                    <a:gd name="connsiteY46" fmla="*/ 121183 h 1382832"/>
                    <a:gd name="connsiteX47" fmla="*/ 1056509 w 1317776"/>
                    <a:gd name="connsiteY47" fmla="*/ 366250 h 1382832"/>
                    <a:gd name="connsiteX48" fmla="*/ 175327 w 1317776"/>
                    <a:gd name="connsiteY48" fmla="*/ 251516 h 1382832"/>
                    <a:gd name="connsiteX49" fmla="*/ 227270 w 1317776"/>
                    <a:gd name="connsiteY49" fmla="*/ 268661 h 1382832"/>
                    <a:gd name="connsiteX50" fmla="*/ 284801 w 1317776"/>
                    <a:gd name="connsiteY50" fmla="*/ 423601 h 1382832"/>
                    <a:gd name="connsiteX51" fmla="*/ 256607 w 1317776"/>
                    <a:gd name="connsiteY51" fmla="*/ 563936 h 1382832"/>
                    <a:gd name="connsiteX52" fmla="*/ 204283 w 1317776"/>
                    <a:gd name="connsiteY52" fmla="*/ 610672 h 1382832"/>
                    <a:gd name="connsiteX53" fmla="*/ 615128 w 1317776"/>
                    <a:gd name="connsiteY53" fmla="*/ 786948 h 1382832"/>
                    <a:gd name="connsiteX54" fmla="*/ 979491 w 1317776"/>
                    <a:gd name="connsiteY54" fmla="*/ 614609 h 1382832"/>
                    <a:gd name="connsiteX55" fmla="*/ 1018353 w 1317776"/>
                    <a:gd name="connsiteY55" fmla="*/ 320604 h 1382832"/>
                    <a:gd name="connsiteX56" fmla="*/ 672151 w 1317776"/>
                    <a:gd name="connsiteY56" fmla="*/ 31679 h 1382832"/>
                    <a:gd name="connsiteX57" fmla="*/ 175327 w 1317776"/>
                    <a:gd name="connsiteY57" fmla="*/ 251516 h 1382832"/>
                    <a:gd name="connsiteX58" fmla="*/ 159833 w 1317776"/>
                    <a:gd name="connsiteY58" fmla="*/ 286822 h 1382832"/>
                    <a:gd name="connsiteX59" fmla="*/ 104588 w 1317776"/>
                    <a:gd name="connsiteY59" fmla="*/ 475036 h 1382832"/>
                    <a:gd name="connsiteX60" fmla="*/ 197679 w 1317776"/>
                    <a:gd name="connsiteY60" fmla="*/ 581081 h 1382832"/>
                    <a:gd name="connsiteX61" fmla="*/ 250892 w 1317776"/>
                    <a:gd name="connsiteY61" fmla="*/ 499293 h 1382832"/>
                    <a:gd name="connsiteX62" fmla="*/ 234636 w 1317776"/>
                    <a:gd name="connsiteY62" fmla="*/ 323525 h 1382832"/>
                    <a:gd name="connsiteX63" fmla="*/ 159833 w 1317776"/>
                    <a:gd name="connsiteY63" fmla="*/ 286822 h 1382832"/>
                    <a:gd name="connsiteX64" fmla="*/ 1041086 w 1317776"/>
                    <a:gd name="connsiteY64" fmla="*/ 554030 h 1382832"/>
                    <a:gd name="connsiteX65" fmla="*/ 1054736 w 1317776"/>
                    <a:gd name="connsiteY65" fmla="*/ 415202 h 1382832"/>
                    <a:gd name="connsiteX66" fmla="*/ 441011 w 1317776"/>
                    <a:gd name="connsiteY66" fmla="*/ 791901 h 1382832"/>
                    <a:gd name="connsiteX67" fmla="*/ 658816 w 1317776"/>
                    <a:gd name="connsiteY67" fmla="*/ 825556 h 1382832"/>
                    <a:gd name="connsiteX68" fmla="*/ 569154 w 1317776"/>
                    <a:gd name="connsiteY68" fmla="*/ 809554 h 1382832"/>
                    <a:gd name="connsiteX69" fmla="*/ 441011 w 1317776"/>
                    <a:gd name="connsiteY69" fmla="*/ 791901 h 1382832"/>
                    <a:gd name="connsiteX70" fmla="*/ 303597 w 1317776"/>
                    <a:gd name="connsiteY70" fmla="*/ 842447 h 1382832"/>
                    <a:gd name="connsiteX71" fmla="*/ 288992 w 1317776"/>
                    <a:gd name="connsiteY71" fmla="*/ 872038 h 1382832"/>
                    <a:gd name="connsiteX72" fmla="*/ 345380 w 1317776"/>
                    <a:gd name="connsiteY72" fmla="*/ 922457 h 1382832"/>
                    <a:gd name="connsiteX73" fmla="*/ 332934 w 1317776"/>
                    <a:gd name="connsiteY73" fmla="*/ 1080318 h 1382832"/>
                    <a:gd name="connsiteX74" fmla="*/ 384369 w 1317776"/>
                    <a:gd name="connsiteY74" fmla="*/ 1008817 h 1382832"/>
                    <a:gd name="connsiteX75" fmla="*/ 303597 w 1317776"/>
                    <a:gd name="connsiteY75" fmla="*/ 842447 h 1382832"/>
                    <a:gd name="connsiteX76" fmla="*/ 1154370 w 1317776"/>
                    <a:gd name="connsiteY76" fmla="*/ 961573 h 1382832"/>
                    <a:gd name="connsiteX77" fmla="*/ 1130875 w 1317776"/>
                    <a:gd name="connsiteY77" fmla="*/ 1154613 h 1382832"/>
                    <a:gd name="connsiteX78" fmla="*/ 1261431 w 1317776"/>
                    <a:gd name="connsiteY78" fmla="*/ 1210239 h 1382832"/>
                    <a:gd name="connsiteX79" fmla="*/ 1263707 w 1317776"/>
                    <a:gd name="connsiteY79" fmla="*/ 1189880 h 1382832"/>
                    <a:gd name="connsiteX80" fmla="*/ 1217870 w 1317776"/>
                    <a:gd name="connsiteY80" fmla="*/ 1063139 h 1382832"/>
                    <a:gd name="connsiteX81" fmla="*/ 1258637 w 1317776"/>
                    <a:gd name="connsiteY81" fmla="*/ 1133404 h 1382832"/>
                    <a:gd name="connsiteX82" fmla="*/ 1291934 w 1317776"/>
                    <a:gd name="connsiteY82" fmla="*/ 1144922 h 1382832"/>
                    <a:gd name="connsiteX83" fmla="*/ 1281304 w 1317776"/>
                    <a:gd name="connsiteY83" fmla="*/ 1102940 h 1382832"/>
                    <a:gd name="connsiteX84" fmla="*/ 1296229 w 1317776"/>
                    <a:gd name="connsiteY84" fmla="*/ 1079175 h 1382832"/>
                    <a:gd name="connsiteX85" fmla="*/ 1287937 w 1317776"/>
                    <a:gd name="connsiteY85" fmla="*/ 1075072 h 1382832"/>
                    <a:gd name="connsiteX86" fmla="*/ 1300439 w 1317776"/>
                    <a:gd name="connsiteY86" fmla="*/ 1049963 h 1382832"/>
                    <a:gd name="connsiteX87" fmla="*/ 1235269 w 1317776"/>
                    <a:gd name="connsiteY87" fmla="*/ 995101 h 1382832"/>
                    <a:gd name="connsiteX88" fmla="*/ 1220848 w 1317776"/>
                    <a:gd name="connsiteY88" fmla="*/ 971540 h 1382832"/>
                    <a:gd name="connsiteX89" fmla="*/ 1225009 w 1317776"/>
                    <a:gd name="connsiteY89" fmla="*/ 951785 h 1382832"/>
                    <a:gd name="connsiteX90" fmla="*/ 1154370 w 1317776"/>
                    <a:gd name="connsiteY90" fmla="*/ 961573 h 1382832"/>
                    <a:gd name="connsiteX91" fmla="*/ 857063 w 1317776"/>
                    <a:gd name="connsiteY91" fmla="*/ 928426 h 1382832"/>
                    <a:gd name="connsiteX92" fmla="*/ 878272 w 1317776"/>
                    <a:gd name="connsiteY92" fmla="*/ 1047806 h 1382832"/>
                    <a:gd name="connsiteX93" fmla="*/ 905704 w 1317776"/>
                    <a:gd name="connsiteY93" fmla="*/ 1287709 h 1382832"/>
                    <a:gd name="connsiteX94" fmla="*/ 1188660 w 1317776"/>
                    <a:gd name="connsiteY94" fmla="*/ 1221288 h 1382832"/>
                    <a:gd name="connsiteX95" fmla="*/ 1073344 w 1317776"/>
                    <a:gd name="connsiteY95" fmla="*/ 1047171 h 1382832"/>
                    <a:gd name="connsiteX96" fmla="*/ 973522 w 1317776"/>
                    <a:gd name="connsiteY96" fmla="*/ 1185093 h 1382832"/>
                    <a:gd name="connsiteX97" fmla="*/ 945201 w 1317776"/>
                    <a:gd name="connsiteY97" fmla="*/ 1234496 h 1382832"/>
                    <a:gd name="connsiteX98" fmla="*/ 974665 w 1317776"/>
                    <a:gd name="connsiteY98" fmla="*/ 1113719 h 1382832"/>
                    <a:gd name="connsiteX99" fmla="*/ 857063 w 1317776"/>
                    <a:gd name="connsiteY99" fmla="*/ 928426 h 1382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</a:cxnLst>
                  <a:rect l="l" t="t" r="r" b="b"/>
                  <a:pathLst>
                    <a:path w="1317776" h="1382832">
                      <a:moveTo>
                        <a:pt x="1100903" y="471353"/>
                      </a:moveTo>
                      <a:cubicBezTo>
                        <a:pt x="1094934" y="499547"/>
                        <a:pt x="1090108" y="528757"/>
                        <a:pt x="1075122" y="553776"/>
                      </a:cubicBezTo>
                      <a:cubicBezTo>
                        <a:pt x="1055945" y="588574"/>
                        <a:pt x="1017718" y="606227"/>
                        <a:pt x="994858" y="638104"/>
                      </a:cubicBezTo>
                      <a:cubicBezTo>
                        <a:pt x="967680" y="673791"/>
                        <a:pt x="937454" y="707446"/>
                        <a:pt x="900370" y="733100"/>
                      </a:cubicBezTo>
                      <a:cubicBezTo>
                        <a:pt x="858841" y="760405"/>
                        <a:pt x="812613" y="779709"/>
                        <a:pt x="765623" y="795330"/>
                      </a:cubicBezTo>
                      <a:cubicBezTo>
                        <a:pt x="871160" y="870006"/>
                        <a:pt x="929834" y="989894"/>
                        <a:pt x="993715" y="1098479"/>
                      </a:cubicBezTo>
                      <a:cubicBezTo>
                        <a:pt x="1031561" y="1054537"/>
                        <a:pt x="1069915" y="1010976"/>
                        <a:pt x="1109666" y="968558"/>
                      </a:cubicBezTo>
                      <a:cubicBezTo>
                        <a:pt x="1156783" y="917123"/>
                        <a:pt x="1188783" y="952075"/>
                        <a:pt x="1249616" y="920452"/>
                      </a:cubicBezTo>
                      <a:cubicBezTo>
                        <a:pt x="1286319" y="903180"/>
                        <a:pt x="1185153" y="972219"/>
                        <a:pt x="1185280" y="1016669"/>
                      </a:cubicBezTo>
                      <a:cubicBezTo>
                        <a:pt x="1182232" y="1061373"/>
                        <a:pt x="1323534" y="970971"/>
                        <a:pt x="1290260" y="991291"/>
                      </a:cubicBezTo>
                      <a:cubicBezTo>
                        <a:pt x="1367222" y="1005896"/>
                        <a:pt x="1233761" y="958466"/>
                        <a:pt x="1286974" y="1024887"/>
                      </a:cubicBezTo>
                      <a:cubicBezTo>
                        <a:pt x="1314152" y="1063495"/>
                        <a:pt x="1317059" y="1074326"/>
                        <a:pt x="1290897" y="1084613"/>
                      </a:cubicBezTo>
                      <a:cubicBezTo>
                        <a:pt x="1291659" y="1100615"/>
                        <a:pt x="1318277" y="1153704"/>
                        <a:pt x="1317769" y="1169833"/>
                      </a:cubicBezTo>
                      <a:cubicBezTo>
                        <a:pt x="1305958" y="1189518"/>
                        <a:pt x="1231478" y="1158836"/>
                        <a:pt x="1212428" y="1164551"/>
                      </a:cubicBezTo>
                      <a:cubicBezTo>
                        <a:pt x="1210904" y="1172171"/>
                        <a:pt x="1292372" y="1176687"/>
                        <a:pt x="1290721" y="1184307"/>
                      </a:cubicBezTo>
                      <a:cubicBezTo>
                        <a:pt x="1234714" y="1211739"/>
                        <a:pt x="1279719" y="1236909"/>
                        <a:pt x="1222569" y="1229162"/>
                      </a:cubicBezTo>
                      <a:cubicBezTo>
                        <a:pt x="1167578" y="1270945"/>
                        <a:pt x="1111952" y="1318951"/>
                        <a:pt x="1041340" y="1330381"/>
                      </a:cubicBezTo>
                      <a:cubicBezTo>
                        <a:pt x="996382" y="1342192"/>
                        <a:pt x="950662" y="1328857"/>
                        <a:pt x="907228" y="1317300"/>
                      </a:cubicBezTo>
                      <a:cubicBezTo>
                        <a:pt x="907863" y="1335842"/>
                        <a:pt x="908625" y="1354511"/>
                        <a:pt x="909260" y="1373180"/>
                      </a:cubicBezTo>
                      <a:lnTo>
                        <a:pt x="884622" y="1371656"/>
                      </a:lnTo>
                      <a:cubicBezTo>
                        <a:pt x="882336" y="1346764"/>
                        <a:pt x="880939" y="1321999"/>
                        <a:pt x="878780" y="1297234"/>
                      </a:cubicBezTo>
                      <a:cubicBezTo>
                        <a:pt x="867477" y="1160963"/>
                        <a:pt x="854904" y="1024184"/>
                        <a:pt x="820106" y="891596"/>
                      </a:cubicBezTo>
                      <a:cubicBezTo>
                        <a:pt x="811089" y="855020"/>
                        <a:pt x="777942" y="835335"/>
                        <a:pt x="747208" y="818825"/>
                      </a:cubicBezTo>
                      <a:cubicBezTo>
                        <a:pt x="648021" y="873562"/>
                        <a:pt x="526736" y="854893"/>
                        <a:pt x="424882" y="817174"/>
                      </a:cubicBezTo>
                      <a:cubicBezTo>
                        <a:pt x="396561" y="803966"/>
                        <a:pt x="366081" y="815523"/>
                        <a:pt x="337125" y="819333"/>
                      </a:cubicBezTo>
                      <a:cubicBezTo>
                        <a:pt x="379924" y="879785"/>
                        <a:pt x="430470" y="953572"/>
                        <a:pt x="407610" y="1031169"/>
                      </a:cubicBezTo>
                      <a:cubicBezTo>
                        <a:pt x="398085" y="1073079"/>
                        <a:pt x="358461" y="1093780"/>
                        <a:pt x="322774" y="1110290"/>
                      </a:cubicBezTo>
                      <a:cubicBezTo>
                        <a:pt x="311471" y="1185474"/>
                        <a:pt x="293945" y="1259642"/>
                        <a:pt x="288357" y="1335588"/>
                      </a:cubicBezTo>
                      <a:cubicBezTo>
                        <a:pt x="287087" y="1344605"/>
                        <a:pt x="284420" y="1362639"/>
                        <a:pt x="283023" y="1371656"/>
                      </a:cubicBezTo>
                      <a:lnTo>
                        <a:pt x="259020" y="1376355"/>
                      </a:lnTo>
                      <a:cubicBezTo>
                        <a:pt x="267021" y="1247958"/>
                        <a:pt x="295850" y="1122228"/>
                        <a:pt x="323409" y="997006"/>
                      </a:cubicBezTo>
                      <a:cubicBezTo>
                        <a:pt x="329124" y="968558"/>
                        <a:pt x="329632" y="933887"/>
                        <a:pt x="305629" y="913186"/>
                      </a:cubicBezTo>
                      <a:cubicBezTo>
                        <a:pt x="277181" y="895660"/>
                        <a:pt x="247844" y="918012"/>
                        <a:pt x="229556" y="939348"/>
                      </a:cubicBezTo>
                      <a:cubicBezTo>
                        <a:pt x="118812" y="1058728"/>
                        <a:pt x="60900" y="1215954"/>
                        <a:pt x="18228" y="1370513"/>
                      </a:cubicBezTo>
                      <a:lnTo>
                        <a:pt x="2099" y="1382832"/>
                      </a:lnTo>
                      <a:cubicBezTo>
                        <a:pt x="-5394" y="1349558"/>
                        <a:pt x="8957" y="1318062"/>
                        <a:pt x="17212" y="1286566"/>
                      </a:cubicBezTo>
                      <a:cubicBezTo>
                        <a:pt x="36516" y="1209096"/>
                        <a:pt x="70679" y="1136325"/>
                        <a:pt x="107001" y="1065586"/>
                      </a:cubicBezTo>
                      <a:cubicBezTo>
                        <a:pt x="137100" y="1010976"/>
                        <a:pt x="174184" y="960430"/>
                        <a:pt x="216983" y="915091"/>
                      </a:cubicBezTo>
                      <a:cubicBezTo>
                        <a:pt x="248352" y="882960"/>
                        <a:pt x="268545" y="840796"/>
                        <a:pt x="304867" y="813491"/>
                      </a:cubicBezTo>
                      <a:cubicBezTo>
                        <a:pt x="329886" y="793806"/>
                        <a:pt x="361763" y="787964"/>
                        <a:pt x="391481" y="779328"/>
                      </a:cubicBezTo>
                      <a:cubicBezTo>
                        <a:pt x="343475" y="756087"/>
                        <a:pt x="293564" y="734497"/>
                        <a:pt x="252924" y="699191"/>
                      </a:cubicBezTo>
                      <a:cubicBezTo>
                        <a:pt x="209236" y="665790"/>
                        <a:pt x="187392" y="610672"/>
                        <a:pt x="138243" y="584002"/>
                      </a:cubicBezTo>
                      <a:cubicBezTo>
                        <a:pt x="109033" y="565841"/>
                        <a:pt x="90491" y="534599"/>
                        <a:pt x="83633" y="501452"/>
                      </a:cubicBezTo>
                      <a:cubicBezTo>
                        <a:pt x="60900" y="421061"/>
                        <a:pt x="74616" y="324795"/>
                        <a:pt x="139767" y="267645"/>
                      </a:cubicBezTo>
                      <a:cubicBezTo>
                        <a:pt x="191075" y="151567"/>
                        <a:pt x="291278" y="58476"/>
                        <a:pt x="413198" y="21138"/>
                      </a:cubicBezTo>
                      <a:cubicBezTo>
                        <a:pt x="516830" y="-5278"/>
                        <a:pt x="626558" y="-7564"/>
                        <a:pt x="730698" y="17836"/>
                      </a:cubicBezTo>
                      <a:cubicBezTo>
                        <a:pt x="813939" y="34943"/>
                        <a:pt x="876112" y="98221"/>
                        <a:pt x="912643" y="121183"/>
                      </a:cubicBezTo>
                      <a:cubicBezTo>
                        <a:pt x="972579" y="183153"/>
                        <a:pt x="1025963" y="238339"/>
                        <a:pt x="1056509" y="366250"/>
                      </a:cubicBezTo>
                      <a:moveTo>
                        <a:pt x="175327" y="251516"/>
                      </a:moveTo>
                      <a:cubicBezTo>
                        <a:pt x="192726" y="256977"/>
                        <a:pt x="209998" y="262692"/>
                        <a:pt x="227270" y="268661"/>
                      </a:cubicBezTo>
                      <a:cubicBezTo>
                        <a:pt x="268418" y="309682"/>
                        <a:pt x="275276" y="369245"/>
                        <a:pt x="284801" y="423601"/>
                      </a:cubicBezTo>
                      <a:cubicBezTo>
                        <a:pt x="288484" y="471988"/>
                        <a:pt x="270450" y="518470"/>
                        <a:pt x="256607" y="563936"/>
                      </a:cubicBezTo>
                      <a:cubicBezTo>
                        <a:pt x="239970" y="580446"/>
                        <a:pt x="222571" y="596067"/>
                        <a:pt x="204283" y="610672"/>
                      </a:cubicBezTo>
                      <a:cubicBezTo>
                        <a:pt x="296231" y="739450"/>
                        <a:pt x="463490" y="787710"/>
                        <a:pt x="615128" y="786948"/>
                      </a:cubicBezTo>
                      <a:cubicBezTo>
                        <a:pt x="754447" y="793552"/>
                        <a:pt x="900243" y="732338"/>
                        <a:pt x="979491" y="614609"/>
                      </a:cubicBezTo>
                      <a:cubicBezTo>
                        <a:pt x="1036133" y="529773"/>
                        <a:pt x="1058231" y="416743"/>
                        <a:pt x="1018353" y="320604"/>
                      </a:cubicBezTo>
                      <a:cubicBezTo>
                        <a:pt x="969077" y="169474"/>
                        <a:pt x="828742" y="54793"/>
                        <a:pt x="672151" y="31679"/>
                      </a:cubicBezTo>
                      <a:cubicBezTo>
                        <a:pt x="483302" y="-10739"/>
                        <a:pt x="265878" y="75748"/>
                        <a:pt x="175327" y="251516"/>
                      </a:cubicBezTo>
                      <a:moveTo>
                        <a:pt x="159833" y="286822"/>
                      </a:moveTo>
                      <a:cubicBezTo>
                        <a:pt x="97349" y="324033"/>
                        <a:pt x="93285" y="410901"/>
                        <a:pt x="104588" y="475036"/>
                      </a:cubicBezTo>
                      <a:cubicBezTo>
                        <a:pt x="109414" y="523804"/>
                        <a:pt x="139767" y="587050"/>
                        <a:pt x="197679" y="581081"/>
                      </a:cubicBezTo>
                      <a:cubicBezTo>
                        <a:pt x="231715" y="568635"/>
                        <a:pt x="242129" y="530535"/>
                        <a:pt x="250892" y="499293"/>
                      </a:cubicBezTo>
                      <a:cubicBezTo>
                        <a:pt x="268926" y="441127"/>
                        <a:pt x="256353" y="378770"/>
                        <a:pt x="234636" y="323525"/>
                      </a:cubicBezTo>
                      <a:cubicBezTo>
                        <a:pt x="224095" y="294823"/>
                        <a:pt x="190059" y="268915"/>
                        <a:pt x="159833" y="286822"/>
                      </a:cubicBezTo>
                      <a:moveTo>
                        <a:pt x="1041086" y="554030"/>
                      </a:moveTo>
                      <a:cubicBezTo>
                        <a:pt x="1085663" y="495356"/>
                        <a:pt x="1087629" y="479337"/>
                        <a:pt x="1054736" y="415202"/>
                      </a:cubicBezTo>
                      <a:moveTo>
                        <a:pt x="441011" y="791901"/>
                      </a:moveTo>
                      <a:cubicBezTo>
                        <a:pt x="504003" y="832922"/>
                        <a:pt x="586553" y="833176"/>
                        <a:pt x="658816" y="825556"/>
                      </a:cubicBezTo>
                      <a:cubicBezTo>
                        <a:pt x="631384" y="810316"/>
                        <a:pt x="599507" y="811840"/>
                        <a:pt x="569154" y="809554"/>
                      </a:cubicBezTo>
                      <a:cubicBezTo>
                        <a:pt x="526101" y="806633"/>
                        <a:pt x="483937" y="796981"/>
                        <a:pt x="441011" y="791901"/>
                      </a:cubicBezTo>
                      <a:moveTo>
                        <a:pt x="303597" y="842447"/>
                      </a:moveTo>
                      <a:cubicBezTo>
                        <a:pt x="298771" y="852226"/>
                        <a:pt x="293818" y="862132"/>
                        <a:pt x="288992" y="872038"/>
                      </a:cubicBezTo>
                      <a:cubicBezTo>
                        <a:pt x="311725" y="883595"/>
                        <a:pt x="336363" y="896676"/>
                        <a:pt x="345380" y="922457"/>
                      </a:cubicBezTo>
                      <a:cubicBezTo>
                        <a:pt x="365446" y="974273"/>
                        <a:pt x="341062" y="1028629"/>
                        <a:pt x="332934" y="1080318"/>
                      </a:cubicBezTo>
                      <a:cubicBezTo>
                        <a:pt x="360620" y="1066221"/>
                        <a:pt x="386655" y="1042853"/>
                        <a:pt x="384369" y="1008817"/>
                      </a:cubicBezTo>
                      <a:cubicBezTo>
                        <a:pt x="387671" y="947349"/>
                        <a:pt x="365065" y="867593"/>
                        <a:pt x="303597" y="842447"/>
                      </a:cubicBezTo>
                      <a:moveTo>
                        <a:pt x="1154370" y="961573"/>
                      </a:moveTo>
                      <a:cubicBezTo>
                        <a:pt x="1093537" y="1003356"/>
                        <a:pt x="1079059" y="1100130"/>
                        <a:pt x="1130875" y="1154613"/>
                      </a:cubicBezTo>
                      <a:cubicBezTo>
                        <a:pt x="1164276" y="1191189"/>
                        <a:pt x="1215076" y="1200714"/>
                        <a:pt x="1261431" y="1210239"/>
                      </a:cubicBezTo>
                      <a:cubicBezTo>
                        <a:pt x="1298769" y="1216716"/>
                        <a:pt x="1225480" y="1197246"/>
                        <a:pt x="1263707" y="1189880"/>
                      </a:cubicBezTo>
                      <a:cubicBezTo>
                        <a:pt x="1267644" y="1173878"/>
                        <a:pt x="1233618" y="1066187"/>
                        <a:pt x="1217870" y="1063139"/>
                      </a:cubicBezTo>
                      <a:cubicBezTo>
                        <a:pt x="1183834" y="1045740"/>
                        <a:pt x="1272734" y="1175695"/>
                        <a:pt x="1258637" y="1133404"/>
                      </a:cubicBezTo>
                      <a:cubicBezTo>
                        <a:pt x="1322010" y="1145088"/>
                        <a:pt x="1224624" y="1156098"/>
                        <a:pt x="1291934" y="1144922"/>
                      </a:cubicBezTo>
                      <a:cubicBezTo>
                        <a:pt x="1281139" y="1125745"/>
                        <a:pt x="1308482" y="1104845"/>
                        <a:pt x="1281304" y="1102940"/>
                      </a:cubicBezTo>
                      <a:cubicBezTo>
                        <a:pt x="1245744" y="1088462"/>
                        <a:pt x="1310580" y="1123752"/>
                        <a:pt x="1296229" y="1079175"/>
                      </a:cubicBezTo>
                      <a:cubicBezTo>
                        <a:pt x="1361507" y="1082604"/>
                        <a:pt x="1222151" y="1079517"/>
                        <a:pt x="1287937" y="1075072"/>
                      </a:cubicBezTo>
                      <a:cubicBezTo>
                        <a:pt x="1288445" y="1070119"/>
                        <a:pt x="1299931" y="1054916"/>
                        <a:pt x="1300439" y="1049963"/>
                      </a:cubicBezTo>
                      <a:cubicBezTo>
                        <a:pt x="1234399" y="978081"/>
                        <a:pt x="1315279" y="1039678"/>
                        <a:pt x="1235269" y="995101"/>
                      </a:cubicBezTo>
                      <a:cubicBezTo>
                        <a:pt x="1267400" y="965129"/>
                        <a:pt x="1194813" y="1007862"/>
                        <a:pt x="1220848" y="971540"/>
                      </a:cubicBezTo>
                      <a:cubicBezTo>
                        <a:pt x="1236977" y="948426"/>
                        <a:pt x="1248250" y="939847"/>
                        <a:pt x="1225009" y="951785"/>
                      </a:cubicBezTo>
                      <a:cubicBezTo>
                        <a:pt x="1172685" y="972486"/>
                        <a:pt x="1200217" y="928807"/>
                        <a:pt x="1154370" y="961573"/>
                      </a:cubicBezTo>
                      <a:moveTo>
                        <a:pt x="857063" y="928426"/>
                      </a:moveTo>
                      <a:cubicBezTo>
                        <a:pt x="862905" y="968431"/>
                        <a:pt x="869509" y="1008309"/>
                        <a:pt x="878272" y="1047806"/>
                      </a:cubicBezTo>
                      <a:cubicBezTo>
                        <a:pt x="894655" y="1126800"/>
                        <a:pt x="890718" y="1208461"/>
                        <a:pt x="905704" y="1287709"/>
                      </a:cubicBezTo>
                      <a:cubicBezTo>
                        <a:pt x="1003113" y="1335334"/>
                        <a:pt x="1115635" y="1292789"/>
                        <a:pt x="1188660" y="1221288"/>
                      </a:cubicBezTo>
                      <a:cubicBezTo>
                        <a:pt x="1114238" y="1199063"/>
                        <a:pt x="1062930" y="1125403"/>
                        <a:pt x="1073344" y="1047171"/>
                      </a:cubicBezTo>
                      <a:cubicBezTo>
                        <a:pt x="1035625" y="1089335"/>
                        <a:pt x="991429" y="1129975"/>
                        <a:pt x="973522" y="1185093"/>
                      </a:cubicBezTo>
                      <a:cubicBezTo>
                        <a:pt x="968823" y="1204016"/>
                        <a:pt x="958917" y="1220653"/>
                        <a:pt x="945201" y="1234496"/>
                      </a:cubicBezTo>
                      <a:cubicBezTo>
                        <a:pt x="926659" y="1190300"/>
                        <a:pt x="968823" y="1153851"/>
                        <a:pt x="974665" y="1113719"/>
                      </a:cubicBezTo>
                      <a:cubicBezTo>
                        <a:pt x="938978" y="1049838"/>
                        <a:pt x="899481" y="988116"/>
                        <a:pt x="857063" y="928426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1" name="任意形状 1210">
                  <a:extLst>
                    <a:ext uri="{FF2B5EF4-FFF2-40B4-BE49-F238E27FC236}">
                      <a16:creationId xmlns:a16="http://schemas.microsoft.com/office/drawing/2014/main" id="{C675DCB2-0AE8-2C95-B8FA-5D75A2F2E9FA}"/>
                    </a:ext>
                  </a:extLst>
                </p:cNvPr>
                <p:cNvSpPr/>
                <p:nvPr/>
              </p:nvSpPr>
              <p:spPr>
                <a:xfrm>
                  <a:off x="473959" y="874495"/>
                  <a:ext cx="356515" cy="277723"/>
                </a:xfrm>
                <a:custGeom>
                  <a:avLst/>
                  <a:gdLst>
                    <a:gd name="connsiteX0" fmla="*/ 18840 w 654613"/>
                    <a:gd name="connsiteY0" fmla="*/ 154795 h 509939"/>
                    <a:gd name="connsiteX1" fmla="*/ 227374 w 654613"/>
                    <a:gd name="connsiteY1" fmla="*/ 3792 h 509939"/>
                    <a:gd name="connsiteX2" fmla="*/ 610406 w 654613"/>
                    <a:gd name="connsiteY2" fmla="*/ 90660 h 509939"/>
                    <a:gd name="connsiteX3" fmla="*/ 643299 w 654613"/>
                    <a:gd name="connsiteY3" fmla="*/ 311132 h 509939"/>
                    <a:gd name="connsiteX4" fmla="*/ 430828 w 654613"/>
                    <a:gd name="connsiteY4" fmla="*/ 499346 h 509939"/>
                    <a:gd name="connsiteX5" fmla="*/ 113455 w 654613"/>
                    <a:gd name="connsiteY5" fmla="*/ 453626 h 509939"/>
                    <a:gd name="connsiteX6" fmla="*/ 18840 w 654613"/>
                    <a:gd name="connsiteY6" fmla="*/ 154795 h 509939"/>
                    <a:gd name="connsiteX7" fmla="*/ 193592 w 654613"/>
                    <a:gd name="connsiteY7" fmla="*/ 34653 h 509939"/>
                    <a:gd name="connsiteX8" fmla="*/ 41573 w 654613"/>
                    <a:gd name="connsiteY8" fmla="*/ 331198 h 509939"/>
                    <a:gd name="connsiteX9" fmla="*/ 145332 w 654613"/>
                    <a:gd name="connsiteY9" fmla="*/ 441815 h 509939"/>
                    <a:gd name="connsiteX10" fmla="*/ 405682 w 654613"/>
                    <a:gd name="connsiteY10" fmla="*/ 479407 h 509939"/>
                    <a:gd name="connsiteX11" fmla="*/ 625773 w 654613"/>
                    <a:gd name="connsiteY11" fmla="*/ 257665 h 509939"/>
                    <a:gd name="connsiteX12" fmla="*/ 578656 w 654613"/>
                    <a:gd name="connsiteY12" fmla="*/ 97518 h 509939"/>
                    <a:gd name="connsiteX13" fmla="*/ 193592 w 654613"/>
                    <a:gd name="connsiteY13" fmla="*/ 34653 h 509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54613" h="509939">
                      <a:moveTo>
                        <a:pt x="18840" y="154795"/>
                      </a:moveTo>
                      <a:cubicBezTo>
                        <a:pt x="46526" y="65006"/>
                        <a:pt x="136950" y="10142"/>
                        <a:pt x="227374" y="3792"/>
                      </a:cubicBezTo>
                      <a:cubicBezTo>
                        <a:pt x="358565" y="-5479"/>
                        <a:pt x="507790" y="-4844"/>
                        <a:pt x="610406" y="90660"/>
                      </a:cubicBezTo>
                      <a:cubicBezTo>
                        <a:pt x="659936" y="151874"/>
                        <a:pt x="662984" y="237853"/>
                        <a:pt x="643299" y="311132"/>
                      </a:cubicBezTo>
                      <a:cubicBezTo>
                        <a:pt x="613073" y="406636"/>
                        <a:pt x="527094" y="477121"/>
                        <a:pt x="430828" y="499346"/>
                      </a:cubicBezTo>
                      <a:cubicBezTo>
                        <a:pt x="324148" y="522460"/>
                        <a:pt x="208832" y="507982"/>
                        <a:pt x="113455" y="453626"/>
                      </a:cubicBezTo>
                      <a:cubicBezTo>
                        <a:pt x="12236" y="396222"/>
                        <a:pt x="-26626" y="259697"/>
                        <a:pt x="18840" y="154795"/>
                      </a:cubicBezTo>
                      <a:moveTo>
                        <a:pt x="193592" y="34653"/>
                      </a:moveTo>
                      <a:cubicBezTo>
                        <a:pt x="63417" y="54846"/>
                        <a:pt x="-10370" y="214739"/>
                        <a:pt x="41573" y="331198"/>
                      </a:cubicBezTo>
                      <a:cubicBezTo>
                        <a:pt x="58210" y="381109"/>
                        <a:pt x="98977" y="418828"/>
                        <a:pt x="145332" y="441815"/>
                      </a:cubicBezTo>
                      <a:cubicBezTo>
                        <a:pt x="224580" y="484106"/>
                        <a:pt x="317925" y="490202"/>
                        <a:pt x="405682" y="479407"/>
                      </a:cubicBezTo>
                      <a:cubicBezTo>
                        <a:pt x="515029" y="462516"/>
                        <a:pt x="619169" y="372473"/>
                        <a:pt x="625773" y="257665"/>
                      </a:cubicBezTo>
                      <a:cubicBezTo>
                        <a:pt x="630599" y="201531"/>
                        <a:pt x="628694" y="133967"/>
                        <a:pt x="578656" y="97518"/>
                      </a:cubicBezTo>
                      <a:cubicBezTo>
                        <a:pt x="471087" y="10904"/>
                        <a:pt x="322497" y="20683"/>
                        <a:pt x="193592" y="34653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2" name="任意形状 1211">
                  <a:extLst>
                    <a:ext uri="{FF2B5EF4-FFF2-40B4-BE49-F238E27FC236}">
                      <a16:creationId xmlns:a16="http://schemas.microsoft.com/office/drawing/2014/main" id="{03714EAA-2FF5-A02F-AED9-01AB3D26E19C}"/>
                    </a:ext>
                  </a:extLst>
                </p:cNvPr>
                <p:cNvSpPr/>
                <p:nvPr/>
              </p:nvSpPr>
              <p:spPr>
                <a:xfrm>
                  <a:off x="585914" y="1244790"/>
                  <a:ext cx="93860" cy="98275"/>
                </a:xfrm>
                <a:custGeom>
                  <a:avLst/>
                  <a:gdLst>
                    <a:gd name="connsiteX0" fmla="*/ 52670 w 172341"/>
                    <a:gd name="connsiteY0" fmla="*/ 5741 h 180447"/>
                    <a:gd name="connsiteX1" fmla="*/ 171542 w 172341"/>
                    <a:gd name="connsiteY1" fmla="*/ 86259 h 180447"/>
                    <a:gd name="connsiteX2" fmla="*/ 42891 w 172341"/>
                    <a:gd name="connsiteY2" fmla="*/ 166904 h 180447"/>
                    <a:gd name="connsiteX3" fmla="*/ 52670 w 172341"/>
                    <a:gd name="connsiteY3" fmla="*/ 5741 h 180447"/>
                    <a:gd name="connsiteX4" fmla="*/ 64989 w 172341"/>
                    <a:gd name="connsiteY4" fmla="*/ 29490 h 180447"/>
                    <a:gd name="connsiteX5" fmla="*/ 53178 w 172341"/>
                    <a:gd name="connsiteY5" fmla="*/ 142774 h 180447"/>
                    <a:gd name="connsiteX6" fmla="*/ 145380 w 172341"/>
                    <a:gd name="connsiteY6" fmla="*/ 86513 h 180447"/>
                    <a:gd name="connsiteX7" fmla="*/ 64989 w 172341"/>
                    <a:gd name="connsiteY7" fmla="*/ 29490 h 18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72341" h="180447">
                      <a:moveTo>
                        <a:pt x="52670" y="5741"/>
                      </a:moveTo>
                      <a:cubicBezTo>
                        <a:pt x="107280" y="-15595"/>
                        <a:pt x="175859" y="25045"/>
                        <a:pt x="171542" y="86259"/>
                      </a:cubicBezTo>
                      <a:cubicBezTo>
                        <a:pt x="181448" y="151791"/>
                        <a:pt x="97120" y="206909"/>
                        <a:pt x="42891" y="166904"/>
                      </a:cubicBezTo>
                      <a:cubicBezTo>
                        <a:pt x="-16926" y="132614"/>
                        <a:pt x="-14640" y="29236"/>
                        <a:pt x="52670" y="5741"/>
                      </a:cubicBezTo>
                      <a:moveTo>
                        <a:pt x="64989" y="29490"/>
                      </a:moveTo>
                      <a:cubicBezTo>
                        <a:pt x="18125" y="45111"/>
                        <a:pt x="11649" y="117374"/>
                        <a:pt x="53178" y="142774"/>
                      </a:cubicBezTo>
                      <a:cubicBezTo>
                        <a:pt x="92548" y="175159"/>
                        <a:pt x="153126" y="134646"/>
                        <a:pt x="145380" y="86513"/>
                      </a:cubicBezTo>
                      <a:cubicBezTo>
                        <a:pt x="148300" y="45619"/>
                        <a:pt x="102200" y="15266"/>
                        <a:pt x="64989" y="29490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3" name="任意形状 1212">
                  <a:extLst>
                    <a:ext uri="{FF2B5EF4-FFF2-40B4-BE49-F238E27FC236}">
                      <a16:creationId xmlns:a16="http://schemas.microsoft.com/office/drawing/2014/main" id="{9C654A5B-7394-02AB-9435-05400D85DBCF}"/>
                    </a:ext>
                  </a:extLst>
                </p:cNvPr>
                <p:cNvSpPr/>
                <p:nvPr/>
              </p:nvSpPr>
              <p:spPr>
                <a:xfrm>
                  <a:off x="371893" y="767908"/>
                  <a:ext cx="270579" cy="134866"/>
                </a:xfrm>
                <a:custGeom>
                  <a:avLst/>
                  <a:gdLst>
                    <a:gd name="connsiteX0" fmla="*/ 0 w 496823"/>
                    <a:gd name="connsiteY0" fmla="*/ 230489 h 247634"/>
                    <a:gd name="connsiteX1" fmla="*/ 496824 w 496823"/>
                    <a:gd name="connsiteY1" fmla="*/ 10652 h 247634"/>
                    <a:gd name="connsiteX2" fmla="*/ 51943 w 496823"/>
                    <a:gd name="connsiteY2" fmla="*/ 247634 h 247634"/>
                    <a:gd name="connsiteX3" fmla="*/ 0 w 496823"/>
                    <a:gd name="connsiteY3" fmla="*/ 230489 h 247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6823" h="247634">
                      <a:moveTo>
                        <a:pt x="0" y="230489"/>
                      </a:moveTo>
                      <a:cubicBezTo>
                        <a:pt x="90551" y="54721"/>
                        <a:pt x="307975" y="-31766"/>
                        <a:pt x="496824" y="10652"/>
                      </a:cubicBezTo>
                      <a:cubicBezTo>
                        <a:pt x="331724" y="45577"/>
                        <a:pt x="157734" y="108823"/>
                        <a:pt x="51943" y="247634"/>
                      </a:cubicBezTo>
                      <a:cubicBezTo>
                        <a:pt x="34671" y="241665"/>
                        <a:pt x="17399" y="235950"/>
                        <a:pt x="0" y="230489"/>
                      </a:cubicBezTo>
                      <a:close/>
                    </a:path>
                  </a:pathLst>
                </a:custGeom>
                <a:solidFill>
                  <a:srgbClr val="FEFEFE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4" name="任意形状 1213">
                  <a:extLst>
                    <a:ext uri="{FF2B5EF4-FFF2-40B4-BE49-F238E27FC236}">
                      <a16:creationId xmlns:a16="http://schemas.microsoft.com/office/drawing/2014/main" id="{FFBE9CB5-1D54-A203-F4B7-159C633F9A8C}"/>
                    </a:ext>
                  </a:extLst>
                </p:cNvPr>
                <p:cNvSpPr/>
                <p:nvPr/>
              </p:nvSpPr>
              <p:spPr>
                <a:xfrm>
                  <a:off x="400183" y="773709"/>
                  <a:ext cx="430839" cy="350625"/>
                </a:xfrm>
                <a:custGeom>
                  <a:avLst/>
                  <a:gdLst>
                    <a:gd name="connsiteX0" fmla="*/ 444881 w 791083"/>
                    <a:gd name="connsiteY0" fmla="*/ 0 h 643798"/>
                    <a:gd name="connsiteX1" fmla="*/ 791083 w 791083"/>
                    <a:gd name="connsiteY1" fmla="*/ 288925 h 643798"/>
                    <a:gd name="connsiteX2" fmla="*/ 745871 w 791083"/>
                    <a:gd name="connsiteY2" fmla="*/ 275717 h 643798"/>
                    <a:gd name="connsiteX3" fmla="*/ 362839 w 791083"/>
                    <a:gd name="connsiteY3" fmla="*/ 188849 h 643798"/>
                    <a:gd name="connsiteX4" fmla="*/ 154305 w 791083"/>
                    <a:gd name="connsiteY4" fmla="*/ 339852 h 643798"/>
                    <a:gd name="connsiteX5" fmla="*/ 248920 w 791083"/>
                    <a:gd name="connsiteY5" fmla="*/ 638683 h 643798"/>
                    <a:gd name="connsiteX6" fmla="*/ 189611 w 791083"/>
                    <a:gd name="connsiteY6" fmla="*/ 639445 h 643798"/>
                    <a:gd name="connsiteX7" fmla="*/ 29337 w 791083"/>
                    <a:gd name="connsiteY7" fmla="*/ 532257 h 643798"/>
                    <a:gd name="connsiteX8" fmla="*/ 57531 w 791083"/>
                    <a:gd name="connsiteY8" fmla="*/ 391922 h 643798"/>
                    <a:gd name="connsiteX9" fmla="*/ 0 w 791083"/>
                    <a:gd name="connsiteY9" fmla="*/ 236982 h 643798"/>
                    <a:gd name="connsiteX10" fmla="*/ 444881 w 791083"/>
                    <a:gd name="connsiteY10" fmla="*/ 0 h 643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91083" h="643798">
                      <a:moveTo>
                        <a:pt x="444881" y="0"/>
                      </a:moveTo>
                      <a:cubicBezTo>
                        <a:pt x="601472" y="23114"/>
                        <a:pt x="741807" y="137795"/>
                        <a:pt x="791083" y="288925"/>
                      </a:cubicBezTo>
                      <a:cubicBezTo>
                        <a:pt x="775843" y="284734"/>
                        <a:pt x="760857" y="280289"/>
                        <a:pt x="745871" y="275717"/>
                      </a:cubicBezTo>
                      <a:cubicBezTo>
                        <a:pt x="643255" y="180213"/>
                        <a:pt x="494030" y="179578"/>
                        <a:pt x="362839" y="188849"/>
                      </a:cubicBezTo>
                      <a:cubicBezTo>
                        <a:pt x="272415" y="195199"/>
                        <a:pt x="181991" y="250063"/>
                        <a:pt x="154305" y="339852"/>
                      </a:cubicBezTo>
                      <a:cubicBezTo>
                        <a:pt x="108839" y="444754"/>
                        <a:pt x="147701" y="581279"/>
                        <a:pt x="248920" y="638683"/>
                      </a:cubicBezTo>
                      <a:cubicBezTo>
                        <a:pt x="229489" y="640588"/>
                        <a:pt x="208534" y="648716"/>
                        <a:pt x="189611" y="639445"/>
                      </a:cubicBezTo>
                      <a:cubicBezTo>
                        <a:pt x="130556" y="613156"/>
                        <a:pt x="81026" y="570230"/>
                        <a:pt x="29337" y="532257"/>
                      </a:cubicBezTo>
                      <a:cubicBezTo>
                        <a:pt x="43180" y="486791"/>
                        <a:pt x="61214" y="440309"/>
                        <a:pt x="57531" y="391922"/>
                      </a:cubicBezTo>
                      <a:cubicBezTo>
                        <a:pt x="48006" y="337566"/>
                        <a:pt x="41148" y="278003"/>
                        <a:pt x="0" y="236982"/>
                      </a:cubicBezTo>
                      <a:cubicBezTo>
                        <a:pt x="105791" y="98171"/>
                        <a:pt x="279781" y="34925"/>
                        <a:pt x="444881" y="0"/>
                      </a:cubicBezTo>
                      <a:close/>
                    </a:path>
                  </a:pathLst>
                </a:custGeom>
                <a:solidFill>
                  <a:srgbClr val="EEEEFC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5" name="任意形状 1214">
                  <a:extLst>
                    <a:ext uri="{FF2B5EF4-FFF2-40B4-BE49-F238E27FC236}">
                      <a16:creationId xmlns:a16="http://schemas.microsoft.com/office/drawing/2014/main" id="{2284FF04-060F-78DD-34F8-3F5FEA0D3DA5}"/>
                    </a:ext>
                  </a:extLst>
                </p:cNvPr>
                <p:cNvSpPr/>
                <p:nvPr/>
              </p:nvSpPr>
              <p:spPr>
                <a:xfrm>
                  <a:off x="487470" y="888370"/>
                  <a:ext cx="328259" cy="249763"/>
                </a:xfrm>
                <a:custGeom>
                  <a:avLst/>
                  <a:gdLst>
                    <a:gd name="connsiteX0" fmla="*/ 168784 w 602732"/>
                    <a:gd name="connsiteY0" fmla="*/ 9177 h 458602"/>
                    <a:gd name="connsiteX1" fmla="*/ 553848 w 602732"/>
                    <a:gd name="connsiteY1" fmla="*/ 72041 h 458602"/>
                    <a:gd name="connsiteX2" fmla="*/ 600965 w 602732"/>
                    <a:gd name="connsiteY2" fmla="*/ 232189 h 458602"/>
                    <a:gd name="connsiteX3" fmla="*/ 380874 w 602732"/>
                    <a:gd name="connsiteY3" fmla="*/ 453930 h 458602"/>
                    <a:gd name="connsiteX4" fmla="*/ 120524 w 602732"/>
                    <a:gd name="connsiteY4" fmla="*/ 416339 h 458602"/>
                    <a:gd name="connsiteX5" fmla="*/ 16765 w 602732"/>
                    <a:gd name="connsiteY5" fmla="*/ 305722 h 458602"/>
                    <a:gd name="connsiteX6" fmla="*/ 168784 w 602732"/>
                    <a:gd name="connsiteY6" fmla="*/ 9177 h 458602"/>
                    <a:gd name="connsiteX7" fmla="*/ 151131 w 602732"/>
                    <a:gd name="connsiteY7" fmla="*/ 206154 h 458602"/>
                    <a:gd name="connsiteX8" fmla="*/ 241047 w 602732"/>
                    <a:gd name="connsiteY8" fmla="*/ 358808 h 458602"/>
                    <a:gd name="connsiteX9" fmla="*/ 353823 w 602732"/>
                    <a:gd name="connsiteY9" fmla="*/ 383319 h 458602"/>
                    <a:gd name="connsiteX10" fmla="*/ 493777 w 602732"/>
                    <a:gd name="connsiteY10" fmla="*/ 181389 h 458602"/>
                    <a:gd name="connsiteX11" fmla="*/ 432309 w 602732"/>
                    <a:gd name="connsiteY11" fmla="*/ 129827 h 458602"/>
                    <a:gd name="connsiteX12" fmla="*/ 385319 w 602732"/>
                    <a:gd name="connsiteY12" fmla="*/ 208058 h 458602"/>
                    <a:gd name="connsiteX13" fmla="*/ 325121 w 602732"/>
                    <a:gd name="connsiteY13" fmla="*/ 338742 h 458602"/>
                    <a:gd name="connsiteX14" fmla="*/ 255271 w 602732"/>
                    <a:gd name="connsiteY14" fmla="*/ 168308 h 458602"/>
                    <a:gd name="connsiteX15" fmla="*/ 213107 w 602732"/>
                    <a:gd name="connsiteY15" fmla="*/ 122588 h 458602"/>
                    <a:gd name="connsiteX16" fmla="*/ 151131 w 602732"/>
                    <a:gd name="connsiteY16" fmla="*/ 206154 h 458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602732" h="458602">
                      <a:moveTo>
                        <a:pt x="168784" y="9177"/>
                      </a:moveTo>
                      <a:cubicBezTo>
                        <a:pt x="297689" y="-4793"/>
                        <a:pt x="446279" y="-14573"/>
                        <a:pt x="553848" y="72041"/>
                      </a:cubicBezTo>
                      <a:cubicBezTo>
                        <a:pt x="603886" y="108491"/>
                        <a:pt x="605791" y="176055"/>
                        <a:pt x="600965" y="232189"/>
                      </a:cubicBezTo>
                      <a:cubicBezTo>
                        <a:pt x="594361" y="346997"/>
                        <a:pt x="490221" y="437039"/>
                        <a:pt x="380874" y="453930"/>
                      </a:cubicBezTo>
                      <a:cubicBezTo>
                        <a:pt x="293117" y="464726"/>
                        <a:pt x="199772" y="458629"/>
                        <a:pt x="120524" y="416339"/>
                      </a:cubicBezTo>
                      <a:cubicBezTo>
                        <a:pt x="74169" y="393352"/>
                        <a:pt x="33402" y="355633"/>
                        <a:pt x="16765" y="305722"/>
                      </a:cubicBezTo>
                      <a:cubicBezTo>
                        <a:pt x="-35178" y="189263"/>
                        <a:pt x="38609" y="29369"/>
                        <a:pt x="168784" y="9177"/>
                      </a:cubicBezTo>
                      <a:moveTo>
                        <a:pt x="151131" y="206154"/>
                      </a:moveTo>
                      <a:cubicBezTo>
                        <a:pt x="140590" y="272067"/>
                        <a:pt x="192660" y="323375"/>
                        <a:pt x="241047" y="358808"/>
                      </a:cubicBezTo>
                      <a:cubicBezTo>
                        <a:pt x="272162" y="382557"/>
                        <a:pt x="315723" y="407449"/>
                        <a:pt x="353823" y="383319"/>
                      </a:cubicBezTo>
                      <a:cubicBezTo>
                        <a:pt x="425451" y="339758"/>
                        <a:pt x="480696" y="264955"/>
                        <a:pt x="493777" y="181389"/>
                      </a:cubicBezTo>
                      <a:cubicBezTo>
                        <a:pt x="492888" y="153449"/>
                        <a:pt x="462789" y="115730"/>
                        <a:pt x="432309" y="129827"/>
                      </a:cubicBezTo>
                      <a:cubicBezTo>
                        <a:pt x="407290" y="148750"/>
                        <a:pt x="394971" y="179230"/>
                        <a:pt x="385319" y="208058"/>
                      </a:cubicBezTo>
                      <a:cubicBezTo>
                        <a:pt x="371730" y="254286"/>
                        <a:pt x="350013" y="297594"/>
                        <a:pt x="325121" y="338742"/>
                      </a:cubicBezTo>
                      <a:cubicBezTo>
                        <a:pt x="276861" y="295054"/>
                        <a:pt x="271781" y="227108"/>
                        <a:pt x="255271" y="168308"/>
                      </a:cubicBezTo>
                      <a:cubicBezTo>
                        <a:pt x="245873" y="150655"/>
                        <a:pt x="238126" y="120683"/>
                        <a:pt x="213107" y="122588"/>
                      </a:cubicBezTo>
                      <a:cubicBezTo>
                        <a:pt x="172340" y="124747"/>
                        <a:pt x="155449" y="171864"/>
                        <a:pt x="151131" y="206154"/>
                      </a:cubicBezTo>
                      <a:close/>
                    </a:path>
                  </a:pathLst>
                </a:custGeom>
                <a:solidFill>
                  <a:srgbClr val="0E1D3A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6" name="任意形状 1215">
                  <a:extLst>
                    <a:ext uri="{FF2B5EF4-FFF2-40B4-BE49-F238E27FC236}">
                      <a16:creationId xmlns:a16="http://schemas.microsoft.com/office/drawing/2014/main" id="{19D410D7-EB17-FB11-C0F3-90EF114E39DE}"/>
                    </a:ext>
                  </a:extLst>
                </p:cNvPr>
                <p:cNvSpPr/>
                <p:nvPr/>
              </p:nvSpPr>
              <p:spPr>
                <a:xfrm>
                  <a:off x="330673" y="909451"/>
                  <a:ext cx="87073" cy="163687"/>
                </a:xfrm>
                <a:custGeom>
                  <a:avLst/>
                  <a:gdLst>
                    <a:gd name="connsiteX0" fmla="*/ 60193 w 159878"/>
                    <a:gd name="connsiteY0" fmla="*/ 5902 h 300553"/>
                    <a:gd name="connsiteX1" fmla="*/ 134996 w 159878"/>
                    <a:gd name="connsiteY1" fmla="*/ 42605 h 300553"/>
                    <a:gd name="connsiteX2" fmla="*/ 151252 w 159878"/>
                    <a:gd name="connsiteY2" fmla="*/ 218373 h 300553"/>
                    <a:gd name="connsiteX3" fmla="*/ 98039 w 159878"/>
                    <a:gd name="connsiteY3" fmla="*/ 300161 h 300553"/>
                    <a:gd name="connsiteX4" fmla="*/ 4948 w 159878"/>
                    <a:gd name="connsiteY4" fmla="*/ 194116 h 300553"/>
                    <a:gd name="connsiteX5" fmla="*/ 60193 w 159878"/>
                    <a:gd name="connsiteY5" fmla="*/ 5902 h 300553"/>
                    <a:gd name="connsiteX6" fmla="*/ 47874 w 159878"/>
                    <a:gd name="connsiteY6" fmla="*/ 56194 h 300553"/>
                    <a:gd name="connsiteX7" fmla="*/ 23363 w 159878"/>
                    <a:gd name="connsiteY7" fmla="*/ 195640 h 300553"/>
                    <a:gd name="connsiteX8" fmla="*/ 71115 w 159878"/>
                    <a:gd name="connsiteY8" fmla="*/ 244789 h 300553"/>
                    <a:gd name="connsiteX9" fmla="*/ 71115 w 159878"/>
                    <a:gd name="connsiteY9" fmla="*/ 54797 h 300553"/>
                    <a:gd name="connsiteX10" fmla="*/ 47874 w 159878"/>
                    <a:gd name="connsiteY10" fmla="*/ 56194 h 3005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59878" h="300553">
                      <a:moveTo>
                        <a:pt x="60193" y="5902"/>
                      </a:moveTo>
                      <a:cubicBezTo>
                        <a:pt x="90419" y="-12005"/>
                        <a:pt x="124455" y="13903"/>
                        <a:pt x="134996" y="42605"/>
                      </a:cubicBezTo>
                      <a:cubicBezTo>
                        <a:pt x="156713" y="97850"/>
                        <a:pt x="169286" y="160207"/>
                        <a:pt x="151252" y="218373"/>
                      </a:cubicBezTo>
                      <a:cubicBezTo>
                        <a:pt x="142489" y="249615"/>
                        <a:pt x="132075" y="287715"/>
                        <a:pt x="98039" y="300161"/>
                      </a:cubicBezTo>
                      <a:cubicBezTo>
                        <a:pt x="40127" y="306130"/>
                        <a:pt x="9774" y="242884"/>
                        <a:pt x="4948" y="194116"/>
                      </a:cubicBezTo>
                      <a:cubicBezTo>
                        <a:pt x="-6355" y="129981"/>
                        <a:pt x="-2291" y="43113"/>
                        <a:pt x="60193" y="5902"/>
                      </a:cubicBezTo>
                      <a:moveTo>
                        <a:pt x="47874" y="56194"/>
                      </a:moveTo>
                      <a:cubicBezTo>
                        <a:pt x="16759" y="94802"/>
                        <a:pt x="15362" y="148777"/>
                        <a:pt x="23363" y="195640"/>
                      </a:cubicBezTo>
                      <a:cubicBezTo>
                        <a:pt x="28062" y="219389"/>
                        <a:pt x="39873" y="254187"/>
                        <a:pt x="71115" y="244789"/>
                      </a:cubicBezTo>
                      <a:cubicBezTo>
                        <a:pt x="110993" y="189417"/>
                        <a:pt x="101849" y="112328"/>
                        <a:pt x="71115" y="54797"/>
                      </a:cubicBezTo>
                      <a:cubicBezTo>
                        <a:pt x="65273" y="55178"/>
                        <a:pt x="53716" y="55813"/>
                        <a:pt x="47874" y="56194"/>
                      </a:cubicBezTo>
                      <a:close/>
                    </a:path>
                  </a:pathLst>
                </a:custGeom>
                <a:solidFill>
                  <a:srgbClr val="9B9CD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7" name="任意形状 1216">
                  <a:extLst>
                    <a:ext uri="{FF2B5EF4-FFF2-40B4-BE49-F238E27FC236}">
                      <a16:creationId xmlns:a16="http://schemas.microsoft.com/office/drawing/2014/main" id="{84C21C01-78D7-91F0-A6CE-94D83E631C23}"/>
                    </a:ext>
                  </a:extLst>
                </p:cNvPr>
                <p:cNvSpPr/>
                <p:nvPr/>
              </p:nvSpPr>
              <p:spPr>
                <a:xfrm>
                  <a:off x="387663" y="923870"/>
                  <a:ext cx="454399" cy="261436"/>
                </a:xfrm>
                <a:custGeom>
                  <a:avLst/>
                  <a:gdLst>
                    <a:gd name="connsiteX0" fmla="*/ 768858 w 834342"/>
                    <a:gd name="connsiteY0" fmla="*/ 0 h 480035"/>
                    <a:gd name="connsiteX1" fmla="*/ 814070 w 834342"/>
                    <a:gd name="connsiteY1" fmla="*/ 13208 h 480035"/>
                    <a:gd name="connsiteX2" fmla="*/ 775208 w 834342"/>
                    <a:gd name="connsiteY2" fmla="*/ 307213 h 480035"/>
                    <a:gd name="connsiteX3" fmla="*/ 410845 w 834342"/>
                    <a:gd name="connsiteY3" fmla="*/ 479552 h 480035"/>
                    <a:gd name="connsiteX4" fmla="*/ 0 w 834342"/>
                    <a:gd name="connsiteY4" fmla="*/ 303276 h 480035"/>
                    <a:gd name="connsiteX5" fmla="*/ 52324 w 834342"/>
                    <a:gd name="connsiteY5" fmla="*/ 256540 h 480035"/>
                    <a:gd name="connsiteX6" fmla="*/ 212598 w 834342"/>
                    <a:gd name="connsiteY6" fmla="*/ 363728 h 480035"/>
                    <a:gd name="connsiteX7" fmla="*/ 271907 w 834342"/>
                    <a:gd name="connsiteY7" fmla="*/ 362966 h 480035"/>
                    <a:gd name="connsiteX8" fmla="*/ 589280 w 834342"/>
                    <a:gd name="connsiteY8" fmla="*/ 408686 h 480035"/>
                    <a:gd name="connsiteX9" fmla="*/ 801751 w 834342"/>
                    <a:gd name="connsiteY9" fmla="*/ 220472 h 480035"/>
                    <a:gd name="connsiteX10" fmla="*/ 768858 w 834342"/>
                    <a:gd name="connsiteY10" fmla="*/ 0 h 480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34342" h="480035">
                      <a:moveTo>
                        <a:pt x="768858" y="0"/>
                      </a:moveTo>
                      <a:cubicBezTo>
                        <a:pt x="783844" y="4572"/>
                        <a:pt x="798830" y="9017"/>
                        <a:pt x="814070" y="13208"/>
                      </a:cubicBezTo>
                      <a:cubicBezTo>
                        <a:pt x="853948" y="109347"/>
                        <a:pt x="831850" y="222377"/>
                        <a:pt x="775208" y="307213"/>
                      </a:cubicBezTo>
                      <a:cubicBezTo>
                        <a:pt x="695960" y="424942"/>
                        <a:pt x="550164" y="486156"/>
                        <a:pt x="410845" y="479552"/>
                      </a:cubicBezTo>
                      <a:cubicBezTo>
                        <a:pt x="259207" y="480314"/>
                        <a:pt x="91948" y="432054"/>
                        <a:pt x="0" y="303276"/>
                      </a:cubicBezTo>
                      <a:cubicBezTo>
                        <a:pt x="18288" y="288671"/>
                        <a:pt x="35687" y="273050"/>
                        <a:pt x="52324" y="256540"/>
                      </a:cubicBezTo>
                      <a:cubicBezTo>
                        <a:pt x="104013" y="294513"/>
                        <a:pt x="153543" y="337439"/>
                        <a:pt x="212598" y="363728"/>
                      </a:cubicBezTo>
                      <a:cubicBezTo>
                        <a:pt x="231521" y="372999"/>
                        <a:pt x="252476" y="364871"/>
                        <a:pt x="271907" y="362966"/>
                      </a:cubicBezTo>
                      <a:cubicBezTo>
                        <a:pt x="367284" y="417322"/>
                        <a:pt x="482600" y="431800"/>
                        <a:pt x="589280" y="408686"/>
                      </a:cubicBezTo>
                      <a:cubicBezTo>
                        <a:pt x="685546" y="386461"/>
                        <a:pt x="771525" y="315976"/>
                        <a:pt x="801751" y="220472"/>
                      </a:cubicBezTo>
                      <a:cubicBezTo>
                        <a:pt x="821436" y="147193"/>
                        <a:pt x="818388" y="61214"/>
                        <a:pt x="768858" y="0"/>
                      </a:cubicBezTo>
                      <a:close/>
                    </a:path>
                  </a:pathLst>
                </a:custGeom>
                <a:solidFill>
                  <a:srgbClr val="BEC4F4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8" name="任意形状 1217">
                  <a:extLst>
                    <a:ext uri="{FF2B5EF4-FFF2-40B4-BE49-F238E27FC236}">
                      <a16:creationId xmlns:a16="http://schemas.microsoft.com/office/drawing/2014/main" id="{3B684835-E37D-56B5-FAC5-0870694AA6F7}"/>
                    </a:ext>
                  </a:extLst>
                </p:cNvPr>
                <p:cNvSpPr/>
                <p:nvPr/>
              </p:nvSpPr>
              <p:spPr>
                <a:xfrm>
                  <a:off x="569031" y="955087"/>
                  <a:ext cx="187359" cy="147410"/>
                </a:xfrm>
                <a:custGeom>
                  <a:avLst/>
                  <a:gdLst>
                    <a:gd name="connsiteX0" fmla="*/ 1373 w 344019"/>
                    <a:gd name="connsiteY0" fmla="*/ 83653 h 270666"/>
                    <a:gd name="connsiteX1" fmla="*/ 63349 w 344019"/>
                    <a:gd name="connsiteY1" fmla="*/ 87 h 270666"/>
                    <a:gd name="connsiteX2" fmla="*/ 105513 w 344019"/>
                    <a:gd name="connsiteY2" fmla="*/ 45807 h 270666"/>
                    <a:gd name="connsiteX3" fmla="*/ 175363 w 344019"/>
                    <a:gd name="connsiteY3" fmla="*/ 216241 h 270666"/>
                    <a:gd name="connsiteX4" fmla="*/ 235561 w 344019"/>
                    <a:gd name="connsiteY4" fmla="*/ 85558 h 270666"/>
                    <a:gd name="connsiteX5" fmla="*/ 282551 w 344019"/>
                    <a:gd name="connsiteY5" fmla="*/ 7326 h 270666"/>
                    <a:gd name="connsiteX6" fmla="*/ 344019 w 344019"/>
                    <a:gd name="connsiteY6" fmla="*/ 58888 h 270666"/>
                    <a:gd name="connsiteX7" fmla="*/ 204065 w 344019"/>
                    <a:gd name="connsiteY7" fmla="*/ 260818 h 270666"/>
                    <a:gd name="connsiteX8" fmla="*/ 91289 w 344019"/>
                    <a:gd name="connsiteY8" fmla="*/ 236307 h 270666"/>
                    <a:gd name="connsiteX9" fmla="*/ 1373 w 344019"/>
                    <a:gd name="connsiteY9" fmla="*/ 83653 h 2706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4019" h="270666">
                      <a:moveTo>
                        <a:pt x="1373" y="83653"/>
                      </a:moveTo>
                      <a:cubicBezTo>
                        <a:pt x="5691" y="49363"/>
                        <a:pt x="22582" y="2246"/>
                        <a:pt x="63349" y="87"/>
                      </a:cubicBezTo>
                      <a:cubicBezTo>
                        <a:pt x="88368" y="-1818"/>
                        <a:pt x="96115" y="28154"/>
                        <a:pt x="105513" y="45807"/>
                      </a:cubicBezTo>
                      <a:cubicBezTo>
                        <a:pt x="122023" y="104608"/>
                        <a:pt x="127103" y="172553"/>
                        <a:pt x="175363" y="216241"/>
                      </a:cubicBezTo>
                      <a:cubicBezTo>
                        <a:pt x="200255" y="175093"/>
                        <a:pt x="221972" y="131786"/>
                        <a:pt x="235561" y="85558"/>
                      </a:cubicBezTo>
                      <a:cubicBezTo>
                        <a:pt x="245213" y="56729"/>
                        <a:pt x="257532" y="26249"/>
                        <a:pt x="282551" y="7326"/>
                      </a:cubicBezTo>
                      <a:cubicBezTo>
                        <a:pt x="313031" y="-6771"/>
                        <a:pt x="343130" y="30948"/>
                        <a:pt x="344019" y="58888"/>
                      </a:cubicBezTo>
                      <a:cubicBezTo>
                        <a:pt x="330938" y="142454"/>
                        <a:pt x="275693" y="217257"/>
                        <a:pt x="204065" y="260818"/>
                      </a:cubicBezTo>
                      <a:cubicBezTo>
                        <a:pt x="165965" y="284948"/>
                        <a:pt x="122404" y="260056"/>
                        <a:pt x="91289" y="236307"/>
                      </a:cubicBezTo>
                      <a:cubicBezTo>
                        <a:pt x="42902" y="200874"/>
                        <a:pt x="-9168" y="149566"/>
                        <a:pt x="1373" y="83653"/>
                      </a:cubicBezTo>
                      <a:close/>
                    </a:path>
                  </a:pathLst>
                </a:custGeom>
                <a:solidFill>
                  <a:srgbClr val="707CFE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9" name="任意形状 1218">
                  <a:extLst>
                    <a:ext uri="{FF2B5EF4-FFF2-40B4-BE49-F238E27FC236}">
                      <a16:creationId xmlns:a16="http://schemas.microsoft.com/office/drawing/2014/main" id="{B6CEB291-E030-2F39-3E67-954A4608485A}"/>
                    </a:ext>
                  </a:extLst>
                </p:cNvPr>
                <p:cNvSpPr/>
                <p:nvPr/>
              </p:nvSpPr>
              <p:spPr>
                <a:xfrm>
                  <a:off x="516590" y="1187741"/>
                  <a:ext cx="118621" cy="20423"/>
                </a:xfrm>
                <a:custGeom>
                  <a:avLst/>
                  <a:gdLst>
                    <a:gd name="connsiteX0" fmla="*/ 0 w 217805"/>
                    <a:gd name="connsiteY0" fmla="*/ 0 h 37499"/>
                    <a:gd name="connsiteX1" fmla="*/ 128143 w 217805"/>
                    <a:gd name="connsiteY1" fmla="*/ 17653 h 37499"/>
                    <a:gd name="connsiteX2" fmla="*/ 217805 w 217805"/>
                    <a:gd name="connsiteY2" fmla="*/ 33655 h 37499"/>
                    <a:gd name="connsiteX3" fmla="*/ 0 w 217805"/>
                    <a:gd name="connsiteY3" fmla="*/ 0 h 374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7805" h="37499">
                      <a:moveTo>
                        <a:pt x="0" y="0"/>
                      </a:moveTo>
                      <a:cubicBezTo>
                        <a:pt x="42926" y="5080"/>
                        <a:pt x="85090" y="14732"/>
                        <a:pt x="128143" y="17653"/>
                      </a:cubicBezTo>
                      <a:cubicBezTo>
                        <a:pt x="158496" y="19939"/>
                        <a:pt x="190373" y="18415"/>
                        <a:pt x="217805" y="33655"/>
                      </a:cubicBezTo>
                      <a:cubicBezTo>
                        <a:pt x="145542" y="41275"/>
                        <a:pt x="62992" y="41021"/>
                        <a:pt x="0" y="0"/>
                      </a:cubicBezTo>
                      <a:close/>
                    </a:path>
                  </a:pathLst>
                </a:custGeom>
                <a:solidFill>
                  <a:srgbClr val="152035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0" name="任意形状 1219">
                  <a:extLst>
                    <a:ext uri="{FF2B5EF4-FFF2-40B4-BE49-F238E27FC236}">
                      <a16:creationId xmlns:a16="http://schemas.microsoft.com/office/drawing/2014/main" id="{BACC61AF-6FDA-68A9-AE6F-44284E28E02F}"/>
                    </a:ext>
                  </a:extLst>
                </p:cNvPr>
                <p:cNvSpPr/>
                <p:nvPr/>
              </p:nvSpPr>
              <p:spPr>
                <a:xfrm>
                  <a:off x="433452" y="1198149"/>
                  <a:ext cx="321556" cy="307650"/>
                </a:xfrm>
                <a:custGeom>
                  <a:avLst/>
                  <a:gdLst>
                    <a:gd name="connsiteX0" fmla="*/ 48768 w 590423"/>
                    <a:gd name="connsiteY0" fmla="*/ 8321 h 564890"/>
                    <a:gd name="connsiteX1" fmla="*/ 136525 w 590423"/>
                    <a:gd name="connsiteY1" fmla="*/ 6162 h 564890"/>
                    <a:gd name="connsiteX2" fmla="*/ 458851 w 590423"/>
                    <a:gd name="connsiteY2" fmla="*/ 7813 h 564890"/>
                    <a:gd name="connsiteX3" fmla="*/ 531749 w 590423"/>
                    <a:gd name="connsiteY3" fmla="*/ 80584 h 564890"/>
                    <a:gd name="connsiteX4" fmla="*/ 590423 w 590423"/>
                    <a:gd name="connsiteY4" fmla="*/ 486222 h 564890"/>
                    <a:gd name="connsiteX5" fmla="*/ 411988 w 590423"/>
                    <a:gd name="connsiteY5" fmla="*/ 559247 h 564890"/>
                    <a:gd name="connsiteX6" fmla="*/ 155448 w 590423"/>
                    <a:gd name="connsiteY6" fmla="*/ 558993 h 564890"/>
                    <a:gd name="connsiteX7" fmla="*/ 21209 w 590423"/>
                    <a:gd name="connsiteY7" fmla="*/ 512892 h 564890"/>
                    <a:gd name="connsiteX8" fmla="*/ 0 w 590423"/>
                    <a:gd name="connsiteY8" fmla="*/ 524576 h 564890"/>
                    <a:gd name="connsiteX9" fmla="*/ 34417 w 590423"/>
                    <a:gd name="connsiteY9" fmla="*/ 299278 h 564890"/>
                    <a:gd name="connsiteX10" fmla="*/ 119253 w 590423"/>
                    <a:gd name="connsiteY10" fmla="*/ 220157 h 564890"/>
                    <a:gd name="connsiteX11" fmla="*/ 48768 w 590423"/>
                    <a:gd name="connsiteY11" fmla="*/ 8321 h 564890"/>
                    <a:gd name="connsiteX12" fmla="*/ 332613 w 590423"/>
                    <a:gd name="connsiteY12" fmla="*/ 91379 h 564890"/>
                    <a:gd name="connsiteX13" fmla="*/ 322834 w 590423"/>
                    <a:gd name="connsiteY13" fmla="*/ 252542 h 564890"/>
                    <a:gd name="connsiteX14" fmla="*/ 451485 w 590423"/>
                    <a:gd name="connsiteY14" fmla="*/ 171897 h 564890"/>
                    <a:gd name="connsiteX15" fmla="*/ 332613 w 590423"/>
                    <a:gd name="connsiteY15" fmla="*/ 91379 h 564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90423" h="564890">
                      <a:moveTo>
                        <a:pt x="48768" y="8321"/>
                      </a:moveTo>
                      <a:cubicBezTo>
                        <a:pt x="77724" y="4511"/>
                        <a:pt x="108204" y="-7046"/>
                        <a:pt x="136525" y="6162"/>
                      </a:cubicBezTo>
                      <a:cubicBezTo>
                        <a:pt x="238379" y="43881"/>
                        <a:pt x="359664" y="62550"/>
                        <a:pt x="458851" y="7813"/>
                      </a:cubicBezTo>
                      <a:cubicBezTo>
                        <a:pt x="489585" y="24323"/>
                        <a:pt x="522732" y="44008"/>
                        <a:pt x="531749" y="80584"/>
                      </a:cubicBezTo>
                      <a:cubicBezTo>
                        <a:pt x="566547" y="213172"/>
                        <a:pt x="579120" y="349951"/>
                        <a:pt x="590423" y="486222"/>
                      </a:cubicBezTo>
                      <a:cubicBezTo>
                        <a:pt x="535051" y="519496"/>
                        <a:pt x="474599" y="543753"/>
                        <a:pt x="411988" y="559247"/>
                      </a:cubicBezTo>
                      <a:cubicBezTo>
                        <a:pt x="327152" y="566105"/>
                        <a:pt x="240030" y="567502"/>
                        <a:pt x="155448" y="558993"/>
                      </a:cubicBezTo>
                      <a:cubicBezTo>
                        <a:pt x="109982" y="545785"/>
                        <a:pt x="65659" y="528894"/>
                        <a:pt x="21209" y="512892"/>
                      </a:cubicBezTo>
                      <a:cubicBezTo>
                        <a:pt x="15875" y="515813"/>
                        <a:pt x="5334" y="521655"/>
                        <a:pt x="0" y="524576"/>
                      </a:cubicBezTo>
                      <a:cubicBezTo>
                        <a:pt x="5588" y="448630"/>
                        <a:pt x="23114" y="374462"/>
                        <a:pt x="34417" y="299278"/>
                      </a:cubicBezTo>
                      <a:cubicBezTo>
                        <a:pt x="70104" y="282768"/>
                        <a:pt x="109728" y="262067"/>
                        <a:pt x="119253" y="220157"/>
                      </a:cubicBezTo>
                      <a:cubicBezTo>
                        <a:pt x="142113" y="142560"/>
                        <a:pt x="91567" y="68773"/>
                        <a:pt x="48768" y="8321"/>
                      </a:cubicBezTo>
                      <a:moveTo>
                        <a:pt x="332613" y="91379"/>
                      </a:moveTo>
                      <a:cubicBezTo>
                        <a:pt x="265303" y="114874"/>
                        <a:pt x="263017" y="218252"/>
                        <a:pt x="322834" y="252542"/>
                      </a:cubicBezTo>
                      <a:cubicBezTo>
                        <a:pt x="377063" y="292547"/>
                        <a:pt x="461391" y="237429"/>
                        <a:pt x="451485" y="171897"/>
                      </a:cubicBezTo>
                      <a:cubicBezTo>
                        <a:pt x="455803" y="110683"/>
                        <a:pt x="387223" y="70043"/>
                        <a:pt x="332613" y="91379"/>
                      </a:cubicBezTo>
                      <a:close/>
                    </a:path>
                  </a:pathLst>
                </a:custGeom>
                <a:solidFill>
                  <a:srgbClr val="EFEEFB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1" name="任意形状 1220">
                  <a:extLst>
                    <a:ext uri="{FF2B5EF4-FFF2-40B4-BE49-F238E27FC236}">
                      <a16:creationId xmlns:a16="http://schemas.microsoft.com/office/drawing/2014/main" id="{07A298EA-A273-4467-01FD-A958BB3F43DF}"/>
                    </a:ext>
                  </a:extLst>
                </p:cNvPr>
                <p:cNvSpPr/>
                <p:nvPr/>
              </p:nvSpPr>
              <p:spPr>
                <a:xfrm>
                  <a:off x="433798" y="1215270"/>
                  <a:ext cx="52114" cy="129549"/>
                </a:xfrm>
                <a:custGeom>
                  <a:avLst/>
                  <a:gdLst>
                    <a:gd name="connsiteX0" fmla="*/ 14605 w 95689"/>
                    <a:gd name="connsiteY0" fmla="*/ 0 h 237870"/>
                    <a:gd name="connsiteX1" fmla="*/ 95377 w 95689"/>
                    <a:gd name="connsiteY1" fmla="*/ 166370 h 237870"/>
                    <a:gd name="connsiteX2" fmla="*/ 43942 w 95689"/>
                    <a:gd name="connsiteY2" fmla="*/ 237871 h 237870"/>
                    <a:gd name="connsiteX3" fmla="*/ 56388 w 95689"/>
                    <a:gd name="connsiteY3" fmla="*/ 80010 h 237870"/>
                    <a:gd name="connsiteX4" fmla="*/ 0 w 95689"/>
                    <a:gd name="connsiteY4" fmla="*/ 29591 h 237870"/>
                    <a:gd name="connsiteX5" fmla="*/ 14605 w 95689"/>
                    <a:gd name="connsiteY5" fmla="*/ 0 h 2378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5689" h="237870">
                      <a:moveTo>
                        <a:pt x="14605" y="0"/>
                      </a:moveTo>
                      <a:cubicBezTo>
                        <a:pt x="76073" y="25146"/>
                        <a:pt x="98679" y="104902"/>
                        <a:pt x="95377" y="166370"/>
                      </a:cubicBezTo>
                      <a:cubicBezTo>
                        <a:pt x="97663" y="200406"/>
                        <a:pt x="71628" y="223774"/>
                        <a:pt x="43942" y="237871"/>
                      </a:cubicBezTo>
                      <a:cubicBezTo>
                        <a:pt x="52070" y="186182"/>
                        <a:pt x="76454" y="131826"/>
                        <a:pt x="56388" y="80010"/>
                      </a:cubicBezTo>
                      <a:cubicBezTo>
                        <a:pt x="47371" y="54229"/>
                        <a:pt x="22733" y="41148"/>
                        <a:pt x="0" y="29591"/>
                      </a:cubicBezTo>
                      <a:cubicBezTo>
                        <a:pt x="4826" y="19685"/>
                        <a:pt x="9779" y="9779"/>
                        <a:pt x="14605" y="0"/>
                      </a:cubicBezTo>
                      <a:close/>
                    </a:path>
                  </a:pathLst>
                </a:custGeom>
                <a:solidFill>
                  <a:srgbClr val="2A4067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2" name="任意形状 1221">
                  <a:extLst>
                    <a:ext uri="{FF2B5EF4-FFF2-40B4-BE49-F238E27FC236}">
                      <a16:creationId xmlns:a16="http://schemas.microsoft.com/office/drawing/2014/main" id="{E97AF889-0570-7FE7-EE84-439FD4CBD6B3}"/>
                    </a:ext>
                  </a:extLst>
                </p:cNvPr>
                <p:cNvSpPr/>
                <p:nvPr/>
              </p:nvSpPr>
              <p:spPr>
                <a:xfrm>
                  <a:off x="286334" y="1250361"/>
                  <a:ext cx="167986" cy="255685"/>
                </a:xfrm>
                <a:custGeom>
                  <a:avLst/>
                  <a:gdLst>
                    <a:gd name="connsiteX0" fmla="*/ 211328 w 308446"/>
                    <a:gd name="connsiteY0" fmla="*/ 32469 h 469475"/>
                    <a:gd name="connsiteX1" fmla="*/ 287401 w 308446"/>
                    <a:gd name="connsiteY1" fmla="*/ 6307 h 469475"/>
                    <a:gd name="connsiteX2" fmla="*/ 305181 w 308446"/>
                    <a:gd name="connsiteY2" fmla="*/ 90127 h 469475"/>
                    <a:gd name="connsiteX3" fmla="*/ 240792 w 308446"/>
                    <a:gd name="connsiteY3" fmla="*/ 469476 h 469475"/>
                    <a:gd name="connsiteX4" fmla="*/ 0 w 308446"/>
                    <a:gd name="connsiteY4" fmla="*/ 463634 h 469475"/>
                    <a:gd name="connsiteX5" fmla="*/ 211328 w 308446"/>
                    <a:gd name="connsiteY5" fmla="*/ 32469 h 469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8446" h="469475">
                      <a:moveTo>
                        <a:pt x="211328" y="32469"/>
                      </a:moveTo>
                      <a:cubicBezTo>
                        <a:pt x="229616" y="11133"/>
                        <a:pt x="258953" y="-11219"/>
                        <a:pt x="287401" y="6307"/>
                      </a:cubicBezTo>
                      <a:cubicBezTo>
                        <a:pt x="311404" y="27008"/>
                        <a:pt x="310896" y="61679"/>
                        <a:pt x="305181" y="90127"/>
                      </a:cubicBezTo>
                      <a:cubicBezTo>
                        <a:pt x="277622" y="215349"/>
                        <a:pt x="248793" y="341079"/>
                        <a:pt x="240792" y="469476"/>
                      </a:cubicBezTo>
                      <a:cubicBezTo>
                        <a:pt x="160655" y="462872"/>
                        <a:pt x="80137" y="469730"/>
                        <a:pt x="0" y="463634"/>
                      </a:cubicBezTo>
                      <a:cubicBezTo>
                        <a:pt x="42672" y="309075"/>
                        <a:pt x="100584" y="151849"/>
                        <a:pt x="211328" y="32469"/>
                      </a:cubicBezTo>
                      <a:close/>
                    </a:path>
                  </a:pathLst>
                </a:custGeom>
                <a:solidFill>
                  <a:srgbClr val="EFEEFC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3" name="任意形状 1222">
                  <a:extLst>
                    <a:ext uri="{FF2B5EF4-FFF2-40B4-BE49-F238E27FC236}">
                      <a16:creationId xmlns:a16="http://schemas.microsoft.com/office/drawing/2014/main" id="{DC38A7E3-E04D-6527-0935-16334DAFF529}"/>
                    </a:ext>
                  </a:extLst>
                </p:cNvPr>
                <p:cNvSpPr/>
                <p:nvPr/>
              </p:nvSpPr>
              <p:spPr>
                <a:xfrm>
                  <a:off x="599847" y="1258913"/>
                  <a:ext cx="65612" cy="69973"/>
                </a:xfrm>
                <a:custGeom>
                  <a:avLst/>
                  <a:gdLst>
                    <a:gd name="connsiteX0" fmla="*/ 39406 w 120473"/>
                    <a:gd name="connsiteY0" fmla="*/ 3557 h 128481"/>
                    <a:gd name="connsiteX1" fmla="*/ 119797 w 120473"/>
                    <a:gd name="connsiteY1" fmla="*/ 60580 h 128481"/>
                    <a:gd name="connsiteX2" fmla="*/ 27595 w 120473"/>
                    <a:gd name="connsiteY2" fmla="*/ 116841 h 128481"/>
                    <a:gd name="connsiteX3" fmla="*/ 39406 w 120473"/>
                    <a:gd name="connsiteY3" fmla="*/ 3557 h 128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73" h="128481">
                      <a:moveTo>
                        <a:pt x="39406" y="3557"/>
                      </a:moveTo>
                      <a:cubicBezTo>
                        <a:pt x="76617" y="-10667"/>
                        <a:pt x="122718" y="19686"/>
                        <a:pt x="119797" y="60580"/>
                      </a:cubicBezTo>
                      <a:cubicBezTo>
                        <a:pt x="127544" y="108713"/>
                        <a:pt x="66965" y="149226"/>
                        <a:pt x="27595" y="116841"/>
                      </a:cubicBezTo>
                      <a:cubicBezTo>
                        <a:pt x="-13934" y="91441"/>
                        <a:pt x="-7457" y="19178"/>
                        <a:pt x="39406" y="3557"/>
                      </a:cubicBezTo>
                      <a:close/>
                    </a:path>
                  </a:pathLst>
                </a:custGeom>
                <a:solidFill>
                  <a:srgbClr val="707CFE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4" name="任意形状 1223">
                  <a:extLst>
                    <a:ext uri="{FF2B5EF4-FFF2-40B4-BE49-F238E27FC236}">
                      <a16:creationId xmlns:a16="http://schemas.microsoft.com/office/drawing/2014/main" id="{D14E7361-F5C8-D984-5035-87EEE83BB0EA}"/>
                    </a:ext>
                  </a:extLst>
                </p:cNvPr>
                <p:cNvSpPr/>
                <p:nvPr/>
              </p:nvSpPr>
              <p:spPr>
                <a:xfrm>
                  <a:off x="743180" y="1262096"/>
                  <a:ext cx="180594" cy="206662"/>
                </a:xfrm>
                <a:custGeom>
                  <a:avLst/>
                  <a:gdLst>
                    <a:gd name="connsiteX0" fmla="*/ 0 w 331597"/>
                    <a:gd name="connsiteY0" fmla="*/ 0 h 379462"/>
                    <a:gd name="connsiteX1" fmla="*/ 117602 w 331597"/>
                    <a:gd name="connsiteY1" fmla="*/ 185293 h 379462"/>
                    <a:gd name="connsiteX2" fmla="*/ 88138 w 331597"/>
                    <a:gd name="connsiteY2" fmla="*/ 306070 h 379462"/>
                    <a:gd name="connsiteX3" fmla="*/ 116459 w 331597"/>
                    <a:gd name="connsiteY3" fmla="*/ 256667 h 379462"/>
                    <a:gd name="connsiteX4" fmla="*/ 216281 w 331597"/>
                    <a:gd name="connsiteY4" fmla="*/ 118745 h 379462"/>
                    <a:gd name="connsiteX5" fmla="*/ 331597 w 331597"/>
                    <a:gd name="connsiteY5" fmla="*/ 292862 h 379462"/>
                    <a:gd name="connsiteX6" fmla="*/ 48641 w 331597"/>
                    <a:gd name="connsiteY6" fmla="*/ 359283 h 379462"/>
                    <a:gd name="connsiteX7" fmla="*/ 21209 w 331597"/>
                    <a:gd name="connsiteY7" fmla="*/ 119380 h 379462"/>
                    <a:gd name="connsiteX8" fmla="*/ 0 w 331597"/>
                    <a:gd name="connsiteY8" fmla="*/ 0 h 379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1597" h="379462">
                      <a:moveTo>
                        <a:pt x="0" y="0"/>
                      </a:moveTo>
                      <a:cubicBezTo>
                        <a:pt x="42418" y="59690"/>
                        <a:pt x="81915" y="121412"/>
                        <a:pt x="117602" y="185293"/>
                      </a:cubicBezTo>
                      <a:cubicBezTo>
                        <a:pt x="111760" y="225425"/>
                        <a:pt x="69596" y="261874"/>
                        <a:pt x="88138" y="306070"/>
                      </a:cubicBezTo>
                      <a:cubicBezTo>
                        <a:pt x="101854" y="292227"/>
                        <a:pt x="111760" y="275590"/>
                        <a:pt x="116459" y="256667"/>
                      </a:cubicBezTo>
                      <a:cubicBezTo>
                        <a:pt x="134366" y="201549"/>
                        <a:pt x="178562" y="160909"/>
                        <a:pt x="216281" y="118745"/>
                      </a:cubicBezTo>
                      <a:cubicBezTo>
                        <a:pt x="205867" y="196977"/>
                        <a:pt x="257175" y="270637"/>
                        <a:pt x="331597" y="292862"/>
                      </a:cubicBezTo>
                      <a:cubicBezTo>
                        <a:pt x="258572" y="364363"/>
                        <a:pt x="146050" y="406908"/>
                        <a:pt x="48641" y="359283"/>
                      </a:cubicBezTo>
                      <a:cubicBezTo>
                        <a:pt x="33655" y="280035"/>
                        <a:pt x="37592" y="198374"/>
                        <a:pt x="21209" y="119380"/>
                      </a:cubicBezTo>
                      <a:cubicBezTo>
                        <a:pt x="12446" y="79883"/>
                        <a:pt x="5842" y="40005"/>
                        <a:pt x="0" y="0"/>
                      </a:cubicBezTo>
                      <a:close/>
                    </a:path>
                  </a:pathLst>
                </a:custGeom>
                <a:solidFill>
                  <a:srgbClr val="EEEDFB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5" name="任意形状 1224">
                  <a:extLst>
                    <a:ext uri="{FF2B5EF4-FFF2-40B4-BE49-F238E27FC236}">
                      <a16:creationId xmlns:a16="http://schemas.microsoft.com/office/drawing/2014/main" id="{F3AE58C5-FABB-6C80-08EA-B646C703B117}"/>
                    </a:ext>
                  </a:extLst>
                </p:cNvPr>
                <p:cNvSpPr/>
                <p:nvPr/>
              </p:nvSpPr>
              <p:spPr>
                <a:xfrm>
                  <a:off x="657828" y="1462955"/>
                  <a:ext cx="100361" cy="41191"/>
                </a:xfrm>
                <a:custGeom>
                  <a:avLst/>
                  <a:gdLst>
                    <a:gd name="connsiteX0" fmla="*/ 0 w 184277"/>
                    <a:gd name="connsiteY0" fmla="*/ 73025 h 75632"/>
                    <a:gd name="connsiteX1" fmla="*/ 178435 w 184277"/>
                    <a:gd name="connsiteY1" fmla="*/ 0 h 75632"/>
                    <a:gd name="connsiteX2" fmla="*/ 184277 w 184277"/>
                    <a:gd name="connsiteY2" fmla="*/ 74422 h 75632"/>
                    <a:gd name="connsiteX3" fmla="*/ 0 w 184277"/>
                    <a:gd name="connsiteY3" fmla="*/ 73025 h 75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277" h="75632">
                      <a:moveTo>
                        <a:pt x="0" y="73025"/>
                      </a:moveTo>
                      <a:cubicBezTo>
                        <a:pt x="62611" y="57531"/>
                        <a:pt x="123063" y="33274"/>
                        <a:pt x="178435" y="0"/>
                      </a:cubicBezTo>
                      <a:cubicBezTo>
                        <a:pt x="180594" y="24765"/>
                        <a:pt x="181991" y="49530"/>
                        <a:pt x="184277" y="74422"/>
                      </a:cubicBezTo>
                      <a:cubicBezTo>
                        <a:pt x="122809" y="76327"/>
                        <a:pt x="61341" y="76073"/>
                        <a:pt x="0" y="73025"/>
                      </a:cubicBezTo>
                      <a:close/>
                    </a:path>
                  </a:pathLst>
                </a:custGeom>
                <a:solidFill>
                  <a:srgbClr val="C3C9F8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6" name="任意形状 1225">
                  <a:extLst>
                    <a:ext uri="{FF2B5EF4-FFF2-40B4-BE49-F238E27FC236}">
                      <a16:creationId xmlns:a16="http://schemas.microsoft.com/office/drawing/2014/main" id="{2D93448C-8D61-B173-0C70-F7EDA49C40C4}"/>
                    </a:ext>
                  </a:extLst>
                </p:cNvPr>
                <p:cNvSpPr/>
                <p:nvPr/>
              </p:nvSpPr>
              <p:spPr>
                <a:xfrm>
                  <a:off x="430546" y="1477480"/>
                  <a:ext cx="87564" cy="26701"/>
                </a:xfrm>
                <a:custGeom>
                  <a:avLst/>
                  <a:gdLst>
                    <a:gd name="connsiteX0" fmla="*/ 5334 w 160781"/>
                    <a:gd name="connsiteY0" fmla="*/ 11684 h 49027"/>
                    <a:gd name="connsiteX1" fmla="*/ 26543 w 160781"/>
                    <a:gd name="connsiteY1" fmla="*/ 0 h 49027"/>
                    <a:gd name="connsiteX2" fmla="*/ 160782 w 160781"/>
                    <a:gd name="connsiteY2" fmla="*/ 46101 h 49027"/>
                    <a:gd name="connsiteX3" fmla="*/ 0 w 160781"/>
                    <a:gd name="connsiteY3" fmla="*/ 47752 h 49027"/>
                    <a:gd name="connsiteX4" fmla="*/ 5334 w 160781"/>
                    <a:gd name="connsiteY4" fmla="*/ 11684 h 49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0781" h="49027">
                      <a:moveTo>
                        <a:pt x="5334" y="11684"/>
                      </a:moveTo>
                      <a:cubicBezTo>
                        <a:pt x="10668" y="8763"/>
                        <a:pt x="21209" y="2921"/>
                        <a:pt x="26543" y="0"/>
                      </a:cubicBezTo>
                      <a:cubicBezTo>
                        <a:pt x="70993" y="16002"/>
                        <a:pt x="115316" y="32893"/>
                        <a:pt x="160782" y="46101"/>
                      </a:cubicBezTo>
                      <a:cubicBezTo>
                        <a:pt x="107188" y="48895"/>
                        <a:pt x="53594" y="50165"/>
                        <a:pt x="0" y="47752"/>
                      </a:cubicBezTo>
                      <a:cubicBezTo>
                        <a:pt x="1397" y="38735"/>
                        <a:pt x="4064" y="20701"/>
                        <a:pt x="5334" y="11684"/>
                      </a:cubicBezTo>
                      <a:close/>
                    </a:path>
                  </a:pathLst>
                </a:custGeom>
                <a:solidFill>
                  <a:srgbClr val="C1C8F7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</p:grpSp>
        </p:grpSp>
        <p:pic>
          <p:nvPicPr>
            <p:cNvPr id="1198" name="图片 1197">
              <a:extLst>
                <a:ext uri="{FF2B5EF4-FFF2-40B4-BE49-F238E27FC236}">
                  <a16:creationId xmlns:a16="http://schemas.microsoft.com/office/drawing/2014/main" id="{077BD143-290D-0C4B-2BE9-0E2928ED5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900000" flipH="1">
              <a:off x="6460749" y="4702986"/>
              <a:ext cx="517472" cy="517472"/>
            </a:xfrm>
            <a:prstGeom prst="rect">
              <a:avLst/>
            </a:prstGeom>
          </p:spPr>
        </p:pic>
        <p:sp>
          <p:nvSpPr>
            <p:cNvPr id="1199" name="圆角矩形 25">
              <a:extLst>
                <a:ext uri="{FF2B5EF4-FFF2-40B4-BE49-F238E27FC236}">
                  <a16:creationId xmlns:a16="http://schemas.microsoft.com/office/drawing/2014/main" id="{5F665E1B-B678-DF7E-8642-3BDB8224E5C3}"/>
                </a:ext>
              </a:extLst>
            </p:cNvPr>
            <p:cNvSpPr/>
            <p:nvPr/>
          </p:nvSpPr>
          <p:spPr>
            <a:xfrm rot="20700000">
              <a:off x="6802431" y="5134839"/>
              <a:ext cx="239120" cy="287888"/>
            </a:xfrm>
            <a:custGeom>
              <a:avLst/>
              <a:gdLst>
                <a:gd name="connsiteX0" fmla="*/ 0 w 232911"/>
                <a:gd name="connsiteY0" fmla="*/ 38819 h 252879"/>
                <a:gd name="connsiteX1" fmla="*/ 38819 w 232911"/>
                <a:gd name="connsiteY1" fmla="*/ 0 h 252879"/>
                <a:gd name="connsiteX2" fmla="*/ 194092 w 232911"/>
                <a:gd name="connsiteY2" fmla="*/ 0 h 252879"/>
                <a:gd name="connsiteX3" fmla="*/ 232911 w 232911"/>
                <a:gd name="connsiteY3" fmla="*/ 38819 h 252879"/>
                <a:gd name="connsiteX4" fmla="*/ 232911 w 232911"/>
                <a:gd name="connsiteY4" fmla="*/ 214060 h 252879"/>
                <a:gd name="connsiteX5" fmla="*/ 194092 w 232911"/>
                <a:gd name="connsiteY5" fmla="*/ 252879 h 252879"/>
                <a:gd name="connsiteX6" fmla="*/ 38819 w 232911"/>
                <a:gd name="connsiteY6" fmla="*/ 252879 h 252879"/>
                <a:gd name="connsiteX7" fmla="*/ 0 w 232911"/>
                <a:gd name="connsiteY7" fmla="*/ 214060 h 252879"/>
                <a:gd name="connsiteX8" fmla="*/ 0 w 232911"/>
                <a:gd name="connsiteY8" fmla="*/ 38819 h 252879"/>
                <a:gd name="connsiteX0" fmla="*/ 0 w 232911"/>
                <a:gd name="connsiteY0" fmla="*/ 58756 h 272816"/>
                <a:gd name="connsiteX1" fmla="*/ 38819 w 232911"/>
                <a:gd name="connsiteY1" fmla="*/ 19937 h 272816"/>
                <a:gd name="connsiteX2" fmla="*/ 168755 w 232911"/>
                <a:gd name="connsiteY2" fmla="*/ 0 h 272816"/>
                <a:gd name="connsiteX3" fmla="*/ 232911 w 232911"/>
                <a:gd name="connsiteY3" fmla="*/ 58756 h 272816"/>
                <a:gd name="connsiteX4" fmla="*/ 232911 w 232911"/>
                <a:gd name="connsiteY4" fmla="*/ 233997 h 272816"/>
                <a:gd name="connsiteX5" fmla="*/ 194092 w 232911"/>
                <a:gd name="connsiteY5" fmla="*/ 272816 h 272816"/>
                <a:gd name="connsiteX6" fmla="*/ 38819 w 232911"/>
                <a:gd name="connsiteY6" fmla="*/ 272816 h 272816"/>
                <a:gd name="connsiteX7" fmla="*/ 0 w 232911"/>
                <a:gd name="connsiteY7" fmla="*/ 233997 h 272816"/>
                <a:gd name="connsiteX8" fmla="*/ 0 w 232911"/>
                <a:gd name="connsiteY8" fmla="*/ 58756 h 272816"/>
                <a:gd name="connsiteX0" fmla="*/ 0 w 232911"/>
                <a:gd name="connsiteY0" fmla="*/ 70500 h 284560"/>
                <a:gd name="connsiteX1" fmla="*/ 38819 w 232911"/>
                <a:gd name="connsiteY1" fmla="*/ 31681 h 284560"/>
                <a:gd name="connsiteX2" fmla="*/ 168755 w 232911"/>
                <a:gd name="connsiteY2" fmla="*/ 11744 h 284560"/>
                <a:gd name="connsiteX3" fmla="*/ 232911 w 232911"/>
                <a:gd name="connsiteY3" fmla="*/ 70500 h 284560"/>
                <a:gd name="connsiteX4" fmla="*/ 232911 w 232911"/>
                <a:gd name="connsiteY4" fmla="*/ 245741 h 284560"/>
                <a:gd name="connsiteX5" fmla="*/ 194092 w 232911"/>
                <a:gd name="connsiteY5" fmla="*/ 284560 h 284560"/>
                <a:gd name="connsiteX6" fmla="*/ 38819 w 232911"/>
                <a:gd name="connsiteY6" fmla="*/ 284560 h 284560"/>
                <a:gd name="connsiteX7" fmla="*/ 0 w 232911"/>
                <a:gd name="connsiteY7" fmla="*/ 245741 h 284560"/>
                <a:gd name="connsiteX8" fmla="*/ 0 w 232911"/>
                <a:gd name="connsiteY8" fmla="*/ 70500 h 284560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232911 w 232911"/>
                <a:gd name="connsiteY4" fmla="*/ 253607 h 292426"/>
                <a:gd name="connsiteX5" fmla="*/ 194092 w 232911"/>
                <a:gd name="connsiteY5" fmla="*/ 292426 h 292426"/>
                <a:gd name="connsiteX6" fmla="*/ 38819 w 232911"/>
                <a:gd name="connsiteY6" fmla="*/ 292426 h 292426"/>
                <a:gd name="connsiteX7" fmla="*/ 0 w 232911"/>
                <a:gd name="connsiteY7" fmla="*/ 253607 h 292426"/>
                <a:gd name="connsiteX8" fmla="*/ 0 w 232911"/>
                <a:gd name="connsiteY8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94092 w 232911"/>
                <a:gd name="connsiteY4" fmla="*/ 292426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38821 h 252881"/>
                <a:gd name="connsiteX1" fmla="*/ 38819 w 232911"/>
                <a:gd name="connsiteY1" fmla="*/ 2 h 252881"/>
                <a:gd name="connsiteX2" fmla="*/ 232911 w 232911"/>
                <a:gd name="connsiteY2" fmla="*/ 38821 h 252881"/>
                <a:gd name="connsiteX3" fmla="*/ 188295 w 232911"/>
                <a:gd name="connsiteY3" fmla="*/ 237444 h 252881"/>
                <a:gd name="connsiteX4" fmla="*/ 38819 w 232911"/>
                <a:gd name="connsiteY4" fmla="*/ 252881 h 252881"/>
                <a:gd name="connsiteX5" fmla="*/ 0 w 232911"/>
                <a:gd name="connsiteY5" fmla="*/ 214062 h 252881"/>
                <a:gd name="connsiteX6" fmla="*/ 0 w 232911"/>
                <a:gd name="connsiteY6" fmla="*/ 38821 h 252881"/>
                <a:gd name="connsiteX0" fmla="*/ 0 w 210421"/>
                <a:gd name="connsiteY0" fmla="*/ 54480 h 268540"/>
                <a:gd name="connsiteX1" fmla="*/ 38819 w 210421"/>
                <a:gd name="connsiteY1" fmla="*/ 15661 h 268540"/>
                <a:gd name="connsiteX2" fmla="*/ 160564 w 210421"/>
                <a:gd name="connsiteY2" fmla="*/ 18297 h 268540"/>
                <a:gd name="connsiteX3" fmla="*/ 188295 w 210421"/>
                <a:gd name="connsiteY3" fmla="*/ 253103 h 268540"/>
                <a:gd name="connsiteX4" fmla="*/ 38819 w 210421"/>
                <a:gd name="connsiteY4" fmla="*/ 268540 h 268540"/>
                <a:gd name="connsiteX5" fmla="*/ 0 w 210421"/>
                <a:gd name="connsiteY5" fmla="*/ 229721 h 268540"/>
                <a:gd name="connsiteX6" fmla="*/ 0 w 210421"/>
                <a:gd name="connsiteY6" fmla="*/ 54480 h 268540"/>
                <a:gd name="connsiteX0" fmla="*/ 0 w 241900"/>
                <a:gd name="connsiteY0" fmla="*/ 54481 h 268541"/>
                <a:gd name="connsiteX1" fmla="*/ 38819 w 241900"/>
                <a:gd name="connsiteY1" fmla="*/ 15662 h 268541"/>
                <a:gd name="connsiteX2" fmla="*/ 160564 w 241900"/>
                <a:gd name="connsiteY2" fmla="*/ 18298 h 268541"/>
                <a:gd name="connsiteX3" fmla="*/ 188295 w 241900"/>
                <a:gd name="connsiteY3" fmla="*/ 253104 h 268541"/>
                <a:gd name="connsiteX4" fmla="*/ 38819 w 241900"/>
                <a:gd name="connsiteY4" fmla="*/ 268541 h 268541"/>
                <a:gd name="connsiteX5" fmla="*/ 0 w 241900"/>
                <a:gd name="connsiteY5" fmla="*/ 229722 h 268541"/>
                <a:gd name="connsiteX6" fmla="*/ 0 w 241900"/>
                <a:gd name="connsiteY6" fmla="*/ 54481 h 268541"/>
                <a:gd name="connsiteX0" fmla="*/ 0 w 234120"/>
                <a:gd name="connsiteY0" fmla="*/ 54481 h 268541"/>
                <a:gd name="connsiteX1" fmla="*/ 38819 w 234120"/>
                <a:gd name="connsiteY1" fmla="*/ 15662 h 268541"/>
                <a:gd name="connsiteX2" fmla="*/ 160564 w 234120"/>
                <a:gd name="connsiteY2" fmla="*/ 18298 h 268541"/>
                <a:gd name="connsiteX3" fmla="*/ 188295 w 234120"/>
                <a:gd name="connsiteY3" fmla="*/ 253104 h 268541"/>
                <a:gd name="connsiteX4" fmla="*/ 38819 w 234120"/>
                <a:gd name="connsiteY4" fmla="*/ 268541 h 268541"/>
                <a:gd name="connsiteX5" fmla="*/ 0 w 234120"/>
                <a:gd name="connsiteY5" fmla="*/ 229722 h 268541"/>
                <a:gd name="connsiteX6" fmla="*/ 0 w 234120"/>
                <a:gd name="connsiteY6" fmla="*/ 54481 h 268541"/>
                <a:gd name="connsiteX0" fmla="*/ 0 w 234122"/>
                <a:gd name="connsiteY0" fmla="*/ 46125 h 260185"/>
                <a:gd name="connsiteX1" fmla="*/ 38819 w 234122"/>
                <a:gd name="connsiteY1" fmla="*/ 7306 h 260185"/>
                <a:gd name="connsiteX2" fmla="*/ 160564 w 234122"/>
                <a:gd name="connsiteY2" fmla="*/ 9942 h 260185"/>
                <a:gd name="connsiteX3" fmla="*/ 188295 w 234122"/>
                <a:gd name="connsiteY3" fmla="*/ 244748 h 260185"/>
                <a:gd name="connsiteX4" fmla="*/ 38819 w 234122"/>
                <a:gd name="connsiteY4" fmla="*/ 260185 h 260185"/>
                <a:gd name="connsiteX5" fmla="*/ 0 w 234122"/>
                <a:gd name="connsiteY5" fmla="*/ 221366 h 260185"/>
                <a:gd name="connsiteX6" fmla="*/ 0 w 234122"/>
                <a:gd name="connsiteY6" fmla="*/ 46125 h 260185"/>
                <a:gd name="connsiteX0" fmla="*/ 0 w 235795"/>
                <a:gd name="connsiteY0" fmla="*/ 56384 h 270444"/>
                <a:gd name="connsiteX1" fmla="*/ 38819 w 235795"/>
                <a:gd name="connsiteY1" fmla="*/ 17565 h 270444"/>
                <a:gd name="connsiteX2" fmla="*/ 164459 w 235795"/>
                <a:gd name="connsiteY2" fmla="*/ 7102 h 270444"/>
                <a:gd name="connsiteX3" fmla="*/ 188295 w 235795"/>
                <a:gd name="connsiteY3" fmla="*/ 255007 h 270444"/>
                <a:gd name="connsiteX4" fmla="*/ 38819 w 235795"/>
                <a:gd name="connsiteY4" fmla="*/ 270444 h 270444"/>
                <a:gd name="connsiteX5" fmla="*/ 0 w 235795"/>
                <a:gd name="connsiteY5" fmla="*/ 231625 h 270444"/>
                <a:gd name="connsiteX6" fmla="*/ 0 w 235795"/>
                <a:gd name="connsiteY6" fmla="*/ 56384 h 270444"/>
                <a:gd name="connsiteX0" fmla="*/ 21890 w 235797"/>
                <a:gd name="connsiteY0" fmla="*/ 122504 h 270444"/>
                <a:gd name="connsiteX1" fmla="*/ 38819 w 235797"/>
                <a:gd name="connsiteY1" fmla="*/ 17565 h 270444"/>
                <a:gd name="connsiteX2" fmla="*/ 164459 w 235797"/>
                <a:gd name="connsiteY2" fmla="*/ 7102 h 270444"/>
                <a:gd name="connsiteX3" fmla="*/ 188295 w 235797"/>
                <a:gd name="connsiteY3" fmla="*/ 255007 h 270444"/>
                <a:gd name="connsiteX4" fmla="*/ 38819 w 235797"/>
                <a:gd name="connsiteY4" fmla="*/ 270444 h 270444"/>
                <a:gd name="connsiteX5" fmla="*/ 0 w 235797"/>
                <a:gd name="connsiteY5" fmla="*/ 231625 h 270444"/>
                <a:gd name="connsiteX6" fmla="*/ 21890 w 235797"/>
                <a:gd name="connsiteY6" fmla="*/ 122504 h 270444"/>
                <a:gd name="connsiteX0" fmla="*/ 47010 w 260915"/>
                <a:gd name="connsiteY0" fmla="*/ 118449 h 266389"/>
                <a:gd name="connsiteX1" fmla="*/ 4389 w 260915"/>
                <a:gd name="connsiteY1" fmla="*/ 74011 h 266389"/>
                <a:gd name="connsiteX2" fmla="*/ 189579 w 260915"/>
                <a:gd name="connsiteY2" fmla="*/ 3047 h 266389"/>
                <a:gd name="connsiteX3" fmla="*/ 213415 w 260915"/>
                <a:gd name="connsiteY3" fmla="*/ 250952 h 266389"/>
                <a:gd name="connsiteX4" fmla="*/ 63939 w 260915"/>
                <a:gd name="connsiteY4" fmla="*/ 266389 h 266389"/>
                <a:gd name="connsiteX5" fmla="*/ 25120 w 260915"/>
                <a:gd name="connsiteY5" fmla="*/ 227570 h 266389"/>
                <a:gd name="connsiteX6" fmla="*/ 47010 w 260915"/>
                <a:gd name="connsiteY6" fmla="*/ 118449 h 266389"/>
                <a:gd name="connsiteX0" fmla="*/ 47010 w 260917"/>
                <a:gd name="connsiteY0" fmla="*/ 121891 h 269831"/>
                <a:gd name="connsiteX1" fmla="*/ 4389 w 260917"/>
                <a:gd name="connsiteY1" fmla="*/ 77453 h 269831"/>
                <a:gd name="connsiteX2" fmla="*/ 189579 w 260917"/>
                <a:gd name="connsiteY2" fmla="*/ 6489 h 269831"/>
                <a:gd name="connsiteX3" fmla="*/ 213415 w 260917"/>
                <a:gd name="connsiteY3" fmla="*/ 254394 h 269831"/>
                <a:gd name="connsiteX4" fmla="*/ 63939 w 260917"/>
                <a:gd name="connsiteY4" fmla="*/ 269831 h 269831"/>
                <a:gd name="connsiteX5" fmla="*/ 25120 w 260917"/>
                <a:gd name="connsiteY5" fmla="*/ 231012 h 269831"/>
                <a:gd name="connsiteX6" fmla="*/ 47010 w 260917"/>
                <a:gd name="connsiteY6" fmla="*/ 121891 h 269831"/>
                <a:gd name="connsiteX0" fmla="*/ 47010 w 262505"/>
                <a:gd name="connsiteY0" fmla="*/ 117056 h 264996"/>
                <a:gd name="connsiteX1" fmla="*/ 4389 w 262505"/>
                <a:gd name="connsiteY1" fmla="*/ 72618 h 264996"/>
                <a:gd name="connsiteX2" fmla="*/ 193127 w 262505"/>
                <a:gd name="connsiteY2" fmla="*/ 7191 h 264996"/>
                <a:gd name="connsiteX3" fmla="*/ 213415 w 262505"/>
                <a:gd name="connsiteY3" fmla="*/ 249559 h 264996"/>
                <a:gd name="connsiteX4" fmla="*/ 63939 w 262505"/>
                <a:gd name="connsiteY4" fmla="*/ 264996 h 264996"/>
                <a:gd name="connsiteX5" fmla="*/ 25120 w 262505"/>
                <a:gd name="connsiteY5" fmla="*/ 226177 h 264996"/>
                <a:gd name="connsiteX6" fmla="*/ 47010 w 262505"/>
                <a:gd name="connsiteY6" fmla="*/ 117056 h 264996"/>
                <a:gd name="connsiteX0" fmla="*/ 43088 w 258583"/>
                <a:gd name="connsiteY0" fmla="*/ 117056 h 264996"/>
                <a:gd name="connsiteX1" fmla="*/ 467 w 258583"/>
                <a:gd name="connsiteY1" fmla="*/ 72618 h 264996"/>
                <a:gd name="connsiteX2" fmla="*/ 189205 w 258583"/>
                <a:gd name="connsiteY2" fmla="*/ 7191 h 264996"/>
                <a:gd name="connsiteX3" fmla="*/ 209493 w 258583"/>
                <a:gd name="connsiteY3" fmla="*/ 249559 h 264996"/>
                <a:gd name="connsiteX4" fmla="*/ 60017 w 258583"/>
                <a:gd name="connsiteY4" fmla="*/ 264996 h 264996"/>
                <a:gd name="connsiteX5" fmla="*/ 21198 w 258583"/>
                <a:gd name="connsiteY5" fmla="*/ 226177 h 264996"/>
                <a:gd name="connsiteX6" fmla="*/ 43088 w 258583"/>
                <a:gd name="connsiteY6" fmla="*/ 117056 h 264996"/>
                <a:gd name="connsiteX0" fmla="*/ 48838 w 258536"/>
                <a:gd name="connsiteY0" fmla="*/ 132494 h 264996"/>
                <a:gd name="connsiteX1" fmla="*/ 420 w 258536"/>
                <a:gd name="connsiteY1" fmla="*/ 72618 h 264996"/>
                <a:gd name="connsiteX2" fmla="*/ 189158 w 258536"/>
                <a:gd name="connsiteY2" fmla="*/ 7191 h 264996"/>
                <a:gd name="connsiteX3" fmla="*/ 209446 w 258536"/>
                <a:gd name="connsiteY3" fmla="*/ 249559 h 264996"/>
                <a:gd name="connsiteX4" fmla="*/ 59970 w 258536"/>
                <a:gd name="connsiteY4" fmla="*/ 264996 h 264996"/>
                <a:gd name="connsiteX5" fmla="*/ 21151 w 258536"/>
                <a:gd name="connsiteY5" fmla="*/ 226177 h 264996"/>
                <a:gd name="connsiteX6" fmla="*/ 48838 w 258536"/>
                <a:gd name="connsiteY6" fmla="*/ 132494 h 264996"/>
                <a:gd name="connsiteX0" fmla="*/ 31874 w 258711"/>
                <a:gd name="connsiteY0" fmla="*/ 137716 h 264996"/>
                <a:gd name="connsiteX1" fmla="*/ 595 w 258711"/>
                <a:gd name="connsiteY1" fmla="*/ 72618 h 264996"/>
                <a:gd name="connsiteX2" fmla="*/ 189333 w 258711"/>
                <a:gd name="connsiteY2" fmla="*/ 7191 h 264996"/>
                <a:gd name="connsiteX3" fmla="*/ 209621 w 258711"/>
                <a:gd name="connsiteY3" fmla="*/ 249559 h 264996"/>
                <a:gd name="connsiteX4" fmla="*/ 60145 w 258711"/>
                <a:gd name="connsiteY4" fmla="*/ 264996 h 264996"/>
                <a:gd name="connsiteX5" fmla="*/ 21326 w 258711"/>
                <a:gd name="connsiteY5" fmla="*/ 226177 h 264996"/>
                <a:gd name="connsiteX6" fmla="*/ 31874 w 258711"/>
                <a:gd name="connsiteY6" fmla="*/ 137716 h 264996"/>
                <a:gd name="connsiteX0" fmla="*/ 31876 w 258713"/>
                <a:gd name="connsiteY0" fmla="*/ 137716 h 249559"/>
                <a:gd name="connsiteX1" fmla="*/ 597 w 258713"/>
                <a:gd name="connsiteY1" fmla="*/ 72618 h 249559"/>
                <a:gd name="connsiteX2" fmla="*/ 189335 w 258713"/>
                <a:gd name="connsiteY2" fmla="*/ 7191 h 249559"/>
                <a:gd name="connsiteX3" fmla="*/ 209623 w 258713"/>
                <a:gd name="connsiteY3" fmla="*/ 249559 h 249559"/>
                <a:gd name="connsiteX4" fmla="*/ 21328 w 258713"/>
                <a:gd name="connsiteY4" fmla="*/ 226177 h 249559"/>
                <a:gd name="connsiteX5" fmla="*/ 31876 w 258713"/>
                <a:gd name="connsiteY5" fmla="*/ 137716 h 249559"/>
                <a:gd name="connsiteX0" fmla="*/ 31876 w 258713"/>
                <a:gd name="connsiteY0" fmla="*/ 137716 h 282816"/>
                <a:gd name="connsiteX1" fmla="*/ 597 w 258713"/>
                <a:gd name="connsiteY1" fmla="*/ 72618 h 282816"/>
                <a:gd name="connsiteX2" fmla="*/ 189335 w 258713"/>
                <a:gd name="connsiteY2" fmla="*/ 7191 h 282816"/>
                <a:gd name="connsiteX3" fmla="*/ 209623 w 258713"/>
                <a:gd name="connsiteY3" fmla="*/ 249559 h 282816"/>
                <a:gd name="connsiteX4" fmla="*/ 21328 w 258713"/>
                <a:gd name="connsiteY4" fmla="*/ 226177 h 282816"/>
                <a:gd name="connsiteX5" fmla="*/ 31876 w 258713"/>
                <a:gd name="connsiteY5" fmla="*/ 137716 h 282816"/>
                <a:gd name="connsiteX0" fmla="*/ 31876 w 258713"/>
                <a:gd name="connsiteY0" fmla="*/ 137716 h 293030"/>
                <a:gd name="connsiteX1" fmla="*/ 597 w 258713"/>
                <a:gd name="connsiteY1" fmla="*/ 72618 h 293030"/>
                <a:gd name="connsiteX2" fmla="*/ 189335 w 258713"/>
                <a:gd name="connsiteY2" fmla="*/ 7191 h 293030"/>
                <a:gd name="connsiteX3" fmla="*/ 209623 w 258713"/>
                <a:gd name="connsiteY3" fmla="*/ 249559 h 293030"/>
                <a:gd name="connsiteX4" fmla="*/ 21328 w 258713"/>
                <a:gd name="connsiteY4" fmla="*/ 226177 h 293030"/>
                <a:gd name="connsiteX5" fmla="*/ 31876 w 258713"/>
                <a:gd name="connsiteY5" fmla="*/ 137716 h 293030"/>
                <a:gd name="connsiteX0" fmla="*/ 31876 w 258713"/>
                <a:gd name="connsiteY0" fmla="*/ 137716 h 275762"/>
                <a:gd name="connsiteX1" fmla="*/ 597 w 258713"/>
                <a:gd name="connsiteY1" fmla="*/ 72618 h 275762"/>
                <a:gd name="connsiteX2" fmla="*/ 189335 w 258713"/>
                <a:gd name="connsiteY2" fmla="*/ 7191 h 275762"/>
                <a:gd name="connsiteX3" fmla="*/ 209623 w 258713"/>
                <a:gd name="connsiteY3" fmla="*/ 249559 h 275762"/>
                <a:gd name="connsiteX4" fmla="*/ 21328 w 258713"/>
                <a:gd name="connsiteY4" fmla="*/ 226177 h 275762"/>
                <a:gd name="connsiteX5" fmla="*/ 31876 w 258713"/>
                <a:gd name="connsiteY5" fmla="*/ 137716 h 275762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713" h="280615">
                  <a:moveTo>
                    <a:pt x="31876" y="137716"/>
                  </a:moveTo>
                  <a:cubicBezTo>
                    <a:pt x="31876" y="116277"/>
                    <a:pt x="-5097" y="141934"/>
                    <a:pt x="597" y="72618"/>
                  </a:cubicBezTo>
                  <a:cubicBezTo>
                    <a:pt x="36911" y="11178"/>
                    <a:pt x="106867" y="-13519"/>
                    <a:pt x="189335" y="7191"/>
                  </a:cubicBezTo>
                  <a:cubicBezTo>
                    <a:pt x="279181" y="70601"/>
                    <a:pt x="277202" y="163317"/>
                    <a:pt x="209623" y="249559"/>
                  </a:cubicBezTo>
                  <a:cubicBezTo>
                    <a:pt x="189781" y="289566"/>
                    <a:pt x="85297" y="299778"/>
                    <a:pt x="21328" y="226177"/>
                  </a:cubicBezTo>
                  <a:cubicBezTo>
                    <a:pt x="-17474" y="181793"/>
                    <a:pt x="28360" y="167203"/>
                    <a:pt x="31876" y="137716"/>
                  </a:cubicBezTo>
                  <a:close/>
                </a:path>
              </a:pathLst>
            </a:custGeom>
            <a:solidFill>
              <a:srgbClr val="103D4D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1200" name="圆角矩形 25">
              <a:extLst>
                <a:ext uri="{FF2B5EF4-FFF2-40B4-BE49-F238E27FC236}">
                  <a16:creationId xmlns:a16="http://schemas.microsoft.com/office/drawing/2014/main" id="{E2825B0A-A014-C330-A5DD-7E6285F87A48}"/>
                </a:ext>
              </a:extLst>
            </p:cNvPr>
            <p:cNvSpPr/>
            <p:nvPr/>
          </p:nvSpPr>
          <p:spPr>
            <a:xfrm rot="20700000">
              <a:off x="6836465" y="5146518"/>
              <a:ext cx="186783" cy="242319"/>
            </a:xfrm>
            <a:custGeom>
              <a:avLst/>
              <a:gdLst>
                <a:gd name="connsiteX0" fmla="*/ 0 w 232911"/>
                <a:gd name="connsiteY0" fmla="*/ 38819 h 252879"/>
                <a:gd name="connsiteX1" fmla="*/ 38819 w 232911"/>
                <a:gd name="connsiteY1" fmla="*/ 0 h 252879"/>
                <a:gd name="connsiteX2" fmla="*/ 194092 w 232911"/>
                <a:gd name="connsiteY2" fmla="*/ 0 h 252879"/>
                <a:gd name="connsiteX3" fmla="*/ 232911 w 232911"/>
                <a:gd name="connsiteY3" fmla="*/ 38819 h 252879"/>
                <a:gd name="connsiteX4" fmla="*/ 232911 w 232911"/>
                <a:gd name="connsiteY4" fmla="*/ 214060 h 252879"/>
                <a:gd name="connsiteX5" fmla="*/ 194092 w 232911"/>
                <a:gd name="connsiteY5" fmla="*/ 252879 h 252879"/>
                <a:gd name="connsiteX6" fmla="*/ 38819 w 232911"/>
                <a:gd name="connsiteY6" fmla="*/ 252879 h 252879"/>
                <a:gd name="connsiteX7" fmla="*/ 0 w 232911"/>
                <a:gd name="connsiteY7" fmla="*/ 214060 h 252879"/>
                <a:gd name="connsiteX8" fmla="*/ 0 w 232911"/>
                <a:gd name="connsiteY8" fmla="*/ 38819 h 252879"/>
                <a:gd name="connsiteX0" fmla="*/ 0 w 232911"/>
                <a:gd name="connsiteY0" fmla="*/ 58756 h 272816"/>
                <a:gd name="connsiteX1" fmla="*/ 38819 w 232911"/>
                <a:gd name="connsiteY1" fmla="*/ 19937 h 272816"/>
                <a:gd name="connsiteX2" fmla="*/ 168755 w 232911"/>
                <a:gd name="connsiteY2" fmla="*/ 0 h 272816"/>
                <a:gd name="connsiteX3" fmla="*/ 232911 w 232911"/>
                <a:gd name="connsiteY3" fmla="*/ 58756 h 272816"/>
                <a:gd name="connsiteX4" fmla="*/ 232911 w 232911"/>
                <a:gd name="connsiteY4" fmla="*/ 233997 h 272816"/>
                <a:gd name="connsiteX5" fmla="*/ 194092 w 232911"/>
                <a:gd name="connsiteY5" fmla="*/ 272816 h 272816"/>
                <a:gd name="connsiteX6" fmla="*/ 38819 w 232911"/>
                <a:gd name="connsiteY6" fmla="*/ 272816 h 272816"/>
                <a:gd name="connsiteX7" fmla="*/ 0 w 232911"/>
                <a:gd name="connsiteY7" fmla="*/ 233997 h 272816"/>
                <a:gd name="connsiteX8" fmla="*/ 0 w 232911"/>
                <a:gd name="connsiteY8" fmla="*/ 58756 h 272816"/>
                <a:gd name="connsiteX0" fmla="*/ 0 w 232911"/>
                <a:gd name="connsiteY0" fmla="*/ 70500 h 284560"/>
                <a:gd name="connsiteX1" fmla="*/ 38819 w 232911"/>
                <a:gd name="connsiteY1" fmla="*/ 31681 h 284560"/>
                <a:gd name="connsiteX2" fmla="*/ 168755 w 232911"/>
                <a:gd name="connsiteY2" fmla="*/ 11744 h 284560"/>
                <a:gd name="connsiteX3" fmla="*/ 232911 w 232911"/>
                <a:gd name="connsiteY3" fmla="*/ 70500 h 284560"/>
                <a:gd name="connsiteX4" fmla="*/ 232911 w 232911"/>
                <a:gd name="connsiteY4" fmla="*/ 245741 h 284560"/>
                <a:gd name="connsiteX5" fmla="*/ 194092 w 232911"/>
                <a:gd name="connsiteY5" fmla="*/ 284560 h 284560"/>
                <a:gd name="connsiteX6" fmla="*/ 38819 w 232911"/>
                <a:gd name="connsiteY6" fmla="*/ 284560 h 284560"/>
                <a:gd name="connsiteX7" fmla="*/ 0 w 232911"/>
                <a:gd name="connsiteY7" fmla="*/ 245741 h 284560"/>
                <a:gd name="connsiteX8" fmla="*/ 0 w 232911"/>
                <a:gd name="connsiteY8" fmla="*/ 70500 h 284560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232911 w 232911"/>
                <a:gd name="connsiteY4" fmla="*/ 253607 h 292426"/>
                <a:gd name="connsiteX5" fmla="*/ 194092 w 232911"/>
                <a:gd name="connsiteY5" fmla="*/ 292426 h 292426"/>
                <a:gd name="connsiteX6" fmla="*/ 38819 w 232911"/>
                <a:gd name="connsiteY6" fmla="*/ 292426 h 292426"/>
                <a:gd name="connsiteX7" fmla="*/ 0 w 232911"/>
                <a:gd name="connsiteY7" fmla="*/ 253607 h 292426"/>
                <a:gd name="connsiteX8" fmla="*/ 0 w 232911"/>
                <a:gd name="connsiteY8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94092 w 232911"/>
                <a:gd name="connsiteY4" fmla="*/ 292426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38821 h 252881"/>
                <a:gd name="connsiteX1" fmla="*/ 38819 w 232911"/>
                <a:gd name="connsiteY1" fmla="*/ 2 h 252881"/>
                <a:gd name="connsiteX2" fmla="*/ 232911 w 232911"/>
                <a:gd name="connsiteY2" fmla="*/ 38821 h 252881"/>
                <a:gd name="connsiteX3" fmla="*/ 188295 w 232911"/>
                <a:gd name="connsiteY3" fmla="*/ 237444 h 252881"/>
                <a:gd name="connsiteX4" fmla="*/ 38819 w 232911"/>
                <a:gd name="connsiteY4" fmla="*/ 252881 h 252881"/>
                <a:gd name="connsiteX5" fmla="*/ 0 w 232911"/>
                <a:gd name="connsiteY5" fmla="*/ 214062 h 252881"/>
                <a:gd name="connsiteX6" fmla="*/ 0 w 232911"/>
                <a:gd name="connsiteY6" fmla="*/ 38821 h 252881"/>
                <a:gd name="connsiteX0" fmla="*/ 0 w 210421"/>
                <a:gd name="connsiteY0" fmla="*/ 54480 h 268540"/>
                <a:gd name="connsiteX1" fmla="*/ 38819 w 210421"/>
                <a:gd name="connsiteY1" fmla="*/ 15661 h 268540"/>
                <a:gd name="connsiteX2" fmla="*/ 160564 w 210421"/>
                <a:gd name="connsiteY2" fmla="*/ 18297 h 268540"/>
                <a:gd name="connsiteX3" fmla="*/ 188295 w 210421"/>
                <a:gd name="connsiteY3" fmla="*/ 253103 h 268540"/>
                <a:gd name="connsiteX4" fmla="*/ 38819 w 210421"/>
                <a:gd name="connsiteY4" fmla="*/ 268540 h 268540"/>
                <a:gd name="connsiteX5" fmla="*/ 0 w 210421"/>
                <a:gd name="connsiteY5" fmla="*/ 229721 h 268540"/>
                <a:gd name="connsiteX6" fmla="*/ 0 w 210421"/>
                <a:gd name="connsiteY6" fmla="*/ 54480 h 268540"/>
                <a:gd name="connsiteX0" fmla="*/ 0 w 241900"/>
                <a:gd name="connsiteY0" fmla="*/ 54481 h 268541"/>
                <a:gd name="connsiteX1" fmla="*/ 38819 w 241900"/>
                <a:gd name="connsiteY1" fmla="*/ 15662 h 268541"/>
                <a:gd name="connsiteX2" fmla="*/ 160564 w 241900"/>
                <a:gd name="connsiteY2" fmla="*/ 18298 h 268541"/>
                <a:gd name="connsiteX3" fmla="*/ 188295 w 241900"/>
                <a:gd name="connsiteY3" fmla="*/ 253104 h 268541"/>
                <a:gd name="connsiteX4" fmla="*/ 38819 w 241900"/>
                <a:gd name="connsiteY4" fmla="*/ 268541 h 268541"/>
                <a:gd name="connsiteX5" fmla="*/ 0 w 241900"/>
                <a:gd name="connsiteY5" fmla="*/ 229722 h 268541"/>
                <a:gd name="connsiteX6" fmla="*/ 0 w 241900"/>
                <a:gd name="connsiteY6" fmla="*/ 54481 h 268541"/>
                <a:gd name="connsiteX0" fmla="*/ 0 w 234120"/>
                <a:gd name="connsiteY0" fmla="*/ 54481 h 268541"/>
                <a:gd name="connsiteX1" fmla="*/ 38819 w 234120"/>
                <a:gd name="connsiteY1" fmla="*/ 15662 h 268541"/>
                <a:gd name="connsiteX2" fmla="*/ 160564 w 234120"/>
                <a:gd name="connsiteY2" fmla="*/ 18298 h 268541"/>
                <a:gd name="connsiteX3" fmla="*/ 188295 w 234120"/>
                <a:gd name="connsiteY3" fmla="*/ 253104 h 268541"/>
                <a:gd name="connsiteX4" fmla="*/ 38819 w 234120"/>
                <a:gd name="connsiteY4" fmla="*/ 268541 h 268541"/>
                <a:gd name="connsiteX5" fmla="*/ 0 w 234120"/>
                <a:gd name="connsiteY5" fmla="*/ 229722 h 268541"/>
                <a:gd name="connsiteX6" fmla="*/ 0 w 234120"/>
                <a:gd name="connsiteY6" fmla="*/ 54481 h 268541"/>
                <a:gd name="connsiteX0" fmla="*/ 0 w 234122"/>
                <a:gd name="connsiteY0" fmla="*/ 46125 h 260185"/>
                <a:gd name="connsiteX1" fmla="*/ 38819 w 234122"/>
                <a:gd name="connsiteY1" fmla="*/ 7306 h 260185"/>
                <a:gd name="connsiteX2" fmla="*/ 160564 w 234122"/>
                <a:gd name="connsiteY2" fmla="*/ 9942 h 260185"/>
                <a:gd name="connsiteX3" fmla="*/ 188295 w 234122"/>
                <a:gd name="connsiteY3" fmla="*/ 244748 h 260185"/>
                <a:gd name="connsiteX4" fmla="*/ 38819 w 234122"/>
                <a:gd name="connsiteY4" fmla="*/ 260185 h 260185"/>
                <a:gd name="connsiteX5" fmla="*/ 0 w 234122"/>
                <a:gd name="connsiteY5" fmla="*/ 221366 h 260185"/>
                <a:gd name="connsiteX6" fmla="*/ 0 w 234122"/>
                <a:gd name="connsiteY6" fmla="*/ 46125 h 260185"/>
                <a:gd name="connsiteX0" fmla="*/ 0 w 235795"/>
                <a:gd name="connsiteY0" fmla="*/ 56384 h 270444"/>
                <a:gd name="connsiteX1" fmla="*/ 38819 w 235795"/>
                <a:gd name="connsiteY1" fmla="*/ 17565 h 270444"/>
                <a:gd name="connsiteX2" fmla="*/ 164459 w 235795"/>
                <a:gd name="connsiteY2" fmla="*/ 7102 h 270444"/>
                <a:gd name="connsiteX3" fmla="*/ 188295 w 235795"/>
                <a:gd name="connsiteY3" fmla="*/ 255007 h 270444"/>
                <a:gd name="connsiteX4" fmla="*/ 38819 w 235795"/>
                <a:gd name="connsiteY4" fmla="*/ 270444 h 270444"/>
                <a:gd name="connsiteX5" fmla="*/ 0 w 235795"/>
                <a:gd name="connsiteY5" fmla="*/ 231625 h 270444"/>
                <a:gd name="connsiteX6" fmla="*/ 0 w 235795"/>
                <a:gd name="connsiteY6" fmla="*/ 56384 h 270444"/>
                <a:gd name="connsiteX0" fmla="*/ 21890 w 235797"/>
                <a:gd name="connsiteY0" fmla="*/ 122504 h 270444"/>
                <a:gd name="connsiteX1" fmla="*/ 38819 w 235797"/>
                <a:gd name="connsiteY1" fmla="*/ 17565 h 270444"/>
                <a:gd name="connsiteX2" fmla="*/ 164459 w 235797"/>
                <a:gd name="connsiteY2" fmla="*/ 7102 h 270444"/>
                <a:gd name="connsiteX3" fmla="*/ 188295 w 235797"/>
                <a:gd name="connsiteY3" fmla="*/ 255007 h 270444"/>
                <a:gd name="connsiteX4" fmla="*/ 38819 w 235797"/>
                <a:gd name="connsiteY4" fmla="*/ 270444 h 270444"/>
                <a:gd name="connsiteX5" fmla="*/ 0 w 235797"/>
                <a:gd name="connsiteY5" fmla="*/ 231625 h 270444"/>
                <a:gd name="connsiteX6" fmla="*/ 21890 w 235797"/>
                <a:gd name="connsiteY6" fmla="*/ 122504 h 270444"/>
                <a:gd name="connsiteX0" fmla="*/ 47010 w 260915"/>
                <a:gd name="connsiteY0" fmla="*/ 118449 h 266389"/>
                <a:gd name="connsiteX1" fmla="*/ 4389 w 260915"/>
                <a:gd name="connsiteY1" fmla="*/ 74011 h 266389"/>
                <a:gd name="connsiteX2" fmla="*/ 189579 w 260915"/>
                <a:gd name="connsiteY2" fmla="*/ 3047 h 266389"/>
                <a:gd name="connsiteX3" fmla="*/ 213415 w 260915"/>
                <a:gd name="connsiteY3" fmla="*/ 250952 h 266389"/>
                <a:gd name="connsiteX4" fmla="*/ 63939 w 260915"/>
                <a:gd name="connsiteY4" fmla="*/ 266389 h 266389"/>
                <a:gd name="connsiteX5" fmla="*/ 25120 w 260915"/>
                <a:gd name="connsiteY5" fmla="*/ 227570 h 266389"/>
                <a:gd name="connsiteX6" fmla="*/ 47010 w 260915"/>
                <a:gd name="connsiteY6" fmla="*/ 118449 h 266389"/>
                <a:gd name="connsiteX0" fmla="*/ 47010 w 260917"/>
                <a:gd name="connsiteY0" fmla="*/ 121891 h 269831"/>
                <a:gd name="connsiteX1" fmla="*/ 4389 w 260917"/>
                <a:gd name="connsiteY1" fmla="*/ 77453 h 269831"/>
                <a:gd name="connsiteX2" fmla="*/ 189579 w 260917"/>
                <a:gd name="connsiteY2" fmla="*/ 6489 h 269831"/>
                <a:gd name="connsiteX3" fmla="*/ 213415 w 260917"/>
                <a:gd name="connsiteY3" fmla="*/ 254394 h 269831"/>
                <a:gd name="connsiteX4" fmla="*/ 63939 w 260917"/>
                <a:gd name="connsiteY4" fmla="*/ 269831 h 269831"/>
                <a:gd name="connsiteX5" fmla="*/ 25120 w 260917"/>
                <a:gd name="connsiteY5" fmla="*/ 231012 h 269831"/>
                <a:gd name="connsiteX6" fmla="*/ 47010 w 260917"/>
                <a:gd name="connsiteY6" fmla="*/ 121891 h 269831"/>
                <a:gd name="connsiteX0" fmla="*/ 47010 w 262505"/>
                <a:gd name="connsiteY0" fmla="*/ 117056 h 264996"/>
                <a:gd name="connsiteX1" fmla="*/ 4389 w 262505"/>
                <a:gd name="connsiteY1" fmla="*/ 72618 h 264996"/>
                <a:gd name="connsiteX2" fmla="*/ 193127 w 262505"/>
                <a:gd name="connsiteY2" fmla="*/ 7191 h 264996"/>
                <a:gd name="connsiteX3" fmla="*/ 213415 w 262505"/>
                <a:gd name="connsiteY3" fmla="*/ 249559 h 264996"/>
                <a:gd name="connsiteX4" fmla="*/ 63939 w 262505"/>
                <a:gd name="connsiteY4" fmla="*/ 264996 h 264996"/>
                <a:gd name="connsiteX5" fmla="*/ 25120 w 262505"/>
                <a:gd name="connsiteY5" fmla="*/ 226177 h 264996"/>
                <a:gd name="connsiteX6" fmla="*/ 47010 w 262505"/>
                <a:gd name="connsiteY6" fmla="*/ 117056 h 264996"/>
                <a:gd name="connsiteX0" fmla="*/ 43088 w 258583"/>
                <a:gd name="connsiteY0" fmla="*/ 117056 h 264996"/>
                <a:gd name="connsiteX1" fmla="*/ 467 w 258583"/>
                <a:gd name="connsiteY1" fmla="*/ 72618 h 264996"/>
                <a:gd name="connsiteX2" fmla="*/ 189205 w 258583"/>
                <a:gd name="connsiteY2" fmla="*/ 7191 h 264996"/>
                <a:gd name="connsiteX3" fmla="*/ 209493 w 258583"/>
                <a:gd name="connsiteY3" fmla="*/ 249559 h 264996"/>
                <a:gd name="connsiteX4" fmla="*/ 60017 w 258583"/>
                <a:gd name="connsiteY4" fmla="*/ 264996 h 264996"/>
                <a:gd name="connsiteX5" fmla="*/ 21198 w 258583"/>
                <a:gd name="connsiteY5" fmla="*/ 226177 h 264996"/>
                <a:gd name="connsiteX6" fmla="*/ 43088 w 258583"/>
                <a:gd name="connsiteY6" fmla="*/ 117056 h 264996"/>
                <a:gd name="connsiteX0" fmla="*/ 48838 w 258536"/>
                <a:gd name="connsiteY0" fmla="*/ 132494 h 264996"/>
                <a:gd name="connsiteX1" fmla="*/ 420 w 258536"/>
                <a:gd name="connsiteY1" fmla="*/ 72618 h 264996"/>
                <a:gd name="connsiteX2" fmla="*/ 189158 w 258536"/>
                <a:gd name="connsiteY2" fmla="*/ 7191 h 264996"/>
                <a:gd name="connsiteX3" fmla="*/ 209446 w 258536"/>
                <a:gd name="connsiteY3" fmla="*/ 249559 h 264996"/>
                <a:gd name="connsiteX4" fmla="*/ 59970 w 258536"/>
                <a:gd name="connsiteY4" fmla="*/ 264996 h 264996"/>
                <a:gd name="connsiteX5" fmla="*/ 21151 w 258536"/>
                <a:gd name="connsiteY5" fmla="*/ 226177 h 264996"/>
                <a:gd name="connsiteX6" fmla="*/ 48838 w 258536"/>
                <a:gd name="connsiteY6" fmla="*/ 132494 h 264996"/>
                <a:gd name="connsiteX0" fmla="*/ 31874 w 258711"/>
                <a:gd name="connsiteY0" fmla="*/ 137716 h 264996"/>
                <a:gd name="connsiteX1" fmla="*/ 595 w 258711"/>
                <a:gd name="connsiteY1" fmla="*/ 72618 h 264996"/>
                <a:gd name="connsiteX2" fmla="*/ 189333 w 258711"/>
                <a:gd name="connsiteY2" fmla="*/ 7191 h 264996"/>
                <a:gd name="connsiteX3" fmla="*/ 209621 w 258711"/>
                <a:gd name="connsiteY3" fmla="*/ 249559 h 264996"/>
                <a:gd name="connsiteX4" fmla="*/ 60145 w 258711"/>
                <a:gd name="connsiteY4" fmla="*/ 264996 h 264996"/>
                <a:gd name="connsiteX5" fmla="*/ 21326 w 258711"/>
                <a:gd name="connsiteY5" fmla="*/ 226177 h 264996"/>
                <a:gd name="connsiteX6" fmla="*/ 31874 w 258711"/>
                <a:gd name="connsiteY6" fmla="*/ 137716 h 264996"/>
                <a:gd name="connsiteX0" fmla="*/ 31876 w 258713"/>
                <a:gd name="connsiteY0" fmla="*/ 137716 h 249559"/>
                <a:gd name="connsiteX1" fmla="*/ 597 w 258713"/>
                <a:gd name="connsiteY1" fmla="*/ 72618 h 249559"/>
                <a:gd name="connsiteX2" fmla="*/ 189335 w 258713"/>
                <a:gd name="connsiteY2" fmla="*/ 7191 h 249559"/>
                <a:gd name="connsiteX3" fmla="*/ 209623 w 258713"/>
                <a:gd name="connsiteY3" fmla="*/ 249559 h 249559"/>
                <a:gd name="connsiteX4" fmla="*/ 21328 w 258713"/>
                <a:gd name="connsiteY4" fmla="*/ 226177 h 249559"/>
                <a:gd name="connsiteX5" fmla="*/ 31876 w 258713"/>
                <a:gd name="connsiteY5" fmla="*/ 137716 h 249559"/>
                <a:gd name="connsiteX0" fmla="*/ 31876 w 258713"/>
                <a:gd name="connsiteY0" fmla="*/ 137716 h 282816"/>
                <a:gd name="connsiteX1" fmla="*/ 597 w 258713"/>
                <a:gd name="connsiteY1" fmla="*/ 72618 h 282816"/>
                <a:gd name="connsiteX2" fmla="*/ 189335 w 258713"/>
                <a:gd name="connsiteY2" fmla="*/ 7191 h 282816"/>
                <a:gd name="connsiteX3" fmla="*/ 209623 w 258713"/>
                <a:gd name="connsiteY3" fmla="*/ 249559 h 282816"/>
                <a:gd name="connsiteX4" fmla="*/ 21328 w 258713"/>
                <a:gd name="connsiteY4" fmla="*/ 226177 h 282816"/>
                <a:gd name="connsiteX5" fmla="*/ 31876 w 258713"/>
                <a:gd name="connsiteY5" fmla="*/ 137716 h 282816"/>
                <a:gd name="connsiteX0" fmla="*/ 31876 w 258713"/>
                <a:gd name="connsiteY0" fmla="*/ 137716 h 293030"/>
                <a:gd name="connsiteX1" fmla="*/ 597 w 258713"/>
                <a:gd name="connsiteY1" fmla="*/ 72618 h 293030"/>
                <a:gd name="connsiteX2" fmla="*/ 189335 w 258713"/>
                <a:gd name="connsiteY2" fmla="*/ 7191 h 293030"/>
                <a:gd name="connsiteX3" fmla="*/ 209623 w 258713"/>
                <a:gd name="connsiteY3" fmla="*/ 249559 h 293030"/>
                <a:gd name="connsiteX4" fmla="*/ 21328 w 258713"/>
                <a:gd name="connsiteY4" fmla="*/ 226177 h 293030"/>
                <a:gd name="connsiteX5" fmla="*/ 31876 w 258713"/>
                <a:gd name="connsiteY5" fmla="*/ 137716 h 293030"/>
                <a:gd name="connsiteX0" fmla="*/ 31876 w 258713"/>
                <a:gd name="connsiteY0" fmla="*/ 137716 h 275762"/>
                <a:gd name="connsiteX1" fmla="*/ 597 w 258713"/>
                <a:gd name="connsiteY1" fmla="*/ 72618 h 275762"/>
                <a:gd name="connsiteX2" fmla="*/ 189335 w 258713"/>
                <a:gd name="connsiteY2" fmla="*/ 7191 h 275762"/>
                <a:gd name="connsiteX3" fmla="*/ 209623 w 258713"/>
                <a:gd name="connsiteY3" fmla="*/ 249559 h 275762"/>
                <a:gd name="connsiteX4" fmla="*/ 21328 w 258713"/>
                <a:gd name="connsiteY4" fmla="*/ 226177 h 275762"/>
                <a:gd name="connsiteX5" fmla="*/ 31876 w 258713"/>
                <a:gd name="connsiteY5" fmla="*/ 137716 h 275762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713" h="280615">
                  <a:moveTo>
                    <a:pt x="31876" y="137716"/>
                  </a:moveTo>
                  <a:cubicBezTo>
                    <a:pt x="31876" y="116277"/>
                    <a:pt x="-5097" y="141934"/>
                    <a:pt x="597" y="72618"/>
                  </a:cubicBezTo>
                  <a:cubicBezTo>
                    <a:pt x="36911" y="11178"/>
                    <a:pt x="106867" y="-13519"/>
                    <a:pt x="189335" y="7191"/>
                  </a:cubicBezTo>
                  <a:cubicBezTo>
                    <a:pt x="279181" y="70601"/>
                    <a:pt x="277202" y="163317"/>
                    <a:pt x="209623" y="249559"/>
                  </a:cubicBezTo>
                  <a:cubicBezTo>
                    <a:pt x="189781" y="289566"/>
                    <a:pt x="85297" y="299778"/>
                    <a:pt x="21328" y="226177"/>
                  </a:cubicBezTo>
                  <a:cubicBezTo>
                    <a:pt x="-17474" y="181793"/>
                    <a:pt x="28360" y="167203"/>
                    <a:pt x="31876" y="137716"/>
                  </a:cubicBezTo>
                  <a:close/>
                </a:path>
              </a:pathLst>
            </a:custGeom>
            <a:solidFill>
              <a:srgbClr val="27555F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1201" name="椭圆 1200">
              <a:extLst>
                <a:ext uri="{FF2B5EF4-FFF2-40B4-BE49-F238E27FC236}">
                  <a16:creationId xmlns:a16="http://schemas.microsoft.com/office/drawing/2014/main" id="{839946FF-56D1-47E2-4F79-71950A4DF058}"/>
                </a:ext>
              </a:extLst>
            </p:cNvPr>
            <p:cNvSpPr/>
            <p:nvPr/>
          </p:nvSpPr>
          <p:spPr>
            <a:xfrm>
              <a:off x="6536529" y="4742332"/>
              <a:ext cx="295884" cy="295884"/>
            </a:xfrm>
            <a:prstGeom prst="ellipse">
              <a:avLst/>
            </a:prstGeom>
            <a:solidFill>
              <a:srgbClr val="C2E6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1202" name="椭圆 1201">
              <a:extLst>
                <a:ext uri="{FF2B5EF4-FFF2-40B4-BE49-F238E27FC236}">
                  <a16:creationId xmlns:a16="http://schemas.microsoft.com/office/drawing/2014/main" id="{050A6924-7BEA-74FA-A6A2-0CDF50E234C3}"/>
                </a:ext>
              </a:extLst>
            </p:cNvPr>
            <p:cNvSpPr/>
            <p:nvPr/>
          </p:nvSpPr>
          <p:spPr>
            <a:xfrm>
              <a:off x="6680550" y="4792797"/>
              <a:ext cx="80257" cy="802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1203" name="椭圆 30">
              <a:extLst>
                <a:ext uri="{FF2B5EF4-FFF2-40B4-BE49-F238E27FC236}">
                  <a16:creationId xmlns:a16="http://schemas.microsoft.com/office/drawing/2014/main" id="{7902C521-2E92-FF4C-1DBC-9C512BCF9DF5}"/>
                </a:ext>
              </a:extLst>
            </p:cNvPr>
            <p:cNvSpPr/>
            <p:nvPr/>
          </p:nvSpPr>
          <p:spPr>
            <a:xfrm rot="1800000">
              <a:off x="6575966" y="4756415"/>
              <a:ext cx="66455" cy="160975"/>
            </a:xfrm>
            <a:custGeom>
              <a:avLst/>
              <a:gdLst>
                <a:gd name="connsiteX0" fmla="*/ 0 w 65379"/>
                <a:gd name="connsiteY0" fmla="*/ 184976 h 369951"/>
                <a:gd name="connsiteX1" fmla="*/ 32690 w 65379"/>
                <a:gd name="connsiteY1" fmla="*/ 0 h 369951"/>
                <a:gd name="connsiteX2" fmla="*/ 65380 w 65379"/>
                <a:gd name="connsiteY2" fmla="*/ 184976 h 369951"/>
                <a:gd name="connsiteX3" fmla="*/ 32690 w 65379"/>
                <a:gd name="connsiteY3" fmla="*/ 369952 h 369951"/>
                <a:gd name="connsiteX4" fmla="*/ 0 w 65379"/>
                <a:gd name="connsiteY4" fmla="*/ 184976 h 369951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483"/>
                <a:gd name="connsiteY0" fmla="*/ 184976 h 369952"/>
                <a:gd name="connsiteX1" fmla="*/ 32690 w 65483"/>
                <a:gd name="connsiteY1" fmla="*/ 0 h 369952"/>
                <a:gd name="connsiteX2" fmla="*/ 65380 w 65483"/>
                <a:gd name="connsiteY2" fmla="*/ 184976 h 369952"/>
                <a:gd name="connsiteX3" fmla="*/ 32690 w 65483"/>
                <a:gd name="connsiteY3" fmla="*/ 369952 h 369952"/>
                <a:gd name="connsiteX4" fmla="*/ 0 w 65483"/>
                <a:gd name="connsiteY4" fmla="*/ 184976 h 369952"/>
                <a:gd name="connsiteX0" fmla="*/ 0 w 65483"/>
                <a:gd name="connsiteY0" fmla="*/ 184976 h 369952"/>
                <a:gd name="connsiteX1" fmla="*/ 32690 w 65483"/>
                <a:gd name="connsiteY1" fmla="*/ 0 h 369952"/>
                <a:gd name="connsiteX2" fmla="*/ 65380 w 65483"/>
                <a:gd name="connsiteY2" fmla="*/ 184976 h 369952"/>
                <a:gd name="connsiteX3" fmla="*/ 32690 w 65483"/>
                <a:gd name="connsiteY3" fmla="*/ 369952 h 369952"/>
                <a:gd name="connsiteX4" fmla="*/ 0 w 65483"/>
                <a:gd name="connsiteY4" fmla="*/ 184976 h 369952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80" h="369952">
                  <a:moveTo>
                    <a:pt x="0" y="184976"/>
                  </a:moveTo>
                  <a:cubicBezTo>
                    <a:pt x="0" y="82817"/>
                    <a:pt x="22185" y="13252"/>
                    <a:pt x="32690" y="0"/>
                  </a:cubicBezTo>
                  <a:cubicBezTo>
                    <a:pt x="35011" y="13252"/>
                    <a:pt x="65380" y="82817"/>
                    <a:pt x="65380" y="184976"/>
                  </a:cubicBezTo>
                  <a:cubicBezTo>
                    <a:pt x="65380" y="287135"/>
                    <a:pt x="37507" y="365534"/>
                    <a:pt x="32690" y="369952"/>
                  </a:cubicBezTo>
                  <a:cubicBezTo>
                    <a:pt x="21565" y="339030"/>
                    <a:pt x="0" y="287135"/>
                    <a:pt x="0" y="184976"/>
                  </a:cubicBezTo>
                  <a:close/>
                </a:path>
              </a:pathLst>
            </a:custGeom>
            <a:solidFill>
              <a:srgbClr val="54C9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pic>
          <p:nvPicPr>
            <p:cNvPr id="1204" name="图片 1203">
              <a:extLst>
                <a:ext uri="{FF2B5EF4-FFF2-40B4-BE49-F238E27FC236}">
                  <a16:creationId xmlns:a16="http://schemas.microsoft.com/office/drawing/2014/main" id="{10EB4481-824E-5EC2-9556-3B658B29A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16365" y="4846194"/>
              <a:ext cx="642047" cy="642047"/>
            </a:xfrm>
            <a:prstGeom prst="rect">
              <a:avLst/>
            </a:prstGeom>
          </p:spPr>
        </p:pic>
        <p:pic>
          <p:nvPicPr>
            <p:cNvPr id="1205" name="图片 1204">
              <a:extLst>
                <a:ext uri="{FF2B5EF4-FFF2-40B4-BE49-F238E27FC236}">
                  <a16:creationId xmlns:a16="http://schemas.microsoft.com/office/drawing/2014/main" id="{D414B425-EE92-4C24-5508-AF0337337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54077" y="4333639"/>
              <a:ext cx="724340" cy="724339"/>
            </a:xfrm>
            <a:prstGeom prst="rect">
              <a:avLst/>
            </a:prstGeom>
          </p:spPr>
        </p:pic>
      </p:grpSp>
      <p:sp>
        <p:nvSpPr>
          <p:cNvPr id="1228" name="文本框 1227">
            <a:extLst>
              <a:ext uri="{FF2B5EF4-FFF2-40B4-BE49-F238E27FC236}">
                <a16:creationId xmlns:a16="http://schemas.microsoft.com/office/drawing/2014/main" id="{B7553899-DB42-DC27-F350-25F60403B9AF}"/>
              </a:ext>
            </a:extLst>
          </p:cNvPr>
          <p:cNvSpPr txBox="1"/>
          <p:nvPr/>
        </p:nvSpPr>
        <p:spPr>
          <a:xfrm>
            <a:off x="4414093" y="4034378"/>
            <a:ext cx="1551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STIX Two Text SemiBold" pitchFamily="2" charset="0"/>
              </a:rPr>
              <a:t>Content Extraction</a:t>
            </a:r>
          </a:p>
        </p:txBody>
      </p:sp>
      <p:sp>
        <p:nvSpPr>
          <p:cNvPr id="1230" name="文本框 1229">
            <a:extLst>
              <a:ext uri="{FF2B5EF4-FFF2-40B4-BE49-F238E27FC236}">
                <a16:creationId xmlns:a16="http://schemas.microsoft.com/office/drawing/2014/main" id="{849A6C38-3C76-469D-FB0A-C9121FDDA32E}"/>
              </a:ext>
            </a:extLst>
          </p:cNvPr>
          <p:cNvSpPr txBox="1"/>
          <p:nvPr/>
        </p:nvSpPr>
        <p:spPr>
          <a:xfrm>
            <a:off x="6023608" y="4034378"/>
            <a:ext cx="19011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STIX Two Text SemiBold" pitchFamily="2" charset="0"/>
              </a:rPr>
              <a:t>Multi-Agent Content Synthesis</a:t>
            </a:r>
          </a:p>
        </p:txBody>
      </p:sp>
      <p:sp>
        <p:nvSpPr>
          <p:cNvPr id="1232" name="文本框 1231">
            <a:extLst>
              <a:ext uri="{FF2B5EF4-FFF2-40B4-BE49-F238E27FC236}">
                <a16:creationId xmlns:a16="http://schemas.microsoft.com/office/drawing/2014/main" id="{BCE0BC43-6999-B34C-8E70-BD92002A649E}"/>
              </a:ext>
            </a:extLst>
          </p:cNvPr>
          <p:cNvSpPr txBox="1"/>
          <p:nvPr/>
        </p:nvSpPr>
        <p:spPr>
          <a:xfrm>
            <a:off x="7913752" y="4034378"/>
            <a:ext cx="22954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STIX Two Text SemiBold" pitchFamily="2" charset="0"/>
              </a:rPr>
              <a:t>Platform-Specific Adaptation</a:t>
            </a:r>
          </a:p>
        </p:txBody>
      </p:sp>
      <p:grpSp>
        <p:nvGrpSpPr>
          <p:cNvPr id="1333" name="组合 1332">
            <a:extLst>
              <a:ext uri="{FF2B5EF4-FFF2-40B4-BE49-F238E27FC236}">
                <a16:creationId xmlns:a16="http://schemas.microsoft.com/office/drawing/2014/main" id="{EAAC2544-EF22-604B-DF0C-261D8DCEBD57}"/>
              </a:ext>
            </a:extLst>
          </p:cNvPr>
          <p:cNvGrpSpPr/>
          <p:nvPr/>
        </p:nvGrpSpPr>
        <p:grpSpPr>
          <a:xfrm>
            <a:off x="4581792" y="4693500"/>
            <a:ext cx="921937" cy="679678"/>
            <a:chOff x="4028945" y="5766479"/>
            <a:chExt cx="1569547" cy="1157114"/>
          </a:xfrm>
        </p:grpSpPr>
        <p:grpSp>
          <p:nvGrpSpPr>
            <p:cNvPr id="1293" name="组合 1292">
              <a:extLst>
                <a:ext uri="{FF2B5EF4-FFF2-40B4-BE49-F238E27FC236}">
                  <a16:creationId xmlns:a16="http://schemas.microsoft.com/office/drawing/2014/main" id="{4B27E4D8-4498-9582-246D-41418014E01E}"/>
                </a:ext>
              </a:extLst>
            </p:cNvPr>
            <p:cNvGrpSpPr/>
            <p:nvPr/>
          </p:nvGrpSpPr>
          <p:grpSpPr>
            <a:xfrm>
              <a:off x="4028945" y="5769319"/>
              <a:ext cx="1569547" cy="1154274"/>
              <a:chOff x="3655039" y="833144"/>
              <a:chExt cx="1313949" cy="966302"/>
            </a:xfrm>
          </p:grpSpPr>
          <p:sp>
            <p:nvSpPr>
              <p:cNvPr id="1294" name="椭圆 1293">
                <a:extLst>
                  <a:ext uri="{FF2B5EF4-FFF2-40B4-BE49-F238E27FC236}">
                    <a16:creationId xmlns:a16="http://schemas.microsoft.com/office/drawing/2014/main" id="{8649E648-5E9F-FE62-CB69-61D1184EEACA}"/>
                  </a:ext>
                </a:extLst>
              </p:cNvPr>
              <p:cNvSpPr/>
              <p:nvPr/>
            </p:nvSpPr>
            <p:spPr>
              <a:xfrm>
                <a:off x="3742889" y="833144"/>
                <a:ext cx="1226099" cy="966302"/>
              </a:xfrm>
              <a:prstGeom prst="ellipse">
                <a:avLst/>
              </a:prstGeom>
              <a:solidFill>
                <a:srgbClr val="CFCFF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295" name="椭圆 1294">
                <a:extLst>
                  <a:ext uri="{FF2B5EF4-FFF2-40B4-BE49-F238E27FC236}">
                    <a16:creationId xmlns:a16="http://schemas.microsoft.com/office/drawing/2014/main" id="{E3CCB39E-3839-96D9-1FFA-E36F65E370C5}"/>
                  </a:ext>
                </a:extLst>
              </p:cNvPr>
              <p:cNvSpPr/>
              <p:nvPr/>
            </p:nvSpPr>
            <p:spPr>
              <a:xfrm>
                <a:off x="3802661" y="1054552"/>
                <a:ext cx="988562" cy="549795"/>
              </a:xfrm>
              <a:prstGeom prst="ellipse">
                <a:avLst/>
              </a:prstGeom>
              <a:solidFill>
                <a:srgbClr val="B4B4E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296" name="椭圆 71">
                <a:extLst>
                  <a:ext uri="{FF2B5EF4-FFF2-40B4-BE49-F238E27FC236}">
                    <a16:creationId xmlns:a16="http://schemas.microsoft.com/office/drawing/2014/main" id="{2082BA75-9A6B-2B17-01D0-E83B2C748600}"/>
                  </a:ext>
                </a:extLst>
              </p:cNvPr>
              <p:cNvSpPr/>
              <p:nvPr/>
            </p:nvSpPr>
            <p:spPr>
              <a:xfrm>
                <a:off x="3980825" y="1660666"/>
                <a:ext cx="117264" cy="22432"/>
              </a:xfrm>
              <a:custGeom>
                <a:avLst/>
                <a:gdLst>
                  <a:gd name="connsiteX0" fmla="*/ 0 w 460123"/>
                  <a:gd name="connsiteY0" fmla="*/ 90726 h 181452"/>
                  <a:gd name="connsiteX1" fmla="*/ 230062 w 460123"/>
                  <a:gd name="connsiteY1" fmla="*/ 0 h 181452"/>
                  <a:gd name="connsiteX2" fmla="*/ 460124 w 460123"/>
                  <a:gd name="connsiteY2" fmla="*/ 90726 h 181452"/>
                  <a:gd name="connsiteX3" fmla="*/ 230062 w 460123"/>
                  <a:gd name="connsiteY3" fmla="*/ 181452 h 181452"/>
                  <a:gd name="connsiteX4" fmla="*/ 0 w 460123"/>
                  <a:gd name="connsiteY4" fmla="*/ 90726 h 181452"/>
                  <a:gd name="connsiteX0" fmla="*/ 0 w 466519"/>
                  <a:gd name="connsiteY0" fmla="*/ 11341 h 102067"/>
                  <a:gd name="connsiteX1" fmla="*/ 460124 w 466519"/>
                  <a:gd name="connsiteY1" fmla="*/ 11341 h 102067"/>
                  <a:gd name="connsiteX2" fmla="*/ 230062 w 466519"/>
                  <a:gd name="connsiteY2" fmla="*/ 102067 h 102067"/>
                  <a:gd name="connsiteX3" fmla="*/ 0 w 466519"/>
                  <a:gd name="connsiteY3" fmla="*/ 11341 h 102067"/>
                  <a:gd name="connsiteX0" fmla="*/ 0 w 467586"/>
                  <a:gd name="connsiteY0" fmla="*/ 11341 h 102110"/>
                  <a:gd name="connsiteX1" fmla="*/ 460124 w 467586"/>
                  <a:gd name="connsiteY1" fmla="*/ 11341 h 102110"/>
                  <a:gd name="connsiteX2" fmla="*/ 230062 w 467586"/>
                  <a:gd name="connsiteY2" fmla="*/ 102067 h 102110"/>
                  <a:gd name="connsiteX3" fmla="*/ 0 w 467586"/>
                  <a:gd name="connsiteY3" fmla="*/ 11341 h 102110"/>
                  <a:gd name="connsiteX0" fmla="*/ 0 w 460155"/>
                  <a:gd name="connsiteY0" fmla="*/ 11341 h 102110"/>
                  <a:gd name="connsiteX1" fmla="*/ 460124 w 460155"/>
                  <a:gd name="connsiteY1" fmla="*/ 11341 h 102110"/>
                  <a:gd name="connsiteX2" fmla="*/ 230062 w 460155"/>
                  <a:gd name="connsiteY2" fmla="*/ 102067 h 102110"/>
                  <a:gd name="connsiteX3" fmla="*/ 0 w 460155"/>
                  <a:gd name="connsiteY3" fmla="*/ 11341 h 102110"/>
                  <a:gd name="connsiteX0" fmla="*/ 460124 w 551564"/>
                  <a:gd name="connsiteY0" fmla="*/ 7143 h 98583"/>
                  <a:gd name="connsiteX1" fmla="*/ 230062 w 551564"/>
                  <a:gd name="connsiteY1" fmla="*/ 97869 h 98583"/>
                  <a:gd name="connsiteX2" fmla="*/ 0 w 551564"/>
                  <a:gd name="connsiteY2" fmla="*/ 7143 h 98583"/>
                  <a:gd name="connsiteX3" fmla="*/ 551564 w 551564"/>
                  <a:gd name="connsiteY3" fmla="*/ 98583 h 98583"/>
                  <a:gd name="connsiteX0" fmla="*/ 460124 w 460155"/>
                  <a:gd name="connsiteY0" fmla="*/ 0 h 90769"/>
                  <a:gd name="connsiteX1" fmla="*/ 230062 w 460155"/>
                  <a:gd name="connsiteY1" fmla="*/ 90726 h 90769"/>
                  <a:gd name="connsiteX2" fmla="*/ 0 w 460155"/>
                  <a:gd name="connsiteY2" fmla="*/ 0 h 90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0155" h="90769">
                    <a:moveTo>
                      <a:pt x="460124" y="0"/>
                    </a:moveTo>
                    <a:cubicBezTo>
                      <a:pt x="461955" y="53221"/>
                      <a:pt x="384109" y="89139"/>
                      <a:pt x="230062" y="90726"/>
                    </a:cubicBezTo>
                    <a:cubicBezTo>
                      <a:pt x="76015" y="92313"/>
                      <a:pt x="0" y="50107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848CA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297" name="椭圆 1296">
                <a:extLst>
                  <a:ext uri="{FF2B5EF4-FFF2-40B4-BE49-F238E27FC236}">
                    <a16:creationId xmlns:a16="http://schemas.microsoft.com/office/drawing/2014/main" id="{872681BC-EA14-F665-90C6-4D0BD90F43EC}"/>
                  </a:ext>
                </a:extLst>
              </p:cNvPr>
              <p:cNvSpPr/>
              <p:nvPr/>
            </p:nvSpPr>
            <p:spPr>
              <a:xfrm flipH="1">
                <a:off x="4038320" y="1698327"/>
                <a:ext cx="53933" cy="5799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1B2B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298" name="矩形 17">
                <a:extLst>
                  <a:ext uri="{FF2B5EF4-FFF2-40B4-BE49-F238E27FC236}">
                    <a16:creationId xmlns:a16="http://schemas.microsoft.com/office/drawing/2014/main" id="{EADB0299-3334-ED4C-52CB-8176D735EDA1}"/>
                  </a:ext>
                </a:extLst>
              </p:cNvPr>
              <p:cNvSpPr/>
              <p:nvPr/>
            </p:nvSpPr>
            <p:spPr>
              <a:xfrm flipH="1">
                <a:off x="4009328" y="1458691"/>
                <a:ext cx="163148" cy="118121"/>
              </a:xfrm>
              <a:custGeom>
                <a:avLst/>
                <a:gdLst>
                  <a:gd name="connsiteX0" fmla="*/ 0 w 455874"/>
                  <a:gd name="connsiteY0" fmla="*/ 0 h 270727"/>
                  <a:gd name="connsiteX1" fmla="*/ 455874 w 455874"/>
                  <a:gd name="connsiteY1" fmla="*/ 0 h 270727"/>
                  <a:gd name="connsiteX2" fmla="*/ 455874 w 455874"/>
                  <a:gd name="connsiteY2" fmla="*/ 270727 h 270727"/>
                  <a:gd name="connsiteX3" fmla="*/ 0 w 455874"/>
                  <a:gd name="connsiteY3" fmla="*/ 270727 h 270727"/>
                  <a:gd name="connsiteX4" fmla="*/ 0 w 455874"/>
                  <a:gd name="connsiteY4" fmla="*/ 0 h 270727"/>
                  <a:gd name="connsiteX0" fmla="*/ 0 w 475752"/>
                  <a:gd name="connsiteY0" fmla="*/ 23853 h 294580"/>
                  <a:gd name="connsiteX1" fmla="*/ 475752 w 475752"/>
                  <a:gd name="connsiteY1" fmla="*/ 0 h 294580"/>
                  <a:gd name="connsiteX2" fmla="*/ 455874 w 475752"/>
                  <a:gd name="connsiteY2" fmla="*/ 294580 h 294580"/>
                  <a:gd name="connsiteX3" fmla="*/ 0 w 475752"/>
                  <a:gd name="connsiteY3" fmla="*/ 294580 h 294580"/>
                  <a:gd name="connsiteX4" fmla="*/ 0 w 475752"/>
                  <a:gd name="connsiteY4" fmla="*/ 23853 h 294580"/>
                  <a:gd name="connsiteX0" fmla="*/ 0 w 475752"/>
                  <a:gd name="connsiteY0" fmla="*/ 23853 h 294580"/>
                  <a:gd name="connsiteX1" fmla="*/ 298174 w 475752"/>
                  <a:gd name="connsiteY1" fmla="*/ 55659 h 294580"/>
                  <a:gd name="connsiteX2" fmla="*/ 475752 w 475752"/>
                  <a:gd name="connsiteY2" fmla="*/ 0 h 294580"/>
                  <a:gd name="connsiteX3" fmla="*/ 455874 w 475752"/>
                  <a:gd name="connsiteY3" fmla="*/ 294580 h 294580"/>
                  <a:gd name="connsiteX4" fmla="*/ 0 w 475752"/>
                  <a:gd name="connsiteY4" fmla="*/ 294580 h 294580"/>
                  <a:gd name="connsiteX5" fmla="*/ 0 w 475752"/>
                  <a:gd name="connsiteY5" fmla="*/ 23853 h 294580"/>
                  <a:gd name="connsiteX0" fmla="*/ 0 w 475752"/>
                  <a:gd name="connsiteY0" fmla="*/ 23853 h 294580"/>
                  <a:gd name="connsiteX1" fmla="*/ 79513 w 475752"/>
                  <a:gd name="connsiteY1" fmla="*/ 51683 h 294580"/>
                  <a:gd name="connsiteX2" fmla="*/ 298174 w 475752"/>
                  <a:gd name="connsiteY2" fmla="*/ 55659 h 294580"/>
                  <a:gd name="connsiteX3" fmla="*/ 475752 w 475752"/>
                  <a:gd name="connsiteY3" fmla="*/ 0 h 294580"/>
                  <a:gd name="connsiteX4" fmla="*/ 455874 w 475752"/>
                  <a:gd name="connsiteY4" fmla="*/ 294580 h 294580"/>
                  <a:gd name="connsiteX5" fmla="*/ 0 w 475752"/>
                  <a:gd name="connsiteY5" fmla="*/ 294580 h 294580"/>
                  <a:gd name="connsiteX6" fmla="*/ 0 w 475752"/>
                  <a:gd name="connsiteY6" fmla="*/ 23853 h 294580"/>
                  <a:gd name="connsiteX0" fmla="*/ 0 w 475752"/>
                  <a:gd name="connsiteY0" fmla="*/ 23853 h 294580"/>
                  <a:gd name="connsiteX1" fmla="*/ 79513 w 475752"/>
                  <a:gd name="connsiteY1" fmla="*/ 51683 h 294580"/>
                  <a:gd name="connsiteX2" fmla="*/ 186856 w 475752"/>
                  <a:gd name="connsiteY2" fmla="*/ 210709 h 294580"/>
                  <a:gd name="connsiteX3" fmla="*/ 298174 w 475752"/>
                  <a:gd name="connsiteY3" fmla="*/ 55659 h 294580"/>
                  <a:gd name="connsiteX4" fmla="*/ 475752 w 475752"/>
                  <a:gd name="connsiteY4" fmla="*/ 0 h 294580"/>
                  <a:gd name="connsiteX5" fmla="*/ 455874 w 475752"/>
                  <a:gd name="connsiteY5" fmla="*/ 294580 h 294580"/>
                  <a:gd name="connsiteX6" fmla="*/ 0 w 475752"/>
                  <a:gd name="connsiteY6" fmla="*/ 294580 h 294580"/>
                  <a:gd name="connsiteX7" fmla="*/ 0 w 475752"/>
                  <a:gd name="connsiteY7" fmla="*/ 23853 h 294580"/>
                  <a:gd name="connsiteX0" fmla="*/ 0 w 475752"/>
                  <a:gd name="connsiteY0" fmla="*/ 23853 h 294580"/>
                  <a:gd name="connsiteX1" fmla="*/ 79513 w 475752"/>
                  <a:gd name="connsiteY1" fmla="*/ 51683 h 294580"/>
                  <a:gd name="connsiteX2" fmla="*/ 186856 w 475752"/>
                  <a:gd name="connsiteY2" fmla="*/ 210709 h 294580"/>
                  <a:gd name="connsiteX3" fmla="*/ 298174 w 475752"/>
                  <a:gd name="connsiteY3" fmla="*/ 55659 h 294580"/>
                  <a:gd name="connsiteX4" fmla="*/ 475752 w 475752"/>
                  <a:gd name="connsiteY4" fmla="*/ 0 h 294580"/>
                  <a:gd name="connsiteX5" fmla="*/ 455874 w 475752"/>
                  <a:gd name="connsiteY5" fmla="*/ 294580 h 294580"/>
                  <a:gd name="connsiteX6" fmla="*/ 0 w 475752"/>
                  <a:gd name="connsiteY6" fmla="*/ 294580 h 294580"/>
                  <a:gd name="connsiteX7" fmla="*/ 0 w 475752"/>
                  <a:gd name="connsiteY7" fmla="*/ 23853 h 294580"/>
                  <a:gd name="connsiteX0" fmla="*/ 0 w 455874"/>
                  <a:gd name="connsiteY0" fmla="*/ 19877 h 290604"/>
                  <a:gd name="connsiteX1" fmla="*/ 79513 w 455874"/>
                  <a:gd name="connsiteY1" fmla="*/ 47707 h 290604"/>
                  <a:gd name="connsiteX2" fmla="*/ 186856 w 455874"/>
                  <a:gd name="connsiteY2" fmla="*/ 206733 h 290604"/>
                  <a:gd name="connsiteX3" fmla="*/ 298174 w 455874"/>
                  <a:gd name="connsiteY3" fmla="*/ 51683 h 290604"/>
                  <a:gd name="connsiteX4" fmla="*/ 455874 w 455874"/>
                  <a:gd name="connsiteY4" fmla="*/ 0 h 290604"/>
                  <a:gd name="connsiteX5" fmla="*/ 455874 w 455874"/>
                  <a:gd name="connsiteY5" fmla="*/ 290604 h 290604"/>
                  <a:gd name="connsiteX6" fmla="*/ 0 w 455874"/>
                  <a:gd name="connsiteY6" fmla="*/ 290604 h 290604"/>
                  <a:gd name="connsiteX7" fmla="*/ 0 w 455874"/>
                  <a:gd name="connsiteY7" fmla="*/ 19877 h 290604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290604 h 326385"/>
                  <a:gd name="connsiteX7" fmla="*/ 0 w 455874"/>
                  <a:gd name="connsiteY7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87152 w 455874"/>
                  <a:gd name="connsiteY3" fmla="*/ 55358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87152 w 455874"/>
                  <a:gd name="connsiteY3" fmla="*/ 55358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87152 w 455874"/>
                  <a:gd name="connsiteY3" fmla="*/ 55358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874" h="330059">
                    <a:moveTo>
                      <a:pt x="0" y="19877"/>
                    </a:moveTo>
                    <a:cubicBezTo>
                      <a:pt x="41321" y="44564"/>
                      <a:pt x="37165" y="31384"/>
                      <a:pt x="79513" y="47707"/>
                    </a:cubicBezTo>
                    <a:cubicBezTo>
                      <a:pt x="113306" y="100108"/>
                      <a:pt x="127765" y="169988"/>
                      <a:pt x="172159" y="210407"/>
                    </a:cubicBezTo>
                    <a:cubicBezTo>
                      <a:pt x="230647" y="155411"/>
                      <a:pt x="246231" y="132821"/>
                      <a:pt x="287152" y="55358"/>
                    </a:cubicBezTo>
                    <a:lnTo>
                      <a:pt x="455874" y="0"/>
                    </a:lnTo>
                    <a:cubicBezTo>
                      <a:pt x="362487" y="110020"/>
                      <a:pt x="291146" y="216365"/>
                      <a:pt x="175714" y="330059"/>
                    </a:cubicBezTo>
                    <a:cubicBezTo>
                      <a:pt x="84772" y="233373"/>
                      <a:pt x="54313" y="171317"/>
                      <a:pt x="0" y="19877"/>
                    </a:cubicBezTo>
                    <a:close/>
                  </a:path>
                </a:pathLst>
              </a:custGeom>
              <a:solidFill>
                <a:srgbClr val="69F3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299" name="矩形 2">
                <a:extLst>
                  <a:ext uri="{FF2B5EF4-FFF2-40B4-BE49-F238E27FC236}">
                    <a16:creationId xmlns:a16="http://schemas.microsoft.com/office/drawing/2014/main" id="{C128C53F-BD14-6777-3669-91254FA25B03}"/>
                  </a:ext>
                </a:extLst>
              </p:cNvPr>
              <p:cNvSpPr/>
              <p:nvPr/>
            </p:nvSpPr>
            <p:spPr>
              <a:xfrm flipH="1">
                <a:off x="3871306" y="1424082"/>
                <a:ext cx="86517" cy="140359"/>
              </a:xfrm>
              <a:custGeom>
                <a:avLst/>
                <a:gdLst>
                  <a:gd name="connsiteX0" fmla="*/ 0 w 267648"/>
                  <a:gd name="connsiteY0" fmla="*/ 0 h 363451"/>
                  <a:gd name="connsiteX1" fmla="*/ 267648 w 267648"/>
                  <a:gd name="connsiteY1" fmla="*/ 0 h 363451"/>
                  <a:gd name="connsiteX2" fmla="*/ 267648 w 267648"/>
                  <a:gd name="connsiteY2" fmla="*/ 363451 h 363451"/>
                  <a:gd name="connsiteX3" fmla="*/ 0 w 267648"/>
                  <a:gd name="connsiteY3" fmla="*/ 363451 h 363451"/>
                  <a:gd name="connsiteX4" fmla="*/ 0 w 267648"/>
                  <a:gd name="connsiteY4" fmla="*/ 0 h 363451"/>
                  <a:gd name="connsiteX0" fmla="*/ 163002 w 267648"/>
                  <a:gd name="connsiteY0" fmla="*/ 0 h 379354"/>
                  <a:gd name="connsiteX1" fmla="*/ 267648 w 267648"/>
                  <a:gd name="connsiteY1" fmla="*/ 15903 h 379354"/>
                  <a:gd name="connsiteX2" fmla="*/ 267648 w 267648"/>
                  <a:gd name="connsiteY2" fmla="*/ 379354 h 379354"/>
                  <a:gd name="connsiteX3" fmla="*/ 0 w 267648"/>
                  <a:gd name="connsiteY3" fmla="*/ 379354 h 379354"/>
                  <a:gd name="connsiteX4" fmla="*/ 163002 w 267648"/>
                  <a:gd name="connsiteY4" fmla="*/ 0 h 379354"/>
                  <a:gd name="connsiteX0" fmla="*/ 163002 w 267648"/>
                  <a:gd name="connsiteY0" fmla="*/ 1 h 379355"/>
                  <a:gd name="connsiteX1" fmla="*/ 267648 w 267648"/>
                  <a:gd name="connsiteY1" fmla="*/ 15904 h 379355"/>
                  <a:gd name="connsiteX2" fmla="*/ 267648 w 267648"/>
                  <a:gd name="connsiteY2" fmla="*/ 379355 h 379355"/>
                  <a:gd name="connsiteX3" fmla="*/ 0 w 267648"/>
                  <a:gd name="connsiteY3" fmla="*/ 379355 h 379355"/>
                  <a:gd name="connsiteX4" fmla="*/ 163002 w 267648"/>
                  <a:gd name="connsiteY4" fmla="*/ 1 h 379355"/>
                  <a:gd name="connsiteX0" fmla="*/ 107342 w 211988"/>
                  <a:gd name="connsiteY0" fmla="*/ 1 h 387307"/>
                  <a:gd name="connsiteX1" fmla="*/ 211988 w 211988"/>
                  <a:gd name="connsiteY1" fmla="*/ 15904 h 387307"/>
                  <a:gd name="connsiteX2" fmla="*/ 211988 w 211988"/>
                  <a:gd name="connsiteY2" fmla="*/ 379355 h 387307"/>
                  <a:gd name="connsiteX3" fmla="*/ 0 w 211988"/>
                  <a:gd name="connsiteY3" fmla="*/ 387307 h 387307"/>
                  <a:gd name="connsiteX4" fmla="*/ 107342 w 211988"/>
                  <a:gd name="connsiteY4" fmla="*/ 1 h 387307"/>
                  <a:gd name="connsiteX0" fmla="*/ 164860 w 269506"/>
                  <a:gd name="connsiteY0" fmla="*/ 1 h 387307"/>
                  <a:gd name="connsiteX1" fmla="*/ 269506 w 269506"/>
                  <a:gd name="connsiteY1" fmla="*/ 15904 h 387307"/>
                  <a:gd name="connsiteX2" fmla="*/ 269506 w 269506"/>
                  <a:gd name="connsiteY2" fmla="*/ 379355 h 387307"/>
                  <a:gd name="connsiteX3" fmla="*/ 57518 w 269506"/>
                  <a:gd name="connsiteY3" fmla="*/ 387307 h 387307"/>
                  <a:gd name="connsiteX4" fmla="*/ 164860 w 269506"/>
                  <a:gd name="connsiteY4" fmla="*/ 1 h 387307"/>
                  <a:gd name="connsiteX0" fmla="*/ 164860 w 269506"/>
                  <a:gd name="connsiteY0" fmla="*/ 1 h 387307"/>
                  <a:gd name="connsiteX1" fmla="*/ 221798 w 269506"/>
                  <a:gd name="connsiteY1" fmla="*/ 59636 h 387307"/>
                  <a:gd name="connsiteX2" fmla="*/ 269506 w 269506"/>
                  <a:gd name="connsiteY2" fmla="*/ 379355 h 387307"/>
                  <a:gd name="connsiteX3" fmla="*/ 57518 w 269506"/>
                  <a:gd name="connsiteY3" fmla="*/ 387307 h 387307"/>
                  <a:gd name="connsiteX4" fmla="*/ 164860 w 269506"/>
                  <a:gd name="connsiteY4" fmla="*/ 1 h 387307"/>
                  <a:gd name="connsiteX0" fmla="*/ 164860 w 221798"/>
                  <a:gd name="connsiteY0" fmla="*/ 1 h 387307"/>
                  <a:gd name="connsiteX1" fmla="*/ 221798 w 221798"/>
                  <a:gd name="connsiteY1" fmla="*/ 59636 h 387307"/>
                  <a:gd name="connsiteX2" fmla="*/ 166139 w 221798"/>
                  <a:gd name="connsiteY2" fmla="*/ 351525 h 387307"/>
                  <a:gd name="connsiteX3" fmla="*/ 57518 w 221798"/>
                  <a:gd name="connsiteY3" fmla="*/ 387307 h 387307"/>
                  <a:gd name="connsiteX4" fmla="*/ 164860 w 221798"/>
                  <a:gd name="connsiteY4" fmla="*/ 1 h 387307"/>
                  <a:gd name="connsiteX0" fmla="*/ 164860 w 226943"/>
                  <a:gd name="connsiteY0" fmla="*/ 1 h 387307"/>
                  <a:gd name="connsiteX1" fmla="*/ 221798 w 226943"/>
                  <a:gd name="connsiteY1" fmla="*/ 59636 h 387307"/>
                  <a:gd name="connsiteX2" fmla="*/ 166139 w 226943"/>
                  <a:gd name="connsiteY2" fmla="*/ 351525 h 387307"/>
                  <a:gd name="connsiteX3" fmla="*/ 57518 w 226943"/>
                  <a:gd name="connsiteY3" fmla="*/ 387307 h 387307"/>
                  <a:gd name="connsiteX4" fmla="*/ 164860 w 226943"/>
                  <a:gd name="connsiteY4" fmla="*/ 1 h 387307"/>
                  <a:gd name="connsiteX0" fmla="*/ 164860 w 248859"/>
                  <a:gd name="connsiteY0" fmla="*/ 1 h 387307"/>
                  <a:gd name="connsiteX1" fmla="*/ 221798 w 248859"/>
                  <a:gd name="connsiteY1" fmla="*/ 59636 h 387307"/>
                  <a:gd name="connsiteX2" fmla="*/ 166139 w 248859"/>
                  <a:gd name="connsiteY2" fmla="*/ 351525 h 387307"/>
                  <a:gd name="connsiteX3" fmla="*/ 57518 w 248859"/>
                  <a:gd name="connsiteY3" fmla="*/ 387307 h 387307"/>
                  <a:gd name="connsiteX4" fmla="*/ 164860 w 248859"/>
                  <a:gd name="connsiteY4" fmla="*/ 1 h 387307"/>
                  <a:gd name="connsiteX0" fmla="*/ 164860 w 238976"/>
                  <a:gd name="connsiteY0" fmla="*/ 1 h 387307"/>
                  <a:gd name="connsiteX1" fmla="*/ 221798 w 238976"/>
                  <a:gd name="connsiteY1" fmla="*/ 59636 h 387307"/>
                  <a:gd name="connsiteX2" fmla="*/ 166139 w 238976"/>
                  <a:gd name="connsiteY2" fmla="*/ 351525 h 387307"/>
                  <a:gd name="connsiteX3" fmla="*/ 57518 w 238976"/>
                  <a:gd name="connsiteY3" fmla="*/ 387307 h 387307"/>
                  <a:gd name="connsiteX4" fmla="*/ 164860 w 238976"/>
                  <a:gd name="connsiteY4" fmla="*/ 1 h 387307"/>
                  <a:gd name="connsiteX0" fmla="*/ 164860 w 238976"/>
                  <a:gd name="connsiteY0" fmla="*/ 1 h 391265"/>
                  <a:gd name="connsiteX1" fmla="*/ 221798 w 238976"/>
                  <a:gd name="connsiteY1" fmla="*/ 59636 h 391265"/>
                  <a:gd name="connsiteX2" fmla="*/ 166139 w 238976"/>
                  <a:gd name="connsiteY2" fmla="*/ 351525 h 391265"/>
                  <a:gd name="connsiteX3" fmla="*/ 57518 w 238976"/>
                  <a:gd name="connsiteY3" fmla="*/ 387307 h 391265"/>
                  <a:gd name="connsiteX4" fmla="*/ 164860 w 238976"/>
                  <a:gd name="connsiteY4" fmla="*/ 1 h 391265"/>
                  <a:gd name="connsiteX0" fmla="*/ 164860 w 249601"/>
                  <a:gd name="connsiteY0" fmla="*/ 1 h 391265"/>
                  <a:gd name="connsiteX1" fmla="*/ 221798 w 249601"/>
                  <a:gd name="connsiteY1" fmla="*/ 59636 h 391265"/>
                  <a:gd name="connsiteX2" fmla="*/ 166139 w 249601"/>
                  <a:gd name="connsiteY2" fmla="*/ 351525 h 391265"/>
                  <a:gd name="connsiteX3" fmla="*/ 57518 w 249601"/>
                  <a:gd name="connsiteY3" fmla="*/ 387307 h 391265"/>
                  <a:gd name="connsiteX4" fmla="*/ 164860 w 249601"/>
                  <a:gd name="connsiteY4" fmla="*/ 1 h 391265"/>
                  <a:gd name="connsiteX0" fmla="*/ 164860 w 242564"/>
                  <a:gd name="connsiteY0" fmla="*/ 1 h 391265"/>
                  <a:gd name="connsiteX1" fmla="*/ 221798 w 242564"/>
                  <a:gd name="connsiteY1" fmla="*/ 59636 h 391265"/>
                  <a:gd name="connsiteX2" fmla="*/ 166139 w 242564"/>
                  <a:gd name="connsiteY2" fmla="*/ 351525 h 391265"/>
                  <a:gd name="connsiteX3" fmla="*/ 57518 w 242564"/>
                  <a:gd name="connsiteY3" fmla="*/ 387307 h 391265"/>
                  <a:gd name="connsiteX4" fmla="*/ 164860 w 242564"/>
                  <a:gd name="connsiteY4" fmla="*/ 1 h 391265"/>
                  <a:gd name="connsiteX0" fmla="*/ 164860 w 239215"/>
                  <a:gd name="connsiteY0" fmla="*/ 1 h 391265"/>
                  <a:gd name="connsiteX1" fmla="*/ 221798 w 239215"/>
                  <a:gd name="connsiteY1" fmla="*/ 59636 h 391265"/>
                  <a:gd name="connsiteX2" fmla="*/ 166139 w 239215"/>
                  <a:gd name="connsiteY2" fmla="*/ 351525 h 391265"/>
                  <a:gd name="connsiteX3" fmla="*/ 57518 w 239215"/>
                  <a:gd name="connsiteY3" fmla="*/ 387307 h 391265"/>
                  <a:gd name="connsiteX4" fmla="*/ 164860 w 239215"/>
                  <a:gd name="connsiteY4" fmla="*/ 1 h 391265"/>
                  <a:gd name="connsiteX0" fmla="*/ 164860 w 235452"/>
                  <a:gd name="connsiteY0" fmla="*/ 1 h 392193"/>
                  <a:gd name="connsiteX1" fmla="*/ 221798 w 235452"/>
                  <a:gd name="connsiteY1" fmla="*/ 59636 h 392193"/>
                  <a:gd name="connsiteX2" fmla="*/ 145655 w 235452"/>
                  <a:gd name="connsiteY2" fmla="*/ 361768 h 392193"/>
                  <a:gd name="connsiteX3" fmla="*/ 57518 w 235452"/>
                  <a:gd name="connsiteY3" fmla="*/ 387307 h 392193"/>
                  <a:gd name="connsiteX4" fmla="*/ 164860 w 235452"/>
                  <a:gd name="connsiteY4" fmla="*/ 1 h 392193"/>
                  <a:gd name="connsiteX0" fmla="*/ 164860 w 241749"/>
                  <a:gd name="connsiteY0" fmla="*/ 1 h 392195"/>
                  <a:gd name="connsiteX1" fmla="*/ 221798 w 241749"/>
                  <a:gd name="connsiteY1" fmla="*/ 59636 h 392195"/>
                  <a:gd name="connsiteX2" fmla="*/ 145655 w 241749"/>
                  <a:gd name="connsiteY2" fmla="*/ 361768 h 392195"/>
                  <a:gd name="connsiteX3" fmla="*/ 57518 w 241749"/>
                  <a:gd name="connsiteY3" fmla="*/ 387307 h 392195"/>
                  <a:gd name="connsiteX4" fmla="*/ 164860 w 241749"/>
                  <a:gd name="connsiteY4" fmla="*/ 1 h 392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749" h="392195">
                    <a:moveTo>
                      <a:pt x="164860" y="1"/>
                    </a:moveTo>
                    <a:lnTo>
                      <a:pt x="221798" y="59636"/>
                    </a:lnTo>
                    <a:cubicBezTo>
                      <a:pt x="260656" y="97232"/>
                      <a:pt x="246552" y="336767"/>
                      <a:pt x="145655" y="361768"/>
                    </a:cubicBezTo>
                    <a:cubicBezTo>
                      <a:pt x="109448" y="373695"/>
                      <a:pt x="77850" y="403955"/>
                      <a:pt x="57518" y="387307"/>
                    </a:cubicBezTo>
                    <a:cubicBezTo>
                      <a:pt x="-39223" y="320491"/>
                      <a:pt x="-20671" y="-769"/>
                      <a:pt x="164860" y="1"/>
                    </a:cubicBezTo>
                    <a:close/>
                  </a:path>
                </a:pathLst>
              </a:custGeom>
              <a:solidFill>
                <a:srgbClr val="BFC7E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0" name="矩形 2">
                <a:extLst>
                  <a:ext uri="{FF2B5EF4-FFF2-40B4-BE49-F238E27FC236}">
                    <a16:creationId xmlns:a16="http://schemas.microsoft.com/office/drawing/2014/main" id="{27DC2C6D-05FE-251B-3EBC-5138559DA309}"/>
                  </a:ext>
                </a:extLst>
              </p:cNvPr>
              <p:cNvSpPr/>
              <p:nvPr/>
            </p:nvSpPr>
            <p:spPr>
              <a:xfrm flipH="1">
                <a:off x="3877579" y="1430643"/>
                <a:ext cx="72981" cy="102006"/>
              </a:xfrm>
              <a:custGeom>
                <a:avLst/>
                <a:gdLst>
                  <a:gd name="connsiteX0" fmla="*/ 0 w 267648"/>
                  <a:gd name="connsiteY0" fmla="*/ 0 h 363451"/>
                  <a:gd name="connsiteX1" fmla="*/ 267648 w 267648"/>
                  <a:gd name="connsiteY1" fmla="*/ 0 h 363451"/>
                  <a:gd name="connsiteX2" fmla="*/ 267648 w 267648"/>
                  <a:gd name="connsiteY2" fmla="*/ 363451 h 363451"/>
                  <a:gd name="connsiteX3" fmla="*/ 0 w 267648"/>
                  <a:gd name="connsiteY3" fmla="*/ 363451 h 363451"/>
                  <a:gd name="connsiteX4" fmla="*/ 0 w 267648"/>
                  <a:gd name="connsiteY4" fmla="*/ 0 h 363451"/>
                  <a:gd name="connsiteX0" fmla="*/ 163002 w 267648"/>
                  <a:gd name="connsiteY0" fmla="*/ 0 h 379354"/>
                  <a:gd name="connsiteX1" fmla="*/ 267648 w 267648"/>
                  <a:gd name="connsiteY1" fmla="*/ 15903 h 379354"/>
                  <a:gd name="connsiteX2" fmla="*/ 267648 w 267648"/>
                  <a:gd name="connsiteY2" fmla="*/ 379354 h 379354"/>
                  <a:gd name="connsiteX3" fmla="*/ 0 w 267648"/>
                  <a:gd name="connsiteY3" fmla="*/ 379354 h 379354"/>
                  <a:gd name="connsiteX4" fmla="*/ 163002 w 267648"/>
                  <a:gd name="connsiteY4" fmla="*/ 0 h 379354"/>
                  <a:gd name="connsiteX0" fmla="*/ 163002 w 267648"/>
                  <a:gd name="connsiteY0" fmla="*/ 1 h 379355"/>
                  <a:gd name="connsiteX1" fmla="*/ 267648 w 267648"/>
                  <a:gd name="connsiteY1" fmla="*/ 15904 h 379355"/>
                  <a:gd name="connsiteX2" fmla="*/ 267648 w 267648"/>
                  <a:gd name="connsiteY2" fmla="*/ 379355 h 379355"/>
                  <a:gd name="connsiteX3" fmla="*/ 0 w 267648"/>
                  <a:gd name="connsiteY3" fmla="*/ 379355 h 379355"/>
                  <a:gd name="connsiteX4" fmla="*/ 163002 w 267648"/>
                  <a:gd name="connsiteY4" fmla="*/ 1 h 379355"/>
                  <a:gd name="connsiteX0" fmla="*/ 107342 w 211988"/>
                  <a:gd name="connsiteY0" fmla="*/ 1 h 387307"/>
                  <a:gd name="connsiteX1" fmla="*/ 211988 w 211988"/>
                  <a:gd name="connsiteY1" fmla="*/ 15904 h 387307"/>
                  <a:gd name="connsiteX2" fmla="*/ 211988 w 211988"/>
                  <a:gd name="connsiteY2" fmla="*/ 379355 h 387307"/>
                  <a:gd name="connsiteX3" fmla="*/ 0 w 211988"/>
                  <a:gd name="connsiteY3" fmla="*/ 387307 h 387307"/>
                  <a:gd name="connsiteX4" fmla="*/ 107342 w 211988"/>
                  <a:gd name="connsiteY4" fmla="*/ 1 h 387307"/>
                  <a:gd name="connsiteX0" fmla="*/ 164860 w 269506"/>
                  <a:gd name="connsiteY0" fmla="*/ 1 h 387307"/>
                  <a:gd name="connsiteX1" fmla="*/ 269506 w 269506"/>
                  <a:gd name="connsiteY1" fmla="*/ 15904 h 387307"/>
                  <a:gd name="connsiteX2" fmla="*/ 269506 w 269506"/>
                  <a:gd name="connsiteY2" fmla="*/ 379355 h 387307"/>
                  <a:gd name="connsiteX3" fmla="*/ 57518 w 269506"/>
                  <a:gd name="connsiteY3" fmla="*/ 387307 h 387307"/>
                  <a:gd name="connsiteX4" fmla="*/ 164860 w 269506"/>
                  <a:gd name="connsiteY4" fmla="*/ 1 h 387307"/>
                  <a:gd name="connsiteX0" fmla="*/ 164860 w 269506"/>
                  <a:gd name="connsiteY0" fmla="*/ 1 h 387307"/>
                  <a:gd name="connsiteX1" fmla="*/ 221798 w 269506"/>
                  <a:gd name="connsiteY1" fmla="*/ 59636 h 387307"/>
                  <a:gd name="connsiteX2" fmla="*/ 269506 w 269506"/>
                  <a:gd name="connsiteY2" fmla="*/ 379355 h 387307"/>
                  <a:gd name="connsiteX3" fmla="*/ 57518 w 269506"/>
                  <a:gd name="connsiteY3" fmla="*/ 387307 h 387307"/>
                  <a:gd name="connsiteX4" fmla="*/ 164860 w 269506"/>
                  <a:gd name="connsiteY4" fmla="*/ 1 h 387307"/>
                  <a:gd name="connsiteX0" fmla="*/ 164860 w 221798"/>
                  <a:gd name="connsiteY0" fmla="*/ 1 h 387307"/>
                  <a:gd name="connsiteX1" fmla="*/ 221798 w 221798"/>
                  <a:gd name="connsiteY1" fmla="*/ 59636 h 387307"/>
                  <a:gd name="connsiteX2" fmla="*/ 166139 w 221798"/>
                  <a:gd name="connsiteY2" fmla="*/ 351525 h 387307"/>
                  <a:gd name="connsiteX3" fmla="*/ 57518 w 221798"/>
                  <a:gd name="connsiteY3" fmla="*/ 387307 h 387307"/>
                  <a:gd name="connsiteX4" fmla="*/ 164860 w 221798"/>
                  <a:gd name="connsiteY4" fmla="*/ 1 h 387307"/>
                  <a:gd name="connsiteX0" fmla="*/ 164860 w 226943"/>
                  <a:gd name="connsiteY0" fmla="*/ 1 h 387307"/>
                  <a:gd name="connsiteX1" fmla="*/ 221798 w 226943"/>
                  <a:gd name="connsiteY1" fmla="*/ 59636 h 387307"/>
                  <a:gd name="connsiteX2" fmla="*/ 166139 w 226943"/>
                  <a:gd name="connsiteY2" fmla="*/ 351525 h 387307"/>
                  <a:gd name="connsiteX3" fmla="*/ 57518 w 226943"/>
                  <a:gd name="connsiteY3" fmla="*/ 387307 h 387307"/>
                  <a:gd name="connsiteX4" fmla="*/ 164860 w 226943"/>
                  <a:gd name="connsiteY4" fmla="*/ 1 h 387307"/>
                  <a:gd name="connsiteX0" fmla="*/ 164860 w 248859"/>
                  <a:gd name="connsiteY0" fmla="*/ 1 h 387307"/>
                  <a:gd name="connsiteX1" fmla="*/ 221798 w 248859"/>
                  <a:gd name="connsiteY1" fmla="*/ 59636 h 387307"/>
                  <a:gd name="connsiteX2" fmla="*/ 166139 w 248859"/>
                  <a:gd name="connsiteY2" fmla="*/ 351525 h 387307"/>
                  <a:gd name="connsiteX3" fmla="*/ 57518 w 248859"/>
                  <a:gd name="connsiteY3" fmla="*/ 387307 h 387307"/>
                  <a:gd name="connsiteX4" fmla="*/ 164860 w 248859"/>
                  <a:gd name="connsiteY4" fmla="*/ 1 h 387307"/>
                  <a:gd name="connsiteX0" fmla="*/ 164860 w 238976"/>
                  <a:gd name="connsiteY0" fmla="*/ 1 h 387307"/>
                  <a:gd name="connsiteX1" fmla="*/ 221798 w 238976"/>
                  <a:gd name="connsiteY1" fmla="*/ 59636 h 387307"/>
                  <a:gd name="connsiteX2" fmla="*/ 166139 w 238976"/>
                  <a:gd name="connsiteY2" fmla="*/ 351525 h 387307"/>
                  <a:gd name="connsiteX3" fmla="*/ 57518 w 238976"/>
                  <a:gd name="connsiteY3" fmla="*/ 387307 h 387307"/>
                  <a:gd name="connsiteX4" fmla="*/ 164860 w 238976"/>
                  <a:gd name="connsiteY4" fmla="*/ 1 h 387307"/>
                  <a:gd name="connsiteX0" fmla="*/ 164860 w 238976"/>
                  <a:gd name="connsiteY0" fmla="*/ 1 h 391265"/>
                  <a:gd name="connsiteX1" fmla="*/ 221798 w 238976"/>
                  <a:gd name="connsiteY1" fmla="*/ 59636 h 391265"/>
                  <a:gd name="connsiteX2" fmla="*/ 166139 w 238976"/>
                  <a:gd name="connsiteY2" fmla="*/ 351525 h 391265"/>
                  <a:gd name="connsiteX3" fmla="*/ 57518 w 238976"/>
                  <a:gd name="connsiteY3" fmla="*/ 387307 h 391265"/>
                  <a:gd name="connsiteX4" fmla="*/ 164860 w 238976"/>
                  <a:gd name="connsiteY4" fmla="*/ 1 h 391265"/>
                  <a:gd name="connsiteX0" fmla="*/ 207316 w 281432"/>
                  <a:gd name="connsiteY0" fmla="*/ 3 h 352835"/>
                  <a:gd name="connsiteX1" fmla="*/ 264254 w 281432"/>
                  <a:gd name="connsiteY1" fmla="*/ 59638 h 352835"/>
                  <a:gd name="connsiteX2" fmla="*/ 208595 w 281432"/>
                  <a:gd name="connsiteY2" fmla="*/ 351527 h 352835"/>
                  <a:gd name="connsiteX3" fmla="*/ 42036 w 281432"/>
                  <a:gd name="connsiteY3" fmla="*/ 273681 h 352835"/>
                  <a:gd name="connsiteX4" fmla="*/ 207316 w 281432"/>
                  <a:gd name="connsiteY4" fmla="*/ 3 h 352835"/>
                  <a:gd name="connsiteX0" fmla="*/ 166648 w 240764"/>
                  <a:gd name="connsiteY0" fmla="*/ 3 h 352835"/>
                  <a:gd name="connsiteX1" fmla="*/ 223586 w 240764"/>
                  <a:gd name="connsiteY1" fmla="*/ 59638 h 352835"/>
                  <a:gd name="connsiteX2" fmla="*/ 167927 w 240764"/>
                  <a:gd name="connsiteY2" fmla="*/ 351527 h 352835"/>
                  <a:gd name="connsiteX3" fmla="*/ 1368 w 240764"/>
                  <a:gd name="connsiteY3" fmla="*/ 273681 h 352835"/>
                  <a:gd name="connsiteX4" fmla="*/ 166648 w 240764"/>
                  <a:gd name="connsiteY4" fmla="*/ 3 h 352835"/>
                  <a:gd name="connsiteX0" fmla="*/ 165409 w 239525"/>
                  <a:gd name="connsiteY0" fmla="*/ 0 h 352832"/>
                  <a:gd name="connsiteX1" fmla="*/ 222347 w 239525"/>
                  <a:gd name="connsiteY1" fmla="*/ 59635 h 352832"/>
                  <a:gd name="connsiteX2" fmla="*/ 166688 w 239525"/>
                  <a:gd name="connsiteY2" fmla="*/ 351524 h 352832"/>
                  <a:gd name="connsiteX3" fmla="*/ 129 w 239525"/>
                  <a:gd name="connsiteY3" fmla="*/ 273678 h 352832"/>
                  <a:gd name="connsiteX4" fmla="*/ 165409 w 239525"/>
                  <a:gd name="connsiteY4" fmla="*/ 0 h 352832"/>
                  <a:gd name="connsiteX0" fmla="*/ 165918 w 240034"/>
                  <a:gd name="connsiteY0" fmla="*/ 0 h 352832"/>
                  <a:gd name="connsiteX1" fmla="*/ 222856 w 240034"/>
                  <a:gd name="connsiteY1" fmla="*/ 59635 h 352832"/>
                  <a:gd name="connsiteX2" fmla="*/ 167197 w 240034"/>
                  <a:gd name="connsiteY2" fmla="*/ 351524 h 352832"/>
                  <a:gd name="connsiteX3" fmla="*/ 638 w 240034"/>
                  <a:gd name="connsiteY3" fmla="*/ 273678 h 352832"/>
                  <a:gd name="connsiteX4" fmla="*/ 165918 w 240034"/>
                  <a:gd name="connsiteY4" fmla="*/ 0 h 352832"/>
                  <a:gd name="connsiteX0" fmla="*/ 160984 w 235100"/>
                  <a:gd name="connsiteY0" fmla="*/ 0 h 352679"/>
                  <a:gd name="connsiteX1" fmla="*/ 217922 w 235100"/>
                  <a:gd name="connsiteY1" fmla="*/ 59635 h 352679"/>
                  <a:gd name="connsiteX2" fmla="*/ 162263 w 235100"/>
                  <a:gd name="connsiteY2" fmla="*/ 351524 h 352679"/>
                  <a:gd name="connsiteX3" fmla="*/ 972 w 235100"/>
                  <a:gd name="connsiteY3" fmla="*/ 262856 h 352679"/>
                  <a:gd name="connsiteX4" fmla="*/ 160984 w 235100"/>
                  <a:gd name="connsiteY4" fmla="*/ 0 h 352679"/>
                  <a:gd name="connsiteX0" fmla="*/ 160984 w 221097"/>
                  <a:gd name="connsiteY0" fmla="*/ 0 h 281424"/>
                  <a:gd name="connsiteX1" fmla="*/ 217922 w 221097"/>
                  <a:gd name="connsiteY1" fmla="*/ 59635 h 281424"/>
                  <a:gd name="connsiteX2" fmla="*/ 99058 w 221097"/>
                  <a:gd name="connsiteY2" fmla="*/ 275771 h 281424"/>
                  <a:gd name="connsiteX3" fmla="*/ 972 w 221097"/>
                  <a:gd name="connsiteY3" fmla="*/ 262856 h 281424"/>
                  <a:gd name="connsiteX4" fmla="*/ 160984 w 221097"/>
                  <a:gd name="connsiteY4" fmla="*/ 0 h 281424"/>
                  <a:gd name="connsiteX0" fmla="*/ 155629 w 215742"/>
                  <a:gd name="connsiteY0" fmla="*/ 0 h 309781"/>
                  <a:gd name="connsiteX1" fmla="*/ 212567 w 215742"/>
                  <a:gd name="connsiteY1" fmla="*/ 59635 h 309781"/>
                  <a:gd name="connsiteX2" fmla="*/ 93703 w 215742"/>
                  <a:gd name="connsiteY2" fmla="*/ 275771 h 309781"/>
                  <a:gd name="connsiteX3" fmla="*/ 1519 w 215742"/>
                  <a:gd name="connsiteY3" fmla="*/ 305302 h 309781"/>
                  <a:gd name="connsiteX4" fmla="*/ 155629 w 215742"/>
                  <a:gd name="connsiteY4" fmla="*/ 0 h 309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742" h="309781">
                    <a:moveTo>
                      <a:pt x="155629" y="0"/>
                    </a:moveTo>
                    <a:lnTo>
                      <a:pt x="212567" y="59635"/>
                    </a:lnTo>
                    <a:cubicBezTo>
                      <a:pt x="225820" y="133077"/>
                      <a:pt x="199720" y="158597"/>
                      <a:pt x="93703" y="275771"/>
                    </a:cubicBezTo>
                    <a:cubicBezTo>
                      <a:pt x="57496" y="287698"/>
                      <a:pt x="44076" y="321950"/>
                      <a:pt x="1519" y="305302"/>
                    </a:cubicBezTo>
                    <a:cubicBezTo>
                      <a:pt x="-416" y="233075"/>
                      <a:pt x="-19368" y="20873"/>
                      <a:pt x="155629" y="0"/>
                    </a:cubicBezTo>
                    <a:close/>
                  </a:path>
                </a:pathLst>
              </a:custGeom>
              <a:solidFill>
                <a:srgbClr val="ECF1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1" name="椭圆 1300">
                <a:extLst>
                  <a:ext uri="{FF2B5EF4-FFF2-40B4-BE49-F238E27FC236}">
                    <a16:creationId xmlns:a16="http://schemas.microsoft.com/office/drawing/2014/main" id="{2CDFB505-7279-18D2-18B8-4B66EB22DF1D}"/>
                  </a:ext>
                </a:extLst>
              </p:cNvPr>
              <p:cNvSpPr/>
              <p:nvPr/>
            </p:nvSpPr>
            <p:spPr>
              <a:xfrm rot="20910958" flipH="1">
                <a:off x="3874052" y="1441061"/>
                <a:ext cx="49458" cy="106355"/>
              </a:xfrm>
              <a:prstGeom prst="ellipse">
                <a:avLst/>
              </a:prstGeom>
              <a:solidFill>
                <a:srgbClr val="9AA3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2" name="椭圆 1301">
                <a:extLst>
                  <a:ext uri="{FF2B5EF4-FFF2-40B4-BE49-F238E27FC236}">
                    <a16:creationId xmlns:a16="http://schemas.microsoft.com/office/drawing/2014/main" id="{343B1AAB-6FFF-ED62-1310-0B3C3C0F98AB}"/>
                  </a:ext>
                </a:extLst>
              </p:cNvPr>
              <p:cNvSpPr/>
              <p:nvPr/>
            </p:nvSpPr>
            <p:spPr>
              <a:xfrm rot="20926142" flipH="1">
                <a:off x="3881284" y="1454264"/>
                <a:ext cx="29757" cy="83408"/>
              </a:xfrm>
              <a:prstGeom prst="ellipse">
                <a:avLst/>
              </a:prstGeom>
              <a:solidFill>
                <a:srgbClr val="1B2B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3" name="椭圆 1302">
                <a:extLst>
                  <a:ext uri="{FF2B5EF4-FFF2-40B4-BE49-F238E27FC236}">
                    <a16:creationId xmlns:a16="http://schemas.microsoft.com/office/drawing/2014/main" id="{94242C13-C592-F899-537A-D33CAA50D489}"/>
                  </a:ext>
                </a:extLst>
              </p:cNvPr>
              <p:cNvSpPr/>
              <p:nvPr/>
            </p:nvSpPr>
            <p:spPr>
              <a:xfrm flipH="1">
                <a:off x="4039055" y="1706045"/>
                <a:ext cx="43984" cy="47294"/>
              </a:xfrm>
              <a:prstGeom prst="ellipse">
                <a:avLst/>
              </a:prstGeom>
              <a:solidFill>
                <a:srgbClr val="69F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4" name="椭圆 1303">
                <a:extLst>
                  <a:ext uri="{FF2B5EF4-FFF2-40B4-BE49-F238E27FC236}">
                    <a16:creationId xmlns:a16="http://schemas.microsoft.com/office/drawing/2014/main" id="{98270F7A-91A3-A028-57D3-ABFF65BFB3F8}"/>
                  </a:ext>
                </a:extLst>
              </p:cNvPr>
              <p:cNvSpPr/>
              <p:nvPr/>
            </p:nvSpPr>
            <p:spPr>
              <a:xfrm flipH="1">
                <a:off x="4064376" y="1714499"/>
                <a:ext cx="10102" cy="10102"/>
              </a:xfrm>
              <a:prstGeom prst="ellipse">
                <a:avLst/>
              </a:prstGeom>
              <a:solidFill>
                <a:srgbClr val="E5FD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5" name="任意形状 1304">
                <a:extLst>
                  <a:ext uri="{FF2B5EF4-FFF2-40B4-BE49-F238E27FC236}">
                    <a16:creationId xmlns:a16="http://schemas.microsoft.com/office/drawing/2014/main" id="{C11C438C-A2BB-F1B6-34D8-9FD7E33283EA}"/>
                  </a:ext>
                </a:extLst>
              </p:cNvPr>
              <p:cNvSpPr/>
              <p:nvPr/>
            </p:nvSpPr>
            <p:spPr>
              <a:xfrm>
                <a:off x="4586076" y="1426967"/>
                <a:ext cx="117703" cy="126385"/>
              </a:xfrm>
              <a:custGeom>
                <a:avLst/>
                <a:gdLst>
                  <a:gd name="connsiteX0" fmla="*/ 66216 w 166971"/>
                  <a:gd name="connsiteY0" fmla="*/ 5210 h 179286"/>
                  <a:gd name="connsiteX1" fmla="*/ 165657 w 166971"/>
                  <a:gd name="connsiteY1" fmla="*/ 91951 h 179286"/>
                  <a:gd name="connsiteX2" fmla="*/ 75867 w 166971"/>
                  <a:gd name="connsiteY2" fmla="*/ 178819 h 179286"/>
                  <a:gd name="connsiteX3" fmla="*/ 938 w 166971"/>
                  <a:gd name="connsiteY3" fmla="*/ 89157 h 179286"/>
                  <a:gd name="connsiteX4" fmla="*/ 66216 w 166971"/>
                  <a:gd name="connsiteY4" fmla="*/ 5210 h 179286"/>
                  <a:gd name="connsiteX5" fmla="*/ 67359 w 166971"/>
                  <a:gd name="connsiteY5" fmla="*/ 32642 h 179286"/>
                  <a:gd name="connsiteX6" fmla="*/ 47292 w 166971"/>
                  <a:gd name="connsiteY6" fmla="*/ 146053 h 179286"/>
                  <a:gd name="connsiteX7" fmla="*/ 138097 w 166971"/>
                  <a:gd name="connsiteY7" fmla="*/ 102619 h 179286"/>
                  <a:gd name="connsiteX8" fmla="*/ 67359 w 166971"/>
                  <a:gd name="connsiteY8" fmla="*/ 32642 h 179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71" h="179286">
                    <a:moveTo>
                      <a:pt x="66216" y="5210"/>
                    </a:moveTo>
                    <a:cubicBezTo>
                      <a:pt x="118794" y="-17650"/>
                      <a:pt x="176452" y="38992"/>
                      <a:pt x="165657" y="91951"/>
                    </a:cubicBezTo>
                    <a:cubicBezTo>
                      <a:pt x="157402" y="134750"/>
                      <a:pt x="125144" y="183264"/>
                      <a:pt x="75867" y="178819"/>
                    </a:cubicBezTo>
                    <a:cubicBezTo>
                      <a:pt x="27989" y="184788"/>
                      <a:pt x="-6174" y="132464"/>
                      <a:pt x="938" y="89157"/>
                    </a:cubicBezTo>
                    <a:cubicBezTo>
                      <a:pt x="8304" y="53343"/>
                      <a:pt x="30274" y="17783"/>
                      <a:pt x="66216" y="5210"/>
                    </a:cubicBezTo>
                    <a:moveTo>
                      <a:pt x="67359" y="32642"/>
                    </a:moveTo>
                    <a:cubicBezTo>
                      <a:pt x="25957" y="51819"/>
                      <a:pt x="10335" y="115446"/>
                      <a:pt x="47292" y="146053"/>
                    </a:cubicBezTo>
                    <a:cubicBezTo>
                      <a:pt x="83488" y="169802"/>
                      <a:pt x="128191" y="140211"/>
                      <a:pt x="138097" y="102619"/>
                    </a:cubicBezTo>
                    <a:cubicBezTo>
                      <a:pt x="160449" y="61598"/>
                      <a:pt x="108253" y="4829"/>
                      <a:pt x="67359" y="32642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06" name="任意形状 1305">
                <a:extLst>
                  <a:ext uri="{FF2B5EF4-FFF2-40B4-BE49-F238E27FC236}">
                    <a16:creationId xmlns:a16="http://schemas.microsoft.com/office/drawing/2014/main" id="{BB1B2C10-95E9-33D4-E9C8-696E17386490}"/>
                  </a:ext>
                </a:extLst>
              </p:cNvPr>
              <p:cNvSpPr/>
              <p:nvPr/>
            </p:nvSpPr>
            <p:spPr>
              <a:xfrm>
                <a:off x="3800604" y="850386"/>
                <a:ext cx="289887" cy="206033"/>
              </a:xfrm>
              <a:custGeom>
                <a:avLst/>
                <a:gdLst>
                  <a:gd name="connsiteX0" fmla="*/ 169545 w 411226"/>
                  <a:gd name="connsiteY0" fmla="*/ 53387 h 292273"/>
                  <a:gd name="connsiteX1" fmla="*/ 411226 w 411226"/>
                  <a:gd name="connsiteY1" fmla="*/ 301 h 292273"/>
                  <a:gd name="connsiteX2" fmla="*/ 154432 w 411226"/>
                  <a:gd name="connsiteY2" fmla="*/ 126539 h 292273"/>
                  <a:gd name="connsiteX3" fmla="*/ 0 w 411226"/>
                  <a:gd name="connsiteY3" fmla="*/ 292274 h 292273"/>
                  <a:gd name="connsiteX4" fmla="*/ 169545 w 411226"/>
                  <a:gd name="connsiteY4" fmla="*/ 53387 h 292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1226" h="292273">
                    <a:moveTo>
                      <a:pt x="169545" y="53387"/>
                    </a:moveTo>
                    <a:cubicBezTo>
                      <a:pt x="242316" y="10969"/>
                      <a:pt x="328041" y="-2239"/>
                      <a:pt x="411226" y="301"/>
                    </a:cubicBezTo>
                    <a:cubicBezTo>
                      <a:pt x="323469" y="37766"/>
                      <a:pt x="226822" y="60118"/>
                      <a:pt x="154432" y="126539"/>
                    </a:cubicBezTo>
                    <a:cubicBezTo>
                      <a:pt x="88265" y="167560"/>
                      <a:pt x="51308" y="236648"/>
                      <a:pt x="0" y="292274"/>
                    </a:cubicBezTo>
                    <a:cubicBezTo>
                      <a:pt x="8128" y="189277"/>
                      <a:pt x="78867" y="99361"/>
                      <a:pt x="169545" y="53387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07" name="任意形状 1306">
                <a:extLst>
                  <a:ext uri="{FF2B5EF4-FFF2-40B4-BE49-F238E27FC236}">
                    <a16:creationId xmlns:a16="http://schemas.microsoft.com/office/drawing/2014/main" id="{4D90A95B-59E4-8FE3-0452-4746A1810D10}"/>
                  </a:ext>
                </a:extLst>
              </p:cNvPr>
              <p:cNvSpPr/>
              <p:nvPr/>
            </p:nvSpPr>
            <p:spPr>
              <a:xfrm>
                <a:off x="4038655" y="1345142"/>
                <a:ext cx="110923" cy="12546"/>
              </a:xfrm>
              <a:custGeom>
                <a:avLst/>
                <a:gdLst>
                  <a:gd name="connsiteX0" fmla="*/ 0 w 157352"/>
                  <a:gd name="connsiteY0" fmla="*/ 254 h 17798"/>
                  <a:gd name="connsiteX1" fmla="*/ 157353 w 157352"/>
                  <a:gd name="connsiteY1" fmla="*/ 0 h 17798"/>
                  <a:gd name="connsiteX2" fmla="*/ 0 w 157352"/>
                  <a:gd name="connsiteY2" fmla="*/ 254 h 17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7352" h="17798">
                    <a:moveTo>
                      <a:pt x="0" y="254"/>
                    </a:moveTo>
                    <a:cubicBezTo>
                      <a:pt x="52451" y="127"/>
                      <a:pt x="104902" y="127"/>
                      <a:pt x="157353" y="0"/>
                    </a:cubicBezTo>
                    <a:cubicBezTo>
                      <a:pt x="107823" y="24384"/>
                      <a:pt x="49784" y="22987"/>
                      <a:pt x="0" y="254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08" name="任意形状 1307">
                <a:extLst>
                  <a:ext uri="{FF2B5EF4-FFF2-40B4-BE49-F238E27FC236}">
                    <a16:creationId xmlns:a16="http://schemas.microsoft.com/office/drawing/2014/main" id="{003714C0-9E81-CC33-1FD2-0652F2B82C73}"/>
                  </a:ext>
                </a:extLst>
              </p:cNvPr>
              <p:cNvSpPr/>
              <p:nvPr/>
            </p:nvSpPr>
            <p:spPr>
              <a:xfrm>
                <a:off x="4604724" y="1444770"/>
                <a:ext cx="82480" cy="91160"/>
              </a:xfrm>
              <a:custGeom>
                <a:avLst/>
                <a:gdLst>
                  <a:gd name="connsiteX0" fmla="*/ 40904 w 117004"/>
                  <a:gd name="connsiteY0" fmla="*/ 7387 h 129317"/>
                  <a:gd name="connsiteX1" fmla="*/ 111643 w 117004"/>
                  <a:gd name="connsiteY1" fmla="*/ 77364 h 129317"/>
                  <a:gd name="connsiteX2" fmla="*/ 20838 w 117004"/>
                  <a:gd name="connsiteY2" fmla="*/ 120798 h 129317"/>
                  <a:gd name="connsiteX3" fmla="*/ 40904 w 117004"/>
                  <a:gd name="connsiteY3" fmla="*/ 7387 h 129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004" h="129317">
                    <a:moveTo>
                      <a:pt x="40904" y="7387"/>
                    </a:moveTo>
                    <a:cubicBezTo>
                      <a:pt x="81798" y="-20426"/>
                      <a:pt x="133995" y="36343"/>
                      <a:pt x="111643" y="77364"/>
                    </a:cubicBezTo>
                    <a:cubicBezTo>
                      <a:pt x="101737" y="114956"/>
                      <a:pt x="57033" y="144547"/>
                      <a:pt x="20838" y="120798"/>
                    </a:cubicBezTo>
                    <a:cubicBezTo>
                      <a:pt x="-16119" y="90191"/>
                      <a:pt x="-498" y="26564"/>
                      <a:pt x="40904" y="7387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09" name="任意形状 1308">
                <a:extLst>
                  <a:ext uri="{FF2B5EF4-FFF2-40B4-BE49-F238E27FC236}">
                    <a16:creationId xmlns:a16="http://schemas.microsoft.com/office/drawing/2014/main" id="{409F05EC-3322-A327-2969-3642B449010E}"/>
                  </a:ext>
                </a:extLst>
              </p:cNvPr>
              <p:cNvSpPr/>
              <p:nvPr/>
            </p:nvSpPr>
            <p:spPr>
              <a:xfrm>
                <a:off x="4026927" y="1484009"/>
                <a:ext cx="132320" cy="190949"/>
              </a:xfrm>
              <a:custGeom>
                <a:avLst/>
                <a:gdLst>
                  <a:gd name="connsiteX0" fmla="*/ 13462 w 187705"/>
                  <a:gd name="connsiteY0" fmla="*/ 3160 h 270875"/>
                  <a:gd name="connsiteX1" fmla="*/ 187706 w 187705"/>
                  <a:gd name="connsiteY1" fmla="*/ 8748 h 270875"/>
                  <a:gd name="connsiteX2" fmla="*/ 152527 w 187705"/>
                  <a:gd name="connsiteY2" fmla="*/ 137272 h 270875"/>
                  <a:gd name="connsiteX3" fmla="*/ 173355 w 187705"/>
                  <a:gd name="connsiteY3" fmla="*/ 228331 h 270875"/>
                  <a:gd name="connsiteX4" fmla="*/ 107823 w 187705"/>
                  <a:gd name="connsiteY4" fmla="*/ 270876 h 270875"/>
                  <a:gd name="connsiteX5" fmla="*/ 107315 w 187705"/>
                  <a:gd name="connsiteY5" fmla="*/ 124064 h 270875"/>
                  <a:gd name="connsiteX6" fmla="*/ 33655 w 187705"/>
                  <a:gd name="connsiteY6" fmla="*/ 82154 h 270875"/>
                  <a:gd name="connsiteX7" fmla="*/ 36322 w 187705"/>
                  <a:gd name="connsiteY7" fmla="*/ 59294 h 270875"/>
                  <a:gd name="connsiteX8" fmla="*/ 72517 w 187705"/>
                  <a:gd name="connsiteY8" fmla="*/ 34783 h 270875"/>
                  <a:gd name="connsiteX9" fmla="*/ 0 w 187705"/>
                  <a:gd name="connsiteY9" fmla="*/ 22845 h 270875"/>
                  <a:gd name="connsiteX10" fmla="*/ 13462 w 187705"/>
                  <a:gd name="connsiteY10" fmla="*/ 3160 h 270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7705" h="270875">
                    <a:moveTo>
                      <a:pt x="13462" y="3160"/>
                    </a:moveTo>
                    <a:cubicBezTo>
                      <a:pt x="71247" y="-1031"/>
                      <a:pt x="130429" y="-2682"/>
                      <a:pt x="187706" y="8748"/>
                    </a:cubicBezTo>
                    <a:cubicBezTo>
                      <a:pt x="146177" y="39482"/>
                      <a:pt x="154940" y="91806"/>
                      <a:pt x="152527" y="137272"/>
                    </a:cubicBezTo>
                    <a:cubicBezTo>
                      <a:pt x="150368" y="169022"/>
                      <a:pt x="160528" y="199629"/>
                      <a:pt x="173355" y="228331"/>
                    </a:cubicBezTo>
                    <a:cubicBezTo>
                      <a:pt x="151130" y="241920"/>
                      <a:pt x="129032" y="255763"/>
                      <a:pt x="107823" y="270876"/>
                    </a:cubicBezTo>
                    <a:cubicBezTo>
                      <a:pt x="130048" y="225791"/>
                      <a:pt x="142748" y="166228"/>
                      <a:pt x="107315" y="124064"/>
                    </a:cubicBezTo>
                    <a:cubicBezTo>
                      <a:pt x="91567" y="97902"/>
                      <a:pt x="61214" y="89774"/>
                      <a:pt x="33655" y="82154"/>
                    </a:cubicBezTo>
                    <a:cubicBezTo>
                      <a:pt x="34417" y="76439"/>
                      <a:pt x="35687" y="65009"/>
                      <a:pt x="36322" y="59294"/>
                    </a:cubicBezTo>
                    <a:cubicBezTo>
                      <a:pt x="45339" y="53198"/>
                      <a:pt x="63500" y="40879"/>
                      <a:pt x="72517" y="34783"/>
                    </a:cubicBezTo>
                    <a:cubicBezTo>
                      <a:pt x="48641" y="28941"/>
                      <a:pt x="24257" y="26274"/>
                      <a:pt x="0" y="22845"/>
                    </a:cubicBezTo>
                    <a:cubicBezTo>
                      <a:pt x="3429" y="18019"/>
                      <a:pt x="10033" y="8113"/>
                      <a:pt x="13462" y="3160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0" name="任意形状 1309">
                <a:extLst>
                  <a:ext uri="{FF2B5EF4-FFF2-40B4-BE49-F238E27FC236}">
                    <a16:creationId xmlns:a16="http://schemas.microsoft.com/office/drawing/2014/main" id="{99C26ADD-C1F7-E35C-03DC-1A60C43E2A0B}"/>
                  </a:ext>
                </a:extLst>
              </p:cNvPr>
              <p:cNvSpPr/>
              <p:nvPr/>
            </p:nvSpPr>
            <p:spPr>
              <a:xfrm>
                <a:off x="3873658" y="924636"/>
                <a:ext cx="522031" cy="404188"/>
              </a:xfrm>
              <a:custGeom>
                <a:avLst/>
                <a:gdLst>
                  <a:gd name="connsiteX0" fmla="*/ 632460 w 740539"/>
                  <a:gd name="connsiteY0" fmla="*/ 0 h 573370"/>
                  <a:gd name="connsiteX1" fmla="*/ 738632 w 740539"/>
                  <a:gd name="connsiteY1" fmla="*/ 282956 h 573370"/>
                  <a:gd name="connsiteX2" fmla="*/ 489839 w 740539"/>
                  <a:gd name="connsiteY2" fmla="*/ 570357 h 573370"/>
                  <a:gd name="connsiteX3" fmla="*/ 185928 w 740539"/>
                  <a:gd name="connsiteY3" fmla="*/ 572897 h 573370"/>
                  <a:gd name="connsiteX4" fmla="*/ 0 w 740539"/>
                  <a:gd name="connsiteY4" fmla="*/ 501904 h 573370"/>
                  <a:gd name="connsiteX5" fmla="*/ 298577 w 740539"/>
                  <a:gd name="connsiteY5" fmla="*/ 526669 h 573370"/>
                  <a:gd name="connsiteX6" fmla="*/ 565023 w 740539"/>
                  <a:gd name="connsiteY6" fmla="*/ 412750 h 573370"/>
                  <a:gd name="connsiteX7" fmla="*/ 644906 w 740539"/>
                  <a:gd name="connsiteY7" fmla="*/ 264541 h 573370"/>
                  <a:gd name="connsiteX8" fmla="*/ 632460 w 740539"/>
                  <a:gd name="connsiteY8" fmla="*/ 0 h 573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40539" h="573370">
                    <a:moveTo>
                      <a:pt x="632460" y="0"/>
                    </a:moveTo>
                    <a:cubicBezTo>
                      <a:pt x="710565" y="70866"/>
                      <a:pt x="749935" y="178308"/>
                      <a:pt x="738632" y="282956"/>
                    </a:cubicBezTo>
                    <a:cubicBezTo>
                      <a:pt x="738378" y="423672"/>
                      <a:pt x="621919" y="540258"/>
                      <a:pt x="489839" y="570357"/>
                    </a:cubicBezTo>
                    <a:cubicBezTo>
                      <a:pt x="388620" y="574294"/>
                      <a:pt x="287147" y="569341"/>
                      <a:pt x="185928" y="572897"/>
                    </a:cubicBezTo>
                    <a:cubicBezTo>
                      <a:pt x="116967" y="577723"/>
                      <a:pt x="51562" y="545084"/>
                      <a:pt x="0" y="501904"/>
                    </a:cubicBezTo>
                    <a:cubicBezTo>
                      <a:pt x="99695" y="509524"/>
                      <a:pt x="197612" y="538734"/>
                      <a:pt x="298577" y="526669"/>
                    </a:cubicBezTo>
                    <a:cubicBezTo>
                      <a:pt x="393700" y="520446"/>
                      <a:pt x="515874" y="507238"/>
                      <a:pt x="565023" y="412750"/>
                    </a:cubicBezTo>
                    <a:cubicBezTo>
                      <a:pt x="612140" y="377444"/>
                      <a:pt x="645541" y="324866"/>
                      <a:pt x="644906" y="264541"/>
                    </a:cubicBezTo>
                    <a:cubicBezTo>
                      <a:pt x="686816" y="179959"/>
                      <a:pt x="648970" y="85979"/>
                      <a:pt x="632460" y="0"/>
                    </a:cubicBezTo>
                    <a:close/>
                  </a:path>
                </a:pathLst>
              </a:custGeom>
              <a:solidFill>
                <a:srgbClr val="BEC4F4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grpSp>
            <p:nvGrpSpPr>
              <p:cNvPr id="1311" name="图形 3260">
                <a:extLst>
                  <a:ext uri="{FF2B5EF4-FFF2-40B4-BE49-F238E27FC236}">
                    <a16:creationId xmlns:a16="http://schemas.microsoft.com/office/drawing/2014/main" id="{2BA029CC-F0CC-9A1F-CC51-8DE53B659E93}"/>
                  </a:ext>
                </a:extLst>
              </p:cNvPr>
              <p:cNvGrpSpPr/>
              <p:nvPr/>
            </p:nvGrpSpPr>
            <p:grpSpPr>
              <a:xfrm>
                <a:off x="3796943" y="849350"/>
                <a:ext cx="538544" cy="779005"/>
                <a:chOff x="6525789" y="1439046"/>
                <a:chExt cx="763965" cy="1105076"/>
              </a:xfrm>
              <a:solidFill>
                <a:srgbClr val="EDECFB"/>
              </a:solidFill>
            </p:grpSpPr>
            <p:sp>
              <p:nvSpPr>
                <p:cNvPr id="1328" name="任意形状 1327">
                  <a:extLst>
                    <a:ext uri="{FF2B5EF4-FFF2-40B4-BE49-F238E27FC236}">
                      <a16:creationId xmlns:a16="http://schemas.microsoft.com/office/drawing/2014/main" id="{AAE623AE-4DAC-3535-ADE8-63F793EED38F}"/>
                    </a:ext>
                  </a:extLst>
                </p:cNvPr>
                <p:cNvSpPr/>
                <p:nvPr/>
              </p:nvSpPr>
              <p:spPr>
                <a:xfrm>
                  <a:off x="6525789" y="1439046"/>
                  <a:ext cx="763965" cy="636352"/>
                </a:xfrm>
                <a:custGeom>
                  <a:avLst/>
                  <a:gdLst>
                    <a:gd name="connsiteX0" fmla="*/ 416412 w 772792"/>
                    <a:gd name="connsiteY0" fmla="*/ 1770 h 636351"/>
                    <a:gd name="connsiteX1" fmla="*/ 741278 w 772792"/>
                    <a:gd name="connsiteY1" fmla="*/ 106799 h 636351"/>
                    <a:gd name="connsiteX2" fmla="*/ 753724 w 772792"/>
                    <a:gd name="connsiteY2" fmla="*/ 371340 h 636351"/>
                    <a:gd name="connsiteX3" fmla="*/ 678921 w 772792"/>
                    <a:gd name="connsiteY3" fmla="*/ 223004 h 636351"/>
                    <a:gd name="connsiteX4" fmla="*/ 421365 w 772792"/>
                    <a:gd name="connsiteY4" fmla="*/ 179697 h 636351"/>
                    <a:gd name="connsiteX5" fmla="*/ 169651 w 772792"/>
                    <a:gd name="connsiteY5" fmla="*/ 225290 h 636351"/>
                    <a:gd name="connsiteX6" fmla="*/ 160507 w 772792"/>
                    <a:gd name="connsiteY6" fmla="*/ 510151 h 636351"/>
                    <a:gd name="connsiteX7" fmla="*/ 395965 w 772792"/>
                    <a:gd name="connsiteY7" fmla="*/ 551807 h 636351"/>
                    <a:gd name="connsiteX8" fmla="*/ 673841 w 772792"/>
                    <a:gd name="connsiteY8" fmla="*/ 519549 h 636351"/>
                    <a:gd name="connsiteX9" fmla="*/ 407395 w 772792"/>
                    <a:gd name="connsiteY9" fmla="*/ 633468 h 636351"/>
                    <a:gd name="connsiteX10" fmla="*/ 108818 w 772792"/>
                    <a:gd name="connsiteY10" fmla="*/ 608703 h 636351"/>
                    <a:gd name="connsiteX11" fmla="*/ 3154 w 772792"/>
                    <a:gd name="connsiteY11" fmla="*/ 295902 h 636351"/>
                    <a:gd name="connsiteX12" fmla="*/ 5186 w 772792"/>
                    <a:gd name="connsiteY12" fmla="*/ 293743 h 636351"/>
                    <a:gd name="connsiteX13" fmla="*/ 159618 w 772792"/>
                    <a:gd name="connsiteY13" fmla="*/ 128008 h 636351"/>
                    <a:gd name="connsiteX14" fmla="*/ 416412 w 772792"/>
                    <a:gd name="connsiteY14" fmla="*/ 1770 h 636351"/>
                    <a:gd name="connsiteX0" fmla="*/ 416412 w 763966"/>
                    <a:gd name="connsiteY0" fmla="*/ 1770 h 636352"/>
                    <a:gd name="connsiteX1" fmla="*/ 741278 w 763966"/>
                    <a:gd name="connsiteY1" fmla="*/ 106799 h 636352"/>
                    <a:gd name="connsiteX2" fmla="*/ 741007 w 763966"/>
                    <a:gd name="connsiteY2" fmla="*/ 447642 h 636352"/>
                    <a:gd name="connsiteX3" fmla="*/ 678921 w 763966"/>
                    <a:gd name="connsiteY3" fmla="*/ 223004 h 636352"/>
                    <a:gd name="connsiteX4" fmla="*/ 421365 w 763966"/>
                    <a:gd name="connsiteY4" fmla="*/ 179697 h 636352"/>
                    <a:gd name="connsiteX5" fmla="*/ 169651 w 763966"/>
                    <a:gd name="connsiteY5" fmla="*/ 225290 h 636352"/>
                    <a:gd name="connsiteX6" fmla="*/ 160507 w 763966"/>
                    <a:gd name="connsiteY6" fmla="*/ 510151 h 636352"/>
                    <a:gd name="connsiteX7" fmla="*/ 395965 w 763966"/>
                    <a:gd name="connsiteY7" fmla="*/ 551807 h 636352"/>
                    <a:gd name="connsiteX8" fmla="*/ 673841 w 763966"/>
                    <a:gd name="connsiteY8" fmla="*/ 519549 h 636352"/>
                    <a:gd name="connsiteX9" fmla="*/ 407395 w 763966"/>
                    <a:gd name="connsiteY9" fmla="*/ 633468 h 636352"/>
                    <a:gd name="connsiteX10" fmla="*/ 108818 w 763966"/>
                    <a:gd name="connsiteY10" fmla="*/ 608703 h 636352"/>
                    <a:gd name="connsiteX11" fmla="*/ 3154 w 763966"/>
                    <a:gd name="connsiteY11" fmla="*/ 295902 h 636352"/>
                    <a:gd name="connsiteX12" fmla="*/ 5186 w 763966"/>
                    <a:gd name="connsiteY12" fmla="*/ 293743 h 636352"/>
                    <a:gd name="connsiteX13" fmla="*/ 159618 w 763966"/>
                    <a:gd name="connsiteY13" fmla="*/ 128008 h 636352"/>
                    <a:gd name="connsiteX14" fmla="*/ 416412 w 763966"/>
                    <a:gd name="connsiteY14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21365 w 763965"/>
                    <a:gd name="connsiteY4" fmla="*/ 179697 h 636352"/>
                    <a:gd name="connsiteX5" fmla="*/ 169651 w 763965"/>
                    <a:gd name="connsiteY5" fmla="*/ 225290 h 636352"/>
                    <a:gd name="connsiteX6" fmla="*/ 160507 w 763965"/>
                    <a:gd name="connsiteY6" fmla="*/ 510151 h 636352"/>
                    <a:gd name="connsiteX7" fmla="*/ 395965 w 763965"/>
                    <a:gd name="connsiteY7" fmla="*/ 551807 h 636352"/>
                    <a:gd name="connsiteX8" fmla="*/ 673841 w 763965"/>
                    <a:gd name="connsiteY8" fmla="*/ 519549 h 636352"/>
                    <a:gd name="connsiteX9" fmla="*/ 407395 w 763965"/>
                    <a:gd name="connsiteY9" fmla="*/ 633468 h 636352"/>
                    <a:gd name="connsiteX10" fmla="*/ 108818 w 763965"/>
                    <a:gd name="connsiteY10" fmla="*/ 608703 h 636352"/>
                    <a:gd name="connsiteX11" fmla="*/ 3154 w 763965"/>
                    <a:gd name="connsiteY11" fmla="*/ 295902 h 636352"/>
                    <a:gd name="connsiteX12" fmla="*/ 5186 w 763965"/>
                    <a:gd name="connsiteY12" fmla="*/ 293743 h 636352"/>
                    <a:gd name="connsiteX13" fmla="*/ 159618 w 763965"/>
                    <a:gd name="connsiteY13" fmla="*/ 128008 h 636352"/>
                    <a:gd name="connsiteX14" fmla="*/ 416412 w 763965"/>
                    <a:gd name="connsiteY14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21365 w 763965"/>
                    <a:gd name="connsiteY4" fmla="*/ 179697 h 636352"/>
                    <a:gd name="connsiteX5" fmla="*/ 443071 w 763965"/>
                    <a:gd name="connsiteY5" fmla="*/ 333386 h 636352"/>
                    <a:gd name="connsiteX6" fmla="*/ 160507 w 763965"/>
                    <a:gd name="connsiteY6" fmla="*/ 510151 h 636352"/>
                    <a:gd name="connsiteX7" fmla="*/ 395965 w 763965"/>
                    <a:gd name="connsiteY7" fmla="*/ 551807 h 636352"/>
                    <a:gd name="connsiteX8" fmla="*/ 673841 w 763965"/>
                    <a:gd name="connsiteY8" fmla="*/ 519549 h 636352"/>
                    <a:gd name="connsiteX9" fmla="*/ 407395 w 763965"/>
                    <a:gd name="connsiteY9" fmla="*/ 633468 h 636352"/>
                    <a:gd name="connsiteX10" fmla="*/ 108818 w 763965"/>
                    <a:gd name="connsiteY10" fmla="*/ 608703 h 636352"/>
                    <a:gd name="connsiteX11" fmla="*/ 3154 w 763965"/>
                    <a:gd name="connsiteY11" fmla="*/ 295902 h 636352"/>
                    <a:gd name="connsiteX12" fmla="*/ 5186 w 763965"/>
                    <a:gd name="connsiteY12" fmla="*/ 293743 h 636352"/>
                    <a:gd name="connsiteX13" fmla="*/ 159618 w 763965"/>
                    <a:gd name="connsiteY13" fmla="*/ 128008 h 636352"/>
                    <a:gd name="connsiteX14" fmla="*/ 416412 w 763965"/>
                    <a:gd name="connsiteY14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21365 w 763965"/>
                    <a:gd name="connsiteY4" fmla="*/ 179697 h 636352"/>
                    <a:gd name="connsiteX5" fmla="*/ 443071 w 763965"/>
                    <a:gd name="connsiteY5" fmla="*/ 333386 h 636352"/>
                    <a:gd name="connsiteX6" fmla="*/ 300396 w 763965"/>
                    <a:gd name="connsiteY6" fmla="*/ 446565 h 636352"/>
                    <a:gd name="connsiteX7" fmla="*/ 395965 w 763965"/>
                    <a:gd name="connsiteY7" fmla="*/ 551807 h 636352"/>
                    <a:gd name="connsiteX8" fmla="*/ 673841 w 763965"/>
                    <a:gd name="connsiteY8" fmla="*/ 519549 h 636352"/>
                    <a:gd name="connsiteX9" fmla="*/ 407395 w 763965"/>
                    <a:gd name="connsiteY9" fmla="*/ 633468 h 636352"/>
                    <a:gd name="connsiteX10" fmla="*/ 108818 w 763965"/>
                    <a:gd name="connsiteY10" fmla="*/ 608703 h 636352"/>
                    <a:gd name="connsiteX11" fmla="*/ 3154 w 763965"/>
                    <a:gd name="connsiteY11" fmla="*/ 295902 h 636352"/>
                    <a:gd name="connsiteX12" fmla="*/ 5186 w 763965"/>
                    <a:gd name="connsiteY12" fmla="*/ 293743 h 636352"/>
                    <a:gd name="connsiteX13" fmla="*/ 159618 w 763965"/>
                    <a:gd name="connsiteY13" fmla="*/ 128008 h 636352"/>
                    <a:gd name="connsiteX14" fmla="*/ 416412 w 763965"/>
                    <a:gd name="connsiteY14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43071 w 763965"/>
                    <a:gd name="connsiteY4" fmla="*/ 333386 h 636352"/>
                    <a:gd name="connsiteX5" fmla="*/ 300396 w 763965"/>
                    <a:gd name="connsiteY5" fmla="*/ 446565 h 636352"/>
                    <a:gd name="connsiteX6" fmla="*/ 395965 w 763965"/>
                    <a:gd name="connsiteY6" fmla="*/ 551807 h 636352"/>
                    <a:gd name="connsiteX7" fmla="*/ 673841 w 763965"/>
                    <a:gd name="connsiteY7" fmla="*/ 519549 h 636352"/>
                    <a:gd name="connsiteX8" fmla="*/ 407395 w 763965"/>
                    <a:gd name="connsiteY8" fmla="*/ 633468 h 636352"/>
                    <a:gd name="connsiteX9" fmla="*/ 108818 w 763965"/>
                    <a:gd name="connsiteY9" fmla="*/ 608703 h 636352"/>
                    <a:gd name="connsiteX10" fmla="*/ 3154 w 763965"/>
                    <a:gd name="connsiteY10" fmla="*/ 295902 h 636352"/>
                    <a:gd name="connsiteX11" fmla="*/ 5186 w 763965"/>
                    <a:gd name="connsiteY11" fmla="*/ 293743 h 636352"/>
                    <a:gd name="connsiteX12" fmla="*/ 159618 w 763965"/>
                    <a:gd name="connsiteY12" fmla="*/ 128008 h 636352"/>
                    <a:gd name="connsiteX13" fmla="*/ 416412 w 763965"/>
                    <a:gd name="connsiteY13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300396 w 763965"/>
                    <a:gd name="connsiteY4" fmla="*/ 446565 h 636352"/>
                    <a:gd name="connsiteX5" fmla="*/ 395965 w 763965"/>
                    <a:gd name="connsiteY5" fmla="*/ 551807 h 636352"/>
                    <a:gd name="connsiteX6" fmla="*/ 673841 w 763965"/>
                    <a:gd name="connsiteY6" fmla="*/ 519549 h 636352"/>
                    <a:gd name="connsiteX7" fmla="*/ 407395 w 763965"/>
                    <a:gd name="connsiteY7" fmla="*/ 633468 h 636352"/>
                    <a:gd name="connsiteX8" fmla="*/ 108818 w 763965"/>
                    <a:gd name="connsiteY8" fmla="*/ 608703 h 636352"/>
                    <a:gd name="connsiteX9" fmla="*/ 3154 w 763965"/>
                    <a:gd name="connsiteY9" fmla="*/ 295902 h 636352"/>
                    <a:gd name="connsiteX10" fmla="*/ 5186 w 763965"/>
                    <a:gd name="connsiteY10" fmla="*/ 293743 h 636352"/>
                    <a:gd name="connsiteX11" fmla="*/ 159618 w 763965"/>
                    <a:gd name="connsiteY11" fmla="*/ 128008 h 636352"/>
                    <a:gd name="connsiteX12" fmla="*/ 416412 w 763965"/>
                    <a:gd name="connsiteY12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395965 w 763965"/>
                    <a:gd name="connsiteY4" fmla="*/ 551807 h 636352"/>
                    <a:gd name="connsiteX5" fmla="*/ 673841 w 763965"/>
                    <a:gd name="connsiteY5" fmla="*/ 519549 h 636352"/>
                    <a:gd name="connsiteX6" fmla="*/ 407395 w 763965"/>
                    <a:gd name="connsiteY6" fmla="*/ 633468 h 636352"/>
                    <a:gd name="connsiteX7" fmla="*/ 108818 w 763965"/>
                    <a:gd name="connsiteY7" fmla="*/ 608703 h 636352"/>
                    <a:gd name="connsiteX8" fmla="*/ 3154 w 763965"/>
                    <a:gd name="connsiteY8" fmla="*/ 295902 h 636352"/>
                    <a:gd name="connsiteX9" fmla="*/ 5186 w 763965"/>
                    <a:gd name="connsiteY9" fmla="*/ 293743 h 636352"/>
                    <a:gd name="connsiteX10" fmla="*/ 159618 w 763965"/>
                    <a:gd name="connsiteY10" fmla="*/ 128008 h 636352"/>
                    <a:gd name="connsiteX11" fmla="*/ 416412 w 763965"/>
                    <a:gd name="connsiteY11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673841 w 763965"/>
                    <a:gd name="connsiteY4" fmla="*/ 519549 h 636352"/>
                    <a:gd name="connsiteX5" fmla="*/ 407395 w 763965"/>
                    <a:gd name="connsiteY5" fmla="*/ 633468 h 636352"/>
                    <a:gd name="connsiteX6" fmla="*/ 108818 w 763965"/>
                    <a:gd name="connsiteY6" fmla="*/ 608703 h 636352"/>
                    <a:gd name="connsiteX7" fmla="*/ 3154 w 763965"/>
                    <a:gd name="connsiteY7" fmla="*/ 295902 h 636352"/>
                    <a:gd name="connsiteX8" fmla="*/ 5186 w 763965"/>
                    <a:gd name="connsiteY8" fmla="*/ 293743 h 636352"/>
                    <a:gd name="connsiteX9" fmla="*/ 159618 w 763965"/>
                    <a:gd name="connsiteY9" fmla="*/ 128008 h 636352"/>
                    <a:gd name="connsiteX10" fmla="*/ 416412 w 763965"/>
                    <a:gd name="connsiteY10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07395 w 763965"/>
                    <a:gd name="connsiteY4" fmla="*/ 633468 h 636352"/>
                    <a:gd name="connsiteX5" fmla="*/ 108818 w 763965"/>
                    <a:gd name="connsiteY5" fmla="*/ 608703 h 636352"/>
                    <a:gd name="connsiteX6" fmla="*/ 3154 w 763965"/>
                    <a:gd name="connsiteY6" fmla="*/ 295902 h 636352"/>
                    <a:gd name="connsiteX7" fmla="*/ 5186 w 763965"/>
                    <a:gd name="connsiteY7" fmla="*/ 293743 h 636352"/>
                    <a:gd name="connsiteX8" fmla="*/ 159618 w 763965"/>
                    <a:gd name="connsiteY8" fmla="*/ 128008 h 636352"/>
                    <a:gd name="connsiteX9" fmla="*/ 416412 w 763965"/>
                    <a:gd name="connsiteY9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07395 w 763965"/>
                    <a:gd name="connsiteY4" fmla="*/ 633468 h 636352"/>
                    <a:gd name="connsiteX5" fmla="*/ 108818 w 763965"/>
                    <a:gd name="connsiteY5" fmla="*/ 608703 h 636352"/>
                    <a:gd name="connsiteX6" fmla="*/ 3154 w 763965"/>
                    <a:gd name="connsiteY6" fmla="*/ 295902 h 636352"/>
                    <a:gd name="connsiteX7" fmla="*/ 5186 w 763965"/>
                    <a:gd name="connsiteY7" fmla="*/ 293743 h 636352"/>
                    <a:gd name="connsiteX8" fmla="*/ 159618 w 763965"/>
                    <a:gd name="connsiteY8" fmla="*/ 128008 h 636352"/>
                    <a:gd name="connsiteX9" fmla="*/ 416412 w 763965"/>
                    <a:gd name="connsiteY9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07395 w 763965"/>
                    <a:gd name="connsiteY4" fmla="*/ 633468 h 636352"/>
                    <a:gd name="connsiteX5" fmla="*/ 108818 w 763965"/>
                    <a:gd name="connsiteY5" fmla="*/ 608703 h 636352"/>
                    <a:gd name="connsiteX6" fmla="*/ 3154 w 763965"/>
                    <a:gd name="connsiteY6" fmla="*/ 295902 h 636352"/>
                    <a:gd name="connsiteX7" fmla="*/ 5186 w 763965"/>
                    <a:gd name="connsiteY7" fmla="*/ 293743 h 636352"/>
                    <a:gd name="connsiteX8" fmla="*/ 159618 w 763965"/>
                    <a:gd name="connsiteY8" fmla="*/ 128008 h 636352"/>
                    <a:gd name="connsiteX9" fmla="*/ 416412 w 763965"/>
                    <a:gd name="connsiteY9" fmla="*/ 1770 h 636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63965" h="636352">
                      <a:moveTo>
                        <a:pt x="416412" y="1770"/>
                      </a:moveTo>
                      <a:cubicBezTo>
                        <a:pt x="532871" y="-8390"/>
                        <a:pt x="655172" y="25011"/>
                        <a:pt x="741278" y="106799"/>
                      </a:cubicBezTo>
                      <a:cubicBezTo>
                        <a:pt x="757788" y="192778"/>
                        <a:pt x="782917" y="363060"/>
                        <a:pt x="741007" y="447642"/>
                      </a:cubicBezTo>
                      <a:cubicBezTo>
                        <a:pt x="734911" y="391508"/>
                        <a:pt x="790258" y="466620"/>
                        <a:pt x="685279" y="521856"/>
                      </a:cubicBezTo>
                      <a:cubicBezTo>
                        <a:pt x="578808" y="641846"/>
                        <a:pt x="503472" y="618994"/>
                        <a:pt x="407395" y="633468"/>
                      </a:cubicBezTo>
                      <a:cubicBezTo>
                        <a:pt x="306430" y="645533"/>
                        <a:pt x="208513" y="616323"/>
                        <a:pt x="108818" y="608703"/>
                      </a:cubicBezTo>
                      <a:cubicBezTo>
                        <a:pt x="12933" y="535932"/>
                        <a:pt x="-9292" y="409059"/>
                        <a:pt x="3154" y="295902"/>
                      </a:cubicBezTo>
                      <a:lnTo>
                        <a:pt x="5186" y="293743"/>
                      </a:lnTo>
                      <a:cubicBezTo>
                        <a:pt x="56494" y="238117"/>
                        <a:pt x="93451" y="169029"/>
                        <a:pt x="159618" y="128008"/>
                      </a:cubicBezTo>
                      <a:cubicBezTo>
                        <a:pt x="232008" y="61587"/>
                        <a:pt x="328655" y="39235"/>
                        <a:pt x="416412" y="1770"/>
                      </a:cubicBezTo>
                      <a:close/>
                    </a:path>
                  </a:pathLst>
                </a:custGeom>
                <a:solidFill>
                  <a:srgbClr val="EDECFB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329" name="任意形状 1328">
                  <a:extLst>
                    <a:ext uri="{FF2B5EF4-FFF2-40B4-BE49-F238E27FC236}">
                      <a16:creationId xmlns:a16="http://schemas.microsoft.com/office/drawing/2014/main" id="{F1668ADD-C71B-92FE-0B42-287FA7F1B5DE}"/>
                    </a:ext>
                  </a:extLst>
                </p:cNvPr>
                <p:cNvSpPr/>
                <p:nvPr/>
              </p:nvSpPr>
              <p:spPr>
                <a:xfrm>
                  <a:off x="6974839" y="2162257"/>
                  <a:ext cx="291719" cy="381865"/>
                </a:xfrm>
                <a:custGeom>
                  <a:avLst/>
                  <a:gdLst>
                    <a:gd name="connsiteX0" fmla="*/ 1524 w 291719"/>
                    <a:gd name="connsiteY0" fmla="*/ 43479 h 381865"/>
                    <a:gd name="connsiteX1" fmla="*/ 215265 w 291719"/>
                    <a:gd name="connsiteY1" fmla="*/ 934 h 381865"/>
                    <a:gd name="connsiteX2" fmla="*/ 247396 w 291719"/>
                    <a:gd name="connsiteY2" fmla="*/ 14904 h 381865"/>
                    <a:gd name="connsiteX3" fmla="*/ 291719 w 291719"/>
                    <a:gd name="connsiteY3" fmla="*/ 377743 h 381865"/>
                    <a:gd name="connsiteX4" fmla="*/ 132842 w 291719"/>
                    <a:gd name="connsiteY4" fmla="*/ 381807 h 381865"/>
                    <a:gd name="connsiteX5" fmla="*/ 68961 w 291719"/>
                    <a:gd name="connsiteY5" fmla="*/ 381045 h 381865"/>
                    <a:gd name="connsiteX6" fmla="*/ 54610 w 291719"/>
                    <a:gd name="connsiteY6" fmla="*/ 262300 h 381865"/>
                    <a:gd name="connsiteX7" fmla="*/ 86868 w 291719"/>
                    <a:gd name="connsiteY7" fmla="*/ 187370 h 381865"/>
                    <a:gd name="connsiteX8" fmla="*/ 37592 w 291719"/>
                    <a:gd name="connsiteY8" fmla="*/ 152572 h 381865"/>
                    <a:gd name="connsiteX9" fmla="*/ 0 w 291719"/>
                    <a:gd name="connsiteY9" fmla="*/ 143428 h 381865"/>
                    <a:gd name="connsiteX10" fmla="*/ 1524 w 291719"/>
                    <a:gd name="connsiteY10" fmla="*/ 43479 h 381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91719" h="381865">
                      <a:moveTo>
                        <a:pt x="1524" y="43479"/>
                      </a:moveTo>
                      <a:cubicBezTo>
                        <a:pt x="73660" y="33192"/>
                        <a:pt x="140843" y="-6559"/>
                        <a:pt x="215265" y="934"/>
                      </a:cubicBezTo>
                      <a:cubicBezTo>
                        <a:pt x="223393" y="4363"/>
                        <a:pt x="239395" y="11475"/>
                        <a:pt x="247396" y="14904"/>
                      </a:cubicBezTo>
                      <a:cubicBezTo>
                        <a:pt x="285750" y="131617"/>
                        <a:pt x="283845" y="256458"/>
                        <a:pt x="291719" y="377743"/>
                      </a:cubicBezTo>
                      <a:cubicBezTo>
                        <a:pt x="238760" y="377489"/>
                        <a:pt x="185674" y="377235"/>
                        <a:pt x="132842" y="381807"/>
                      </a:cubicBezTo>
                      <a:cubicBezTo>
                        <a:pt x="111506" y="382061"/>
                        <a:pt x="90170" y="381426"/>
                        <a:pt x="68961" y="381045"/>
                      </a:cubicBezTo>
                      <a:cubicBezTo>
                        <a:pt x="50038" y="344342"/>
                        <a:pt x="51562" y="302305"/>
                        <a:pt x="54610" y="262300"/>
                      </a:cubicBezTo>
                      <a:cubicBezTo>
                        <a:pt x="54737" y="233344"/>
                        <a:pt x="83439" y="215183"/>
                        <a:pt x="86868" y="187370"/>
                      </a:cubicBezTo>
                      <a:cubicBezTo>
                        <a:pt x="78232" y="167050"/>
                        <a:pt x="59055" y="155112"/>
                        <a:pt x="37592" y="152572"/>
                      </a:cubicBezTo>
                      <a:cubicBezTo>
                        <a:pt x="28194" y="150286"/>
                        <a:pt x="9398" y="145714"/>
                        <a:pt x="0" y="143428"/>
                      </a:cubicBezTo>
                      <a:cubicBezTo>
                        <a:pt x="381" y="110154"/>
                        <a:pt x="762" y="76880"/>
                        <a:pt x="1524" y="43479"/>
                      </a:cubicBezTo>
                      <a:close/>
                    </a:path>
                  </a:pathLst>
                </a:custGeom>
                <a:solidFill>
                  <a:srgbClr val="EDECFB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</p:grpSp>
          <p:sp>
            <p:nvSpPr>
              <p:cNvPr id="1312" name="任意形状 1311">
                <a:extLst>
                  <a:ext uri="{FF2B5EF4-FFF2-40B4-BE49-F238E27FC236}">
                    <a16:creationId xmlns:a16="http://schemas.microsoft.com/office/drawing/2014/main" id="{DEB60709-5E37-0C4F-1B7C-B8A59B6EFD3B}"/>
                  </a:ext>
                </a:extLst>
              </p:cNvPr>
              <p:cNvSpPr/>
              <p:nvPr/>
            </p:nvSpPr>
            <p:spPr>
              <a:xfrm>
                <a:off x="3655039" y="1214993"/>
                <a:ext cx="201860" cy="395883"/>
              </a:xfrm>
              <a:custGeom>
                <a:avLst/>
                <a:gdLst>
                  <a:gd name="connsiteX0" fmla="*/ 179395 w 330778"/>
                  <a:gd name="connsiteY0" fmla="*/ 0 h 648716"/>
                  <a:gd name="connsiteX1" fmla="*/ 237561 w 330778"/>
                  <a:gd name="connsiteY1" fmla="*/ 33147 h 648716"/>
                  <a:gd name="connsiteX2" fmla="*/ 330779 w 330778"/>
                  <a:gd name="connsiteY2" fmla="*/ 147828 h 648716"/>
                  <a:gd name="connsiteX3" fmla="*/ 235021 w 330778"/>
                  <a:gd name="connsiteY3" fmla="*/ 245237 h 648716"/>
                  <a:gd name="connsiteX4" fmla="*/ 221305 w 330778"/>
                  <a:gd name="connsiteY4" fmla="*/ 255016 h 648716"/>
                  <a:gd name="connsiteX5" fmla="*/ 230957 w 330778"/>
                  <a:gd name="connsiteY5" fmla="*/ 361061 h 648716"/>
                  <a:gd name="connsiteX6" fmla="*/ 176728 w 330778"/>
                  <a:gd name="connsiteY6" fmla="*/ 648716 h 648716"/>
                  <a:gd name="connsiteX7" fmla="*/ 147391 w 330778"/>
                  <a:gd name="connsiteY7" fmla="*/ 634492 h 648716"/>
                  <a:gd name="connsiteX8" fmla="*/ 79446 w 330778"/>
                  <a:gd name="connsiteY8" fmla="*/ 550037 h 648716"/>
                  <a:gd name="connsiteX9" fmla="*/ 14676 w 330778"/>
                  <a:gd name="connsiteY9" fmla="*/ 374904 h 648716"/>
                  <a:gd name="connsiteX10" fmla="*/ 5405 w 330778"/>
                  <a:gd name="connsiteY10" fmla="*/ 273304 h 648716"/>
                  <a:gd name="connsiteX11" fmla="*/ 40203 w 330778"/>
                  <a:gd name="connsiteY11" fmla="*/ 157099 h 648716"/>
                  <a:gd name="connsiteX12" fmla="*/ 70048 w 330778"/>
                  <a:gd name="connsiteY12" fmla="*/ 135509 h 648716"/>
                  <a:gd name="connsiteX13" fmla="*/ 131008 w 330778"/>
                  <a:gd name="connsiteY13" fmla="*/ 29210 h 648716"/>
                  <a:gd name="connsiteX14" fmla="*/ 179395 w 330778"/>
                  <a:gd name="connsiteY14" fmla="*/ 0 h 648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0778" h="648716">
                    <a:moveTo>
                      <a:pt x="179395" y="0"/>
                    </a:moveTo>
                    <a:cubicBezTo>
                      <a:pt x="198064" y="12192"/>
                      <a:pt x="217749" y="22606"/>
                      <a:pt x="237561" y="33147"/>
                    </a:cubicBezTo>
                    <a:cubicBezTo>
                      <a:pt x="262707" y="75692"/>
                      <a:pt x="292425" y="116078"/>
                      <a:pt x="330779" y="147828"/>
                    </a:cubicBezTo>
                    <a:cubicBezTo>
                      <a:pt x="296235" y="177673"/>
                      <a:pt x="251277" y="199517"/>
                      <a:pt x="235021" y="245237"/>
                    </a:cubicBezTo>
                    <a:cubicBezTo>
                      <a:pt x="231592" y="247650"/>
                      <a:pt x="224734" y="252603"/>
                      <a:pt x="221305" y="255016"/>
                    </a:cubicBezTo>
                    <a:cubicBezTo>
                      <a:pt x="221178" y="290068"/>
                      <a:pt x="205430" y="330835"/>
                      <a:pt x="230957" y="361061"/>
                    </a:cubicBezTo>
                    <a:cubicBezTo>
                      <a:pt x="178125" y="444881"/>
                      <a:pt x="142692" y="551053"/>
                      <a:pt x="176728" y="648716"/>
                    </a:cubicBezTo>
                    <a:cubicBezTo>
                      <a:pt x="169362" y="645160"/>
                      <a:pt x="154630" y="638048"/>
                      <a:pt x="147391" y="634492"/>
                    </a:cubicBezTo>
                    <a:cubicBezTo>
                      <a:pt x="125039" y="606044"/>
                      <a:pt x="101036" y="578993"/>
                      <a:pt x="79446" y="550037"/>
                    </a:cubicBezTo>
                    <a:cubicBezTo>
                      <a:pt x="40711" y="499364"/>
                      <a:pt x="33345" y="434086"/>
                      <a:pt x="14676" y="374904"/>
                    </a:cubicBezTo>
                    <a:cubicBezTo>
                      <a:pt x="6929" y="342011"/>
                      <a:pt x="-8057" y="306578"/>
                      <a:pt x="5405" y="273304"/>
                    </a:cubicBezTo>
                    <a:cubicBezTo>
                      <a:pt x="18994" y="235204"/>
                      <a:pt x="32329" y="196850"/>
                      <a:pt x="40203" y="157099"/>
                    </a:cubicBezTo>
                    <a:cubicBezTo>
                      <a:pt x="50236" y="149860"/>
                      <a:pt x="60142" y="142621"/>
                      <a:pt x="70048" y="135509"/>
                    </a:cubicBezTo>
                    <a:cubicBezTo>
                      <a:pt x="75763" y="92583"/>
                      <a:pt x="100655" y="58166"/>
                      <a:pt x="131008" y="29210"/>
                    </a:cubicBezTo>
                    <a:cubicBezTo>
                      <a:pt x="147264" y="19558"/>
                      <a:pt x="163266" y="9779"/>
                      <a:pt x="179395" y="0"/>
                    </a:cubicBezTo>
                    <a:close/>
                  </a:path>
                </a:pathLst>
              </a:custGeom>
              <a:solidFill>
                <a:srgbClr val="CFCFF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3" name="任意形状 1312">
                <a:extLst>
                  <a:ext uri="{FF2B5EF4-FFF2-40B4-BE49-F238E27FC236}">
                    <a16:creationId xmlns:a16="http://schemas.microsoft.com/office/drawing/2014/main" id="{B9CEDCB6-C162-68D7-612A-9EDCB5BBC3A1}"/>
                  </a:ext>
                </a:extLst>
              </p:cNvPr>
              <p:cNvSpPr/>
              <p:nvPr/>
            </p:nvSpPr>
            <p:spPr>
              <a:xfrm>
                <a:off x="3748598" y="1015148"/>
                <a:ext cx="40725" cy="177263"/>
              </a:xfrm>
              <a:custGeom>
                <a:avLst/>
                <a:gdLst>
                  <a:gd name="connsiteX0" fmla="*/ 57772 w 57772"/>
                  <a:gd name="connsiteY0" fmla="*/ 251460 h 251460"/>
                  <a:gd name="connsiteX1" fmla="*/ 52438 w 57772"/>
                  <a:gd name="connsiteY1" fmla="*/ 0 h 251460"/>
                  <a:gd name="connsiteX2" fmla="*/ 57772 w 57772"/>
                  <a:gd name="connsiteY2" fmla="*/ 251460 h 251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772" h="251460">
                    <a:moveTo>
                      <a:pt x="57772" y="251460"/>
                    </a:moveTo>
                    <a:cubicBezTo>
                      <a:pt x="-19952" y="192659"/>
                      <a:pt x="-16777" y="64262"/>
                      <a:pt x="52438" y="0"/>
                    </a:cubicBezTo>
                    <a:cubicBezTo>
                      <a:pt x="43421" y="83693"/>
                      <a:pt x="40246" y="168656"/>
                      <a:pt x="57772" y="251460"/>
                    </a:cubicBezTo>
                    <a:close/>
                  </a:path>
                </a:pathLst>
              </a:custGeom>
              <a:solidFill>
                <a:srgbClr val="AAADE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4" name="任意形状 1313">
                <a:extLst>
                  <a:ext uri="{FF2B5EF4-FFF2-40B4-BE49-F238E27FC236}">
                    <a16:creationId xmlns:a16="http://schemas.microsoft.com/office/drawing/2014/main" id="{5CE4734D-3CF7-AD5E-E868-A109CF2C9999}"/>
                  </a:ext>
                </a:extLst>
              </p:cNvPr>
              <p:cNvSpPr/>
              <p:nvPr/>
            </p:nvSpPr>
            <p:spPr>
              <a:xfrm>
                <a:off x="4398730" y="1014073"/>
                <a:ext cx="45389" cy="180306"/>
              </a:xfrm>
              <a:custGeom>
                <a:avLst/>
                <a:gdLst>
                  <a:gd name="connsiteX0" fmla="*/ 3175 w 64387"/>
                  <a:gd name="connsiteY0" fmla="*/ 0 h 255777"/>
                  <a:gd name="connsiteX1" fmla="*/ 0 w 64387"/>
                  <a:gd name="connsiteY1" fmla="*/ 255778 h 255777"/>
                  <a:gd name="connsiteX2" fmla="*/ 3175 w 64387"/>
                  <a:gd name="connsiteY2" fmla="*/ 0 h 255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387" h="255777">
                    <a:moveTo>
                      <a:pt x="3175" y="0"/>
                    </a:moveTo>
                    <a:cubicBezTo>
                      <a:pt x="87376" y="57404"/>
                      <a:pt x="83185" y="199517"/>
                      <a:pt x="0" y="255778"/>
                    </a:cubicBezTo>
                    <a:cubicBezTo>
                      <a:pt x="25273" y="172720"/>
                      <a:pt x="26797" y="83566"/>
                      <a:pt x="3175" y="0"/>
                    </a:cubicBezTo>
                    <a:close/>
                  </a:path>
                </a:pathLst>
              </a:custGeom>
              <a:solidFill>
                <a:srgbClr val="ABAFE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5" name="任意形状 1314">
                <a:extLst>
                  <a:ext uri="{FF2B5EF4-FFF2-40B4-BE49-F238E27FC236}">
                    <a16:creationId xmlns:a16="http://schemas.microsoft.com/office/drawing/2014/main" id="{272525BE-C270-B39C-4C5E-0DD9B26AF8B0}"/>
                  </a:ext>
                </a:extLst>
              </p:cNvPr>
              <p:cNvSpPr/>
              <p:nvPr/>
            </p:nvSpPr>
            <p:spPr>
              <a:xfrm>
                <a:off x="3787645" y="1297514"/>
                <a:ext cx="145189" cy="150315"/>
              </a:xfrm>
              <a:custGeom>
                <a:avLst/>
                <a:gdLst>
                  <a:gd name="connsiteX0" fmla="*/ 114394 w 205961"/>
                  <a:gd name="connsiteY0" fmla="*/ 0 h 213233"/>
                  <a:gd name="connsiteX1" fmla="*/ 205961 w 205961"/>
                  <a:gd name="connsiteY1" fmla="*/ 53975 h 213233"/>
                  <a:gd name="connsiteX2" fmla="*/ 14572 w 205961"/>
                  <a:gd name="connsiteY2" fmla="*/ 213233 h 213233"/>
                  <a:gd name="connsiteX3" fmla="*/ 4920 w 205961"/>
                  <a:gd name="connsiteY3" fmla="*/ 107188 h 213233"/>
                  <a:gd name="connsiteX4" fmla="*/ 18636 w 205961"/>
                  <a:gd name="connsiteY4" fmla="*/ 97409 h 213233"/>
                  <a:gd name="connsiteX5" fmla="*/ 114394 w 205961"/>
                  <a:gd name="connsiteY5" fmla="*/ 0 h 213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5961" h="213233">
                    <a:moveTo>
                      <a:pt x="114394" y="0"/>
                    </a:moveTo>
                    <a:cubicBezTo>
                      <a:pt x="142715" y="21463"/>
                      <a:pt x="174211" y="37973"/>
                      <a:pt x="205961" y="53975"/>
                    </a:cubicBezTo>
                    <a:cubicBezTo>
                      <a:pt x="122395" y="77470"/>
                      <a:pt x="62578" y="144653"/>
                      <a:pt x="14572" y="213233"/>
                    </a:cubicBezTo>
                    <a:cubicBezTo>
                      <a:pt x="-10955" y="183007"/>
                      <a:pt x="4793" y="142240"/>
                      <a:pt x="4920" y="107188"/>
                    </a:cubicBezTo>
                    <a:cubicBezTo>
                      <a:pt x="8349" y="104775"/>
                      <a:pt x="15207" y="99822"/>
                      <a:pt x="18636" y="97409"/>
                    </a:cubicBezTo>
                    <a:cubicBezTo>
                      <a:pt x="34892" y="51689"/>
                      <a:pt x="79850" y="29845"/>
                      <a:pt x="114394" y="0"/>
                    </a:cubicBezTo>
                    <a:close/>
                  </a:path>
                </a:pathLst>
              </a:custGeom>
              <a:solidFill>
                <a:srgbClr val="B4B4E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6" name="任意形状 1315">
                <a:extLst>
                  <a:ext uri="{FF2B5EF4-FFF2-40B4-BE49-F238E27FC236}">
                    <a16:creationId xmlns:a16="http://schemas.microsoft.com/office/drawing/2014/main" id="{56C1956A-90D9-C689-E032-4C8C13B482E8}"/>
                  </a:ext>
                </a:extLst>
              </p:cNvPr>
              <p:cNvSpPr/>
              <p:nvPr/>
            </p:nvSpPr>
            <p:spPr>
              <a:xfrm>
                <a:off x="4365875" y="1325715"/>
                <a:ext cx="529012" cy="299734"/>
              </a:xfrm>
              <a:custGeom>
                <a:avLst/>
                <a:gdLst>
                  <a:gd name="connsiteX0" fmla="*/ 98552 w 750442"/>
                  <a:gd name="connsiteY0" fmla="*/ 4572 h 425195"/>
                  <a:gd name="connsiteX1" fmla="*/ 159893 w 750442"/>
                  <a:gd name="connsiteY1" fmla="*/ 0 h 425195"/>
                  <a:gd name="connsiteX2" fmla="*/ 750443 w 750442"/>
                  <a:gd name="connsiteY2" fmla="*/ 1778 h 425195"/>
                  <a:gd name="connsiteX3" fmla="*/ 654431 w 750442"/>
                  <a:gd name="connsiteY3" fmla="*/ 425196 h 425195"/>
                  <a:gd name="connsiteX4" fmla="*/ 0 w 750442"/>
                  <a:gd name="connsiteY4" fmla="*/ 425196 h 425195"/>
                  <a:gd name="connsiteX5" fmla="*/ 67310 w 750442"/>
                  <a:gd name="connsiteY5" fmla="*/ 96520 h 425195"/>
                  <a:gd name="connsiteX6" fmla="*/ 98552 w 750442"/>
                  <a:gd name="connsiteY6" fmla="*/ 4572 h 425195"/>
                  <a:gd name="connsiteX7" fmla="*/ 378587 w 750442"/>
                  <a:gd name="connsiteY7" fmla="*/ 148844 h 425195"/>
                  <a:gd name="connsiteX8" fmla="*/ 313309 w 750442"/>
                  <a:gd name="connsiteY8" fmla="*/ 232791 h 425195"/>
                  <a:gd name="connsiteX9" fmla="*/ 388239 w 750442"/>
                  <a:gd name="connsiteY9" fmla="*/ 322453 h 425195"/>
                  <a:gd name="connsiteX10" fmla="*/ 478028 w 750442"/>
                  <a:gd name="connsiteY10" fmla="*/ 235585 h 425195"/>
                  <a:gd name="connsiteX11" fmla="*/ 378587 w 750442"/>
                  <a:gd name="connsiteY11" fmla="*/ 148844 h 425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50442" h="425195">
                    <a:moveTo>
                      <a:pt x="98552" y="4572"/>
                    </a:moveTo>
                    <a:cubicBezTo>
                      <a:pt x="118237" y="-1651"/>
                      <a:pt x="139446" y="635"/>
                      <a:pt x="159893" y="0"/>
                    </a:cubicBezTo>
                    <a:cubicBezTo>
                      <a:pt x="356743" y="1778"/>
                      <a:pt x="553593" y="-1778"/>
                      <a:pt x="750443" y="1778"/>
                    </a:cubicBezTo>
                    <a:cubicBezTo>
                      <a:pt x="722630" y="143764"/>
                      <a:pt x="682879" y="283337"/>
                      <a:pt x="654431" y="425196"/>
                    </a:cubicBezTo>
                    <a:cubicBezTo>
                      <a:pt x="436372" y="425196"/>
                      <a:pt x="218186" y="425196"/>
                      <a:pt x="0" y="425196"/>
                    </a:cubicBezTo>
                    <a:cubicBezTo>
                      <a:pt x="18034" y="314833"/>
                      <a:pt x="42418" y="205486"/>
                      <a:pt x="67310" y="96520"/>
                    </a:cubicBezTo>
                    <a:cubicBezTo>
                      <a:pt x="74676" y="65405"/>
                      <a:pt x="76073" y="29591"/>
                      <a:pt x="98552" y="4572"/>
                    </a:cubicBezTo>
                    <a:moveTo>
                      <a:pt x="378587" y="148844"/>
                    </a:moveTo>
                    <a:cubicBezTo>
                      <a:pt x="342646" y="161417"/>
                      <a:pt x="320675" y="196977"/>
                      <a:pt x="313309" y="232791"/>
                    </a:cubicBezTo>
                    <a:cubicBezTo>
                      <a:pt x="306197" y="276098"/>
                      <a:pt x="340360" y="328422"/>
                      <a:pt x="388239" y="322453"/>
                    </a:cubicBezTo>
                    <a:cubicBezTo>
                      <a:pt x="437515" y="326898"/>
                      <a:pt x="469773" y="278384"/>
                      <a:pt x="478028" y="235585"/>
                    </a:cubicBezTo>
                    <a:cubicBezTo>
                      <a:pt x="488823" y="182626"/>
                      <a:pt x="431165" y="125984"/>
                      <a:pt x="378587" y="148844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7" name="任意形状 1316">
                <a:extLst>
                  <a:ext uri="{FF2B5EF4-FFF2-40B4-BE49-F238E27FC236}">
                    <a16:creationId xmlns:a16="http://schemas.microsoft.com/office/drawing/2014/main" id="{06948CC4-EB93-9582-C5C4-E98A43B6662E}"/>
                  </a:ext>
                </a:extLst>
              </p:cNvPr>
              <p:cNvSpPr/>
              <p:nvPr/>
            </p:nvSpPr>
            <p:spPr>
              <a:xfrm>
                <a:off x="3905708" y="1345859"/>
                <a:ext cx="188363" cy="56132"/>
              </a:xfrm>
              <a:custGeom>
                <a:avLst/>
                <a:gdLst>
                  <a:gd name="connsiteX0" fmla="*/ 5715 w 267207"/>
                  <a:gd name="connsiteY0" fmla="*/ 25527 h 79628"/>
                  <a:gd name="connsiteX1" fmla="*/ 101092 w 267207"/>
                  <a:gd name="connsiteY1" fmla="*/ 0 h 79628"/>
                  <a:gd name="connsiteX2" fmla="*/ 267208 w 267207"/>
                  <a:gd name="connsiteY2" fmla="*/ 43688 h 79628"/>
                  <a:gd name="connsiteX3" fmla="*/ 266319 w 267207"/>
                  <a:gd name="connsiteY3" fmla="*/ 79629 h 79628"/>
                  <a:gd name="connsiteX4" fmla="*/ 0 w 267207"/>
                  <a:gd name="connsiteY4" fmla="*/ 47371 h 79628"/>
                  <a:gd name="connsiteX5" fmla="*/ 5715 w 267207"/>
                  <a:gd name="connsiteY5" fmla="*/ 25527 h 79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7207" h="79628">
                    <a:moveTo>
                      <a:pt x="5715" y="25527"/>
                    </a:moveTo>
                    <a:cubicBezTo>
                      <a:pt x="37465" y="17018"/>
                      <a:pt x="67945" y="1651"/>
                      <a:pt x="101092" y="0"/>
                    </a:cubicBezTo>
                    <a:cubicBezTo>
                      <a:pt x="156591" y="13843"/>
                      <a:pt x="209423" y="38989"/>
                      <a:pt x="267208" y="43688"/>
                    </a:cubicBezTo>
                    <a:cubicBezTo>
                      <a:pt x="266954" y="52705"/>
                      <a:pt x="266446" y="70612"/>
                      <a:pt x="266319" y="79629"/>
                    </a:cubicBezTo>
                    <a:cubicBezTo>
                      <a:pt x="179197" y="58293"/>
                      <a:pt x="90170" y="41783"/>
                      <a:pt x="0" y="47371"/>
                    </a:cubicBezTo>
                    <a:cubicBezTo>
                      <a:pt x="1524" y="41910"/>
                      <a:pt x="4318" y="30988"/>
                      <a:pt x="5715" y="25527"/>
                    </a:cubicBezTo>
                    <a:close/>
                  </a:path>
                </a:pathLst>
              </a:custGeom>
              <a:solidFill>
                <a:srgbClr val="BDC5F4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8" name="任意形状 1317">
                <a:extLst>
                  <a:ext uri="{FF2B5EF4-FFF2-40B4-BE49-F238E27FC236}">
                    <a16:creationId xmlns:a16="http://schemas.microsoft.com/office/drawing/2014/main" id="{0C5F11BC-019B-E0F7-6576-D265636F1711}"/>
                  </a:ext>
                </a:extLst>
              </p:cNvPr>
              <p:cNvSpPr/>
              <p:nvPr/>
            </p:nvSpPr>
            <p:spPr>
              <a:xfrm>
                <a:off x="4092102" y="1343664"/>
                <a:ext cx="173144" cy="123055"/>
              </a:xfrm>
              <a:custGeom>
                <a:avLst/>
                <a:gdLst>
                  <a:gd name="connsiteX0" fmla="*/ 2794 w 245617"/>
                  <a:gd name="connsiteY0" fmla="*/ 46800 h 174562"/>
                  <a:gd name="connsiteX1" fmla="*/ 155702 w 245617"/>
                  <a:gd name="connsiteY1" fmla="*/ 3239 h 174562"/>
                  <a:gd name="connsiteX2" fmla="*/ 245618 w 245617"/>
                  <a:gd name="connsiteY2" fmla="*/ 22924 h 174562"/>
                  <a:gd name="connsiteX3" fmla="*/ 31877 w 245617"/>
                  <a:gd name="connsiteY3" fmla="*/ 65469 h 174562"/>
                  <a:gd name="connsiteX4" fmla="*/ 30353 w 245617"/>
                  <a:gd name="connsiteY4" fmla="*/ 165418 h 174562"/>
                  <a:gd name="connsiteX5" fmla="*/ 67945 w 245617"/>
                  <a:gd name="connsiteY5" fmla="*/ 174562 h 174562"/>
                  <a:gd name="connsiteX6" fmla="*/ 0 w 245617"/>
                  <a:gd name="connsiteY6" fmla="*/ 173419 h 174562"/>
                  <a:gd name="connsiteX7" fmla="*/ 1905 w 245617"/>
                  <a:gd name="connsiteY7" fmla="*/ 82741 h 174562"/>
                  <a:gd name="connsiteX8" fmla="*/ 2794 w 245617"/>
                  <a:gd name="connsiteY8" fmla="*/ 46800 h 174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5617" h="174562">
                    <a:moveTo>
                      <a:pt x="2794" y="46800"/>
                    </a:moveTo>
                    <a:cubicBezTo>
                      <a:pt x="55753" y="40069"/>
                      <a:pt x="104394" y="16574"/>
                      <a:pt x="155702" y="3239"/>
                    </a:cubicBezTo>
                    <a:cubicBezTo>
                      <a:pt x="187325" y="-7556"/>
                      <a:pt x="217297" y="11113"/>
                      <a:pt x="245618" y="22924"/>
                    </a:cubicBezTo>
                    <a:cubicBezTo>
                      <a:pt x="171196" y="15431"/>
                      <a:pt x="104013" y="55182"/>
                      <a:pt x="31877" y="65469"/>
                    </a:cubicBezTo>
                    <a:cubicBezTo>
                      <a:pt x="31115" y="98870"/>
                      <a:pt x="30734" y="132144"/>
                      <a:pt x="30353" y="165418"/>
                    </a:cubicBezTo>
                    <a:cubicBezTo>
                      <a:pt x="39751" y="167704"/>
                      <a:pt x="58547" y="172276"/>
                      <a:pt x="67945" y="174562"/>
                    </a:cubicBezTo>
                    <a:cubicBezTo>
                      <a:pt x="45339" y="173673"/>
                      <a:pt x="22606" y="173419"/>
                      <a:pt x="0" y="173419"/>
                    </a:cubicBezTo>
                    <a:cubicBezTo>
                      <a:pt x="635" y="143066"/>
                      <a:pt x="1143" y="112840"/>
                      <a:pt x="1905" y="82741"/>
                    </a:cubicBezTo>
                    <a:cubicBezTo>
                      <a:pt x="2032" y="73724"/>
                      <a:pt x="2540" y="55817"/>
                      <a:pt x="2794" y="46800"/>
                    </a:cubicBezTo>
                    <a:close/>
                  </a:path>
                </a:pathLst>
              </a:custGeom>
              <a:solidFill>
                <a:srgbClr val="818BC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9" name="任意形状 1318">
                <a:extLst>
                  <a:ext uri="{FF2B5EF4-FFF2-40B4-BE49-F238E27FC236}">
                    <a16:creationId xmlns:a16="http://schemas.microsoft.com/office/drawing/2014/main" id="{01D073EA-FBBA-5C8E-2BE4-93EA1BF9C12A}"/>
                  </a:ext>
                </a:extLst>
              </p:cNvPr>
              <p:cNvSpPr/>
              <p:nvPr/>
            </p:nvSpPr>
            <p:spPr>
              <a:xfrm>
                <a:off x="3766918" y="1375312"/>
                <a:ext cx="232255" cy="332681"/>
              </a:xfrm>
              <a:custGeom>
                <a:avLst/>
                <a:gdLst>
                  <a:gd name="connsiteX0" fmla="*/ 161 w 329471"/>
                  <a:gd name="connsiteY0" fmla="*/ 304800 h 471932"/>
                  <a:gd name="connsiteX1" fmla="*/ 170214 w 329471"/>
                  <a:gd name="connsiteY1" fmla="*/ 0 h 471932"/>
                  <a:gd name="connsiteX2" fmla="*/ 135034 w 329471"/>
                  <a:gd name="connsiteY2" fmla="*/ 265303 h 471932"/>
                  <a:gd name="connsiteX3" fmla="*/ 89315 w 329471"/>
                  <a:gd name="connsiteY3" fmla="*/ 292354 h 471932"/>
                  <a:gd name="connsiteX4" fmla="*/ 311818 w 329471"/>
                  <a:gd name="connsiteY4" fmla="*/ 274447 h 471932"/>
                  <a:gd name="connsiteX5" fmla="*/ 329471 w 329471"/>
                  <a:gd name="connsiteY5" fmla="*/ 443103 h 471932"/>
                  <a:gd name="connsiteX6" fmla="*/ 313215 w 329471"/>
                  <a:gd name="connsiteY6" fmla="*/ 471932 h 471932"/>
                  <a:gd name="connsiteX7" fmla="*/ 22640 w 329471"/>
                  <a:gd name="connsiteY7" fmla="*/ 401320 h 471932"/>
                  <a:gd name="connsiteX8" fmla="*/ 161 w 329471"/>
                  <a:gd name="connsiteY8" fmla="*/ 304800 h 47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9471" h="471932">
                    <a:moveTo>
                      <a:pt x="161" y="304800"/>
                    </a:moveTo>
                    <a:cubicBezTo>
                      <a:pt x="7272" y="183515"/>
                      <a:pt x="80678" y="77343"/>
                      <a:pt x="170214" y="0"/>
                    </a:cubicBezTo>
                    <a:cubicBezTo>
                      <a:pt x="153196" y="87757"/>
                      <a:pt x="139099" y="175895"/>
                      <a:pt x="135034" y="265303"/>
                    </a:cubicBezTo>
                    <a:cubicBezTo>
                      <a:pt x="117000" y="269748"/>
                      <a:pt x="95284" y="270383"/>
                      <a:pt x="89315" y="292354"/>
                    </a:cubicBezTo>
                    <a:cubicBezTo>
                      <a:pt x="163864" y="291338"/>
                      <a:pt x="237650" y="280670"/>
                      <a:pt x="311818" y="274447"/>
                    </a:cubicBezTo>
                    <a:cubicBezTo>
                      <a:pt x="288451" y="328041"/>
                      <a:pt x="277148" y="402717"/>
                      <a:pt x="329471" y="443103"/>
                    </a:cubicBezTo>
                    <a:cubicBezTo>
                      <a:pt x="325408" y="450342"/>
                      <a:pt x="317280" y="464693"/>
                      <a:pt x="313215" y="471932"/>
                    </a:cubicBezTo>
                    <a:cubicBezTo>
                      <a:pt x="213140" y="471170"/>
                      <a:pt x="105317" y="463931"/>
                      <a:pt x="22640" y="401320"/>
                    </a:cubicBezTo>
                    <a:cubicBezTo>
                      <a:pt x="-1744" y="376174"/>
                      <a:pt x="-220" y="337312"/>
                      <a:pt x="161" y="304800"/>
                    </a:cubicBezTo>
                    <a:close/>
                  </a:path>
                </a:pathLst>
              </a:custGeom>
              <a:solidFill>
                <a:srgbClr val="EBEBF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grpSp>
            <p:nvGrpSpPr>
              <p:cNvPr id="1320" name="图形 3260">
                <a:extLst>
                  <a:ext uri="{FF2B5EF4-FFF2-40B4-BE49-F238E27FC236}">
                    <a16:creationId xmlns:a16="http://schemas.microsoft.com/office/drawing/2014/main" id="{45C91FEE-2831-A7B2-EE25-DF4A54455DB2}"/>
                  </a:ext>
                </a:extLst>
              </p:cNvPr>
              <p:cNvGrpSpPr/>
              <p:nvPr/>
            </p:nvGrpSpPr>
            <p:grpSpPr>
              <a:xfrm>
                <a:off x="3879656" y="1378478"/>
                <a:ext cx="501706" cy="246971"/>
                <a:chOff x="6643116" y="2189652"/>
                <a:chExt cx="711707" cy="350347"/>
              </a:xfrm>
              <a:solidFill>
                <a:srgbClr val="EAEAFA"/>
              </a:solidFill>
            </p:grpSpPr>
            <p:sp>
              <p:nvSpPr>
                <p:cNvPr id="1326" name="任意形状 1325">
                  <a:extLst>
                    <a:ext uri="{FF2B5EF4-FFF2-40B4-BE49-F238E27FC236}">
                      <a16:creationId xmlns:a16="http://schemas.microsoft.com/office/drawing/2014/main" id="{FB8A337C-B844-004B-F756-8809AB403880}"/>
                    </a:ext>
                  </a:extLst>
                </p:cNvPr>
                <p:cNvSpPr/>
                <p:nvPr/>
              </p:nvSpPr>
              <p:spPr>
                <a:xfrm>
                  <a:off x="6643116" y="2189652"/>
                  <a:ext cx="303276" cy="260558"/>
                </a:xfrm>
                <a:custGeom>
                  <a:avLst/>
                  <a:gdLst>
                    <a:gd name="connsiteX0" fmla="*/ 36957 w 303276"/>
                    <a:gd name="connsiteY0" fmla="*/ 1098 h 260558"/>
                    <a:gd name="connsiteX1" fmla="*/ 303276 w 303276"/>
                    <a:gd name="connsiteY1" fmla="*/ 33356 h 260558"/>
                    <a:gd name="connsiteX2" fmla="*/ 301371 w 303276"/>
                    <a:gd name="connsiteY2" fmla="*/ 124034 h 260558"/>
                    <a:gd name="connsiteX3" fmla="*/ 201295 w 303276"/>
                    <a:gd name="connsiteY3" fmla="*/ 133178 h 260558"/>
                    <a:gd name="connsiteX4" fmla="*/ 215519 w 303276"/>
                    <a:gd name="connsiteY4" fmla="*/ 206457 h 260558"/>
                    <a:gd name="connsiteX5" fmla="*/ 219583 w 303276"/>
                    <a:gd name="connsiteY5" fmla="*/ 240112 h 260558"/>
                    <a:gd name="connsiteX6" fmla="*/ 0 w 303276"/>
                    <a:gd name="connsiteY6" fmla="*/ 260559 h 260558"/>
                    <a:gd name="connsiteX7" fmla="*/ 36957 w 303276"/>
                    <a:gd name="connsiteY7" fmla="*/ 1098 h 2605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03276" h="260558">
                      <a:moveTo>
                        <a:pt x="36957" y="1098"/>
                      </a:moveTo>
                      <a:cubicBezTo>
                        <a:pt x="127127" y="-4490"/>
                        <a:pt x="216154" y="12020"/>
                        <a:pt x="303276" y="33356"/>
                      </a:cubicBezTo>
                      <a:cubicBezTo>
                        <a:pt x="302514" y="63455"/>
                        <a:pt x="302006" y="93681"/>
                        <a:pt x="301371" y="124034"/>
                      </a:cubicBezTo>
                      <a:cubicBezTo>
                        <a:pt x="268351" y="126066"/>
                        <a:pt x="232283" y="119335"/>
                        <a:pt x="201295" y="133178"/>
                      </a:cubicBezTo>
                      <a:cubicBezTo>
                        <a:pt x="170180" y="153371"/>
                        <a:pt x="192913" y="190074"/>
                        <a:pt x="215519" y="206457"/>
                      </a:cubicBezTo>
                      <a:cubicBezTo>
                        <a:pt x="216535" y="214839"/>
                        <a:pt x="218567" y="231730"/>
                        <a:pt x="219583" y="240112"/>
                      </a:cubicBezTo>
                      <a:cubicBezTo>
                        <a:pt x="146304" y="245446"/>
                        <a:pt x="72771" y="249002"/>
                        <a:pt x="0" y="260559"/>
                      </a:cubicBezTo>
                      <a:cubicBezTo>
                        <a:pt x="9017" y="173691"/>
                        <a:pt x="13843" y="85680"/>
                        <a:pt x="36957" y="1098"/>
                      </a:cubicBezTo>
                      <a:close/>
                    </a:path>
                  </a:pathLst>
                </a:custGeom>
                <a:solidFill>
                  <a:srgbClr val="EAEAFA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327" name="任意形状 1326">
                  <a:extLst>
                    <a:ext uri="{FF2B5EF4-FFF2-40B4-BE49-F238E27FC236}">
                      <a16:creationId xmlns:a16="http://schemas.microsoft.com/office/drawing/2014/main" id="{F4E53C50-5A01-D0E0-3454-87FE3950B672}"/>
                    </a:ext>
                  </a:extLst>
                </p:cNvPr>
                <p:cNvSpPr/>
                <p:nvPr/>
              </p:nvSpPr>
              <p:spPr>
                <a:xfrm>
                  <a:off x="7257541" y="2194814"/>
                  <a:ext cx="97282" cy="345185"/>
                </a:xfrm>
                <a:custGeom>
                  <a:avLst/>
                  <a:gdLst>
                    <a:gd name="connsiteX0" fmla="*/ 0 w 97282"/>
                    <a:gd name="connsiteY0" fmla="*/ 0 h 345185"/>
                    <a:gd name="connsiteX1" fmla="*/ 97282 w 97282"/>
                    <a:gd name="connsiteY1" fmla="*/ 102362 h 345185"/>
                    <a:gd name="connsiteX2" fmla="*/ 50419 w 97282"/>
                    <a:gd name="connsiteY2" fmla="*/ 345186 h 345185"/>
                    <a:gd name="connsiteX3" fmla="*/ 32258 w 97282"/>
                    <a:gd name="connsiteY3" fmla="*/ 345186 h 345185"/>
                    <a:gd name="connsiteX4" fmla="*/ 0 w 97282"/>
                    <a:gd name="connsiteY4" fmla="*/ 0 h 345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7282" h="345185">
                      <a:moveTo>
                        <a:pt x="0" y="0"/>
                      </a:moveTo>
                      <a:cubicBezTo>
                        <a:pt x="40132" y="26035"/>
                        <a:pt x="72390" y="61849"/>
                        <a:pt x="97282" y="102362"/>
                      </a:cubicBezTo>
                      <a:cubicBezTo>
                        <a:pt x="82931" y="183515"/>
                        <a:pt x="61849" y="263525"/>
                        <a:pt x="50419" y="345186"/>
                      </a:cubicBezTo>
                      <a:lnTo>
                        <a:pt x="32258" y="345186"/>
                      </a:lnTo>
                      <a:cubicBezTo>
                        <a:pt x="30353" y="229616"/>
                        <a:pt x="26670" y="112903"/>
                        <a:pt x="0" y="0"/>
                      </a:cubicBezTo>
                      <a:close/>
                    </a:path>
                  </a:pathLst>
                </a:custGeom>
                <a:solidFill>
                  <a:srgbClr val="EAEAFA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</p:grpSp>
          <p:sp>
            <p:nvSpPr>
              <p:cNvPr id="1321" name="任意形状 1320">
                <a:extLst>
                  <a:ext uri="{FF2B5EF4-FFF2-40B4-BE49-F238E27FC236}">
                    <a16:creationId xmlns:a16="http://schemas.microsoft.com/office/drawing/2014/main" id="{D987E191-15BD-8988-267D-D1BA9209608D}"/>
                  </a:ext>
                </a:extLst>
              </p:cNvPr>
              <p:cNvSpPr/>
              <p:nvPr/>
            </p:nvSpPr>
            <p:spPr>
              <a:xfrm>
                <a:off x="4220752" y="1643597"/>
                <a:ext cx="606363" cy="33240"/>
              </a:xfrm>
              <a:custGeom>
                <a:avLst/>
                <a:gdLst>
                  <a:gd name="connsiteX0" fmla="*/ 889 w 860171"/>
                  <a:gd name="connsiteY0" fmla="*/ 1562 h 47154"/>
                  <a:gd name="connsiteX1" fmla="*/ 860171 w 860171"/>
                  <a:gd name="connsiteY1" fmla="*/ 1308 h 47154"/>
                  <a:gd name="connsiteX2" fmla="*/ 857504 w 860171"/>
                  <a:gd name="connsiteY2" fmla="*/ 46520 h 47154"/>
                  <a:gd name="connsiteX3" fmla="*/ 0 w 860171"/>
                  <a:gd name="connsiteY3" fmla="*/ 47028 h 47154"/>
                  <a:gd name="connsiteX4" fmla="*/ 889 w 860171"/>
                  <a:gd name="connsiteY4" fmla="*/ 1562 h 47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171" h="47154">
                    <a:moveTo>
                      <a:pt x="889" y="1562"/>
                    </a:moveTo>
                    <a:cubicBezTo>
                      <a:pt x="287274" y="-851"/>
                      <a:pt x="573786" y="-89"/>
                      <a:pt x="860171" y="1308"/>
                    </a:cubicBezTo>
                    <a:cubicBezTo>
                      <a:pt x="859282" y="16421"/>
                      <a:pt x="858393" y="31407"/>
                      <a:pt x="857504" y="46520"/>
                    </a:cubicBezTo>
                    <a:cubicBezTo>
                      <a:pt x="571754" y="47536"/>
                      <a:pt x="285877" y="47028"/>
                      <a:pt x="0" y="47028"/>
                    </a:cubicBezTo>
                    <a:cubicBezTo>
                      <a:pt x="254" y="31788"/>
                      <a:pt x="508" y="16675"/>
                      <a:pt x="889" y="1562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22" name="任意形状 1321">
                <a:extLst>
                  <a:ext uri="{FF2B5EF4-FFF2-40B4-BE49-F238E27FC236}">
                    <a16:creationId xmlns:a16="http://schemas.microsoft.com/office/drawing/2014/main" id="{4870ED93-AC53-C684-A10A-5AC6CAA84380}"/>
                  </a:ext>
                </a:extLst>
              </p:cNvPr>
              <p:cNvSpPr/>
              <p:nvPr/>
            </p:nvSpPr>
            <p:spPr>
              <a:xfrm>
                <a:off x="3982885" y="1644966"/>
                <a:ext cx="224616" cy="137760"/>
              </a:xfrm>
              <a:custGeom>
                <a:avLst/>
                <a:gdLst>
                  <a:gd name="connsiteX0" fmla="*/ 170299 w 318635"/>
                  <a:gd name="connsiteY0" fmla="*/ 42545 h 195422"/>
                  <a:gd name="connsiteX1" fmla="*/ 235831 w 318635"/>
                  <a:gd name="connsiteY1" fmla="*/ 0 h 195422"/>
                  <a:gd name="connsiteX2" fmla="*/ 318636 w 318635"/>
                  <a:gd name="connsiteY2" fmla="*/ 184023 h 195422"/>
                  <a:gd name="connsiteX3" fmla="*/ 233926 w 318635"/>
                  <a:gd name="connsiteY3" fmla="*/ 195326 h 195422"/>
                  <a:gd name="connsiteX4" fmla="*/ 4437 w 318635"/>
                  <a:gd name="connsiteY4" fmla="*/ 189611 h 195422"/>
                  <a:gd name="connsiteX5" fmla="*/ 43553 w 318635"/>
                  <a:gd name="connsiteY5" fmla="*/ 75692 h 195422"/>
                  <a:gd name="connsiteX6" fmla="*/ 170299 w 318635"/>
                  <a:gd name="connsiteY6" fmla="*/ 42545 h 195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8635" h="195422">
                    <a:moveTo>
                      <a:pt x="170299" y="42545"/>
                    </a:moveTo>
                    <a:cubicBezTo>
                      <a:pt x="191508" y="27432"/>
                      <a:pt x="213606" y="13589"/>
                      <a:pt x="235831" y="0"/>
                    </a:cubicBezTo>
                    <a:cubicBezTo>
                      <a:pt x="262501" y="61214"/>
                      <a:pt x="310380" y="116586"/>
                      <a:pt x="318636" y="184023"/>
                    </a:cubicBezTo>
                    <a:cubicBezTo>
                      <a:pt x="294378" y="201295"/>
                      <a:pt x="261739" y="192786"/>
                      <a:pt x="233926" y="195326"/>
                    </a:cubicBezTo>
                    <a:cubicBezTo>
                      <a:pt x="157472" y="192405"/>
                      <a:pt x="80256" y="200279"/>
                      <a:pt x="4437" y="189611"/>
                    </a:cubicBezTo>
                    <a:cubicBezTo>
                      <a:pt x="-13470" y="151003"/>
                      <a:pt x="27551" y="110744"/>
                      <a:pt x="43553" y="75692"/>
                    </a:cubicBezTo>
                    <a:cubicBezTo>
                      <a:pt x="88511" y="78613"/>
                      <a:pt x="137406" y="78359"/>
                      <a:pt x="170299" y="42545"/>
                    </a:cubicBezTo>
                    <a:close/>
                  </a:path>
                </a:pathLst>
              </a:custGeom>
              <a:solidFill>
                <a:srgbClr val="6F7DF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23" name="椭圆 1322">
                <a:extLst>
                  <a:ext uri="{FF2B5EF4-FFF2-40B4-BE49-F238E27FC236}">
                    <a16:creationId xmlns:a16="http://schemas.microsoft.com/office/drawing/2014/main" id="{C9E61D91-E21D-F729-986C-16DE2F5E04A8}"/>
                  </a:ext>
                </a:extLst>
              </p:cNvPr>
              <p:cNvSpPr/>
              <p:nvPr/>
            </p:nvSpPr>
            <p:spPr>
              <a:xfrm>
                <a:off x="3898094" y="930572"/>
                <a:ext cx="414694" cy="319166"/>
              </a:xfrm>
              <a:prstGeom prst="ellipse">
                <a:avLst/>
              </a:prstGeom>
              <a:solidFill>
                <a:srgbClr val="0E1D3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24" name="任意形状 1323">
                <a:extLst>
                  <a:ext uri="{FF2B5EF4-FFF2-40B4-BE49-F238E27FC236}">
                    <a16:creationId xmlns:a16="http://schemas.microsoft.com/office/drawing/2014/main" id="{FA3ABE3E-F765-43D6-AF04-C7F6DBAED8FA}"/>
                  </a:ext>
                </a:extLst>
              </p:cNvPr>
              <p:cNvSpPr/>
              <p:nvPr/>
            </p:nvSpPr>
            <p:spPr>
              <a:xfrm>
                <a:off x="3996373" y="1029172"/>
                <a:ext cx="225762" cy="177625"/>
              </a:xfrm>
              <a:custGeom>
                <a:avLst/>
                <a:gdLst>
                  <a:gd name="connsiteX0" fmla="*/ 1373 w 344019"/>
                  <a:gd name="connsiteY0" fmla="*/ 83653 h 270666"/>
                  <a:gd name="connsiteX1" fmla="*/ 63349 w 344019"/>
                  <a:gd name="connsiteY1" fmla="*/ 87 h 270666"/>
                  <a:gd name="connsiteX2" fmla="*/ 105513 w 344019"/>
                  <a:gd name="connsiteY2" fmla="*/ 45807 h 270666"/>
                  <a:gd name="connsiteX3" fmla="*/ 175363 w 344019"/>
                  <a:gd name="connsiteY3" fmla="*/ 216241 h 270666"/>
                  <a:gd name="connsiteX4" fmla="*/ 235561 w 344019"/>
                  <a:gd name="connsiteY4" fmla="*/ 85558 h 270666"/>
                  <a:gd name="connsiteX5" fmla="*/ 282551 w 344019"/>
                  <a:gd name="connsiteY5" fmla="*/ 7326 h 270666"/>
                  <a:gd name="connsiteX6" fmla="*/ 344019 w 344019"/>
                  <a:gd name="connsiteY6" fmla="*/ 58888 h 270666"/>
                  <a:gd name="connsiteX7" fmla="*/ 204065 w 344019"/>
                  <a:gd name="connsiteY7" fmla="*/ 260818 h 270666"/>
                  <a:gd name="connsiteX8" fmla="*/ 91289 w 344019"/>
                  <a:gd name="connsiteY8" fmla="*/ 236307 h 270666"/>
                  <a:gd name="connsiteX9" fmla="*/ 1373 w 344019"/>
                  <a:gd name="connsiteY9" fmla="*/ 83653 h 270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4019" h="270666">
                    <a:moveTo>
                      <a:pt x="1373" y="83653"/>
                    </a:moveTo>
                    <a:cubicBezTo>
                      <a:pt x="5691" y="49363"/>
                      <a:pt x="22582" y="2246"/>
                      <a:pt x="63349" y="87"/>
                    </a:cubicBezTo>
                    <a:cubicBezTo>
                      <a:pt x="88368" y="-1818"/>
                      <a:pt x="96115" y="28154"/>
                      <a:pt x="105513" y="45807"/>
                    </a:cubicBezTo>
                    <a:cubicBezTo>
                      <a:pt x="122023" y="104608"/>
                      <a:pt x="127103" y="172553"/>
                      <a:pt x="175363" y="216241"/>
                    </a:cubicBezTo>
                    <a:cubicBezTo>
                      <a:pt x="200255" y="175093"/>
                      <a:pt x="221972" y="131786"/>
                      <a:pt x="235561" y="85558"/>
                    </a:cubicBezTo>
                    <a:cubicBezTo>
                      <a:pt x="245213" y="56729"/>
                      <a:pt x="257532" y="26249"/>
                      <a:pt x="282551" y="7326"/>
                    </a:cubicBezTo>
                    <a:cubicBezTo>
                      <a:pt x="313031" y="-6771"/>
                      <a:pt x="343130" y="30948"/>
                      <a:pt x="344019" y="58888"/>
                    </a:cubicBezTo>
                    <a:cubicBezTo>
                      <a:pt x="330938" y="142454"/>
                      <a:pt x="275693" y="217257"/>
                      <a:pt x="204065" y="260818"/>
                    </a:cubicBezTo>
                    <a:cubicBezTo>
                      <a:pt x="165965" y="284948"/>
                      <a:pt x="122404" y="260056"/>
                      <a:pt x="91289" y="236307"/>
                    </a:cubicBezTo>
                    <a:cubicBezTo>
                      <a:pt x="42902" y="200874"/>
                      <a:pt x="-9168" y="149566"/>
                      <a:pt x="1373" y="83653"/>
                    </a:cubicBezTo>
                    <a:close/>
                  </a:path>
                </a:pathLst>
              </a:custGeom>
              <a:solidFill>
                <a:srgbClr val="6F7DF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25" name="任意形状 1324">
                <a:extLst>
                  <a:ext uri="{FF2B5EF4-FFF2-40B4-BE49-F238E27FC236}">
                    <a16:creationId xmlns:a16="http://schemas.microsoft.com/office/drawing/2014/main" id="{F786DEDC-2FAD-88A3-5DBD-627A56E6E8AA}"/>
                  </a:ext>
                </a:extLst>
              </p:cNvPr>
              <p:cNvSpPr/>
              <p:nvPr/>
            </p:nvSpPr>
            <p:spPr>
              <a:xfrm>
                <a:off x="4254415" y="1171192"/>
                <a:ext cx="310836" cy="259269"/>
              </a:xfrm>
              <a:custGeom>
                <a:avLst/>
                <a:gdLst>
                  <a:gd name="connsiteX0" fmla="*/ 193802 w 440944"/>
                  <a:gd name="connsiteY0" fmla="*/ 62484 h 367792"/>
                  <a:gd name="connsiteX1" fmla="*/ 270129 w 440944"/>
                  <a:gd name="connsiteY1" fmla="*/ 0 h 367792"/>
                  <a:gd name="connsiteX2" fmla="*/ 275463 w 440944"/>
                  <a:gd name="connsiteY2" fmla="*/ 90551 h 367792"/>
                  <a:gd name="connsiteX3" fmla="*/ 327152 w 440944"/>
                  <a:gd name="connsiteY3" fmla="*/ 91948 h 367792"/>
                  <a:gd name="connsiteX4" fmla="*/ 392049 w 440944"/>
                  <a:gd name="connsiteY4" fmla="*/ 114808 h 367792"/>
                  <a:gd name="connsiteX5" fmla="*/ 343154 w 440944"/>
                  <a:gd name="connsiteY5" fmla="*/ 165354 h 367792"/>
                  <a:gd name="connsiteX6" fmla="*/ 440944 w 440944"/>
                  <a:gd name="connsiteY6" fmla="*/ 191389 h 367792"/>
                  <a:gd name="connsiteX7" fmla="*/ 262636 w 440944"/>
                  <a:gd name="connsiteY7" fmla="*/ 194818 h 367792"/>
                  <a:gd name="connsiteX8" fmla="*/ 190246 w 440944"/>
                  <a:gd name="connsiteY8" fmla="*/ 367792 h 367792"/>
                  <a:gd name="connsiteX9" fmla="*/ 0 w 440944"/>
                  <a:gd name="connsiteY9" fmla="*/ 234569 h 367792"/>
                  <a:gd name="connsiteX10" fmla="*/ 193802 w 440944"/>
                  <a:gd name="connsiteY10" fmla="*/ 62484 h 367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40944" h="367792">
                    <a:moveTo>
                      <a:pt x="193802" y="62484"/>
                    </a:moveTo>
                    <a:cubicBezTo>
                      <a:pt x="224663" y="48895"/>
                      <a:pt x="252476" y="29210"/>
                      <a:pt x="270129" y="0"/>
                    </a:cubicBezTo>
                    <a:cubicBezTo>
                      <a:pt x="269494" y="30226"/>
                      <a:pt x="271526" y="60452"/>
                      <a:pt x="275463" y="90551"/>
                    </a:cubicBezTo>
                    <a:cubicBezTo>
                      <a:pt x="292608" y="91186"/>
                      <a:pt x="309880" y="91694"/>
                      <a:pt x="327152" y="91948"/>
                    </a:cubicBezTo>
                    <a:cubicBezTo>
                      <a:pt x="348996" y="98679"/>
                      <a:pt x="370459" y="106934"/>
                      <a:pt x="392049" y="114808"/>
                    </a:cubicBezTo>
                    <a:cubicBezTo>
                      <a:pt x="375793" y="131699"/>
                      <a:pt x="359537" y="148590"/>
                      <a:pt x="343154" y="165354"/>
                    </a:cubicBezTo>
                    <a:cubicBezTo>
                      <a:pt x="376682" y="170053"/>
                      <a:pt x="409575" y="178435"/>
                      <a:pt x="440944" y="191389"/>
                    </a:cubicBezTo>
                    <a:cubicBezTo>
                      <a:pt x="381635" y="195072"/>
                      <a:pt x="321437" y="187198"/>
                      <a:pt x="262636" y="194818"/>
                    </a:cubicBezTo>
                    <a:cubicBezTo>
                      <a:pt x="196977" y="223012"/>
                      <a:pt x="206883" y="309626"/>
                      <a:pt x="190246" y="367792"/>
                    </a:cubicBezTo>
                    <a:cubicBezTo>
                      <a:pt x="145034" y="301625"/>
                      <a:pt x="74168" y="260604"/>
                      <a:pt x="0" y="234569"/>
                    </a:cubicBezTo>
                    <a:cubicBezTo>
                      <a:pt x="81407" y="200279"/>
                      <a:pt x="151511" y="140589"/>
                      <a:pt x="193802" y="62484"/>
                    </a:cubicBezTo>
                    <a:close/>
                  </a:path>
                </a:pathLst>
              </a:custGeom>
              <a:solidFill>
                <a:srgbClr val="B4B4E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</p:grpSp>
        <p:sp>
          <p:nvSpPr>
            <p:cNvPr id="1331" name="任意形状 1330">
              <a:extLst>
                <a:ext uri="{FF2B5EF4-FFF2-40B4-BE49-F238E27FC236}">
                  <a16:creationId xmlns:a16="http://schemas.microsoft.com/office/drawing/2014/main" id="{4A5567F1-B0CE-BE5E-86D1-AB33C1E15B26}"/>
                </a:ext>
              </a:extLst>
            </p:cNvPr>
            <p:cNvSpPr/>
            <p:nvPr/>
          </p:nvSpPr>
          <p:spPr>
            <a:xfrm>
              <a:off x="4420975" y="6638933"/>
              <a:ext cx="148380" cy="162340"/>
            </a:xfrm>
            <a:custGeom>
              <a:avLst/>
              <a:gdLst>
                <a:gd name="connsiteX0" fmla="*/ 36407 w 152282"/>
                <a:gd name="connsiteY0" fmla="*/ 5777 h 154573"/>
                <a:gd name="connsiteX1" fmla="*/ 151469 w 152282"/>
                <a:gd name="connsiteY1" fmla="*/ 76136 h 154573"/>
                <a:gd name="connsiteX2" fmla="*/ 38185 w 152282"/>
                <a:gd name="connsiteY2" fmla="*/ 145477 h 154573"/>
                <a:gd name="connsiteX3" fmla="*/ 36407 w 152282"/>
                <a:gd name="connsiteY3" fmla="*/ 5777 h 15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82" h="154573">
                  <a:moveTo>
                    <a:pt x="36407" y="5777"/>
                  </a:moveTo>
                  <a:cubicBezTo>
                    <a:pt x="85556" y="-14035"/>
                    <a:pt x="153247" y="18986"/>
                    <a:pt x="151469" y="76136"/>
                  </a:cubicBezTo>
                  <a:cubicBezTo>
                    <a:pt x="160994" y="133667"/>
                    <a:pt x="84667" y="173290"/>
                    <a:pt x="38185" y="145477"/>
                  </a:cubicBezTo>
                  <a:cubicBezTo>
                    <a:pt x="-12107" y="118680"/>
                    <a:pt x="-12742" y="33590"/>
                    <a:pt x="36407" y="5777"/>
                  </a:cubicBezTo>
                  <a:close/>
                </a:path>
              </a:pathLst>
            </a:custGeom>
            <a:solidFill>
              <a:srgbClr val="374E7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332" name="任意形状 1331">
              <a:extLst>
                <a:ext uri="{FF2B5EF4-FFF2-40B4-BE49-F238E27FC236}">
                  <a16:creationId xmlns:a16="http://schemas.microsoft.com/office/drawing/2014/main" id="{9CB0AEF9-F880-3CE9-A855-96AC25D1CF67}"/>
                </a:ext>
              </a:extLst>
            </p:cNvPr>
            <p:cNvSpPr/>
            <p:nvPr/>
          </p:nvSpPr>
          <p:spPr>
            <a:xfrm>
              <a:off x="4119897" y="5766479"/>
              <a:ext cx="1415103" cy="1157113"/>
            </a:xfrm>
            <a:custGeom>
              <a:avLst/>
              <a:gdLst>
                <a:gd name="connsiteX0" fmla="*/ 1317682 w 1782629"/>
                <a:gd name="connsiteY0" fmla="*/ 100216 h 1640791"/>
                <a:gd name="connsiteX1" fmla="*/ 1366831 w 1782629"/>
                <a:gd name="connsiteY1" fmla="*/ 1791 h 1640791"/>
                <a:gd name="connsiteX2" fmla="*/ 1453826 w 1782629"/>
                <a:gd name="connsiteY2" fmla="*/ 60973 h 1640791"/>
                <a:gd name="connsiteX3" fmla="*/ 1537138 w 1782629"/>
                <a:gd name="connsiteY3" fmla="*/ 192672 h 1640791"/>
                <a:gd name="connsiteX4" fmla="*/ 1693729 w 1782629"/>
                <a:gd name="connsiteY4" fmla="*/ 194577 h 1640791"/>
                <a:gd name="connsiteX5" fmla="*/ 1780217 w 1782629"/>
                <a:gd name="connsiteY5" fmla="*/ 289319 h 1640791"/>
                <a:gd name="connsiteX6" fmla="*/ 1782629 w 1782629"/>
                <a:gd name="connsiteY6" fmla="*/ 551320 h 1640791"/>
                <a:gd name="connsiteX7" fmla="*/ 1780089 w 1782629"/>
                <a:gd name="connsiteY7" fmla="*/ 745630 h 1640791"/>
                <a:gd name="connsiteX8" fmla="*/ 1743513 w 1782629"/>
                <a:gd name="connsiteY8" fmla="*/ 813956 h 1640791"/>
                <a:gd name="connsiteX9" fmla="*/ 1555680 w 1782629"/>
                <a:gd name="connsiteY9" fmla="*/ 838086 h 1640791"/>
                <a:gd name="connsiteX10" fmla="*/ 1069398 w 1782629"/>
                <a:gd name="connsiteY10" fmla="*/ 841515 h 1640791"/>
                <a:gd name="connsiteX11" fmla="*/ 1017708 w 1782629"/>
                <a:gd name="connsiteY11" fmla="*/ 840118 h 1640791"/>
                <a:gd name="connsiteX12" fmla="*/ 1012374 w 1782629"/>
                <a:gd name="connsiteY12" fmla="*/ 749567 h 1640791"/>
                <a:gd name="connsiteX13" fmla="*/ 936048 w 1782629"/>
                <a:gd name="connsiteY13" fmla="*/ 812051 h 1640791"/>
                <a:gd name="connsiteX14" fmla="*/ 742245 w 1782629"/>
                <a:gd name="connsiteY14" fmla="*/ 984136 h 1640791"/>
                <a:gd name="connsiteX15" fmla="*/ 932492 w 1782629"/>
                <a:gd name="connsiteY15" fmla="*/ 1117359 h 1640791"/>
                <a:gd name="connsiteX16" fmla="*/ 1004881 w 1782629"/>
                <a:gd name="connsiteY16" fmla="*/ 944385 h 1640791"/>
                <a:gd name="connsiteX17" fmla="*/ 1183189 w 1782629"/>
                <a:gd name="connsiteY17" fmla="*/ 940956 h 1640791"/>
                <a:gd name="connsiteX18" fmla="*/ 1620197 w 1782629"/>
                <a:gd name="connsiteY18" fmla="*/ 942734 h 1640791"/>
                <a:gd name="connsiteX19" fmla="*/ 1680522 w 1782629"/>
                <a:gd name="connsiteY19" fmla="*/ 977151 h 1640791"/>
                <a:gd name="connsiteX20" fmla="*/ 1572825 w 1782629"/>
                <a:gd name="connsiteY20" fmla="*/ 1408189 h 1640791"/>
                <a:gd name="connsiteX21" fmla="*/ 1579556 w 1782629"/>
                <a:gd name="connsiteY21" fmla="*/ 1422667 h 1640791"/>
                <a:gd name="connsiteX22" fmla="*/ 1561904 w 1782629"/>
                <a:gd name="connsiteY22" fmla="*/ 1488708 h 1640791"/>
                <a:gd name="connsiteX23" fmla="*/ 1478718 w 1782629"/>
                <a:gd name="connsiteY23" fmla="*/ 1492264 h 1640791"/>
                <a:gd name="connsiteX24" fmla="*/ 704273 w 1782629"/>
                <a:gd name="connsiteY24" fmla="*/ 1491755 h 1640791"/>
                <a:gd name="connsiteX25" fmla="*/ 675189 w 1782629"/>
                <a:gd name="connsiteY25" fmla="*/ 1398030 h 1640791"/>
                <a:gd name="connsiteX26" fmla="*/ 834067 w 1782629"/>
                <a:gd name="connsiteY26" fmla="*/ 1393965 h 1640791"/>
                <a:gd name="connsiteX27" fmla="*/ 789743 w 1782629"/>
                <a:gd name="connsiteY27" fmla="*/ 1031126 h 1640791"/>
                <a:gd name="connsiteX28" fmla="*/ 757612 w 1782629"/>
                <a:gd name="connsiteY28" fmla="*/ 1017156 h 1640791"/>
                <a:gd name="connsiteX29" fmla="*/ 667696 w 1782629"/>
                <a:gd name="connsiteY29" fmla="*/ 997471 h 1640791"/>
                <a:gd name="connsiteX30" fmla="*/ 514788 w 1782629"/>
                <a:gd name="connsiteY30" fmla="*/ 1041032 h 1640791"/>
                <a:gd name="connsiteX31" fmla="*/ 348672 w 1782629"/>
                <a:gd name="connsiteY31" fmla="*/ 997344 h 1640791"/>
                <a:gd name="connsiteX32" fmla="*/ 253295 w 1782629"/>
                <a:gd name="connsiteY32" fmla="*/ 1022871 h 1640791"/>
                <a:gd name="connsiteX33" fmla="*/ 247580 w 1782629"/>
                <a:gd name="connsiteY33" fmla="*/ 1044715 h 1640791"/>
                <a:gd name="connsiteX34" fmla="*/ 210623 w 1782629"/>
                <a:gd name="connsiteY34" fmla="*/ 1304176 h 1640791"/>
                <a:gd name="connsiteX35" fmla="*/ 430206 w 1782629"/>
                <a:gd name="connsiteY35" fmla="*/ 1283730 h 1640791"/>
                <a:gd name="connsiteX36" fmla="*/ 426142 w 1782629"/>
                <a:gd name="connsiteY36" fmla="*/ 1250074 h 1640791"/>
                <a:gd name="connsiteX37" fmla="*/ 411918 w 1782629"/>
                <a:gd name="connsiteY37" fmla="*/ 1176795 h 1640791"/>
                <a:gd name="connsiteX38" fmla="*/ 511994 w 1782629"/>
                <a:gd name="connsiteY38" fmla="*/ 1167651 h 1640791"/>
                <a:gd name="connsiteX39" fmla="*/ 579939 w 1782629"/>
                <a:gd name="connsiteY39" fmla="*/ 1168794 h 1640791"/>
                <a:gd name="connsiteX40" fmla="*/ 629215 w 1782629"/>
                <a:gd name="connsiteY40" fmla="*/ 1203592 h 1640791"/>
                <a:gd name="connsiteX41" fmla="*/ 596957 w 1782629"/>
                <a:gd name="connsiteY41" fmla="*/ 1278522 h 1640791"/>
                <a:gd name="connsiteX42" fmla="*/ 611308 w 1782629"/>
                <a:gd name="connsiteY42" fmla="*/ 1397267 h 1640791"/>
                <a:gd name="connsiteX43" fmla="*/ 697542 w 1782629"/>
                <a:gd name="connsiteY43" fmla="*/ 1573162 h 1640791"/>
                <a:gd name="connsiteX44" fmla="*/ 680650 w 1782629"/>
                <a:gd name="connsiteY44" fmla="*/ 1637805 h 1640791"/>
                <a:gd name="connsiteX45" fmla="*/ 400869 w 1782629"/>
                <a:gd name="connsiteY45" fmla="*/ 1640345 h 1640791"/>
                <a:gd name="connsiteX46" fmla="*/ 339655 w 1782629"/>
                <a:gd name="connsiteY46" fmla="*/ 1620914 h 1640791"/>
                <a:gd name="connsiteX47" fmla="*/ 349053 w 1782629"/>
                <a:gd name="connsiteY47" fmla="*/ 1533665 h 1640791"/>
                <a:gd name="connsiteX48" fmla="*/ 40443 w 1782629"/>
                <a:gd name="connsiteY48" fmla="*/ 1429652 h 1640791"/>
                <a:gd name="connsiteX49" fmla="*/ 94672 w 1782629"/>
                <a:gd name="connsiteY49" fmla="*/ 1141997 h 1640791"/>
                <a:gd name="connsiteX50" fmla="*/ 286061 w 1782629"/>
                <a:gd name="connsiteY50" fmla="*/ 982739 h 1640791"/>
                <a:gd name="connsiteX51" fmla="*/ 194494 w 1782629"/>
                <a:gd name="connsiteY51" fmla="*/ 928764 h 1640791"/>
                <a:gd name="connsiteX52" fmla="*/ 101276 w 1782629"/>
                <a:gd name="connsiteY52" fmla="*/ 814083 h 1640791"/>
                <a:gd name="connsiteX53" fmla="*/ 43110 w 1782629"/>
                <a:gd name="connsiteY53" fmla="*/ 780936 h 1640791"/>
                <a:gd name="connsiteX54" fmla="*/ 21393 w 1782629"/>
                <a:gd name="connsiteY54" fmla="*/ 558051 h 1640791"/>
                <a:gd name="connsiteX55" fmla="*/ 92132 w 1782629"/>
                <a:gd name="connsiteY55" fmla="*/ 500266 h 1640791"/>
                <a:gd name="connsiteX56" fmla="*/ 317938 w 1782629"/>
                <a:gd name="connsiteY56" fmla="*/ 295669 h 1640791"/>
                <a:gd name="connsiteX57" fmla="*/ 696271 w 1782629"/>
                <a:gd name="connsiteY57" fmla="*/ 286398 h 1640791"/>
                <a:gd name="connsiteX58" fmla="*/ 828732 w 1782629"/>
                <a:gd name="connsiteY58" fmla="*/ 361963 h 1640791"/>
                <a:gd name="connsiteX59" fmla="*/ 943540 w 1782629"/>
                <a:gd name="connsiteY59" fmla="*/ 504457 h 1640791"/>
                <a:gd name="connsiteX60" fmla="*/ 1016057 w 1782629"/>
                <a:gd name="connsiteY60" fmla="*/ 557670 h 1640791"/>
                <a:gd name="connsiteX61" fmla="*/ 1012248 w 1782629"/>
                <a:gd name="connsiteY61" fmla="*/ 326530 h 1640791"/>
                <a:gd name="connsiteX62" fmla="*/ 1060380 w 1782629"/>
                <a:gd name="connsiteY62" fmla="*/ 210198 h 1640791"/>
                <a:gd name="connsiteX63" fmla="*/ 1149026 w 1782629"/>
                <a:gd name="connsiteY63" fmla="*/ 192926 h 1640791"/>
                <a:gd name="connsiteX64" fmla="*/ 1512373 w 1782629"/>
                <a:gd name="connsiteY64" fmla="*/ 192418 h 1640791"/>
                <a:gd name="connsiteX65" fmla="*/ 1456112 w 1782629"/>
                <a:gd name="connsiteY65" fmla="*/ 88405 h 1640791"/>
                <a:gd name="connsiteX66" fmla="*/ 1391216 w 1782629"/>
                <a:gd name="connsiteY66" fmla="*/ 137173 h 1640791"/>
                <a:gd name="connsiteX67" fmla="*/ 1317682 w 1782629"/>
                <a:gd name="connsiteY67" fmla="*/ 100216 h 1640791"/>
                <a:gd name="connsiteX68" fmla="*/ 1368482 w 1782629"/>
                <a:gd name="connsiteY68" fmla="*/ 25794 h 1640791"/>
                <a:gd name="connsiteX69" fmla="*/ 1402518 w 1782629"/>
                <a:gd name="connsiteY69" fmla="*/ 110630 h 1640791"/>
                <a:gd name="connsiteX70" fmla="*/ 1368482 w 1782629"/>
                <a:gd name="connsiteY70" fmla="*/ 25794 h 1640791"/>
                <a:gd name="connsiteX71" fmla="*/ 1035107 w 1782629"/>
                <a:gd name="connsiteY71" fmla="*/ 300749 h 1640791"/>
                <a:gd name="connsiteX72" fmla="*/ 1034345 w 1782629"/>
                <a:gd name="connsiteY72" fmla="*/ 816369 h 1640791"/>
                <a:gd name="connsiteX73" fmla="*/ 1670361 w 1782629"/>
                <a:gd name="connsiteY73" fmla="*/ 814210 h 1640791"/>
                <a:gd name="connsiteX74" fmla="*/ 1759135 w 1782629"/>
                <a:gd name="connsiteY74" fmla="*/ 721373 h 1640791"/>
                <a:gd name="connsiteX75" fmla="*/ 1758880 w 1782629"/>
                <a:gd name="connsiteY75" fmla="*/ 301384 h 1640791"/>
                <a:gd name="connsiteX76" fmla="*/ 1683188 w 1782629"/>
                <a:gd name="connsiteY76" fmla="*/ 218453 h 1640791"/>
                <a:gd name="connsiteX77" fmla="*/ 1110037 w 1782629"/>
                <a:gd name="connsiteY77" fmla="*/ 218580 h 1640791"/>
                <a:gd name="connsiteX78" fmla="*/ 1035107 w 1782629"/>
                <a:gd name="connsiteY78" fmla="*/ 300749 h 1640791"/>
                <a:gd name="connsiteX79" fmla="*/ 268027 w 1782629"/>
                <a:gd name="connsiteY79" fmla="*/ 347866 h 1640791"/>
                <a:gd name="connsiteX80" fmla="*/ 98482 w 1782629"/>
                <a:gd name="connsiteY80" fmla="*/ 586753 h 1640791"/>
                <a:gd name="connsiteX81" fmla="*/ 96450 w 1782629"/>
                <a:gd name="connsiteY81" fmla="*/ 588912 h 1640791"/>
                <a:gd name="connsiteX82" fmla="*/ 202114 w 1782629"/>
                <a:gd name="connsiteY82" fmla="*/ 901713 h 1640791"/>
                <a:gd name="connsiteX83" fmla="*/ 388042 w 1782629"/>
                <a:gd name="connsiteY83" fmla="*/ 972706 h 1640791"/>
                <a:gd name="connsiteX84" fmla="*/ 691954 w 1782629"/>
                <a:gd name="connsiteY84" fmla="*/ 970166 h 1640791"/>
                <a:gd name="connsiteX85" fmla="*/ 940746 w 1782629"/>
                <a:gd name="connsiteY85" fmla="*/ 682765 h 1640791"/>
                <a:gd name="connsiteX86" fmla="*/ 834574 w 1782629"/>
                <a:gd name="connsiteY86" fmla="*/ 399809 h 1640791"/>
                <a:gd name="connsiteX87" fmla="*/ 509708 w 1782629"/>
                <a:gd name="connsiteY87" fmla="*/ 294780 h 1640791"/>
                <a:gd name="connsiteX88" fmla="*/ 268027 w 1782629"/>
                <a:gd name="connsiteY88" fmla="*/ 347866 h 1640791"/>
                <a:gd name="connsiteX89" fmla="*/ 82480 w 1782629"/>
                <a:gd name="connsiteY89" fmla="*/ 779666 h 1640791"/>
                <a:gd name="connsiteX90" fmla="*/ 77146 w 1782629"/>
                <a:gd name="connsiteY90" fmla="*/ 528206 h 1640791"/>
                <a:gd name="connsiteX91" fmla="*/ 82480 w 1782629"/>
                <a:gd name="connsiteY91" fmla="*/ 779666 h 1640791"/>
                <a:gd name="connsiteX92" fmla="*/ 950144 w 1782629"/>
                <a:gd name="connsiteY92" fmla="*/ 526682 h 1640791"/>
                <a:gd name="connsiteX93" fmla="*/ 946969 w 1782629"/>
                <a:gd name="connsiteY93" fmla="*/ 782460 h 1640791"/>
                <a:gd name="connsiteX94" fmla="*/ 950144 w 1782629"/>
                <a:gd name="connsiteY94" fmla="*/ 526682 h 1640791"/>
                <a:gd name="connsiteX95" fmla="*/ 998912 w 1782629"/>
                <a:gd name="connsiteY95" fmla="*/ 973341 h 1640791"/>
                <a:gd name="connsiteX96" fmla="*/ 967670 w 1782629"/>
                <a:gd name="connsiteY96" fmla="*/ 1065289 h 1640791"/>
                <a:gd name="connsiteX97" fmla="*/ 900361 w 1782629"/>
                <a:gd name="connsiteY97" fmla="*/ 1393965 h 1640791"/>
                <a:gd name="connsiteX98" fmla="*/ 1554792 w 1782629"/>
                <a:gd name="connsiteY98" fmla="*/ 1393965 h 1640791"/>
                <a:gd name="connsiteX99" fmla="*/ 1650804 w 1782629"/>
                <a:gd name="connsiteY99" fmla="*/ 970547 h 1640791"/>
                <a:gd name="connsiteX100" fmla="*/ 1060254 w 1782629"/>
                <a:gd name="connsiteY100" fmla="*/ 968769 h 1640791"/>
                <a:gd name="connsiteX101" fmla="*/ 998912 w 1782629"/>
                <a:gd name="connsiteY101" fmla="*/ 973341 h 1640791"/>
                <a:gd name="connsiteX102" fmla="*/ 436175 w 1782629"/>
                <a:gd name="connsiteY102" fmla="*/ 996582 h 1640791"/>
                <a:gd name="connsiteX103" fmla="*/ 593528 w 1782629"/>
                <a:gd name="connsiteY103" fmla="*/ 996328 h 1640791"/>
                <a:gd name="connsiteX104" fmla="*/ 436175 w 1782629"/>
                <a:gd name="connsiteY104" fmla="*/ 996582 h 1640791"/>
                <a:gd name="connsiteX105" fmla="*/ 50857 w 1782629"/>
                <a:gd name="connsiteY105" fmla="*/ 1343927 h 1640791"/>
                <a:gd name="connsiteX106" fmla="*/ 73336 w 1782629"/>
                <a:gd name="connsiteY106" fmla="*/ 1440447 h 1640791"/>
                <a:gd name="connsiteX107" fmla="*/ 363912 w 1782629"/>
                <a:gd name="connsiteY107" fmla="*/ 1511059 h 1640791"/>
                <a:gd name="connsiteX108" fmla="*/ 380168 w 1782629"/>
                <a:gd name="connsiteY108" fmla="*/ 1482230 h 1640791"/>
                <a:gd name="connsiteX109" fmla="*/ 362515 w 1782629"/>
                <a:gd name="connsiteY109" fmla="*/ 1313574 h 1640791"/>
                <a:gd name="connsiteX110" fmla="*/ 140011 w 1782629"/>
                <a:gd name="connsiteY110" fmla="*/ 1331481 h 1640791"/>
                <a:gd name="connsiteX111" fmla="*/ 185731 w 1782629"/>
                <a:gd name="connsiteY111" fmla="*/ 1304430 h 1640791"/>
                <a:gd name="connsiteX112" fmla="*/ 220910 w 1782629"/>
                <a:gd name="connsiteY112" fmla="*/ 1039127 h 1640791"/>
                <a:gd name="connsiteX113" fmla="*/ 50857 w 1782629"/>
                <a:gd name="connsiteY113" fmla="*/ 1343927 h 1640791"/>
                <a:gd name="connsiteX114" fmla="*/ 825049 w 1782629"/>
                <a:gd name="connsiteY114" fmla="*/ 1048780 h 1640791"/>
                <a:gd name="connsiteX115" fmla="*/ 857307 w 1782629"/>
                <a:gd name="connsiteY115" fmla="*/ 1393965 h 1640791"/>
                <a:gd name="connsiteX116" fmla="*/ 875468 w 1782629"/>
                <a:gd name="connsiteY116" fmla="*/ 1393965 h 1640791"/>
                <a:gd name="connsiteX117" fmla="*/ 922331 w 1782629"/>
                <a:gd name="connsiteY117" fmla="*/ 1151142 h 1640791"/>
                <a:gd name="connsiteX118" fmla="*/ 825049 w 1782629"/>
                <a:gd name="connsiteY118" fmla="*/ 1048780 h 1640791"/>
                <a:gd name="connsiteX119" fmla="*/ 433000 w 1782629"/>
                <a:gd name="connsiteY119" fmla="*/ 1196480 h 1640791"/>
                <a:gd name="connsiteX120" fmla="*/ 419538 w 1782629"/>
                <a:gd name="connsiteY120" fmla="*/ 1216165 h 1640791"/>
                <a:gd name="connsiteX121" fmla="*/ 492055 w 1782629"/>
                <a:gd name="connsiteY121" fmla="*/ 1228103 h 1640791"/>
                <a:gd name="connsiteX122" fmla="*/ 455860 w 1782629"/>
                <a:gd name="connsiteY122" fmla="*/ 1252614 h 1640791"/>
                <a:gd name="connsiteX123" fmla="*/ 453193 w 1782629"/>
                <a:gd name="connsiteY123" fmla="*/ 1275474 h 1640791"/>
                <a:gd name="connsiteX124" fmla="*/ 526853 w 1782629"/>
                <a:gd name="connsiteY124" fmla="*/ 1317384 h 1640791"/>
                <a:gd name="connsiteX125" fmla="*/ 527361 w 1782629"/>
                <a:gd name="connsiteY125" fmla="*/ 1464196 h 1640791"/>
                <a:gd name="connsiteX126" fmla="*/ 400615 w 1782629"/>
                <a:gd name="connsiteY126" fmla="*/ 1497343 h 1640791"/>
                <a:gd name="connsiteX127" fmla="*/ 361499 w 1782629"/>
                <a:gd name="connsiteY127" fmla="*/ 1611262 h 1640791"/>
                <a:gd name="connsiteX128" fmla="*/ 590988 w 1782629"/>
                <a:gd name="connsiteY128" fmla="*/ 1616977 h 1640791"/>
                <a:gd name="connsiteX129" fmla="*/ 675698 w 1782629"/>
                <a:gd name="connsiteY129" fmla="*/ 1605674 h 1640791"/>
                <a:gd name="connsiteX130" fmla="*/ 592893 w 1782629"/>
                <a:gd name="connsiteY130" fmla="*/ 1421651 h 1640791"/>
                <a:gd name="connsiteX131" fmla="*/ 572065 w 1782629"/>
                <a:gd name="connsiteY131" fmla="*/ 1330592 h 1640791"/>
                <a:gd name="connsiteX132" fmla="*/ 607244 w 1782629"/>
                <a:gd name="connsiteY132" fmla="*/ 1202068 h 1640791"/>
                <a:gd name="connsiteX133" fmla="*/ 433000 w 1782629"/>
                <a:gd name="connsiteY133" fmla="*/ 1196480 h 1640791"/>
                <a:gd name="connsiteX134" fmla="*/ 416744 w 1782629"/>
                <a:gd name="connsiteY134" fmla="*/ 1310399 h 1640791"/>
                <a:gd name="connsiteX135" fmla="*/ 387788 w 1782629"/>
                <a:gd name="connsiteY135" fmla="*/ 1458736 h 1640791"/>
                <a:gd name="connsiteX136" fmla="*/ 476815 w 1782629"/>
                <a:gd name="connsiteY136" fmla="*/ 1468387 h 1640791"/>
                <a:gd name="connsiteX137" fmla="*/ 520503 w 1782629"/>
                <a:gd name="connsiteY137" fmla="*/ 1369581 h 1640791"/>
                <a:gd name="connsiteX138" fmla="*/ 416744 w 1782629"/>
                <a:gd name="connsiteY138" fmla="*/ 1310399 h 1640791"/>
                <a:gd name="connsiteX139" fmla="*/ 695382 w 1782629"/>
                <a:gd name="connsiteY139" fmla="*/ 1421270 h 1640791"/>
                <a:gd name="connsiteX140" fmla="*/ 694493 w 1782629"/>
                <a:gd name="connsiteY140" fmla="*/ 1466736 h 1640791"/>
                <a:gd name="connsiteX141" fmla="*/ 1551998 w 1782629"/>
                <a:gd name="connsiteY141" fmla="*/ 1466228 h 1640791"/>
                <a:gd name="connsiteX142" fmla="*/ 1554664 w 1782629"/>
                <a:gd name="connsiteY142" fmla="*/ 1421017 h 1640791"/>
                <a:gd name="connsiteX143" fmla="*/ 695382 w 1782629"/>
                <a:gd name="connsiteY143" fmla="*/ 1421270 h 1640791"/>
                <a:gd name="connsiteX0" fmla="*/ 1317682 w 1782629"/>
                <a:gd name="connsiteY0" fmla="*/ 100216 h 1640791"/>
                <a:gd name="connsiteX1" fmla="*/ 1366831 w 1782629"/>
                <a:gd name="connsiteY1" fmla="*/ 1791 h 1640791"/>
                <a:gd name="connsiteX2" fmla="*/ 1453826 w 1782629"/>
                <a:gd name="connsiteY2" fmla="*/ 60973 h 1640791"/>
                <a:gd name="connsiteX3" fmla="*/ 1537138 w 1782629"/>
                <a:gd name="connsiteY3" fmla="*/ 192672 h 1640791"/>
                <a:gd name="connsiteX4" fmla="*/ 1693729 w 1782629"/>
                <a:gd name="connsiteY4" fmla="*/ 194577 h 1640791"/>
                <a:gd name="connsiteX5" fmla="*/ 1780217 w 1782629"/>
                <a:gd name="connsiteY5" fmla="*/ 289319 h 1640791"/>
                <a:gd name="connsiteX6" fmla="*/ 1782629 w 1782629"/>
                <a:gd name="connsiteY6" fmla="*/ 551320 h 1640791"/>
                <a:gd name="connsiteX7" fmla="*/ 1780089 w 1782629"/>
                <a:gd name="connsiteY7" fmla="*/ 745630 h 1640791"/>
                <a:gd name="connsiteX8" fmla="*/ 1743513 w 1782629"/>
                <a:gd name="connsiteY8" fmla="*/ 813956 h 1640791"/>
                <a:gd name="connsiteX9" fmla="*/ 1555680 w 1782629"/>
                <a:gd name="connsiteY9" fmla="*/ 838086 h 1640791"/>
                <a:gd name="connsiteX10" fmla="*/ 1069398 w 1782629"/>
                <a:gd name="connsiteY10" fmla="*/ 841515 h 1640791"/>
                <a:gd name="connsiteX11" fmla="*/ 1017708 w 1782629"/>
                <a:gd name="connsiteY11" fmla="*/ 840118 h 1640791"/>
                <a:gd name="connsiteX12" fmla="*/ 1012374 w 1782629"/>
                <a:gd name="connsiteY12" fmla="*/ 749567 h 1640791"/>
                <a:gd name="connsiteX13" fmla="*/ 936048 w 1782629"/>
                <a:gd name="connsiteY13" fmla="*/ 812051 h 1640791"/>
                <a:gd name="connsiteX14" fmla="*/ 742245 w 1782629"/>
                <a:gd name="connsiteY14" fmla="*/ 984136 h 1640791"/>
                <a:gd name="connsiteX15" fmla="*/ 932492 w 1782629"/>
                <a:gd name="connsiteY15" fmla="*/ 1117359 h 1640791"/>
                <a:gd name="connsiteX16" fmla="*/ 1004881 w 1782629"/>
                <a:gd name="connsiteY16" fmla="*/ 944385 h 1640791"/>
                <a:gd name="connsiteX17" fmla="*/ 1183189 w 1782629"/>
                <a:gd name="connsiteY17" fmla="*/ 940956 h 1640791"/>
                <a:gd name="connsiteX18" fmla="*/ 1620197 w 1782629"/>
                <a:gd name="connsiteY18" fmla="*/ 942734 h 1640791"/>
                <a:gd name="connsiteX19" fmla="*/ 1680522 w 1782629"/>
                <a:gd name="connsiteY19" fmla="*/ 977151 h 1640791"/>
                <a:gd name="connsiteX20" fmla="*/ 1572825 w 1782629"/>
                <a:gd name="connsiteY20" fmla="*/ 1408189 h 1640791"/>
                <a:gd name="connsiteX21" fmla="*/ 1579556 w 1782629"/>
                <a:gd name="connsiteY21" fmla="*/ 1422667 h 1640791"/>
                <a:gd name="connsiteX22" fmla="*/ 1561904 w 1782629"/>
                <a:gd name="connsiteY22" fmla="*/ 1488708 h 1640791"/>
                <a:gd name="connsiteX23" fmla="*/ 1478718 w 1782629"/>
                <a:gd name="connsiteY23" fmla="*/ 1492264 h 1640791"/>
                <a:gd name="connsiteX24" fmla="*/ 704273 w 1782629"/>
                <a:gd name="connsiteY24" fmla="*/ 1491755 h 1640791"/>
                <a:gd name="connsiteX25" fmla="*/ 675189 w 1782629"/>
                <a:gd name="connsiteY25" fmla="*/ 1398030 h 1640791"/>
                <a:gd name="connsiteX26" fmla="*/ 834067 w 1782629"/>
                <a:gd name="connsiteY26" fmla="*/ 1393965 h 1640791"/>
                <a:gd name="connsiteX27" fmla="*/ 789743 w 1782629"/>
                <a:gd name="connsiteY27" fmla="*/ 1031126 h 1640791"/>
                <a:gd name="connsiteX28" fmla="*/ 757612 w 1782629"/>
                <a:gd name="connsiteY28" fmla="*/ 1017156 h 1640791"/>
                <a:gd name="connsiteX29" fmla="*/ 667696 w 1782629"/>
                <a:gd name="connsiteY29" fmla="*/ 997471 h 1640791"/>
                <a:gd name="connsiteX30" fmla="*/ 514788 w 1782629"/>
                <a:gd name="connsiteY30" fmla="*/ 1041032 h 1640791"/>
                <a:gd name="connsiteX31" fmla="*/ 348672 w 1782629"/>
                <a:gd name="connsiteY31" fmla="*/ 997344 h 1640791"/>
                <a:gd name="connsiteX32" fmla="*/ 253295 w 1782629"/>
                <a:gd name="connsiteY32" fmla="*/ 1022871 h 1640791"/>
                <a:gd name="connsiteX33" fmla="*/ 247580 w 1782629"/>
                <a:gd name="connsiteY33" fmla="*/ 1044715 h 1640791"/>
                <a:gd name="connsiteX34" fmla="*/ 210623 w 1782629"/>
                <a:gd name="connsiteY34" fmla="*/ 1304176 h 1640791"/>
                <a:gd name="connsiteX35" fmla="*/ 430206 w 1782629"/>
                <a:gd name="connsiteY35" fmla="*/ 1283730 h 1640791"/>
                <a:gd name="connsiteX36" fmla="*/ 426142 w 1782629"/>
                <a:gd name="connsiteY36" fmla="*/ 1250074 h 1640791"/>
                <a:gd name="connsiteX37" fmla="*/ 411918 w 1782629"/>
                <a:gd name="connsiteY37" fmla="*/ 1176795 h 1640791"/>
                <a:gd name="connsiteX38" fmla="*/ 511994 w 1782629"/>
                <a:gd name="connsiteY38" fmla="*/ 1167651 h 1640791"/>
                <a:gd name="connsiteX39" fmla="*/ 579939 w 1782629"/>
                <a:gd name="connsiteY39" fmla="*/ 1168794 h 1640791"/>
                <a:gd name="connsiteX40" fmla="*/ 629215 w 1782629"/>
                <a:gd name="connsiteY40" fmla="*/ 1203592 h 1640791"/>
                <a:gd name="connsiteX41" fmla="*/ 596957 w 1782629"/>
                <a:gd name="connsiteY41" fmla="*/ 1278522 h 1640791"/>
                <a:gd name="connsiteX42" fmla="*/ 611308 w 1782629"/>
                <a:gd name="connsiteY42" fmla="*/ 1397267 h 1640791"/>
                <a:gd name="connsiteX43" fmla="*/ 697542 w 1782629"/>
                <a:gd name="connsiteY43" fmla="*/ 1573162 h 1640791"/>
                <a:gd name="connsiteX44" fmla="*/ 680650 w 1782629"/>
                <a:gd name="connsiteY44" fmla="*/ 1637805 h 1640791"/>
                <a:gd name="connsiteX45" fmla="*/ 400869 w 1782629"/>
                <a:gd name="connsiteY45" fmla="*/ 1640345 h 1640791"/>
                <a:gd name="connsiteX46" fmla="*/ 339655 w 1782629"/>
                <a:gd name="connsiteY46" fmla="*/ 1620914 h 1640791"/>
                <a:gd name="connsiteX47" fmla="*/ 349053 w 1782629"/>
                <a:gd name="connsiteY47" fmla="*/ 1533665 h 1640791"/>
                <a:gd name="connsiteX48" fmla="*/ 40443 w 1782629"/>
                <a:gd name="connsiteY48" fmla="*/ 1429652 h 1640791"/>
                <a:gd name="connsiteX49" fmla="*/ 94672 w 1782629"/>
                <a:gd name="connsiteY49" fmla="*/ 1141997 h 1640791"/>
                <a:gd name="connsiteX50" fmla="*/ 286061 w 1782629"/>
                <a:gd name="connsiteY50" fmla="*/ 982739 h 1640791"/>
                <a:gd name="connsiteX51" fmla="*/ 194494 w 1782629"/>
                <a:gd name="connsiteY51" fmla="*/ 928764 h 1640791"/>
                <a:gd name="connsiteX52" fmla="*/ 101276 w 1782629"/>
                <a:gd name="connsiteY52" fmla="*/ 814083 h 1640791"/>
                <a:gd name="connsiteX53" fmla="*/ 43110 w 1782629"/>
                <a:gd name="connsiteY53" fmla="*/ 780936 h 1640791"/>
                <a:gd name="connsiteX54" fmla="*/ 21393 w 1782629"/>
                <a:gd name="connsiteY54" fmla="*/ 558051 h 1640791"/>
                <a:gd name="connsiteX55" fmla="*/ 92132 w 1782629"/>
                <a:gd name="connsiteY55" fmla="*/ 500266 h 1640791"/>
                <a:gd name="connsiteX56" fmla="*/ 317938 w 1782629"/>
                <a:gd name="connsiteY56" fmla="*/ 295669 h 1640791"/>
                <a:gd name="connsiteX57" fmla="*/ 696271 w 1782629"/>
                <a:gd name="connsiteY57" fmla="*/ 286398 h 1640791"/>
                <a:gd name="connsiteX58" fmla="*/ 828732 w 1782629"/>
                <a:gd name="connsiteY58" fmla="*/ 361963 h 1640791"/>
                <a:gd name="connsiteX59" fmla="*/ 943540 w 1782629"/>
                <a:gd name="connsiteY59" fmla="*/ 504457 h 1640791"/>
                <a:gd name="connsiteX60" fmla="*/ 1016057 w 1782629"/>
                <a:gd name="connsiteY60" fmla="*/ 557670 h 1640791"/>
                <a:gd name="connsiteX61" fmla="*/ 1012248 w 1782629"/>
                <a:gd name="connsiteY61" fmla="*/ 326530 h 1640791"/>
                <a:gd name="connsiteX62" fmla="*/ 1060380 w 1782629"/>
                <a:gd name="connsiteY62" fmla="*/ 210198 h 1640791"/>
                <a:gd name="connsiteX63" fmla="*/ 1149026 w 1782629"/>
                <a:gd name="connsiteY63" fmla="*/ 192926 h 1640791"/>
                <a:gd name="connsiteX64" fmla="*/ 1512373 w 1782629"/>
                <a:gd name="connsiteY64" fmla="*/ 192418 h 1640791"/>
                <a:gd name="connsiteX65" fmla="*/ 1456112 w 1782629"/>
                <a:gd name="connsiteY65" fmla="*/ 88405 h 1640791"/>
                <a:gd name="connsiteX66" fmla="*/ 1391216 w 1782629"/>
                <a:gd name="connsiteY66" fmla="*/ 137173 h 1640791"/>
                <a:gd name="connsiteX67" fmla="*/ 1317682 w 1782629"/>
                <a:gd name="connsiteY67" fmla="*/ 100216 h 1640791"/>
                <a:gd name="connsiteX68" fmla="*/ 1368482 w 1782629"/>
                <a:gd name="connsiteY68" fmla="*/ 25794 h 1640791"/>
                <a:gd name="connsiteX69" fmla="*/ 1368482 w 1782629"/>
                <a:gd name="connsiteY69" fmla="*/ 25794 h 1640791"/>
                <a:gd name="connsiteX70" fmla="*/ 1035107 w 1782629"/>
                <a:gd name="connsiteY70" fmla="*/ 300749 h 1640791"/>
                <a:gd name="connsiteX71" fmla="*/ 1034345 w 1782629"/>
                <a:gd name="connsiteY71" fmla="*/ 816369 h 1640791"/>
                <a:gd name="connsiteX72" fmla="*/ 1670361 w 1782629"/>
                <a:gd name="connsiteY72" fmla="*/ 814210 h 1640791"/>
                <a:gd name="connsiteX73" fmla="*/ 1759135 w 1782629"/>
                <a:gd name="connsiteY73" fmla="*/ 721373 h 1640791"/>
                <a:gd name="connsiteX74" fmla="*/ 1758880 w 1782629"/>
                <a:gd name="connsiteY74" fmla="*/ 301384 h 1640791"/>
                <a:gd name="connsiteX75" fmla="*/ 1683188 w 1782629"/>
                <a:gd name="connsiteY75" fmla="*/ 218453 h 1640791"/>
                <a:gd name="connsiteX76" fmla="*/ 1110037 w 1782629"/>
                <a:gd name="connsiteY76" fmla="*/ 218580 h 1640791"/>
                <a:gd name="connsiteX77" fmla="*/ 1035107 w 1782629"/>
                <a:gd name="connsiteY77" fmla="*/ 300749 h 1640791"/>
                <a:gd name="connsiteX78" fmla="*/ 268027 w 1782629"/>
                <a:gd name="connsiteY78" fmla="*/ 347866 h 1640791"/>
                <a:gd name="connsiteX79" fmla="*/ 98482 w 1782629"/>
                <a:gd name="connsiteY79" fmla="*/ 586753 h 1640791"/>
                <a:gd name="connsiteX80" fmla="*/ 96450 w 1782629"/>
                <a:gd name="connsiteY80" fmla="*/ 588912 h 1640791"/>
                <a:gd name="connsiteX81" fmla="*/ 202114 w 1782629"/>
                <a:gd name="connsiteY81" fmla="*/ 901713 h 1640791"/>
                <a:gd name="connsiteX82" fmla="*/ 388042 w 1782629"/>
                <a:gd name="connsiteY82" fmla="*/ 972706 h 1640791"/>
                <a:gd name="connsiteX83" fmla="*/ 691954 w 1782629"/>
                <a:gd name="connsiteY83" fmla="*/ 970166 h 1640791"/>
                <a:gd name="connsiteX84" fmla="*/ 940746 w 1782629"/>
                <a:gd name="connsiteY84" fmla="*/ 682765 h 1640791"/>
                <a:gd name="connsiteX85" fmla="*/ 834574 w 1782629"/>
                <a:gd name="connsiteY85" fmla="*/ 399809 h 1640791"/>
                <a:gd name="connsiteX86" fmla="*/ 509708 w 1782629"/>
                <a:gd name="connsiteY86" fmla="*/ 294780 h 1640791"/>
                <a:gd name="connsiteX87" fmla="*/ 268027 w 1782629"/>
                <a:gd name="connsiteY87" fmla="*/ 347866 h 1640791"/>
                <a:gd name="connsiteX88" fmla="*/ 82480 w 1782629"/>
                <a:gd name="connsiteY88" fmla="*/ 779666 h 1640791"/>
                <a:gd name="connsiteX89" fmla="*/ 77146 w 1782629"/>
                <a:gd name="connsiteY89" fmla="*/ 528206 h 1640791"/>
                <a:gd name="connsiteX90" fmla="*/ 82480 w 1782629"/>
                <a:gd name="connsiteY90" fmla="*/ 779666 h 1640791"/>
                <a:gd name="connsiteX91" fmla="*/ 950144 w 1782629"/>
                <a:gd name="connsiteY91" fmla="*/ 526682 h 1640791"/>
                <a:gd name="connsiteX92" fmla="*/ 946969 w 1782629"/>
                <a:gd name="connsiteY92" fmla="*/ 782460 h 1640791"/>
                <a:gd name="connsiteX93" fmla="*/ 950144 w 1782629"/>
                <a:gd name="connsiteY93" fmla="*/ 526682 h 1640791"/>
                <a:gd name="connsiteX94" fmla="*/ 998912 w 1782629"/>
                <a:gd name="connsiteY94" fmla="*/ 973341 h 1640791"/>
                <a:gd name="connsiteX95" fmla="*/ 967670 w 1782629"/>
                <a:gd name="connsiteY95" fmla="*/ 1065289 h 1640791"/>
                <a:gd name="connsiteX96" fmla="*/ 900361 w 1782629"/>
                <a:gd name="connsiteY96" fmla="*/ 1393965 h 1640791"/>
                <a:gd name="connsiteX97" fmla="*/ 1554792 w 1782629"/>
                <a:gd name="connsiteY97" fmla="*/ 1393965 h 1640791"/>
                <a:gd name="connsiteX98" fmla="*/ 1650804 w 1782629"/>
                <a:gd name="connsiteY98" fmla="*/ 970547 h 1640791"/>
                <a:gd name="connsiteX99" fmla="*/ 1060254 w 1782629"/>
                <a:gd name="connsiteY99" fmla="*/ 968769 h 1640791"/>
                <a:gd name="connsiteX100" fmla="*/ 998912 w 1782629"/>
                <a:gd name="connsiteY100" fmla="*/ 973341 h 1640791"/>
                <a:gd name="connsiteX101" fmla="*/ 436175 w 1782629"/>
                <a:gd name="connsiteY101" fmla="*/ 996582 h 1640791"/>
                <a:gd name="connsiteX102" fmla="*/ 593528 w 1782629"/>
                <a:gd name="connsiteY102" fmla="*/ 996328 h 1640791"/>
                <a:gd name="connsiteX103" fmla="*/ 436175 w 1782629"/>
                <a:gd name="connsiteY103" fmla="*/ 996582 h 1640791"/>
                <a:gd name="connsiteX104" fmla="*/ 50857 w 1782629"/>
                <a:gd name="connsiteY104" fmla="*/ 1343927 h 1640791"/>
                <a:gd name="connsiteX105" fmla="*/ 73336 w 1782629"/>
                <a:gd name="connsiteY105" fmla="*/ 1440447 h 1640791"/>
                <a:gd name="connsiteX106" fmla="*/ 363912 w 1782629"/>
                <a:gd name="connsiteY106" fmla="*/ 1511059 h 1640791"/>
                <a:gd name="connsiteX107" fmla="*/ 380168 w 1782629"/>
                <a:gd name="connsiteY107" fmla="*/ 1482230 h 1640791"/>
                <a:gd name="connsiteX108" fmla="*/ 362515 w 1782629"/>
                <a:gd name="connsiteY108" fmla="*/ 1313574 h 1640791"/>
                <a:gd name="connsiteX109" fmla="*/ 140011 w 1782629"/>
                <a:gd name="connsiteY109" fmla="*/ 1331481 h 1640791"/>
                <a:gd name="connsiteX110" fmla="*/ 185731 w 1782629"/>
                <a:gd name="connsiteY110" fmla="*/ 1304430 h 1640791"/>
                <a:gd name="connsiteX111" fmla="*/ 220910 w 1782629"/>
                <a:gd name="connsiteY111" fmla="*/ 1039127 h 1640791"/>
                <a:gd name="connsiteX112" fmla="*/ 50857 w 1782629"/>
                <a:gd name="connsiteY112" fmla="*/ 1343927 h 1640791"/>
                <a:gd name="connsiteX113" fmla="*/ 825049 w 1782629"/>
                <a:gd name="connsiteY113" fmla="*/ 1048780 h 1640791"/>
                <a:gd name="connsiteX114" fmla="*/ 857307 w 1782629"/>
                <a:gd name="connsiteY114" fmla="*/ 1393965 h 1640791"/>
                <a:gd name="connsiteX115" fmla="*/ 875468 w 1782629"/>
                <a:gd name="connsiteY115" fmla="*/ 1393965 h 1640791"/>
                <a:gd name="connsiteX116" fmla="*/ 922331 w 1782629"/>
                <a:gd name="connsiteY116" fmla="*/ 1151142 h 1640791"/>
                <a:gd name="connsiteX117" fmla="*/ 825049 w 1782629"/>
                <a:gd name="connsiteY117" fmla="*/ 1048780 h 1640791"/>
                <a:gd name="connsiteX118" fmla="*/ 433000 w 1782629"/>
                <a:gd name="connsiteY118" fmla="*/ 1196480 h 1640791"/>
                <a:gd name="connsiteX119" fmla="*/ 419538 w 1782629"/>
                <a:gd name="connsiteY119" fmla="*/ 1216165 h 1640791"/>
                <a:gd name="connsiteX120" fmla="*/ 492055 w 1782629"/>
                <a:gd name="connsiteY120" fmla="*/ 1228103 h 1640791"/>
                <a:gd name="connsiteX121" fmla="*/ 455860 w 1782629"/>
                <a:gd name="connsiteY121" fmla="*/ 1252614 h 1640791"/>
                <a:gd name="connsiteX122" fmla="*/ 453193 w 1782629"/>
                <a:gd name="connsiteY122" fmla="*/ 1275474 h 1640791"/>
                <a:gd name="connsiteX123" fmla="*/ 526853 w 1782629"/>
                <a:gd name="connsiteY123" fmla="*/ 1317384 h 1640791"/>
                <a:gd name="connsiteX124" fmla="*/ 527361 w 1782629"/>
                <a:gd name="connsiteY124" fmla="*/ 1464196 h 1640791"/>
                <a:gd name="connsiteX125" fmla="*/ 400615 w 1782629"/>
                <a:gd name="connsiteY125" fmla="*/ 1497343 h 1640791"/>
                <a:gd name="connsiteX126" fmla="*/ 361499 w 1782629"/>
                <a:gd name="connsiteY126" fmla="*/ 1611262 h 1640791"/>
                <a:gd name="connsiteX127" fmla="*/ 590988 w 1782629"/>
                <a:gd name="connsiteY127" fmla="*/ 1616977 h 1640791"/>
                <a:gd name="connsiteX128" fmla="*/ 675698 w 1782629"/>
                <a:gd name="connsiteY128" fmla="*/ 1605674 h 1640791"/>
                <a:gd name="connsiteX129" fmla="*/ 592893 w 1782629"/>
                <a:gd name="connsiteY129" fmla="*/ 1421651 h 1640791"/>
                <a:gd name="connsiteX130" fmla="*/ 572065 w 1782629"/>
                <a:gd name="connsiteY130" fmla="*/ 1330592 h 1640791"/>
                <a:gd name="connsiteX131" fmla="*/ 607244 w 1782629"/>
                <a:gd name="connsiteY131" fmla="*/ 1202068 h 1640791"/>
                <a:gd name="connsiteX132" fmla="*/ 433000 w 1782629"/>
                <a:gd name="connsiteY132" fmla="*/ 1196480 h 1640791"/>
                <a:gd name="connsiteX133" fmla="*/ 416744 w 1782629"/>
                <a:gd name="connsiteY133" fmla="*/ 1310399 h 1640791"/>
                <a:gd name="connsiteX134" fmla="*/ 387788 w 1782629"/>
                <a:gd name="connsiteY134" fmla="*/ 1458736 h 1640791"/>
                <a:gd name="connsiteX135" fmla="*/ 476815 w 1782629"/>
                <a:gd name="connsiteY135" fmla="*/ 1468387 h 1640791"/>
                <a:gd name="connsiteX136" fmla="*/ 520503 w 1782629"/>
                <a:gd name="connsiteY136" fmla="*/ 1369581 h 1640791"/>
                <a:gd name="connsiteX137" fmla="*/ 416744 w 1782629"/>
                <a:gd name="connsiteY137" fmla="*/ 1310399 h 1640791"/>
                <a:gd name="connsiteX138" fmla="*/ 695382 w 1782629"/>
                <a:gd name="connsiteY138" fmla="*/ 1421270 h 1640791"/>
                <a:gd name="connsiteX139" fmla="*/ 694493 w 1782629"/>
                <a:gd name="connsiteY139" fmla="*/ 1466736 h 1640791"/>
                <a:gd name="connsiteX140" fmla="*/ 1551998 w 1782629"/>
                <a:gd name="connsiteY140" fmla="*/ 1466228 h 1640791"/>
                <a:gd name="connsiteX141" fmla="*/ 1554664 w 1782629"/>
                <a:gd name="connsiteY141" fmla="*/ 1421017 h 1640791"/>
                <a:gd name="connsiteX142" fmla="*/ 695382 w 1782629"/>
                <a:gd name="connsiteY142" fmla="*/ 1421270 h 1640791"/>
                <a:gd name="connsiteX0" fmla="*/ 1317682 w 1782629"/>
                <a:gd name="connsiteY0" fmla="*/ 100216 h 1640791"/>
                <a:gd name="connsiteX1" fmla="*/ 1366831 w 1782629"/>
                <a:gd name="connsiteY1" fmla="*/ 1791 h 1640791"/>
                <a:gd name="connsiteX2" fmla="*/ 1453826 w 1782629"/>
                <a:gd name="connsiteY2" fmla="*/ 60973 h 1640791"/>
                <a:gd name="connsiteX3" fmla="*/ 1537138 w 1782629"/>
                <a:gd name="connsiteY3" fmla="*/ 192672 h 1640791"/>
                <a:gd name="connsiteX4" fmla="*/ 1693729 w 1782629"/>
                <a:gd name="connsiteY4" fmla="*/ 194577 h 1640791"/>
                <a:gd name="connsiteX5" fmla="*/ 1780217 w 1782629"/>
                <a:gd name="connsiteY5" fmla="*/ 289319 h 1640791"/>
                <a:gd name="connsiteX6" fmla="*/ 1782629 w 1782629"/>
                <a:gd name="connsiteY6" fmla="*/ 551320 h 1640791"/>
                <a:gd name="connsiteX7" fmla="*/ 1780089 w 1782629"/>
                <a:gd name="connsiteY7" fmla="*/ 745630 h 1640791"/>
                <a:gd name="connsiteX8" fmla="*/ 1743513 w 1782629"/>
                <a:gd name="connsiteY8" fmla="*/ 813956 h 1640791"/>
                <a:gd name="connsiteX9" fmla="*/ 1555680 w 1782629"/>
                <a:gd name="connsiteY9" fmla="*/ 838086 h 1640791"/>
                <a:gd name="connsiteX10" fmla="*/ 1069398 w 1782629"/>
                <a:gd name="connsiteY10" fmla="*/ 841515 h 1640791"/>
                <a:gd name="connsiteX11" fmla="*/ 1017708 w 1782629"/>
                <a:gd name="connsiteY11" fmla="*/ 840118 h 1640791"/>
                <a:gd name="connsiteX12" fmla="*/ 1012374 w 1782629"/>
                <a:gd name="connsiteY12" fmla="*/ 749567 h 1640791"/>
                <a:gd name="connsiteX13" fmla="*/ 936048 w 1782629"/>
                <a:gd name="connsiteY13" fmla="*/ 812051 h 1640791"/>
                <a:gd name="connsiteX14" fmla="*/ 742245 w 1782629"/>
                <a:gd name="connsiteY14" fmla="*/ 984136 h 1640791"/>
                <a:gd name="connsiteX15" fmla="*/ 932492 w 1782629"/>
                <a:gd name="connsiteY15" fmla="*/ 1117359 h 1640791"/>
                <a:gd name="connsiteX16" fmla="*/ 1004881 w 1782629"/>
                <a:gd name="connsiteY16" fmla="*/ 944385 h 1640791"/>
                <a:gd name="connsiteX17" fmla="*/ 1183189 w 1782629"/>
                <a:gd name="connsiteY17" fmla="*/ 940956 h 1640791"/>
                <a:gd name="connsiteX18" fmla="*/ 1620197 w 1782629"/>
                <a:gd name="connsiteY18" fmla="*/ 942734 h 1640791"/>
                <a:gd name="connsiteX19" fmla="*/ 1680522 w 1782629"/>
                <a:gd name="connsiteY19" fmla="*/ 977151 h 1640791"/>
                <a:gd name="connsiteX20" fmla="*/ 1572825 w 1782629"/>
                <a:gd name="connsiteY20" fmla="*/ 1408189 h 1640791"/>
                <a:gd name="connsiteX21" fmla="*/ 1579556 w 1782629"/>
                <a:gd name="connsiteY21" fmla="*/ 1422667 h 1640791"/>
                <a:gd name="connsiteX22" fmla="*/ 1561904 w 1782629"/>
                <a:gd name="connsiteY22" fmla="*/ 1488708 h 1640791"/>
                <a:gd name="connsiteX23" fmla="*/ 1478718 w 1782629"/>
                <a:gd name="connsiteY23" fmla="*/ 1492264 h 1640791"/>
                <a:gd name="connsiteX24" fmla="*/ 704273 w 1782629"/>
                <a:gd name="connsiteY24" fmla="*/ 1491755 h 1640791"/>
                <a:gd name="connsiteX25" fmla="*/ 675189 w 1782629"/>
                <a:gd name="connsiteY25" fmla="*/ 1398030 h 1640791"/>
                <a:gd name="connsiteX26" fmla="*/ 834067 w 1782629"/>
                <a:gd name="connsiteY26" fmla="*/ 1393965 h 1640791"/>
                <a:gd name="connsiteX27" fmla="*/ 789743 w 1782629"/>
                <a:gd name="connsiteY27" fmla="*/ 1031126 h 1640791"/>
                <a:gd name="connsiteX28" fmla="*/ 757612 w 1782629"/>
                <a:gd name="connsiteY28" fmla="*/ 1017156 h 1640791"/>
                <a:gd name="connsiteX29" fmla="*/ 667696 w 1782629"/>
                <a:gd name="connsiteY29" fmla="*/ 997471 h 1640791"/>
                <a:gd name="connsiteX30" fmla="*/ 514788 w 1782629"/>
                <a:gd name="connsiteY30" fmla="*/ 1041032 h 1640791"/>
                <a:gd name="connsiteX31" fmla="*/ 348672 w 1782629"/>
                <a:gd name="connsiteY31" fmla="*/ 997344 h 1640791"/>
                <a:gd name="connsiteX32" fmla="*/ 253295 w 1782629"/>
                <a:gd name="connsiteY32" fmla="*/ 1022871 h 1640791"/>
                <a:gd name="connsiteX33" fmla="*/ 247580 w 1782629"/>
                <a:gd name="connsiteY33" fmla="*/ 1044715 h 1640791"/>
                <a:gd name="connsiteX34" fmla="*/ 210623 w 1782629"/>
                <a:gd name="connsiteY34" fmla="*/ 1304176 h 1640791"/>
                <a:gd name="connsiteX35" fmla="*/ 430206 w 1782629"/>
                <a:gd name="connsiteY35" fmla="*/ 1283730 h 1640791"/>
                <a:gd name="connsiteX36" fmla="*/ 426142 w 1782629"/>
                <a:gd name="connsiteY36" fmla="*/ 1250074 h 1640791"/>
                <a:gd name="connsiteX37" fmla="*/ 411918 w 1782629"/>
                <a:gd name="connsiteY37" fmla="*/ 1176795 h 1640791"/>
                <a:gd name="connsiteX38" fmla="*/ 511994 w 1782629"/>
                <a:gd name="connsiteY38" fmla="*/ 1167651 h 1640791"/>
                <a:gd name="connsiteX39" fmla="*/ 579939 w 1782629"/>
                <a:gd name="connsiteY39" fmla="*/ 1168794 h 1640791"/>
                <a:gd name="connsiteX40" fmla="*/ 629215 w 1782629"/>
                <a:gd name="connsiteY40" fmla="*/ 1203592 h 1640791"/>
                <a:gd name="connsiteX41" fmla="*/ 596957 w 1782629"/>
                <a:gd name="connsiteY41" fmla="*/ 1278522 h 1640791"/>
                <a:gd name="connsiteX42" fmla="*/ 611308 w 1782629"/>
                <a:gd name="connsiteY42" fmla="*/ 1397267 h 1640791"/>
                <a:gd name="connsiteX43" fmla="*/ 697542 w 1782629"/>
                <a:gd name="connsiteY43" fmla="*/ 1573162 h 1640791"/>
                <a:gd name="connsiteX44" fmla="*/ 680650 w 1782629"/>
                <a:gd name="connsiteY44" fmla="*/ 1637805 h 1640791"/>
                <a:gd name="connsiteX45" fmla="*/ 400869 w 1782629"/>
                <a:gd name="connsiteY45" fmla="*/ 1640345 h 1640791"/>
                <a:gd name="connsiteX46" fmla="*/ 339655 w 1782629"/>
                <a:gd name="connsiteY46" fmla="*/ 1620914 h 1640791"/>
                <a:gd name="connsiteX47" fmla="*/ 349053 w 1782629"/>
                <a:gd name="connsiteY47" fmla="*/ 1533665 h 1640791"/>
                <a:gd name="connsiteX48" fmla="*/ 40443 w 1782629"/>
                <a:gd name="connsiteY48" fmla="*/ 1429652 h 1640791"/>
                <a:gd name="connsiteX49" fmla="*/ 94672 w 1782629"/>
                <a:gd name="connsiteY49" fmla="*/ 1141997 h 1640791"/>
                <a:gd name="connsiteX50" fmla="*/ 286061 w 1782629"/>
                <a:gd name="connsiteY50" fmla="*/ 982739 h 1640791"/>
                <a:gd name="connsiteX51" fmla="*/ 194494 w 1782629"/>
                <a:gd name="connsiteY51" fmla="*/ 928764 h 1640791"/>
                <a:gd name="connsiteX52" fmla="*/ 101276 w 1782629"/>
                <a:gd name="connsiteY52" fmla="*/ 814083 h 1640791"/>
                <a:gd name="connsiteX53" fmla="*/ 43110 w 1782629"/>
                <a:gd name="connsiteY53" fmla="*/ 780936 h 1640791"/>
                <a:gd name="connsiteX54" fmla="*/ 21393 w 1782629"/>
                <a:gd name="connsiteY54" fmla="*/ 558051 h 1640791"/>
                <a:gd name="connsiteX55" fmla="*/ 92132 w 1782629"/>
                <a:gd name="connsiteY55" fmla="*/ 500266 h 1640791"/>
                <a:gd name="connsiteX56" fmla="*/ 317938 w 1782629"/>
                <a:gd name="connsiteY56" fmla="*/ 295669 h 1640791"/>
                <a:gd name="connsiteX57" fmla="*/ 696271 w 1782629"/>
                <a:gd name="connsiteY57" fmla="*/ 286398 h 1640791"/>
                <a:gd name="connsiteX58" fmla="*/ 828732 w 1782629"/>
                <a:gd name="connsiteY58" fmla="*/ 361963 h 1640791"/>
                <a:gd name="connsiteX59" fmla="*/ 943540 w 1782629"/>
                <a:gd name="connsiteY59" fmla="*/ 504457 h 1640791"/>
                <a:gd name="connsiteX60" fmla="*/ 1016057 w 1782629"/>
                <a:gd name="connsiteY60" fmla="*/ 557670 h 1640791"/>
                <a:gd name="connsiteX61" fmla="*/ 1012248 w 1782629"/>
                <a:gd name="connsiteY61" fmla="*/ 326530 h 1640791"/>
                <a:gd name="connsiteX62" fmla="*/ 1060380 w 1782629"/>
                <a:gd name="connsiteY62" fmla="*/ 210198 h 1640791"/>
                <a:gd name="connsiteX63" fmla="*/ 1149026 w 1782629"/>
                <a:gd name="connsiteY63" fmla="*/ 192926 h 1640791"/>
                <a:gd name="connsiteX64" fmla="*/ 1512373 w 1782629"/>
                <a:gd name="connsiteY64" fmla="*/ 192418 h 1640791"/>
                <a:gd name="connsiteX65" fmla="*/ 1456112 w 1782629"/>
                <a:gd name="connsiteY65" fmla="*/ 88405 h 1640791"/>
                <a:gd name="connsiteX66" fmla="*/ 1317682 w 1782629"/>
                <a:gd name="connsiteY66" fmla="*/ 100216 h 1640791"/>
                <a:gd name="connsiteX67" fmla="*/ 1368482 w 1782629"/>
                <a:gd name="connsiteY67" fmla="*/ 25794 h 1640791"/>
                <a:gd name="connsiteX68" fmla="*/ 1368482 w 1782629"/>
                <a:gd name="connsiteY68" fmla="*/ 25794 h 1640791"/>
                <a:gd name="connsiteX69" fmla="*/ 1035107 w 1782629"/>
                <a:gd name="connsiteY69" fmla="*/ 300749 h 1640791"/>
                <a:gd name="connsiteX70" fmla="*/ 1034345 w 1782629"/>
                <a:gd name="connsiteY70" fmla="*/ 816369 h 1640791"/>
                <a:gd name="connsiteX71" fmla="*/ 1670361 w 1782629"/>
                <a:gd name="connsiteY71" fmla="*/ 814210 h 1640791"/>
                <a:gd name="connsiteX72" fmla="*/ 1759135 w 1782629"/>
                <a:gd name="connsiteY72" fmla="*/ 721373 h 1640791"/>
                <a:gd name="connsiteX73" fmla="*/ 1758880 w 1782629"/>
                <a:gd name="connsiteY73" fmla="*/ 301384 h 1640791"/>
                <a:gd name="connsiteX74" fmla="*/ 1683188 w 1782629"/>
                <a:gd name="connsiteY74" fmla="*/ 218453 h 1640791"/>
                <a:gd name="connsiteX75" fmla="*/ 1110037 w 1782629"/>
                <a:gd name="connsiteY75" fmla="*/ 218580 h 1640791"/>
                <a:gd name="connsiteX76" fmla="*/ 1035107 w 1782629"/>
                <a:gd name="connsiteY76" fmla="*/ 300749 h 1640791"/>
                <a:gd name="connsiteX77" fmla="*/ 268027 w 1782629"/>
                <a:gd name="connsiteY77" fmla="*/ 347866 h 1640791"/>
                <a:gd name="connsiteX78" fmla="*/ 98482 w 1782629"/>
                <a:gd name="connsiteY78" fmla="*/ 586753 h 1640791"/>
                <a:gd name="connsiteX79" fmla="*/ 96450 w 1782629"/>
                <a:gd name="connsiteY79" fmla="*/ 588912 h 1640791"/>
                <a:gd name="connsiteX80" fmla="*/ 202114 w 1782629"/>
                <a:gd name="connsiteY80" fmla="*/ 901713 h 1640791"/>
                <a:gd name="connsiteX81" fmla="*/ 388042 w 1782629"/>
                <a:gd name="connsiteY81" fmla="*/ 972706 h 1640791"/>
                <a:gd name="connsiteX82" fmla="*/ 691954 w 1782629"/>
                <a:gd name="connsiteY82" fmla="*/ 970166 h 1640791"/>
                <a:gd name="connsiteX83" fmla="*/ 940746 w 1782629"/>
                <a:gd name="connsiteY83" fmla="*/ 682765 h 1640791"/>
                <a:gd name="connsiteX84" fmla="*/ 834574 w 1782629"/>
                <a:gd name="connsiteY84" fmla="*/ 399809 h 1640791"/>
                <a:gd name="connsiteX85" fmla="*/ 509708 w 1782629"/>
                <a:gd name="connsiteY85" fmla="*/ 294780 h 1640791"/>
                <a:gd name="connsiteX86" fmla="*/ 268027 w 1782629"/>
                <a:gd name="connsiteY86" fmla="*/ 347866 h 1640791"/>
                <a:gd name="connsiteX87" fmla="*/ 82480 w 1782629"/>
                <a:gd name="connsiteY87" fmla="*/ 779666 h 1640791"/>
                <a:gd name="connsiteX88" fmla="*/ 77146 w 1782629"/>
                <a:gd name="connsiteY88" fmla="*/ 528206 h 1640791"/>
                <a:gd name="connsiteX89" fmla="*/ 82480 w 1782629"/>
                <a:gd name="connsiteY89" fmla="*/ 779666 h 1640791"/>
                <a:gd name="connsiteX90" fmla="*/ 950144 w 1782629"/>
                <a:gd name="connsiteY90" fmla="*/ 526682 h 1640791"/>
                <a:gd name="connsiteX91" fmla="*/ 946969 w 1782629"/>
                <a:gd name="connsiteY91" fmla="*/ 782460 h 1640791"/>
                <a:gd name="connsiteX92" fmla="*/ 950144 w 1782629"/>
                <a:gd name="connsiteY92" fmla="*/ 526682 h 1640791"/>
                <a:gd name="connsiteX93" fmla="*/ 998912 w 1782629"/>
                <a:gd name="connsiteY93" fmla="*/ 973341 h 1640791"/>
                <a:gd name="connsiteX94" fmla="*/ 967670 w 1782629"/>
                <a:gd name="connsiteY94" fmla="*/ 1065289 h 1640791"/>
                <a:gd name="connsiteX95" fmla="*/ 900361 w 1782629"/>
                <a:gd name="connsiteY95" fmla="*/ 1393965 h 1640791"/>
                <a:gd name="connsiteX96" fmla="*/ 1554792 w 1782629"/>
                <a:gd name="connsiteY96" fmla="*/ 1393965 h 1640791"/>
                <a:gd name="connsiteX97" fmla="*/ 1650804 w 1782629"/>
                <a:gd name="connsiteY97" fmla="*/ 970547 h 1640791"/>
                <a:gd name="connsiteX98" fmla="*/ 1060254 w 1782629"/>
                <a:gd name="connsiteY98" fmla="*/ 968769 h 1640791"/>
                <a:gd name="connsiteX99" fmla="*/ 998912 w 1782629"/>
                <a:gd name="connsiteY99" fmla="*/ 973341 h 1640791"/>
                <a:gd name="connsiteX100" fmla="*/ 436175 w 1782629"/>
                <a:gd name="connsiteY100" fmla="*/ 996582 h 1640791"/>
                <a:gd name="connsiteX101" fmla="*/ 593528 w 1782629"/>
                <a:gd name="connsiteY101" fmla="*/ 996328 h 1640791"/>
                <a:gd name="connsiteX102" fmla="*/ 436175 w 1782629"/>
                <a:gd name="connsiteY102" fmla="*/ 996582 h 1640791"/>
                <a:gd name="connsiteX103" fmla="*/ 50857 w 1782629"/>
                <a:gd name="connsiteY103" fmla="*/ 1343927 h 1640791"/>
                <a:gd name="connsiteX104" fmla="*/ 73336 w 1782629"/>
                <a:gd name="connsiteY104" fmla="*/ 1440447 h 1640791"/>
                <a:gd name="connsiteX105" fmla="*/ 363912 w 1782629"/>
                <a:gd name="connsiteY105" fmla="*/ 1511059 h 1640791"/>
                <a:gd name="connsiteX106" fmla="*/ 380168 w 1782629"/>
                <a:gd name="connsiteY106" fmla="*/ 1482230 h 1640791"/>
                <a:gd name="connsiteX107" fmla="*/ 362515 w 1782629"/>
                <a:gd name="connsiteY107" fmla="*/ 1313574 h 1640791"/>
                <a:gd name="connsiteX108" fmla="*/ 140011 w 1782629"/>
                <a:gd name="connsiteY108" fmla="*/ 1331481 h 1640791"/>
                <a:gd name="connsiteX109" fmla="*/ 185731 w 1782629"/>
                <a:gd name="connsiteY109" fmla="*/ 1304430 h 1640791"/>
                <a:gd name="connsiteX110" fmla="*/ 220910 w 1782629"/>
                <a:gd name="connsiteY110" fmla="*/ 1039127 h 1640791"/>
                <a:gd name="connsiteX111" fmla="*/ 50857 w 1782629"/>
                <a:gd name="connsiteY111" fmla="*/ 1343927 h 1640791"/>
                <a:gd name="connsiteX112" fmla="*/ 825049 w 1782629"/>
                <a:gd name="connsiteY112" fmla="*/ 1048780 h 1640791"/>
                <a:gd name="connsiteX113" fmla="*/ 857307 w 1782629"/>
                <a:gd name="connsiteY113" fmla="*/ 1393965 h 1640791"/>
                <a:gd name="connsiteX114" fmla="*/ 875468 w 1782629"/>
                <a:gd name="connsiteY114" fmla="*/ 1393965 h 1640791"/>
                <a:gd name="connsiteX115" fmla="*/ 922331 w 1782629"/>
                <a:gd name="connsiteY115" fmla="*/ 1151142 h 1640791"/>
                <a:gd name="connsiteX116" fmla="*/ 825049 w 1782629"/>
                <a:gd name="connsiteY116" fmla="*/ 1048780 h 1640791"/>
                <a:gd name="connsiteX117" fmla="*/ 433000 w 1782629"/>
                <a:gd name="connsiteY117" fmla="*/ 1196480 h 1640791"/>
                <a:gd name="connsiteX118" fmla="*/ 419538 w 1782629"/>
                <a:gd name="connsiteY118" fmla="*/ 1216165 h 1640791"/>
                <a:gd name="connsiteX119" fmla="*/ 492055 w 1782629"/>
                <a:gd name="connsiteY119" fmla="*/ 1228103 h 1640791"/>
                <a:gd name="connsiteX120" fmla="*/ 455860 w 1782629"/>
                <a:gd name="connsiteY120" fmla="*/ 1252614 h 1640791"/>
                <a:gd name="connsiteX121" fmla="*/ 453193 w 1782629"/>
                <a:gd name="connsiteY121" fmla="*/ 1275474 h 1640791"/>
                <a:gd name="connsiteX122" fmla="*/ 526853 w 1782629"/>
                <a:gd name="connsiteY122" fmla="*/ 1317384 h 1640791"/>
                <a:gd name="connsiteX123" fmla="*/ 527361 w 1782629"/>
                <a:gd name="connsiteY123" fmla="*/ 1464196 h 1640791"/>
                <a:gd name="connsiteX124" fmla="*/ 400615 w 1782629"/>
                <a:gd name="connsiteY124" fmla="*/ 1497343 h 1640791"/>
                <a:gd name="connsiteX125" fmla="*/ 361499 w 1782629"/>
                <a:gd name="connsiteY125" fmla="*/ 1611262 h 1640791"/>
                <a:gd name="connsiteX126" fmla="*/ 590988 w 1782629"/>
                <a:gd name="connsiteY126" fmla="*/ 1616977 h 1640791"/>
                <a:gd name="connsiteX127" fmla="*/ 675698 w 1782629"/>
                <a:gd name="connsiteY127" fmla="*/ 1605674 h 1640791"/>
                <a:gd name="connsiteX128" fmla="*/ 592893 w 1782629"/>
                <a:gd name="connsiteY128" fmla="*/ 1421651 h 1640791"/>
                <a:gd name="connsiteX129" fmla="*/ 572065 w 1782629"/>
                <a:gd name="connsiteY129" fmla="*/ 1330592 h 1640791"/>
                <a:gd name="connsiteX130" fmla="*/ 607244 w 1782629"/>
                <a:gd name="connsiteY130" fmla="*/ 1202068 h 1640791"/>
                <a:gd name="connsiteX131" fmla="*/ 433000 w 1782629"/>
                <a:gd name="connsiteY131" fmla="*/ 1196480 h 1640791"/>
                <a:gd name="connsiteX132" fmla="*/ 416744 w 1782629"/>
                <a:gd name="connsiteY132" fmla="*/ 1310399 h 1640791"/>
                <a:gd name="connsiteX133" fmla="*/ 387788 w 1782629"/>
                <a:gd name="connsiteY133" fmla="*/ 1458736 h 1640791"/>
                <a:gd name="connsiteX134" fmla="*/ 476815 w 1782629"/>
                <a:gd name="connsiteY134" fmla="*/ 1468387 h 1640791"/>
                <a:gd name="connsiteX135" fmla="*/ 520503 w 1782629"/>
                <a:gd name="connsiteY135" fmla="*/ 1369581 h 1640791"/>
                <a:gd name="connsiteX136" fmla="*/ 416744 w 1782629"/>
                <a:gd name="connsiteY136" fmla="*/ 1310399 h 1640791"/>
                <a:gd name="connsiteX137" fmla="*/ 695382 w 1782629"/>
                <a:gd name="connsiteY137" fmla="*/ 1421270 h 1640791"/>
                <a:gd name="connsiteX138" fmla="*/ 694493 w 1782629"/>
                <a:gd name="connsiteY138" fmla="*/ 1466736 h 1640791"/>
                <a:gd name="connsiteX139" fmla="*/ 1551998 w 1782629"/>
                <a:gd name="connsiteY139" fmla="*/ 1466228 h 1640791"/>
                <a:gd name="connsiteX140" fmla="*/ 1554664 w 1782629"/>
                <a:gd name="connsiteY140" fmla="*/ 1421017 h 1640791"/>
                <a:gd name="connsiteX141" fmla="*/ 695382 w 1782629"/>
                <a:gd name="connsiteY141" fmla="*/ 1421270 h 1640791"/>
                <a:gd name="connsiteX0" fmla="*/ 1317682 w 1782629"/>
                <a:gd name="connsiteY0" fmla="*/ 100216 h 1640791"/>
                <a:gd name="connsiteX1" fmla="*/ 1366831 w 1782629"/>
                <a:gd name="connsiteY1" fmla="*/ 1791 h 1640791"/>
                <a:gd name="connsiteX2" fmla="*/ 1453826 w 1782629"/>
                <a:gd name="connsiteY2" fmla="*/ 60973 h 1640791"/>
                <a:gd name="connsiteX3" fmla="*/ 1537138 w 1782629"/>
                <a:gd name="connsiteY3" fmla="*/ 192672 h 1640791"/>
                <a:gd name="connsiteX4" fmla="*/ 1693729 w 1782629"/>
                <a:gd name="connsiteY4" fmla="*/ 194577 h 1640791"/>
                <a:gd name="connsiteX5" fmla="*/ 1780217 w 1782629"/>
                <a:gd name="connsiteY5" fmla="*/ 289319 h 1640791"/>
                <a:gd name="connsiteX6" fmla="*/ 1782629 w 1782629"/>
                <a:gd name="connsiteY6" fmla="*/ 551320 h 1640791"/>
                <a:gd name="connsiteX7" fmla="*/ 1780089 w 1782629"/>
                <a:gd name="connsiteY7" fmla="*/ 745630 h 1640791"/>
                <a:gd name="connsiteX8" fmla="*/ 1743513 w 1782629"/>
                <a:gd name="connsiteY8" fmla="*/ 813956 h 1640791"/>
                <a:gd name="connsiteX9" fmla="*/ 1555680 w 1782629"/>
                <a:gd name="connsiteY9" fmla="*/ 838086 h 1640791"/>
                <a:gd name="connsiteX10" fmla="*/ 1069398 w 1782629"/>
                <a:gd name="connsiteY10" fmla="*/ 841515 h 1640791"/>
                <a:gd name="connsiteX11" fmla="*/ 1017708 w 1782629"/>
                <a:gd name="connsiteY11" fmla="*/ 840118 h 1640791"/>
                <a:gd name="connsiteX12" fmla="*/ 1012374 w 1782629"/>
                <a:gd name="connsiteY12" fmla="*/ 749567 h 1640791"/>
                <a:gd name="connsiteX13" fmla="*/ 936048 w 1782629"/>
                <a:gd name="connsiteY13" fmla="*/ 812051 h 1640791"/>
                <a:gd name="connsiteX14" fmla="*/ 742245 w 1782629"/>
                <a:gd name="connsiteY14" fmla="*/ 984136 h 1640791"/>
                <a:gd name="connsiteX15" fmla="*/ 932492 w 1782629"/>
                <a:gd name="connsiteY15" fmla="*/ 1117359 h 1640791"/>
                <a:gd name="connsiteX16" fmla="*/ 1004881 w 1782629"/>
                <a:gd name="connsiteY16" fmla="*/ 944385 h 1640791"/>
                <a:gd name="connsiteX17" fmla="*/ 1183189 w 1782629"/>
                <a:gd name="connsiteY17" fmla="*/ 940956 h 1640791"/>
                <a:gd name="connsiteX18" fmla="*/ 1620197 w 1782629"/>
                <a:gd name="connsiteY18" fmla="*/ 942734 h 1640791"/>
                <a:gd name="connsiteX19" fmla="*/ 1680522 w 1782629"/>
                <a:gd name="connsiteY19" fmla="*/ 977151 h 1640791"/>
                <a:gd name="connsiteX20" fmla="*/ 1572825 w 1782629"/>
                <a:gd name="connsiteY20" fmla="*/ 1408189 h 1640791"/>
                <a:gd name="connsiteX21" fmla="*/ 1579556 w 1782629"/>
                <a:gd name="connsiteY21" fmla="*/ 1422667 h 1640791"/>
                <a:gd name="connsiteX22" fmla="*/ 1561904 w 1782629"/>
                <a:gd name="connsiteY22" fmla="*/ 1488708 h 1640791"/>
                <a:gd name="connsiteX23" fmla="*/ 1478718 w 1782629"/>
                <a:gd name="connsiteY23" fmla="*/ 1492264 h 1640791"/>
                <a:gd name="connsiteX24" fmla="*/ 704273 w 1782629"/>
                <a:gd name="connsiteY24" fmla="*/ 1491755 h 1640791"/>
                <a:gd name="connsiteX25" fmla="*/ 675189 w 1782629"/>
                <a:gd name="connsiteY25" fmla="*/ 1398030 h 1640791"/>
                <a:gd name="connsiteX26" fmla="*/ 834067 w 1782629"/>
                <a:gd name="connsiteY26" fmla="*/ 1393965 h 1640791"/>
                <a:gd name="connsiteX27" fmla="*/ 789743 w 1782629"/>
                <a:gd name="connsiteY27" fmla="*/ 1031126 h 1640791"/>
                <a:gd name="connsiteX28" fmla="*/ 757612 w 1782629"/>
                <a:gd name="connsiteY28" fmla="*/ 1017156 h 1640791"/>
                <a:gd name="connsiteX29" fmla="*/ 667696 w 1782629"/>
                <a:gd name="connsiteY29" fmla="*/ 997471 h 1640791"/>
                <a:gd name="connsiteX30" fmla="*/ 514788 w 1782629"/>
                <a:gd name="connsiteY30" fmla="*/ 1041032 h 1640791"/>
                <a:gd name="connsiteX31" fmla="*/ 348672 w 1782629"/>
                <a:gd name="connsiteY31" fmla="*/ 997344 h 1640791"/>
                <a:gd name="connsiteX32" fmla="*/ 253295 w 1782629"/>
                <a:gd name="connsiteY32" fmla="*/ 1022871 h 1640791"/>
                <a:gd name="connsiteX33" fmla="*/ 247580 w 1782629"/>
                <a:gd name="connsiteY33" fmla="*/ 1044715 h 1640791"/>
                <a:gd name="connsiteX34" fmla="*/ 210623 w 1782629"/>
                <a:gd name="connsiteY34" fmla="*/ 1304176 h 1640791"/>
                <a:gd name="connsiteX35" fmla="*/ 430206 w 1782629"/>
                <a:gd name="connsiteY35" fmla="*/ 1283730 h 1640791"/>
                <a:gd name="connsiteX36" fmla="*/ 426142 w 1782629"/>
                <a:gd name="connsiteY36" fmla="*/ 1250074 h 1640791"/>
                <a:gd name="connsiteX37" fmla="*/ 411918 w 1782629"/>
                <a:gd name="connsiteY37" fmla="*/ 1176795 h 1640791"/>
                <a:gd name="connsiteX38" fmla="*/ 511994 w 1782629"/>
                <a:gd name="connsiteY38" fmla="*/ 1167651 h 1640791"/>
                <a:gd name="connsiteX39" fmla="*/ 579939 w 1782629"/>
                <a:gd name="connsiteY39" fmla="*/ 1168794 h 1640791"/>
                <a:gd name="connsiteX40" fmla="*/ 629215 w 1782629"/>
                <a:gd name="connsiteY40" fmla="*/ 1203592 h 1640791"/>
                <a:gd name="connsiteX41" fmla="*/ 596957 w 1782629"/>
                <a:gd name="connsiteY41" fmla="*/ 1278522 h 1640791"/>
                <a:gd name="connsiteX42" fmla="*/ 611308 w 1782629"/>
                <a:gd name="connsiteY42" fmla="*/ 1397267 h 1640791"/>
                <a:gd name="connsiteX43" fmla="*/ 697542 w 1782629"/>
                <a:gd name="connsiteY43" fmla="*/ 1573162 h 1640791"/>
                <a:gd name="connsiteX44" fmla="*/ 680650 w 1782629"/>
                <a:gd name="connsiteY44" fmla="*/ 1637805 h 1640791"/>
                <a:gd name="connsiteX45" fmla="*/ 400869 w 1782629"/>
                <a:gd name="connsiteY45" fmla="*/ 1640345 h 1640791"/>
                <a:gd name="connsiteX46" fmla="*/ 339655 w 1782629"/>
                <a:gd name="connsiteY46" fmla="*/ 1620914 h 1640791"/>
                <a:gd name="connsiteX47" fmla="*/ 349053 w 1782629"/>
                <a:gd name="connsiteY47" fmla="*/ 1533665 h 1640791"/>
                <a:gd name="connsiteX48" fmla="*/ 40443 w 1782629"/>
                <a:gd name="connsiteY48" fmla="*/ 1429652 h 1640791"/>
                <a:gd name="connsiteX49" fmla="*/ 94672 w 1782629"/>
                <a:gd name="connsiteY49" fmla="*/ 1141997 h 1640791"/>
                <a:gd name="connsiteX50" fmla="*/ 286061 w 1782629"/>
                <a:gd name="connsiteY50" fmla="*/ 982739 h 1640791"/>
                <a:gd name="connsiteX51" fmla="*/ 194494 w 1782629"/>
                <a:gd name="connsiteY51" fmla="*/ 928764 h 1640791"/>
                <a:gd name="connsiteX52" fmla="*/ 101276 w 1782629"/>
                <a:gd name="connsiteY52" fmla="*/ 814083 h 1640791"/>
                <a:gd name="connsiteX53" fmla="*/ 43110 w 1782629"/>
                <a:gd name="connsiteY53" fmla="*/ 780936 h 1640791"/>
                <a:gd name="connsiteX54" fmla="*/ 21393 w 1782629"/>
                <a:gd name="connsiteY54" fmla="*/ 558051 h 1640791"/>
                <a:gd name="connsiteX55" fmla="*/ 92132 w 1782629"/>
                <a:gd name="connsiteY55" fmla="*/ 500266 h 1640791"/>
                <a:gd name="connsiteX56" fmla="*/ 317938 w 1782629"/>
                <a:gd name="connsiteY56" fmla="*/ 295669 h 1640791"/>
                <a:gd name="connsiteX57" fmla="*/ 696271 w 1782629"/>
                <a:gd name="connsiteY57" fmla="*/ 286398 h 1640791"/>
                <a:gd name="connsiteX58" fmla="*/ 828732 w 1782629"/>
                <a:gd name="connsiteY58" fmla="*/ 361963 h 1640791"/>
                <a:gd name="connsiteX59" fmla="*/ 943540 w 1782629"/>
                <a:gd name="connsiteY59" fmla="*/ 504457 h 1640791"/>
                <a:gd name="connsiteX60" fmla="*/ 1016057 w 1782629"/>
                <a:gd name="connsiteY60" fmla="*/ 557670 h 1640791"/>
                <a:gd name="connsiteX61" fmla="*/ 1012248 w 1782629"/>
                <a:gd name="connsiteY61" fmla="*/ 326530 h 1640791"/>
                <a:gd name="connsiteX62" fmla="*/ 1060380 w 1782629"/>
                <a:gd name="connsiteY62" fmla="*/ 210198 h 1640791"/>
                <a:gd name="connsiteX63" fmla="*/ 1149026 w 1782629"/>
                <a:gd name="connsiteY63" fmla="*/ 192926 h 1640791"/>
                <a:gd name="connsiteX64" fmla="*/ 1512373 w 1782629"/>
                <a:gd name="connsiteY64" fmla="*/ 192418 h 1640791"/>
                <a:gd name="connsiteX65" fmla="*/ 1317682 w 1782629"/>
                <a:gd name="connsiteY65" fmla="*/ 100216 h 1640791"/>
                <a:gd name="connsiteX66" fmla="*/ 1368482 w 1782629"/>
                <a:gd name="connsiteY66" fmla="*/ 25794 h 1640791"/>
                <a:gd name="connsiteX67" fmla="*/ 1368482 w 1782629"/>
                <a:gd name="connsiteY67" fmla="*/ 25794 h 1640791"/>
                <a:gd name="connsiteX68" fmla="*/ 1035107 w 1782629"/>
                <a:gd name="connsiteY68" fmla="*/ 300749 h 1640791"/>
                <a:gd name="connsiteX69" fmla="*/ 1034345 w 1782629"/>
                <a:gd name="connsiteY69" fmla="*/ 816369 h 1640791"/>
                <a:gd name="connsiteX70" fmla="*/ 1670361 w 1782629"/>
                <a:gd name="connsiteY70" fmla="*/ 814210 h 1640791"/>
                <a:gd name="connsiteX71" fmla="*/ 1759135 w 1782629"/>
                <a:gd name="connsiteY71" fmla="*/ 721373 h 1640791"/>
                <a:gd name="connsiteX72" fmla="*/ 1758880 w 1782629"/>
                <a:gd name="connsiteY72" fmla="*/ 301384 h 1640791"/>
                <a:gd name="connsiteX73" fmla="*/ 1683188 w 1782629"/>
                <a:gd name="connsiteY73" fmla="*/ 218453 h 1640791"/>
                <a:gd name="connsiteX74" fmla="*/ 1110037 w 1782629"/>
                <a:gd name="connsiteY74" fmla="*/ 218580 h 1640791"/>
                <a:gd name="connsiteX75" fmla="*/ 1035107 w 1782629"/>
                <a:gd name="connsiteY75" fmla="*/ 300749 h 1640791"/>
                <a:gd name="connsiteX76" fmla="*/ 268027 w 1782629"/>
                <a:gd name="connsiteY76" fmla="*/ 347866 h 1640791"/>
                <a:gd name="connsiteX77" fmla="*/ 98482 w 1782629"/>
                <a:gd name="connsiteY77" fmla="*/ 586753 h 1640791"/>
                <a:gd name="connsiteX78" fmla="*/ 96450 w 1782629"/>
                <a:gd name="connsiteY78" fmla="*/ 588912 h 1640791"/>
                <a:gd name="connsiteX79" fmla="*/ 202114 w 1782629"/>
                <a:gd name="connsiteY79" fmla="*/ 901713 h 1640791"/>
                <a:gd name="connsiteX80" fmla="*/ 388042 w 1782629"/>
                <a:gd name="connsiteY80" fmla="*/ 972706 h 1640791"/>
                <a:gd name="connsiteX81" fmla="*/ 691954 w 1782629"/>
                <a:gd name="connsiteY81" fmla="*/ 970166 h 1640791"/>
                <a:gd name="connsiteX82" fmla="*/ 940746 w 1782629"/>
                <a:gd name="connsiteY82" fmla="*/ 682765 h 1640791"/>
                <a:gd name="connsiteX83" fmla="*/ 834574 w 1782629"/>
                <a:gd name="connsiteY83" fmla="*/ 399809 h 1640791"/>
                <a:gd name="connsiteX84" fmla="*/ 509708 w 1782629"/>
                <a:gd name="connsiteY84" fmla="*/ 294780 h 1640791"/>
                <a:gd name="connsiteX85" fmla="*/ 268027 w 1782629"/>
                <a:gd name="connsiteY85" fmla="*/ 347866 h 1640791"/>
                <a:gd name="connsiteX86" fmla="*/ 82480 w 1782629"/>
                <a:gd name="connsiteY86" fmla="*/ 779666 h 1640791"/>
                <a:gd name="connsiteX87" fmla="*/ 77146 w 1782629"/>
                <a:gd name="connsiteY87" fmla="*/ 528206 h 1640791"/>
                <a:gd name="connsiteX88" fmla="*/ 82480 w 1782629"/>
                <a:gd name="connsiteY88" fmla="*/ 779666 h 1640791"/>
                <a:gd name="connsiteX89" fmla="*/ 950144 w 1782629"/>
                <a:gd name="connsiteY89" fmla="*/ 526682 h 1640791"/>
                <a:gd name="connsiteX90" fmla="*/ 946969 w 1782629"/>
                <a:gd name="connsiteY90" fmla="*/ 782460 h 1640791"/>
                <a:gd name="connsiteX91" fmla="*/ 950144 w 1782629"/>
                <a:gd name="connsiteY91" fmla="*/ 526682 h 1640791"/>
                <a:gd name="connsiteX92" fmla="*/ 998912 w 1782629"/>
                <a:gd name="connsiteY92" fmla="*/ 973341 h 1640791"/>
                <a:gd name="connsiteX93" fmla="*/ 967670 w 1782629"/>
                <a:gd name="connsiteY93" fmla="*/ 1065289 h 1640791"/>
                <a:gd name="connsiteX94" fmla="*/ 900361 w 1782629"/>
                <a:gd name="connsiteY94" fmla="*/ 1393965 h 1640791"/>
                <a:gd name="connsiteX95" fmla="*/ 1554792 w 1782629"/>
                <a:gd name="connsiteY95" fmla="*/ 1393965 h 1640791"/>
                <a:gd name="connsiteX96" fmla="*/ 1650804 w 1782629"/>
                <a:gd name="connsiteY96" fmla="*/ 970547 h 1640791"/>
                <a:gd name="connsiteX97" fmla="*/ 1060254 w 1782629"/>
                <a:gd name="connsiteY97" fmla="*/ 968769 h 1640791"/>
                <a:gd name="connsiteX98" fmla="*/ 998912 w 1782629"/>
                <a:gd name="connsiteY98" fmla="*/ 973341 h 1640791"/>
                <a:gd name="connsiteX99" fmla="*/ 436175 w 1782629"/>
                <a:gd name="connsiteY99" fmla="*/ 996582 h 1640791"/>
                <a:gd name="connsiteX100" fmla="*/ 593528 w 1782629"/>
                <a:gd name="connsiteY100" fmla="*/ 996328 h 1640791"/>
                <a:gd name="connsiteX101" fmla="*/ 436175 w 1782629"/>
                <a:gd name="connsiteY101" fmla="*/ 996582 h 1640791"/>
                <a:gd name="connsiteX102" fmla="*/ 50857 w 1782629"/>
                <a:gd name="connsiteY102" fmla="*/ 1343927 h 1640791"/>
                <a:gd name="connsiteX103" fmla="*/ 73336 w 1782629"/>
                <a:gd name="connsiteY103" fmla="*/ 1440447 h 1640791"/>
                <a:gd name="connsiteX104" fmla="*/ 363912 w 1782629"/>
                <a:gd name="connsiteY104" fmla="*/ 1511059 h 1640791"/>
                <a:gd name="connsiteX105" fmla="*/ 380168 w 1782629"/>
                <a:gd name="connsiteY105" fmla="*/ 1482230 h 1640791"/>
                <a:gd name="connsiteX106" fmla="*/ 362515 w 1782629"/>
                <a:gd name="connsiteY106" fmla="*/ 1313574 h 1640791"/>
                <a:gd name="connsiteX107" fmla="*/ 140011 w 1782629"/>
                <a:gd name="connsiteY107" fmla="*/ 1331481 h 1640791"/>
                <a:gd name="connsiteX108" fmla="*/ 185731 w 1782629"/>
                <a:gd name="connsiteY108" fmla="*/ 1304430 h 1640791"/>
                <a:gd name="connsiteX109" fmla="*/ 220910 w 1782629"/>
                <a:gd name="connsiteY109" fmla="*/ 1039127 h 1640791"/>
                <a:gd name="connsiteX110" fmla="*/ 50857 w 1782629"/>
                <a:gd name="connsiteY110" fmla="*/ 1343927 h 1640791"/>
                <a:gd name="connsiteX111" fmla="*/ 825049 w 1782629"/>
                <a:gd name="connsiteY111" fmla="*/ 1048780 h 1640791"/>
                <a:gd name="connsiteX112" fmla="*/ 857307 w 1782629"/>
                <a:gd name="connsiteY112" fmla="*/ 1393965 h 1640791"/>
                <a:gd name="connsiteX113" fmla="*/ 875468 w 1782629"/>
                <a:gd name="connsiteY113" fmla="*/ 1393965 h 1640791"/>
                <a:gd name="connsiteX114" fmla="*/ 922331 w 1782629"/>
                <a:gd name="connsiteY114" fmla="*/ 1151142 h 1640791"/>
                <a:gd name="connsiteX115" fmla="*/ 825049 w 1782629"/>
                <a:gd name="connsiteY115" fmla="*/ 1048780 h 1640791"/>
                <a:gd name="connsiteX116" fmla="*/ 433000 w 1782629"/>
                <a:gd name="connsiteY116" fmla="*/ 1196480 h 1640791"/>
                <a:gd name="connsiteX117" fmla="*/ 419538 w 1782629"/>
                <a:gd name="connsiteY117" fmla="*/ 1216165 h 1640791"/>
                <a:gd name="connsiteX118" fmla="*/ 492055 w 1782629"/>
                <a:gd name="connsiteY118" fmla="*/ 1228103 h 1640791"/>
                <a:gd name="connsiteX119" fmla="*/ 455860 w 1782629"/>
                <a:gd name="connsiteY119" fmla="*/ 1252614 h 1640791"/>
                <a:gd name="connsiteX120" fmla="*/ 453193 w 1782629"/>
                <a:gd name="connsiteY120" fmla="*/ 1275474 h 1640791"/>
                <a:gd name="connsiteX121" fmla="*/ 526853 w 1782629"/>
                <a:gd name="connsiteY121" fmla="*/ 1317384 h 1640791"/>
                <a:gd name="connsiteX122" fmla="*/ 527361 w 1782629"/>
                <a:gd name="connsiteY122" fmla="*/ 1464196 h 1640791"/>
                <a:gd name="connsiteX123" fmla="*/ 400615 w 1782629"/>
                <a:gd name="connsiteY123" fmla="*/ 1497343 h 1640791"/>
                <a:gd name="connsiteX124" fmla="*/ 361499 w 1782629"/>
                <a:gd name="connsiteY124" fmla="*/ 1611262 h 1640791"/>
                <a:gd name="connsiteX125" fmla="*/ 590988 w 1782629"/>
                <a:gd name="connsiteY125" fmla="*/ 1616977 h 1640791"/>
                <a:gd name="connsiteX126" fmla="*/ 675698 w 1782629"/>
                <a:gd name="connsiteY126" fmla="*/ 1605674 h 1640791"/>
                <a:gd name="connsiteX127" fmla="*/ 592893 w 1782629"/>
                <a:gd name="connsiteY127" fmla="*/ 1421651 h 1640791"/>
                <a:gd name="connsiteX128" fmla="*/ 572065 w 1782629"/>
                <a:gd name="connsiteY128" fmla="*/ 1330592 h 1640791"/>
                <a:gd name="connsiteX129" fmla="*/ 607244 w 1782629"/>
                <a:gd name="connsiteY129" fmla="*/ 1202068 h 1640791"/>
                <a:gd name="connsiteX130" fmla="*/ 433000 w 1782629"/>
                <a:gd name="connsiteY130" fmla="*/ 1196480 h 1640791"/>
                <a:gd name="connsiteX131" fmla="*/ 416744 w 1782629"/>
                <a:gd name="connsiteY131" fmla="*/ 1310399 h 1640791"/>
                <a:gd name="connsiteX132" fmla="*/ 387788 w 1782629"/>
                <a:gd name="connsiteY132" fmla="*/ 1458736 h 1640791"/>
                <a:gd name="connsiteX133" fmla="*/ 476815 w 1782629"/>
                <a:gd name="connsiteY133" fmla="*/ 1468387 h 1640791"/>
                <a:gd name="connsiteX134" fmla="*/ 520503 w 1782629"/>
                <a:gd name="connsiteY134" fmla="*/ 1369581 h 1640791"/>
                <a:gd name="connsiteX135" fmla="*/ 416744 w 1782629"/>
                <a:gd name="connsiteY135" fmla="*/ 1310399 h 1640791"/>
                <a:gd name="connsiteX136" fmla="*/ 695382 w 1782629"/>
                <a:gd name="connsiteY136" fmla="*/ 1421270 h 1640791"/>
                <a:gd name="connsiteX137" fmla="*/ 694493 w 1782629"/>
                <a:gd name="connsiteY137" fmla="*/ 1466736 h 1640791"/>
                <a:gd name="connsiteX138" fmla="*/ 1551998 w 1782629"/>
                <a:gd name="connsiteY138" fmla="*/ 1466228 h 1640791"/>
                <a:gd name="connsiteX139" fmla="*/ 1554664 w 1782629"/>
                <a:gd name="connsiteY139" fmla="*/ 1421017 h 1640791"/>
                <a:gd name="connsiteX140" fmla="*/ 695382 w 1782629"/>
                <a:gd name="connsiteY140" fmla="*/ 1421270 h 1640791"/>
                <a:gd name="connsiteX0" fmla="*/ 1317682 w 1782629"/>
                <a:gd name="connsiteY0" fmla="*/ 98424 h 1638999"/>
                <a:gd name="connsiteX1" fmla="*/ 1366831 w 1782629"/>
                <a:gd name="connsiteY1" fmla="*/ -1 h 1638999"/>
                <a:gd name="connsiteX2" fmla="*/ 1537138 w 1782629"/>
                <a:gd name="connsiteY2" fmla="*/ 190880 h 1638999"/>
                <a:gd name="connsiteX3" fmla="*/ 1693729 w 1782629"/>
                <a:gd name="connsiteY3" fmla="*/ 192785 h 1638999"/>
                <a:gd name="connsiteX4" fmla="*/ 1780217 w 1782629"/>
                <a:gd name="connsiteY4" fmla="*/ 287527 h 1638999"/>
                <a:gd name="connsiteX5" fmla="*/ 1782629 w 1782629"/>
                <a:gd name="connsiteY5" fmla="*/ 549528 h 1638999"/>
                <a:gd name="connsiteX6" fmla="*/ 1780089 w 1782629"/>
                <a:gd name="connsiteY6" fmla="*/ 743838 h 1638999"/>
                <a:gd name="connsiteX7" fmla="*/ 1743513 w 1782629"/>
                <a:gd name="connsiteY7" fmla="*/ 812164 h 1638999"/>
                <a:gd name="connsiteX8" fmla="*/ 1555680 w 1782629"/>
                <a:gd name="connsiteY8" fmla="*/ 836294 h 1638999"/>
                <a:gd name="connsiteX9" fmla="*/ 1069398 w 1782629"/>
                <a:gd name="connsiteY9" fmla="*/ 839723 h 1638999"/>
                <a:gd name="connsiteX10" fmla="*/ 1017708 w 1782629"/>
                <a:gd name="connsiteY10" fmla="*/ 838326 h 1638999"/>
                <a:gd name="connsiteX11" fmla="*/ 1012374 w 1782629"/>
                <a:gd name="connsiteY11" fmla="*/ 747775 h 1638999"/>
                <a:gd name="connsiteX12" fmla="*/ 936048 w 1782629"/>
                <a:gd name="connsiteY12" fmla="*/ 810259 h 1638999"/>
                <a:gd name="connsiteX13" fmla="*/ 742245 w 1782629"/>
                <a:gd name="connsiteY13" fmla="*/ 982344 h 1638999"/>
                <a:gd name="connsiteX14" fmla="*/ 932492 w 1782629"/>
                <a:gd name="connsiteY14" fmla="*/ 1115567 h 1638999"/>
                <a:gd name="connsiteX15" fmla="*/ 1004881 w 1782629"/>
                <a:gd name="connsiteY15" fmla="*/ 942593 h 1638999"/>
                <a:gd name="connsiteX16" fmla="*/ 1183189 w 1782629"/>
                <a:gd name="connsiteY16" fmla="*/ 939164 h 1638999"/>
                <a:gd name="connsiteX17" fmla="*/ 1620197 w 1782629"/>
                <a:gd name="connsiteY17" fmla="*/ 940942 h 1638999"/>
                <a:gd name="connsiteX18" fmla="*/ 1680522 w 1782629"/>
                <a:gd name="connsiteY18" fmla="*/ 975359 h 1638999"/>
                <a:gd name="connsiteX19" fmla="*/ 1572825 w 1782629"/>
                <a:gd name="connsiteY19" fmla="*/ 1406397 h 1638999"/>
                <a:gd name="connsiteX20" fmla="*/ 1579556 w 1782629"/>
                <a:gd name="connsiteY20" fmla="*/ 1420875 h 1638999"/>
                <a:gd name="connsiteX21" fmla="*/ 1561904 w 1782629"/>
                <a:gd name="connsiteY21" fmla="*/ 1486916 h 1638999"/>
                <a:gd name="connsiteX22" fmla="*/ 1478718 w 1782629"/>
                <a:gd name="connsiteY22" fmla="*/ 1490472 h 1638999"/>
                <a:gd name="connsiteX23" fmla="*/ 704273 w 1782629"/>
                <a:gd name="connsiteY23" fmla="*/ 1489963 h 1638999"/>
                <a:gd name="connsiteX24" fmla="*/ 675189 w 1782629"/>
                <a:gd name="connsiteY24" fmla="*/ 1396238 h 1638999"/>
                <a:gd name="connsiteX25" fmla="*/ 834067 w 1782629"/>
                <a:gd name="connsiteY25" fmla="*/ 1392173 h 1638999"/>
                <a:gd name="connsiteX26" fmla="*/ 789743 w 1782629"/>
                <a:gd name="connsiteY26" fmla="*/ 1029334 h 1638999"/>
                <a:gd name="connsiteX27" fmla="*/ 757612 w 1782629"/>
                <a:gd name="connsiteY27" fmla="*/ 1015364 h 1638999"/>
                <a:gd name="connsiteX28" fmla="*/ 667696 w 1782629"/>
                <a:gd name="connsiteY28" fmla="*/ 995679 h 1638999"/>
                <a:gd name="connsiteX29" fmla="*/ 514788 w 1782629"/>
                <a:gd name="connsiteY29" fmla="*/ 1039240 h 1638999"/>
                <a:gd name="connsiteX30" fmla="*/ 348672 w 1782629"/>
                <a:gd name="connsiteY30" fmla="*/ 995552 h 1638999"/>
                <a:gd name="connsiteX31" fmla="*/ 253295 w 1782629"/>
                <a:gd name="connsiteY31" fmla="*/ 1021079 h 1638999"/>
                <a:gd name="connsiteX32" fmla="*/ 247580 w 1782629"/>
                <a:gd name="connsiteY32" fmla="*/ 1042923 h 1638999"/>
                <a:gd name="connsiteX33" fmla="*/ 210623 w 1782629"/>
                <a:gd name="connsiteY33" fmla="*/ 1302384 h 1638999"/>
                <a:gd name="connsiteX34" fmla="*/ 430206 w 1782629"/>
                <a:gd name="connsiteY34" fmla="*/ 1281938 h 1638999"/>
                <a:gd name="connsiteX35" fmla="*/ 426142 w 1782629"/>
                <a:gd name="connsiteY35" fmla="*/ 1248282 h 1638999"/>
                <a:gd name="connsiteX36" fmla="*/ 411918 w 1782629"/>
                <a:gd name="connsiteY36" fmla="*/ 1175003 h 1638999"/>
                <a:gd name="connsiteX37" fmla="*/ 511994 w 1782629"/>
                <a:gd name="connsiteY37" fmla="*/ 1165859 h 1638999"/>
                <a:gd name="connsiteX38" fmla="*/ 579939 w 1782629"/>
                <a:gd name="connsiteY38" fmla="*/ 1167002 h 1638999"/>
                <a:gd name="connsiteX39" fmla="*/ 629215 w 1782629"/>
                <a:gd name="connsiteY39" fmla="*/ 1201800 h 1638999"/>
                <a:gd name="connsiteX40" fmla="*/ 596957 w 1782629"/>
                <a:gd name="connsiteY40" fmla="*/ 1276730 h 1638999"/>
                <a:gd name="connsiteX41" fmla="*/ 611308 w 1782629"/>
                <a:gd name="connsiteY41" fmla="*/ 1395475 h 1638999"/>
                <a:gd name="connsiteX42" fmla="*/ 697542 w 1782629"/>
                <a:gd name="connsiteY42" fmla="*/ 1571370 h 1638999"/>
                <a:gd name="connsiteX43" fmla="*/ 680650 w 1782629"/>
                <a:gd name="connsiteY43" fmla="*/ 1636013 h 1638999"/>
                <a:gd name="connsiteX44" fmla="*/ 400869 w 1782629"/>
                <a:gd name="connsiteY44" fmla="*/ 1638553 h 1638999"/>
                <a:gd name="connsiteX45" fmla="*/ 339655 w 1782629"/>
                <a:gd name="connsiteY45" fmla="*/ 1619122 h 1638999"/>
                <a:gd name="connsiteX46" fmla="*/ 349053 w 1782629"/>
                <a:gd name="connsiteY46" fmla="*/ 1531873 h 1638999"/>
                <a:gd name="connsiteX47" fmla="*/ 40443 w 1782629"/>
                <a:gd name="connsiteY47" fmla="*/ 1427860 h 1638999"/>
                <a:gd name="connsiteX48" fmla="*/ 94672 w 1782629"/>
                <a:gd name="connsiteY48" fmla="*/ 1140205 h 1638999"/>
                <a:gd name="connsiteX49" fmla="*/ 286061 w 1782629"/>
                <a:gd name="connsiteY49" fmla="*/ 980947 h 1638999"/>
                <a:gd name="connsiteX50" fmla="*/ 194494 w 1782629"/>
                <a:gd name="connsiteY50" fmla="*/ 926972 h 1638999"/>
                <a:gd name="connsiteX51" fmla="*/ 101276 w 1782629"/>
                <a:gd name="connsiteY51" fmla="*/ 812291 h 1638999"/>
                <a:gd name="connsiteX52" fmla="*/ 43110 w 1782629"/>
                <a:gd name="connsiteY52" fmla="*/ 779144 h 1638999"/>
                <a:gd name="connsiteX53" fmla="*/ 21393 w 1782629"/>
                <a:gd name="connsiteY53" fmla="*/ 556259 h 1638999"/>
                <a:gd name="connsiteX54" fmla="*/ 92132 w 1782629"/>
                <a:gd name="connsiteY54" fmla="*/ 498474 h 1638999"/>
                <a:gd name="connsiteX55" fmla="*/ 317938 w 1782629"/>
                <a:gd name="connsiteY55" fmla="*/ 293877 h 1638999"/>
                <a:gd name="connsiteX56" fmla="*/ 696271 w 1782629"/>
                <a:gd name="connsiteY56" fmla="*/ 284606 h 1638999"/>
                <a:gd name="connsiteX57" fmla="*/ 828732 w 1782629"/>
                <a:gd name="connsiteY57" fmla="*/ 360171 h 1638999"/>
                <a:gd name="connsiteX58" fmla="*/ 943540 w 1782629"/>
                <a:gd name="connsiteY58" fmla="*/ 502665 h 1638999"/>
                <a:gd name="connsiteX59" fmla="*/ 1016057 w 1782629"/>
                <a:gd name="connsiteY59" fmla="*/ 555878 h 1638999"/>
                <a:gd name="connsiteX60" fmla="*/ 1012248 w 1782629"/>
                <a:gd name="connsiteY60" fmla="*/ 324738 h 1638999"/>
                <a:gd name="connsiteX61" fmla="*/ 1060380 w 1782629"/>
                <a:gd name="connsiteY61" fmla="*/ 208406 h 1638999"/>
                <a:gd name="connsiteX62" fmla="*/ 1149026 w 1782629"/>
                <a:gd name="connsiteY62" fmla="*/ 191134 h 1638999"/>
                <a:gd name="connsiteX63" fmla="*/ 1512373 w 1782629"/>
                <a:gd name="connsiteY63" fmla="*/ 190626 h 1638999"/>
                <a:gd name="connsiteX64" fmla="*/ 1317682 w 1782629"/>
                <a:gd name="connsiteY64" fmla="*/ 98424 h 1638999"/>
                <a:gd name="connsiteX65" fmla="*/ 1368482 w 1782629"/>
                <a:gd name="connsiteY65" fmla="*/ 24002 h 1638999"/>
                <a:gd name="connsiteX66" fmla="*/ 1368482 w 1782629"/>
                <a:gd name="connsiteY66" fmla="*/ 24002 h 1638999"/>
                <a:gd name="connsiteX67" fmla="*/ 1035107 w 1782629"/>
                <a:gd name="connsiteY67" fmla="*/ 298957 h 1638999"/>
                <a:gd name="connsiteX68" fmla="*/ 1034345 w 1782629"/>
                <a:gd name="connsiteY68" fmla="*/ 814577 h 1638999"/>
                <a:gd name="connsiteX69" fmla="*/ 1670361 w 1782629"/>
                <a:gd name="connsiteY69" fmla="*/ 812418 h 1638999"/>
                <a:gd name="connsiteX70" fmla="*/ 1759135 w 1782629"/>
                <a:gd name="connsiteY70" fmla="*/ 719581 h 1638999"/>
                <a:gd name="connsiteX71" fmla="*/ 1758880 w 1782629"/>
                <a:gd name="connsiteY71" fmla="*/ 299592 h 1638999"/>
                <a:gd name="connsiteX72" fmla="*/ 1683188 w 1782629"/>
                <a:gd name="connsiteY72" fmla="*/ 216661 h 1638999"/>
                <a:gd name="connsiteX73" fmla="*/ 1110037 w 1782629"/>
                <a:gd name="connsiteY73" fmla="*/ 216788 h 1638999"/>
                <a:gd name="connsiteX74" fmla="*/ 1035107 w 1782629"/>
                <a:gd name="connsiteY74" fmla="*/ 298957 h 1638999"/>
                <a:gd name="connsiteX75" fmla="*/ 268027 w 1782629"/>
                <a:gd name="connsiteY75" fmla="*/ 346074 h 1638999"/>
                <a:gd name="connsiteX76" fmla="*/ 98482 w 1782629"/>
                <a:gd name="connsiteY76" fmla="*/ 584961 h 1638999"/>
                <a:gd name="connsiteX77" fmla="*/ 96450 w 1782629"/>
                <a:gd name="connsiteY77" fmla="*/ 587120 h 1638999"/>
                <a:gd name="connsiteX78" fmla="*/ 202114 w 1782629"/>
                <a:gd name="connsiteY78" fmla="*/ 899921 h 1638999"/>
                <a:gd name="connsiteX79" fmla="*/ 388042 w 1782629"/>
                <a:gd name="connsiteY79" fmla="*/ 970914 h 1638999"/>
                <a:gd name="connsiteX80" fmla="*/ 691954 w 1782629"/>
                <a:gd name="connsiteY80" fmla="*/ 968374 h 1638999"/>
                <a:gd name="connsiteX81" fmla="*/ 940746 w 1782629"/>
                <a:gd name="connsiteY81" fmla="*/ 680973 h 1638999"/>
                <a:gd name="connsiteX82" fmla="*/ 834574 w 1782629"/>
                <a:gd name="connsiteY82" fmla="*/ 398017 h 1638999"/>
                <a:gd name="connsiteX83" fmla="*/ 509708 w 1782629"/>
                <a:gd name="connsiteY83" fmla="*/ 292988 h 1638999"/>
                <a:gd name="connsiteX84" fmla="*/ 268027 w 1782629"/>
                <a:gd name="connsiteY84" fmla="*/ 346074 h 1638999"/>
                <a:gd name="connsiteX85" fmla="*/ 82480 w 1782629"/>
                <a:gd name="connsiteY85" fmla="*/ 777874 h 1638999"/>
                <a:gd name="connsiteX86" fmla="*/ 77146 w 1782629"/>
                <a:gd name="connsiteY86" fmla="*/ 526414 h 1638999"/>
                <a:gd name="connsiteX87" fmla="*/ 82480 w 1782629"/>
                <a:gd name="connsiteY87" fmla="*/ 777874 h 1638999"/>
                <a:gd name="connsiteX88" fmla="*/ 950144 w 1782629"/>
                <a:gd name="connsiteY88" fmla="*/ 524890 h 1638999"/>
                <a:gd name="connsiteX89" fmla="*/ 946969 w 1782629"/>
                <a:gd name="connsiteY89" fmla="*/ 780668 h 1638999"/>
                <a:gd name="connsiteX90" fmla="*/ 950144 w 1782629"/>
                <a:gd name="connsiteY90" fmla="*/ 524890 h 1638999"/>
                <a:gd name="connsiteX91" fmla="*/ 998912 w 1782629"/>
                <a:gd name="connsiteY91" fmla="*/ 971549 h 1638999"/>
                <a:gd name="connsiteX92" fmla="*/ 967670 w 1782629"/>
                <a:gd name="connsiteY92" fmla="*/ 1063497 h 1638999"/>
                <a:gd name="connsiteX93" fmla="*/ 900361 w 1782629"/>
                <a:gd name="connsiteY93" fmla="*/ 1392173 h 1638999"/>
                <a:gd name="connsiteX94" fmla="*/ 1554792 w 1782629"/>
                <a:gd name="connsiteY94" fmla="*/ 1392173 h 1638999"/>
                <a:gd name="connsiteX95" fmla="*/ 1650804 w 1782629"/>
                <a:gd name="connsiteY95" fmla="*/ 968755 h 1638999"/>
                <a:gd name="connsiteX96" fmla="*/ 1060254 w 1782629"/>
                <a:gd name="connsiteY96" fmla="*/ 966977 h 1638999"/>
                <a:gd name="connsiteX97" fmla="*/ 998912 w 1782629"/>
                <a:gd name="connsiteY97" fmla="*/ 971549 h 1638999"/>
                <a:gd name="connsiteX98" fmla="*/ 436175 w 1782629"/>
                <a:gd name="connsiteY98" fmla="*/ 994790 h 1638999"/>
                <a:gd name="connsiteX99" fmla="*/ 593528 w 1782629"/>
                <a:gd name="connsiteY99" fmla="*/ 994536 h 1638999"/>
                <a:gd name="connsiteX100" fmla="*/ 436175 w 1782629"/>
                <a:gd name="connsiteY100" fmla="*/ 994790 h 1638999"/>
                <a:gd name="connsiteX101" fmla="*/ 50857 w 1782629"/>
                <a:gd name="connsiteY101" fmla="*/ 1342135 h 1638999"/>
                <a:gd name="connsiteX102" fmla="*/ 73336 w 1782629"/>
                <a:gd name="connsiteY102" fmla="*/ 1438655 h 1638999"/>
                <a:gd name="connsiteX103" fmla="*/ 363912 w 1782629"/>
                <a:gd name="connsiteY103" fmla="*/ 1509267 h 1638999"/>
                <a:gd name="connsiteX104" fmla="*/ 380168 w 1782629"/>
                <a:gd name="connsiteY104" fmla="*/ 1480438 h 1638999"/>
                <a:gd name="connsiteX105" fmla="*/ 362515 w 1782629"/>
                <a:gd name="connsiteY105" fmla="*/ 1311782 h 1638999"/>
                <a:gd name="connsiteX106" fmla="*/ 140011 w 1782629"/>
                <a:gd name="connsiteY106" fmla="*/ 1329689 h 1638999"/>
                <a:gd name="connsiteX107" fmla="*/ 185731 w 1782629"/>
                <a:gd name="connsiteY107" fmla="*/ 1302638 h 1638999"/>
                <a:gd name="connsiteX108" fmla="*/ 220910 w 1782629"/>
                <a:gd name="connsiteY108" fmla="*/ 1037335 h 1638999"/>
                <a:gd name="connsiteX109" fmla="*/ 50857 w 1782629"/>
                <a:gd name="connsiteY109" fmla="*/ 1342135 h 1638999"/>
                <a:gd name="connsiteX110" fmla="*/ 825049 w 1782629"/>
                <a:gd name="connsiteY110" fmla="*/ 1046988 h 1638999"/>
                <a:gd name="connsiteX111" fmla="*/ 857307 w 1782629"/>
                <a:gd name="connsiteY111" fmla="*/ 1392173 h 1638999"/>
                <a:gd name="connsiteX112" fmla="*/ 875468 w 1782629"/>
                <a:gd name="connsiteY112" fmla="*/ 1392173 h 1638999"/>
                <a:gd name="connsiteX113" fmla="*/ 922331 w 1782629"/>
                <a:gd name="connsiteY113" fmla="*/ 1149350 h 1638999"/>
                <a:gd name="connsiteX114" fmla="*/ 825049 w 1782629"/>
                <a:gd name="connsiteY114" fmla="*/ 1046988 h 1638999"/>
                <a:gd name="connsiteX115" fmla="*/ 433000 w 1782629"/>
                <a:gd name="connsiteY115" fmla="*/ 1194688 h 1638999"/>
                <a:gd name="connsiteX116" fmla="*/ 419538 w 1782629"/>
                <a:gd name="connsiteY116" fmla="*/ 1214373 h 1638999"/>
                <a:gd name="connsiteX117" fmla="*/ 492055 w 1782629"/>
                <a:gd name="connsiteY117" fmla="*/ 1226311 h 1638999"/>
                <a:gd name="connsiteX118" fmla="*/ 455860 w 1782629"/>
                <a:gd name="connsiteY118" fmla="*/ 1250822 h 1638999"/>
                <a:gd name="connsiteX119" fmla="*/ 453193 w 1782629"/>
                <a:gd name="connsiteY119" fmla="*/ 1273682 h 1638999"/>
                <a:gd name="connsiteX120" fmla="*/ 526853 w 1782629"/>
                <a:gd name="connsiteY120" fmla="*/ 1315592 h 1638999"/>
                <a:gd name="connsiteX121" fmla="*/ 527361 w 1782629"/>
                <a:gd name="connsiteY121" fmla="*/ 1462404 h 1638999"/>
                <a:gd name="connsiteX122" fmla="*/ 400615 w 1782629"/>
                <a:gd name="connsiteY122" fmla="*/ 1495551 h 1638999"/>
                <a:gd name="connsiteX123" fmla="*/ 361499 w 1782629"/>
                <a:gd name="connsiteY123" fmla="*/ 1609470 h 1638999"/>
                <a:gd name="connsiteX124" fmla="*/ 590988 w 1782629"/>
                <a:gd name="connsiteY124" fmla="*/ 1615185 h 1638999"/>
                <a:gd name="connsiteX125" fmla="*/ 675698 w 1782629"/>
                <a:gd name="connsiteY125" fmla="*/ 1603882 h 1638999"/>
                <a:gd name="connsiteX126" fmla="*/ 592893 w 1782629"/>
                <a:gd name="connsiteY126" fmla="*/ 1419859 h 1638999"/>
                <a:gd name="connsiteX127" fmla="*/ 572065 w 1782629"/>
                <a:gd name="connsiteY127" fmla="*/ 1328800 h 1638999"/>
                <a:gd name="connsiteX128" fmla="*/ 607244 w 1782629"/>
                <a:gd name="connsiteY128" fmla="*/ 1200276 h 1638999"/>
                <a:gd name="connsiteX129" fmla="*/ 433000 w 1782629"/>
                <a:gd name="connsiteY129" fmla="*/ 1194688 h 1638999"/>
                <a:gd name="connsiteX130" fmla="*/ 416744 w 1782629"/>
                <a:gd name="connsiteY130" fmla="*/ 1308607 h 1638999"/>
                <a:gd name="connsiteX131" fmla="*/ 387788 w 1782629"/>
                <a:gd name="connsiteY131" fmla="*/ 1456944 h 1638999"/>
                <a:gd name="connsiteX132" fmla="*/ 476815 w 1782629"/>
                <a:gd name="connsiteY132" fmla="*/ 1466595 h 1638999"/>
                <a:gd name="connsiteX133" fmla="*/ 520503 w 1782629"/>
                <a:gd name="connsiteY133" fmla="*/ 1367789 h 1638999"/>
                <a:gd name="connsiteX134" fmla="*/ 416744 w 1782629"/>
                <a:gd name="connsiteY134" fmla="*/ 1308607 h 1638999"/>
                <a:gd name="connsiteX135" fmla="*/ 695382 w 1782629"/>
                <a:gd name="connsiteY135" fmla="*/ 1419478 h 1638999"/>
                <a:gd name="connsiteX136" fmla="*/ 694493 w 1782629"/>
                <a:gd name="connsiteY136" fmla="*/ 1464944 h 1638999"/>
                <a:gd name="connsiteX137" fmla="*/ 1551998 w 1782629"/>
                <a:gd name="connsiteY137" fmla="*/ 1464436 h 1638999"/>
                <a:gd name="connsiteX138" fmla="*/ 1554664 w 1782629"/>
                <a:gd name="connsiteY138" fmla="*/ 1419225 h 1638999"/>
                <a:gd name="connsiteX139" fmla="*/ 695382 w 1782629"/>
                <a:gd name="connsiteY139" fmla="*/ 1419478 h 1638999"/>
                <a:gd name="connsiteX0" fmla="*/ 1317682 w 1782629"/>
                <a:gd name="connsiteY0" fmla="*/ 98425 h 1639000"/>
                <a:gd name="connsiteX1" fmla="*/ 1366831 w 1782629"/>
                <a:gd name="connsiteY1" fmla="*/ 0 h 1639000"/>
                <a:gd name="connsiteX2" fmla="*/ 1537138 w 1782629"/>
                <a:gd name="connsiteY2" fmla="*/ 190881 h 1639000"/>
                <a:gd name="connsiteX3" fmla="*/ 1693729 w 1782629"/>
                <a:gd name="connsiteY3" fmla="*/ 192786 h 1639000"/>
                <a:gd name="connsiteX4" fmla="*/ 1780217 w 1782629"/>
                <a:gd name="connsiteY4" fmla="*/ 287528 h 1639000"/>
                <a:gd name="connsiteX5" fmla="*/ 1782629 w 1782629"/>
                <a:gd name="connsiteY5" fmla="*/ 549529 h 1639000"/>
                <a:gd name="connsiteX6" fmla="*/ 1780089 w 1782629"/>
                <a:gd name="connsiteY6" fmla="*/ 743839 h 1639000"/>
                <a:gd name="connsiteX7" fmla="*/ 1743513 w 1782629"/>
                <a:gd name="connsiteY7" fmla="*/ 812165 h 1639000"/>
                <a:gd name="connsiteX8" fmla="*/ 1555680 w 1782629"/>
                <a:gd name="connsiteY8" fmla="*/ 836295 h 1639000"/>
                <a:gd name="connsiteX9" fmla="*/ 1069398 w 1782629"/>
                <a:gd name="connsiteY9" fmla="*/ 839724 h 1639000"/>
                <a:gd name="connsiteX10" fmla="*/ 1017708 w 1782629"/>
                <a:gd name="connsiteY10" fmla="*/ 838327 h 1639000"/>
                <a:gd name="connsiteX11" fmla="*/ 1012374 w 1782629"/>
                <a:gd name="connsiteY11" fmla="*/ 747776 h 1639000"/>
                <a:gd name="connsiteX12" fmla="*/ 936048 w 1782629"/>
                <a:gd name="connsiteY12" fmla="*/ 810260 h 1639000"/>
                <a:gd name="connsiteX13" fmla="*/ 742245 w 1782629"/>
                <a:gd name="connsiteY13" fmla="*/ 982345 h 1639000"/>
                <a:gd name="connsiteX14" fmla="*/ 932492 w 1782629"/>
                <a:gd name="connsiteY14" fmla="*/ 1115568 h 1639000"/>
                <a:gd name="connsiteX15" fmla="*/ 1004881 w 1782629"/>
                <a:gd name="connsiteY15" fmla="*/ 942594 h 1639000"/>
                <a:gd name="connsiteX16" fmla="*/ 1183189 w 1782629"/>
                <a:gd name="connsiteY16" fmla="*/ 939165 h 1639000"/>
                <a:gd name="connsiteX17" fmla="*/ 1620197 w 1782629"/>
                <a:gd name="connsiteY17" fmla="*/ 940943 h 1639000"/>
                <a:gd name="connsiteX18" fmla="*/ 1680522 w 1782629"/>
                <a:gd name="connsiteY18" fmla="*/ 975360 h 1639000"/>
                <a:gd name="connsiteX19" fmla="*/ 1572825 w 1782629"/>
                <a:gd name="connsiteY19" fmla="*/ 1406398 h 1639000"/>
                <a:gd name="connsiteX20" fmla="*/ 1579556 w 1782629"/>
                <a:gd name="connsiteY20" fmla="*/ 1420876 h 1639000"/>
                <a:gd name="connsiteX21" fmla="*/ 1561904 w 1782629"/>
                <a:gd name="connsiteY21" fmla="*/ 1486917 h 1639000"/>
                <a:gd name="connsiteX22" fmla="*/ 1478718 w 1782629"/>
                <a:gd name="connsiteY22" fmla="*/ 1490473 h 1639000"/>
                <a:gd name="connsiteX23" fmla="*/ 704273 w 1782629"/>
                <a:gd name="connsiteY23" fmla="*/ 1489964 h 1639000"/>
                <a:gd name="connsiteX24" fmla="*/ 675189 w 1782629"/>
                <a:gd name="connsiteY24" fmla="*/ 1396239 h 1639000"/>
                <a:gd name="connsiteX25" fmla="*/ 834067 w 1782629"/>
                <a:gd name="connsiteY25" fmla="*/ 1392174 h 1639000"/>
                <a:gd name="connsiteX26" fmla="*/ 789743 w 1782629"/>
                <a:gd name="connsiteY26" fmla="*/ 1029335 h 1639000"/>
                <a:gd name="connsiteX27" fmla="*/ 757612 w 1782629"/>
                <a:gd name="connsiteY27" fmla="*/ 1015365 h 1639000"/>
                <a:gd name="connsiteX28" fmla="*/ 667696 w 1782629"/>
                <a:gd name="connsiteY28" fmla="*/ 995680 h 1639000"/>
                <a:gd name="connsiteX29" fmla="*/ 514788 w 1782629"/>
                <a:gd name="connsiteY29" fmla="*/ 1039241 h 1639000"/>
                <a:gd name="connsiteX30" fmla="*/ 348672 w 1782629"/>
                <a:gd name="connsiteY30" fmla="*/ 995553 h 1639000"/>
                <a:gd name="connsiteX31" fmla="*/ 253295 w 1782629"/>
                <a:gd name="connsiteY31" fmla="*/ 1021080 h 1639000"/>
                <a:gd name="connsiteX32" fmla="*/ 247580 w 1782629"/>
                <a:gd name="connsiteY32" fmla="*/ 1042924 h 1639000"/>
                <a:gd name="connsiteX33" fmla="*/ 210623 w 1782629"/>
                <a:gd name="connsiteY33" fmla="*/ 1302385 h 1639000"/>
                <a:gd name="connsiteX34" fmla="*/ 430206 w 1782629"/>
                <a:gd name="connsiteY34" fmla="*/ 1281939 h 1639000"/>
                <a:gd name="connsiteX35" fmla="*/ 426142 w 1782629"/>
                <a:gd name="connsiteY35" fmla="*/ 1248283 h 1639000"/>
                <a:gd name="connsiteX36" fmla="*/ 411918 w 1782629"/>
                <a:gd name="connsiteY36" fmla="*/ 1175004 h 1639000"/>
                <a:gd name="connsiteX37" fmla="*/ 511994 w 1782629"/>
                <a:gd name="connsiteY37" fmla="*/ 1165860 h 1639000"/>
                <a:gd name="connsiteX38" fmla="*/ 579939 w 1782629"/>
                <a:gd name="connsiteY38" fmla="*/ 1167003 h 1639000"/>
                <a:gd name="connsiteX39" fmla="*/ 629215 w 1782629"/>
                <a:gd name="connsiteY39" fmla="*/ 1201801 h 1639000"/>
                <a:gd name="connsiteX40" fmla="*/ 596957 w 1782629"/>
                <a:gd name="connsiteY40" fmla="*/ 1276731 h 1639000"/>
                <a:gd name="connsiteX41" fmla="*/ 611308 w 1782629"/>
                <a:gd name="connsiteY41" fmla="*/ 1395476 h 1639000"/>
                <a:gd name="connsiteX42" fmla="*/ 697542 w 1782629"/>
                <a:gd name="connsiteY42" fmla="*/ 1571371 h 1639000"/>
                <a:gd name="connsiteX43" fmla="*/ 680650 w 1782629"/>
                <a:gd name="connsiteY43" fmla="*/ 1636014 h 1639000"/>
                <a:gd name="connsiteX44" fmla="*/ 400869 w 1782629"/>
                <a:gd name="connsiteY44" fmla="*/ 1638554 h 1639000"/>
                <a:gd name="connsiteX45" fmla="*/ 339655 w 1782629"/>
                <a:gd name="connsiteY45" fmla="*/ 1619123 h 1639000"/>
                <a:gd name="connsiteX46" fmla="*/ 349053 w 1782629"/>
                <a:gd name="connsiteY46" fmla="*/ 1531874 h 1639000"/>
                <a:gd name="connsiteX47" fmla="*/ 40443 w 1782629"/>
                <a:gd name="connsiteY47" fmla="*/ 1427861 h 1639000"/>
                <a:gd name="connsiteX48" fmla="*/ 94672 w 1782629"/>
                <a:gd name="connsiteY48" fmla="*/ 1140206 h 1639000"/>
                <a:gd name="connsiteX49" fmla="*/ 286061 w 1782629"/>
                <a:gd name="connsiteY49" fmla="*/ 980948 h 1639000"/>
                <a:gd name="connsiteX50" fmla="*/ 194494 w 1782629"/>
                <a:gd name="connsiteY50" fmla="*/ 926973 h 1639000"/>
                <a:gd name="connsiteX51" fmla="*/ 101276 w 1782629"/>
                <a:gd name="connsiteY51" fmla="*/ 812292 h 1639000"/>
                <a:gd name="connsiteX52" fmla="*/ 43110 w 1782629"/>
                <a:gd name="connsiteY52" fmla="*/ 779145 h 1639000"/>
                <a:gd name="connsiteX53" fmla="*/ 21393 w 1782629"/>
                <a:gd name="connsiteY53" fmla="*/ 556260 h 1639000"/>
                <a:gd name="connsiteX54" fmla="*/ 92132 w 1782629"/>
                <a:gd name="connsiteY54" fmla="*/ 498475 h 1639000"/>
                <a:gd name="connsiteX55" fmla="*/ 317938 w 1782629"/>
                <a:gd name="connsiteY55" fmla="*/ 293878 h 1639000"/>
                <a:gd name="connsiteX56" fmla="*/ 696271 w 1782629"/>
                <a:gd name="connsiteY56" fmla="*/ 284607 h 1639000"/>
                <a:gd name="connsiteX57" fmla="*/ 828732 w 1782629"/>
                <a:gd name="connsiteY57" fmla="*/ 360172 h 1639000"/>
                <a:gd name="connsiteX58" fmla="*/ 943540 w 1782629"/>
                <a:gd name="connsiteY58" fmla="*/ 502666 h 1639000"/>
                <a:gd name="connsiteX59" fmla="*/ 1016057 w 1782629"/>
                <a:gd name="connsiteY59" fmla="*/ 555879 h 1639000"/>
                <a:gd name="connsiteX60" fmla="*/ 1012248 w 1782629"/>
                <a:gd name="connsiteY60" fmla="*/ 324739 h 1639000"/>
                <a:gd name="connsiteX61" fmla="*/ 1060380 w 1782629"/>
                <a:gd name="connsiteY61" fmla="*/ 208407 h 1639000"/>
                <a:gd name="connsiteX62" fmla="*/ 1149026 w 1782629"/>
                <a:gd name="connsiteY62" fmla="*/ 191135 h 1639000"/>
                <a:gd name="connsiteX63" fmla="*/ 1512373 w 1782629"/>
                <a:gd name="connsiteY63" fmla="*/ 190627 h 1639000"/>
                <a:gd name="connsiteX64" fmla="*/ 1317682 w 1782629"/>
                <a:gd name="connsiteY64" fmla="*/ 98425 h 1639000"/>
                <a:gd name="connsiteX65" fmla="*/ 1035107 w 1782629"/>
                <a:gd name="connsiteY65" fmla="*/ 298958 h 1639000"/>
                <a:gd name="connsiteX66" fmla="*/ 1034345 w 1782629"/>
                <a:gd name="connsiteY66" fmla="*/ 814578 h 1639000"/>
                <a:gd name="connsiteX67" fmla="*/ 1670361 w 1782629"/>
                <a:gd name="connsiteY67" fmla="*/ 812419 h 1639000"/>
                <a:gd name="connsiteX68" fmla="*/ 1759135 w 1782629"/>
                <a:gd name="connsiteY68" fmla="*/ 719582 h 1639000"/>
                <a:gd name="connsiteX69" fmla="*/ 1758880 w 1782629"/>
                <a:gd name="connsiteY69" fmla="*/ 299593 h 1639000"/>
                <a:gd name="connsiteX70" fmla="*/ 1683188 w 1782629"/>
                <a:gd name="connsiteY70" fmla="*/ 216662 h 1639000"/>
                <a:gd name="connsiteX71" fmla="*/ 1110037 w 1782629"/>
                <a:gd name="connsiteY71" fmla="*/ 216789 h 1639000"/>
                <a:gd name="connsiteX72" fmla="*/ 1035107 w 1782629"/>
                <a:gd name="connsiteY72" fmla="*/ 298958 h 1639000"/>
                <a:gd name="connsiteX73" fmla="*/ 268027 w 1782629"/>
                <a:gd name="connsiteY73" fmla="*/ 346075 h 1639000"/>
                <a:gd name="connsiteX74" fmla="*/ 98482 w 1782629"/>
                <a:gd name="connsiteY74" fmla="*/ 584962 h 1639000"/>
                <a:gd name="connsiteX75" fmla="*/ 96450 w 1782629"/>
                <a:gd name="connsiteY75" fmla="*/ 587121 h 1639000"/>
                <a:gd name="connsiteX76" fmla="*/ 202114 w 1782629"/>
                <a:gd name="connsiteY76" fmla="*/ 899922 h 1639000"/>
                <a:gd name="connsiteX77" fmla="*/ 388042 w 1782629"/>
                <a:gd name="connsiteY77" fmla="*/ 970915 h 1639000"/>
                <a:gd name="connsiteX78" fmla="*/ 691954 w 1782629"/>
                <a:gd name="connsiteY78" fmla="*/ 968375 h 1639000"/>
                <a:gd name="connsiteX79" fmla="*/ 940746 w 1782629"/>
                <a:gd name="connsiteY79" fmla="*/ 680974 h 1639000"/>
                <a:gd name="connsiteX80" fmla="*/ 834574 w 1782629"/>
                <a:gd name="connsiteY80" fmla="*/ 398018 h 1639000"/>
                <a:gd name="connsiteX81" fmla="*/ 509708 w 1782629"/>
                <a:gd name="connsiteY81" fmla="*/ 292989 h 1639000"/>
                <a:gd name="connsiteX82" fmla="*/ 268027 w 1782629"/>
                <a:gd name="connsiteY82" fmla="*/ 346075 h 1639000"/>
                <a:gd name="connsiteX83" fmla="*/ 82480 w 1782629"/>
                <a:gd name="connsiteY83" fmla="*/ 777875 h 1639000"/>
                <a:gd name="connsiteX84" fmla="*/ 77146 w 1782629"/>
                <a:gd name="connsiteY84" fmla="*/ 526415 h 1639000"/>
                <a:gd name="connsiteX85" fmla="*/ 82480 w 1782629"/>
                <a:gd name="connsiteY85" fmla="*/ 777875 h 1639000"/>
                <a:gd name="connsiteX86" fmla="*/ 950144 w 1782629"/>
                <a:gd name="connsiteY86" fmla="*/ 524891 h 1639000"/>
                <a:gd name="connsiteX87" fmla="*/ 946969 w 1782629"/>
                <a:gd name="connsiteY87" fmla="*/ 780669 h 1639000"/>
                <a:gd name="connsiteX88" fmla="*/ 950144 w 1782629"/>
                <a:gd name="connsiteY88" fmla="*/ 524891 h 1639000"/>
                <a:gd name="connsiteX89" fmla="*/ 998912 w 1782629"/>
                <a:gd name="connsiteY89" fmla="*/ 971550 h 1639000"/>
                <a:gd name="connsiteX90" fmla="*/ 967670 w 1782629"/>
                <a:gd name="connsiteY90" fmla="*/ 1063498 h 1639000"/>
                <a:gd name="connsiteX91" fmla="*/ 900361 w 1782629"/>
                <a:gd name="connsiteY91" fmla="*/ 1392174 h 1639000"/>
                <a:gd name="connsiteX92" fmla="*/ 1554792 w 1782629"/>
                <a:gd name="connsiteY92" fmla="*/ 1392174 h 1639000"/>
                <a:gd name="connsiteX93" fmla="*/ 1650804 w 1782629"/>
                <a:gd name="connsiteY93" fmla="*/ 968756 h 1639000"/>
                <a:gd name="connsiteX94" fmla="*/ 1060254 w 1782629"/>
                <a:gd name="connsiteY94" fmla="*/ 966978 h 1639000"/>
                <a:gd name="connsiteX95" fmla="*/ 998912 w 1782629"/>
                <a:gd name="connsiteY95" fmla="*/ 971550 h 1639000"/>
                <a:gd name="connsiteX96" fmla="*/ 436175 w 1782629"/>
                <a:gd name="connsiteY96" fmla="*/ 994791 h 1639000"/>
                <a:gd name="connsiteX97" fmla="*/ 593528 w 1782629"/>
                <a:gd name="connsiteY97" fmla="*/ 994537 h 1639000"/>
                <a:gd name="connsiteX98" fmla="*/ 436175 w 1782629"/>
                <a:gd name="connsiteY98" fmla="*/ 994791 h 1639000"/>
                <a:gd name="connsiteX99" fmla="*/ 50857 w 1782629"/>
                <a:gd name="connsiteY99" fmla="*/ 1342136 h 1639000"/>
                <a:gd name="connsiteX100" fmla="*/ 73336 w 1782629"/>
                <a:gd name="connsiteY100" fmla="*/ 1438656 h 1639000"/>
                <a:gd name="connsiteX101" fmla="*/ 363912 w 1782629"/>
                <a:gd name="connsiteY101" fmla="*/ 1509268 h 1639000"/>
                <a:gd name="connsiteX102" fmla="*/ 380168 w 1782629"/>
                <a:gd name="connsiteY102" fmla="*/ 1480439 h 1639000"/>
                <a:gd name="connsiteX103" fmla="*/ 362515 w 1782629"/>
                <a:gd name="connsiteY103" fmla="*/ 1311783 h 1639000"/>
                <a:gd name="connsiteX104" fmla="*/ 140011 w 1782629"/>
                <a:gd name="connsiteY104" fmla="*/ 1329690 h 1639000"/>
                <a:gd name="connsiteX105" fmla="*/ 185731 w 1782629"/>
                <a:gd name="connsiteY105" fmla="*/ 1302639 h 1639000"/>
                <a:gd name="connsiteX106" fmla="*/ 220910 w 1782629"/>
                <a:gd name="connsiteY106" fmla="*/ 1037336 h 1639000"/>
                <a:gd name="connsiteX107" fmla="*/ 50857 w 1782629"/>
                <a:gd name="connsiteY107" fmla="*/ 1342136 h 1639000"/>
                <a:gd name="connsiteX108" fmla="*/ 825049 w 1782629"/>
                <a:gd name="connsiteY108" fmla="*/ 1046989 h 1639000"/>
                <a:gd name="connsiteX109" fmla="*/ 857307 w 1782629"/>
                <a:gd name="connsiteY109" fmla="*/ 1392174 h 1639000"/>
                <a:gd name="connsiteX110" fmla="*/ 875468 w 1782629"/>
                <a:gd name="connsiteY110" fmla="*/ 1392174 h 1639000"/>
                <a:gd name="connsiteX111" fmla="*/ 922331 w 1782629"/>
                <a:gd name="connsiteY111" fmla="*/ 1149351 h 1639000"/>
                <a:gd name="connsiteX112" fmla="*/ 825049 w 1782629"/>
                <a:gd name="connsiteY112" fmla="*/ 1046989 h 1639000"/>
                <a:gd name="connsiteX113" fmla="*/ 433000 w 1782629"/>
                <a:gd name="connsiteY113" fmla="*/ 1194689 h 1639000"/>
                <a:gd name="connsiteX114" fmla="*/ 419538 w 1782629"/>
                <a:gd name="connsiteY114" fmla="*/ 1214374 h 1639000"/>
                <a:gd name="connsiteX115" fmla="*/ 492055 w 1782629"/>
                <a:gd name="connsiteY115" fmla="*/ 1226312 h 1639000"/>
                <a:gd name="connsiteX116" fmla="*/ 455860 w 1782629"/>
                <a:gd name="connsiteY116" fmla="*/ 1250823 h 1639000"/>
                <a:gd name="connsiteX117" fmla="*/ 453193 w 1782629"/>
                <a:gd name="connsiteY117" fmla="*/ 1273683 h 1639000"/>
                <a:gd name="connsiteX118" fmla="*/ 526853 w 1782629"/>
                <a:gd name="connsiteY118" fmla="*/ 1315593 h 1639000"/>
                <a:gd name="connsiteX119" fmla="*/ 527361 w 1782629"/>
                <a:gd name="connsiteY119" fmla="*/ 1462405 h 1639000"/>
                <a:gd name="connsiteX120" fmla="*/ 400615 w 1782629"/>
                <a:gd name="connsiteY120" fmla="*/ 1495552 h 1639000"/>
                <a:gd name="connsiteX121" fmla="*/ 361499 w 1782629"/>
                <a:gd name="connsiteY121" fmla="*/ 1609471 h 1639000"/>
                <a:gd name="connsiteX122" fmla="*/ 590988 w 1782629"/>
                <a:gd name="connsiteY122" fmla="*/ 1615186 h 1639000"/>
                <a:gd name="connsiteX123" fmla="*/ 675698 w 1782629"/>
                <a:gd name="connsiteY123" fmla="*/ 1603883 h 1639000"/>
                <a:gd name="connsiteX124" fmla="*/ 592893 w 1782629"/>
                <a:gd name="connsiteY124" fmla="*/ 1419860 h 1639000"/>
                <a:gd name="connsiteX125" fmla="*/ 572065 w 1782629"/>
                <a:gd name="connsiteY125" fmla="*/ 1328801 h 1639000"/>
                <a:gd name="connsiteX126" fmla="*/ 607244 w 1782629"/>
                <a:gd name="connsiteY126" fmla="*/ 1200277 h 1639000"/>
                <a:gd name="connsiteX127" fmla="*/ 433000 w 1782629"/>
                <a:gd name="connsiteY127" fmla="*/ 1194689 h 1639000"/>
                <a:gd name="connsiteX128" fmla="*/ 416744 w 1782629"/>
                <a:gd name="connsiteY128" fmla="*/ 1308608 h 1639000"/>
                <a:gd name="connsiteX129" fmla="*/ 387788 w 1782629"/>
                <a:gd name="connsiteY129" fmla="*/ 1456945 h 1639000"/>
                <a:gd name="connsiteX130" fmla="*/ 476815 w 1782629"/>
                <a:gd name="connsiteY130" fmla="*/ 1466596 h 1639000"/>
                <a:gd name="connsiteX131" fmla="*/ 520503 w 1782629"/>
                <a:gd name="connsiteY131" fmla="*/ 1367790 h 1639000"/>
                <a:gd name="connsiteX132" fmla="*/ 416744 w 1782629"/>
                <a:gd name="connsiteY132" fmla="*/ 1308608 h 1639000"/>
                <a:gd name="connsiteX133" fmla="*/ 695382 w 1782629"/>
                <a:gd name="connsiteY133" fmla="*/ 1419479 h 1639000"/>
                <a:gd name="connsiteX134" fmla="*/ 694493 w 1782629"/>
                <a:gd name="connsiteY134" fmla="*/ 1464945 h 1639000"/>
                <a:gd name="connsiteX135" fmla="*/ 1551998 w 1782629"/>
                <a:gd name="connsiteY135" fmla="*/ 1464437 h 1639000"/>
                <a:gd name="connsiteX136" fmla="*/ 1554664 w 1782629"/>
                <a:gd name="connsiteY136" fmla="*/ 1419226 h 1639000"/>
                <a:gd name="connsiteX137" fmla="*/ 695382 w 1782629"/>
                <a:gd name="connsiteY137" fmla="*/ 1419479 h 1639000"/>
                <a:gd name="connsiteX0" fmla="*/ 1317682 w 1782629"/>
                <a:gd name="connsiteY0" fmla="*/ 98425 h 1639000"/>
                <a:gd name="connsiteX1" fmla="*/ 1366831 w 1782629"/>
                <a:gd name="connsiteY1" fmla="*/ 0 h 1639000"/>
                <a:gd name="connsiteX2" fmla="*/ 1537138 w 1782629"/>
                <a:gd name="connsiteY2" fmla="*/ 190881 h 1639000"/>
                <a:gd name="connsiteX3" fmla="*/ 1693729 w 1782629"/>
                <a:gd name="connsiteY3" fmla="*/ 192786 h 1639000"/>
                <a:gd name="connsiteX4" fmla="*/ 1780217 w 1782629"/>
                <a:gd name="connsiteY4" fmla="*/ 287528 h 1639000"/>
                <a:gd name="connsiteX5" fmla="*/ 1782629 w 1782629"/>
                <a:gd name="connsiteY5" fmla="*/ 549529 h 1639000"/>
                <a:gd name="connsiteX6" fmla="*/ 1780089 w 1782629"/>
                <a:gd name="connsiteY6" fmla="*/ 743839 h 1639000"/>
                <a:gd name="connsiteX7" fmla="*/ 1743513 w 1782629"/>
                <a:gd name="connsiteY7" fmla="*/ 812165 h 1639000"/>
                <a:gd name="connsiteX8" fmla="*/ 1555680 w 1782629"/>
                <a:gd name="connsiteY8" fmla="*/ 836295 h 1639000"/>
                <a:gd name="connsiteX9" fmla="*/ 1069398 w 1782629"/>
                <a:gd name="connsiteY9" fmla="*/ 839724 h 1639000"/>
                <a:gd name="connsiteX10" fmla="*/ 1017708 w 1782629"/>
                <a:gd name="connsiteY10" fmla="*/ 838327 h 1639000"/>
                <a:gd name="connsiteX11" fmla="*/ 1012374 w 1782629"/>
                <a:gd name="connsiteY11" fmla="*/ 747776 h 1639000"/>
                <a:gd name="connsiteX12" fmla="*/ 936048 w 1782629"/>
                <a:gd name="connsiteY12" fmla="*/ 810260 h 1639000"/>
                <a:gd name="connsiteX13" fmla="*/ 742245 w 1782629"/>
                <a:gd name="connsiteY13" fmla="*/ 982345 h 1639000"/>
                <a:gd name="connsiteX14" fmla="*/ 932492 w 1782629"/>
                <a:gd name="connsiteY14" fmla="*/ 1115568 h 1639000"/>
                <a:gd name="connsiteX15" fmla="*/ 1004881 w 1782629"/>
                <a:gd name="connsiteY15" fmla="*/ 942594 h 1639000"/>
                <a:gd name="connsiteX16" fmla="*/ 1183189 w 1782629"/>
                <a:gd name="connsiteY16" fmla="*/ 939165 h 1639000"/>
                <a:gd name="connsiteX17" fmla="*/ 1620197 w 1782629"/>
                <a:gd name="connsiteY17" fmla="*/ 940943 h 1639000"/>
                <a:gd name="connsiteX18" fmla="*/ 1680522 w 1782629"/>
                <a:gd name="connsiteY18" fmla="*/ 975360 h 1639000"/>
                <a:gd name="connsiteX19" fmla="*/ 1572825 w 1782629"/>
                <a:gd name="connsiteY19" fmla="*/ 1406398 h 1639000"/>
                <a:gd name="connsiteX20" fmla="*/ 1579556 w 1782629"/>
                <a:gd name="connsiteY20" fmla="*/ 1420876 h 1639000"/>
                <a:gd name="connsiteX21" fmla="*/ 1561904 w 1782629"/>
                <a:gd name="connsiteY21" fmla="*/ 1486917 h 1639000"/>
                <a:gd name="connsiteX22" fmla="*/ 1478718 w 1782629"/>
                <a:gd name="connsiteY22" fmla="*/ 1490473 h 1639000"/>
                <a:gd name="connsiteX23" fmla="*/ 704273 w 1782629"/>
                <a:gd name="connsiteY23" fmla="*/ 1489964 h 1639000"/>
                <a:gd name="connsiteX24" fmla="*/ 675189 w 1782629"/>
                <a:gd name="connsiteY24" fmla="*/ 1396239 h 1639000"/>
                <a:gd name="connsiteX25" fmla="*/ 834067 w 1782629"/>
                <a:gd name="connsiteY25" fmla="*/ 1392174 h 1639000"/>
                <a:gd name="connsiteX26" fmla="*/ 789743 w 1782629"/>
                <a:gd name="connsiteY26" fmla="*/ 1029335 h 1639000"/>
                <a:gd name="connsiteX27" fmla="*/ 757612 w 1782629"/>
                <a:gd name="connsiteY27" fmla="*/ 1015365 h 1639000"/>
                <a:gd name="connsiteX28" fmla="*/ 667696 w 1782629"/>
                <a:gd name="connsiteY28" fmla="*/ 995680 h 1639000"/>
                <a:gd name="connsiteX29" fmla="*/ 514788 w 1782629"/>
                <a:gd name="connsiteY29" fmla="*/ 1039241 h 1639000"/>
                <a:gd name="connsiteX30" fmla="*/ 348672 w 1782629"/>
                <a:gd name="connsiteY30" fmla="*/ 995553 h 1639000"/>
                <a:gd name="connsiteX31" fmla="*/ 253295 w 1782629"/>
                <a:gd name="connsiteY31" fmla="*/ 1021080 h 1639000"/>
                <a:gd name="connsiteX32" fmla="*/ 247580 w 1782629"/>
                <a:gd name="connsiteY32" fmla="*/ 1042924 h 1639000"/>
                <a:gd name="connsiteX33" fmla="*/ 210623 w 1782629"/>
                <a:gd name="connsiteY33" fmla="*/ 1302385 h 1639000"/>
                <a:gd name="connsiteX34" fmla="*/ 430206 w 1782629"/>
                <a:gd name="connsiteY34" fmla="*/ 1281939 h 1639000"/>
                <a:gd name="connsiteX35" fmla="*/ 426142 w 1782629"/>
                <a:gd name="connsiteY35" fmla="*/ 1248283 h 1639000"/>
                <a:gd name="connsiteX36" fmla="*/ 411918 w 1782629"/>
                <a:gd name="connsiteY36" fmla="*/ 1175004 h 1639000"/>
                <a:gd name="connsiteX37" fmla="*/ 511994 w 1782629"/>
                <a:gd name="connsiteY37" fmla="*/ 1165860 h 1639000"/>
                <a:gd name="connsiteX38" fmla="*/ 579939 w 1782629"/>
                <a:gd name="connsiteY38" fmla="*/ 1167003 h 1639000"/>
                <a:gd name="connsiteX39" fmla="*/ 629215 w 1782629"/>
                <a:gd name="connsiteY39" fmla="*/ 1201801 h 1639000"/>
                <a:gd name="connsiteX40" fmla="*/ 596957 w 1782629"/>
                <a:gd name="connsiteY40" fmla="*/ 1276731 h 1639000"/>
                <a:gd name="connsiteX41" fmla="*/ 611308 w 1782629"/>
                <a:gd name="connsiteY41" fmla="*/ 1395476 h 1639000"/>
                <a:gd name="connsiteX42" fmla="*/ 697542 w 1782629"/>
                <a:gd name="connsiteY42" fmla="*/ 1571371 h 1639000"/>
                <a:gd name="connsiteX43" fmla="*/ 680650 w 1782629"/>
                <a:gd name="connsiteY43" fmla="*/ 1636014 h 1639000"/>
                <a:gd name="connsiteX44" fmla="*/ 400869 w 1782629"/>
                <a:gd name="connsiteY44" fmla="*/ 1638554 h 1639000"/>
                <a:gd name="connsiteX45" fmla="*/ 339655 w 1782629"/>
                <a:gd name="connsiteY45" fmla="*/ 1619123 h 1639000"/>
                <a:gd name="connsiteX46" fmla="*/ 349053 w 1782629"/>
                <a:gd name="connsiteY46" fmla="*/ 1531874 h 1639000"/>
                <a:gd name="connsiteX47" fmla="*/ 40443 w 1782629"/>
                <a:gd name="connsiteY47" fmla="*/ 1427861 h 1639000"/>
                <a:gd name="connsiteX48" fmla="*/ 94672 w 1782629"/>
                <a:gd name="connsiteY48" fmla="*/ 1140206 h 1639000"/>
                <a:gd name="connsiteX49" fmla="*/ 286061 w 1782629"/>
                <a:gd name="connsiteY49" fmla="*/ 980948 h 1639000"/>
                <a:gd name="connsiteX50" fmla="*/ 194494 w 1782629"/>
                <a:gd name="connsiteY50" fmla="*/ 926973 h 1639000"/>
                <a:gd name="connsiteX51" fmla="*/ 101276 w 1782629"/>
                <a:gd name="connsiteY51" fmla="*/ 812292 h 1639000"/>
                <a:gd name="connsiteX52" fmla="*/ 43110 w 1782629"/>
                <a:gd name="connsiteY52" fmla="*/ 779145 h 1639000"/>
                <a:gd name="connsiteX53" fmla="*/ 21393 w 1782629"/>
                <a:gd name="connsiteY53" fmla="*/ 556260 h 1639000"/>
                <a:gd name="connsiteX54" fmla="*/ 92132 w 1782629"/>
                <a:gd name="connsiteY54" fmla="*/ 498475 h 1639000"/>
                <a:gd name="connsiteX55" fmla="*/ 317938 w 1782629"/>
                <a:gd name="connsiteY55" fmla="*/ 293878 h 1639000"/>
                <a:gd name="connsiteX56" fmla="*/ 696271 w 1782629"/>
                <a:gd name="connsiteY56" fmla="*/ 284607 h 1639000"/>
                <a:gd name="connsiteX57" fmla="*/ 828732 w 1782629"/>
                <a:gd name="connsiteY57" fmla="*/ 360172 h 1639000"/>
                <a:gd name="connsiteX58" fmla="*/ 943540 w 1782629"/>
                <a:gd name="connsiteY58" fmla="*/ 502666 h 1639000"/>
                <a:gd name="connsiteX59" fmla="*/ 1016057 w 1782629"/>
                <a:gd name="connsiteY59" fmla="*/ 555879 h 1639000"/>
                <a:gd name="connsiteX60" fmla="*/ 1012248 w 1782629"/>
                <a:gd name="connsiteY60" fmla="*/ 324739 h 1639000"/>
                <a:gd name="connsiteX61" fmla="*/ 1060380 w 1782629"/>
                <a:gd name="connsiteY61" fmla="*/ 208407 h 1639000"/>
                <a:gd name="connsiteX62" fmla="*/ 1149026 w 1782629"/>
                <a:gd name="connsiteY62" fmla="*/ 191135 h 1639000"/>
                <a:gd name="connsiteX63" fmla="*/ 1512373 w 1782629"/>
                <a:gd name="connsiteY63" fmla="*/ 190627 h 1639000"/>
                <a:gd name="connsiteX64" fmla="*/ 1035107 w 1782629"/>
                <a:gd name="connsiteY64" fmla="*/ 298958 h 1639000"/>
                <a:gd name="connsiteX65" fmla="*/ 1034345 w 1782629"/>
                <a:gd name="connsiteY65" fmla="*/ 814578 h 1639000"/>
                <a:gd name="connsiteX66" fmla="*/ 1670361 w 1782629"/>
                <a:gd name="connsiteY66" fmla="*/ 812419 h 1639000"/>
                <a:gd name="connsiteX67" fmla="*/ 1759135 w 1782629"/>
                <a:gd name="connsiteY67" fmla="*/ 719582 h 1639000"/>
                <a:gd name="connsiteX68" fmla="*/ 1758880 w 1782629"/>
                <a:gd name="connsiteY68" fmla="*/ 299593 h 1639000"/>
                <a:gd name="connsiteX69" fmla="*/ 1683188 w 1782629"/>
                <a:gd name="connsiteY69" fmla="*/ 216662 h 1639000"/>
                <a:gd name="connsiteX70" fmla="*/ 1110037 w 1782629"/>
                <a:gd name="connsiteY70" fmla="*/ 216789 h 1639000"/>
                <a:gd name="connsiteX71" fmla="*/ 1035107 w 1782629"/>
                <a:gd name="connsiteY71" fmla="*/ 298958 h 1639000"/>
                <a:gd name="connsiteX72" fmla="*/ 268027 w 1782629"/>
                <a:gd name="connsiteY72" fmla="*/ 346075 h 1639000"/>
                <a:gd name="connsiteX73" fmla="*/ 98482 w 1782629"/>
                <a:gd name="connsiteY73" fmla="*/ 584962 h 1639000"/>
                <a:gd name="connsiteX74" fmla="*/ 96450 w 1782629"/>
                <a:gd name="connsiteY74" fmla="*/ 587121 h 1639000"/>
                <a:gd name="connsiteX75" fmla="*/ 202114 w 1782629"/>
                <a:gd name="connsiteY75" fmla="*/ 899922 h 1639000"/>
                <a:gd name="connsiteX76" fmla="*/ 388042 w 1782629"/>
                <a:gd name="connsiteY76" fmla="*/ 970915 h 1639000"/>
                <a:gd name="connsiteX77" fmla="*/ 691954 w 1782629"/>
                <a:gd name="connsiteY77" fmla="*/ 968375 h 1639000"/>
                <a:gd name="connsiteX78" fmla="*/ 940746 w 1782629"/>
                <a:gd name="connsiteY78" fmla="*/ 680974 h 1639000"/>
                <a:gd name="connsiteX79" fmla="*/ 834574 w 1782629"/>
                <a:gd name="connsiteY79" fmla="*/ 398018 h 1639000"/>
                <a:gd name="connsiteX80" fmla="*/ 509708 w 1782629"/>
                <a:gd name="connsiteY80" fmla="*/ 292989 h 1639000"/>
                <a:gd name="connsiteX81" fmla="*/ 268027 w 1782629"/>
                <a:gd name="connsiteY81" fmla="*/ 346075 h 1639000"/>
                <a:gd name="connsiteX82" fmla="*/ 82480 w 1782629"/>
                <a:gd name="connsiteY82" fmla="*/ 777875 h 1639000"/>
                <a:gd name="connsiteX83" fmla="*/ 77146 w 1782629"/>
                <a:gd name="connsiteY83" fmla="*/ 526415 h 1639000"/>
                <a:gd name="connsiteX84" fmla="*/ 82480 w 1782629"/>
                <a:gd name="connsiteY84" fmla="*/ 777875 h 1639000"/>
                <a:gd name="connsiteX85" fmla="*/ 950144 w 1782629"/>
                <a:gd name="connsiteY85" fmla="*/ 524891 h 1639000"/>
                <a:gd name="connsiteX86" fmla="*/ 946969 w 1782629"/>
                <a:gd name="connsiteY86" fmla="*/ 780669 h 1639000"/>
                <a:gd name="connsiteX87" fmla="*/ 950144 w 1782629"/>
                <a:gd name="connsiteY87" fmla="*/ 524891 h 1639000"/>
                <a:gd name="connsiteX88" fmla="*/ 998912 w 1782629"/>
                <a:gd name="connsiteY88" fmla="*/ 971550 h 1639000"/>
                <a:gd name="connsiteX89" fmla="*/ 967670 w 1782629"/>
                <a:gd name="connsiteY89" fmla="*/ 1063498 h 1639000"/>
                <a:gd name="connsiteX90" fmla="*/ 900361 w 1782629"/>
                <a:gd name="connsiteY90" fmla="*/ 1392174 h 1639000"/>
                <a:gd name="connsiteX91" fmla="*/ 1554792 w 1782629"/>
                <a:gd name="connsiteY91" fmla="*/ 1392174 h 1639000"/>
                <a:gd name="connsiteX92" fmla="*/ 1650804 w 1782629"/>
                <a:gd name="connsiteY92" fmla="*/ 968756 h 1639000"/>
                <a:gd name="connsiteX93" fmla="*/ 1060254 w 1782629"/>
                <a:gd name="connsiteY93" fmla="*/ 966978 h 1639000"/>
                <a:gd name="connsiteX94" fmla="*/ 998912 w 1782629"/>
                <a:gd name="connsiteY94" fmla="*/ 971550 h 1639000"/>
                <a:gd name="connsiteX95" fmla="*/ 436175 w 1782629"/>
                <a:gd name="connsiteY95" fmla="*/ 994791 h 1639000"/>
                <a:gd name="connsiteX96" fmla="*/ 593528 w 1782629"/>
                <a:gd name="connsiteY96" fmla="*/ 994537 h 1639000"/>
                <a:gd name="connsiteX97" fmla="*/ 436175 w 1782629"/>
                <a:gd name="connsiteY97" fmla="*/ 994791 h 1639000"/>
                <a:gd name="connsiteX98" fmla="*/ 50857 w 1782629"/>
                <a:gd name="connsiteY98" fmla="*/ 1342136 h 1639000"/>
                <a:gd name="connsiteX99" fmla="*/ 73336 w 1782629"/>
                <a:gd name="connsiteY99" fmla="*/ 1438656 h 1639000"/>
                <a:gd name="connsiteX100" fmla="*/ 363912 w 1782629"/>
                <a:gd name="connsiteY100" fmla="*/ 1509268 h 1639000"/>
                <a:gd name="connsiteX101" fmla="*/ 380168 w 1782629"/>
                <a:gd name="connsiteY101" fmla="*/ 1480439 h 1639000"/>
                <a:gd name="connsiteX102" fmla="*/ 362515 w 1782629"/>
                <a:gd name="connsiteY102" fmla="*/ 1311783 h 1639000"/>
                <a:gd name="connsiteX103" fmla="*/ 140011 w 1782629"/>
                <a:gd name="connsiteY103" fmla="*/ 1329690 h 1639000"/>
                <a:gd name="connsiteX104" fmla="*/ 185731 w 1782629"/>
                <a:gd name="connsiteY104" fmla="*/ 1302639 h 1639000"/>
                <a:gd name="connsiteX105" fmla="*/ 220910 w 1782629"/>
                <a:gd name="connsiteY105" fmla="*/ 1037336 h 1639000"/>
                <a:gd name="connsiteX106" fmla="*/ 50857 w 1782629"/>
                <a:gd name="connsiteY106" fmla="*/ 1342136 h 1639000"/>
                <a:gd name="connsiteX107" fmla="*/ 825049 w 1782629"/>
                <a:gd name="connsiteY107" fmla="*/ 1046989 h 1639000"/>
                <a:gd name="connsiteX108" fmla="*/ 857307 w 1782629"/>
                <a:gd name="connsiteY108" fmla="*/ 1392174 h 1639000"/>
                <a:gd name="connsiteX109" fmla="*/ 875468 w 1782629"/>
                <a:gd name="connsiteY109" fmla="*/ 1392174 h 1639000"/>
                <a:gd name="connsiteX110" fmla="*/ 922331 w 1782629"/>
                <a:gd name="connsiteY110" fmla="*/ 1149351 h 1639000"/>
                <a:gd name="connsiteX111" fmla="*/ 825049 w 1782629"/>
                <a:gd name="connsiteY111" fmla="*/ 1046989 h 1639000"/>
                <a:gd name="connsiteX112" fmla="*/ 433000 w 1782629"/>
                <a:gd name="connsiteY112" fmla="*/ 1194689 h 1639000"/>
                <a:gd name="connsiteX113" fmla="*/ 419538 w 1782629"/>
                <a:gd name="connsiteY113" fmla="*/ 1214374 h 1639000"/>
                <a:gd name="connsiteX114" fmla="*/ 492055 w 1782629"/>
                <a:gd name="connsiteY114" fmla="*/ 1226312 h 1639000"/>
                <a:gd name="connsiteX115" fmla="*/ 455860 w 1782629"/>
                <a:gd name="connsiteY115" fmla="*/ 1250823 h 1639000"/>
                <a:gd name="connsiteX116" fmla="*/ 453193 w 1782629"/>
                <a:gd name="connsiteY116" fmla="*/ 1273683 h 1639000"/>
                <a:gd name="connsiteX117" fmla="*/ 526853 w 1782629"/>
                <a:gd name="connsiteY117" fmla="*/ 1315593 h 1639000"/>
                <a:gd name="connsiteX118" fmla="*/ 527361 w 1782629"/>
                <a:gd name="connsiteY118" fmla="*/ 1462405 h 1639000"/>
                <a:gd name="connsiteX119" fmla="*/ 400615 w 1782629"/>
                <a:gd name="connsiteY119" fmla="*/ 1495552 h 1639000"/>
                <a:gd name="connsiteX120" fmla="*/ 361499 w 1782629"/>
                <a:gd name="connsiteY120" fmla="*/ 1609471 h 1639000"/>
                <a:gd name="connsiteX121" fmla="*/ 590988 w 1782629"/>
                <a:gd name="connsiteY121" fmla="*/ 1615186 h 1639000"/>
                <a:gd name="connsiteX122" fmla="*/ 675698 w 1782629"/>
                <a:gd name="connsiteY122" fmla="*/ 1603883 h 1639000"/>
                <a:gd name="connsiteX123" fmla="*/ 592893 w 1782629"/>
                <a:gd name="connsiteY123" fmla="*/ 1419860 h 1639000"/>
                <a:gd name="connsiteX124" fmla="*/ 572065 w 1782629"/>
                <a:gd name="connsiteY124" fmla="*/ 1328801 h 1639000"/>
                <a:gd name="connsiteX125" fmla="*/ 607244 w 1782629"/>
                <a:gd name="connsiteY125" fmla="*/ 1200277 h 1639000"/>
                <a:gd name="connsiteX126" fmla="*/ 433000 w 1782629"/>
                <a:gd name="connsiteY126" fmla="*/ 1194689 h 1639000"/>
                <a:gd name="connsiteX127" fmla="*/ 416744 w 1782629"/>
                <a:gd name="connsiteY127" fmla="*/ 1308608 h 1639000"/>
                <a:gd name="connsiteX128" fmla="*/ 387788 w 1782629"/>
                <a:gd name="connsiteY128" fmla="*/ 1456945 h 1639000"/>
                <a:gd name="connsiteX129" fmla="*/ 476815 w 1782629"/>
                <a:gd name="connsiteY129" fmla="*/ 1466596 h 1639000"/>
                <a:gd name="connsiteX130" fmla="*/ 520503 w 1782629"/>
                <a:gd name="connsiteY130" fmla="*/ 1367790 h 1639000"/>
                <a:gd name="connsiteX131" fmla="*/ 416744 w 1782629"/>
                <a:gd name="connsiteY131" fmla="*/ 1308608 h 1639000"/>
                <a:gd name="connsiteX132" fmla="*/ 695382 w 1782629"/>
                <a:gd name="connsiteY132" fmla="*/ 1419479 h 1639000"/>
                <a:gd name="connsiteX133" fmla="*/ 694493 w 1782629"/>
                <a:gd name="connsiteY133" fmla="*/ 1464945 h 1639000"/>
                <a:gd name="connsiteX134" fmla="*/ 1551998 w 1782629"/>
                <a:gd name="connsiteY134" fmla="*/ 1464437 h 1639000"/>
                <a:gd name="connsiteX135" fmla="*/ 1554664 w 1782629"/>
                <a:gd name="connsiteY135" fmla="*/ 1419226 h 1639000"/>
                <a:gd name="connsiteX136" fmla="*/ 695382 w 1782629"/>
                <a:gd name="connsiteY136" fmla="*/ 1419479 h 1639000"/>
                <a:gd name="connsiteX0" fmla="*/ 1317682 w 1782629"/>
                <a:gd name="connsiteY0" fmla="*/ 0 h 1540575"/>
                <a:gd name="connsiteX1" fmla="*/ 1537138 w 1782629"/>
                <a:gd name="connsiteY1" fmla="*/ 92456 h 1540575"/>
                <a:gd name="connsiteX2" fmla="*/ 1693729 w 1782629"/>
                <a:gd name="connsiteY2" fmla="*/ 94361 h 1540575"/>
                <a:gd name="connsiteX3" fmla="*/ 1780217 w 1782629"/>
                <a:gd name="connsiteY3" fmla="*/ 189103 h 1540575"/>
                <a:gd name="connsiteX4" fmla="*/ 1782629 w 1782629"/>
                <a:gd name="connsiteY4" fmla="*/ 451104 h 1540575"/>
                <a:gd name="connsiteX5" fmla="*/ 1780089 w 1782629"/>
                <a:gd name="connsiteY5" fmla="*/ 645414 h 1540575"/>
                <a:gd name="connsiteX6" fmla="*/ 1743513 w 1782629"/>
                <a:gd name="connsiteY6" fmla="*/ 713740 h 1540575"/>
                <a:gd name="connsiteX7" fmla="*/ 1555680 w 1782629"/>
                <a:gd name="connsiteY7" fmla="*/ 737870 h 1540575"/>
                <a:gd name="connsiteX8" fmla="*/ 1069398 w 1782629"/>
                <a:gd name="connsiteY8" fmla="*/ 741299 h 1540575"/>
                <a:gd name="connsiteX9" fmla="*/ 1017708 w 1782629"/>
                <a:gd name="connsiteY9" fmla="*/ 739902 h 1540575"/>
                <a:gd name="connsiteX10" fmla="*/ 1012374 w 1782629"/>
                <a:gd name="connsiteY10" fmla="*/ 649351 h 1540575"/>
                <a:gd name="connsiteX11" fmla="*/ 936048 w 1782629"/>
                <a:gd name="connsiteY11" fmla="*/ 711835 h 1540575"/>
                <a:gd name="connsiteX12" fmla="*/ 742245 w 1782629"/>
                <a:gd name="connsiteY12" fmla="*/ 883920 h 1540575"/>
                <a:gd name="connsiteX13" fmla="*/ 932492 w 1782629"/>
                <a:gd name="connsiteY13" fmla="*/ 1017143 h 1540575"/>
                <a:gd name="connsiteX14" fmla="*/ 1004881 w 1782629"/>
                <a:gd name="connsiteY14" fmla="*/ 844169 h 1540575"/>
                <a:gd name="connsiteX15" fmla="*/ 1183189 w 1782629"/>
                <a:gd name="connsiteY15" fmla="*/ 840740 h 1540575"/>
                <a:gd name="connsiteX16" fmla="*/ 1620197 w 1782629"/>
                <a:gd name="connsiteY16" fmla="*/ 842518 h 1540575"/>
                <a:gd name="connsiteX17" fmla="*/ 1680522 w 1782629"/>
                <a:gd name="connsiteY17" fmla="*/ 876935 h 1540575"/>
                <a:gd name="connsiteX18" fmla="*/ 1572825 w 1782629"/>
                <a:gd name="connsiteY18" fmla="*/ 1307973 h 1540575"/>
                <a:gd name="connsiteX19" fmla="*/ 1579556 w 1782629"/>
                <a:gd name="connsiteY19" fmla="*/ 1322451 h 1540575"/>
                <a:gd name="connsiteX20" fmla="*/ 1561904 w 1782629"/>
                <a:gd name="connsiteY20" fmla="*/ 1388492 h 1540575"/>
                <a:gd name="connsiteX21" fmla="*/ 1478718 w 1782629"/>
                <a:gd name="connsiteY21" fmla="*/ 1392048 h 1540575"/>
                <a:gd name="connsiteX22" fmla="*/ 704273 w 1782629"/>
                <a:gd name="connsiteY22" fmla="*/ 1391539 h 1540575"/>
                <a:gd name="connsiteX23" fmla="*/ 675189 w 1782629"/>
                <a:gd name="connsiteY23" fmla="*/ 1297814 h 1540575"/>
                <a:gd name="connsiteX24" fmla="*/ 834067 w 1782629"/>
                <a:gd name="connsiteY24" fmla="*/ 1293749 h 1540575"/>
                <a:gd name="connsiteX25" fmla="*/ 789743 w 1782629"/>
                <a:gd name="connsiteY25" fmla="*/ 930910 h 1540575"/>
                <a:gd name="connsiteX26" fmla="*/ 757612 w 1782629"/>
                <a:gd name="connsiteY26" fmla="*/ 916940 h 1540575"/>
                <a:gd name="connsiteX27" fmla="*/ 667696 w 1782629"/>
                <a:gd name="connsiteY27" fmla="*/ 897255 h 1540575"/>
                <a:gd name="connsiteX28" fmla="*/ 514788 w 1782629"/>
                <a:gd name="connsiteY28" fmla="*/ 940816 h 1540575"/>
                <a:gd name="connsiteX29" fmla="*/ 348672 w 1782629"/>
                <a:gd name="connsiteY29" fmla="*/ 897128 h 1540575"/>
                <a:gd name="connsiteX30" fmla="*/ 253295 w 1782629"/>
                <a:gd name="connsiteY30" fmla="*/ 922655 h 1540575"/>
                <a:gd name="connsiteX31" fmla="*/ 247580 w 1782629"/>
                <a:gd name="connsiteY31" fmla="*/ 944499 h 1540575"/>
                <a:gd name="connsiteX32" fmla="*/ 210623 w 1782629"/>
                <a:gd name="connsiteY32" fmla="*/ 1203960 h 1540575"/>
                <a:gd name="connsiteX33" fmla="*/ 430206 w 1782629"/>
                <a:gd name="connsiteY33" fmla="*/ 1183514 h 1540575"/>
                <a:gd name="connsiteX34" fmla="*/ 426142 w 1782629"/>
                <a:gd name="connsiteY34" fmla="*/ 1149858 h 1540575"/>
                <a:gd name="connsiteX35" fmla="*/ 411918 w 1782629"/>
                <a:gd name="connsiteY35" fmla="*/ 1076579 h 1540575"/>
                <a:gd name="connsiteX36" fmla="*/ 511994 w 1782629"/>
                <a:gd name="connsiteY36" fmla="*/ 1067435 h 1540575"/>
                <a:gd name="connsiteX37" fmla="*/ 579939 w 1782629"/>
                <a:gd name="connsiteY37" fmla="*/ 1068578 h 1540575"/>
                <a:gd name="connsiteX38" fmla="*/ 629215 w 1782629"/>
                <a:gd name="connsiteY38" fmla="*/ 1103376 h 1540575"/>
                <a:gd name="connsiteX39" fmla="*/ 596957 w 1782629"/>
                <a:gd name="connsiteY39" fmla="*/ 1178306 h 1540575"/>
                <a:gd name="connsiteX40" fmla="*/ 611308 w 1782629"/>
                <a:gd name="connsiteY40" fmla="*/ 1297051 h 1540575"/>
                <a:gd name="connsiteX41" fmla="*/ 697542 w 1782629"/>
                <a:gd name="connsiteY41" fmla="*/ 1472946 h 1540575"/>
                <a:gd name="connsiteX42" fmla="*/ 680650 w 1782629"/>
                <a:gd name="connsiteY42" fmla="*/ 1537589 h 1540575"/>
                <a:gd name="connsiteX43" fmla="*/ 400869 w 1782629"/>
                <a:gd name="connsiteY43" fmla="*/ 1540129 h 1540575"/>
                <a:gd name="connsiteX44" fmla="*/ 339655 w 1782629"/>
                <a:gd name="connsiteY44" fmla="*/ 1520698 h 1540575"/>
                <a:gd name="connsiteX45" fmla="*/ 349053 w 1782629"/>
                <a:gd name="connsiteY45" fmla="*/ 1433449 h 1540575"/>
                <a:gd name="connsiteX46" fmla="*/ 40443 w 1782629"/>
                <a:gd name="connsiteY46" fmla="*/ 1329436 h 1540575"/>
                <a:gd name="connsiteX47" fmla="*/ 94672 w 1782629"/>
                <a:gd name="connsiteY47" fmla="*/ 1041781 h 1540575"/>
                <a:gd name="connsiteX48" fmla="*/ 286061 w 1782629"/>
                <a:gd name="connsiteY48" fmla="*/ 882523 h 1540575"/>
                <a:gd name="connsiteX49" fmla="*/ 194494 w 1782629"/>
                <a:gd name="connsiteY49" fmla="*/ 828548 h 1540575"/>
                <a:gd name="connsiteX50" fmla="*/ 101276 w 1782629"/>
                <a:gd name="connsiteY50" fmla="*/ 713867 h 1540575"/>
                <a:gd name="connsiteX51" fmla="*/ 43110 w 1782629"/>
                <a:gd name="connsiteY51" fmla="*/ 680720 h 1540575"/>
                <a:gd name="connsiteX52" fmla="*/ 21393 w 1782629"/>
                <a:gd name="connsiteY52" fmla="*/ 457835 h 1540575"/>
                <a:gd name="connsiteX53" fmla="*/ 92132 w 1782629"/>
                <a:gd name="connsiteY53" fmla="*/ 400050 h 1540575"/>
                <a:gd name="connsiteX54" fmla="*/ 317938 w 1782629"/>
                <a:gd name="connsiteY54" fmla="*/ 195453 h 1540575"/>
                <a:gd name="connsiteX55" fmla="*/ 696271 w 1782629"/>
                <a:gd name="connsiteY55" fmla="*/ 186182 h 1540575"/>
                <a:gd name="connsiteX56" fmla="*/ 828732 w 1782629"/>
                <a:gd name="connsiteY56" fmla="*/ 261747 h 1540575"/>
                <a:gd name="connsiteX57" fmla="*/ 943540 w 1782629"/>
                <a:gd name="connsiteY57" fmla="*/ 404241 h 1540575"/>
                <a:gd name="connsiteX58" fmla="*/ 1016057 w 1782629"/>
                <a:gd name="connsiteY58" fmla="*/ 457454 h 1540575"/>
                <a:gd name="connsiteX59" fmla="*/ 1012248 w 1782629"/>
                <a:gd name="connsiteY59" fmla="*/ 226314 h 1540575"/>
                <a:gd name="connsiteX60" fmla="*/ 1060380 w 1782629"/>
                <a:gd name="connsiteY60" fmla="*/ 109982 h 1540575"/>
                <a:gd name="connsiteX61" fmla="*/ 1149026 w 1782629"/>
                <a:gd name="connsiteY61" fmla="*/ 92710 h 1540575"/>
                <a:gd name="connsiteX62" fmla="*/ 1512373 w 1782629"/>
                <a:gd name="connsiteY62" fmla="*/ 92202 h 1540575"/>
                <a:gd name="connsiteX63" fmla="*/ 1035107 w 1782629"/>
                <a:gd name="connsiteY63" fmla="*/ 200533 h 1540575"/>
                <a:gd name="connsiteX64" fmla="*/ 1034345 w 1782629"/>
                <a:gd name="connsiteY64" fmla="*/ 716153 h 1540575"/>
                <a:gd name="connsiteX65" fmla="*/ 1670361 w 1782629"/>
                <a:gd name="connsiteY65" fmla="*/ 713994 h 1540575"/>
                <a:gd name="connsiteX66" fmla="*/ 1759135 w 1782629"/>
                <a:gd name="connsiteY66" fmla="*/ 621157 h 1540575"/>
                <a:gd name="connsiteX67" fmla="*/ 1758880 w 1782629"/>
                <a:gd name="connsiteY67" fmla="*/ 201168 h 1540575"/>
                <a:gd name="connsiteX68" fmla="*/ 1683188 w 1782629"/>
                <a:gd name="connsiteY68" fmla="*/ 118237 h 1540575"/>
                <a:gd name="connsiteX69" fmla="*/ 1110037 w 1782629"/>
                <a:gd name="connsiteY69" fmla="*/ 118364 h 1540575"/>
                <a:gd name="connsiteX70" fmla="*/ 1035107 w 1782629"/>
                <a:gd name="connsiteY70" fmla="*/ 200533 h 1540575"/>
                <a:gd name="connsiteX71" fmla="*/ 268027 w 1782629"/>
                <a:gd name="connsiteY71" fmla="*/ 247650 h 1540575"/>
                <a:gd name="connsiteX72" fmla="*/ 98482 w 1782629"/>
                <a:gd name="connsiteY72" fmla="*/ 486537 h 1540575"/>
                <a:gd name="connsiteX73" fmla="*/ 96450 w 1782629"/>
                <a:gd name="connsiteY73" fmla="*/ 488696 h 1540575"/>
                <a:gd name="connsiteX74" fmla="*/ 202114 w 1782629"/>
                <a:gd name="connsiteY74" fmla="*/ 801497 h 1540575"/>
                <a:gd name="connsiteX75" fmla="*/ 388042 w 1782629"/>
                <a:gd name="connsiteY75" fmla="*/ 872490 h 1540575"/>
                <a:gd name="connsiteX76" fmla="*/ 691954 w 1782629"/>
                <a:gd name="connsiteY76" fmla="*/ 869950 h 1540575"/>
                <a:gd name="connsiteX77" fmla="*/ 940746 w 1782629"/>
                <a:gd name="connsiteY77" fmla="*/ 582549 h 1540575"/>
                <a:gd name="connsiteX78" fmla="*/ 834574 w 1782629"/>
                <a:gd name="connsiteY78" fmla="*/ 299593 h 1540575"/>
                <a:gd name="connsiteX79" fmla="*/ 509708 w 1782629"/>
                <a:gd name="connsiteY79" fmla="*/ 194564 h 1540575"/>
                <a:gd name="connsiteX80" fmla="*/ 268027 w 1782629"/>
                <a:gd name="connsiteY80" fmla="*/ 247650 h 1540575"/>
                <a:gd name="connsiteX81" fmla="*/ 82480 w 1782629"/>
                <a:gd name="connsiteY81" fmla="*/ 679450 h 1540575"/>
                <a:gd name="connsiteX82" fmla="*/ 77146 w 1782629"/>
                <a:gd name="connsiteY82" fmla="*/ 427990 h 1540575"/>
                <a:gd name="connsiteX83" fmla="*/ 82480 w 1782629"/>
                <a:gd name="connsiteY83" fmla="*/ 679450 h 1540575"/>
                <a:gd name="connsiteX84" fmla="*/ 950144 w 1782629"/>
                <a:gd name="connsiteY84" fmla="*/ 426466 h 1540575"/>
                <a:gd name="connsiteX85" fmla="*/ 946969 w 1782629"/>
                <a:gd name="connsiteY85" fmla="*/ 682244 h 1540575"/>
                <a:gd name="connsiteX86" fmla="*/ 950144 w 1782629"/>
                <a:gd name="connsiteY86" fmla="*/ 426466 h 1540575"/>
                <a:gd name="connsiteX87" fmla="*/ 998912 w 1782629"/>
                <a:gd name="connsiteY87" fmla="*/ 873125 h 1540575"/>
                <a:gd name="connsiteX88" fmla="*/ 967670 w 1782629"/>
                <a:gd name="connsiteY88" fmla="*/ 965073 h 1540575"/>
                <a:gd name="connsiteX89" fmla="*/ 900361 w 1782629"/>
                <a:gd name="connsiteY89" fmla="*/ 1293749 h 1540575"/>
                <a:gd name="connsiteX90" fmla="*/ 1554792 w 1782629"/>
                <a:gd name="connsiteY90" fmla="*/ 1293749 h 1540575"/>
                <a:gd name="connsiteX91" fmla="*/ 1650804 w 1782629"/>
                <a:gd name="connsiteY91" fmla="*/ 870331 h 1540575"/>
                <a:gd name="connsiteX92" fmla="*/ 1060254 w 1782629"/>
                <a:gd name="connsiteY92" fmla="*/ 868553 h 1540575"/>
                <a:gd name="connsiteX93" fmla="*/ 998912 w 1782629"/>
                <a:gd name="connsiteY93" fmla="*/ 873125 h 1540575"/>
                <a:gd name="connsiteX94" fmla="*/ 436175 w 1782629"/>
                <a:gd name="connsiteY94" fmla="*/ 896366 h 1540575"/>
                <a:gd name="connsiteX95" fmla="*/ 593528 w 1782629"/>
                <a:gd name="connsiteY95" fmla="*/ 896112 h 1540575"/>
                <a:gd name="connsiteX96" fmla="*/ 436175 w 1782629"/>
                <a:gd name="connsiteY96" fmla="*/ 896366 h 1540575"/>
                <a:gd name="connsiteX97" fmla="*/ 50857 w 1782629"/>
                <a:gd name="connsiteY97" fmla="*/ 1243711 h 1540575"/>
                <a:gd name="connsiteX98" fmla="*/ 73336 w 1782629"/>
                <a:gd name="connsiteY98" fmla="*/ 1340231 h 1540575"/>
                <a:gd name="connsiteX99" fmla="*/ 363912 w 1782629"/>
                <a:gd name="connsiteY99" fmla="*/ 1410843 h 1540575"/>
                <a:gd name="connsiteX100" fmla="*/ 380168 w 1782629"/>
                <a:gd name="connsiteY100" fmla="*/ 1382014 h 1540575"/>
                <a:gd name="connsiteX101" fmla="*/ 362515 w 1782629"/>
                <a:gd name="connsiteY101" fmla="*/ 1213358 h 1540575"/>
                <a:gd name="connsiteX102" fmla="*/ 140011 w 1782629"/>
                <a:gd name="connsiteY102" fmla="*/ 1231265 h 1540575"/>
                <a:gd name="connsiteX103" fmla="*/ 185731 w 1782629"/>
                <a:gd name="connsiteY103" fmla="*/ 1204214 h 1540575"/>
                <a:gd name="connsiteX104" fmla="*/ 220910 w 1782629"/>
                <a:gd name="connsiteY104" fmla="*/ 938911 h 1540575"/>
                <a:gd name="connsiteX105" fmla="*/ 50857 w 1782629"/>
                <a:gd name="connsiteY105" fmla="*/ 1243711 h 1540575"/>
                <a:gd name="connsiteX106" fmla="*/ 825049 w 1782629"/>
                <a:gd name="connsiteY106" fmla="*/ 948564 h 1540575"/>
                <a:gd name="connsiteX107" fmla="*/ 857307 w 1782629"/>
                <a:gd name="connsiteY107" fmla="*/ 1293749 h 1540575"/>
                <a:gd name="connsiteX108" fmla="*/ 875468 w 1782629"/>
                <a:gd name="connsiteY108" fmla="*/ 1293749 h 1540575"/>
                <a:gd name="connsiteX109" fmla="*/ 922331 w 1782629"/>
                <a:gd name="connsiteY109" fmla="*/ 1050926 h 1540575"/>
                <a:gd name="connsiteX110" fmla="*/ 825049 w 1782629"/>
                <a:gd name="connsiteY110" fmla="*/ 948564 h 1540575"/>
                <a:gd name="connsiteX111" fmla="*/ 433000 w 1782629"/>
                <a:gd name="connsiteY111" fmla="*/ 1096264 h 1540575"/>
                <a:gd name="connsiteX112" fmla="*/ 419538 w 1782629"/>
                <a:gd name="connsiteY112" fmla="*/ 1115949 h 1540575"/>
                <a:gd name="connsiteX113" fmla="*/ 492055 w 1782629"/>
                <a:gd name="connsiteY113" fmla="*/ 1127887 h 1540575"/>
                <a:gd name="connsiteX114" fmla="*/ 455860 w 1782629"/>
                <a:gd name="connsiteY114" fmla="*/ 1152398 h 1540575"/>
                <a:gd name="connsiteX115" fmla="*/ 453193 w 1782629"/>
                <a:gd name="connsiteY115" fmla="*/ 1175258 h 1540575"/>
                <a:gd name="connsiteX116" fmla="*/ 526853 w 1782629"/>
                <a:gd name="connsiteY116" fmla="*/ 1217168 h 1540575"/>
                <a:gd name="connsiteX117" fmla="*/ 527361 w 1782629"/>
                <a:gd name="connsiteY117" fmla="*/ 1363980 h 1540575"/>
                <a:gd name="connsiteX118" fmla="*/ 400615 w 1782629"/>
                <a:gd name="connsiteY118" fmla="*/ 1397127 h 1540575"/>
                <a:gd name="connsiteX119" fmla="*/ 361499 w 1782629"/>
                <a:gd name="connsiteY119" fmla="*/ 1511046 h 1540575"/>
                <a:gd name="connsiteX120" fmla="*/ 590988 w 1782629"/>
                <a:gd name="connsiteY120" fmla="*/ 1516761 h 1540575"/>
                <a:gd name="connsiteX121" fmla="*/ 675698 w 1782629"/>
                <a:gd name="connsiteY121" fmla="*/ 1505458 h 1540575"/>
                <a:gd name="connsiteX122" fmla="*/ 592893 w 1782629"/>
                <a:gd name="connsiteY122" fmla="*/ 1321435 h 1540575"/>
                <a:gd name="connsiteX123" fmla="*/ 572065 w 1782629"/>
                <a:gd name="connsiteY123" fmla="*/ 1230376 h 1540575"/>
                <a:gd name="connsiteX124" fmla="*/ 607244 w 1782629"/>
                <a:gd name="connsiteY124" fmla="*/ 1101852 h 1540575"/>
                <a:gd name="connsiteX125" fmla="*/ 433000 w 1782629"/>
                <a:gd name="connsiteY125" fmla="*/ 1096264 h 1540575"/>
                <a:gd name="connsiteX126" fmla="*/ 416744 w 1782629"/>
                <a:gd name="connsiteY126" fmla="*/ 1210183 h 1540575"/>
                <a:gd name="connsiteX127" fmla="*/ 387788 w 1782629"/>
                <a:gd name="connsiteY127" fmla="*/ 1358520 h 1540575"/>
                <a:gd name="connsiteX128" fmla="*/ 476815 w 1782629"/>
                <a:gd name="connsiteY128" fmla="*/ 1368171 h 1540575"/>
                <a:gd name="connsiteX129" fmla="*/ 520503 w 1782629"/>
                <a:gd name="connsiteY129" fmla="*/ 1269365 h 1540575"/>
                <a:gd name="connsiteX130" fmla="*/ 416744 w 1782629"/>
                <a:gd name="connsiteY130" fmla="*/ 1210183 h 1540575"/>
                <a:gd name="connsiteX131" fmla="*/ 695382 w 1782629"/>
                <a:gd name="connsiteY131" fmla="*/ 1321054 h 1540575"/>
                <a:gd name="connsiteX132" fmla="*/ 694493 w 1782629"/>
                <a:gd name="connsiteY132" fmla="*/ 1366520 h 1540575"/>
                <a:gd name="connsiteX133" fmla="*/ 1551998 w 1782629"/>
                <a:gd name="connsiteY133" fmla="*/ 1366012 h 1540575"/>
                <a:gd name="connsiteX134" fmla="*/ 1554664 w 1782629"/>
                <a:gd name="connsiteY134" fmla="*/ 1320801 h 1540575"/>
                <a:gd name="connsiteX135" fmla="*/ 695382 w 1782629"/>
                <a:gd name="connsiteY135" fmla="*/ 1321054 h 1540575"/>
                <a:gd name="connsiteX0" fmla="*/ 1537138 w 1782629"/>
                <a:gd name="connsiteY0" fmla="*/ 254 h 1448373"/>
                <a:gd name="connsiteX1" fmla="*/ 1693729 w 1782629"/>
                <a:gd name="connsiteY1" fmla="*/ 2159 h 1448373"/>
                <a:gd name="connsiteX2" fmla="*/ 1780217 w 1782629"/>
                <a:gd name="connsiteY2" fmla="*/ 96901 h 1448373"/>
                <a:gd name="connsiteX3" fmla="*/ 1782629 w 1782629"/>
                <a:gd name="connsiteY3" fmla="*/ 358902 h 1448373"/>
                <a:gd name="connsiteX4" fmla="*/ 1780089 w 1782629"/>
                <a:gd name="connsiteY4" fmla="*/ 553212 h 1448373"/>
                <a:gd name="connsiteX5" fmla="*/ 1743513 w 1782629"/>
                <a:gd name="connsiteY5" fmla="*/ 621538 h 1448373"/>
                <a:gd name="connsiteX6" fmla="*/ 1555680 w 1782629"/>
                <a:gd name="connsiteY6" fmla="*/ 645668 h 1448373"/>
                <a:gd name="connsiteX7" fmla="*/ 1069398 w 1782629"/>
                <a:gd name="connsiteY7" fmla="*/ 649097 h 1448373"/>
                <a:gd name="connsiteX8" fmla="*/ 1017708 w 1782629"/>
                <a:gd name="connsiteY8" fmla="*/ 647700 h 1448373"/>
                <a:gd name="connsiteX9" fmla="*/ 1012374 w 1782629"/>
                <a:gd name="connsiteY9" fmla="*/ 557149 h 1448373"/>
                <a:gd name="connsiteX10" fmla="*/ 936048 w 1782629"/>
                <a:gd name="connsiteY10" fmla="*/ 619633 h 1448373"/>
                <a:gd name="connsiteX11" fmla="*/ 742245 w 1782629"/>
                <a:gd name="connsiteY11" fmla="*/ 791718 h 1448373"/>
                <a:gd name="connsiteX12" fmla="*/ 932492 w 1782629"/>
                <a:gd name="connsiteY12" fmla="*/ 924941 h 1448373"/>
                <a:gd name="connsiteX13" fmla="*/ 1004881 w 1782629"/>
                <a:gd name="connsiteY13" fmla="*/ 751967 h 1448373"/>
                <a:gd name="connsiteX14" fmla="*/ 1183189 w 1782629"/>
                <a:gd name="connsiteY14" fmla="*/ 748538 h 1448373"/>
                <a:gd name="connsiteX15" fmla="*/ 1620197 w 1782629"/>
                <a:gd name="connsiteY15" fmla="*/ 750316 h 1448373"/>
                <a:gd name="connsiteX16" fmla="*/ 1680522 w 1782629"/>
                <a:gd name="connsiteY16" fmla="*/ 784733 h 1448373"/>
                <a:gd name="connsiteX17" fmla="*/ 1572825 w 1782629"/>
                <a:gd name="connsiteY17" fmla="*/ 1215771 h 1448373"/>
                <a:gd name="connsiteX18" fmla="*/ 1579556 w 1782629"/>
                <a:gd name="connsiteY18" fmla="*/ 1230249 h 1448373"/>
                <a:gd name="connsiteX19" fmla="*/ 1561904 w 1782629"/>
                <a:gd name="connsiteY19" fmla="*/ 1296290 h 1448373"/>
                <a:gd name="connsiteX20" fmla="*/ 1478718 w 1782629"/>
                <a:gd name="connsiteY20" fmla="*/ 1299846 h 1448373"/>
                <a:gd name="connsiteX21" fmla="*/ 704273 w 1782629"/>
                <a:gd name="connsiteY21" fmla="*/ 1299337 h 1448373"/>
                <a:gd name="connsiteX22" fmla="*/ 675189 w 1782629"/>
                <a:gd name="connsiteY22" fmla="*/ 1205612 h 1448373"/>
                <a:gd name="connsiteX23" fmla="*/ 834067 w 1782629"/>
                <a:gd name="connsiteY23" fmla="*/ 1201547 h 1448373"/>
                <a:gd name="connsiteX24" fmla="*/ 789743 w 1782629"/>
                <a:gd name="connsiteY24" fmla="*/ 838708 h 1448373"/>
                <a:gd name="connsiteX25" fmla="*/ 757612 w 1782629"/>
                <a:gd name="connsiteY25" fmla="*/ 824738 h 1448373"/>
                <a:gd name="connsiteX26" fmla="*/ 667696 w 1782629"/>
                <a:gd name="connsiteY26" fmla="*/ 805053 h 1448373"/>
                <a:gd name="connsiteX27" fmla="*/ 514788 w 1782629"/>
                <a:gd name="connsiteY27" fmla="*/ 848614 h 1448373"/>
                <a:gd name="connsiteX28" fmla="*/ 348672 w 1782629"/>
                <a:gd name="connsiteY28" fmla="*/ 804926 h 1448373"/>
                <a:gd name="connsiteX29" fmla="*/ 253295 w 1782629"/>
                <a:gd name="connsiteY29" fmla="*/ 830453 h 1448373"/>
                <a:gd name="connsiteX30" fmla="*/ 247580 w 1782629"/>
                <a:gd name="connsiteY30" fmla="*/ 852297 h 1448373"/>
                <a:gd name="connsiteX31" fmla="*/ 210623 w 1782629"/>
                <a:gd name="connsiteY31" fmla="*/ 1111758 h 1448373"/>
                <a:gd name="connsiteX32" fmla="*/ 430206 w 1782629"/>
                <a:gd name="connsiteY32" fmla="*/ 1091312 h 1448373"/>
                <a:gd name="connsiteX33" fmla="*/ 426142 w 1782629"/>
                <a:gd name="connsiteY33" fmla="*/ 1057656 h 1448373"/>
                <a:gd name="connsiteX34" fmla="*/ 411918 w 1782629"/>
                <a:gd name="connsiteY34" fmla="*/ 984377 h 1448373"/>
                <a:gd name="connsiteX35" fmla="*/ 511994 w 1782629"/>
                <a:gd name="connsiteY35" fmla="*/ 975233 h 1448373"/>
                <a:gd name="connsiteX36" fmla="*/ 579939 w 1782629"/>
                <a:gd name="connsiteY36" fmla="*/ 976376 h 1448373"/>
                <a:gd name="connsiteX37" fmla="*/ 629215 w 1782629"/>
                <a:gd name="connsiteY37" fmla="*/ 1011174 h 1448373"/>
                <a:gd name="connsiteX38" fmla="*/ 596957 w 1782629"/>
                <a:gd name="connsiteY38" fmla="*/ 1086104 h 1448373"/>
                <a:gd name="connsiteX39" fmla="*/ 611308 w 1782629"/>
                <a:gd name="connsiteY39" fmla="*/ 1204849 h 1448373"/>
                <a:gd name="connsiteX40" fmla="*/ 697542 w 1782629"/>
                <a:gd name="connsiteY40" fmla="*/ 1380744 h 1448373"/>
                <a:gd name="connsiteX41" fmla="*/ 680650 w 1782629"/>
                <a:gd name="connsiteY41" fmla="*/ 1445387 h 1448373"/>
                <a:gd name="connsiteX42" fmla="*/ 400869 w 1782629"/>
                <a:gd name="connsiteY42" fmla="*/ 1447927 h 1448373"/>
                <a:gd name="connsiteX43" fmla="*/ 339655 w 1782629"/>
                <a:gd name="connsiteY43" fmla="*/ 1428496 h 1448373"/>
                <a:gd name="connsiteX44" fmla="*/ 349053 w 1782629"/>
                <a:gd name="connsiteY44" fmla="*/ 1341247 h 1448373"/>
                <a:gd name="connsiteX45" fmla="*/ 40443 w 1782629"/>
                <a:gd name="connsiteY45" fmla="*/ 1237234 h 1448373"/>
                <a:gd name="connsiteX46" fmla="*/ 94672 w 1782629"/>
                <a:gd name="connsiteY46" fmla="*/ 949579 h 1448373"/>
                <a:gd name="connsiteX47" fmla="*/ 286061 w 1782629"/>
                <a:gd name="connsiteY47" fmla="*/ 790321 h 1448373"/>
                <a:gd name="connsiteX48" fmla="*/ 194494 w 1782629"/>
                <a:gd name="connsiteY48" fmla="*/ 736346 h 1448373"/>
                <a:gd name="connsiteX49" fmla="*/ 101276 w 1782629"/>
                <a:gd name="connsiteY49" fmla="*/ 621665 h 1448373"/>
                <a:gd name="connsiteX50" fmla="*/ 43110 w 1782629"/>
                <a:gd name="connsiteY50" fmla="*/ 588518 h 1448373"/>
                <a:gd name="connsiteX51" fmla="*/ 21393 w 1782629"/>
                <a:gd name="connsiteY51" fmla="*/ 365633 h 1448373"/>
                <a:gd name="connsiteX52" fmla="*/ 92132 w 1782629"/>
                <a:gd name="connsiteY52" fmla="*/ 307848 h 1448373"/>
                <a:gd name="connsiteX53" fmla="*/ 317938 w 1782629"/>
                <a:gd name="connsiteY53" fmla="*/ 103251 h 1448373"/>
                <a:gd name="connsiteX54" fmla="*/ 696271 w 1782629"/>
                <a:gd name="connsiteY54" fmla="*/ 93980 h 1448373"/>
                <a:gd name="connsiteX55" fmla="*/ 828732 w 1782629"/>
                <a:gd name="connsiteY55" fmla="*/ 169545 h 1448373"/>
                <a:gd name="connsiteX56" fmla="*/ 943540 w 1782629"/>
                <a:gd name="connsiteY56" fmla="*/ 312039 h 1448373"/>
                <a:gd name="connsiteX57" fmla="*/ 1016057 w 1782629"/>
                <a:gd name="connsiteY57" fmla="*/ 365252 h 1448373"/>
                <a:gd name="connsiteX58" fmla="*/ 1012248 w 1782629"/>
                <a:gd name="connsiteY58" fmla="*/ 134112 h 1448373"/>
                <a:gd name="connsiteX59" fmla="*/ 1060380 w 1782629"/>
                <a:gd name="connsiteY59" fmla="*/ 17780 h 1448373"/>
                <a:gd name="connsiteX60" fmla="*/ 1149026 w 1782629"/>
                <a:gd name="connsiteY60" fmla="*/ 508 h 1448373"/>
                <a:gd name="connsiteX61" fmla="*/ 1512373 w 1782629"/>
                <a:gd name="connsiteY61" fmla="*/ 0 h 1448373"/>
                <a:gd name="connsiteX62" fmla="*/ 1035107 w 1782629"/>
                <a:gd name="connsiteY62" fmla="*/ 108331 h 1448373"/>
                <a:gd name="connsiteX63" fmla="*/ 1034345 w 1782629"/>
                <a:gd name="connsiteY63" fmla="*/ 623951 h 1448373"/>
                <a:gd name="connsiteX64" fmla="*/ 1670361 w 1782629"/>
                <a:gd name="connsiteY64" fmla="*/ 621792 h 1448373"/>
                <a:gd name="connsiteX65" fmla="*/ 1759135 w 1782629"/>
                <a:gd name="connsiteY65" fmla="*/ 528955 h 1448373"/>
                <a:gd name="connsiteX66" fmla="*/ 1758880 w 1782629"/>
                <a:gd name="connsiteY66" fmla="*/ 108966 h 1448373"/>
                <a:gd name="connsiteX67" fmla="*/ 1683188 w 1782629"/>
                <a:gd name="connsiteY67" fmla="*/ 26035 h 1448373"/>
                <a:gd name="connsiteX68" fmla="*/ 1110037 w 1782629"/>
                <a:gd name="connsiteY68" fmla="*/ 26162 h 1448373"/>
                <a:gd name="connsiteX69" fmla="*/ 1035107 w 1782629"/>
                <a:gd name="connsiteY69" fmla="*/ 108331 h 1448373"/>
                <a:gd name="connsiteX70" fmla="*/ 268027 w 1782629"/>
                <a:gd name="connsiteY70" fmla="*/ 155448 h 1448373"/>
                <a:gd name="connsiteX71" fmla="*/ 98482 w 1782629"/>
                <a:gd name="connsiteY71" fmla="*/ 394335 h 1448373"/>
                <a:gd name="connsiteX72" fmla="*/ 96450 w 1782629"/>
                <a:gd name="connsiteY72" fmla="*/ 396494 h 1448373"/>
                <a:gd name="connsiteX73" fmla="*/ 202114 w 1782629"/>
                <a:gd name="connsiteY73" fmla="*/ 709295 h 1448373"/>
                <a:gd name="connsiteX74" fmla="*/ 388042 w 1782629"/>
                <a:gd name="connsiteY74" fmla="*/ 780288 h 1448373"/>
                <a:gd name="connsiteX75" fmla="*/ 691954 w 1782629"/>
                <a:gd name="connsiteY75" fmla="*/ 777748 h 1448373"/>
                <a:gd name="connsiteX76" fmla="*/ 940746 w 1782629"/>
                <a:gd name="connsiteY76" fmla="*/ 490347 h 1448373"/>
                <a:gd name="connsiteX77" fmla="*/ 834574 w 1782629"/>
                <a:gd name="connsiteY77" fmla="*/ 207391 h 1448373"/>
                <a:gd name="connsiteX78" fmla="*/ 509708 w 1782629"/>
                <a:gd name="connsiteY78" fmla="*/ 102362 h 1448373"/>
                <a:gd name="connsiteX79" fmla="*/ 268027 w 1782629"/>
                <a:gd name="connsiteY79" fmla="*/ 155448 h 1448373"/>
                <a:gd name="connsiteX80" fmla="*/ 82480 w 1782629"/>
                <a:gd name="connsiteY80" fmla="*/ 587248 h 1448373"/>
                <a:gd name="connsiteX81" fmla="*/ 77146 w 1782629"/>
                <a:gd name="connsiteY81" fmla="*/ 335788 h 1448373"/>
                <a:gd name="connsiteX82" fmla="*/ 82480 w 1782629"/>
                <a:gd name="connsiteY82" fmla="*/ 587248 h 1448373"/>
                <a:gd name="connsiteX83" fmla="*/ 950144 w 1782629"/>
                <a:gd name="connsiteY83" fmla="*/ 334264 h 1448373"/>
                <a:gd name="connsiteX84" fmla="*/ 946969 w 1782629"/>
                <a:gd name="connsiteY84" fmla="*/ 590042 h 1448373"/>
                <a:gd name="connsiteX85" fmla="*/ 950144 w 1782629"/>
                <a:gd name="connsiteY85" fmla="*/ 334264 h 1448373"/>
                <a:gd name="connsiteX86" fmla="*/ 998912 w 1782629"/>
                <a:gd name="connsiteY86" fmla="*/ 780923 h 1448373"/>
                <a:gd name="connsiteX87" fmla="*/ 967670 w 1782629"/>
                <a:gd name="connsiteY87" fmla="*/ 872871 h 1448373"/>
                <a:gd name="connsiteX88" fmla="*/ 900361 w 1782629"/>
                <a:gd name="connsiteY88" fmla="*/ 1201547 h 1448373"/>
                <a:gd name="connsiteX89" fmla="*/ 1554792 w 1782629"/>
                <a:gd name="connsiteY89" fmla="*/ 1201547 h 1448373"/>
                <a:gd name="connsiteX90" fmla="*/ 1650804 w 1782629"/>
                <a:gd name="connsiteY90" fmla="*/ 778129 h 1448373"/>
                <a:gd name="connsiteX91" fmla="*/ 1060254 w 1782629"/>
                <a:gd name="connsiteY91" fmla="*/ 776351 h 1448373"/>
                <a:gd name="connsiteX92" fmla="*/ 998912 w 1782629"/>
                <a:gd name="connsiteY92" fmla="*/ 780923 h 1448373"/>
                <a:gd name="connsiteX93" fmla="*/ 436175 w 1782629"/>
                <a:gd name="connsiteY93" fmla="*/ 804164 h 1448373"/>
                <a:gd name="connsiteX94" fmla="*/ 593528 w 1782629"/>
                <a:gd name="connsiteY94" fmla="*/ 803910 h 1448373"/>
                <a:gd name="connsiteX95" fmla="*/ 436175 w 1782629"/>
                <a:gd name="connsiteY95" fmla="*/ 804164 h 1448373"/>
                <a:gd name="connsiteX96" fmla="*/ 50857 w 1782629"/>
                <a:gd name="connsiteY96" fmla="*/ 1151509 h 1448373"/>
                <a:gd name="connsiteX97" fmla="*/ 73336 w 1782629"/>
                <a:gd name="connsiteY97" fmla="*/ 1248029 h 1448373"/>
                <a:gd name="connsiteX98" fmla="*/ 363912 w 1782629"/>
                <a:gd name="connsiteY98" fmla="*/ 1318641 h 1448373"/>
                <a:gd name="connsiteX99" fmla="*/ 380168 w 1782629"/>
                <a:gd name="connsiteY99" fmla="*/ 1289812 h 1448373"/>
                <a:gd name="connsiteX100" fmla="*/ 362515 w 1782629"/>
                <a:gd name="connsiteY100" fmla="*/ 1121156 h 1448373"/>
                <a:gd name="connsiteX101" fmla="*/ 140011 w 1782629"/>
                <a:gd name="connsiteY101" fmla="*/ 1139063 h 1448373"/>
                <a:gd name="connsiteX102" fmla="*/ 185731 w 1782629"/>
                <a:gd name="connsiteY102" fmla="*/ 1112012 h 1448373"/>
                <a:gd name="connsiteX103" fmla="*/ 220910 w 1782629"/>
                <a:gd name="connsiteY103" fmla="*/ 846709 h 1448373"/>
                <a:gd name="connsiteX104" fmla="*/ 50857 w 1782629"/>
                <a:gd name="connsiteY104" fmla="*/ 1151509 h 1448373"/>
                <a:gd name="connsiteX105" fmla="*/ 825049 w 1782629"/>
                <a:gd name="connsiteY105" fmla="*/ 856362 h 1448373"/>
                <a:gd name="connsiteX106" fmla="*/ 857307 w 1782629"/>
                <a:gd name="connsiteY106" fmla="*/ 1201547 h 1448373"/>
                <a:gd name="connsiteX107" fmla="*/ 875468 w 1782629"/>
                <a:gd name="connsiteY107" fmla="*/ 1201547 h 1448373"/>
                <a:gd name="connsiteX108" fmla="*/ 922331 w 1782629"/>
                <a:gd name="connsiteY108" fmla="*/ 958724 h 1448373"/>
                <a:gd name="connsiteX109" fmla="*/ 825049 w 1782629"/>
                <a:gd name="connsiteY109" fmla="*/ 856362 h 1448373"/>
                <a:gd name="connsiteX110" fmla="*/ 433000 w 1782629"/>
                <a:gd name="connsiteY110" fmla="*/ 1004062 h 1448373"/>
                <a:gd name="connsiteX111" fmla="*/ 419538 w 1782629"/>
                <a:gd name="connsiteY111" fmla="*/ 1023747 h 1448373"/>
                <a:gd name="connsiteX112" fmla="*/ 492055 w 1782629"/>
                <a:gd name="connsiteY112" fmla="*/ 1035685 h 1448373"/>
                <a:gd name="connsiteX113" fmla="*/ 455860 w 1782629"/>
                <a:gd name="connsiteY113" fmla="*/ 1060196 h 1448373"/>
                <a:gd name="connsiteX114" fmla="*/ 453193 w 1782629"/>
                <a:gd name="connsiteY114" fmla="*/ 1083056 h 1448373"/>
                <a:gd name="connsiteX115" fmla="*/ 526853 w 1782629"/>
                <a:gd name="connsiteY115" fmla="*/ 1124966 h 1448373"/>
                <a:gd name="connsiteX116" fmla="*/ 527361 w 1782629"/>
                <a:gd name="connsiteY116" fmla="*/ 1271778 h 1448373"/>
                <a:gd name="connsiteX117" fmla="*/ 400615 w 1782629"/>
                <a:gd name="connsiteY117" fmla="*/ 1304925 h 1448373"/>
                <a:gd name="connsiteX118" fmla="*/ 361499 w 1782629"/>
                <a:gd name="connsiteY118" fmla="*/ 1418844 h 1448373"/>
                <a:gd name="connsiteX119" fmla="*/ 590988 w 1782629"/>
                <a:gd name="connsiteY119" fmla="*/ 1424559 h 1448373"/>
                <a:gd name="connsiteX120" fmla="*/ 675698 w 1782629"/>
                <a:gd name="connsiteY120" fmla="*/ 1413256 h 1448373"/>
                <a:gd name="connsiteX121" fmla="*/ 592893 w 1782629"/>
                <a:gd name="connsiteY121" fmla="*/ 1229233 h 1448373"/>
                <a:gd name="connsiteX122" fmla="*/ 572065 w 1782629"/>
                <a:gd name="connsiteY122" fmla="*/ 1138174 h 1448373"/>
                <a:gd name="connsiteX123" fmla="*/ 607244 w 1782629"/>
                <a:gd name="connsiteY123" fmla="*/ 1009650 h 1448373"/>
                <a:gd name="connsiteX124" fmla="*/ 433000 w 1782629"/>
                <a:gd name="connsiteY124" fmla="*/ 1004062 h 1448373"/>
                <a:gd name="connsiteX125" fmla="*/ 416744 w 1782629"/>
                <a:gd name="connsiteY125" fmla="*/ 1117981 h 1448373"/>
                <a:gd name="connsiteX126" fmla="*/ 387788 w 1782629"/>
                <a:gd name="connsiteY126" fmla="*/ 1266318 h 1448373"/>
                <a:gd name="connsiteX127" fmla="*/ 476815 w 1782629"/>
                <a:gd name="connsiteY127" fmla="*/ 1275969 h 1448373"/>
                <a:gd name="connsiteX128" fmla="*/ 520503 w 1782629"/>
                <a:gd name="connsiteY128" fmla="*/ 1177163 h 1448373"/>
                <a:gd name="connsiteX129" fmla="*/ 416744 w 1782629"/>
                <a:gd name="connsiteY129" fmla="*/ 1117981 h 1448373"/>
                <a:gd name="connsiteX130" fmla="*/ 695382 w 1782629"/>
                <a:gd name="connsiteY130" fmla="*/ 1228852 h 1448373"/>
                <a:gd name="connsiteX131" fmla="*/ 694493 w 1782629"/>
                <a:gd name="connsiteY131" fmla="*/ 1274318 h 1448373"/>
                <a:gd name="connsiteX132" fmla="*/ 1551998 w 1782629"/>
                <a:gd name="connsiteY132" fmla="*/ 1273810 h 1448373"/>
                <a:gd name="connsiteX133" fmla="*/ 1554664 w 1782629"/>
                <a:gd name="connsiteY133" fmla="*/ 1228599 h 1448373"/>
                <a:gd name="connsiteX134" fmla="*/ 695382 w 1782629"/>
                <a:gd name="connsiteY134" fmla="*/ 1228852 h 1448373"/>
                <a:gd name="connsiteX0" fmla="*/ 1537138 w 1782629"/>
                <a:gd name="connsiteY0" fmla="*/ 0 h 1448119"/>
                <a:gd name="connsiteX1" fmla="*/ 1693729 w 1782629"/>
                <a:gd name="connsiteY1" fmla="*/ 1905 h 1448119"/>
                <a:gd name="connsiteX2" fmla="*/ 1780217 w 1782629"/>
                <a:gd name="connsiteY2" fmla="*/ 96647 h 1448119"/>
                <a:gd name="connsiteX3" fmla="*/ 1782629 w 1782629"/>
                <a:gd name="connsiteY3" fmla="*/ 358648 h 1448119"/>
                <a:gd name="connsiteX4" fmla="*/ 1780089 w 1782629"/>
                <a:gd name="connsiteY4" fmla="*/ 552958 h 1448119"/>
                <a:gd name="connsiteX5" fmla="*/ 1743513 w 1782629"/>
                <a:gd name="connsiteY5" fmla="*/ 621284 h 1448119"/>
                <a:gd name="connsiteX6" fmla="*/ 1555680 w 1782629"/>
                <a:gd name="connsiteY6" fmla="*/ 645414 h 1448119"/>
                <a:gd name="connsiteX7" fmla="*/ 1069398 w 1782629"/>
                <a:gd name="connsiteY7" fmla="*/ 648843 h 1448119"/>
                <a:gd name="connsiteX8" fmla="*/ 1017708 w 1782629"/>
                <a:gd name="connsiteY8" fmla="*/ 647446 h 1448119"/>
                <a:gd name="connsiteX9" fmla="*/ 1012374 w 1782629"/>
                <a:gd name="connsiteY9" fmla="*/ 556895 h 1448119"/>
                <a:gd name="connsiteX10" fmla="*/ 936048 w 1782629"/>
                <a:gd name="connsiteY10" fmla="*/ 619379 h 1448119"/>
                <a:gd name="connsiteX11" fmla="*/ 742245 w 1782629"/>
                <a:gd name="connsiteY11" fmla="*/ 791464 h 1448119"/>
                <a:gd name="connsiteX12" fmla="*/ 932492 w 1782629"/>
                <a:gd name="connsiteY12" fmla="*/ 924687 h 1448119"/>
                <a:gd name="connsiteX13" fmla="*/ 1004881 w 1782629"/>
                <a:gd name="connsiteY13" fmla="*/ 751713 h 1448119"/>
                <a:gd name="connsiteX14" fmla="*/ 1183189 w 1782629"/>
                <a:gd name="connsiteY14" fmla="*/ 748284 h 1448119"/>
                <a:gd name="connsiteX15" fmla="*/ 1620197 w 1782629"/>
                <a:gd name="connsiteY15" fmla="*/ 750062 h 1448119"/>
                <a:gd name="connsiteX16" fmla="*/ 1680522 w 1782629"/>
                <a:gd name="connsiteY16" fmla="*/ 784479 h 1448119"/>
                <a:gd name="connsiteX17" fmla="*/ 1572825 w 1782629"/>
                <a:gd name="connsiteY17" fmla="*/ 1215517 h 1448119"/>
                <a:gd name="connsiteX18" fmla="*/ 1579556 w 1782629"/>
                <a:gd name="connsiteY18" fmla="*/ 1229995 h 1448119"/>
                <a:gd name="connsiteX19" fmla="*/ 1561904 w 1782629"/>
                <a:gd name="connsiteY19" fmla="*/ 1296036 h 1448119"/>
                <a:gd name="connsiteX20" fmla="*/ 1478718 w 1782629"/>
                <a:gd name="connsiteY20" fmla="*/ 1299592 h 1448119"/>
                <a:gd name="connsiteX21" fmla="*/ 704273 w 1782629"/>
                <a:gd name="connsiteY21" fmla="*/ 1299083 h 1448119"/>
                <a:gd name="connsiteX22" fmla="*/ 675189 w 1782629"/>
                <a:gd name="connsiteY22" fmla="*/ 1205358 h 1448119"/>
                <a:gd name="connsiteX23" fmla="*/ 834067 w 1782629"/>
                <a:gd name="connsiteY23" fmla="*/ 1201293 h 1448119"/>
                <a:gd name="connsiteX24" fmla="*/ 789743 w 1782629"/>
                <a:gd name="connsiteY24" fmla="*/ 838454 h 1448119"/>
                <a:gd name="connsiteX25" fmla="*/ 757612 w 1782629"/>
                <a:gd name="connsiteY25" fmla="*/ 824484 h 1448119"/>
                <a:gd name="connsiteX26" fmla="*/ 667696 w 1782629"/>
                <a:gd name="connsiteY26" fmla="*/ 804799 h 1448119"/>
                <a:gd name="connsiteX27" fmla="*/ 514788 w 1782629"/>
                <a:gd name="connsiteY27" fmla="*/ 848360 h 1448119"/>
                <a:gd name="connsiteX28" fmla="*/ 348672 w 1782629"/>
                <a:gd name="connsiteY28" fmla="*/ 804672 h 1448119"/>
                <a:gd name="connsiteX29" fmla="*/ 253295 w 1782629"/>
                <a:gd name="connsiteY29" fmla="*/ 830199 h 1448119"/>
                <a:gd name="connsiteX30" fmla="*/ 247580 w 1782629"/>
                <a:gd name="connsiteY30" fmla="*/ 852043 h 1448119"/>
                <a:gd name="connsiteX31" fmla="*/ 210623 w 1782629"/>
                <a:gd name="connsiteY31" fmla="*/ 1111504 h 1448119"/>
                <a:gd name="connsiteX32" fmla="*/ 430206 w 1782629"/>
                <a:gd name="connsiteY32" fmla="*/ 1091058 h 1448119"/>
                <a:gd name="connsiteX33" fmla="*/ 426142 w 1782629"/>
                <a:gd name="connsiteY33" fmla="*/ 1057402 h 1448119"/>
                <a:gd name="connsiteX34" fmla="*/ 411918 w 1782629"/>
                <a:gd name="connsiteY34" fmla="*/ 984123 h 1448119"/>
                <a:gd name="connsiteX35" fmla="*/ 511994 w 1782629"/>
                <a:gd name="connsiteY35" fmla="*/ 974979 h 1448119"/>
                <a:gd name="connsiteX36" fmla="*/ 579939 w 1782629"/>
                <a:gd name="connsiteY36" fmla="*/ 976122 h 1448119"/>
                <a:gd name="connsiteX37" fmla="*/ 629215 w 1782629"/>
                <a:gd name="connsiteY37" fmla="*/ 1010920 h 1448119"/>
                <a:gd name="connsiteX38" fmla="*/ 596957 w 1782629"/>
                <a:gd name="connsiteY38" fmla="*/ 1085850 h 1448119"/>
                <a:gd name="connsiteX39" fmla="*/ 611308 w 1782629"/>
                <a:gd name="connsiteY39" fmla="*/ 1204595 h 1448119"/>
                <a:gd name="connsiteX40" fmla="*/ 697542 w 1782629"/>
                <a:gd name="connsiteY40" fmla="*/ 1380490 h 1448119"/>
                <a:gd name="connsiteX41" fmla="*/ 680650 w 1782629"/>
                <a:gd name="connsiteY41" fmla="*/ 1445133 h 1448119"/>
                <a:gd name="connsiteX42" fmla="*/ 400869 w 1782629"/>
                <a:gd name="connsiteY42" fmla="*/ 1447673 h 1448119"/>
                <a:gd name="connsiteX43" fmla="*/ 339655 w 1782629"/>
                <a:gd name="connsiteY43" fmla="*/ 1428242 h 1448119"/>
                <a:gd name="connsiteX44" fmla="*/ 349053 w 1782629"/>
                <a:gd name="connsiteY44" fmla="*/ 1340993 h 1448119"/>
                <a:gd name="connsiteX45" fmla="*/ 40443 w 1782629"/>
                <a:gd name="connsiteY45" fmla="*/ 1236980 h 1448119"/>
                <a:gd name="connsiteX46" fmla="*/ 94672 w 1782629"/>
                <a:gd name="connsiteY46" fmla="*/ 949325 h 1448119"/>
                <a:gd name="connsiteX47" fmla="*/ 286061 w 1782629"/>
                <a:gd name="connsiteY47" fmla="*/ 790067 h 1448119"/>
                <a:gd name="connsiteX48" fmla="*/ 194494 w 1782629"/>
                <a:gd name="connsiteY48" fmla="*/ 736092 h 1448119"/>
                <a:gd name="connsiteX49" fmla="*/ 101276 w 1782629"/>
                <a:gd name="connsiteY49" fmla="*/ 621411 h 1448119"/>
                <a:gd name="connsiteX50" fmla="*/ 43110 w 1782629"/>
                <a:gd name="connsiteY50" fmla="*/ 588264 h 1448119"/>
                <a:gd name="connsiteX51" fmla="*/ 21393 w 1782629"/>
                <a:gd name="connsiteY51" fmla="*/ 365379 h 1448119"/>
                <a:gd name="connsiteX52" fmla="*/ 92132 w 1782629"/>
                <a:gd name="connsiteY52" fmla="*/ 307594 h 1448119"/>
                <a:gd name="connsiteX53" fmla="*/ 317938 w 1782629"/>
                <a:gd name="connsiteY53" fmla="*/ 102997 h 1448119"/>
                <a:gd name="connsiteX54" fmla="*/ 696271 w 1782629"/>
                <a:gd name="connsiteY54" fmla="*/ 93726 h 1448119"/>
                <a:gd name="connsiteX55" fmla="*/ 828732 w 1782629"/>
                <a:gd name="connsiteY55" fmla="*/ 169291 h 1448119"/>
                <a:gd name="connsiteX56" fmla="*/ 943540 w 1782629"/>
                <a:gd name="connsiteY56" fmla="*/ 311785 h 1448119"/>
                <a:gd name="connsiteX57" fmla="*/ 1016057 w 1782629"/>
                <a:gd name="connsiteY57" fmla="*/ 364998 h 1448119"/>
                <a:gd name="connsiteX58" fmla="*/ 1012248 w 1782629"/>
                <a:gd name="connsiteY58" fmla="*/ 133858 h 1448119"/>
                <a:gd name="connsiteX59" fmla="*/ 1060380 w 1782629"/>
                <a:gd name="connsiteY59" fmla="*/ 17526 h 1448119"/>
                <a:gd name="connsiteX60" fmla="*/ 1149026 w 1782629"/>
                <a:gd name="connsiteY60" fmla="*/ 254 h 1448119"/>
                <a:gd name="connsiteX61" fmla="*/ 1035107 w 1782629"/>
                <a:gd name="connsiteY61" fmla="*/ 108077 h 1448119"/>
                <a:gd name="connsiteX62" fmla="*/ 1034345 w 1782629"/>
                <a:gd name="connsiteY62" fmla="*/ 623697 h 1448119"/>
                <a:gd name="connsiteX63" fmla="*/ 1670361 w 1782629"/>
                <a:gd name="connsiteY63" fmla="*/ 621538 h 1448119"/>
                <a:gd name="connsiteX64" fmla="*/ 1759135 w 1782629"/>
                <a:gd name="connsiteY64" fmla="*/ 528701 h 1448119"/>
                <a:gd name="connsiteX65" fmla="*/ 1758880 w 1782629"/>
                <a:gd name="connsiteY65" fmla="*/ 108712 h 1448119"/>
                <a:gd name="connsiteX66" fmla="*/ 1683188 w 1782629"/>
                <a:gd name="connsiteY66" fmla="*/ 25781 h 1448119"/>
                <a:gd name="connsiteX67" fmla="*/ 1110037 w 1782629"/>
                <a:gd name="connsiteY67" fmla="*/ 25908 h 1448119"/>
                <a:gd name="connsiteX68" fmla="*/ 1035107 w 1782629"/>
                <a:gd name="connsiteY68" fmla="*/ 108077 h 1448119"/>
                <a:gd name="connsiteX69" fmla="*/ 268027 w 1782629"/>
                <a:gd name="connsiteY69" fmla="*/ 155194 h 1448119"/>
                <a:gd name="connsiteX70" fmla="*/ 98482 w 1782629"/>
                <a:gd name="connsiteY70" fmla="*/ 394081 h 1448119"/>
                <a:gd name="connsiteX71" fmla="*/ 96450 w 1782629"/>
                <a:gd name="connsiteY71" fmla="*/ 396240 h 1448119"/>
                <a:gd name="connsiteX72" fmla="*/ 202114 w 1782629"/>
                <a:gd name="connsiteY72" fmla="*/ 709041 h 1448119"/>
                <a:gd name="connsiteX73" fmla="*/ 388042 w 1782629"/>
                <a:gd name="connsiteY73" fmla="*/ 780034 h 1448119"/>
                <a:gd name="connsiteX74" fmla="*/ 691954 w 1782629"/>
                <a:gd name="connsiteY74" fmla="*/ 777494 h 1448119"/>
                <a:gd name="connsiteX75" fmla="*/ 940746 w 1782629"/>
                <a:gd name="connsiteY75" fmla="*/ 490093 h 1448119"/>
                <a:gd name="connsiteX76" fmla="*/ 834574 w 1782629"/>
                <a:gd name="connsiteY76" fmla="*/ 207137 h 1448119"/>
                <a:gd name="connsiteX77" fmla="*/ 509708 w 1782629"/>
                <a:gd name="connsiteY77" fmla="*/ 102108 h 1448119"/>
                <a:gd name="connsiteX78" fmla="*/ 268027 w 1782629"/>
                <a:gd name="connsiteY78" fmla="*/ 155194 h 1448119"/>
                <a:gd name="connsiteX79" fmla="*/ 82480 w 1782629"/>
                <a:gd name="connsiteY79" fmla="*/ 586994 h 1448119"/>
                <a:gd name="connsiteX80" fmla="*/ 77146 w 1782629"/>
                <a:gd name="connsiteY80" fmla="*/ 335534 h 1448119"/>
                <a:gd name="connsiteX81" fmla="*/ 82480 w 1782629"/>
                <a:gd name="connsiteY81" fmla="*/ 586994 h 1448119"/>
                <a:gd name="connsiteX82" fmla="*/ 950144 w 1782629"/>
                <a:gd name="connsiteY82" fmla="*/ 334010 h 1448119"/>
                <a:gd name="connsiteX83" fmla="*/ 946969 w 1782629"/>
                <a:gd name="connsiteY83" fmla="*/ 589788 h 1448119"/>
                <a:gd name="connsiteX84" fmla="*/ 950144 w 1782629"/>
                <a:gd name="connsiteY84" fmla="*/ 334010 h 1448119"/>
                <a:gd name="connsiteX85" fmla="*/ 998912 w 1782629"/>
                <a:gd name="connsiteY85" fmla="*/ 780669 h 1448119"/>
                <a:gd name="connsiteX86" fmla="*/ 967670 w 1782629"/>
                <a:gd name="connsiteY86" fmla="*/ 872617 h 1448119"/>
                <a:gd name="connsiteX87" fmla="*/ 900361 w 1782629"/>
                <a:gd name="connsiteY87" fmla="*/ 1201293 h 1448119"/>
                <a:gd name="connsiteX88" fmla="*/ 1554792 w 1782629"/>
                <a:gd name="connsiteY88" fmla="*/ 1201293 h 1448119"/>
                <a:gd name="connsiteX89" fmla="*/ 1650804 w 1782629"/>
                <a:gd name="connsiteY89" fmla="*/ 777875 h 1448119"/>
                <a:gd name="connsiteX90" fmla="*/ 1060254 w 1782629"/>
                <a:gd name="connsiteY90" fmla="*/ 776097 h 1448119"/>
                <a:gd name="connsiteX91" fmla="*/ 998912 w 1782629"/>
                <a:gd name="connsiteY91" fmla="*/ 780669 h 1448119"/>
                <a:gd name="connsiteX92" fmla="*/ 436175 w 1782629"/>
                <a:gd name="connsiteY92" fmla="*/ 803910 h 1448119"/>
                <a:gd name="connsiteX93" fmla="*/ 593528 w 1782629"/>
                <a:gd name="connsiteY93" fmla="*/ 803656 h 1448119"/>
                <a:gd name="connsiteX94" fmla="*/ 436175 w 1782629"/>
                <a:gd name="connsiteY94" fmla="*/ 803910 h 1448119"/>
                <a:gd name="connsiteX95" fmla="*/ 50857 w 1782629"/>
                <a:gd name="connsiteY95" fmla="*/ 1151255 h 1448119"/>
                <a:gd name="connsiteX96" fmla="*/ 73336 w 1782629"/>
                <a:gd name="connsiteY96" fmla="*/ 1247775 h 1448119"/>
                <a:gd name="connsiteX97" fmla="*/ 363912 w 1782629"/>
                <a:gd name="connsiteY97" fmla="*/ 1318387 h 1448119"/>
                <a:gd name="connsiteX98" fmla="*/ 380168 w 1782629"/>
                <a:gd name="connsiteY98" fmla="*/ 1289558 h 1448119"/>
                <a:gd name="connsiteX99" fmla="*/ 362515 w 1782629"/>
                <a:gd name="connsiteY99" fmla="*/ 1120902 h 1448119"/>
                <a:gd name="connsiteX100" fmla="*/ 140011 w 1782629"/>
                <a:gd name="connsiteY100" fmla="*/ 1138809 h 1448119"/>
                <a:gd name="connsiteX101" fmla="*/ 185731 w 1782629"/>
                <a:gd name="connsiteY101" fmla="*/ 1111758 h 1448119"/>
                <a:gd name="connsiteX102" fmla="*/ 220910 w 1782629"/>
                <a:gd name="connsiteY102" fmla="*/ 846455 h 1448119"/>
                <a:gd name="connsiteX103" fmla="*/ 50857 w 1782629"/>
                <a:gd name="connsiteY103" fmla="*/ 1151255 h 1448119"/>
                <a:gd name="connsiteX104" fmla="*/ 825049 w 1782629"/>
                <a:gd name="connsiteY104" fmla="*/ 856108 h 1448119"/>
                <a:gd name="connsiteX105" fmla="*/ 857307 w 1782629"/>
                <a:gd name="connsiteY105" fmla="*/ 1201293 h 1448119"/>
                <a:gd name="connsiteX106" fmla="*/ 875468 w 1782629"/>
                <a:gd name="connsiteY106" fmla="*/ 1201293 h 1448119"/>
                <a:gd name="connsiteX107" fmla="*/ 922331 w 1782629"/>
                <a:gd name="connsiteY107" fmla="*/ 958470 h 1448119"/>
                <a:gd name="connsiteX108" fmla="*/ 825049 w 1782629"/>
                <a:gd name="connsiteY108" fmla="*/ 856108 h 1448119"/>
                <a:gd name="connsiteX109" fmla="*/ 433000 w 1782629"/>
                <a:gd name="connsiteY109" fmla="*/ 1003808 h 1448119"/>
                <a:gd name="connsiteX110" fmla="*/ 419538 w 1782629"/>
                <a:gd name="connsiteY110" fmla="*/ 1023493 h 1448119"/>
                <a:gd name="connsiteX111" fmla="*/ 492055 w 1782629"/>
                <a:gd name="connsiteY111" fmla="*/ 1035431 h 1448119"/>
                <a:gd name="connsiteX112" fmla="*/ 455860 w 1782629"/>
                <a:gd name="connsiteY112" fmla="*/ 1059942 h 1448119"/>
                <a:gd name="connsiteX113" fmla="*/ 453193 w 1782629"/>
                <a:gd name="connsiteY113" fmla="*/ 1082802 h 1448119"/>
                <a:gd name="connsiteX114" fmla="*/ 526853 w 1782629"/>
                <a:gd name="connsiteY114" fmla="*/ 1124712 h 1448119"/>
                <a:gd name="connsiteX115" fmla="*/ 527361 w 1782629"/>
                <a:gd name="connsiteY115" fmla="*/ 1271524 h 1448119"/>
                <a:gd name="connsiteX116" fmla="*/ 400615 w 1782629"/>
                <a:gd name="connsiteY116" fmla="*/ 1304671 h 1448119"/>
                <a:gd name="connsiteX117" fmla="*/ 361499 w 1782629"/>
                <a:gd name="connsiteY117" fmla="*/ 1418590 h 1448119"/>
                <a:gd name="connsiteX118" fmla="*/ 590988 w 1782629"/>
                <a:gd name="connsiteY118" fmla="*/ 1424305 h 1448119"/>
                <a:gd name="connsiteX119" fmla="*/ 675698 w 1782629"/>
                <a:gd name="connsiteY119" fmla="*/ 1413002 h 1448119"/>
                <a:gd name="connsiteX120" fmla="*/ 592893 w 1782629"/>
                <a:gd name="connsiteY120" fmla="*/ 1228979 h 1448119"/>
                <a:gd name="connsiteX121" fmla="*/ 572065 w 1782629"/>
                <a:gd name="connsiteY121" fmla="*/ 1137920 h 1448119"/>
                <a:gd name="connsiteX122" fmla="*/ 607244 w 1782629"/>
                <a:gd name="connsiteY122" fmla="*/ 1009396 h 1448119"/>
                <a:gd name="connsiteX123" fmla="*/ 433000 w 1782629"/>
                <a:gd name="connsiteY123" fmla="*/ 1003808 h 1448119"/>
                <a:gd name="connsiteX124" fmla="*/ 416744 w 1782629"/>
                <a:gd name="connsiteY124" fmla="*/ 1117727 h 1448119"/>
                <a:gd name="connsiteX125" fmla="*/ 387788 w 1782629"/>
                <a:gd name="connsiteY125" fmla="*/ 1266064 h 1448119"/>
                <a:gd name="connsiteX126" fmla="*/ 476815 w 1782629"/>
                <a:gd name="connsiteY126" fmla="*/ 1275715 h 1448119"/>
                <a:gd name="connsiteX127" fmla="*/ 520503 w 1782629"/>
                <a:gd name="connsiteY127" fmla="*/ 1176909 h 1448119"/>
                <a:gd name="connsiteX128" fmla="*/ 416744 w 1782629"/>
                <a:gd name="connsiteY128" fmla="*/ 1117727 h 1448119"/>
                <a:gd name="connsiteX129" fmla="*/ 695382 w 1782629"/>
                <a:gd name="connsiteY129" fmla="*/ 1228598 h 1448119"/>
                <a:gd name="connsiteX130" fmla="*/ 694493 w 1782629"/>
                <a:gd name="connsiteY130" fmla="*/ 1274064 h 1448119"/>
                <a:gd name="connsiteX131" fmla="*/ 1551998 w 1782629"/>
                <a:gd name="connsiteY131" fmla="*/ 1273556 h 1448119"/>
                <a:gd name="connsiteX132" fmla="*/ 1554664 w 1782629"/>
                <a:gd name="connsiteY132" fmla="*/ 1228345 h 1448119"/>
                <a:gd name="connsiteX133" fmla="*/ 695382 w 1782629"/>
                <a:gd name="connsiteY133" fmla="*/ 1228598 h 1448119"/>
                <a:gd name="connsiteX0" fmla="*/ 1537138 w 1782629"/>
                <a:gd name="connsiteY0" fmla="*/ 0 h 1448119"/>
                <a:gd name="connsiteX1" fmla="*/ 1693729 w 1782629"/>
                <a:gd name="connsiteY1" fmla="*/ 1905 h 1448119"/>
                <a:gd name="connsiteX2" fmla="*/ 1780217 w 1782629"/>
                <a:gd name="connsiteY2" fmla="*/ 96647 h 1448119"/>
                <a:gd name="connsiteX3" fmla="*/ 1782629 w 1782629"/>
                <a:gd name="connsiteY3" fmla="*/ 358648 h 1448119"/>
                <a:gd name="connsiteX4" fmla="*/ 1780089 w 1782629"/>
                <a:gd name="connsiteY4" fmla="*/ 552958 h 1448119"/>
                <a:gd name="connsiteX5" fmla="*/ 1743513 w 1782629"/>
                <a:gd name="connsiteY5" fmla="*/ 621284 h 1448119"/>
                <a:gd name="connsiteX6" fmla="*/ 1555680 w 1782629"/>
                <a:gd name="connsiteY6" fmla="*/ 645414 h 1448119"/>
                <a:gd name="connsiteX7" fmla="*/ 1069398 w 1782629"/>
                <a:gd name="connsiteY7" fmla="*/ 648843 h 1448119"/>
                <a:gd name="connsiteX8" fmla="*/ 1017708 w 1782629"/>
                <a:gd name="connsiteY8" fmla="*/ 647446 h 1448119"/>
                <a:gd name="connsiteX9" fmla="*/ 1012374 w 1782629"/>
                <a:gd name="connsiteY9" fmla="*/ 556895 h 1448119"/>
                <a:gd name="connsiteX10" fmla="*/ 936048 w 1782629"/>
                <a:gd name="connsiteY10" fmla="*/ 619379 h 1448119"/>
                <a:gd name="connsiteX11" fmla="*/ 742245 w 1782629"/>
                <a:gd name="connsiteY11" fmla="*/ 791464 h 1448119"/>
                <a:gd name="connsiteX12" fmla="*/ 932492 w 1782629"/>
                <a:gd name="connsiteY12" fmla="*/ 924687 h 1448119"/>
                <a:gd name="connsiteX13" fmla="*/ 1004881 w 1782629"/>
                <a:gd name="connsiteY13" fmla="*/ 751713 h 1448119"/>
                <a:gd name="connsiteX14" fmla="*/ 1183189 w 1782629"/>
                <a:gd name="connsiteY14" fmla="*/ 748284 h 1448119"/>
                <a:gd name="connsiteX15" fmla="*/ 1620197 w 1782629"/>
                <a:gd name="connsiteY15" fmla="*/ 750062 h 1448119"/>
                <a:gd name="connsiteX16" fmla="*/ 1680522 w 1782629"/>
                <a:gd name="connsiteY16" fmla="*/ 784479 h 1448119"/>
                <a:gd name="connsiteX17" fmla="*/ 1572825 w 1782629"/>
                <a:gd name="connsiteY17" fmla="*/ 1215517 h 1448119"/>
                <a:gd name="connsiteX18" fmla="*/ 1579556 w 1782629"/>
                <a:gd name="connsiteY18" fmla="*/ 1229995 h 1448119"/>
                <a:gd name="connsiteX19" fmla="*/ 1561904 w 1782629"/>
                <a:gd name="connsiteY19" fmla="*/ 1296036 h 1448119"/>
                <a:gd name="connsiteX20" fmla="*/ 1478718 w 1782629"/>
                <a:gd name="connsiteY20" fmla="*/ 1299592 h 1448119"/>
                <a:gd name="connsiteX21" fmla="*/ 704273 w 1782629"/>
                <a:gd name="connsiteY21" fmla="*/ 1299083 h 1448119"/>
                <a:gd name="connsiteX22" fmla="*/ 675189 w 1782629"/>
                <a:gd name="connsiteY22" fmla="*/ 1205358 h 1448119"/>
                <a:gd name="connsiteX23" fmla="*/ 834067 w 1782629"/>
                <a:gd name="connsiteY23" fmla="*/ 1201293 h 1448119"/>
                <a:gd name="connsiteX24" fmla="*/ 789743 w 1782629"/>
                <a:gd name="connsiteY24" fmla="*/ 838454 h 1448119"/>
                <a:gd name="connsiteX25" fmla="*/ 757612 w 1782629"/>
                <a:gd name="connsiteY25" fmla="*/ 824484 h 1448119"/>
                <a:gd name="connsiteX26" fmla="*/ 667696 w 1782629"/>
                <a:gd name="connsiteY26" fmla="*/ 804799 h 1448119"/>
                <a:gd name="connsiteX27" fmla="*/ 514788 w 1782629"/>
                <a:gd name="connsiteY27" fmla="*/ 848360 h 1448119"/>
                <a:gd name="connsiteX28" fmla="*/ 348672 w 1782629"/>
                <a:gd name="connsiteY28" fmla="*/ 804672 h 1448119"/>
                <a:gd name="connsiteX29" fmla="*/ 253295 w 1782629"/>
                <a:gd name="connsiteY29" fmla="*/ 830199 h 1448119"/>
                <a:gd name="connsiteX30" fmla="*/ 247580 w 1782629"/>
                <a:gd name="connsiteY30" fmla="*/ 852043 h 1448119"/>
                <a:gd name="connsiteX31" fmla="*/ 210623 w 1782629"/>
                <a:gd name="connsiteY31" fmla="*/ 1111504 h 1448119"/>
                <a:gd name="connsiteX32" fmla="*/ 430206 w 1782629"/>
                <a:gd name="connsiteY32" fmla="*/ 1091058 h 1448119"/>
                <a:gd name="connsiteX33" fmla="*/ 426142 w 1782629"/>
                <a:gd name="connsiteY33" fmla="*/ 1057402 h 1448119"/>
                <a:gd name="connsiteX34" fmla="*/ 411918 w 1782629"/>
                <a:gd name="connsiteY34" fmla="*/ 984123 h 1448119"/>
                <a:gd name="connsiteX35" fmla="*/ 511994 w 1782629"/>
                <a:gd name="connsiteY35" fmla="*/ 974979 h 1448119"/>
                <a:gd name="connsiteX36" fmla="*/ 579939 w 1782629"/>
                <a:gd name="connsiteY36" fmla="*/ 976122 h 1448119"/>
                <a:gd name="connsiteX37" fmla="*/ 629215 w 1782629"/>
                <a:gd name="connsiteY37" fmla="*/ 1010920 h 1448119"/>
                <a:gd name="connsiteX38" fmla="*/ 596957 w 1782629"/>
                <a:gd name="connsiteY38" fmla="*/ 1085850 h 1448119"/>
                <a:gd name="connsiteX39" fmla="*/ 611308 w 1782629"/>
                <a:gd name="connsiteY39" fmla="*/ 1204595 h 1448119"/>
                <a:gd name="connsiteX40" fmla="*/ 697542 w 1782629"/>
                <a:gd name="connsiteY40" fmla="*/ 1380490 h 1448119"/>
                <a:gd name="connsiteX41" fmla="*/ 680650 w 1782629"/>
                <a:gd name="connsiteY41" fmla="*/ 1445133 h 1448119"/>
                <a:gd name="connsiteX42" fmla="*/ 400869 w 1782629"/>
                <a:gd name="connsiteY42" fmla="*/ 1447673 h 1448119"/>
                <a:gd name="connsiteX43" fmla="*/ 339655 w 1782629"/>
                <a:gd name="connsiteY43" fmla="*/ 1428242 h 1448119"/>
                <a:gd name="connsiteX44" fmla="*/ 349053 w 1782629"/>
                <a:gd name="connsiteY44" fmla="*/ 1340993 h 1448119"/>
                <a:gd name="connsiteX45" fmla="*/ 40443 w 1782629"/>
                <a:gd name="connsiteY45" fmla="*/ 1236980 h 1448119"/>
                <a:gd name="connsiteX46" fmla="*/ 94672 w 1782629"/>
                <a:gd name="connsiteY46" fmla="*/ 949325 h 1448119"/>
                <a:gd name="connsiteX47" fmla="*/ 286061 w 1782629"/>
                <a:gd name="connsiteY47" fmla="*/ 790067 h 1448119"/>
                <a:gd name="connsiteX48" fmla="*/ 194494 w 1782629"/>
                <a:gd name="connsiteY48" fmla="*/ 736092 h 1448119"/>
                <a:gd name="connsiteX49" fmla="*/ 101276 w 1782629"/>
                <a:gd name="connsiteY49" fmla="*/ 621411 h 1448119"/>
                <a:gd name="connsiteX50" fmla="*/ 43110 w 1782629"/>
                <a:gd name="connsiteY50" fmla="*/ 588264 h 1448119"/>
                <a:gd name="connsiteX51" fmla="*/ 21393 w 1782629"/>
                <a:gd name="connsiteY51" fmla="*/ 365379 h 1448119"/>
                <a:gd name="connsiteX52" fmla="*/ 92132 w 1782629"/>
                <a:gd name="connsiteY52" fmla="*/ 307594 h 1448119"/>
                <a:gd name="connsiteX53" fmla="*/ 317938 w 1782629"/>
                <a:gd name="connsiteY53" fmla="*/ 102997 h 1448119"/>
                <a:gd name="connsiteX54" fmla="*/ 696271 w 1782629"/>
                <a:gd name="connsiteY54" fmla="*/ 93726 h 1448119"/>
                <a:gd name="connsiteX55" fmla="*/ 828732 w 1782629"/>
                <a:gd name="connsiteY55" fmla="*/ 169291 h 1448119"/>
                <a:gd name="connsiteX56" fmla="*/ 943540 w 1782629"/>
                <a:gd name="connsiteY56" fmla="*/ 311785 h 1448119"/>
                <a:gd name="connsiteX57" fmla="*/ 1016057 w 1782629"/>
                <a:gd name="connsiteY57" fmla="*/ 364998 h 1448119"/>
                <a:gd name="connsiteX58" fmla="*/ 1012248 w 1782629"/>
                <a:gd name="connsiteY58" fmla="*/ 133858 h 1448119"/>
                <a:gd name="connsiteX59" fmla="*/ 1060380 w 1782629"/>
                <a:gd name="connsiteY59" fmla="*/ 17526 h 1448119"/>
                <a:gd name="connsiteX60" fmla="*/ 1149026 w 1782629"/>
                <a:gd name="connsiteY60" fmla="*/ 254 h 1448119"/>
                <a:gd name="connsiteX61" fmla="*/ 1035107 w 1782629"/>
                <a:gd name="connsiteY61" fmla="*/ 108077 h 1448119"/>
                <a:gd name="connsiteX62" fmla="*/ 1034345 w 1782629"/>
                <a:gd name="connsiteY62" fmla="*/ 623697 h 1448119"/>
                <a:gd name="connsiteX63" fmla="*/ 1670361 w 1782629"/>
                <a:gd name="connsiteY63" fmla="*/ 621538 h 1448119"/>
                <a:gd name="connsiteX64" fmla="*/ 1759135 w 1782629"/>
                <a:gd name="connsiteY64" fmla="*/ 528701 h 1448119"/>
                <a:gd name="connsiteX65" fmla="*/ 1758880 w 1782629"/>
                <a:gd name="connsiteY65" fmla="*/ 108712 h 1448119"/>
                <a:gd name="connsiteX66" fmla="*/ 1683188 w 1782629"/>
                <a:gd name="connsiteY66" fmla="*/ 25781 h 1448119"/>
                <a:gd name="connsiteX67" fmla="*/ 1035107 w 1782629"/>
                <a:gd name="connsiteY67" fmla="*/ 108077 h 1448119"/>
                <a:gd name="connsiteX68" fmla="*/ 268027 w 1782629"/>
                <a:gd name="connsiteY68" fmla="*/ 155194 h 1448119"/>
                <a:gd name="connsiteX69" fmla="*/ 98482 w 1782629"/>
                <a:gd name="connsiteY69" fmla="*/ 394081 h 1448119"/>
                <a:gd name="connsiteX70" fmla="*/ 96450 w 1782629"/>
                <a:gd name="connsiteY70" fmla="*/ 396240 h 1448119"/>
                <a:gd name="connsiteX71" fmla="*/ 202114 w 1782629"/>
                <a:gd name="connsiteY71" fmla="*/ 709041 h 1448119"/>
                <a:gd name="connsiteX72" fmla="*/ 388042 w 1782629"/>
                <a:gd name="connsiteY72" fmla="*/ 780034 h 1448119"/>
                <a:gd name="connsiteX73" fmla="*/ 691954 w 1782629"/>
                <a:gd name="connsiteY73" fmla="*/ 777494 h 1448119"/>
                <a:gd name="connsiteX74" fmla="*/ 940746 w 1782629"/>
                <a:gd name="connsiteY74" fmla="*/ 490093 h 1448119"/>
                <a:gd name="connsiteX75" fmla="*/ 834574 w 1782629"/>
                <a:gd name="connsiteY75" fmla="*/ 207137 h 1448119"/>
                <a:gd name="connsiteX76" fmla="*/ 509708 w 1782629"/>
                <a:gd name="connsiteY76" fmla="*/ 102108 h 1448119"/>
                <a:gd name="connsiteX77" fmla="*/ 268027 w 1782629"/>
                <a:gd name="connsiteY77" fmla="*/ 155194 h 1448119"/>
                <a:gd name="connsiteX78" fmla="*/ 82480 w 1782629"/>
                <a:gd name="connsiteY78" fmla="*/ 586994 h 1448119"/>
                <a:gd name="connsiteX79" fmla="*/ 77146 w 1782629"/>
                <a:gd name="connsiteY79" fmla="*/ 335534 h 1448119"/>
                <a:gd name="connsiteX80" fmla="*/ 82480 w 1782629"/>
                <a:gd name="connsiteY80" fmla="*/ 586994 h 1448119"/>
                <a:gd name="connsiteX81" fmla="*/ 950144 w 1782629"/>
                <a:gd name="connsiteY81" fmla="*/ 334010 h 1448119"/>
                <a:gd name="connsiteX82" fmla="*/ 946969 w 1782629"/>
                <a:gd name="connsiteY82" fmla="*/ 589788 h 1448119"/>
                <a:gd name="connsiteX83" fmla="*/ 950144 w 1782629"/>
                <a:gd name="connsiteY83" fmla="*/ 334010 h 1448119"/>
                <a:gd name="connsiteX84" fmla="*/ 998912 w 1782629"/>
                <a:gd name="connsiteY84" fmla="*/ 780669 h 1448119"/>
                <a:gd name="connsiteX85" fmla="*/ 967670 w 1782629"/>
                <a:gd name="connsiteY85" fmla="*/ 872617 h 1448119"/>
                <a:gd name="connsiteX86" fmla="*/ 900361 w 1782629"/>
                <a:gd name="connsiteY86" fmla="*/ 1201293 h 1448119"/>
                <a:gd name="connsiteX87" fmla="*/ 1554792 w 1782629"/>
                <a:gd name="connsiteY87" fmla="*/ 1201293 h 1448119"/>
                <a:gd name="connsiteX88" fmla="*/ 1650804 w 1782629"/>
                <a:gd name="connsiteY88" fmla="*/ 777875 h 1448119"/>
                <a:gd name="connsiteX89" fmla="*/ 1060254 w 1782629"/>
                <a:gd name="connsiteY89" fmla="*/ 776097 h 1448119"/>
                <a:gd name="connsiteX90" fmla="*/ 998912 w 1782629"/>
                <a:gd name="connsiteY90" fmla="*/ 780669 h 1448119"/>
                <a:gd name="connsiteX91" fmla="*/ 436175 w 1782629"/>
                <a:gd name="connsiteY91" fmla="*/ 803910 h 1448119"/>
                <a:gd name="connsiteX92" fmla="*/ 593528 w 1782629"/>
                <a:gd name="connsiteY92" fmla="*/ 803656 h 1448119"/>
                <a:gd name="connsiteX93" fmla="*/ 436175 w 1782629"/>
                <a:gd name="connsiteY93" fmla="*/ 803910 h 1448119"/>
                <a:gd name="connsiteX94" fmla="*/ 50857 w 1782629"/>
                <a:gd name="connsiteY94" fmla="*/ 1151255 h 1448119"/>
                <a:gd name="connsiteX95" fmla="*/ 73336 w 1782629"/>
                <a:gd name="connsiteY95" fmla="*/ 1247775 h 1448119"/>
                <a:gd name="connsiteX96" fmla="*/ 363912 w 1782629"/>
                <a:gd name="connsiteY96" fmla="*/ 1318387 h 1448119"/>
                <a:gd name="connsiteX97" fmla="*/ 380168 w 1782629"/>
                <a:gd name="connsiteY97" fmla="*/ 1289558 h 1448119"/>
                <a:gd name="connsiteX98" fmla="*/ 362515 w 1782629"/>
                <a:gd name="connsiteY98" fmla="*/ 1120902 h 1448119"/>
                <a:gd name="connsiteX99" fmla="*/ 140011 w 1782629"/>
                <a:gd name="connsiteY99" fmla="*/ 1138809 h 1448119"/>
                <a:gd name="connsiteX100" fmla="*/ 185731 w 1782629"/>
                <a:gd name="connsiteY100" fmla="*/ 1111758 h 1448119"/>
                <a:gd name="connsiteX101" fmla="*/ 220910 w 1782629"/>
                <a:gd name="connsiteY101" fmla="*/ 846455 h 1448119"/>
                <a:gd name="connsiteX102" fmla="*/ 50857 w 1782629"/>
                <a:gd name="connsiteY102" fmla="*/ 1151255 h 1448119"/>
                <a:gd name="connsiteX103" fmla="*/ 825049 w 1782629"/>
                <a:gd name="connsiteY103" fmla="*/ 856108 h 1448119"/>
                <a:gd name="connsiteX104" fmla="*/ 857307 w 1782629"/>
                <a:gd name="connsiteY104" fmla="*/ 1201293 h 1448119"/>
                <a:gd name="connsiteX105" fmla="*/ 875468 w 1782629"/>
                <a:gd name="connsiteY105" fmla="*/ 1201293 h 1448119"/>
                <a:gd name="connsiteX106" fmla="*/ 922331 w 1782629"/>
                <a:gd name="connsiteY106" fmla="*/ 958470 h 1448119"/>
                <a:gd name="connsiteX107" fmla="*/ 825049 w 1782629"/>
                <a:gd name="connsiteY107" fmla="*/ 856108 h 1448119"/>
                <a:gd name="connsiteX108" fmla="*/ 433000 w 1782629"/>
                <a:gd name="connsiteY108" fmla="*/ 1003808 h 1448119"/>
                <a:gd name="connsiteX109" fmla="*/ 419538 w 1782629"/>
                <a:gd name="connsiteY109" fmla="*/ 1023493 h 1448119"/>
                <a:gd name="connsiteX110" fmla="*/ 492055 w 1782629"/>
                <a:gd name="connsiteY110" fmla="*/ 1035431 h 1448119"/>
                <a:gd name="connsiteX111" fmla="*/ 455860 w 1782629"/>
                <a:gd name="connsiteY111" fmla="*/ 1059942 h 1448119"/>
                <a:gd name="connsiteX112" fmla="*/ 453193 w 1782629"/>
                <a:gd name="connsiteY112" fmla="*/ 1082802 h 1448119"/>
                <a:gd name="connsiteX113" fmla="*/ 526853 w 1782629"/>
                <a:gd name="connsiteY113" fmla="*/ 1124712 h 1448119"/>
                <a:gd name="connsiteX114" fmla="*/ 527361 w 1782629"/>
                <a:gd name="connsiteY114" fmla="*/ 1271524 h 1448119"/>
                <a:gd name="connsiteX115" fmla="*/ 400615 w 1782629"/>
                <a:gd name="connsiteY115" fmla="*/ 1304671 h 1448119"/>
                <a:gd name="connsiteX116" fmla="*/ 361499 w 1782629"/>
                <a:gd name="connsiteY116" fmla="*/ 1418590 h 1448119"/>
                <a:gd name="connsiteX117" fmla="*/ 590988 w 1782629"/>
                <a:gd name="connsiteY117" fmla="*/ 1424305 h 1448119"/>
                <a:gd name="connsiteX118" fmla="*/ 675698 w 1782629"/>
                <a:gd name="connsiteY118" fmla="*/ 1413002 h 1448119"/>
                <a:gd name="connsiteX119" fmla="*/ 592893 w 1782629"/>
                <a:gd name="connsiteY119" fmla="*/ 1228979 h 1448119"/>
                <a:gd name="connsiteX120" fmla="*/ 572065 w 1782629"/>
                <a:gd name="connsiteY120" fmla="*/ 1137920 h 1448119"/>
                <a:gd name="connsiteX121" fmla="*/ 607244 w 1782629"/>
                <a:gd name="connsiteY121" fmla="*/ 1009396 h 1448119"/>
                <a:gd name="connsiteX122" fmla="*/ 433000 w 1782629"/>
                <a:gd name="connsiteY122" fmla="*/ 1003808 h 1448119"/>
                <a:gd name="connsiteX123" fmla="*/ 416744 w 1782629"/>
                <a:gd name="connsiteY123" fmla="*/ 1117727 h 1448119"/>
                <a:gd name="connsiteX124" fmla="*/ 387788 w 1782629"/>
                <a:gd name="connsiteY124" fmla="*/ 1266064 h 1448119"/>
                <a:gd name="connsiteX125" fmla="*/ 476815 w 1782629"/>
                <a:gd name="connsiteY125" fmla="*/ 1275715 h 1448119"/>
                <a:gd name="connsiteX126" fmla="*/ 520503 w 1782629"/>
                <a:gd name="connsiteY126" fmla="*/ 1176909 h 1448119"/>
                <a:gd name="connsiteX127" fmla="*/ 416744 w 1782629"/>
                <a:gd name="connsiteY127" fmla="*/ 1117727 h 1448119"/>
                <a:gd name="connsiteX128" fmla="*/ 695382 w 1782629"/>
                <a:gd name="connsiteY128" fmla="*/ 1228598 h 1448119"/>
                <a:gd name="connsiteX129" fmla="*/ 694493 w 1782629"/>
                <a:gd name="connsiteY129" fmla="*/ 1274064 h 1448119"/>
                <a:gd name="connsiteX130" fmla="*/ 1551998 w 1782629"/>
                <a:gd name="connsiteY130" fmla="*/ 1273556 h 1448119"/>
                <a:gd name="connsiteX131" fmla="*/ 1554664 w 1782629"/>
                <a:gd name="connsiteY131" fmla="*/ 1228345 h 1448119"/>
                <a:gd name="connsiteX132" fmla="*/ 695382 w 1782629"/>
                <a:gd name="connsiteY132" fmla="*/ 1228598 h 1448119"/>
                <a:gd name="connsiteX0" fmla="*/ 1693729 w 1782629"/>
                <a:gd name="connsiteY0" fmla="*/ 1651 h 1447865"/>
                <a:gd name="connsiteX1" fmla="*/ 1780217 w 1782629"/>
                <a:gd name="connsiteY1" fmla="*/ 96393 h 1447865"/>
                <a:gd name="connsiteX2" fmla="*/ 1782629 w 1782629"/>
                <a:gd name="connsiteY2" fmla="*/ 358394 h 1447865"/>
                <a:gd name="connsiteX3" fmla="*/ 1780089 w 1782629"/>
                <a:gd name="connsiteY3" fmla="*/ 552704 h 1447865"/>
                <a:gd name="connsiteX4" fmla="*/ 1743513 w 1782629"/>
                <a:gd name="connsiteY4" fmla="*/ 621030 h 1447865"/>
                <a:gd name="connsiteX5" fmla="*/ 1555680 w 1782629"/>
                <a:gd name="connsiteY5" fmla="*/ 645160 h 1447865"/>
                <a:gd name="connsiteX6" fmla="*/ 1069398 w 1782629"/>
                <a:gd name="connsiteY6" fmla="*/ 648589 h 1447865"/>
                <a:gd name="connsiteX7" fmla="*/ 1017708 w 1782629"/>
                <a:gd name="connsiteY7" fmla="*/ 647192 h 1447865"/>
                <a:gd name="connsiteX8" fmla="*/ 1012374 w 1782629"/>
                <a:gd name="connsiteY8" fmla="*/ 556641 h 1447865"/>
                <a:gd name="connsiteX9" fmla="*/ 936048 w 1782629"/>
                <a:gd name="connsiteY9" fmla="*/ 619125 h 1447865"/>
                <a:gd name="connsiteX10" fmla="*/ 742245 w 1782629"/>
                <a:gd name="connsiteY10" fmla="*/ 791210 h 1447865"/>
                <a:gd name="connsiteX11" fmla="*/ 932492 w 1782629"/>
                <a:gd name="connsiteY11" fmla="*/ 924433 h 1447865"/>
                <a:gd name="connsiteX12" fmla="*/ 1004881 w 1782629"/>
                <a:gd name="connsiteY12" fmla="*/ 751459 h 1447865"/>
                <a:gd name="connsiteX13" fmla="*/ 1183189 w 1782629"/>
                <a:gd name="connsiteY13" fmla="*/ 748030 h 1447865"/>
                <a:gd name="connsiteX14" fmla="*/ 1620197 w 1782629"/>
                <a:gd name="connsiteY14" fmla="*/ 749808 h 1447865"/>
                <a:gd name="connsiteX15" fmla="*/ 1680522 w 1782629"/>
                <a:gd name="connsiteY15" fmla="*/ 784225 h 1447865"/>
                <a:gd name="connsiteX16" fmla="*/ 1572825 w 1782629"/>
                <a:gd name="connsiteY16" fmla="*/ 1215263 h 1447865"/>
                <a:gd name="connsiteX17" fmla="*/ 1579556 w 1782629"/>
                <a:gd name="connsiteY17" fmla="*/ 1229741 h 1447865"/>
                <a:gd name="connsiteX18" fmla="*/ 1561904 w 1782629"/>
                <a:gd name="connsiteY18" fmla="*/ 1295782 h 1447865"/>
                <a:gd name="connsiteX19" fmla="*/ 1478718 w 1782629"/>
                <a:gd name="connsiteY19" fmla="*/ 1299338 h 1447865"/>
                <a:gd name="connsiteX20" fmla="*/ 704273 w 1782629"/>
                <a:gd name="connsiteY20" fmla="*/ 1298829 h 1447865"/>
                <a:gd name="connsiteX21" fmla="*/ 675189 w 1782629"/>
                <a:gd name="connsiteY21" fmla="*/ 1205104 h 1447865"/>
                <a:gd name="connsiteX22" fmla="*/ 834067 w 1782629"/>
                <a:gd name="connsiteY22" fmla="*/ 1201039 h 1447865"/>
                <a:gd name="connsiteX23" fmla="*/ 789743 w 1782629"/>
                <a:gd name="connsiteY23" fmla="*/ 838200 h 1447865"/>
                <a:gd name="connsiteX24" fmla="*/ 757612 w 1782629"/>
                <a:gd name="connsiteY24" fmla="*/ 824230 h 1447865"/>
                <a:gd name="connsiteX25" fmla="*/ 667696 w 1782629"/>
                <a:gd name="connsiteY25" fmla="*/ 804545 h 1447865"/>
                <a:gd name="connsiteX26" fmla="*/ 514788 w 1782629"/>
                <a:gd name="connsiteY26" fmla="*/ 848106 h 1447865"/>
                <a:gd name="connsiteX27" fmla="*/ 348672 w 1782629"/>
                <a:gd name="connsiteY27" fmla="*/ 804418 h 1447865"/>
                <a:gd name="connsiteX28" fmla="*/ 253295 w 1782629"/>
                <a:gd name="connsiteY28" fmla="*/ 829945 h 1447865"/>
                <a:gd name="connsiteX29" fmla="*/ 247580 w 1782629"/>
                <a:gd name="connsiteY29" fmla="*/ 851789 h 1447865"/>
                <a:gd name="connsiteX30" fmla="*/ 210623 w 1782629"/>
                <a:gd name="connsiteY30" fmla="*/ 1111250 h 1447865"/>
                <a:gd name="connsiteX31" fmla="*/ 430206 w 1782629"/>
                <a:gd name="connsiteY31" fmla="*/ 1090804 h 1447865"/>
                <a:gd name="connsiteX32" fmla="*/ 426142 w 1782629"/>
                <a:gd name="connsiteY32" fmla="*/ 1057148 h 1447865"/>
                <a:gd name="connsiteX33" fmla="*/ 411918 w 1782629"/>
                <a:gd name="connsiteY33" fmla="*/ 983869 h 1447865"/>
                <a:gd name="connsiteX34" fmla="*/ 511994 w 1782629"/>
                <a:gd name="connsiteY34" fmla="*/ 974725 h 1447865"/>
                <a:gd name="connsiteX35" fmla="*/ 579939 w 1782629"/>
                <a:gd name="connsiteY35" fmla="*/ 975868 h 1447865"/>
                <a:gd name="connsiteX36" fmla="*/ 629215 w 1782629"/>
                <a:gd name="connsiteY36" fmla="*/ 1010666 h 1447865"/>
                <a:gd name="connsiteX37" fmla="*/ 596957 w 1782629"/>
                <a:gd name="connsiteY37" fmla="*/ 1085596 h 1447865"/>
                <a:gd name="connsiteX38" fmla="*/ 611308 w 1782629"/>
                <a:gd name="connsiteY38" fmla="*/ 1204341 h 1447865"/>
                <a:gd name="connsiteX39" fmla="*/ 697542 w 1782629"/>
                <a:gd name="connsiteY39" fmla="*/ 1380236 h 1447865"/>
                <a:gd name="connsiteX40" fmla="*/ 680650 w 1782629"/>
                <a:gd name="connsiteY40" fmla="*/ 1444879 h 1447865"/>
                <a:gd name="connsiteX41" fmla="*/ 400869 w 1782629"/>
                <a:gd name="connsiteY41" fmla="*/ 1447419 h 1447865"/>
                <a:gd name="connsiteX42" fmla="*/ 339655 w 1782629"/>
                <a:gd name="connsiteY42" fmla="*/ 1427988 h 1447865"/>
                <a:gd name="connsiteX43" fmla="*/ 349053 w 1782629"/>
                <a:gd name="connsiteY43" fmla="*/ 1340739 h 1447865"/>
                <a:gd name="connsiteX44" fmla="*/ 40443 w 1782629"/>
                <a:gd name="connsiteY44" fmla="*/ 1236726 h 1447865"/>
                <a:gd name="connsiteX45" fmla="*/ 94672 w 1782629"/>
                <a:gd name="connsiteY45" fmla="*/ 949071 h 1447865"/>
                <a:gd name="connsiteX46" fmla="*/ 286061 w 1782629"/>
                <a:gd name="connsiteY46" fmla="*/ 789813 h 1447865"/>
                <a:gd name="connsiteX47" fmla="*/ 194494 w 1782629"/>
                <a:gd name="connsiteY47" fmla="*/ 735838 h 1447865"/>
                <a:gd name="connsiteX48" fmla="*/ 101276 w 1782629"/>
                <a:gd name="connsiteY48" fmla="*/ 621157 h 1447865"/>
                <a:gd name="connsiteX49" fmla="*/ 43110 w 1782629"/>
                <a:gd name="connsiteY49" fmla="*/ 588010 h 1447865"/>
                <a:gd name="connsiteX50" fmla="*/ 21393 w 1782629"/>
                <a:gd name="connsiteY50" fmla="*/ 365125 h 1447865"/>
                <a:gd name="connsiteX51" fmla="*/ 92132 w 1782629"/>
                <a:gd name="connsiteY51" fmla="*/ 307340 h 1447865"/>
                <a:gd name="connsiteX52" fmla="*/ 317938 w 1782629"/>
                <a:gd name="connsiteY52" fmla="*/ 102743 h 1447865"/>
                <a:gd name="connsiteX53" fmla="*/ 696271 w 1782629"/>
                <a:gd name="connsiteY53" fmla="*/ 93472 h 1447865"/>
                <a:gd name="connsiteX54" fmla="*/ 828732 w 1782629"/>
                <a:gd name="connsiteY54" fmla="*/ 169037 h 1447865"/>
                <a:gd name="connsiteX55" fmla="*/ 943540 w 1782629"/>
                <a:gd name="connsiteY55" fmla="*/ 311531 h 1447865"/>
                <a:gd name="connsiteX56" fmla="*/ 1016057 w 1782629"/>
                <a:gd name="connsiteY56" fmla="*/ 364744 h 1447865"/>
                <a:gd name="connsiteX57" fmla="*/ 1012248 w 1782629"/>
                <a:gd name="connsiteY57" fmla="*/ 133604 h 1447865"/>
                <a:gd name="connsiteX58" fmla="*/ 1060380 w 1782629"/>
                <a:gd name="connsiteY58" fmla="*/ 17272 h 1447865"/>
                <a:gd name="connsiteX59" fmla="*/ 1149026 w 1782629"/>
                <a:gd name="connsiteY59" fmla="*/ 0 h 1447865"/>
                <a:gd name="connsiteX60" fmla="*/ 1035107 w 1782629"/>
                <a:gd name="connsiteY60" fmla="*/ 107823 h 1447865"/>
                <a:gd name="connsiteX61" fmla="*/ 1034345 w 1782629"/>
                <a:gd name="connsiteY61" fmla="*/ 623443 h 1447865"/>
                <a:gd name="connsiteX62" fmla="*/ 1670361 w 1782629"/>
                <a:gd name="connsiteY62" fmla="*/ 621284 h 1447865"/>
                <a:gd name="connsiteX63" fmla="*/ 1759135 w 1782629"/>
                <a:gd name="connsiteY63" fmla="*/ 528447 h 1447865"/>
                <a:gd name="connsiteX64" fmla="*/ 1758880 w 1782629"/>
                <a:gd name="connsiteY64" fmla="*/ 108458 h 1447865"/>
                <a:gd name="connsiteX65" fmla="*/ 1683188 w 1782629"/>
                <a:gd name="connsiteY65" fmla="*/ 25527 h 1447865"/>
                <a:gd name="connsiteX66" fmla="*/ 1035107 w 1782629"/>
                <a:gd name="connsiteY66" fmla="*/ 107823 h 1447865"/>
                <a:gd name="connsiteX67" fmla="*/ 268027 w 1782629"/>
                <a:gd name="connsiteY67" fmla="*/ 154940 h 1447865"/>
                <a:gd name="connsiteX68" fmla="*/ 98482 w 1782629"/>
                <a:gd name="connsiteY68" fmla="*/ 393827 h 1447865"/>
                <a:gd name="connsiteX69" fmla="*/ 96450 w 1782629"/>
                <a:gd name="connsiteY69" fmla="*/ 395986 h 1447865"/>
                <a:gd name="connsiteX70" fmla="*/ 202114 w 1782629"/>
                <a:gd name="connsiteY70" fmla="*/ 708787 h 1447865"/>
                <a:gd name="connsiteX71" fmla="*/ 388042 w 1782629"/>
                <a:gd name="connsiteY71" fmla="*/ 779780 h 1447865"/>
                <a:gd name="connsiteX72" fmla="*/ 691954 w 1782629"/>
                <a:gd name="connsiteY72" fmla="*/ 777240 h 1447865"/>
                <a:gd name="connsiteX73" fmla="*/ 940746 w 1782629"/>
                <a:gd name="connsiteY73" fmla="*/ 489839 h 1447865"/>
                <a:gd name="connsiteX74" fmla="*/ 834574 w 1782629"/>
                <a:gd name="connsiteY74" fmla="*/ 206883 h 1447865"/>
                <a:gd name="connsiteX75" fmla="*/ 509708 w 1782629"/>
                <a:gd name="connsiteY75" fmla="*/ 101854 h 1447865"/>
                <a:gd name="connsiteX76" fmla="*/ 268027 w 1782629"/>
                <a:gd name="connsiteY76" fmla="*/ 154940 h 1447865"/>
                <a:gd name="connsiteX77" fmla="*/ 82480 w 1782629"/>
                <a:gd name="connsiteY77" fmla="*/ 586740 h 1447865"/>
                <a:gd name="connsiteX78" fmla="*/ 77146 w 1782629"/>
                <a:gd name="connsiteY78" fmla="*/ 335280 h 1447865"/>
                <a:gd name="connsiteX79" fmla="*/ 82480 w 1782629"/>
                <a:gd name="connsiteY79" fmla="*/ 586740 h 1447865"/>
                <a:gd name="connsiteX80" fmla="*/ 950144 w 1782629"/>
                <a:gd name="connsiteY80" fmla="*/ 333756 h 1447865"/>
                <a:gd name="connsiteX81" fmla="*/ 946969 w 1782629"/>
                <a:gd name="connsiteY81" fmla="*/ 589534 h 1447865"/>
                <a:gd name="connsiteX82" fmla="*/ 950144 w 1782629"/>
                <a:gd name="connsiteY82" fmla="*/ 333756 h 1447865"/>
                <a:gd name="connsiteX83" fmla="*/ 998912 w 1782629"/>
                <a:gd name="connsiteY83" fmla="*/ 780415 h 1447865"/>
                <a:gd name="connsiteX84" fmla="*/ 967670 w 1782629"/>
                <a:gd name="connsiteY84" fmla="*/ 872363 h 1447865"/>
                <a:gd name="connsiteX85" fmla="*/ 900361 w 1782629"/>
                <a:gd name="connsiteY85" fmla="*/ 1201039 h 1447865"/>
                <a:gd name="connsiteX86" fmla="*/ 1554792 w 1782629"/>
                <a:gd name="connsiteY86" fmla="*/ 1201039 h 1447865"/>
                <a:gd name="connsiteX87" fmla="*/ 1650804 w 1782629"/>
                <a:gd name="connsiteY87" fmla="*/ 777621 h 1447865"/>
                <a:gd name="connsiteX88" fmla="*/ 1060254 w 1782629"/>
                <a:gd name="connsiteY88" fmla="*/ 775843 h 1447865"/>
                <a:gd name="connsiteX89" fmla="*/ 998912 w 1782629"/>
                <a:gd name="connsiteY89" fmla="*/ 780415 h 1447865"/>
                <a:gd name="connsiteX90" fmla="*/ 436175 w 1782629"/>
                <a:gd name="connsiteY90" fmla="*/ 803656 h 1447865"/>
                <a:gd name="connsiteX91" fmla="*/ 593528 w 1782629"/>
                <a:gd name="connsiteY91" fmla="*/ 803402 h 1447865"/>
                <a:gd name="connsiteX92" fmla="*/ 436175 w 1782629"/>
                <a:gd name="connsiteY92" fmla="*/ 803656 h 1447865"/>
                <a:gd name="connsiteX93" fmla="*/ 50857 w 1782629"/>
                <a:gd name="connsiteY93" fmla="*/ 1151001 h 1447865"/>
                <a:gd name="connsiteX94" fmla="*/ 73336 w 1782629"/>
                <a:gd name="connsiteY94" fmla="*/ 1247521 h 1447865"/>
                <a:gd name="connsiteX95" fmla="*/ 363912 w 1782629"/>
                <a:gd name="connsiteY95" fmla="*/ 1318133 h 1447865"/>
                <a:gd name="connsiteX96" fmla="*/ 380168 w 1782629"/>
                <a:gd name="connsiteY96" fmla="*/ 1289304 h 1447865"/>
                <a:gd name="connsiteX97" fmla="*/ 362515 w 1782629"/>
                <a:gd name="connsiteY97" fmla="*/ 1120648 h 1447865"/>
                <a:gd name="connsiteX98" fmla="*/ 140011 w 1782629"/>
                <a:gd name="connsiteY98" fmla="*/ 1138555 h 1447865"/>
                <a:gd name="connsiteX99" fmla="*/ 185731 w 1782629"/>
                <a:gd name="connsiteY99" fmla="*/ 1111504 h 1447865"/>
                <a:gd name="connsiteX100" fmla="*/ 220910 w 1782629"/>
                <a:gd name="connsiteY100" fmla="*/ 846201 h 1447865"/>
                <a:gd name="connsiteX101" fmla="*/ 50857 w 1782629"/>
                <a:gd name="connsiteY101" fmla="*/ 1151001 h 1447865"/>
                <a:gd name="connsiteX102" fmla="*/ 825049 w 1782629"/>
                <a:gd name="connsiteY102" fmla="*/ 855854 h 1447865"/>
                <a:gd name="connsiteX103" fmla="*/ 857307 w 1782629"/>
                <a:gd name="connsiteY103" fmla="*/ 1201039 h 1447865"/>
                <a:gd name="connsiteX104" fmla="*/ 875468 w 1782629"/>
                <a:gd name="connsiteY104" fmla="*/ 1201039 h 1447865"/>
                <a:gd name="connsiteX105" fmla="*/ 922331 w 1782629"/>
                <a:gd name="connsiteY105" fmla="*/ 958216 h 1447865"/>
                <a:gd name="connsiteX106" fmla="*/ 825049 w 1782629"/>
                <a:gd name="connsiteY106" fmla="*/ 855854 h 1447865"/>
                <a:gd name="connsiteX107" fmla="*/ 433000 w 1782629"/>
                <a:gd name="connsiteY107" fmla="*/ 1003554 h 1447865"/>
                <a:gd name="connsiteX108" fmla="*/ 419538 w 1782629"/>
                <a:gd name="connsiteY108" fmla="*/ 1023239 h 1447865"/>
                <a:gd name="connsiteX109" fmla="*/ 492055 w 1782629"/>
                <a:gd name="connsiteY109" fmla="*/ 1035177 h 1447865"/>
                <a:gd name="connsiteX110" fmla="*/ 455860 w 1782629"/>
                <a:gd name="connsiteY110" fmla="*/ 1059688 h 1447865"/>
                <a:gd name="connsiteX111" fmla="*/ 453193 w 1782629"/>
                <a:gd name="connsiteY111" fmla="*/ 1082548 h 1447865"/>
                <a:gd name="connsiteX112" fmla="*/ 526853 w 1782629"/>
                <a:gd name="connsiteY112" fmla="*/ 1124458 h 1447865"/>
                <a:gd name="connsiteX113" fmla="*/ 527361 w 1782629"/>
                <a:gd name="connsiteY113" fmla="*/ 1271270 h 1447865"/>
                <a:gd name="connsiteX114" fmla="*/ 400615 w 1782629"/>
                <a:gd name="connsiteY114" fmla="*/ 1304417 h 1447865"/>
                <a:gd name="connsiteX115" fmla="*/ 361499 w 1782629"/>
                <a:gd name="connsiteY115" fmla="*/ 1418336 h 1447865"/>
                <a:gd name="connsiteX116" fmla="*/ 590988 w 1782629"/>
                <a:gd name="connsiteY116" fmla="*/ 1424051 h 1447865"/>
                <a:gd name="connsiteX117" fmla="*/ 675698 w 1782629"/>
                <a:gd name="connsiteY117" fmla="*/ 1412748 h 1447865"/>
                <a:gd name="connsiteX118" fmla="*/ 592893 w 1782629"/>
                <a:gd name="connsiteY118" fmla="*/ 1228725 h 1447865"/>
                <a:gd name="connsiteX119" fmla="*/ 572065 w 1782629"/>
                <a:gd name="connsiteY119" fmla="*/ 1137666 h 1447865"/>
                <a:gd name="connsiteX120" fmla="*/ 607244 w 1782629"/>
                <a:gd name="connsiteY120" fmla="*/ 1009142 h 1447865"/>
                <a:gd name="connsiteX121" fmla="*/ 433000 w 1782629"/>
                <a:gd name="connsiteY121" fmla="*/ 1003554 h 1447865"/>
                <a:gd name="connsiteX122" fmla="*/ 416744 w 1782629"/>
                <a:gd name="connsiteY122" fmla="*/ 1117473 h 1447865"/>
                <a:gd name="connsiteX123" fmla="*/ 387788 w 1782629"/>
                <a:gd name="connsiteY123" fmla="*/ 1265810 h 1447865"/>
                <a:gd name="connsiteX124" fmla="*/ 476815 w 1782629"/>
                <a:gd name="connsiteY124" fmla="*/ 1275461 h 1447865"/>
                <a:gd name="connsiteX125" fmla="*/ 520503 w 1782629"/>
                <a:gd name="connsiteY125" fmla="*/ 1176655 h 1447865"/>
                <a:gd name="connsiteX126" fmla="*/ 416744 w 1782629"/>
                <a:gd name="connsiteY126" fmla="*/ 1117473 h 1447865"/>
                <a:gd name="connsiteX127" fmla="*/ 695382 w 1782629"/>
                <a:gd name="connsiteY127" fmla="*/ 1228344 h 1447865"/>
                <a:gd name="connsiteX128" fmla="*/ 694493 w 1782629"/>
                <a:gd name="connsiteY128" fmla="*/ 1273810 h 1447865"/>
                <a:gd name="connsiteX129" fmla="*/ 1551998 w 1782629"/>
                <a:gd name="connsiteY129" fmla="*/ 1273302 h 1447865"/>
                <a:gd name="connsiteX130" fmla="*/ 1554664 w 1782629"/>
                <a:gd name="connsiteY130" fmla="*/ 1228091 h 1447865"/>
                <a:gd name="connsiteX131" fmla="*/ 695382 w 1782629"/>
                <a:gd name="connsiteY131" fmla="*/ 1228344 h 1447865"/>
                <a:gd name="connsiteX0" fmla="*/ 1693729 w 1782629"/>
                <a:gd name="connsiteY0" fmla="*/ 1651 h 1447865"/>
                <a:gd name="connsiteX1" fmla="*/ 1780217 w 1782629"/>
                <a:gd name="connsiteY1" fmla="*/ 96393 h 1447865"/>
                <a:gd name="connsiteX2" fmla="*/ 1782629 w 1782629"/>
                <a:gd name="connsiteY2" fmla="*/ 358394 h 1447865"/>
                <a:gd name="connsiteX3" fmla="*/ 1780089 w 1782629"/>
                <a:gd name="connsiteY3" fmla="*/ 552704 h 1447865"/>
                <a:gd name="connsiteX4" fmla="*/ 1743513 w 1782629"/>
                <a:gd name="connsiteY4" fmla="*/ 621030 h 1447865"/>
                <a:gd name="connsiteX5" fmla="*/ 1555680 w 1782629"/>
                <a:gd name="connsiteY5" fmla="*/ 645160 h 1447865"/>
                <a:gd name="connsiteX6" fmla="*/ 1069398 w 1782629"/>
                <a:gd name="connsiteY6" fmla="*/ 648589 h 1447865"/>
                <a:gd name="connsiteX7" fmla="*/ 1017708 w 1782629"/>
                <a:gd name="connsiteY7" fmla="*/ 647192 h 1447865"/>
                <a:gd name="connsiteX8" fmla="*/ 1012374 w 1782629"/>
                <a:gd name="connsiteY8" fmla="*/ 556641 h 1447865"/>
                <a:gd name="connsiteX9" fmla="*/ 936048 w 1782629"/>
                <a:gd name="connsiteY9" fmla="*/ 619125 h 1447865"/>
                <a:gd name="connsiteX10" fmla="*/ 742245 w 1782629"/>
                <a:gd name="connsiteY10" fmla="*/ 791210 h 1447865"/>
                <a:gd name="connsiteX11" fmla="*/ 932492 w 1782629"/>
                <a:gd name="connsiteY11" fmla="*/ 924433 h 1447865"/>
                <a:gd name="connsiteX12" fmla="*/ 1004881 w 1782629"/>
                <a:gd name="connsiteY12" fmla="*/ 751459 h 1447865"/>
                <a:gd name="connsiteX13" fmla="*/ 1183189 w 1782629"/>
                <a:gd name="connsiteY13" fmla="*/ 748030 h 1447865"/>
                <a:gd name="connsiteX14" fmla="*/ 1620197 w 1782629"/>
                <a:gd name="connsiteY14" fmla="*/ 749808 h 1447865"/>
                <a:gd name="connsiteX15" fmla="*/ 1680522 w 1782629"/>
                <a:gd name="connsiteY15" fmla="*/ 784225 h 1447865"/>
                <a:gd name="connsiteX16" fmla="*/ 1572825 w 1782629"/>
                <a:gd name="connsiteY16" fmla="*/ 1215263 h 1447865"/>
                <a:gd name="connsiteX17" fmla="*/ 1579556 w 1782629"/>
                <a:gd name="connsiteY17" fmla="*/ 1229741 h 1447865"/>
                <a:gd name="connsiteX18" fmla="*/ 1561904 w 1782629"/>
                <a:gd name="connsiteY18" fmla="*/ 1295782 h 1447865"/>
                <a:gd name="connsiteX19" fmla="*/ 1478718 w 1782629"/>
                <a:gd name="connsiteY19" fmla="*/ 1299338 h 1447865"/>
                <a:gd name="connsiteX20" fmla="*/ 704273 w 1782629"/>
                <a:gd name="connsiteY20" fmla="*/ 1298829 h 1447865"/>
                <a:gd name="connsiteX21" fmla="*/ 675189 w 1782629"/>
                <a:gd name="connsiteY21" fmla="*/ 1205104 h 1447865"/>
                <a:gd name="connsiteX22" fmla="*/ 834067 w 1782629"/>
                <a:gd name="connsiteY22" fmla="*/ 1201039 h 1447865"/>
                <a:gd name="connsiteX23" fmla="*/ 789743 w 1782629"/>
                <a:gd name="connsiteY23" fmla="*/ 838200 h 1447865"/>
                <a:gd name="connsiteX24" fmla="*/ 757612 w 1782629"/>
                <a:gd name="connsiteY24" fmla="*/ 824230 h 1447865"/>
                <a:gd name="connsiteX25" fmla="*/ 667696 w 1782629"/>
                <a:gd name="connsiteY25" fmla="*/ 804545 h 1447865"/>
                <a:gd name="connsiteX26" fmla="*/ 514788 w 1782629"/>
                <a:gd name="connsiteY26" fmla="*/ 848106 h 1447865"/>
                <a:gd name="connsiteX27" fmla="*/ 348672 w 1782629"/>
                <a:gd name="connsiteY27" fmla="*/ 804418 h 1447865"/>
                <a:gd name="connsiteX28" fmla="*/ 253295 w 1782629"/>
                <a:gd name="connsiteY28" fmla="*/ 829945 h 1447865"/>
                <a:gd name="connsiteX29" fmla="*/ 247580 w 1782629"/>
                <a:gd name="connsiteY29" fmla="*/ 851789 h 1447865"/>
                <a:gd name="connsiteX30" fmla="*/ 210623 w 1782629"/>
                <a:gd name="connsiteY30" fmla="*/ 1111250 h 1447865"/>
                <a:gd name="connsiteX31" fmla="*/ 430206 w 1782629"/>
                <a:gd name="connsiteY31" fmla="*/ 1090804 h 1447865"/>
                <a:gd name="connsiteX32" fmla="*/ 426142 w 1782629"/>
                <a:gd name="connsiteY32" fmla="*/ 1057148 h 1447865"/>
                <a:gd name="connsiteX33" fmla="*/ 411918 w 1782629"/>
                <a:gd name="connsiteY33" fmla="*/ 983869 h 1447865"/>
                <a:gd name="connsiteX34" fmla="*/ 511994 w 1782629"/>
                <a:gd name="connsiteY34" fmla="*/ 974725 h 1447865"/>
                <a:gd name="connsiteX35" fmla="*/ 579939 w 1782629"/>
                <a:gd name="connsiteY35" fmla="*/ 975868 h 1447865"/>
                <a:gd name="connsiteX36" fmla="*/ 629215 w 1782629"/>
                <a:gd name="connsiteY36" fmla="*/ 1010666 h 1447865"/>
                <a:gd name="connsiteX37" fmla="*/ 596957 w 1782629"/>
                <a:gd name="connsiteY37" fmla="*/ 1085596 h 1447865"/>
                <a:gd name="connsiteX38" fmla="*/ 611308 w 1782629"/>
                <a:gd name="connsiteY38" fmla="*/ 1204341 h 1447865"/>
                <a:gd name="connsiteX39" fmla="*/ 697542 w 1782629"/>
                <a:gd name="connsiteY39" fmla="*/ 1380236 h 1447865"/>
                <a:gd name="connsiteX40" fmla="*/ 680650 w 1782629"/>
                <a:gd name="connsiteY40" fmla="*/ 1444879 h 1447865"/>
                <a:gd name="connsiteX41" fmla="*/ 400869 w 1782629"/>
                <a:gd name="connsiteY41" fmla="*/ 1447419 h 1447865"/>
                <a:gd name="connsiteX42" fmla="*/ 339655 w 1782629"/>
                <a:gd name="connsiteY42" fmla="*/ 1427988 h 1447865"/>
                <a:gd name="connsiteX43" fmla="*/ 349053 w 1782629"/>
                <a:gd name="connsiteY43" fmla="*/ 1340739 h 1447865"/>
                <a:gd name="connsiteX44" fmla="*/ 40443 w 1782629"/>
                <a:gd name="connsiteY44" fmla="*/ 1236726 h 1447865"/>
                <a:gd name="connsiteX45" fmla="*/ 94672 w 1782629"/>
                <a:gd name="connsiteY45" fmla="*/ 949071 h 1447865"/>
                <a:gd name="connsiteX46" fmla="*/ 286061 w 1782629"/>
                <a:gd name="connsiteY46" fmla="*/ 789813 h 1447865"/>
                <a:gd name="connsiteX47" fmla="*/ 194494 w 1782629"/>
                <a:gd name="connsiteY47" fmla="*/ 735838 h 1447865"/>
                <a:gd name="connsiteX48" fmla="*/ 101276 w 1782629"/>
                <a:gd name="connsiteY48" fmla="*/ 621157 h 1447865"/>
                <a:gd name="connsiteX49" fmla="*/ 43110 w 1782629"/>
                <a:gd name="connsiteY49" fmla="*/ 588010 h 1447865"/>
                <a:gd name="connsiteX50" fmla="*/ 21393 w 1782629"/>
                <a:gd name="connsiteY50" fmla="*/ 365125 h 1447865"/>
                <a:gd name="connsiteX51" fmla="*/ 92132 w 1782629"/>
                <a:gd name="connsiteY51" fmla="*/ 307340 h 1447865"/>
                <a:gd name="connsiteX52" fmla="*/ 317938 w 1782629"/>
                <a:gd name="connsiteY52" fmla="*/ 102743 h 1447865"/>
                <a:gd name="connsiteX53" fmla="*/ 696271 w 1782629"/>
                <a:gd name="connsiteY53" fmla="*/ 93472 h 1447865"/>
                <a:gd name="connsiteX54" fmla="*/ 828732 w 1782629"/>
                <a:gd name="connsiteY54" fmla="*/ 169037 h 1447865"/>
                <a:gd name="connsiteX55" fmla="*/ 943540 w 1782629"/>
                <a:gd name="connsiteY55" fmla="*/ 311531 h 1447865"/>
                <a:gd name="connsiteX56" fmla="*/ 1016057 w 1782629"/>
                <a:gd name="connsiteY56" fmla="*/ 364744 h 1447865"/>
                <a:gd name="connsiteX57" fmla="*/ 1012248 w 1782629"/>
                <a:gd name="connsiteY57" fmla="*/ 133604 h 1447865"/>
                <a:gd name="connsiteX58" fmla="*/ 1060380 w 1782629"/>
                <a:gd name="connsiteY58" fmla="*/ 17272 h 1447865"/>
                <a:gd name="connsiteX59" fmla="*/ 1149026 w 1782629"/>
                <a:gd name="connsiteY59" fmla="*/ 0 h 1447865"/>
                <a:gd name="connsiteX60" fmla="*/ 1035107 w 1782629"/>
                <a:gd name="connsiteY60" fmla="*/ 107823 h 1447865"/>
                <a:gd name="connsiteX61" fmla="*/ 1034345 w 1782629"/>
                <a:gd name="connsiteY61" fmla="*/ 623443 h 1447865"/>
                <a:gd name="connsiteX62" fmla="*/ 1670361 w 1782629"/>
                <a:gd name="connsiteY62" fmla="*/ 621284 h 1447865"/>
                <a:gd name="connsiteX63" fmla="*/ 1759135 w 1782629"/>
                <a:gd name="connsiteY63" fmla="*/ 528447 h 1447865"/>
                <a:gd name="connsiteX64" fmla="*/ 1758880 w 1782629"/>
                <a:gd name="connsiteY64" fmla="*/ 108458 h 1447865"/>
                <a:gd name="connsiteX65" fmla="*/ 1035107 w 1782629"/>
                <a:gd name="connsiteY65" fmla="*/ 107823 h 1447865"/>
                <a:gd name="connsiteX66" fmla="*/ 268027 w 1782629"/>
                <a:gd name="connsiteY66" fmla="*/ 154940 h 1447865"/>
                <a:gd name="connsiteX67" fmla="*/ 98482 w 1782629"/>
                <a:gd name="connsiteY67" fmla="*/ 393827 h 1447865"/>
                <a:gd name="connsiteX68" fmla="*/ 96450 w 1782629"/>
                <a:gd name="connsiteY68" fmla="*/ 395986 h 1447865"/>
                <a:gd name="connsiteX69" fmla="*/ 202114 w 1782629"/>
                <a:gd name="connsiteY69" fmla="*/ 708787 h 1447865"/>
                <a:gd name="connsiteX70" fmla="*/ 388042 w 1782629"/>
                <a:gd name="connsiteY70" fmla="*/ 779780 h 1447865"/>
                <a:gd name="connsiteX71" fmla="*/ 691954 w 1782629"/>
                <a:gd name="connsiteY71" fmla="*/ 777240 h 1447865"/>
                <a:gd name="connsiteX72" fmla="*/ 940746 w 1782629"/>
                <a:gd name="connsiteY72" fmla="*/ 489839 h 1447865"/>
                <a:gd name="connsiteX73" fmla="*/ 834574 w 1782629"/>
                <a:gd name="connsiteY73" fmla="*/ 206883 h 1447865"/>
                <a:gd name="connsiteX74" fmla="*/ 509708 w 1782629"/>
                <a:gd name="connsiteY74" fmla="*/ 101854 h 1447865"/>
                <a:gd name="connsiteX75" fmla="*/ 268027 w 1782629"/>
                <a:gd name="connsiteY75" fmla="*/ 154940 h 1447865"/>
                <a:gd name="connsiteX76" fmla="*/ 82480 w 1782629"/>
                <a:gd name="connsiteY76" fmla="*/ 586740 h 1447865"/>
                <a:gd name="connsiteX77" fmla="*/ 77146 w 1782629"/>
                <a:gd name="connsiteY77" fmla="*/ 335280 h 1447865"/>
                <a:gd name="connsiteX78" fmla="*/ 82480 w 1782629"/>
                <a:gd name="connsiteY78" fmla="*/ 586740 h 1447865"/>
                <a:gd name="connsiteX79" fmla="*/ 950144 w 1782629"/>
                <a:gd name="connsiteY79" fmla="*/ 333756 h 1447865"/>
                <a:gd name="connsiteX80" fmla="*/ 946969 w 1782629"/>
                <a:gd name="connsiteY80" fmla="*/ 589534 h 1447865"/>
                <a:gd name="connsiteX81" fmla="*/ 950144 w 1782629"/>
                <a:gd name="connsiteY81" fmla="*/ 333756 h 1447865"/>
                <a:gd name="connsiteX82" fmla="*/ 998912 w 1782629"/>
                <a:gd name="connsiteY82" fmla="*/ 780415 h 1447865"/>
                <a:gd name="connsiteX83" fmla="*/ 967670 w 1782629"/>
                <a:gd name="connsiteY83" fmla="*/ 872363 h 1447865"/>
                <a:gd name="connsiteX84" fmla="*/ 900361 w 1782629"/>
                <a:gd name="connsiteY84" fmla="*/ 1201039 h 1447865"/>
                <a:gd name="connsiteX85" fmla="*/ 1554792 w 1782629"/>
                <a:gd name="connsiteY85" fmla="*/ 1201039 h 1447865"/>
                <a:gd name="connsiteX86" fmla="*/ 1650804 w 1782629"/>
                <a:gd name="connsiteY86" fmla="*/ 777621 h 1447865"/>
                <a:gd name="connsiteX87" fmla="*/ 1060254 w 1782629"/>
                <a:gd name="connsiteY87" fmla="*/ 775843 h 1447865"/>
                <a:gd name="connsiteX88" fmla="*/ 998912 w 1782629"/>
                <a:gd name="connsiteY88" fmla="*/ 780415 h 1447865"/>
                <a:gd name="connsiteX89" fmla="*/ 436175 w 1782629"/>
                <a:gd name="connsiteY89" fmla="*/ 803656 h 1447865"/>
                <a:gd name="connsiteX90" fmla="*/ 593528 w 1782629"/>
                <a:gd name="connsiteY90" fmla="*/ 803402 h 1447865"/>
                <a:gd name="connsiteX91" fmla="*/ 436175 w 1782629"/>
                <a:gd name="connsiteY91" fmla="*/ 803656 h 1447865"/>
                <a:gd name="connsiteX92" fmla="*/ 50857 w 1782629"/>
                <a:gd name="connsiteY92" fmla="*/ 1151001 h 1447865"/>
                <a:gd name="connsiteX93" fmla="*/ 73336 w 1782629"/>
                <a:gd name="connsiteY93" fmla="*/ 1247521 h 1447865"/>
                <a:gd name="connsiteX94" fmla="*/ 363912 w 1782629"/>
                <a:gd name="connsiteY94" fmla="*/ 1318133 h 1447865"/>
                <a:gd name="connsiteX95" fmla="*/ 380168 w 1782629"/>
                <a:gd name="connsiteY95" fmla="*/ 1289304 h 1447865"/>
                <a:gd name="connsiteX96" fmla="*/ 362515 w 1782629"/>
                <a:gd name="connsiteY96" fmla="*/ 1120648 h 1447865"/>
                <a:gd name="connsiteX97" fmla="*/ 140011 w 1782629"/>
                <a:gd name="connsiteY97" fmla="*/ 1138555 h 1447865"/>
                <a:gd name="connsiteX98" fmla="*/ 185731 w 1782629"/>
                <a:gd name="connsiteY98" fmla="*/ 1111504 h 1447865"/>
                <a:gd name="connsiteX99" fmla="*/ 220910 w 1782629"/>
                <a:gd name="connsiteY99" fmla="*/ 846201 h 1447865"/>
                <a:gd name="connsiteX100" fmla="*/ 50857 w 1782629"/>
                <a:gd name="connsiteY100" fmla="*/ 1151001 h 1447865"/>
                <a:gd name="connsiteX101" fmla="*/ 825049 w 1782629"/>
                <a:gd name="connsiteY101" fmla="*/ 855854 h 1447865"/>
                <a:gd name="connsiteX102" fmla="*/ 857307 w 1782629"/>
                <a:gd name="connsiteY102" fmla="*/ 1201039 h 1447865"/>
                <a:gd name="connsiteX103" fmla="*/ 875468 w 1782629"/>
                <a:gd name="connsiteY103" fmla="*/ 1201039 h 1447865"/>
                <a:gd name="connsiteX104" fmla="*/ 922331 w 1782629"/>
                <a:gd name="connsiteY104" fmla="*/ 958216 h 1447865"/>
                <a:gd name="connsiteX105" fmla="*/ 825049 w 1782629"/>
                <a:gd name="connsiteY105" fmla="*/ 855854 h 1447865"/>
                <a:gd name="connsiteX106" fmla="*/ 433000 w 1782629"/>
                <a:gd name="connsiteY106" fmla="*/ 1003554 h 1447865"/>
                <a:gd name="connsiteX107" fmla="*/ 419538 w 1782629"/>
                <a:gd name="connsiteY107" fmla="*/ 1023239 h 1447865"/>
                <a:gd name="connsiteX108" fmla="*/ 492055 w 1782629"/>
                <a:gd name="connsiteY108" fmla="*/ 1035177 h 1447865"/>
                <a:gd name="connsiteX109" fmla="*/ 455860 w 1782629"/>
                <a:gd name="connsiteY109" fmla="*/ 1059688 h 1447865"/>
                <a:gd name="connsiteX110" fmla="*/ 453193 w 1782629"/>
                <a:gd name="connsiteY110" fmla="*/ 1082548 h 1447865"/>
                <a:gd name="connsiteX111" fmla="*/ 526853 w 1782629"/>
                <a:gd name="connsiteY111" fmla="*/ 1124458 h 1447865"/>
                <a:gd name="connsiteX112" fmla="*/ 527361 w 1782629"/>
                <a:gd name="connsiteY112" fmla="*/ 1271270 h 1447865"/>
                <a:gd name="connsiteX113" fmla="*/ 400615 w 1782629"/>
                <a:gd name="connsiteY113" fmla="*/ 1304417 h 1447865"/>
                <a:gd name="connsiteX114" fmla="*/ 361499 w 1782629"/>
                <a:gd name="connsiteY114" fmla="*/ 1418336 h 1447865"/>
                <a:gd name="connsiteX115" fmla="*/ 590988 w 1782629"/>
                <a:gd name="connsiteY115" fmla="*/ 1424051 h 1447865"/>
                <a:gd name="connsiteX116" fmla="*/ 675698 w 1782629"/>
                <a:gd name="connsiteY116" fmla="*/ 1412748 h 1447865"/>
                <a:gd name="connsiteX117" fmla="*/ 592893 w 1782629"/>
                <a:gd name="connsiteY117" fmla="*/ 1228725 h 1447865"/>
                <a:gd name="connsiteX118" fmla="*/ 572065 w 1782629"/>
                <a:gd name="connsiteY118" fmla="*/ 1137666 h 1447865"/>
                <a:gd name="connsiteX119" fmla="*/ 607244 w 1782629"/>
                <a:gd name="connsiteY119" fmla="*/ 1009142 h 1447865"/>
                <a:gd name="connsiteX120" fmla="*/ 433000 w 1782629"/>
                <a:gd name="connsiteY120" fmla="*/ 1003554 h 1447865"/>
                <a:gd name="connsiteX121" fmla="*/ 416744 w 1782629"/>
                <a:gd name="connsiteY121" fmla="*/ 1117473 h 1447865"/>
                <a:gd name="connsiteX122" fmla="*/ 387788 w 1782629"/>
                <a:gd name="connsiteY122" fmla="*/ 1265810 h 1447865"/>
                <a:gd name="connsiteX123" fmla="*/ 476815 w 1782629"/>
                <a:gd name="connsiteY123" fmla="*/ 1275461 h 1447865"/>
                <a:gd name="connsiteX124" fmla="*/ 520503 w 1782629"/>
                <a:gd name="connsiteY124" fmla="*/ 1176655 h 1447865"/>
                <a:gd name="connsiteX125" fmla="*/ 416744 w 1782629"/>
                <a:gd name="connsiteY125" fmla="*/ 1117473 h 1447865"/>
                <a:gd name="connsiteX126" fmla="*/ 695382 w 1782629"/>
                <a:gd name="connsiteY126" fmla="*/ 1228344 h 1447865"/>
                <a:gd name="connsiteX127" fmla="*/ 694493 w 1782629"/>
                <a:gd name="connsiteY127" fmla="*/ 1273810 h 1447865"/>
                <a:gd name="connsiteX128" fmla="*/ 1551998 w 1782629"/>
                <a:gd name="connsiteY128" fmla="*/ 1273302 h 1447865"/>
                <a:gd name="connsiteX129" fmla="*/ 1554664 w 1782629"/>
                <a:gd name="connsiteY129" fmla="*/ 1228091 h 1447865"/>
                <a:gd name="connsiteX130" fmla="*/ 695382 w 1782629"/>
                <a:gd name="connsiteY130" fmla="*/ 1228344 h 1447865"/>
                <a:gd name="connsiteX0" fmla="*/ 1780217 w 1782629"/>
                <a:gd name="connsiteY0" fmla="*/ 96393 h 1447865"/>
                <a:gd name="connsiteX1" fmla="*/ 1782629 w 1782629"/>
                <a:gd name="connsiteY1" fmla="*/ 358394 h 1447865"/>
                <a:gd name="connsiteX2" fmla="*/ 1780089 w 1782629"/>
                <a:gd name="connsiteY2" fmla="*/ 552704 h 1447865"/>
                <a:gd name="connsiteX3" fmla="*/ 1743513 w 1782629"/>
                <a:gd name="connsiteY3" fmla="*/ 621030 h 1447865"/>
                <a:gd name="connsiteX4" fmla="*/ 1555680 w 1782629"/>
                <a:gd name="connsiteY4" fmla="*/ 645160 h 1447865"/>
                <a:gd name="connsiteX5" fmla="*/ 1069398 w 1782629"/>
                <a:gd name="connsiteY5" fmla="*/ 648589 h 1447865"/>
                <a:gd name="connsiteX6" fmla="*/ 1017708 w 1782629"/>
                <a:gd name="connsiteY6" fmla="*/ 647192 h 1447865"/>
                <a:gd name="connsiteX7" fmla="*/ 1012374 w 1782629"/>
                <a:gd name="connsiteY7" fmla="*/ 556641 h 1447865"/>
                <a:gd name="connsiteX8" fmla="*/ 936048 w 1782629"/>
                <a:gd name="connsiteY8" fmla="*/ 619125 h 1447865"/>
                <a:gd name="connsiteX9" fmla="*/ 742245 w 1782629"/>
                <a:gd name="connsiteY9" fmla="*/ 791210 h 1447865"/>
                <a:gd name="connsiteX10" fmla="*/ 932492 w 1782629"/>
                <a:gd name="connsiteY10" fmla="*/ 924433 h 1447865"/>
                <a:gd name="connsiteX11" fmla="*/ 1004881 w 1782629"/>
                <a:gd name="connsiteY11" fmla="*/ 751459 h 1447865"/>
                <a:gd name="connsiteX12" fmla="*/ 1183189 w 1782629"/>
                <a:gd name="connsiteY12" fmla="*/ 748030 h 1447865"/>
                <a:gd name="connsiteX13" fmla="*/ 1620197 w 1782629"/>
                <a:gd name="connsiteY13" fmla="*/ 749808 h 1447865"/>
                <a:gd name="connsiteX14" fmla="*/ 1680522 w 1782629"/>
                <a:gd name="connsiteY14" fmla="*/ 784225 h 1447865"/>
                <a:gd name="connsiteX15" fmla="*/ 1572825 w 1782629"/>
                <a:gd name="connsiteY15" fmla="*/ 1215263 h 1447865"/>
                <a:gd name="connsiteX16" fmla="*/ 1579556 w 1782629"/>
                <a:gd name="connsiteY16" fmla="*/ 1229741 h 1447865"/>
                <a:gd name="connsiteX17" fmla="*/ 1561904 w 1782629"/>
                <a:gd name="connsiteY17" fmla="*/ 1295782 h 1447865"/>
                <a:gd name="connsiteX18" fmla="*/ 1478718 w 1782629"/>
                <a:gd name="connsiteY18" fmla="*/ 1299338 h 1447865"/>
                <a:gd name="connsiteX19" fmla="*/ 704273 w 1782629"/>
                <a:gd name="connsiteY19" fmla="*/ 1298829 h 1447865"/>
                <a:gd name="connsiteX20" fmla="*/ 675189 w 1782629"/>
                <a:gd name="connsiteY20" fmla="*/ 1205104 h 1447865"/>
                <a:gd name="connsiteX21" fmla="*/ 834067 w 1782629"/>
                <a:gd name="connsiteY21" fmla="*/ 1201039 h 1447865"/>
                <a:gd name="connsiteX22" fmla="*/ 789743 w 1782629"/>
                <a:gd name="connsiteY22" fmla="*/ 838200 h 1447865"/>
                <a:gd name="connsiteX23" fmla="*/ 757612 w 1782629"/>
                <a:gd name="connsiteY23" fmla="*/ 824230 h 1447865"/>
                <a:gd name="connsiteX24" fmla="*/ 667696 w 1782629"/>
                <a:gd name="connsiteY24" fmla="*/ 804545 h 1447865"/>
                <a:gd name="connsiteX25" fmla="*/ 514788 w 1782629"/>
                <a:gd name="connsiteY25" fmla="*/ 848106 h 1447865"/>
                <a:gd name="connsiteX26" fmla="*/ 348672 w 1782629"/>
                <a:gd name="connsiteY26" fmla="*/ 804418 h 1447865"/>
                <a:gd name="connsiteX27" fmla="*/ 253295 w 1782629"/>
                <a:gd name="connsiteY27" fmla="*/ 829945 h 1447865"/>
                <a:gd name="connsiteX28" fmla="*/ 247580 w 1782629"/>
                <a:gd name="connsiteY28" fmla="*/ 851789 h 1447865"/>
                <a:gd name="connsiteX29" fmla="*/ 210623 w 1782629"/>
                <a:gd name="connsiteY29" fmla="*/ 1111250 h 1447865"/>
                <a:gd name="connsiteX30" fmla="*/ 430206 w 1782629"/>
                <a:gd name="connsiteY30" fmla="*/ 1090804 h 1447865"/>
                <a:gd name="connsiteX31" fmla="*/ 426142 w 1782629"/>
                <a:gd name="connsiteY31" fmla="*/ 1057148 h 1447865"/>
                <a:gd name="connsiteX32" fmla="*/ 411918 w 1782629"/>
                <a:gd name="connsiteY32" fmla="*/ 983869 h 1447865"/>
                <a:gd name="connsiteX33" fmla="*/ 511994 w 1782629"/>
                <a:gd name="connsiteY33" fmla="*/ 974725 h 1447865"/>
                <a:gd name="connsiteX34" fmla="*/ 579939 w 1782629"/>
                <a:gd name="connsiteY34" fmla="*/ 975868 h 1447865"/>
                <a:gd name="connsiteX35" fmla="*/ 629215 w 1782629"/>
                <a:gd name="connsiteY35" fmla="*/ 1010666 h 1447865"/>
                <a:gd name="connsiteX36" fmla="*/ 596957 w 1782629"/>
                <a:gd name="connsiteY36" fmla="*/ 1085596 h 1447865"/>
                <a:gd name="connsiteX37" fmla="*/ 611308 w 1782629"/>
                <a:gd name="connsiteY37" fmla="*/ 1204341 h 1447865"/>
                <a:gd name="connsiteX38" fmla="*/ 697542 w 1782629"/>
                <a:gd name="connsiteY38" fmla="*/ 1380236 h 1447865"/>
                <a:gd name="connsiteX39" fmla="*/ 680650 w 1782629"/>
                <a:gd name="connsiteY39" fmla="*/ 1444879 h 1447865"/>
                <a:gd name="connsiteX40" fmla="*/ 400869 w 1782629"/>
                <a:gd name="connsiteY40" fmla="*/ 1447419 h 1447865"/>
                <a:gd name="connsiteX41" fmla="*/ 339655 w 1782629"/>
                <a:gd name="connsiteY41" fmla="*/ 1427988 h 1447865"/>
                <a:gd name="connsiteX42" fmla="*/ 349053 w 1782629"/>
                <a:gd name="connsiteY42" fmla="*/ 1340739 h 1447865"/>
                <a:gd name="connsiteX43" fmla="*/ 40443 w 1782629"/>
                <a:gd name="connsiteY43" fmla="*/ 1236726 h 1447865"/>
                <a:gd name="connsiteX44" fmla="*/ 94672 w 1782629"/>
                <a:gd name="connsiteY44" fmla="*/ 949071 h 1447865"/>
                <a:gd name="connsiteX45" fmla="*/ 286061 w 1782629"/>
                <a:gd name="connsiteY45" fmla="*/ 789813 h 1447865"/>
                <a:gd name="connsiteX46" fmla="*/ 194494 w 1782629"/>
                <a:gd name="connsiteY46" fmla="*/ 735838 h 1447865"/>
                <a:gd name="connsiteX47" fmla="*/ 101276 w 1782629"/>
                <a:gd name="connsiteY47" fmla="*/ 621157 h 1447865"/>
                <a:gd name="connsiteX48" fmla="*/ 43110 w 1782629"/>
                <a:gd name="connsiteY48" fmla="*/ 588010 h 1447865"/>
                <a:gd name="connsiteX49" fmla="*/ 21393 w 1782629"/>
                <a:gd name="connsiteY49" fmla="*/ 365125 h 1447865"/>
                <a:gd name="connsiteX50" fmla="*/ 92132 w 1782629"/>
                <a:gd name="connsiteY50" fmla="*/ 307340 h 1447865"/>
                <a:gd name="connsiteX51" fmla="*/ 317938 w 1782629"/>
                <a:gd name="connsiteY51" fmla="*/ 102743 h 1447865"/>
                <a:gd name="connsiteX52" fmla="*/ 696271 w 1782629"/>
                <a:gd name="connsiteY52" fmla="*/ 93472 h 1447865"/>
                <a:gd name="connsiteX53" fmla="*/ 828732 w 1782629"/>
                <a:gd name="connsiteY53" fmla="*/ 169037 h 1447865"/>
                <a:gd name="connsiteX54" fmla="*/ 943540 w 1782629"/>
                <a:gd name="connsiteY54" fmla="*/ 311531 h 1447865"/>
                <a:gd name="connsiteX55" fmla="*/ 1016057 w 1782629"/>
                <a:gd name="connsiteY55" fmla="*/ 364744 h 1447865"/>
                <a:gd name="connsiteX56" fmla="*/ 1012248 w 1782629"/>
                <a:gd name="connsiteY56" fmla="*/ 133604 h 1447865"/>
                <a:gd name="connsiteX57" fmla="*/ 1060380 w 1782629"/>
                <a:gd name="connsiteY57" fmla="*/ 17272 h 1447865"/>
                <a:gd name="connsiteX58" fmla="*/ 1149026 w 1782629"/>
                <a:gd name="connsiteY58" fmla="*/ 0 h 1447865"/>
                <a:gd name="connsiteX59" fmla="*/ 1035107 w 1782629"/>
                <a:gd name="connsiteY59" fmla="*/ 107823 h 1447865"/>
                <a:gd name="connsiteX60" fmla="*/ 1034345 w 1782629"/>
                <a:gd name="connsiteY60" fmla="*/ 623443 h 1447865"/>
                <a:gd name="connsiteX61" fmla="*/ 1670361 w 1782629"/>
                <a:gd name="connsiteY61" fmla="*/ 621284 h 1447865"/>
                <a:gd name="connsiteX62" fmla="*/ 1759135 w 1782629"/>
                <a:gd name="connsiteY62" fmla="*/ 528447 h 1447865"/>
                <a:gd name="connsiteX63" fmla="*/ 1758880 w 1782629"/>
                <a:gd name="connsiteY63" fmla="*/ 108458 h 1447865"/>
                <a:gd name="connsiteX64" fmla="*/ 1035107 w 1782629"/>
                <a:gd name="connsiteY64" fmla="*/ 107823 h 1447865"/>
                <a:gd name="connsiteX65" fmla="*/ 268027 w 1782629"/>
                <a:gd name="connsiteY65" fmla="*/ 154940 h 1447865"/>
                <a:gd name="connsiteX66" fmla="*/ 98482 w 1782629"/>
                <a:gd name="connsiteY66" fmla="*/ 393827 h 1447865"/>
                <a:gd name="connsiteX67" fmla="*/ 96450 w 1782629"/>
                <a:gd name="connsiteY67" fmla="*/ 395986 h 1447865"/>
                <a:gd name="connsiteX68" fmla="*/ 202114 w 1782629"/>
                <a:gd name="connsiteY68" fmla="*/ 708787 h 1447865"/>
                <a:gd name="connsiteX69" fmla="*/ 388042 w 1782629"/>
                <a:gd name="connsiteY69" fmla="*/ 779780 h 1447865"/>
                <a:gd name="connsiteX70" fmla="*/ 691954 w 1782629"/>
                <a:gd name="connsiteY70" fmla="*/ 777240 h 1447865"/>
                <a:gd name="connsiteX71" fmla="*/ 940746 w 1782629"/>
                <a:gd name="connsiteY71" fmla="*/ 489839 h 1447865"/>
                <a:gd name="connsiteX72" fmla="*/ 834574 w 1782629"/>
                <a:gd name="connsiteY72" fmla="*/ 206883 h 1447865"/>
                <a:gd name="connsiteX73" fmla="*/ 509708 w 1782629"/>
                <a:gd name="connsiteY73" fmla="*/ 101854 h 1447865"/>
                <a:gd name="connsiteX74" fmla="*/ 268027 w 1782629"/>
                <a:gd name="connsiteY74" fmla="*/ 154940 h 1447865"/>
                <a:gd name="connsiteX75" fmla="*/ 82480 w 1782629"/>
                <a:gd name="connsiteY75" fmla="*/ 586740 h 1447865"/>
                <a:gd name="connsiteX76" fmla="*/ 77146 w 1782629"/>
                <a:gd name="connsiteY76" fmla="*/ 335280 h 1447865"/>
                <a:gd name="connsiteX77" fmla="*/ 82480 w 1782629"/>
                <a:gd name="connsiteY77" fmla="*/ 586740 h 1447865"/>
                <a:gd name="connsiteX78" fmla="*/ 950144 w 1782629"/>
                <a:gd name="connsiteY78" fmla="*/ 333756 h 1447865"/>
                <a:gd name="connsiteX79" fmla="*/ 946969 w 1782629"/>
                <a:gd name="connsiteY79" fmla="*/ 589534 h 1447865"/>
                <a:gd name="connsiteX80" fmla="*/ 950144 w 1782629"/>
                <a:gd name="connsiteY80" fmla="*/ 333756 h 1447865"/>
                <a:gd name="connsiteX81" fmla="*/ 998912 w 1782629"/>
                <a:gd name="connsiteY81" fmla="*/ 780415 h 1447865"/>
                <a:gd name="connsiteX82" fmla="*/ 967670 w 1782629"/>
                <a:gd name="connsiteY82" fmla="*/ 872363 h 1447865"/>
                <a:gd name="connsiteX83" fmla="*/ 900361 w 1782629"/>
                <a:gd name="connsiteY83" fmla="*/ 1201039 h 1447865"/>
                <a:gd name="connsiteX84" fmla="*/ 1554792 w 1782629"/>
                <a:gd name="connsiteY84" fmla="*/ 1201039 h 1447865"/>
                <a:gd name="connsiteX85" fmla="*/ 1650804 w 1782629"/>
                <a:gd name="connsiteY85" fmla="*/ 777621 h 1447865"/>
                <a:gd name="connsiteX86" fmla="*/ 1060254 w 1782629"/>
                <a:gd name="connsiteY86" fmla="*/ 775843 h 1447865"/>
                <a:gd name="connsiteX87" fmla="*/ 998912 w 1782629"/>
                <a:gd name="connsiteY87" fmla="*/ 780415 h 1447865"/>
                <a:gd name="connsiteX88" fmla="*/ 436175 w 1782629"/>
                <a:gd name="connsiteY88" fmla="*/ 803656 h 1447865"/>
                <a:gd name="connsiteX89" fmla="*/ 593528 w 1782629"/>
                <a:gd name="connsiteY89" fmla="*/ 803402 h 1447865"/>
                <a:gd name="connsiteX90" fmla="*/ 436175 w 1782629"/>
                <a:gd name="connsiteY90" fmla="*/ 803656 h 1447865"/>
                <a:gd name="connsiteX91" fmla="*/ 50857 w 1782629"/>
                <a:gd name="connsiteY91" fmla="*/ 1151001 h 1447865"/>
                <a:gd name="connsiteX92" fmla="*/ 73336 w 1782629"/>
                <a:gd name="connsiteY92" fmla="*/ 1247521 h 1447865"/>
                <a:gd name="connsiteX93" fmla="*/ 363912 w 1782629"/>
                <a:gd name="connsiteY93" fmla="*/ 1318133 h 1447865"/>
                <a:gd name="connsiteX94" fmla="*/ 380168 w 1782629"/>
                <a:gd name="connsiteY94" fmla="*/ 1289304 h 1447865"/>
                <a:gd name="connsiteX95" fmla="*/ 362515 w 1782629"/>
                <a:gd name="connsiteY95" fmla="*/ 1120648 h 1447865"/>
                <a:gd name="connsiteX96" fmla="*/ 140011 w 1782629"/>
                <a:gd name="connsiteY96" fmla="*/ 1138555 h 1447865"/>
                <a:gd name="connsiteX97" fmla="*/ 185731 w 1782629"/>
                <a:gd name="connsiteY97" fmla="*/ 1111504 h 1447865"/>
                <a:gd name="connsiteX98" fmla="*/ 220910 w 1782629"/>
                <a:gd name="connsiteY98" fmla="*/ 846201 h 1447865"/>
                <a:gd name="connsiteX99" fmla="*/ 50857 w 1782629"/>
                <a:gd name="connsiteY99" fmla="*/ 1151001 h 1447865"/>
                <a:gd name="connsiteX100" fmla="*/ 825049 w 1782629"/>
                <a:gd name="connsiteY100" fmla="*/ 855854 h 1447865"/>
                <a:gd name="connsiteX101" fmla="*/ 857307 w 1782629"/>
                <a:gd name="connsiteY101" fmla="*/ 1201039 h 1447865"/>
                <a:gd name="connsiteX102" fmla="*/ 875468 w 1782629"/>
                <a:gd name="connsiteY102" fmla="*/ 1201039 h 1447865"/>
                <a:gd name="connsiteX103" fmla="*/ 922331 w 1782629"/>
                <a:gd name="connsiteY103" fmla="*/ 958216 h 1447865"/>
                <a:gd name="connsiteX104" fmla="*/ 825049 w 1782629"/>
                <a:gd name="connsiteY104" fmla="*/ 855854 h 1447865"/>
                <a:gd name="connsiteX105" fmla="*/ 433000 w 1782629"/>
                <a:gd name="connsiteY105" fmla="*/ 1003554 h 1447865"/>
                <a:gd name="connsiteX106" fmla="*/ 419538 w 1782629"/>
                <a:gd name="connsiteY106" fmla="*/ 1023239 h 1447865"/>
                <a:gd name="connsiteX107" fmla="*/ 492055 w 1782629"/>
                <a:gd name="connsiteY107" fmla="*/ 1035177 h 1447865"/>
                <a:gd name="connsiteX108" fmla="*/ 455860 w 1782629"/>
                <a:gd name="connsiteY108" fmla="*/ 1059688 h 1447865"/>
                <a:gd name="connsiteX109" fmla="*/ 453193 w 1782629"/>
                <a:gd name="connsiteY109" fmla="*/ 1082548 h 1447865"/>
                <a:gd name="connsiteX110" fmla="*/ 526853 w 1782629"/>
                <a:gd name="connsiteY110" fmla="*/ 1124458 h 1447865"/>
                <a:gd name="connsiteX111" fmla="*/ 527361 w 1782629"/>
                <a:gd name="connsiteY111" fmla="*/ 1271270 h 1447865"/>
                <a:gd name="connsiteX112" fmla="*/ 400615 w 1782629"/>
                <a:gd name="connsiteY112" fmla="*/ 1304417 h 1447865"/>
                <a:gd name="connsiteX113" fmla="*/ 361499 w 1782629"/>
                <a:gd name="connsiteY113" fmla="*/ 1418336 h 1447865"/>
                <a:gd name="connsiteX114" fmla="*/ 590988 w 1782629"/>
                <a:gd name="connsiteY114" fmla="*/ 1424051 h 1447865"/>
                <a:gd name="connsiteX115" fmla="*/ 675698 w 1782629"/>
                <a:gd name="connsiteY115" fmla="*/ 1412748 h 1447865"/>
                <a:gd name="connsiteX116" fmla="*/ 592893 w 1782629"/>
                <a:gd name="connsiteY116" fmla="*/ 1228725 h 1447865"/>
                <a:gd name="connsiteX117" fmla="*/ 572065 w 1782629"/>
                <a:gd name="connsiteY117" fmla="*/ 1137666 h 1447865"/>
                <a:gd name="connsiteX118" fmla="*/ 607244 w 1782629"/>
                <a:gd name="connsiteY118" fmla="*/ 1009142 h 1447865"/>
                <a:gd name="connsiteX119" fmla="*/ 433000 w 1782629"/>
                <a:gd name="connsiteY119" fmla="*/ 1003554 h 1447865"/>
                <a:gd name="connsiteX120" fmla="*/ 416744 w 1782629"/>
                <a:gd name="connsiteY120" fmla="*/ 1117473 h 1447865"/>
                <a:gd name="connsiteX121" fmla="*/ 387788 w 1782629"/>
                <a:gd name="connsiteY121" fmla="*/ 1265810 h 1447865"/>
                <a:gd name="connsiteX122" fmla="*/ 476815 w 1782629"/>
                <a:gd name="connsiteY122" fmla="*/ 1275461 h 1447865"/>
                <a:gd name="connsiteX123" fmla="*/ 520503 w 1782629"/>
                <a:gd name="connsiteY123" fmla="*/ 1176655 h 1447865"/>
                <a:gd name="connsiteX124" fmla="*/ 416744 w 1782629"/>
                <a:gd name="connsiteY124" fmla="*/ 1117473 h 1447865"/>
                <a:gd name="connsiteX125" fmla="*/ 695382 w 1782629"/>
                <a:gd name="connsiteY125" fmla="*/ 1228344 h 1447865"/>
                <a:gd name="connsiteX126" fmla="*/ 694493 w 1782629"/>
                <a:gd name="connsiteY126" fmla="*/ 1273810 h 1447865"/>
                <a:gd name="connsiteX127" fmla="*/ 1551998 w 1782629"/>
                <a:gd name="connsiteY127" fmla="*/ 1273302 h 1447865"/>
                <a:gd name="connsiteX128" fmla="*/ 1554664 w 1782629"/>
                <a:gd name="connsiteY128" fmla="*/ 1228091 h 1447865"/>
                <a:gd name="connsiteX129" fmla="*/ 695382 w 1782629"/>
                <a:gd name="connsiteY129" fmla="*/ 1228344 h 1447865"/>
                <a:gd name="connsiteX0" fmla="*/ 1782629 w 1782629"/>
                <a:gd name="connsiteY0" fmla="*/ 358394 h 1447865"/>
                <a:gd name="connsiteX1" fmla="*/ 1780089 w 1782629"/>
                <a:gd name="connsiteY1" fmla="*/ 552704 h 1447865"/>
                <a:gd name="connsiteX2" fmla="*/ 1743513 w 1782629"/>
                <a:gd name="connsiteY2" fmla="*/ 621030 h 1447865"/>
                <a:gd name="connsiteX3" fmla="*/ 1555680 w 1782629"/>
                <a:gd name="connsiteY3" fmla="*/ 645160 h 1447865"/>
                <a:gd name="connsiteX4" fmla="*/ 1069398 w 1782629"/>
                <a:gd name="connsiteY4" fmla="*/ 648589 h 1447865"/>
                <a:gd name="connsiteX5" fmla="*/ 1017708 w 1782629"/>
                <a:gd name="connsiteY5" fmla="*/ 647192 h 1447865"/>
                <a:gd name="connsiteX6" fmla="*/ 1012374 w 1782629"/>
                <a:gd name="connsiteY6" fmla="*/ 556641 h 1447865"/>
                <a:gd name="connsiteX7" fmla="*/ 936048 w 1782629"/>
                <a:gd name="connsiteY7" fmla="*/ 619125 h 1447865"/>
                <a:gd name="connsiteX8" fmla="*/ 742245 w 1782629"/>
                <a:gd name="connsiteY8" fmla="*/ 791210 h 1447865"/>
                <a:gd name="connsiteX9" fmla="*/ 932492 w 1782629"/>
                <a:gd name="connsiteY9" fmla="*/ 924433 h 1447865"/>
                <a:gd name="connsiteX10" fmla="*/ 1004881 w 1782629"/>
                <a:gd name="connsiteY10" fmla="*/ 751459 h 1447865"/>
                <a:gd name="connsiteX11" fmla="*/ 1183189 w 1782629"/>
                <a:gd name="connsiteY11" fmla="*/ 748030 h 1447865"/>
                <a:gd name="connsiteX12" fmla="*/ 1620197 w 1782629"/>
                <a:gd name="connsiteY12" fmla="*/ 749808 h 1447865"/>
                <a:gd name="connsiteX13" fmla="*/ 1680522 w 1782629"/>
                <a:gd name="connsiteY13" fmla="*/ 784225 h 1447865"/>
                <a:gd name="connsiteX14" fmla="*/ 1572825 w 1782629"/>
                <a:gd name="connsiteY14" fmla="*/ 1215263 h 1447865"/>
                <a:gd name="connsiteX15" fmla="*/ 1579556 w 1782629"/>
                <a:gd name="connsiteY15" fmla="*/ 1229741 h 1447865"/>
                <a:gd name="connsiteX16" fmla="*/ 1561904 w 1782629"/>
                <a:gd name="connsiteY16" fmla="*/ 1295782 h 1447865"/>
                <a:gd name="connsiteX17" fmla="*/ 1478718 w 1782629"/>
                <a:gd name="connsiteY17" fmla="*/ 1299338 h 1447865"/>
                <a:gd name="connsiteX18" fmla="*/ 704273 w 1782629"/>
                <a:gd name="connsiteY18" fmla="*/ 1298829 h 1447865"/>
                <a:gd name="connsiteX19" fmla="*/ 675189 w 1782629"/>
                <a:gd name="connsiteY19" fmla="*/ 1205104 h 1447865"/>
                <a:gd name="connsiteX20" fmla="*/ 834067 w 1782629"/>
                <a:gd name="connsiteY20" fmla="*/ 1201039 h 1447865"/>
                <a:gd name="connsiteX21" fmla="*/ 789743 w 1782629"/>
                <a:gd name="connsiteY21" fmla="*/ 838200 h 1447865"/>
                <a:gd name="connsiteX22" fmla="*/ 757612 w 1782629"/>
                <a:gd name="connsiteY22" fmla="*/ 824230 h 1447865"/>
                <a:gd name="connsiteX23" fmla="*/ 667696 w 1782629"/>
                <a:gd name="connsiteY23" fmla="*/ 804545 h 1447865"/>
                <a:gd name="connsiteX24" fmla="*/ 514788 w 1782629"/>
                <a:gd name="connsiteY24" fmla="*/ 848106 h 1447865"/>
                <a:gd name="connsiteX25" fmla="*/ 348672 w 1782629"/>
                <a:gd name="connsiteY25" fmla="*/ 804418 h 1447865"/>
                <a:gd name="connsiteX26" fmla="*/ 253295 w 1782629"/>
                <a:gd name="connsiteY26" fmla="*/ 829945 h 1447865"/>
                <a:gd name="connsiteX27" fmla="*/ 247580 w 1782629"/>
                <a:gd name="connsiteY27" fmla="*/ 851789 h 1447865"/>
                <a:gd name="connsiteX28" fmla="*/ 210623 w 1782629"/>
                <a:gd name="connsiteY28" fmla="*/ 1111250 h 1447865"/>
                <a:gd name="connsiteX29" fmla="*/ 430206 w 1782629"/>
                <a:gd name="connsiteY29" fmla="*/ 1090804 h 1447865"/>
                <a:gd name="connsiteX30" fmla="*/ 426142 w 1782629"/>
                <a:gd name="connsiteY30" fmla="*/ 1057148 h 1447865"/>
                <a:gd name="connsiteX31" fmla="*/ 411918 w 1782629"/>
                <a:gd name="connsiteY31" fmla="*/ 983869 h 1447865"/>
                <a:gd name="connsiteX32" fmla="*/ 511994 w 1782629"/>
                <a:gd name="connsiteY32" fmla="*/ 974725 h 1447865"/>
                <a:gd name="connsiteX33" fmla="*/ 579939 w 1782629"/>
                <a:gd name="connsiteY33" fmla="*/ 975868 h 1447865"/>
                <a:gd name="connsiteX34" fmla="*/ 629215 w 1782629"/>
                <a:gd name="connsiteY34" fmla="*/ 1010666 h 1447865"/>
                <a:gd name="connsiteX35" fmla="*/ 596957 w 1782629"/>
                <a:gd name="connsiteY35" fmla="*/ 1085596 h 1447865"/>
                <a:gd name="connsiteX36" fmla="*/ 611308 w 1782629"/>
                <a:gd name="connsiteY36" fmla="*/ 1204341 h 1447865"/>
                <a:gd name="connsiteX37" fmla="*/ 697542 w 1782629"/>
                <a:gd name="connsiteY37" fmla="*/ 1380236 h 1447865"/>
                <a:gd name="connsiteX38" fmla="*/ 680650 w 1782629"/>
                <a:gd name="connsiteY38" fmla="*/ 1444879 h 1447865"/>
                <a:gd name="connsiteX39" fmla="*/ 400869 w 1782629"/>
                <a:gd name="connsiteY39" fmla="*/ 1447419 h 1447865"/>
                <a:gd name="connsiteX40" fmla="*/ 339655 w 1782629"/>
                <a:gd name="connsiteY40" fmla="*/ 1427988 h 1447865"/>
                <a:gd name="connsiteX41" fmla="*/ 349053 w 1782629"/>
                <a:gd name="connsiteY41" fmla="*/ 1340739 h 1447865"/>
                <a:gd name="connsiteX42" fmla="*/ 40443 w 1782629"/>
                <a:gd name="connsiteY42" fmla="*/ 1236726 h 1447865"/>
                <a:gd name="connsiteX43" fmla="*/ 94672 w 1782629"/>
                <a:gd name="connsiteY43" fmla="*/ 949071 h 1447865"/>
                <a:gd name="connsiteX44" fmla="*/ 286061 w 1782629"/>
                <a:gd name="connsiteY44" fmla="*/ 789813 h 1447865"/>
                <a:gd name="connsiteX45" fmla="*/ 194494 w 1782629"/>
                <a:gd name="connsiteY45" fmla="*/ 735838 h 1447865"/>
                <a:gd name="connsiteX46" fmla="*/ 101276 w 1782629"/>
                <a:gd name="connsiteY46" fmla="*/ 621157 h 1447865"/>
                <a:gd name="connsiteX47" fmla="*/ 43110 w 1782629"/>
                <a:gd name="connsiteY47" fmla="*/ 588010 h 1447865"/>
                <a:gd name="connsiteX48" fmla="*/ 21393 w 1782629"/>
                <a:gd name="connsiteY48" fmla="*/ 365125 h 1447865"/>
                <a:gd name="connsiteX49" fmla="*/ 92132 w 1782629"/>
                <a:gd name="connsiteY49" fmla="*/ 307340 h 1447865"/>
                <a:gd name="connsiteX50" fmla="*/ 317938 w 1782629"/>
                <a:gd name="connsiteY50" fmla="*/ 102743 h 1447865"/>
                <a:gd name="connsiteX51" fmla="*/ 696271 w 1782629"/>
                <a:gd name="connsiteY51" fmla="*/ 93472 h 1447865"/>
                <a:gd name="connsiteX52" fmla="*/ 828732 w 1782629"/>
                <a:gd name="connsiteY52" fmla="*/ 169037 h 1447865"/>
                <a:gd name="connsiteX53" fmla="*/ 943540 w 1782629"/>
                <a:gd name="connsiteY53" fmla="*/ 311531 h 1447865"/>
                <a:gd name="connsiteX54" fmla="*/ 1016057 w 1782629"/>
                <a:gd name="connsiteY54" fmla="*/ 364744 h 1447865"/>
                <a:gd name="connsiteX55" fmla="*/ 1012248 w 1782629"/>
                <a:gd name="connsiteY55" fmla="*/ 133604 h 1447865"/>
                <a:gd name="connsiteX56" fmla="*/ 1060380 w 1782629"/>
                <a:gd name="connsiteY56" fmla="*/ 17272 h 1447865"/>
                <a:gd name="connsiteX57" fmla="*/ 1149026 w 1782629"/>
                <a:gd name="connsiteY57" fmla="*/ 0 h 1447865"/>
                <a:gd name="connsiteX58" fmla="*/ 1035107 w 1782629"/>
                <a:gd name="connsiteY58" fmla="*/ 107823 h 1447865"/>
                <a:gd name="connsiteX59" fmla="*/ 1034345 w 1782629"/>
                <a:gd name="connsiteY59" fmla="*/ 623443 h 1447865"/>
                <a:gd name="connsiteX60" fmla="*/ 1670361 w 1782629"/>
                <a:gd name="connsiteY60" fmla="*/ 621284 h 1447865"/>
                <a:gd name="connsiteX61" fmla="*/ 1759135 w 1782629"/>
                <a:gd name="connsiteY61" fmla="*/ 528447 h 1447865"/>
                <a:gd name="connsiteX62" fmla="*/ 1758880 w 1782629"/>
                <a:gd name="connsiteY62" fmla="*/ 108458 h 1447865"/>
                <a:gd name="connsiteX63" fmla="*/ 1035107 w 1782629"/>
                <a:gd name="connsiteY63" fmla="*/ 107823 h 1447865"/>
                <a:gd name="connsiteX64" fmla="*/ 268027 w 1782629"/>
                <a:gd name="connsiteY64" fmla="*/ 154940 h 1447865"/>
                <a:gd name="connsiteX65" fmla="*/ 98482 w 1782629"/>
                <a:gd name="connsiteY65" fmla="*/ 393827 h 1447865"/>
                <a:gd name="connsiteX66" fmla="*/ 96450 w 1782629"/>
                <a:gd name="connsiteY66" fmla="*/ 395986 h 1447865"/>
                <a:gd name="connsiteX67" fmla="*/ 202114 w 1782629"/>
                <a:gd name="connsiteY67" fmla="*/ 708787 h 1447865"/>
                <a:gd name="connsiteX68" fmla="*/ 388042 w 1782629"/>
                <a:gd name="connsiteY68" fmla="*/ 779780 h 1447865"/>
                <a:gd name="connsiteX69" fmla="*/ 691954 w 1782629"/>
                <a:gd name="connsiteY69" fmla="*/ 777240 h 1447865"/>
                <a:gd name="connsiteX70" fmla="*/ 940746 w 1782629"/>
                <a:gd name="connsiteY70" fmla="*/ 489839 h 1447865"/>
                <a:gd name="connsiteX71" fmla="*/ 834574 w 1782629"/>
                <a:gd name="connsiteY71" fmla="*/ 206883 h 1447865"/>
                <a:gd name="connsiteX72" fmla="*/ 509708 w 1782629"/>
                <a:gd name="connsiteY72" fmla="*/ 101854 h 1447865"/>
                <a:gd name="connsiteX73" fmla="*/ 268027 w 1782629"/>
                <a:gd name="connsiteY73" fmla="*/ 154940 h 1447865"/>
                <a:gd name="connsiteX74" fmla="*/ 82480 w 1782629"/>
                <a:gd name="connsiteY74" fmla="*/ 586740 h 1447865"/>
                <a:gd name="connsiteX75" fmla="*/ 77146 w 1782629"/>
                <a:gd name="connsiteY75" fmla="*/ 335280 h 1447865"/>
                <a:gd name="connsiteX76" fmla="*/ 82480 w 1782629"/>
                <a:gd name="connsiteY76" fmla="*/ 586740 h 1447865"/>
                <a:gd name="connsiteX77" fmla="*/ 950144 w 1782629"/>
                <a:gd name="connsiteY77" fmla="*/ 333756 h 1447865"/>
                <a:gd name="connsiteX78" fmla="*/ 946969 w 1782629"/>
                <a:gd name="connsiteY78" fmla="*/ 589534 h 1447865"/>
                <a:gd name="connsiteX79" fmla="*/ 950144 w 1782629"/>
                <a:gd name="connsiteY79" fmla="*/ 333756 h 1447865"/>
                <a:gd name="connsiteX80" fmla="*/ 998912 w 1782629"/>
                <a:gd name="connsiteY80" fmla="*/ 780415 h 1447865"/>
                <a:gd name="connsiteX81" fmla="*/ 967670 w 1782629"/>
                <a:gd name="connsiteY81" fmla="*/ 872363 h 1447865"/>
                <a:gd name="connsiteX82" fmla="*/ 900361 w 1782629"/>
                <a:gd name="connsiteY82" fmla="*/ 1201039 h 1447865"/>
                <a:gd name="connsiteX83" fmla="*/ 1554792 w 1782629"/>
                <a:gd name="connsiteY83" fmla="*/ 1201039 h 1447865"/>
                <a:gd name="connsiteX84" fmla="*/ 1650804 w 1782629"/>
                <a:gd name="connsiteY84" fmla="*/ 777621 h 1447865"/>
                <a:gd name="connsiteX85" fmla="*/ 1060254 w 1782629"/>
                <a:gd name="connsiteY85" fmla="*/ 775843 h 1447865"/>
                <a:gd name="connsiteX86" fmla="*/ 998912 w 1782629"/>
                <a:gd name="connsiteY86" fmla="*/ 780415 h 1447865"/>
                <a:gd name="connsiteX87" fmla="*/ 436175 w 1782629"/>
                <a:gd name="connsiteY87" fmla="*/ 803656 h 1447865"/>
                <a:gd name="connsiteX88" fmla="*/ 593528 w 1782629"/>
                <a:gd name="connsiteY88" fmla="*/ 803402 h 1447865"/>
                <a:gd name="connsiteX89" fmla="*/ 436175 w 1782629"/>
                <a:gd name="connsiteY89" fmla="*/ 803656 h 1447865"/>
                <a:gd name="connsiteX90" fmla="*/ 50857 w 1782629"/>
                <a:gd name="connsiteY90" fmla="*/ 1151001 h 1447865"/>
                <a:gd name="connsiteX91" fmla="*/ 73336 w 1782629"/>
                <a:gd name="connsiteY91" fmla="*/ 1247521 h 1447865"/>
                <a:gd name="connsiteX92" fmla="*/ 363912 w 1782629"/>
                <a:gd name="connsiteY92" fmla="*/ 1318133 h 1447865"/>
                <a:gd name="connsiteX93" fmla="*/ 380168 w 1782629"/>
                <a:gd name="connsiteY93" fmla="*/ 1289304 h 1447865"/>
                <a:gd name="connsiteX94" fmla="*/ 362515 w 1782629"/>
                <a:gd name="connsiteY94" fmla="*/ 1120648 h 1447865"/>
                <a:gd name="connsiteX95" fmla="*/ 140011 w 1782629"/>
                <a:gd name="connsiteY95" fmla="*/ 1138555 h 1447865"/>
                <a:gd name="connsiteX96" fmla="*/ 185731 w 1782629"/>
                <a:gd name="connsiteY96" fmla="*/ 1111504 h 1447865"/>
                <a:gd name="connsiteX97" fmla="*/ 220910 w 1782629"/>
                <a:gd name="connsiteY97" fmla="*/ 846201 h 1447865"/>
                <a:gd name="connsiteX98" fmla="*/ 50857 w 1782629"/>
                <a:gd name="connsiteY98" fmla="*/ 1151001 h 1447865"/>
                <a:gd name="connsiteX99" fmla="*/ 825049 w 1782629"/>
                <a:gd name="connsiteY99" fmla="*/ 855854 h 1447865"/>
                <a:gd name="connsiteX100" fmla="*/ 857307 w 1782629"/>
                <a:gd name="connsiteY100" fmla="*/ 1201039 h 1447865"/>
                <a:gd name="connsiteX101" fmla="*/ 875468 w 1782629"/>
                <a:gd name="connsiteY101" fmla="*/ 1201039 h 1447865"/>
                <a:gd name="connsiteX102" fmla="*/ 922331 w 1782629"/>
                <a:gd name="connsiteY102" fmla="*/ 958216 h 1447865"/>
                <a:gd name="connsiteX103" fmla="*/ 825049 w 1782629"/>
                <a:gd name="connsiteY103" fmla="*/ 855854 h 1447865"/>
                <a:gd name="connsiteX104" fmla="*/ 433000 w 1782629"/>
                <a:gd name="connsiteY104" fmla="*/ 1003554 h 1447865"/>
                <a:gd name="connsiteX105" fmla="*/ 419538 w 1782629"/>
                <a:gd name="connsiteY105" fmla="*/ 1023239 h 1447865"/>
                <a:gd name="connsiteX106" fmla="*/ 492055 w 1782629"/>
                <a:gd name="connsiteY106" fmla="*/ 1035177 h 1447865"/>
                <a:gd name="connsiteX107" fmla="*/ 455860 w 1782629"/>
                <a:gd name="connsiteY107" fmla="*/ 1059688 h 1447865"/>
                <a:gd name="connsiteX108" fmla="*/ 453193 w 1782629"/>
                <a:gd name="connsiteY108" fmla="*/ 1082548 h 1447865"/>
                <a:gd name="connsiteX109" fmla="*/ 526853 w 1782629"/>
                <a:gd name="connsiteY109" fmla="*/ 1124458 h 1447865"/>
                <a:gd name="connsiteX110" fmla="*/ 527361 w 1782629"/>
                <a:gd name="connsiteY110" fmla="*/ 1271270 h 1447865"/>
                <a:gd name="connsiteX111" fmla="*/ 400615 w 1782629"/>
                <a:gd name="connsiteY111" fmla="*/ 1304417 h 1447865"/>
                <a:gd name="connsiteX112" fmla="*/ 361499 w 1782629"/>
                <a:gd name="connsiteY112" fmla="*/ 1418336 h 1447865"/>
                <a:gd name="connsiteX113" fmla="*/ 590988 w 1782629"/>
                <a:gd name="connsiteY113" fmla="*/ 1424051 h 1447865"/>
                <a:gd name="connsiteX114" fmla="*/ 675698 w 1782629"/>
                <a:gd name="connsiteY114" fmla="*/ 1412748 h 1447865"/>
                <a:gd name="connsiteX115" fmla="*/ 592893 w 1782629"/>
                <a:gd name="connsiteY115" fmla="*/ 1228725 h 1447865"/>
                <a:gd name="connsiteX116" fmla="*/ 572065 w 1782629"/>
                <a:gd name="connsiteY116" fmla="*/ 1137666 h 1447865"/>
                <a:gd name="connsiteX117" fmla="*/ 607244 w 1782629"/>
                <a:gd name="connsiteY117" fmla="*/ 1009142 h 1447865"/>
                <a:gd name="connsiteX118" fmla="*/ 433000 w 1782629"/>
                <a:gd name="connsiteY118" fmla="*/ 1003554 h 1447865"/>
                <a:gd name="connsiteX119" fmla="*/ 416744 w 1782629"/>
                <a:gd name="connsiteY119" fmla="*/ 1117473 h 1447865"/>
                <a:gd name="connsiteX120" fmla="*/ 387788 w 1782629"/>
                <a:gd name="connsiteY120" fmla="*/ 1265810 h 1447865"/>
                <a:gd name="connsiteX121" fmla="*/ 476815 w 1782629"/>
                <a:gd name="connsiteY121" fmla="*/ 1275461 h 1447865"/>
                <a:gd name="connsiteX122" fmla="*/ 520503 w 1782629"/>
                <a:gd name="connsiteY122" fmla="*/ 1176655 h 1447865"/>
                <a:gd name="connsiteX123" fmla="*/ 416744 w 1782629"/>
                <a:gd name="connsiteY123" fmla="*/ 1117473 h 1447865"/>
                <a:gd name="connsiteX124" fmla="*/ 695382 w 1782629"/>
                <a:gd name="connsiteY124" fmla="*/ 1228344 h 1447865"/>
                <a:gd name="connsiteX125" fmla="*/ 694493 w 1782629"/>
                <a:gd name="connsiteY125" fmla="*/ 1273810 h 1447865"/>
                <a:gd name="connsiteX126" fmla="*/ 1551998 w 1782629"/>
                <a:gd name="connsiteY126" fmla="*/ 1273302 h 1447865"/>
                <a:gd name="connsiteX127" fmla="*/ 1554664 w 1782629"/>
                <a:gd name="connsiteY127" fmla="*/ 1228091 h 1447865"/>
                <a:gd name="connsiteX128" fmla="*/ 695382 w 1782629"/>
                <a:gd name="connsiteY128" fmla="*/ 1228344 h 1447865"/>
                <a:gd name="connsiteX0" fmla="*/ 1782629 w 1782629"/>
                <a:gd name="connsiteY0" fmla="*/ 358394 h 1447865"/>
                <a:gd name="connsiteX1" fmla="*/ 1780089 w 1782629"/>
                <a:gd name="connsiteY1" fmla="*/ 552704 h 1447865"/>
                <a:gd name="connsiteX2" fmla="*/ 1743513 w 1782629"/>
                <a:gd name="connsiteY2" fmla="*/ 621030 h 1447865"/>
                <a:gd name="connsiteX3" fmla="*/ 1555680 w 1782629"/>
                <a:gd name="connsiteY3" fmla="*/ 645160 h 1447865"/>
                <a:gd name="connsiteX4" fmla="*/ 1069398 w 1782629"/>
                <a:gd name="connsiteY4" fmla="*/ 648589 h 1447865"/>
                <a:gd name="connsiteX5" fmla="*/ 1017708 w 1782629"/>
                <a:gd name="connsiteY5" fmla="*/ 647192 h 1447865"/>
                <a:gd name="connsiteX6" fmla="*/ 1012374 w 1782629"/>
                <a:gd name="connsiteY6" fmla="*/ 556641 h 1447865"/>
                <a:gd name="connsiteX7" fmla="*/ 936048 w 1782629"/>
                <a:gd name="connsiteY7" fmla="*/ 619125 h 1447865"/>
                <a:gd name="connsiteX8" fmla="*/ 742245 w 1782629"/>
                <a:gd name="connsiteY8" fmla="*/ 791210 h 1447865"/>
                <a:gd name="connsiteX9" fmla="*/ 932492 w 1782629"/>
                <a:gd name="connsiteY9" fmla="*/ 924433 h 1447865"/>
                <a:gd name="connsiteX10" fmla="*/ 1004881 w 1782629"/>
                <a:gd name="connsiteY10" fmla="*/ 751459 h 1447865"/>
                <a:gd name="connsiteX11" fmla="*/ 1183189 w 1782629"/>
                <a:gd name="connsiteY11" fmla="*/ 748030 h 1447865"/>
                <a:gd name="connsiteX12" fmla="*/ 1620197 w 1782629"/>
                <a:gd name="connsiteY12" fmla="*/ 749808 h 1447865"/>
                <a:gd name="connsiteX13" fmla="*/ 1680522 w 1782629"/>
                <a:gd name="connsiteY13" fmla="*/ 784225 h 1447865"/>
                <a:gd name="connsiteX14" fmla="*/ 1572825 w 1782629"/>
                <a:gd name="connsiteY14" fmla="*/ 1215263 h 1447865"/>
                <a:gd name="connsiteX15" fmla="*/ 1579556 w 1782629"/>
                <a:gd name="connsiteY15" fmla="*/ 1229741 h 1447865"/>
                <a:gd name="connsiteX16" fmla="*/ 1561904 w 1782629"/>
                <a:gd name="connsiteY16" fmla="*/ 1295782 h 1447865"/>
                <a:gd name="connsiteX17" fmla="*/ 1478718 w 1782629"/>
                <a:gd name="connsiteY17" fmla="*/ 1299338 h 1447865"/>
                <a:gd name="connsiteX18" fmla="*/ 704273 w 1782629"/>
                <a:gd name="connsiteY18" fmla="*/ 1298829 h 1447865"/>
                <a:gd name="connsiteX19" fmla="*/ 675189 w 1782629"/>
                <a:gd name="connsiteY19" fmla="*/ 1205104 h 1447865"/>
                <a:gd name="connsiteX20" fmla="*/ 834067 w 1782629"/>
                <a:gd name="connsiteY20" fmla="*/ 1201039 h 1447865"/>
                <a:gd name="connsiteX21" fmla="*/ 789743 w 1782629"/>
                <a:gd name="connsiteY21" fmla="*/ 838200 h 1447865"/>
                <a:gd name="connsiteX22" fmla="*/ 757612 w 1782629"/>
                <a:gd name="connsiteY22" fmla="*/ 824230 h 1447865"/>
                <a:gd name="connsiteX23" fmla="*/ 667696 w 1782629"/>
                <a:gd name="connsiteY23" fmla="*/ 804545 h 1447865"/>
                <a:gd name="connsiteX24" fmla="*/ 514788 w 1782629"/>
                <a:gd name="connsiteY24" fmla="*/ 848106 h 1447865"/>
                <a:gd name="connsiteX25" fmla="*/ 348672 w 1782629"/>
                <a:gd name="connsiteY25" fmla="*/ 804418 h 1447865"/>
                <a:gd name="connsiteX26" fmla="*/ 253295 w 1782629"/>
                <a:gd name="connsiteY26" fmla="*/ 829945 h 1447865"/>
                <a:gd name="connsiteX27" fmla="*/ 247580 w 1782629"/>
                <a:gd name="connsiteY27" fmla="*/ 851789 h 1447865"/>
                <a:gd name="connsiteX28" fmla="*/ 210623 w 1782629"/>
                <a:gd name="connsiteY28" fmla="*/ 1111250 h 1447865"/>
                <a:gd name="connsiteX29" fmla="*/ 430206 w 1782629"/>
                <a:gd name="connsiteY29" fmla="*/ 1090804 h 1447865"/>
                <a:gd name="connsiteX30" fmla="*/ 426142 w 1782629"/>
                <a:gd name="connsiteY30" fmla="*/ 1057148 h 1447865"/>
                <a:gd name="connsiteX31" fmla="*/ 411918 w 1782629"/>
                <a:gd name="connsiteY31" fmla="*/ 983869 h 1447865"/>
                <a:gd name="connsiteX32" fmla="*/ 511994 w 1782629"/>
                <a:gd name="connsiteY32" fmla="*/ 974725 h 1447865"/>
                <a:gd name="connsiteX33" fmla="*/ 579939 w 1782629"/>
                <a:gd name="connsiteY33" fmla="*/ 975868 h 1447865"/>
                <a:gd name="connsiteX34" fmla="*/ 629215 w 1782629"/>
                <a:gd name="connsiteY34" fmla="*/ 1010666 h 1447865"/>
                <a:gd name="connsiteX35" fmla="*/ 596957 w 1782629"/>
                <a:gd name="connsiteY35" fmla="*/ 1085596 h 1447865"/>
                <a:gd name="connsiteX36" fmla="*/ 611308 w 1782629"/>
                <a:gd name="connsiteY36" fmla="*/ 1204341 h 1447865"/>
                <a:gd name="connsiteX37" fmla="*/ 697542 w 1782629"/>
                <a:gd name="connsiteY37" fmla="*/ 1380236 h 1447865"/>
                <a:gd name="connsiteX38" fmla="*/ 680650 w 1782629"/>
                <a:gd name="connsiteY38" fmla="*/ 1444879 h 1447865"/>
                <a:gd name="connsiteX39" fmla="*/ 400869 w 1782629"/>
                <a:gd name="connsiteY39" fmla="*/ 1447419 h 1447865"/>
                <a:gd name="connsiteX40" fmla="*/ 339655 w 1782629"/>
                <a:gd name="connsiteY40" fmla="*/ 1427988 h 1447865"/>
                <a:gd name="connsiteX41" fmla="*/ 349053 w 1782629"/>
                <a:gd name="connsiteY41" fmla="*/ 1340739 h 1447865"/>
                <a:gd name="connsiteX42" fmla="*/ 40443 w 1782629"/>
                <a:gd name="connsiteY42" fmla="*/ 1236726 h 1447865"/>
                <a:gd name="connsiteX43" fmla="*/ 94672 w 1782629"/>
                <a:gd name="connsiteY43" fmla="*/ 949071 h 1447865"/>
                <a:gd name="connsiteX44" fmla="*/ 286061 w 1782629"/>
                <a:gd name="connsiteY44" fmla="*/ 789813 h 1447865"/>
                <a:gd name="connsiteX45" fmla="*/ 194494 w 1782629"/>
                <a:gd name="connsiteY45" fmla="*/ 735838 h 1447865"/>
                <a:gd name="connsiteX46" fmla="*/ 101276 w 1782629"/>
                <a:gd name="connsiteY46" fmla="*/ 621157 h 1447865"/>
                <a:gd name="connsiteX47" fmla="*/ 43110 w 1782629"/>
                <a:gd name="connsiteY47" fmla="*/ 588010 h 1447865"/>
                <a:gd name="connsiteX48" fmla="*/ 21393 w 1782629"/>
                <a:gd name="connsiteY48" fmla="*/ 365125 h 1447865"/>
                <a:gd name="connsiteX49" fmla="*/ 92132 w 1782629"/>
                <a:gd name="connsiteY49" fmla="*/ 307340 h 1447865"/>
                <a:gd name="connsiteX50" fmla="*/ 317938 w 1782629"/>
                <a:gd name="connsiteY50" fmla="*/ 102743 h 1447865"/>
                <a:gd name="connsiteX51" fmla="*/ 696271 w 1782629"/>
                <a:gd name="connsiteY51" fmla="*/ 93472 h 1447865"/>
                <a:gd name="connsiteX52" fmla="*/ 828732 w 1782629"/>
                <a:gd name="connsiteY52" fmla="*/ 169037 h 1447865"/>
                <a:gd name="connsiteX53" fmla="*/ 943540 w 1782629"/>
                <a:gd name="connsiteY53" fmla="*/ 311531 h 1447865"/>
                <a:gd name="connsiteX54" fmla="*/ 1016057 w 1782629"/>
                <a:gd name="connsiteY54" fmla="*/ 364744 h 1447865"/>
                <a:gd name="connsiteX55" fmla="*/ 1012248 w 1782629"/>
                <a:gd name="connsiteY55" fmla="*/ 133604 h 1447865"/>
                <a:gd name="connsiteX56" fmla="*/ 1060380 w 1782629"/>
                <a:gd name="connsiteY56" fmla="*/ 17272 h 1447865"/>
                <a:gd name="connsiteX57" fmla="*/ 1149026 w 1782629"/>
                <a:gd name="connsiteY57" fmla="*/ 0 h 1447865"/>
                <a:gd name="connsiteX58" fmla="*/ 1035107 w 1782629"/>
                <a:gd name="connsiteY58" fmla="*/ 107823 h 1447865"/>
                <a:gd name="connsiteX59" fmla="*/ 1034345 w 1782629"/>
                <a:gd name="connsiteY59" fmla="*/ 623443 h 1447865"/>
                <a:gd name="connsiteX60" fmla="*/ 1670361 w 1782629"/>
                <a:gd name="connsiteY60" fmla="*/ 621284 h 1447865"/>
                <a:gd name="connsiteX61" fmla="*/ 1759135 w 1782629"/>
                <a:gd name="connsiteY61" fmla="*/ 528447 h 1447865"/>
                <a:gd name="connsiteX62" fmla="*/ 1035107 w 1782629"/>
                <a:gd name="connsiteY62" fmla="*/ 107823 h 1447865"/>
                <a:gd name="connsiteX63" fmla="*/ 268027 w 1782629"/>
                <a:gd name="connsiteY63" fmla="*/ 154940 h 1447865"/>
                <a:gd name="connsiteX64" fmla="*/ 98482 w 1782629"/>
                <a:gd name="connsiteY64" fmla="*/ 393827 h 1447865"/>
                <a:gd name="connsiteX65" fmla="*/ 96450 w 1782629"/>
                <a:gd name="connsiteY65" fmla="*/ 395986 h 1447865"/>
                <a:gd name="connsiteX66" fmla="*/ 202114 w 1782629"/>
                <a:gd name="connsiteY66" fmla="*/ 708787 h 1447865"/>
                <a:gd name="connsiteX67" fmla="*/ 388042 w 1782629"/>
                <a:gd name="connsiteY67" fmla="*/ 779780 h 1447865"/>
                <a:gd name="connsiteX68" fmla="*/ 691954 w 1782629"/>
                <a:gd name="connsiteY68" fmla="*/ 777240 h 1447865"/>
                <a:gd name="connsiteX69" fmla="*/ 940746 w 1782629"/>
                <a:gd name="connsiteY69" fmla="*/ 489839 h 1447865"/>
                <a:gd name="connsiteX70" fmla="*/ 834574 w 1782629"/>
                <a:gd name="connsiteY70" fmla="*/ 206883 h 1447865"/>
                <a:gd name="connsiteX71" fmla="*/ 509708 w 1782629"/>
                <a:gd name="connsiteY71" fmla="*/ 101854 h 1447865"/>
                <a:gd name="connsiteX72" fmla="*/ 268027 w 1782629"/>
                <a:gd name="connsiteY72" fmla="*/ 154940 h 1447865"/>
                <a:gd name="connsiteX73" fmla="*/ 82480 w 1782629"/>
                <a:gd name="connsiteY73" fmla="*/ 586740 h 1447865"/>
                <a:gd name="connsiteX74" fmla="*/ 77146 w 1782629"/>
                <a:gd name="connsiteY74" fmla="*/ 335280 h 1447865"/>
                <a:gd name="connsiteX75" fmla="*/ 82480 w 1782629"/>
                <a:gd name="connsiteY75" fmla="*/ 586740 h 1447865"/>
                <a:gd name="connsiteX76" fmla="*/ 950144 w 1782629"/>
                <a:gd name="connsiteY76" fmla="*/ 333756 h 1447865"/>
                <a:gd name="connsiteX77" fmla="*/ 946969 w 1782629"/>
                <a:gd name="connsiteY77" fmla="*/ 589534 h 1447865"/>
                <a:gd name="connsiteX78" fmla="*/ 950144 w 1782629"/>
                <a:gd name="connsiteY78" fmla="*/ 333756 h 1447865"/>
                <a:gd name="connsiteX79" fmla="*/ 998912 w 1782629"/>
                <a:gd name="connsiteY79" fmla="*/ 780415 h 1447865"/>
                <a:gd name="connsiteX80" fmla="*/ 967670 w 1782629"/>
                <a:gd name="connsiteY80" fmla="*/ 872363 h 1447865"/>
                <a:gd name="connsiteX81" fmla="*/ 900361 w 1782629"/>
                <a:gd name="connsiteY81" fmla="*/ 1201039 h 1447865"/>
                <a:gd name="connsiteX82" fmla="*/ 1554792 w 1782629"/>
                <a:gd name="connsiteY82" fmla="*/ 1201039 h 1447865"/>
                <a:gd name="connsiteX83" fmla="*/ 1650804 w 1782629"/>
                <a:gd name="connsiteY83" fmla="*/ 777621 h 1447865"/>
                <a:gd name="connsiteX84" fmla="*/ 1060254 w 1782629"/>
                <a:gd name="connsiteY84" fmla="*/ 775843 h 1447865"/>
                <a:gd name="connsiteX85" fmla="*/ 998912 w 1782629"/>
                <a:gd name="connsiteY85" fmla="*/ 780415 h 1447865"/>
                <a:gd name="connsiteX86" fmla="*/ 436175 w 1782629"/>
                <a:gd name="connsiteY86" fmla="*/ 803656 h 1447865"/>
                <a:gd name="connsiteX87" fmla="*/ 593528 w 1782629"/>
                <a:gd name="connsiteY87" fmla="*/ 803402 h 1447865"/>
                <a:gd name="connsiteX88" fmla="*/ 436175 w 1782629"/>
                <a:gd name="connsiteY88" fmla="*/ 803656 h 1447865"/>
                <a:gd name="connsiteX89" fmla="*/ 50857 w 1782629"/>
                <a:gd name="connsiteY89" fmla="*/ 1151001 h 1447865"/>
                <a:gd name="connsiteX90" fmla="*/ 73336 w 1782629"/>
                <a:gd name="connsiteY90" fmla="*/ 1247521 h 1447865"/>
                <a:gd name="connsiteX91" fmla="*/ 363912 w 1782629"/>
                <a:gd name="connsiteY91" fmla="*/ 1318133 h 1447865"/>
                <a:gd name="connsiteX92" fmla="*/ 380168 w 1782629"/>
                <a:gd name="connsiteY92" fmla="*/ 1289304 h 1447865"/>
                <a:gd name="connsiteX93" fmla="*/ 362515 w 1782629"/>
                <a:gd name="connsiteY93" fmla="*/ 1120648 h 1447865"/>
                <a:gd name="connsiteX94" fmla="*/ 140011 w 1782629"/>
                <a:gd name="connsiteY94" fmla="*/ 1138555 h 1447865"/>
                <a:gd name="connsiteX95" fmla="*/ 185731 w 1782629"/>
                <a:gd name="connsiteY95" fmla="*/ 1111504 h 1447865"/>
                <a:gd name="connsiteX96" fmla="*/ 220910 w 1782629"/>
                <a:gd name="connsiteY96" fmla="*/ 846201 h 1447865"/>
                <a:gd name="connsiteX97" fmla="*/ 50857 w 1782629"/>
                <a:gd name="connsiteY97" fmla="*/ 1151001 h 1447865"/>
                <a:gd name="connsiteX98" fmla="*/ 825049 w 1782629"/>
                <a:gd name="connsiteY98" fmla="*/ 855854 h 1447865"/>
                <a:gd name="connsiteX99" fmla="*/ 857307 w 1782629"/>
                <a:gd name="connsiteY99" fmla="*/ 1201039 h 1447865"/>
                <a:gd name="connsiteX100" fmla="*/ 875468 w 1782629"/>
                <a:gd name="connsiteY100" fmla="*/ 1201039 h 1447865"/>
                <a:gd name="connsiteX101" fmla="*/ 922331 w 1782629"/>
                <a:gd name="connsiteY101" fmla="*/ 958216 h 1447865"/>
                <a:gd name="connsiteX102" fmla="*/ 825049 w 1782629"/>
                <a:gd name="connsiteY102" fmla="*/ 855854 h 1447865"/>
                <a:gd name="connsiteX103" fmla="*/ 433000 w 1782629"/>
                <a:gd name="connsiteY103" fmla="*/ 1003554 h 1447865"/>
                <a:gd name="connsiteX104" fmla="*/ 419538 w 1782629"/>
                <a:gd name="connsiteY104" fmla="*/ 1023239 h 1447865"/>
                <a:gd name="connsiteX105" fmla="*/ 492055 w 1782629"/>
                <a:gd name="connsiteY105" fmla="*/ 1035177 h 1447865"/>
                <a:gd name="connsiteX106" fmla="*/ 455860 w 1782629"/>
                <a:gd name="connsiteY106" fmla="*/ 1059688 h 1447865"/>
                <a:gd name="connsiteX107" fmla="*/ 453193 w 1782629"/>
                <a:gd name="connsiteY107" fmla="*/ 1082548 h 1447865"/>
                <a:gd name="connsiteX108" fmla="*/ 526853 w 1782629"/>
                <a:gd name="connsiteY108" fmla="*/ 1124458 h 1447865"/>
                <a:gd name="connsiteX109" fmla="*/ 527361 w 1782629"/>
                <a:gd name="connsiteY109" fmla="*/ 1271270 h 1447865"/>
                <a:gd name="connsiteX110" fmla="*/ 400615 w 1782629"/>
                <a:gd name="connsiteY110" fmla="*/ 1304417 h 1447865"/>
                <a:gd name="connsiteX111" fmla="*/ 361499 w 1782629"/>
                <a:gd name="connsiteY111" fmla="*/ 1418336 h 1447865"/>
                <a:gd name="connsiteX112" fmla="*/ 590988 w 1782629"/>
                <a:gd name="connsiteY112" fmla="*/ 1424051 h 1447865"/>
                <a:gd name="connsiteX113" fmla="*/ 675698 w 1782629"/>
                <a:gd name="connsiteY113" fmla="*/ 1412748 h 1447865"/>
                <a:gd name="connsiteX114" fmla="*/ 592893 w 1782629"/>
                <a:gd name="connsiteY114" fmla="*/ 1228725 h 1447865"/>
                <a:gd name="connsiteX115" fmla="*/ 572065 w 1782629"/>
                <a:gd name="connsiteY115" fmla="*/ 1137666 h 1447865"/>
                <a:gd name="connsiteX116" fmla="*/ 607244 w 1782629"/>
                <a:gd name="connsiteY116" fmla="*/ 1009142 h 1447865"/>
                <a:gd name="connsiteX117" fmla="*/ 433000 w 1782629"/>
                <a:gd name="connsiteY117" fmla="*/ 1003554 h 1447865"/>
                <a:gd name="connsiteX118" fmla="*/ 416744 w 1782629"/>
                <a:gd name="connsiteY118" fmla="*/ 1117473 h 1447865"/>
                <a:gd name="connsiteX119" fmla="*/ 387788 w 1782629"/>
                <a:gd name="connsiteY119" fmla="*/ 1265810 h 1447865"/>
                <a:gd name="connsiteX120" fmla="*/ 476815 w 1782629"/>
                <a:gd name="connsiteY120" fmla="*/ 1275461 h 1447865"/>
                <a:gd name="connsiteX121" fmla="*/ 520503 w 1782629"/>
                <a:gd name="connsiteY121" fmla="*/ 1176655 h 1447865"/>
                <a:gd name="connsiteX122" fmla="*/ 416744 w 1782629"/>
                <a:gd name="connsiteY122" fmla="*/ 1117473 h 1447865"/>
                <a:gd name="connsiteX123" fmla="*/ 695382 w 1782629"/>
                <a:gd name="connsiteY123" fmla="*/ 1228344 h 1447865"/>
                <a:gd name="connsiteX124" fmla="*/ 694493 w 1782629"/>
                <a:gd name="connsiteY124" fmla="*/ 1273810 h 1447865"/>
                <a:gd name="connsiteX125" fmla="*/ 1551998 w 1782629"/>
                <a:gd name="connsiteY125" fmla="*/ 1273302 h 1447865"/>
                <a:gd name="connsiteX126" fmla="*/ 1554664 w 1782629"/>
                <a:gd name="connsiteY126" fmla="*/ 1228091 h 1447865"/>
                <a:gd name="connsiteX127" fmla="*/ 695382 w 1782629"/>
                <a:gd name="connsiteY127" fmla="*/ 1228344 h 1447865"/>
                <a:gd name="connsiteX0" fmla="*/ 1780089 w 1780088"/>
                <a:gd name="connsiteY0" fmla="*/ 552704 h 1447865"/>
                <a:gd name="connsiteX1" fmla="*/ 1743513 w 1780088"/>
                <a:gd name="connsiteY1" fmla="*/ 621030 h 1447865"/>
                <a:gd name="connsiteX2" fmla="*/ 1555680 w 1780088"/>
                <a:gd name="connsiteY2" fmla="*/ 645160 h 1447865"/>
                <a:gd name="connsiteX3" fmla="*/ 1069398 w 1780088"/>
                <a:gd name="connsiteY3" fmla="*/ 648589 h 1447865"/>
                <a:gd name="connsiteX4" fmla="*/ 1017708 w 1780088"/>
                <a:gd name="connsiteY4" fmla="*/ 647192 h 1447865"/>
                <a:gd name="connsiteX5" fmla="*/ 1012374 w 1780088"/>
                <a:gd name="connsiteY5" fmla="*/ 556641 h 1447865"/>
                <a:gd name="connsiteX6" fmla="*/ 936048 w 1780088"/>
                <a:gd name="connsiteY6" fmla="*/ 619125 h 1447865"/>
                <a:gd name="connsiteX7" fmla="*/ 742245 w 1780088"/>
                <a:gd name="connsiteY7" fmla="*/ 791210 h 1447865"/>
                <a:gd name="connsiteX8" fmla="*/ 932492 w 1780088"/>
                <a:gd name="connsiteY8" fmla="*/ 924433 h 1447865"/>
                <a:gd name="connsiteX9" fmla="*/ 1004881 w 1780088"/>
                <a:gd name="connsiteY9" fmla="*/ 751459 h 1447865"/>
                <a:gd name="connsiteX10" fmla="*/ 1183189 w 1780088"/>
                <a:gd name="connsiteY10" fmla="*/ 748030 h 1447865"/>
                <a:gd name="connsiteX11" fmla="*/ 1620197 w 1780088"/>
                <a:gd name="connsiteY11" fmla="*/ 749808 h 1447865"/>
                <a:gd name="connsiteX12" fmla="*/ 1680522 w 1780088"/>
                <a:gd name="connsiteY12" fmla="*/ 784225 h 1447865"/>
                <a:gd name="connsiteX13" fmla="*/ 1572825 w 1780088"/>
                <a:gd name="connsiteY13" fmla="*/ 1215263 h 1447865"/>
                <a:gd name="connsiteX14" fmla="*/ 1579556 w 1780088"/>
                <a:gd name="connsiteY14" fmla="*/ 1229741 h 1447865"/>
                <a:gd name="connsiteX15" fmla="*/ 1561904 w 1780088"/>
                <a:gd name="connsiteY15" fmla="*/ 1295782 h 1447865"/>
                <a:gd name="connsiteX16" fmla="*/ 1478718 w 1780088"/>
                <a:gd name="connsiteY16" fmla="*/ 1299338 h 1447865"/>
                <a:gd name="connsiteX17" fmla="*/ 704273 w 1780088"/>
                <a:gd name="connsiteY17" fmla="*/ 1298829 h 1447865"/>
                <a:gd name="connsiteX18" fmla="*/ 675189 w 1780088"/>
                <a:gd name="connsiteY18" fmla="*/ 1205104 h 1447865"/>
                <a:gd name="connsiteX19" fmla="*/ 834067 w 1780088"/>
                <a:gd name="connsiteY19" fmla="*/ 1201039 h 1447865"/>
                <a:gd name="connsiteX20" fmla="*/ 789743 w 1780088"/>
                <a:gd name="connsiteY20" fmla="*/ 838200 h 1447865"/>
                <a:gd name="connsiteX21" fmla="*/ 757612 w 1780088"/>
                <a:gd name="connsiteY21" fmla="*/ 824230 h 1447865"/>
                <a:gd name="connsiteX22" fmla="*/ 667696 w 1780088"/>
                <a:gd name="connsiteY22" fmla="*/ 804545 h 1447865"/>
                <a:gd name="connsiteX23" fmla="*/ 514788 w 1780088"/>
                <a:gd name="connsiteY23" fmla="*/ 848106 h 1447865"/>
                <a:gd name="connsiteX24" fmla="*/ 348672 w 1780088"/>
                <a:gd name="connsiteY24" fmla="*/ 804418 h 1447865"/>
                <a:gd name="connsiteX25" fmla="*/ 253295 w 1780088"/>
                <a:gd name="connsiteY25" fmla="*/ 829945 h 1447865"/>
                <a:gd name="connsiteX26" fmla="*/ 247580 w 1780088"/>
                <a:gd name="connsiteY26" fmla="*/ 851789 h 1447865"/>
                <a:gd name="connsiteX27" fmla="*/ 210623 w 1780088"/>
                <a:gd name="connsiteY27" fmla="*/ 1111250 h 1447865"/>
                <a:gd name="connsiteX28" fmla="*/ 430206 w 1780088"/>
                <a:gd name="connsiteY28" fmla="*/ 1090804 h 1447865"/>
                <a:gd name="connsiteX29" fmla="*/ 426142 w 1780088"/>
                <a:gd name="connsiteY29" fmla="*/ 1057148 h 1447865"/>
                <a:gd name="connsiteX30" fmla="*/ 411918 w 1780088"/>
                <a:gd name="connsiteY30" fmla="*/ 983869 h 1447865"/>
                <a:gd name="connsiteX31" fmla="*/ 511994 w 1780088"/>
                <a:gd name="connsiteY31" fmla="*/ 974725 h 1447865"/>
                <a:gd name="connsiteX32" fmla="*/ 579939 w 1780088"/>
                <a:gd name="connsiteY32" fmla="*/ 975868 h 1447865"/>
                <a:gd name="connsiteX33" fmla="*/ 629215 w 1780088"/>
                <a:gd name="connsiteY33" fmla="*/ 1010666 h 1447865"/>
                <a:gd name="connsiteX34" fmla="*/ 596957 w 1780088"/>
                <a:gd name="connsiteY34" fmla="*/ 1085596 h 1447865"/>
                <a:gd name="connsiteX35" fmla="*/ 611308 w 1780088"/>
                <a:gd name="connsiteY35" fmla="*/ 1204341 h 1447865"/>
                <a:gd name="connsiteX36" fmla="*/ 697542 w 1780088"/>
                <a:gd name="connsiteY36" fmla="*/ 1380236 h 1447865"/>
                <a:gd name="connsiteX37" fmla="*/ 680650 w 1780088"/>
                <a:gd name="connsiteY37" fmla="*/ 1444879 h 1447865"/>
                <a:gd name="connsiteX38" fmla="*/ 400869 w 1780088"/>
                <a:gd name="connsiteY38" fmla="*/ 1447419 h 1447865"/>
                <a:gd name="connsiteX39" fmla="*/ 339655 w 1780088"/>
                <a:gd name="connsiteY39" fmla="*/ 1427988 h 1447865"/>
                <a:gd name="connsiteX40" fmla="*/ 349053 w 1780088"/>
                <a:gd name="connsiteY40" fmla="*/ 1340739 h 1447865"/>
                <a:gd name="connsiteX41" fmla="*/ 40443 w 1780088"/>
                <a:gd name="connsiteY41" fmla="*/ 1236726 h 1447865"/>
                <a:gd name="connsiteX42" fmla="*/ 94672 w 1780088"/>
                <a:gd name="connsiteY42" fmla="*/ 949071 h 1447865"/>
                <a:gd name="connsiteX43" fmla="*/ 286061 w 1780088"/>
                <a:gd name="connsiteY43" fmla="*/ 789813 h 1447865"/>
                <a:gd name="connsiteX44" fmla="*/ 194494 w 1780088"/>
                <a:gd name="connsiteY44" fmla="*/ 735838 h 1447865"/>
                <a:gd name="connsiteX45" fmla="*/ 101276 w 1780088"/>
                <a:gd name="connsiteY45" fmla="*/ 621157 h 1447865"/>
                <a:gd name="connsiteX46" fmla="*/ 43110 w 1780088"/>
                <a:gd name="connsiteY46" fmla="*/ 588010 h 1447865"/>
                <a:gd name="connsiteX47" fmla="*/ 21393 w 1780088"/>
                <a:gd name="connsiteY47" fmla="*/ 365125 h 1447865"/>
                <a:gd name="connsiteX48" fmla="*/ 92132 w 1780088"/>
                <a:gd name="connsiteY48" fmla="*/ 307340 h 1447865"/>
                <a:gd name="connsiteX49" fmla="*/ 317938 w 1780088"/>
                <a:gd name="connsiteY49" fmla="*/ 102743 h 1447865"/>
                <a:gd name="connsiteX50" fmla="*/ 696271 w 1780088"/>
                <a:gd name="connsiteY50" fmla="*/ 93472 h 1447865"/>
                <a:gd name="connsiteX51" fmla="*/ 828732 w 1780088"/>
                <a:gd name="connsiteY51" fmla="*/ 169037 h 1447865"/>
                <a:gd name="connsiteX52" fmla="*/ 943540 w 1780088"/>
                <a:gd name="connsiteY52" fmla="*/ 311531 h 1447865"/>
                <a:gd name="connsiteX53" fmla="*/ 1016057 w 1780088"/>
                <a:gd name="connsiteY53" fmla="*/ 364744 h 1447865"/>
                <a:gd name="connsiteX54" fmla="*/ 1012248 w 1780088"/>
                <a:gd name="connsiteY54" fmla="*/ 133604 h 1447865"/>
                <a:gd name="connsiteX55" fmla="*/ 1060380 w 1780088"/>
                <a:gd name="connsiteY55" fmla="*/ 17272 h 1447865"/>
                <a:gd name="connsiteX56" fmla="*/ 1149026 w 1780088"/>
                <a:gd name="connsiteY56" fmla="*/ 0 h 1447865"/>
                <a:gd name="connsiteX57" fmla="*/ 1035107 w 1780088"/>
                <a:gd name="connsiteY57" fmla="*/ 107823 h 1447865"/>
                <a:gd name="connsiteX58" fmla="*/ 1034345 w 1780088"/>
                <a:gd name="connsiteY58" fmla="*/ 623443 h 1447865"/>
                <a:gd name="connsiteX59" fmla="*/ 1670361 w 1780088"/>
                <a:gd name="connsiteY59" fmla="*/ 621284 h 1447865"/>
                <a:gd name="connsiteX60" fmla="*/ 1759135 w 1780088"/>
                <a:gd name="connsiteY60" fmla="*/ 528447 h 1447865"/>
                <a:gd name="connsiteX61" fmla="*/ 1035107 w 1780088"/>
                <a:gd name="connsiteY61" fmla="*/ 107823 h 1447865"/>
                <a:gd name="connsiteX62" fmla="*/ 268027 w 1780088"/>
                <a:gd name="connsiteY62" fmla="*/ 154940 h 1447865"/>
                <a:gd name="connsiteX63" fmla="*/ 98482 w 1780088"/>
                <a:gd name="connsiteY63" fmla="*/ 393827 h 1447865"/>
                <a:gd name="connsiteX64" fmla="*/ 96450 w 1780088"/>
                <a:gd name="connsiteY64" fmla="*/ 395986 h 1447865"/>
                <a:gd name="connsiteX65" fmla="*/ 202114 w 1780088"/>
                <a:gd name="connsiteY65" fmla="*/ 708787 h 1447865"/>
                <a:gd name="connsiteX66" fmla="*/ 388042 w 1780088"/>
                <a:gd name="connsiteY66" fmla="*/ 779780 h 1447865"/>
                <a:gd name="connsiteX67" fmla="*/ 691954 w 1780088"/>
                <a:gd name="connsiteY67" fmla="*/ 777240 h 1447865"/>
                <a:gd name="connsiteX68" fmla="*/ 940746 w 1780088"/>
                <a:gd name="connsiteY68" fmla="*/ 489839 h 1447865"/>
                <a:gd name="connsiteX69" fmla="*/ 834574 w 1780088"/>
                <a:gd name="connsiteY69" fmla="*/ 206883 h 1447865"/>
                <a:gd name="connsiteX70" fmla="*/ 509708 w 1780088"/>
                <a:gd name="connsiteY70" fmla="*/ 101854 h 1447865"/>
                <a:gd name="connsiteX71" fmla="*/ 268027 w 1780088"/>
                <a:gd name="connsiteY71" fmla="*/ 154940 h 1447865"/>
                <a:gd name="connsiteX72" fmla="*/ 82480 w 1780088"/>
                <a:gd name="connsiteY72" fmla="*/ 586740 h 1447865"/>
                <a:gd name="connsiteX73" fmla="*/ 77146 w 1780088"/>
                <a:gd name="connsiteY73" fmla="*/ 335280 h 1447865"/>
                <a:gd name="connsiteX74" fmla="*/ 82480 w 1780088"/>
                <a:gd name="connsiteY74" fmla="*/ 586740 h 1447865"/>
                <a:gd name="connsiteX75" fmla="*/ 950144 w 1780088"/>
                <a:gd name="connsiteY75" fmla="*/ 333756 h 1447865"/>
                <a:gd name="connsiteX76" fmla="*/ 946969 w 1780088"/>
                <a:gd name="connsiteY76" fmla="*/ 589534 h 1447865"/>
                <a:gd name="connsiteX77" fmla="*/ 950144 w 1780088"/>
                <a:gd name="connsiteY77" fmla="*/ 333756 h 1447865"/>
                <a:gd name="connsiteX78" fmla="*/ 998912 w 1780088"/>
                <a:gd name="connsiteY78" fmla="*/ 780415 h 1447865"/>
                <a:gd name="connsiteX79" fmla="*/ 967670 w 1780088"/>
                <a:gd name="connsiteY79" fmla="*/ 872363 h 1447865"/>
                <a:gd name="connsiteX80" fmla="*/ 900361 w 1780088"/>
                <a:gd name="connsiteY80" fmla="*/ 1201039 h 1447865"/>
                <a:gd name="connsiteX81" fmla="*/ 1554792 w 1780088"/>
                <a:gd name="connsiteY81" fmla="*/ 1201039 h 1447865"/>
                <a:gd name="connsiteX82" fmla="*/ 1650804 w 1780088"/>
                <a:gd name="connsiteY82" fmla="*/ 777621 h 1447865"/>
                <a:gd name="connsiteX83" fmla="*/ 1060254 w 1780088"/>
                <a:gd name="connsiteY83" fmla="*/ 775843 h 1447865"/>
                <a:gd name="connsiteX84" fmla="*/ 998912 w 1780088"/>
                <a:gd name="connsiteY84" fmla="*/ 780415 h 1447865"/>
                <a:gd name="connsiteX85" fmla="*/ 436175 w 1780088"/>
                <a:gd name="connsiteY85" fmla="*/ 803656 h 1447865"/>
                <a:gd name="connsiteX86" fmla="*/ 593528 w 1780088"/>
                <a:gd name="connsiteY86" fmla="*/ 803402 h 1447865"/>
                <a:gd name="connsiteX87" fmla="*/ 436175 w 1780088"/>
                <a:gd name="connsiteY87" fmla="*/ 803656 h 1447865"/>
                <a:gd name="connsiteX88" fmla="*/ 50857 w 1780088"/>
                <a:gd name="connsiteY88" fmla="*/ 1151001 h 1447865"/>
                <a:gd name="connsiteX89" fmla="*/ 73336 w 1780088"/>
                <a:gd name="connsiteY89" fmla="*/ 1247521 h 1447865"/>
                <a:gd name="connsiteX90" fmla="*/ 363912 w 1780088"/>
                <a:gd name="connsiteY90" fmla="*/ 1318133 h 1447865"/>
                <a:gd name="connsiteX91" fmla="*/ 380168 w 1780088"/>
                <a:gd name="connsiteY91" fmla="*/ 1289304 h 1447865"/>
                <a:gd name="connsiteX92" fmla="*/ 362515 w 1780088"/>
                <a:gd name="connsiteY92" fmla="*/ 1120648 h 1447865"/>
                <a:gd name="connsiteX93" fmla="*/ 140011 w 1780088"/>
                <a:gd name="connsiteY93" fmla="*/ 1138555 h 1447865"/>
                <a:gd name="connsiteX94" fmla="*/ 185731 w 1780088"/>
                <a:gd name="connsiteY94" fmla="*/ 1111504 h 1447865"/>
                <a:gd name="connsiteX95" fmla="*/ 220910 w 1780088"/>
                <a:gd name="connsiteY95" fmla="*/ 846201 h 1447865"/>
                <a:gd name="connsiteX96" fmla="*/ 50857 w 1780088"/>
                <a:gd name="connsiteY96" fmla="*/ 1151001 h 1447865"/>
                <a:gd name="connsiteX97" fmla="*/ 825049 w 1780088"/>
                <a:gd name="connsiteY97" fmla="*/ 855854 h 1447865"/>
                <a:gd name="connsiteX98" fmla="*/ 857307 w 1780088"/>
                <a:gd name="connsiteY98" fmla="*/ 1201039 h 1447865"/>
                <a:gd name="connsiteX99" fmla="*/ 875468 w 1780088"/>
                <a:gd name="connsiteY99" fmla="*/ 1201039 h 1447865"/>
                <a:gd name="connsiteX100" fmla="*/ 922331 w 1780088"/>
                <a:gd name="connsiteY100" fmla="*/ 958216 h 1447865"/>
                <a:gd name="connsiteX101" fmla="*/ 825049 w 1780088"/>
                <a:gd name="connsiteY101" fmla="*/ 855854 h 1447865"/>
                <a:gd name="connsiteX102" fmla="*/ 433000 w 1780088"/>
                <a:gd name="connsiteY102" fmla="*/ 1003554 h 1447865"/>
                <a:gd name="connsiteX103" fmla="*/ 419538 w 1780088"/>
                <a:gd name="connsiteY103" fmla="*/ 1023239 h 1447865"/>
                <a:gd name="connsiteX104" fmla="*/ 492055 w 1780088"/>
                <a:gd name="connsiteY104" fmla="*/ 1035177 h 1447865"/>
                <a:gd name="connsiteX105" fmla="*/ 455860 w 1780088"/>
                <a:gd name="connsiteY105" fmla="*/ 1059688 h 1447865"/>
                <a:gd name="connsiteX106" fmla="*/ 453193 w 1780088"/>
                <a:gd name="connsiteY106" fmla="*/ 1082548 h 1447865"/>
                <a:gd name="connsiteX107" fmla="*/ 526853 w 1780088"/>
                <a:gd name="connsiteY107" fmla="*/ 1124458 h 1447865"/>
                <a:gd name="connsiteX108" fmla="*/ 527361 w 1780088"/>
                <a:gd name="connsiteY108" fmla="*/ 1271270 h 1447865"/>
                <a:gd name="connsiteX109" fmla="*/ 400615 w 1780088"/>
                <a:gd name="connsiteY109" fmla="*/ 1304417 h 1447865"/>
                <a:gd name="connsiteX110" fmla="*/ 361499 w 1780088"/>
                <a:gd name="connsiteY110" fmla="*/ 1418336 h 1447865"/>
                <a:gd name="connsiteX111" fmla="*/ 590988 w 1780088"/>
                <a:gd name="connsiteY111" fmla="*/ 1424051 h 1447865"/>
                <a:gd name="connsiteX112" fmla="*/ 675698 w 1780088"/>
                <a:gd name="connsiteY112" fmla="*/ 1412748 h 1447865"/>
                <a:gd name="connsiteX113" fmla="*/ 592893 w 1780088"/>
                <a:gd name="connsiteY113" fmla="*/ 1228725 h 1447865"/>
                <a:gd name="connsiteX114" fmla="*/ 572065 w 1780088"/>
                <a:gd name="connsiteY114" fmla="*/ 1137666 h 1447865"/>
                <a:gd name="connsiteX115" fmla="*/ 607244 w 1780088"/>
                <a:gd name="connsiteY115" fmla="*/ 1009142 h 1447865"/>
                <a:gd name="connsiteX116" fmla="*/ 433000 w 1780088"/>
                <a:gd name="connsiteY116" fmla="*/ 1003554 h 1447865"/>
                <a:gd name="connsiteX117" fmla="*/ 416744 w 1780088"/>
                <a:gd name="connsiteY117" fmla="*/ 1117473 h 1447865"/>
                <a:gd name="connsiteX118" fmla="*/ 387788 w 1780088"/>
                <a:gd name="connsiteY118" fmla="*/ 1265810 h 1447865"/>
                <a:gd name="connsiteX119" fmla="*/ 476815 w 1780088"/>
                <a:gd name="connsiteY119" fmla="*/ 1275461 h 1447865"/>
                <a:gd name="connsiteX120" fmla="*/ 520503 w 1780088"/>
                <a:gd name="connsiteY120" fmla="*/ 1176655 h 1447865"/>
                <a:gd name="connsiteX121" fmla="*/ 416744 w 1780088"/>
                <a:gd name="connsiteY121" fmla="*/ 1117473 h 1447865"/>
                <a:gd name="connsiteX122" fmla="*/ 695382 w 1780088"/>
                <a:gd name="connsiteY122" fmla="*/ 1228344 h 1447865"/>
                <a:gd name="connsiteX123" fmla="*/ 694493 w 1780088"/>
                <a:gd name="connsiteY123" fmla="*/ 1273810 h 1447865"/>
                <a:gd name="connsiteX124" fmla="*/ 1551998 w 1780088"/>
                <a:gd name="connsiteY124" fmla="*/ 1273302 h 1447865"/>
                <a:gd name="connsiteX125" fmla="*/ 1554664 w 1780088"/>
                <a:gd name="connsiteY125" fmla="*/ 1228091 h 1447865"/>
                <a:gd name="connsiteX126" fmla="*/ 695382 w 1780088"/>
                <a:gd name="connsiteY126" fmla="*/ 1228344 h 1447865"/>
                <a:gd name="connsiteX0" fmla="*/ 1780089 w 1780089"/>
                <a:gd name="connsiteY0" fmla="*/ 552704 h 1447865"/>
                <a:gd name="connsiteX1" fmla="*/ 1743513 w 1780089"/>
                <a:gd name="connsiteY1" fmla="*/ 621030 h 1447865"/>
                <a:gd name="connsiteX2" fmla="*/ 1555680 w 1780089"/>
                <a:gd name="connsiteY2" fmla="*/ 645160 h 1447865"/>
                <a:gd name="connsiteX3" fmla="*/ 1069398 w 1780089"/>
                <a:gd name="connsiteY3" fmla="*/ 648589 h 1447865"/>
                <a:gd name="connsiteX4" fmla="*/ 1017708 w 1780089"/>
                <a:gd name="connsiteY4" fmla="*/ 647192 h 1447865"/>
                <a:gd name="connsiteX5" fmla="*/ 1012374 w 1780089"/>
                <a:gd name="connsiteY5" fmla="*/ 556641 h 1447865"/>
                <a:gd name="connsiteX6" fmla="*/ 936048 w 1780089"/>
                <a:gd name="connsiteY6" fmla="*/ 619125 h 1447865"/>
                <a:gd name="connsiteX7" fmla="*/ 742245 w 1780089"/>
                <a:gd name="connsiteY7" fmla="*/ 791210 h 1447865"/>
                <a:gd name="connsiteX8" fmla="*/ 932492 w 1780089"/>
                <a:gd name="connsiteY8" fmla="*/ 924433 h 1447865"/>
                <a:gd name="connsiteX9" fmla="*/ 1004881 w 1780089"/>
                <a:gd name="connsiteY9" fmla="*/ 751459 h 1447865"/>
                <a:gd name="connsiteX10" fmla="*/ 1183189 w 1780089"/>
                <a:gd name="connsiteY10" fmla="*/ 748030 h 1447865"/>
                <a:gd name="connsiteX11" fmla="*/ 1620197 w 1780089"/>
                <a:gd name="connsiteY11" fmla="*/ 749808 h 1447865"/>
                <a:gd name="connsiteX12" fmla="*/ 1680522 w 1780089"/>
                <a:gd name="connsiteY12" fmla="*/ 784225 h 1447865"/>
                <a:gd name="connsiteX13" fmla="*/ 1572825 w 1780089"/>
                <a:gd name="connsiteY13" fmla="*/ 1215263 h 1447865"/>
                <a:gd name="connsiteX14" fmla="*/ 1579556 w 1780089"/>
                <a:gd name="connsiteY14" fmla="*/ 1229741 h 1447865"/>
                <a:gd name="connsiteX15" fmla="*/ 1561904 w 1780089"/>
                <a:gd name="connsiteY15" fmla="*/ 1295782 h 1447865"/>
                <a:gd name="connsiteX16" fmla="*/ 1478718 w 1780089"/>
                <a:gd name="connsiteY16" fmla="*/ 1299338 h 1447865"/>
                <a:gd name="connsiteX17" fmla="*/ 704273 w 1780089"/>
                <a:gd name="connsiteY17" fmla="*/ 1298829 h 1447865"/>
                <a:gd name="connsiteX18" fmla="*/ 675189 w 1780089"/>
                <a:gd name="connsiteY18" fmla="*/ 1205104 h 1447865"/>
                <a:gd name="connsiteX19" fmla="*/ 834067 w 1780089"/>
                <a:gd name="connsiteY19" fmla="*/ 1201039 h 1447865"/>
                <a:gd name="connsiteX20" fmla="*/ 789743 w 1780089"/>
                <a:gd name="connsiteY20" fmla="*/ 838200 h 1447865"/>
                <a:gd name="connsiteX21" fmla="*/ 757612 w 1780089"/>
                <a:gd name="connsiteY21" fmla="*/ 824230 h 1447865"/>
                <a:gd name="connsiteX22" fmla="*/ 667696 w 1780089"/>
                <a:gd name="connsiteY22" fmla="*/ 804545 h 1447865"/>
                <a:gd name="connsiteX23" fmla="*/ 514788 w 1780089"/>
                <a:gd name="connsiteY23" fmla="*/ 848106 h 1447865"/>
                <a:gd name="connsiteX24" fmla="*/ 348672 w 1780089"/>
                <a:gd name="connsiteY24" fmla="*/ 804418 h 1447865"/>
                <a:gd name="connsiteX25" fmla="*/ 253295 w 1780089"/>
                <a:gd name="connsiteY25" fmla="*/ 829945 h 1447865"/>
                <a:gd name="connsiteX26" fmla="*/ 247580 w 1780089"/>
                <a:gd name="connsiteY26" fmla="*/ 851789 h 1447865"/>
                <a:gd name="connsiteX27" fmla="*/ 210623 w 1780089"/>
                <a:gd name="connsiteY27" fmla="*/ 1111250 h 1447865"/>
                <a:gd name="connsiteX28" fmla="*/ 430206 w 1780089"/>
                <a:gd name="connsiteY28" fmla="*/ 1090804 h 1447865"/>
                <a:gd name="connsiteX29" fmla="*/ 426142 w 1780089"/>
                <a:gd name="connsiteY29" fmla="*/ 1057148 h 1447865"/>
                <a:gd name="connsiteX30" fmla="*/ 411918 w 1780089"/>
                <a:gd name="connsiteY30" fmla="*/ 983869 h 1447865"/>
                <a:gd name="connsiteX31" fmla="*/ 511994 w 1780089"/>
                <a:gd name="connsiteY31" fmla="*/ 974725 h 1447865"/>
                <a:gd name="connsiteX32" fmla="*/ 579939 w 1780089"/>
                <a:gd name="connsiteY32" fmla="*/ 975868 h 1447865"/>
                <a:gd name="connsiteX33" fmla="*/ 629215 w 1780089"/>
                <a:gd name="connsiteY33" fmla="*/ 1010666 h 1447865"/>
                <a:gd name="connsiteX34" fmla="*/ 596957 w 1780089"/>
                <a:gd name="connsiteY34" fmla="*/ 1085596 h 1447865"/>
                <a:gd name="connsiteX35" fmla="*/ 611308 w 1780089"/>
                <a:gd name="connsiteY35" fmla="*/ 1204341 h 1447865"/>
                <a:gd name="connsiteX36" fmla="*/ 697542 w 1780089"/>
                <a:gd name="connsiteY36" fmla="*/ 1380236 h 1447865"/>
                <a:gd name="connsiteX37" fmla="*/ 680650 w 1780089"/>
                <a:gd name="connsiteY37" fmla="*/ 1444879 h 1447865"/>
                <a:gd name="connsiteX38" fmla="*/ 400869 w 1780089"/>
                <a:gd name="connsiteY38" fmla="*/ 1447419 h 1447865"/>
                <a:gd name="connsiteX39" fmla="*/ 339655 w 1780089"/>
                <a:gd name="connsiteY39" fmla="*/ 1427988 h 1447865"/>
                <a:gd name="connsiteX40" fmla="*/ 349053 w 1780089"/>
                <a:gd name="connsiteY40" fmla="*/ 1340739 h 1447865"/>
                <a:gd name="connsiteX41" fmla="*/ 40443 w 1780089"/>
                <a:gd name="connsiteY41" fmla="*/ 1236726 h 1447865"/>
                <a:gd name="connsiteX42" fmla="*/ 94672 w 1780089"/>
                <a:gd name="connsiteY42" fmla="*/ 949071 h 1447865"/>
                <a:gd name="connsiteX43" fmla="*/ 286061 w 1780089"/>
                <a:gd name="connsiteY43" fmla="*/ 789813 h 1447865"/>
                <a:gd name="connsiteX44" fmla="*/ 194494 w 1780089"/>
                <a:gd name="connsiteY44" fmla="*/ 735838 h 1447865"/>
                <a:gd name="connsiteX45" fmla="*/ 101276 w 1780089"/>
                <a:gd name="connsiteY45" fmla="*/ 621157 h 1447865"/>
                <a:gd name="connsiteX46" fmla="*/ 43110 w 1780089"/>
                <a:gd name="connsiteY46" fmla="*/ 588010 h 1447865"/>
                <a:gd name="connsiteX47" fmla="*/ 21393 w 1780089"/>
                <a:gd name="connsiteY47" fmla="*/ 365125 h 1447865"/>
                <a:gd name="connsiteX48" fmla="*/ 92132 w 1780089"/>
                <a:gd name="connsiteY48" fmla="*/ 307340 h 1447865"/>
                <a:gd name="connsiteX49" fmla="*/ 317938 w 1780089"/>
                <a:gd name="connsiteY49" fmla="*/ 102743 h 1447865"/>
                <a:gd name="connsiteX50" fmla="*/ 696271 w 1780089"/>
                <a:gd name="connsiteY50" fmla="*/ 93472 h 1447865"/>
                <a:gd name="connsiteX51" fmla="*/ 828732 w 1780089"/>
                <a:gd name="connsiteY51" fmla="*/ 169037 h 1447865"/>
                <a:gd name="connsiteX52" fmla="*/ 943540 w 1780089"/>
                <a:gd name="connsiteY52" fmla="*/ 311531 h 1447865"/>
                <a:gd name="connsiteX53" fmla="*/ 1016057 w 1780089"/>
                <a:gd name="connsiteY53" fmla="*/ 364744 h 1447865"/>
                <a:gd name="connsiteX54" fmla="*/ 1012248 w 1780089"/>
                <a:gd name="connsiteY54" fmla="*/ 133604 h 1447865"/>
                <a:gd name="connsiteX55" fmla="*/ 1060380 w 1780089"/>
                <a:gd name="connsiteY55" fmla="*/ 17272 h 1447865"/>
                <a:gd name="connsiteX56" fmla="*/ 1149026 w 1780089"/>
                <a:gd name="connsiteY56" fmla="*/ 0 h 1447865"/>
                <a:gd name="connsiteX57" fmla="*/ 1035107 w 1780089"/>
                <a:gd name="connsiteY57" fmla="*/ 107823 h 1447865"/>
                <a:gd name="connsiteX58" fmla="*/ 1034345 w 1780089"/>
                <a:gd name="connsiteY58" fmla="*/ 623443 h 1447865"/>
                <a:gd name="connsiteX59" fmla="*/ 1670361 w 1780089"/>
                <a:gd name="connsiteY59" fmla="*/ 621284 h 1447865"/>
                <a:gd name="connsiteX60" fmla="*/ 1035107 w 1780089"/>
                <a:gd name="connsiteY60" fmla="*/ 107823 h 1447865"/>
                <a:gd name="connsiteX61" fmla="*/ 268027 w 1780089"/>
                <a:gd name="connsiteY61" fmla="*/ 154940 h 1447865"/>
                <a:gd name="connsiteX62" fmla="*/ 98482 w 1780089"/>
                <a:gd name="connsiteY62" fmla="*/ 393827 h 1447865"/>
                <a:gd name="connsiteX63" fmla="*/ 96450 w 1780089"/>
                <a:gd name="connsiteY63" fmla="*/ 395986 h 1447865"/>
                <a:gd name="connsiteX64" fmla="*/ 202114 w 1780089"/>
                <a:gd name="connsiteY64" fmla="*/ 708787 h 1447865"/>
                <a:gd name="connsiteX65" fmla="*/ 388042 w 1780089"/>
                <a:gd name="connsiteY65" fmla="*/ 779780 h 1447865"/>
                <a:gd name="connsiteX66" fmla="*/ 691954 w 1780089"/>
                <a:gd name="connsiteY66" fmla="*/ 777240 h 1447865"/>
                <a:gd name="connsiteX67" fmla="*/ 940746 w 1780089"/>
                <a:gd name="connsiteY67" fmla="*/ 489839 h 1447865"/>
                <a:gd name="connsiteX68" fmla="*/ 834574 w 1780089"/>
                <a:gd name="connsiteY68" fmla="*/ 206883 h 1447865"/>
                <a:gd name="connsiteX69" fmla="*/ 509708 w 1780089"/>
                <a:gd name="connsiteY69" fmla="*/ 101854 h 1447865"/>
                <a:gd name="connsiteX70" fmla="*/ 268027 w 1780089"/>
                <a:gd name="connsiteY70" fmla="*/ 154940 h 1447865"/>
                <a:gd name="connsiteX71" fmla="*/ 82480 w 1780089"/>
                <a:gd name="connsiteY71" fmla="*/ 586740 h 1447865"/>
                <a:gd name="connsiteX72" fmla="*/ 77146 w 1780089"/>
                <a:gd name="connsiteY72" fmla="*/ 335280 h 1447865"/>
                <a:gd name="connsiteX73" fmla="*/ 82480 w 1780089"/>
                <a:gd name="connsiteY73" fmla="*/ 586740 h 1447865"/>
                <a:gd name="connsiteX74" fmla="*/ 950144 w 1780089"/>
                <a:gd name="connsiteY74" fmla="*/ 333756 h 1447865"/>
                <a:gd name="connsiteX75" fmla="*/ 946969 w 1780089"/>
                <a:gd name="connsiteY75" fmla="*/ 589534 h 1447865"/>
                <a:gd name="connsiteX76" fmla="*/ 950144 w 1780089"/>
                <a:gd name="connsiteY76" fmla="*/ 333756 h 1447865"/>
                <a:gd name="connsiteX77" fmla="*/ 998912 w 1780089"/>
                <a:gd name="connsiteY77" fmla="*/ 780415 h 1447865"/>
                <a:gd name="connsiteX78" fmla="*/ 967670 w 1780089"/>
                <a:gd name="connsiteY78" fmla="*/ 872363 h 1447865"/>
                <a:gd name="connsiteX79" fmla="*/ 900361 w 1780089"/>
                <a:gd name="connsiteY79" fmla="*/ 1201039 h 1447865"/>
                <a:gd name="connsiteX80" fmla="*/ 1554792 w 1780089"/>
                <a:gd name="connsiteY80" fmla="*/ 1201039 h 1447865"/>
                <a:gd name="connsiteX81" fmla="*/ 1650804 w 1780089"/>
                <a:gd name="connsiteY81" fmla="*/ 777621 h 1447865"/>
                <a:gd name="connsiteX82" fmla="*/ 1060254 w 1780089"/>
                <a:gd name="connsiteY82" fmla="*/ 775843 h 1447865"/>
                <a:gd name="connsiteX83" fmla="*/ 998912 w 1780089"/>
                <a:gd name="connsiteY83" fmla="*/ 780415 h 1447865"/>
                <a:gd name="connsiteX84" fmla="*/ 436175 w 1780089"/>
                <a:gd name="connsiteY84" fmla="*/ 803656 h 1447865"/>
                <a:gd name="connsiteX85" fmla="*/ 593528 w 1780089"/>
                <a:gd name="connsiteY85" fmla="*/ 803402 h 1447865"/>
                <a:gd name="connsiteX86" fmla="*/ 436175 w 1780089"/>
                <a:gd name="connsiteY86" fmla="*/ 803656 h 1447865"/>
                <a:gd name="connsiteX87" fmla="*/ 50857 w 1780089"/>
                <a:gd name="connsiteY87" fmla="*/ 1151001 h 1447865"/>
                <a:gd name="connsiteX88" fmla="*/ 73336 w 1780089"/>
                <a:gd name="connsiteY88" fmla="*/ 1247521 h 1447865"/>
                <a:gd name="connsiteX89" fmla="*/ 363912 w 1780089"/>
                <a:gd name="connsiteY89" fmla="*/ 1318133 h 1447865"/>
                <a:gd name="connsiteX90" fmla="*/ 380168 w 1780089"/>
                <a:gd name="connsiteY90" fmla="*/ 1289304 h 1447865"/>
                <a:gd name="connsiteX91" fmla="*/ 362515 w 1780089"/>
                <a:gd name="connsiteY91" fmla="*/ 1120648 h 1447865"/>
                <a:gd name="connsiteX92" fmla="*/ 140011 w 1780089"/>
                <a:gd name="connsiteY92" fmla="*/ 1138555 h 1447865"/>
                <a:gd name="connsiteX93" fmla="*/ 185731 w 1780089"/>
                <a:gd name="connsiteY93" fmla="*/ 1111504 h 1447865"/>
                <a:gd name="connsiteX94" fmla="*/ 220910 w 1780089"/>
                <a:gd name="connsiteY94" fmla="*/ 846201 h 1447865"/>
                <a:gd name="connsiteX95" fmla="*/ 50857 w 1780089"/>
                <a:gd name="connsiteY95" fmla="*/ 1151001 h 1447865"/>
                <a:gd name="connsiteX96" fmla="*/ 825049 w 1780089"/>
                <a:gd name="connsiteY96" fmla="*/ 855854 h 1447865"/>
                <a:gd name="connsiteX97" fmla="*/ 857307 w 1780089"/>
                <a:gd name="connsiteY97" fmla="*/ 1201039 h 1447865"/>
                <a:gd name="connsiteX98" fmla="*/ 875468 w 1780089"/>
                <a:gd name="connsiteY98" fmla="*/ 1201039 h 1447865"/>
                <a:gd name="connsiteX99" fmla="*/ 922331 w 1780089"/>
                <a:gd name="connsiteY99" fmla="*/ 958216 h 1447865"/>
                <a:gd name="connsiteX100" fmla="*/ 825049 w 1780089"/>
                <a:gd name="connsiteY100" fmla="*/ 855854 h 1447865"/>
                <a:gd name="connsiteX101" fmla="*/ 433000 w 1780089"/>
                <a:gd name="connsiteY101" fmla="*/ 1003554 h 1447865"/>
                <a:gd name="connsiteX102" fmla="*/ 419538 w 1780089"/>
                <a:gd name="connsiteY102" fmla="*/ 1023239 h 1447865"/>
                <a:gd name="connsiteX103" fmla="*/ 492055 w 1780089"/>
                <a:gd name="connsiteY103" fmla="*/ 1035177 h 1447865"/>
                <a:gd name="connsiteX104" fmla="*/ 455860 w 1780089"/>
                <a:gd name="connsiteY104" fmla="*/ 1059688 h 1447865"/>
                <a:gd name="connsiteX105" fmla="*/ 453193 w 1780089"/>
                <a:gd name="connsiteY105" fmla="*/ 1082548 h 1447865"/>
                <a:gd name="connsiteX106" fmla="*/ 526853 w 1780089"/>
                <a:gd name="connsiteY106" fmla="*/ 1124458 h 1447865"/>
                <a:gd name="connsiteX107" fmla="*/ 527361 w 1780089"/>
                <a:gd name="connsiteY107" fmla="*/ 1271270 h 1447865"/>
                <a:gd name="connsiteX108" fmla="*/ 400615 w 1780089"/>
                <a:gd name="connsiteY108" fmla="*/ 1304417 h 1447865"/>
                <a:gd name="connsiteX109" fmla="*/ 361499 w 1780089"/>
                <a:gd name="connsiteY109" fmla="*/ 1418336 h 1447865"/>
                <a:gd name="connsiteX110" fmla="*/ 590988 w 1780089"/>
                <a:gd name="connsiteY110" fmla="*/ 1424051 h 1447865"/>
                <a:gd name="connsiteX111" fmla="*/ 675698 w 1780089"/>
                <a:gd name="connsiteY111" fmla="*/ 1412748 h 1447865"/>
                <a:gd name="connsiteX112" fmla="*/ 592893 w 1780089"/>
                <a:gd name="connsiteY112" fmla="*/ 1228725 h 1447865"/>
                <a:gd name="connsiteX113" fmla="*/ 572065 w 1780089"/>
                <a:gd name="connsiteY113" fmla="*/ 1137666 h 1447865"/>
                <a:gd name="connsiteX114" fmla="*/ 607244 w 1780089"/>
                <a:gd name="connsiteY114" fmla="*/ 1009142 h 1447865"/>
                <a:gd name="connsiteX115" fmla="*/ 433000 w 1780089"/>
                <a:gd name="connsiteY115" fmla="*/ 1003554 h 1447865"/>
                <a:gd name="connsiteX116" fmla="*/ 416744 w 1780089"/>
                <a:gd name="connsiteY116" fmla="*/ 1117473 h 1447865"/>
                <a:gd name="connsiteX117" fmla="*/ 387788 w 1780089"/>
                <a:gd name="connsiteY117" fmla="*/ 1265810 h 1447865"/>
                <a:gd name="connsiteX118" fmla="*/ 476815 w 1780089"/>
                <a:gd name="connsiteY118" fmla="*/ 1275461 h 1447865"/>
                <a:gd name="connsiteX119" fmla="*/ 520503 w 1780089"/>
                <a:gd name="connsiteY119" fmla="*/ 1176655 h 1447865"/>
                <a:gd name="connsiteX120" fmla="*/ 416744 w 1780089"/>
                <a:gd name="connsiteY120" fmla="*/ 1117473 h 1447865"/>
                <a:gd name="connsiteX121" fmla="*/ 695382 w 1780089"/>
                <a:gd name="connsiteY121" fmla="*/ 1228344 h 1447865"/>
                <a:gd name="connsiteX122" fmla="*/ 694493 w 1780089"/>
                <a:gd name="connsiteY122" fmla="*/ 1273810 h 1447865"/>
                <a:gd name="connsiteX123" fmla="*/ 1551998 w 1780089"/>
                <a:gd name="connsiteY123" fmla="*/ 1273302 h 1447865"/>
                <a:gd name="connsiteX124" fmla="*/ 1554664 w 1780089"/>
                <a:gd name="connsiteY124" fmla="*/ 1228091 h 1447865"/>
                <a:gd name="connsiteX125" fmla="*/ 695382 w 1780089"/>
                <a:gd name="connsiteY125" fmla="*/ 1228344 h 1447865"/>
                <a:gd name="connsiteX0" fmla="*/ 1743513 w 1743513"/>
                <a:gd name="connsiteY0" fmla="*/ 621030 h 1447865"/>
                <a:gd name="connsiteX1" fmla="*/ 1555680 w 1743513"/>
                <a:gd name="connsiteY1" fmla="*/ 645160 h 1447865"/>
                <a:gd name="connsiteX2" fmla="*/ 1069398 w 1743513"/>
                <a:gd name="connsiteY2" fmla="*/ 648589 h 1447865"/>
                <a:gd name="connsiteX3" fmla="*/ 1017708 w 1743513"/>
                <a:gd name="connsiteY3" fmla="*/ 647192 h 1447865"/>
                <a:gd name="connsiteX4" fmla="*/ 1012374 w 1743513"/>
                <a:gd name="connsiteY4" fmla="*/ 556641 h 1447865"/>
                <a:gd name="connsiteX5" fmla="*/ 936048 w 1743513"/>
                <a:gd name="connsiteY5" fmla="*/ 619125 h 1447865"/>
                <a:gd name="connsiteX6" fmla="*/ 742245 w 1743513"/>
                <a:gd name="connsiteY6" fmla="*/ 791210 h 1447865"/>
                <a:gd name="connsiteX7" fmla="*/ 932492 w 1743513"/>
                <a:gd name="connsiteY7" fmla="*/ 924433 h 1447865"/>
                <a:gd name="connsiteX8" fmla="*/ 1004881 w 1743513"/>
                <a:gd name="connsiteY8" fmla="*/ 751459 h 1447865"/>
                <a:gd name="connsiteX9" fmla="*/ 1183189 w 1743513"/>
                <a:gd name="connsiteY9" fmla="*/ 748030 h 1447865"/>
                <a:gd name="connsiteX10" fmla="*/ 1620197 w 1743513"/>
                <a:gd name="connsiteY10" fmla="*/ 749808 h 1447865"/>
                <a:gd name="connsiteX11" fmla="*/ 1680522 w 1743513"/>
                <a:gd name="connsiteY11" fmla="*/ 784225 h 1447865"/>
                <a:gd name="connsiteX12" fmla="*/ 1572825 w 1743513"/>
                <a:gd name="connsiteY12" fmla="*/ 1215263 h 1447865"/>
                <a:gd name="connsiteX13" fmla="*/ 1579556 w 1743513"/>
                <a:gd name="connsiteY13" fmla="*/ 1229741 h 1447865"/>
                <a:gd name="connsiteX14" fmla="*/ 1561904 w 1743513"/>
                <a:gd name="connsiteY14" fmla="*/ 1295782 h 1447865"/>
                <a:gd name="connsiteX15" fmla="*/ 1478718 w 1743513"/>
                <a:gd name="connsiteY15" fmla="*/ 1299338 h 1447865"/>
                <a:gd name="connsiteX16" fmla="*/ 704273 w 1743513"/>
                <a:gd name="connsiteY16" fmla="*/ 1298829 h 1447865"/>
                <a:gd name="connsiteX17" fmla="*/ 675189 w 1743513"/>
                <a:gd name="connsiteY17" fmla="*/ 1205104 h 1447865"/>
                <a:gd name="connsiteX18" fmla="*/ 834067 w 1743513"/>
                <a:gd name="connsiteY18" fmla="*/ 1201039 h 1447865"/>
                <a:gd name="connsiteX19" fmla="*/ 789743 w 1743513"/>
                <a:gd name="connsiteY19" fmla="*/ 838200 h 1447865"/>
                <a:gd name="connsiteX20" fmla="*/ 757612 w 1743513"/>
                <a:gd name="connsiteY20" fmla="*/ 824230 h 1447865"/>
                <a:gd name="connsiteX21" fmla="*/ 667696 w 1743513"/>
                <a:gd name="connsiteY21" fmla="*/ 804545 h 1447865"/>
                <a:gd name="connsiteX22" fmla="*/ 514788 w 1743513"/>
                <a:gd name="connsiteY22" fmla="*/ 848106 h 1447865"/>
                <a:gd name="connsiteX23" fmla="*/ 348672 w 1743513"/>
                <a:gd name="connsiteY23" fmla="*/ 804418 h 1447865"/>
                <a:gd name="connsiteX24" fmla="*/ 253295 w 1743513"/>
                <a:gd name="connsiteY24" fmla="*/ 829945 h 1447865"/>
                <a:gd name="connsiteX25" fmla="*/ 247580 w 1743513"/>
                <a:gd name="connsiteY25" fmla="*/ 851789 h 1447865"/>
                <a:gd name="connsiteX26" fmla="*/ 210623 w 1743513"/>
                <a:gd name="connsiteY26" fmla="*/ 1111250 h 1447865"/>
                <a:gd name="connsiteX27" fmla="*/ 430206 w 1743513"/>
                <a:gd name="connsiteY27" fmla="*/ 1090804 h 1447865"/>
                <a:gd name="connsiteX28" fmla="*/ 426142 w 1743513"/>
                <a:gd name="connsiteY28" fmla="*/ 1057148 h 1447865"/>
                <a:gd name="connsiteX29" fmla="*/ 411918 w 1743513"/>
                <a:gd name="connsiteY29" fmla="*/ 983869 h 1447865"/>
                <a:gd name="connsiteX30" fmla="*/ 511994 w 1743513"/>
                <a:gd name="connsiteY30" fmla="*/ 974725 h 1447865"/>
                <a:gd name="connsiteX31" fmla="*/ 579939 w 1743513"/>
                <a:gd name="connsiteY31" fmla="*/ 975868 h 1447865"/>
                <a:gd name="connsiteX32" fmla="*/ 629215 w 1743513"/>
                <a:gd name="connsiteY32" fmla="*/ 1010666 h 1447865"/>
                <a:gd name="connsiteX33" fmla="*/ 596957 w 1743513"/>
                <a:gd name="connsiteY33" fmla="*/ 1085596 h 1447865"/>
                <a:gd name="connsiteX34" fmla="*/ 611308 w 1743513"/>
                <a:gd name="connsiteY34" fmla="*/ 1204341 h 1447865"/>
                <a:gd name="connsiteX35" fmla="*/ 697542 w 1743513"/>
                <a:gd name="connsiteY35" fmla="*/ 1380236 h 1447865"/>
                <a:gd name="connsiteX36" fmla="*/ 680650 w 1743513"/>
                <a:gd name="connsiteY36" fmla="*/ 1444879 h 1447865"/>
                <a:gd name="connsiteX37" fmla="*/ 400869 w 1743513"/>
                <a:gd name="connsiteY37" fmla="*/ 1447419 h 1447865"/>
                <a:gd name="connsiteX38" fmla="*/ 339655 w 1743513"/>
                <a:gd name="connsiteY38" fmla="*/ 1427988 h 1447865"/>
                <a:gd name="connsiteX39" fmla="*/ 349053 w 1743513"/>
                <a:gd name="connsiteY39" fmla="*/ 1340739 h 1447865"/>
                <a:gd name="connsiteX40" fmla="*/ 40443 w 1743513"/>
                <a:gd name="connsiteY40" fmla="*/ 1236726 h 1447865"/>
                <a:gd name="connsiteX41" fmla="*/ 94672 w 1743513"/>
                <a:gd name="connsiteY41" fmla="*/ 949071 h 1447865"/>
                <a:gd name="connsiteX42" fmla="*/ 286061 w 1743513"/>
                <a:gd name="connsiteY42" fmla="*/ 789813 h 1447865"/>
                <a:gd name="connsiteX43" fmla="*/ 194494 w 1743513"/>
                <a:gd name="connsiteY43" fmla="*/ 735838 h 1447865"/>
                <a:gd name="connsiteX44" fmla="*/ 101276 w 1743513"/>
                <a:gd name="connsiteY44" fmla="*/ 621157 h 1447865"/>
                <a:gd name="connsiteX45" fmla="*/ 43110 w 1743513"/>
                <a:gd name="connsiteY45" fmla="*/ 588010 h 1447865"/>
                <a:gd name="connsiteX46" fmla="*/ 21393 w 1743513"/>
                <a:gd name="connsiteY46" fmla="*/ 365125 h 1447865"/>
                <a:gd name="connsiteX47" fmla="*/ 92132 w 1743513"/>
                <a:gd name="connsiteY47" fmla="*/ 307340 h 1447865"/>
                <a:gd name="connsiteX48" fmla="*/ 317938 w 1743513"/>
                <a:gd name="connsiteY48" fmla="*/ 102743 h 1447865"/>
                <a:gd name="connsiteX49" fmla="*/ 696271 w 1743513"/>
                <a:gd name="connsiteY49" fmla="*/ 93472 h 1447865"/>
                <a:gd name="connsiteX50" fmla="*/ 828732 w 1743513"/>
                <a:gd name="connsiteY50" fmla="*/ 169037 h 1447865"/>
                <a:gd name="connsiteX51" fmla="*/ 943540 w 1743513"/>
                <a:gd name="connsiteY51" fmla="*/ 311531 h 1447865"/>
                <a:gd name="connsiteX52" fmla="*/ 1016057 w 1743513"/>
                <a:gd name="connsiteY52" fmla="*/ 364744 h 1447865"/>
                <a:gd name="connsiteX53" fmla="*/ 1012248 w 1743513"/>
                <a:gd name="connsiteY53" fmla="*/ 133604 h 1447865"/>
                <a:gd name="connsiteX54" fmla="*/ 1060380 w 1743513"/>
                <a:gd name="connsiteY54" fmla="*/ 17272 h 1447865"/>
                <a:gd name="connsiteX55" fmla="*/ 1149026 w 1743513"/>
                <a:gd name="connsiteY55" fmla="*/ 0 h 1447865"/>
                <a:gd name="connsiteX56" fmla="*/ 1035107 w 1743513"/>
                <a:gd name="connsiteY56" fmla="*/ 107823 h 1447865"/>
                <a:gd name="connsiteX57" fmla="*/ 1034345 w 1743513"/>
                <a:gd name="connsiteY57" fmla="*/ 623443 h 1447865"/>
                <a:gd name="connsiteX58" fmla="*/ 1670361 w 1743513"/>
                <a:gd name="connsiteY58" fmla="*/ 621284 h 1447865"/>
                <a:gd name="connsiteX59" fmla="*/ 1035107 w 1743513"/>
                <a:gd name="connsiteY59" fmla="*/ 107823 h 1447865"/>
                <a:gd name="connsiteX60" fmla="*/ 268027 w 1743513"/>
                <a:gd name="connsiteY60" fmla="*/ 154940 h 1447865"/>
                <a:gd name="connsiteX61" fmla="*/ 98482 w 1743513"/>
                <a:gd name="connsiteY61" fmla="*/ 393827 h 1447865"/>
                <a:gd name="connsiteX62" fmla="*/ 96450 w 1743513"/>
                <a:gd name="connsiteY62" fmla="*/ 395986 h 1447865"/>
                <a:gd name="connsiteX63" fmla="*/ 202114 w 1743513"/>
                <a:gd name="connsiteY63" fmla="*/ 708787 h 1447865"/>
                <a:gd name="connsiteX64" fmla="*/ 388042 w 1743513"/>
                <a:gd name="connsiteY64" fmla="*/ 779780 h 1447865"/>
                <a:gd name="connsiteX65" fmla="*/ 691954 w 1743513"/>
                <a:gd name="connsiteY65" fmla="*/ 777240 h 1447865"/>
                <a:gd name="connsiteX66" fmla="*/ 940746 w 1743513"/>
                <a:gd name="connsiteY66" fmla="*/ 489839 h 1447865"/>
                <a:gd name="connsiteX67" fmla="*/ 834574 w 1743513"/>
                <a:gd name="connsiteY67" fmla="*/ 206883 h 1447865"/>
                <a:gd name="connsiteX68" fmla="*/ 509708 w 1743513"/>
                <a:gd name="connsiteY68" fmla="*/ 101854 h 1447865"/>
                <a:gd name="connsiteX69" fmla="*/ 268027 w 1743513"/>
                <a:gd name="connsiteY69" fmla="*/ 154940 h 1447865"/>
                <a:gd name="connsiteX70" fmla="*/ 82480 w 1743513"/>
                <a:gd name="connsiteY70" fmla="*/ 586740 h 1447865"/>
                <a:gd name="connsiteX71" fmla="*/ 77146 w 1743513"/>
                <a:gd name="connsiteY71" fmla="*/ 335280 h 1447865"/>
                <a:gd name="connsiteX72" fmla="*/ 82480 w 1743513"/>
                <a:gd name="connsiteY72" fmla="*/ 586740 h 1447865"/>
                <a:gd name="connsiteX73" fmla="*/ 950144 w 1743513"/>
                <a:gd name="connsiteY73" fmla="*/ 333756 h 1447865"/>
                <a:gd name="connsiteX74" fmla="*/ 946969 w 1743513"/>
                <a:gd name="connsiteY74" fmla="*/ 589534 h 1447865"/>
                <a:gd name="connsiteX75" fmla="*/ 950144 w 1743513"/>
                <a:gd name="connsiteY75" fmla="*/ 333756 h 1447865"/>
                <a:gd name="connsiteX76" fmla="*/ 998912 w 1743513"/>
                <a:gd name="connsiteY76" fmla="*/ 780415 h 1447865"/>
                <a:gd name="connsiteX77" fmla="*/ 967670 w 1743513"/>
                <a:gd name="connsiteY77" fmla="*/ 872363 h 1447865"/>
                <a:gd name="connsiteX78" fmla="*/ 900361 w 1743513"/>
                <a:gd name="connsiteY78" fmla="*/ 1201039 h 1447865"/>
                <a:gd name="connsiteX79" fmla="*/ 1554792 w 1743513"/>
                <a:gd name="connsiteY79" fmla="*/ 1201039 h 1447865"/>
                <a:gd name="connsiteX80" fmla="*/ 1650804 w 1743513"/>
                <a:gd name="connsiteY80" fmla="*/ 777621 h 1447865"/>
                <a:gd name="connsiteX81" fmla="*/ 1060254 w 1743513"/>
                <a:gd name="connsiteY81" fmla="*/ 775843 h 1447865"/>
                <a:gd name="connsiteX82" fmla="*/ 998912 w 1743513"/>
                <a:gd name="connsiteY82" fmla="*/ 780415 h 1447865"/>
                <a:gd name="connsiteX83" fmla="*/ 436175 w 1743513"/>
                <a:gd name="connsiteY83" fmla="*/ 803656 h 1447865"/>
                <a:gd name="connsiteX84" fmla="*/ 593528 w 1743513"/>
                <a:gd name="connsiteY84" fmla="*/ 803402 h 1447865"/>
                <a:gd name="connsiteX85" fmla="*/ 436175 w 1743513"/>
                <a:gd name="connsiteY85" fmla="*/ 803656 h 1447865"/>
                <a:gd name="connsiteX86" fmla="*/ 50857 w 1743513"/>
                <a:gd name="connsiteY86" fmla="*/ 1151001 h 1447865"/>
                <a:gd name="connsiteX87" fmla="*/ 73336 w 1743513"/>
                <a:gd name="connsiteY87" fmla="*/ 1247521 h 1447865"/>
                <a:gd name="connsiteX88" fmla="*/ 363912 w 1743513"/>
                <a:gd name="connsiteY88" fmla="*/ 1318133 h 1447865"/>
                <a:gd name="connsiteX89" fmla="*/ 380168 w 1743513"/>
                <a:gd name="connsiteY89" fmla="*/ 1289304 h 1447865"/>
                <a:gd name="connsiteX90" fmla="*/ 362515 w 1743513"/>
                <a:gd name="connsiteY90" fmla="*/ 1120648 h 1447865"/>
                <a:gd name="connsiteX91" fmla="*/ 140011 w 1743513"/>
                <a:gd name="connsiteY91" fmla="*/ 1138555 h 1447865"/>
                <a:gd name="connsiteX92" fmla="*/ 185731 w 1743513"/>
                <a:gd name="connsiteY92" fmla="*/ 1111504 h 1447865"/>
                <a:gd name="connsiteX93" fmla="*/ 220910 w 1743513"/>
                <a:gd name="connsiteY93" fmla="*/ 846201 h 1447865"/>
                <a:gd name="connsiteX94" fmla="*/ 50857 w 1743513"/>
                <a:gd name="connsiteY94" fmla="*/ 1151001 h 1447865"/>
                <a:gd name="connsiteX95" fmla="*/ 825049 w 1743513"/>
                <a:gd name="connsiteY95" fmla="*/ 855854 h 1447865"/>
                <a:gd name="connsiteX96" fmla="*/ 857307 w 1743513"/>
                <a:gd name="connsiteY96" fmla="*/ 1201039 h 1447865"/>
                <a:gd name="connsiteX97" fmla="*/ 875468 w 1743513"/>
                <a:gd name="connsiteY97" fmla="*/ 1201039 h 1447865"/>
                <a:gd name="connsiteX98" fmla="*/ 922331 w 1743513"/>
                <a:gd name="connsiteY98" fmla="*/ 958216 h 1447865"/>
                <a:gd name="connsiteX99" fmla="*/ 825049 w 1743513"/>
                <a:gd name="connsiteY99" fmla="*/ 855854 h 1447865"/>
                <a:gd name="connsiteX100" fmla="*/ 433000 w 1743513"/>
                <a:gd name="connsiteY100" fmla="*/ 1003554 h 1447865"/>
                <a:gd name="connsiteX101" fmla="*/ 419538 w 1743513"/>
                <a:gd name="connsiteY101" fmla="*/ 1023239 h 1447865"/>
                <a:gd name="connsiteX102" fmla="*/ 492055 w 1743513"/>
                <a:gd name="connsiteY102" fmla="*/ 1035177 h 1447865"/>
                <a:gd name="connsiteX103" fmla="*/ 455860 w 1743513"/>
                <a:gd name="connsiteY103" fmla="*/ 1059688 h 1447865"/>
                <a:gd name="connsiteX104" fmla="*/ 453193 w 1743513"/>
                <a:gd name="connsiteY104" fmla="*/ 1082548 h 1447865"/>
                <a:gd name="connsiteX105" fmla="*/ 526853 w 1743513"/>
                <a:gd name="connsiteY105" fmla="*/ 1124458 h 1447865"/>
                <a:gd name="connsiteX106" fmla="*/ 527361 w 1743513"/>
                <a:gd name="connsiteY106" fmla="*/ 1271270 h 1447865"/>
                <a:gd name="connsiteX107" fmla="*/ 400615 w 1743513"/>
                <a:gd name="connsiteY107" fmla="*/ 1304417 h 1447865"/>
                <a:gd name="connsiteX108" fmla="*/ 361499 w 1743513"/>
                <a:gd name="connsiteY108" fmla="*/ 1418336 h 1447865"/>
                <a:gd name="connsiteX109" fmla="*/ 590988 w 1743513"/>
                <a:gd name="connsiteY109" fmla="*/ 1424051 h 1447865"/>
                <a:gd name="connsiteX110" fmla="*/ 675698 w 1743513"/>
                <a:gd name="connsiteY110" fmla="*/ 1412748 h 1447865"/>
                <a:gd name="connsiteX111" fmla="*/ 592893 w 1743513"/>
                <a:gd name="connsiteY111" fmla="*/ 1228725 h 1447865"/>
                <a:gd name="connsiteX112" fmla="*/ 572065 w 1743513"/>
                <a:gd name="connsiteY112" fmla="*/ 1137666 h 1447865"/>
                <a:gd name="connsiteX113" fmla="*/ 607244 w 1743513"/>
                <a:gd name="connsiteY113" fmla="*/ 1009142 h 1447865"/>
                <a:gd name="connsiteX114" fmla="*/ 433000 w 1743513"/>
                <a:gd name="connsiteY114" fmla="*/ 1003554 h 1447865"/>
                <a:gd name="connsiteX115" fmla="*/ 416744 w 1743513"/>
                <a:gd name="connsiteY115" fmla="*/ 1117473 h 1447865"/>
                <a:gd name="connsiteX116" fmla="*/ 387788 w 1743513"/>
                <a:gd name="connsiteY116" fmla="*/ 1265810 h 1447865"/>
                <a:gd name="connsiteX117" fmla="*/ 476815 w 1743513"/>
                <a:gd name="connsiteY117" fmla="*/ 1275461 h 1447865"/>
                <a:gd name="connsiteX118" fmla="*/ 520503 w 1743513"/>
                <a:gd name="connsiteY118" fmla="*/ 1176655 h 1447865"/>
                <a:gd name="connsiteX119" fmla="*/ 416744 w 1743513"/>
                <a:gd name="connsiteY119" fmla="*/ 1117473 h 1447865"/>
                <a:gd name="connsiteX120" fmla="*/ 695382 w 1743513"/>
                <a:gd name="connsiteY120" fmla="*/ 1228344 h 1447865"/>
                <a:gd name="connsiteX121" fmla="*/ 694493 w 1743513"/>
                <a:gd name="connsiteY121" fmla="*/ 1273810 h 1447865"/>
                <a:gd name="connsiteX122" fmla="*/ 1551998 w 1743513"/>
                <a:gd name="connsiteY122" fmla="*/ 1273302 h 1447865"/>
                <a:gd name="connsiteX123" fmla="*/ 1554664 w 1743513"/>
                <a:gd name="connsiteY123" fmla="*/ 1228091 h 1447865"/>
                <a:gd name="connsiteX124" fmla="*/ 695382 w 1743513"/>
                <a:gd name="connsiteY124" fmla="*/ 1228344 h 1447865"/>
                <a:gd name="connsiteX0" fmla="*/ 1555680 w 1680523"/>
                <a:gd name="connsiteY0" fmla="*/ 645160 h 1447865"/>
                <a:gd name="connsiteX1" fmla="*/ 1069398 w 1680523"/>
                <a:gd name="connsiteY1" fmla="*/ 648589 h 1447865"/>
                <a:gd name="connsiteX2" fmla="*/ 1017708 w 1680523"/>
                <a:gd name="connsiteY2" fmla="*/ 647192 h 1447865"/>
                <a:gd name="connsiteX3" fmla="*/ 1012374 w 1680523"/>
                <a:gd name="connsiteY3" fmla="*/ 556641 h 1447865"/>
                <a:gd name="connsiteX4" fmla="*/ 936048 w 1680523"/>
                <a:gd name="connsiteY4" fmla="*/ 619125 h 1447865"/>
                <a:gd name="connsiteX5" fmla="*/ 742245 w 1680523"/>
                <a:gd name="connsiteY5" fmla="*/ 791210 h 1447865"/>
                <a:gd name="connsiteX6" fmla="*/ 932492 w 1680523"/>
                <a:gd name="connsiteY6" fmla="*/ 924433 h 1447865"/>
                <a:gd name="connsiteX7" fmla="*/ 1004881 w 1680523"/>
                <a:gd name="connsiteY7" fmla="*/ 751459 h 1447865"/>
                <a:gd name="connsiteX8" fmla="*/ 1183189 w 1680523"/>
                <a:gd name="connsiteY8" fmla="*/ 748030 h 1447865"/>
                <a:gd name="connsiteX9" fmla="*/ 1620197 w 1680523"/>
                <a:gd name="connsiteY9" fmla="*/ 749808 h 1447865"/>
                <a:gd name="connsiteX10" fmla="*/ 1680522 w 1680523"/>
                <a:gd name="connsiteY10" fmla="*/ 784225 h 1447865"/>
                <a:gd name="connsiteX11" fmla="*/ 1572825 w 1680523"/>
                <a:gd name="connsiteY11" fmla="*/ 1215263 h 1447865"/>
                <a:gd name="connsiteX12" fmla="*/ 1579556 w 1680523"/>
                <a:gd name="connsiteY12" fmla="*/ 1229741 h 1447865"/>
                <a:gd name="connsiteX13" fmla="*/ 1561904 w 1680523"/>
                <a:gd name="connsiteY13" fmla="*/ 1295782 h 1447865"/>
                <a:gd name="connsiteX14" fmla="*/ 1478718 w 1680523"/>
                <a:gd name="connsiteY14" fmla="*/ 1299338 h 1447865"/>
                <a:gd name="connsiteX15" fmla="*/ 704273 w 1680523"/>
                <a:gd name="connsiteY15" fmla="*/ 1298829 h 1447865"/>
                <a:gd name="connsiteX16" fmla="*/ 675189 w 1680523"/>
                <a:gd name="connsiteY16" fmla="*/ 1205104 h 1447865"/>
                <a:gd name="connsiteX17" fmla="*/ 834067 w 1680523"/>
                <a:gd name="connsiteY17" fmla="*/ 1201039 h 1447865"/>
                <a:gd name="connsiteX18" fmla="*/ 789743 w 1680523"/>
                <a:gd name="connsiteY18" fmla="*/ 838200 h 1447865"/>
                <a:gd name="connsiteX19" fmla="*/ 757612 w 1680523"/>
                <a:gd name="connsiteY19" fmla="*/ 824230 h 1447865"/>
                <a:gd name="connsiteX20" fmla="*/ 667696 w 1680523"/>
                <a:gd name="connsiteY20" fmla="*/ 804545 h 1447865"/>
                <a:gd name="connsiteX21" fmla="*/ 514788 w 1680523"/>
                <a:gd name="connsiteY21" fmla="*/ 848106 h 1447865"/>
                <a:gd name="connsiteX22" fmla="*/ 348672 w 1680523"/>
                <a:gd name="connsiteY22" fmla="*/ 804418 h 1447865"/>
                <a:gd name="connsiteX23" fmla="*/ 253295 w 1680523"/>
                <a:gd name="connsiteY23" fmla="*/ 829945 h 1447865"/>
                <a:gd name="connsiteX24" fmla="*/ 247580 w 1680523"/>
                <a:gd name="connsiteY24" fmla="*/ 851789 h 1447865"/>
                <a:gd name="connsiteX25" fmla="*/ 210623 w 1680523"/>
                <a:gd name="connsiteY25" fmla="*/ 1111250 h 1447865"/>
                <a:gd name="connsiteX26" fmla="*/ 430206 w 1680523"/>
                <a:gd name="connsiteY26" fmla="*/ 1090804 h 1447865"/>
                <a:gd name="connsiteX27" fmla="*/ 426142 w 1680523"/>
                <a:gd name="connsiteY27" fmla="*/ 1057148 h 1447865"/>
                <a:gd name="connsiteX28" fmla="*/ 411918 w 1680523"/>
                <a:gd name="connsiteY28" fmla="*/ 983869 h 1447865"/>
                <a:gd name="connsiteX29" fmla="*/ 511994 w 1680523"/>
                <a:gd name="connsiteY29" fmla="*/ 974725 h 1447865"/>
                <a:gd name="connsiteX30" fmla="*/ 579939 w 1680523"/>
                <a:gd name="connsiteY30" fmla="*/ 975868 h 1447865"/>
                <a:gd name="connsiteX31" fmla="*/ 629215 w 1680523"/>
                <a:gd name="connsiteY31" fmla="*/ 1010666 h 1447865"/>
                <a:gd name="connsiteX32" fmla="*/ 596957 w 1680523"/>
                <a:gd name="connsiteY32" fmla="*/ 1085596 h 1447865"/>
                <a:gd name="connsiteX33" fmla="*/ 611308 w 1680523"/>
                <a:gd name="connsiteY33" fmla="*/ 1204341 h 1447865"/>
                <a:gd name="connsiteX34" fmla="*/ 697542 w 1680523"/>
                <a:gd name="connsiteY34" fmla="*/ 1380236 h 1447865"/>
                <a:gd name="connsiteX35" fmla="*/ 680650 w 1680523"/>
                <a:gd name="connsiteY35" fmla="*/ 1444879 h 1447865"/>
                <a:gd name="connsiteX36" fmla="*/ 400869 w 1680523"/>
                <a:gd name="connsiteY36" fmla="*/ 1447419 h 1447865"/>
                <a:gd name="connsiteX37" fmla="*/ 339655 w 1680523"/>
                <a:gd name="connsiteY37" fmla="*/ 1427988 h 1447865"/>
                <a:gd name="connsiteX38" fmla="*/ 349053 w 1680523"/>
                <a:gd name="connsiteY38" fmla="*/ 1340739 h 1447865"/>
                <a:gd name="connsiteX39" fmla="*/ 40443 w 1680523"/>
                <a:gd name="connsiteY39" fmla="*/ 1236726 h 1447865"/>
                <a:gd name="connsiteX40" fmla="*/ 94672 w 1680523"/>
                <a:gd name="connsiteY40" fmla="*/ 949071 h 1447865"/>
                <a:gd name="connsiteX41" fmla="*/ 286061 w 1680523"/>
                <a:gd name="connsiteY41" fmla="*/ 789813 h 1447865"/>
                <a:gd name="connsiteX42" fmla="*/ 194494 w 1680523"/>
                <a:gd name="connsiteY42" fmla="*/ 735838 h 1447865"/>
                <a:gd name="connsiteX43" fmla="*/ 101276 w 1680523"/>
                <a:gd name="connsiteY43" fmla="*/ 621157 h 1447865"/>
                <a:gd name="connsiteX44" fmla="*/ 43110 w 1680523"/>
                <a:gd name="connsiteY44" fmla="*/ 588010 h 1447865"/>
                <a:gd name="connsiteX45" fmla="*/ 21393 w 1680523"/>
                <a:gd name="connsiteY45" fmla="*/ 365125 h 1447865"/>
                <a:gd name="connsiteX46" fmla="*/ 92132 w 1680523"/>
                <a:gd name="connsiteY46" fmla="*/ 307340 h 1447865"/>
                <a:gd name="connsiteX47" fmla="*/ 317938 w 1680523"/>
                <a:gd name="connsiteY47" fmla="*/ 102743 h 1447865"/>
                <a:gd name="connsiteX48" fmla="*/ 696271 w 1680523"/>
                <a:gd name="connsiteY48" fmla="*/ 93472 h 1447865"/>
                <a:gd name="connsiteX49" fmla="*/ 828732 w 1680523"/>
                <a:gd name="connsiteY49" fmla="*/ 169037 h 1447865"/>
                <a:gd name="connsiteX50" fmla="*/ 943540 w 1680523"/>
                <a:gd name="connsiteY50" fmla="*/ 311531 h 1447865"/>
                <a:gd name="connsiteX51" fmla="*/ 1016057 w 1680523"/>
                <a:gd name="connsiteY51" fmla="*/ 364744 h 1447865"/>
                <a:gd name="connsiteX52" fmla="*/ 1012248 w 1680523"/>
                <a:gd name="connsiteY52" fmla="*/ 133604 h 1447865"/>
                <a:gd name="connsiteX53" fmla="*/ 1060380 w 1680523"/>
                <a:gd name="connsiteY53" fmla="*/ 17272 h 1447865"/>
                <a:gd name="connsiteX54" fmla="*/ 1149026 w 1680523"/>
                <a:gd name="connsiteY54" fmla="*/ 0 h 1447865"/>
                <a:gd name="connsiteX55" fmla="*/ 1035107 w 1680523"/>
                <a:gd name="connsiteY55" fmla="*/ 107823 h 1447865"/>
                <a:gd name="connsiteX56" fmla="*/ 1034345 w 1680523"/>
                <a:gd name="connsiteY56" fmla="*/ 623443 h 1447865"/>
                <a:gd name="connsiteX57" fmla="*/ 1670361 w 1680523"/>
                <a:gd name="connsiteY57" fmla="*/ 621284 h 1447865"/>
                <a:gd name="connsiteX58" fmla="*/ 1035107 w 1680523"/>
                <a:gd name="connsiteY58" fmla="*/ 107823 h 1447865"/>
                <a:gd name="connsiteX59" fmla="*/ 268027 w 1680523"/>
                <a:gd name="connsiteY59" fmla="*/ 154940 h 1447865"/>
                <a:gd name="connsiteX60" fmla="*/ 98482 w 1680523"/>
                <a:gd name="connsiteY60" fmla="*/ 393827 h 1447865"/>
                <a:gd name="connsiteX61" fmla="*/ 96450 w 1680523"/>
                <a:gd name="connsiteY61" fmla="*/ 395986 h 1447865"/>
                <a:gd name="connsiteX62" fmla="*/ 202114 w 1680523"/>
                <a:gd name="connsiteY62" fmla="*/ 708787 h 1447865"/>
                <a:gd name="connsiteX63" fmla="*/ 388042 w 1680523"/>
                <a:gd name="connsiteY63" fmla="*/ 779780 h 1447865"/>
                <a:gd name="connsiteX64" fmla="*/ 691954 w 1680523"/>
                <a:gd name="connsiteY64" fmla="*/ 777240 h 1447865"/>
                <a:gd name="connsiteX65" fmla="*/ 940746 w 1680523"/>
                <a:gd name="connsiteY65" fmla="*/ 489839 h 1447865"/>
                <a:gd name="connsiteX66" fmla="*/ 834574 w 1680523"/>
                <a:gd name="connsiteY66" fmla="*/ 206883 h 1447865"/>
                <a:gd name="connsiteX67" fmla="*/ 509708 w 1680523"/>
                <a:gd name="connsiteY67" fmla="*/ 101854 h 1447865"/>
                <a:gd name="connsiteX68" fmla="*/ 268027 w 1680523"/>
                <a:gd name="connsiteY68" fmla="*/ 154940 h 1447865"/>
                <a:gd name="connsiteX69" fmla="*/ 82480 w 1680523"/>
                <a:gd name="connsiteY69" fmla="*/ 586740 h 1447865"/>
                <a:gd name="connsiteX70" fmla="*/ 77146 w 1680523"/>
                <a:gd name="connsiteY70" fmla="*/ 335280 h 1447865"/>
                <a:gd name="connsiteX71" fmla="*/ 82480 w 1680523"/>
                <a:gd name="connsiteY71" fmla="*/ 586740 h 1447865"/>
                <a:gd name="connsiteX72" fmla="*/ 950144 w 1680523"/>
                <a:gd name="connsiteY72" fmla="*/ 333756 h 1447865"/>
                <a:gd name="connsiteX73" fmla="*/ 946969 w 1680523"/>
                <a:gd name="connsiteY73" fmla="*/ 589534 h 1447865"/>
                <a:gd name="connsiteX74" fmla="*/ 950144 w 1680523"/>
                <a:gd name="connsiteY74" fmla="*/ 333756 h 1447865"/>
                <a:gd name="connsiteX75" fmla="*/ 998912 w 1680523"/>
                <a:gd name="connsiteY75" fmla="*/ 780415 h 1447865"/>
                <a:gd name="connsiteX76" fmla="*/ 967670 w 1680523"/>
                <a:gd name="connsiteY76" fmla="*/ 872363 h 1447865"/>
                <a:gd name="connsiteX77" fmla="*/ 900361 w 1680523"/>
                <a:gd name="connsiteY77" fmla="*/ 1201039 h 1447865"/>
                <a:gd name="connsiteX78" fmla="*/ 1554792 w 1680523"/>
                <a:gd name="connsiteY78" fmla="*/ 1201039 h 1447865"/>
                <a:gd name="connsiteX79" fmla="*/ 1650804 w 1680523"/>
                <a:gd name="connsiteY79" fmla="*/ 777621 h 1447865"/>
                <a:gd name="connsiteX80" fmla="*/ 1060254 w 1680523"/>
                <a:gd name="connsiteY80" fmla="*/ 775843 h 1447865"/>
                <a:gd name="connsiteX81" fmla="*/ 998912 w 1680523"/>
                <a:gd name="connsiteY81" fmla="*/ 780415 h 1447865"/>
                <a:gd name="connsiteX82" fmla="*/ 436175 w 1680523"/>
                <a:gd name="connsiteY82" fmla="*/ 803656 h 1447865"/>
                <a:gd name="connsiteX83" fmla="*/ 593528 w 1680523"/>
                <a:gd name="connsiteY83" fmla="*/ 803402 h 1447865"/>
                <a:gd name="connsiteX84" fmla="*/ 436175 w 1680523"/>
                <a:gd name="connsiteY84" fmla="*/ 803656 h 1447865"/>
                <a:gd name="connsiteX85" fmla="*/ 50857 w 1680523"/>
                <a:gd name="connsiteY85" fmla="*/ 1151001 h 1447865"/>
                <a:gd name="connsiteX86" fmla="*/ 73336 w 1680523"/>
                <a:gd name="connsiteY86" fmla="*/ 1247521 h 1447865"/>
                <a:gd name="connsiteX87" fmla="*/ 363912 w 1680523"/>
                <a:gd name="connsiteY87" fmla="*/ 1318133 h 1447865"/>
                <a:gd name="connsiteX88" fmla="*/ 380168 w 1680523"/>
                <a:gd name="connsiteY88" fmla="*/ 1289304 h 1447865"/>
                <a:gd name="connsiteX89" fmla="*/ 362515 w 1680523"/>
                <a:gd name="connsiteY89" fmla="*/ 1120648 h 1447865"/>
                <a:gd name="connsiteX90" fmla="*/ 140011 w 1680523"/>
                <a:gd name="connsiteY90" fmla="*/ 1138555 h 1447865"/>
                <a:gd name="connsiteX91" fmla="*/ 185731 w 1680523"/>
                <a:gd name="connsiteY91" fmla="*/ 1111504 h 1447865"/>
                <a:gd name="connsiteX92" fmla="*/ 220910 w 1680523"/>
                <a:gd name="connsiteY92" fmla="*/ 846201 h 1447865"/>
                <a:gd name="connsiteX93" fmla="*/ 50857 w 1680523"/>
                <a:gd name="connsiteY93" fmla="*/ 1151001 h 1447865"/>
                <a:gd name="connsiteX94" fmla="*/ 825049 w 1680523"/>
                <a:gd name="connsiteY94" fmla="*/ 855854 h 1447865"/>
                <a:gd name="connsiteX95" fmla="*/ 857307 w 1680523"/>
                <a:gd name="connsiteY95" fmla="*/ 1201039 h 1447865"/>
                <a:gd name="connsiteX96" fmla="*/ 875468 w 1680523"/>
                <a:gd name="connsiteY96" fmla="*/ 1201039 h 1447865"/>
                <a:gd name="connsiteX97" fmla="*/ 922331 w 1680523"/>
                <a:gd name="connsiteY97" fmla="*/ 958216 h 1447865"/>
                <a:gd name="connsiteX98" fmla="*/ 825049 w 1680523"/>
                <a:gd name="connsiteY98" fmla="*/ 855854 h 1447865"/>
                <a:gd name="connsiteX99" fmla="*/ 433000 w 1680523"/>
                <a:gd name="connsiteY99" fmla="*/ 1003554 h 1447865"/>
                <a:gd name="connsiteX100" fmla="*/ 419538 w 1680523"/>
                <a:gd name="connsiteY100" fmla="*/ 1023239 h 1447865"/>
                <a:gd name="connsiteX101" fmla="*/ 492055 w 1680523"/>
                <a:gd name="connsiteY101" fmla="*/ 1035177 h 1447865"/>
                <a:gd name="connsiteX102" fmla="*/ 455860 w 1680523"/>
                <a:gd name="connsiteY102" fmla="*/ 1059688 h 1447865"/>
                <a:gd name="connsiteX103" fmla="*/ 453193 w 1680523"/>
                <a:gd name="connsiteY103" fmla="*/ 1082548 h 1447865"/>
                <a:gd name="connsiteX104" fmla="*/ 526853 w 1680523"/>
                <a:gd name="connsiteY104" fmla="*/ 1124458 h 1447865"/>
                <a:gd name="connsiteX105" fmla="*/ 527361 w 1680523"/>
                <a:gd name="connsiteY105" fmla="*/ 1271270 h 1447865"/>
                <a:gd name="connsiteX106" fmla="*/ 400615 w 1680523"/>
                <a:gd name="connsiteY106" fmla="*/ 1304417 h 1447865"/>
                <a:gd name="connsiteX107" fmla="*/ 361499 w 1680523"/>
                <a:gd name="connsiteY107" fmla="*/ 1418336 h 1447865"/>
                <a:gd name="connsiteX108" fmla="*/ 590988 w 1680523"/>
                <a:gd name="connsiteY108" fmla="*/ 1424051 h 1447865"/>
                <a:gd name="connsiteX109" fmla="*/ 675698 w 1680523"/>
                <a:gd name="connsiteY109" fmla="*/ 1412748 h 1447865"/>
                <a:gd name="connsiteX110" fmla="*/ 592893 w 1680523"/>
                <a:gd name="connsiteY110" fmla="*/ 1228725 h 1447865"/>
                <a:gd name="connsiteX111" fmla="*/ 572065 w 1680523"/>
                <a:gd name="connsiteY111" fmla="*/ 1137666 h 1447865"/>
                <a:gd name="connsiteX112" fmla="*/ 607244 w 1680523"/>
                <a:gd name="connsiteY112" fmla="*/ 1009142 h 1447865"/>
                <a:gd name="connsiteX113" fmla="*/ 433000 w 1680523"/>
                <a:gd name="connsiteY113" fmla="*/ 1003554 h 1447865"/>
                <a:gd name="connsiteX114" fmla="*/ 416744 w 1680523"/>
                <a:gd name="connsiteY114" fmla="*/ 1117473 h 1447865"/>
                <a:gd name="connsiteX115" fmla="*/ 387788 w 1680523"/>
                <a:gd name="connsiteY115" fmla="*/ 1265810 h 1447865"/>
                <a:gd name="connsiteX116" fmla="*/ 476815 w 1680523"/>
                <a:gd name="connsiteY116" fmla="*/ 1275461 h 1447865"/>
                <a:gd name="connsiteX117" fmla="*/ 520503 w 1680523"/>
                <a:gd name="connsiteY117" fmla="*/ 1176655 h 1447865"/>
                <a:gd name="connsiteX118" fmla="*/ 416744 w 1680523"/>
                <a:gd name="connsiteY118" fmla="*/ 1117473 h 1447865"/>
                <a:gd name="connsiteX119" fmla="*/ 695382 w 1680523"/>
                <a:gd name="connsiteY119" fmla="*/ 1228344 h 1447865"/>
                <a:gd name="connsiteX120" fmla="*/ 694493 w 1680523"/>
                <a:gd name="connsiteY120" fmla="*/ 1273810 h 1447865"/>
                <a:gd name="connsiteX121" fmla="*/ 1551998 w 1680523"/>
                <a:gd name="connsiteY121" fmla="*/ 1273302 h 1447865"/>
                <a:gd name="connsiteX122" fmla="*/ 1554664 w 1680523"/>
                <a:gd name="connsiteY122" fmla="*/ 1228091 h 1447865"/>
                <a:gd name="connsiteX123" fmla="*/ 695382 w 1680523"/>
                <a:gd name="connsiteY123" fmla="*/ 1228344 h 1447865"/>
                <a:gd name="connsiteX0" fmla="*/ 1555680 w 1680522"/>
                <a:gd name="connsiteY0" fmla="*/ 645160 h 1447865"/>
                <a:gd name="connsiteX1" fmla="*/ 1069398 w 1680522"/>
                <a:gd name="connsiteY1" fmla="*/ 648589 h 1447865"/>
                <a:gd name="connsiteX2" fmla="*/ 1017708 w 1680522"/>
                <a:gd name="connsiteY2" fmla="*/ 647192 h 1447865"/>
                <a:gd name="connsiteX3" fmla="*/ 1012374 w 1680522"/>
                <a:gd name="connsiteY3" fmla="*/ 556641 h 1447865"/>
                <a:gd name="connsiteX4" fmla="*/ 936048 w 1680522"/>
                <a:gd name="connsiteY4" fmla="*/ 619125 h 1447865"/>
                <a:gd name="connsiteX5" fmla="*/ 742245 w 1680522"/>
                <a:gd name="connsiteY5" fmla="*/ 791210 h 1447865"/>
                <a:gd name="connsiteX6" fmla="*/ 932492 w 1680522"/>
                <a:gd name="connsiteY6" fmla="*/ 924433 h 1447865"/>
                <a:gd name="connsiteX7" fmla="*/ 1004881 w 1680522"/>
                <a:gd name="connsiteY7" fmla="*/ 751459 h 1447865"/>
                <a:gd name="connsiteX8" fmla="*/ 1183189 w 1680522"/>
                <a:gd name="connsiteY8" fmla="*/ 748030 h 1447865"/>
                <a:gd name="connsiteX9" fmla="*/ 1620197 w 1680522"/>
                <a:gd name="connsiteY9" fmla="*/ 749808 h 1447865"/>
                <a:gd name="connsiteX10" fmla="*/ 1680522 w 1680522"/>
                <a:gd name="connsiteY10" fmla="*/ 784225 h 1447865"/>
                <a:gd name="connsiteX11" fmla="*/ 1572825 w 1680522"/>
                <a:gd name="connsiteY11" fmla="*/ 1215263 h 1447865"/>
                <a:gd name="connsiteX12" fmla="*/ 1579556 w 1680522"/>
                <a:gd name="connsiteY12" fmla="*/ 1229741 h 1447865"/>
                <a:gd name="connsiteX13" fmla="*/ 1561904 w 1680522"/>
                <a:gd name="connsiteY13" fmla="*/ 1295782 h 1447865"/>
                <a:gd name="connsiteX14" fmla="*/ 1478718 w 1680522"/>
                <a:gd name="connsiteY14" fmla="*/ 1299338 h 1447865"/>
                <a:gd name="connsiteX15" fmla="*/ 704273 w 1680522"/>
                <a:gd name="connsiteY15" fmla="*/ 1298829 h 1447865"/>
                <a:gd name="connsiteX16" fmla="*/ 675189 w 1680522"/>
                <a:gd name="connsiteY16" fmla="*/ 1205104 h 1447865"/>
                <a:gd name="connsiteX17" fmla="*/ 834067 w 1680522"/>
                <a:gd name="connsiteY17" fmla="*/ 1201039 h 1447865"/>
                <a:gd name="connsiteX18" fmla="*/ 789743 w 1680522"/>
                <a:gd name="connsiteY18" fmla="*/ 838200 h 1447865"/>
                <a:gd name="connsiteX19" fmla="*/ 757612 w 1680522"/>
                <a:gd name="connsiteY19" fmla="*/ 824230 h 1447865"/>
                <a:gd name="connsiteX20" fmla="*/ 667696 w 1680522"/>
                <a:gd name="connsiteY20" fmla="*/ 804545 h 1447865"/>
                <a:gd name="connsiteX21" fmla="*/ 514788 w 1680522"/>
                <a:gd name="connsiteY21" fmla="*/ 848106 h 1447865"/>
                <a:gd name="connsiteX22" fmla="*/ 348672 w 1680522"/>
                <a:gd name="connsiteY22" fmla="*/ 804418 h 1447865"/>
                <a:gd name="connsiteX23" fmla="*/ 253295 w 1680522"/>
                <a:gd name="connsiteY23" fmla="*/ 829945 h 1447865"/>
                <a:gd name="connsiteX24" fmla="*/ 247580 w 1680522"/>
                <a:gd name="connsiteY24" fmla="*/ 851789 h 1447865"/>
                <a:gd name="connsiteX25" fmla="*/ 210623 w 1680522"/>
                <a:gd name="connsiteY25" fmla="*/ 1111250 h 1447865"/>
                <a:gd name="connsiteX26" fmla="*/ 430206 w 1680522"/>
                <a:gd name="connsiteY26" fmla="*/ 1090804 h 1447865"/>
                <a:gd name="connsiteX27" fmla="*/ 426142 w 1680522"/>
                <a:gd name="connsiteY27" fmla="*/ 1057148 h 1447865"/>
                <a:gd name="connsiteX28" fmla="*/ 411918 w 1680522"/>
                <a:gd name="connsiteY28" fmla="*/ 983869 h 1447865"/>
                <a:gd name="connsiteX29" fmla="*/ 511994 w 1680522"/>
                <a:gd name="connsiteY29" fmla="*/ 974725 h 1447865"/>
                <a:gd name="connsiteX30" fmla="*/ 579939 w 1680522"/>
                <a:gd name="connsiteY30" fmla="*/ 975868 h 1447865"/>
                <a:gd name="connsiteX31" fmla="*/ 629215 w 1680522"/>
                <a:gd name="connsiteY31" fmla="*/ 1010666 h 1447865"/>
                <a:gd name="connsiteX32" fmla="*/ 596957 w 1680522"/>
                <a:gd name="connsiteY32" fmla="*/ 1085596 h 1447865"/>
                <a:gd name="connsiteX33" fmla="*/ 611308 w 1680522"/>
                <a:gd name="connsiteY33" fmla="*/ 1204341 h 1447865"/>
                <a:gd name="connsiteX34" fmla="*/ 697542 w 1680522"/>
                <a:gd name="connsiteY34" fmla="*/ 1380236 h 1447865"/>
                <a:gd name="connsiteX35" fmla="*/ 680650 w 1680522"/>
                <a:gd name="connsiteY35" fmla="*/ 1444879 h 1447865"/>
                <a:gd name="connsiteX36" fmla="*/ 400869 w 1680522"/>
                <a:gd name="connsiteY36" fmla="*/ 1447419 h 1447865"/>
                <a:gd name="connsiteX37" fmla="*/ 339655 w 1680522"/>
                <a:gd name="connsiteY37" fmla="*/ 1427988 h 1447865"/>
                <a:gd name="connsiteX38" fmla="*/ 349053 w 1680522"/>
                <a:gd name="connsiteY38" fmla="*/ 1340739 h 1447865"/>
                <a:gd name="connsiteX39" fmla="*/ 40443 w 1680522"/>
                <a:gd name="connsiteY39" fmla="*/ 1236726 h 1447865"/>
                <a:gd name="connsiteX40" fmla="*/ 94672 w 1680522"/>
                <a:gd name="connsiteY40" fmla="*/ 949071 h 1447865"/>
                <a:gd name="connsiteX41" fmla="*/ 286061 w 1680522"/>
                <a:gd name="connsiteY41" fmla="*/ 789813 h 1447865"/>
                <a:gd name="connsiteX42" fmla="*/ 194494 w 1680522"/>
                <a:gd name="connsiteY42" fmla="*/ 735838 h 1447865"/>
                <a:gd name="connsiteX43" fmla="*/ 101276 w 1680522"/>
                <a:gd name="connsiteY43" fmla="*/ 621157 h 1447865"/>
                <a:gd name="connsiteX44" fmla="*/ 43110 w 1680522"/>
                <a:gd name="connsiteY44" fmla="*/ 588010 h 1447865"/>
                <a:gd name="connsiteX45" fmla="*/ 21393 w 1680522"/>
                <a:gd name="connsiteY45" fmla="*/ 365125 h 1447865"/>
                <a:gd name="connsiteX46" fmla="*/ 92132 w 1680522"/>
                <a:gd name="connsiteY46" fmla="*/ 307340 h 1447865"/>
                <a:gd name="connsiteX47" fmla="*/ 317938 w 1680522"/>
                <a:gd name="connsiteY47" fmla="*/ 102743 h 1447865"/>
                <a:gd name="connsiteX48" fmla="*/ 696271 w 1680522"/>
                <a:gd name="connsiteY48" fmla="*/ 93472 h 1447865"/>
                <a:gd name="connsiteX49" fmla="*/ 828732 w 1680522"/>
                <a:gd name="connsiteY49" fmla="*/ 169037 h 1447865"/>
                <a:gd name="connsiteX50" fmla="*/ 943540 w 1680522"/>
                <a:gd name="connsiteY50" fmla="*/ 311531 h 1447865"/>
                <a:gd name="connsiteX51" fmla="*/ 1016057 w 1680522"/>
                <a:gd name="connsiteY51" fmla="*/ 364744 h 1447865"/>
                <a:gd name="connsiteX52" fmla="*/ 1012248 w 1680522"/>
                <a:gd name="connsiteY52" fmla="*/ 133604 h 1447865"/>
                <a:gd name="connsiteX53" fmla="*/ 1060380 w 1680522"/>
                <a:gd name="connsiteY53" fmla="*/ 17272 h 1447865"/>
                <a:gd name="connsiteX54" fmla="*/ 1149026 w 1680522"/>
                <a:gd name="connsiteY54" fmla="*/ 0 h 1447865"/>
                <a:gd name="connsiteX55" fmla="*/ 1035107 w 1680522"/>
                <a:gd name="connsiteY55" fmla="*/ 107823 h 1447865"/>
                <a:gd name="connsiteX56" fmla="*/ 1034345 w 1680522"/>
                <a:gd name="connsiteY56" fmla="*/ 623443 h 1447865"/>
                <a:gd name="connsiteX57" fmla="*/ 1035107 w 1680522"/>
                <a:gd name="connsiteY57" fmla="*/ 107823 h 1447865"/>
                <a:gd name="connsiteX58" fmla="*/ 268027 w 1680522"/>
                <a:gd name="connsiteY58" fmla="*/ 154940 h 1447865"/>
                <a:gd name="connsiteX59" fmla="*/ 98482 w 1680522"/>
                <a:gd name="connsiteY59" fmla="*/ 393827 h 1447865"/>
                <a:gd name="connsiteX60" fmla="*/ 96450 w 1680522"/>
                <a:gd name="connsiteY60" fmla="*/ 395986 h 1447865"/>
                <a:gd name="connsiteX61" fmla="*/ 202114 w 1680522"/>
                <a:gd name="connsiteY61" fmla="*/ 708787 h 1447865"/>
                <a:gd name="connsiteX62" fmla="*/ 388042 w 1680522"/>
                <a:gd name="connsiteY62" fmla="*/ 779780 h 1447865"/>
                <a:gd name="connsiteX63" fmla="*/ 691954 w 1680522"/>
                <a:gd name="connsiteY63" fmla="*/ 777240 h 1447865"/>
                <a:gd name="connsiteX64" fmla="*/ 940746 w 1680522"/>
                <a:gd name="connsiteY64" fmla="*/ 489839 h 1447865"/>
                <a:gd name="connsiteX65" fmla="*/ 834574 w 1680522"/>
                <a:gd name="connsiteY65" fmla="*/ 206883 h 1447865"/>
                <a:gd name="connsiteX66" fmla="*/ 509708 w 1680522"/>
                <a:gd name="connsiteY66" fmla="*/ 101854 h 1447865"/>
                <a:gd name="connsiteX67" fmla="*/ 268027 w 1680522"/>
                <a:gd name="connsiteY67" fmla="*/ 154940 h 1447865"/>
                <a:gd name="connsiteX68" fmla="*/ 82480 w 1680522"/>
                <a:gd name="connsiteY68" fmla="*/ 586740 h 1447865"/>
                <a:gd name="connsiteX69" fmla="*/ 77146 w 1680522"/>
                <a:gd name="connsiteY69" fmla="*/ 335280 h 1447865"/>
                <a:gd name="connsiteX70" fmla="*/ 82480 w 1680522"/>
                <a:gd name="connsiteY70" fmla="*/ 586740 h 1447865"/>
                <a:gd name="connsiteX71" fmla="*/ 950144 w 1680522"/>
                <a:gd name="connsiteY71" fmla="*/ 333756 h 1447865"/>
                <a:gd name="connsiteX72" fmla="*/ 946969 w 1680522"/>
                <a:gd name="connsiteY72" fmla="*/ 589534 h 1447865"/>
                <a:gd name="connsiteX73" fmla="*/ 950144 w 1680522"/>
                <a:gd name="connsiteY73" fmla="*/ 333756 h 1447865"/>
                <a:gd name="connsiteX74" fmla="*/ 998912 w 1680522"/>
                <a:gd name="connsiteY74" fmla="*/ 780415 h 1447865"/>
                <a:gd name="connsiteX75" fmla="*/ 967670 w 1680522"/>
                <a:gd name="connsiteY75" fmla="*/ 872363 h 1447865"/>
                <a:gd name="connsiteX76" fmla="*/ 900361 w 1680522"/>
                <a:gd name="connsiteY76" fmla="*/ 1201039 h 1447865"/>
                <a:gd name="connsiteX77" fmla="*/ 1554792 w 1680522"/>
                <a:gd name="connsiteY77" fmla="*/ 1201039 h 1447865"/>
                <a:gd name="connsiteX78" fmla="*/ 1650804 w 1680522"/>
                <a:gd name="connsiteY78" fmla="*/ 777621 h 1447865"/>
                <a:gd name="connsiteX79" fmla="*/ 1060254 w 1680522"/>
                <a:gd name="connsiteY79" fmla="*/ 775843 h 1447865"/>
                <a:gd name="connsiteX80" fmla="*/ 998912 w 1680522"/>
                <a:gd name="connsiteY80" fmla="*/ 780415 h 1447865"/>
                <a:gd name="connsiteX81" fmla="*/ 436175 w 1680522"/>
                <a:gd name="connsiteY81" fmla="*/ 803656 h 1447865"/>
                <a:gd name="connsiteX82" fmla="*/ 593528 w 1680522"/>
                <a:gd name="connsiteY82" fmla="*/ 803402 h 1447865"/>
                <a:gd name="connsiteX83" fmla="*/ 436175 w 1680522"/>
                <a:gd name="connsiteY83" fmla="*/ 803656 h 1447865"/>
                <a:gd name="connsiteX84" fmla="*/ 50857 w 1680522"/>
                <a:gd name="connsiteY84" fmla="*/ 1151001 h 1447865"/>
                <a:gd name="connsiteX85" fmla="*/ 73336 w 1680522"/>
                <a:gd name="connsiteY85" fmla="*/ 1247521 h 1447865"/>
                <a:gd name="connsiteX86" fmla="*/ 363912 w 1680522"/>
                <a:gd name="connsiteY86" fmla="*/ 1318133 h 1447865"/>
                <a:gd name="connsiteX87" fmla="*/ 380168 w 1680522"/>
                <a:gd name="connsiteY87" fmla="*/ 1289304 h 1447865"/>
                <a:gd name="connsiteX88" fmla="*/ 362515 w 1680522"/>
                <a:gd name="connsiteY88" fmla="*/ 1120648 h 1447865"/>
                <a:gd name="connsiteX89" fmla="*/ 140011 w 1680522"/>
                <a:gd name="connsiteY89" fmla="*/ 1138555 h 1447865"/>
                <a:gd name="connsiteX90" fmla="*/ 185731 w 1680522"/>
                <a:gd name="connsiteY90" fmla="*/ 1111504 h 1447865"/>
                <a:gd name="connsiteX91" fmla="*/ 220910 w 1680522"/>
                <a:gd name="connsiteY91" fmla="*/ 846201 h 1447865"/>
                <a:gd name="connsiteX92" fmla="*/ 50857 w 1680522"/>
                <a:gd name="connsiteY92" fmla="*/ 1151001 h 1447865"/>
                <a:gd name="connsiteX93" fmla="*/ 825049 w 1680522"/>
                <a:gd name="connsiteY93" fmla="*/ 855854 h 1447865"/>
                <a:gd name="connsiteX94" fmla="*/ 857307 w 1680522"/>
                <a:gd name="connsiteY94" fmla="*/ 1201039 h 1447865"/>
                <a:gd name="connsiteX95" fmla="*/ 875468 w 1680522"/>
                <a:gd name="connsiteY95" fmla="*/ 1201039 h 1447865"/>
                <a:gd name="connsiteX96" fmla="*/ 922331 w 1680522"/>
                <a:gd name="connsiteY96" fmla="*/ 958216 h 1447865"/>
                <a:gd name="connsiteX97" fmla="*/ 825049 w 1680522"/>
                <a:gd name="connsiteY97" fmla="*/ 855854 h 1447865"/>
                <a:gd name="connsiteX98" fmla="*/ 433000 w 1680522"/>
                <a:gd name="connsiteY98" fmla="*/ 1003554 h 1447865"/>
                <a:gd name="connsiteX99" fmla="*/ 419538 w 1680522"/>
                <a:gd name="connsiteY99" fmla="*/ 1023239 h 1447865"/>
                <a:gd name="connsiteX100" fmla="*/ 492055 w 1680522"/>
                <a:gd name="connsiteY100" fmla="*/ 1035177 h 1447865"/>
                <a:gd name="connsiteX101" fmla="*/ 455860 w 1680522"/>
                <a:gd name="connsiteY101" fmla="*/ 1059688 h 1447865"/>
                <a:gd name="connsiteX102" fmla="*/ 453193 w 1680522"/>
                <a:gd name="connsiteY102" fmla="*/ 1082548 h 1447865"/>
                <a:gd name="connsiteX103" fmla="*/ 526853 w 1680522"/>
                <a:gd name="connsiteY103" fmla="*/ 1124458 h 1447865"/>
                <a:gd name="connsiteX104" fmla="*/ 527361 w 1680522"/>
                <a:gd name="connsiteY104" fmla="*/ 1271270 h 1447865"/>
                <a:gd name="connsiteX105" fmla="*/ 400615 w 1680522"/>
                <a:gd name="connsiteY105" fmla="*/ 1304417 h 1447865"/>
                <a:gd name="connsiteX106" fmla="*/ 361499 w 1680522"/>
                <a:gd name="connsiteY106" fmla="*/ 1418336 h 1447865"/>
                <a:gd name="connsiteX107" fmla="*/ 590988 w 1680522"/>
                <a:gd name="connsiteY107" fmla="*/ 1424051 h 1447865"/>
                <a:gd name="connsiteX108" fmla="*/ 675698 w 1680522"/>
                <a:gd name="connsiteY108" fmla="*/ 1412748 h 1447865"/>
                <a:gd name="connsiteX109" fmla="*/ 592893 w 1680522"/>
                <a:gd name="connsiteY109" fmla="*/ 1228725 h 1447865"/>
                <a:gd name="connsiteX110" fmla="*/ 572065 w 1680522"/>
                <a:gd name="connsiteY110" fmla="*/ 1137666 h 1447865"/>
                <a:gd name="connsiteX111" fmla="*/ 607244 w 1680522"/>
                <a:gd name="connsiteY111" fmla="*/ 1009142 h 1447865"/>
                <a:gd name="connsiteX112" fmla="*/ 433000 w 1680522"/>
                <a:gd name="connsiteY112" fmla="*/ 1003554 h 1447865"/>
                <a:gd name="connsiteX113" fmla="*/ 416744 w 1680522"/>
                <a:gd name="connsiteY113" fmla="*/ 1117473 h 1447865"/>
                <a:gd name="connsiteX114" fmla="*/ 387788 w 1680522"/>
                <a:gd name="connsiteY114" fmla="*/ 1265810 h 1447865"/>
                <a:gd name="connsiteX115" fmla="*/ 476815 w 1680522"/>
                <a:gd name="connsiteY115" fmla="*/ 1275461 h 1447865"/>
                <a:gd name="connsiteX116" fmla="*/ 520503 w 1680522"/>
                <a:gd name="connsiteY116" fmla="*/ 1176655 h 1447865"/>
                <a:gd name="connsiteX117" fmla="*/ 416744 w 1680522"/>
                <a:gd name="connsiteY117" fmla="*/ 1117473 h 1447865"/>
                <a:gd name="connsiteX118" fmla="*/ 695382 w 1680522"/>
                <a:gd name="connsiteY118" fmla="*/ 1228344 h 1447865"/>
                <a:gd name="connsiteX119" fmla="*/ 694493 w 1680522"/>
                <a:gd name="connsiteY119" fmla="*/ 1273810 h 1447865"/>
                <a:gd name="connsiteX120" fmla="*/ 1551998 w 1680522"/>
                <a:gd name="connsiteY120" fmla="*/ 1273302 h 1447865"/>
                <a:gd name="connsiteX121" fmla="*/ 1554664 w 1680522"/>
                <a:gd name="connsiteY121" fmla="*/ 1228091 h 1447865"/>
                <a:gd name="connsiteX122" fmla="*/ 695382 w 1680522"/>
                <a:gd name="connsiteY122" fmla="*/ 1228344 h 1447865"/>
                <a:gd name="connsiteX0" fmla="*/ 1069398 w 1680522"/>
                <a:gd name="connsiteY0" fmla="*/ 648589 h 1447865"/>
                <a:gd name="connsiteX1" fmla="*/ 1017708 w 1680522"/>
                <a:gd name="connsiteY1" fmla="*/ 647192 h 1447865"/>
                <a:gd name="connsiteX2" fmla="*/ 1012374 w 1680522"/>
                <a:gd name="connsiteY2" fmla="*/ 556641 h 1447865"/>
                <a:gd name="connsiteX3" fmla="*/ 936048 w 1680522"/>
                <a:gd name="connsiteY3" fmla="*/ 619125 h 1447865"/>
                <a:gd name="connsiteX4" fmla="*/ 742245 w 1680522"/>
                <a:gd name="connsiteY4" fmla="*/ 791210 h 1447865"/>
                <a:gd name="connsiteX5" fmla="*/ 932492 w 1680522"/>
                <a:gd name="connsiteY5" fmla="*/ 924433 h 1447865"/>
                <a:gd name="connsiteX6" fmla="*/ 1004881 w 1680522"/>
                <a:gd name="connsiteY6" fmla="*/ 751459 h 1447865"/>
                <a:gd name="connsiteX7" fmla="*/ 1183189 w 1680522"/>
                <a:gd name="connsiteY7" fmla="*/ 748030 h 1447865"/>
                <a:gd name="connsiteX8" fmla="*/ 1620197 w 1680522"/>
                <a:gd name="connsiteY8" fmla="*/ 749808 h 1447865"/>
                <a:gd name="connsiteX9" fmla="*/ 1680522 w 1680522"/>
                <a:gd name="connsiteY9" fmla="*/ 784225 h 1447865"/>
                <a:gd name="connsiteX10" fmla="*/ 1572825 w 1680522"/>
                <a:gd name="connsiteY10" fmla="*/ 1215263 h 1447865"/>
                <a:gd name="connsiteX11" fmla="*/ 1579556 w 1680522"/>
                <a:gd name="connsiteY11" fmla="*/ 1229741 h 1447865"/>
                <a:gd name="connsiteX12" fmla="*/ 1561904 w 1680522"/>
                <a:gd name="connsiteY12" fmla="*/ 1295782 h 1447865"/>
                <a:gd name="connsiteX13" fmla="*/ 1478718 w 1680522"/>
                <a:gd name="connsiteY13" fmla="*/ 1299338 h 1447865"/>
                <a:gd name="connsiteX14" fmla="*/ 704273 w 1680522"/>
                <a:gd name="connsiteY14" fmla="*/ 1298829 h 1447865"/>
                <a:gd name="connsiteX15" fmla="*/ 675189 w 1680522"/>
                <a:gd name="connsiteY15" fmla="*/ 1205104 h 1447865"/>
                <a:gd name="connsiteX16" fmla="*/ 834067 w 1680522"/>
                <a:gd name="connsiteY16" fmla="*/ 1201039 h 1447865"/>
                <a:gd name="connsiteX17" fmla="*/ 789743 w 1680522"/>
                <a:gd name="connsiteY17" fmla="*/ 838200 h 1447865"/>
                <a:gd name="connsiteX18" fmla="*/ 757612 w 1680522"/>
                <a:gd name="connsiteY18" fmla="*/ 824230 h 1447865"/>
                <a:gd name="connsiteX19" fmla="*/ 667696 w 1680522"/>
                <a:gd name="connsiteY19" fmla="*/ 804545 h 1447865"/>
                <a:gd name="connsiteX20" fmla="*/ 514788 w 1680522"/>
                <a:gd name="connsiteY20" fmla="*/ 848106 h 1447865"/>
                <a:gd name="connsiteX21" fmla="*/ 348672 w 1680522"/>
                <a:gd name="connsiteY21" fmla="*/ 804418 h 1447865"/>
                <a:gd name="connsiteX22" fmla="*/ 253295 w 1680522"/>
                <a:gd name="connsiteY22" fmla="*/ 829945 h 1447865"/>
                <a:gd name="connsiteX23" fmla="*/ 247580 w 1680522"/>
                <a:gd name="connsiteY23" fmla="*/ 851789 h 1447865"/>
                <a:gd name="connsiteX24" fmla="*/ 210623 w 1680522"/>
                <a:gd name="connsiteY24" fmla="*/ 1111250 h 1447865"/>
                <a:gd name="connsiteX25" fmla="*/ 430206 w 1680522"/>
                <a:gd name="connsiteY25" fmla="*/ 1090804 h 1447865"/>
                <a:gd name="connsiteX26" fmla="*/ 426142 w 1680522"/>
                <a:gd name="connsiteY26" fmla="*/ 1057148 h 1447865"/>
                <a:gd name="connsiteX27" fmla="*/ 411918 w 1680522"/>
                <a:gd name="connsiteY27" fmla="*/ 983869 h 1447865"/>
                <a:gd name="connsiteX28" fmla="*/ 511994 w 1680522"/>
                <a:gd name="connsiteY28" fmla="*/ 974725 h 1447865"/>
                <a:gd name="connsiteX29" fmla="*/ 579939 w 1680522"/>
                <a:gd name="connsiteY29" fmla="*/ 975868 h 1447865"/>
                <a:gd name="connsiteX30" fmla="*/ 629215 w 1680522"/>
                <a:gd name="connsiteY30" fmla="*/ 1010666 h 1447865"/>
                <a:gd name="connsiteX31" fmla="*/ 596957 w 1680522"/>
                <a:gd name="connsiteY31" fmla="*/ 1085596 h 1447865"/>
                <a:gd name="connsiteX32" fmla="*/ 611308 w 1680522"/>
                <a:gd name="connsiteY32" fmla="*/ 1204341 h 1447865"/>
                <a:gd name="connsiteX33" fmla="*/ 697542 w 1680522"/>
                <a:gd name="connsiteY33" fmla="*/ 1380236 h 1447865"/>
                <a:gd name="connsiteX34" fmla="*/ 680650 w 1680522"/>
                <a:gd name="connsiteY34" fmla="*/ 1444879 h 1447865"/>
                <a:gd name="connsiteX35" fmla="*/ 400869 w 1680522"/>
                <a:gd name="connsiteY35" fmla="*/ 1447419 h 1447865"/>
                <a:gd name="connsiteX36" fmla="*/ 339655 w 1680522"/>
                <a:gd name="connsiteY36" fmla="*/ 1427988 h 1447865"/>
                <a:gd name="connsiteX37" fmla="*/ 349053 w 1680522"/>
                <a:gd name="connsiteY37" fmla="*/ 1340739 h 1447865"/>
                <a:gd name="connsiteX38" fmla="*/ 40443 w 1680522"/>
                <a:gd name="connsiteY38" fmla="*/ 1236726 h 1447865"/>
                <a:gd name="connsiteX39" fmla="*/ 94672 w 1680522"/>
                <a:gd name="connsiteY39" fmla="*/ 949071 h 1447865"/>
                <a:gd name="connsiteX40" fmla="*/ 286061 w 1680522"/>
                <a:gd name="connsiteY40" fmla="*/ 789813 h 1447865"/>
                <a:gd name="connsiteX41" fmla="*/ 194494 w 1680522"/>
                <a:gd name="connsiteY41" fmla="*/ 735838 h 1447865"/>
                <a:gd name="connsiteX42" fmla="*/ 101276 w 1680522"/>
                <a:gd name="connsiteY42" fmla="*/ 621157 h 1447865"/>
                <a:gd name="connsiteX43" fmla="*/ 43110 w 1680522"/>
                <a:gd name="connsiteY43" fmla="*/ 588010 h 1447865"/>
                <a:gd name="connsiteX44" fmla="*/ 21393 w 1680522"/>
                <a:gd name="connsiteY44" fmla="*/ 365125 h 1447865"/>
                <a:gd name="connsiteX45" fmla="*/ 92132 w 1680522"/>
                <a:gd name="connsiteY45" fmla="*/ 307340 h 1447865"/>
                <a:gd name="connsiteX46" fmla="*/ 317938 w 1680522"/>
                <a:gd name="connsiteY46" fmla="*/ 102743 h 1447865"/>
                <a:gd name="connsiteX47" fmla="*/ 696271 w 1680522"/>
                <a:gd name="connsiteY47" fmla="*/ 93472 h 1447865"/>
                <a:gd name="connsiteX48" fmla="*/ 828732 w 1680522"/>
                <a:gd name="connsiteY48" fmla="*/ 169037 h 1447865"/>
                <a:gd name="connsiteX49" fmla="*/ 943540 w 1680522"/>
                <a:gd name="connsiteY49" fmla="*/ 311531 h 1447865"/>
                <a:gd name="connsiteX50" fmla="*/ 1016057 w 1680522"/>
                <a:gd name="connsiteY50" fmla="*/ 364744 h 1447865"/>
                <a:gd name="connsiteX51" fmla="*/ 1012248 w 1680522"/>
                <a:gd name="connsiteY51" fmla="*/ 133604 h 1447865"/>
                <a:gd name="connsiteX52" fmla="*/ 1060380 w 1680522"/>
                <a:gd name="connsiteY52" fmla="*/ 17272 h 1447865"/>
                <a:gd name="connsiteX53" fmla="*/ 1149026 w 1680522"/>
                <a:gd name="connsiteY53" fmla="*/ 0 h 1447865"/>
                <a:gd name="connsiteX54" fmla="*/ 1035107 w 1680522"/>
                <a:gd name="connsiteY54" fmla="*/ 107823 h 1447865"/>
                <a:gd name="connsiteX55" fmla="*/ 1034345 w 1680522"/>
                <a:gd name="connsiteY55" fmla="*/ 623443 h 1447865"/>
                <a:gd name="connsiteX56" fmla="*/ 1035107 w 1680522"/>
                <a:gd name="connsiteY56" fmla="*/ 107823 h 1447865"/>
                <a:gd name="connsiteX57" fmla="*/ 268027 w 1680522"/>
                <a:gd name="connsiteY57" fmla="*/ 154940 h 1447865"/>
                <a:gd name="connsiteX58" fmla="*/ 98482 w 1680522"/>
                <a:gd name="connsiteY58" fmla="*/ 393827 h 1447865"/>
                <a:gd name="connsiteX59" fmla="*/ 96450 w 1680522"/>
                <a:gd name="connsiteY59" fmla="*/ 395986 h 1447865"/>
                <a:gd name="connsiteX60" fmla="*/ 202114 w 1680522"/>
                <a:gd name="connsiteY60" fmla="*/ 708787 h 1447865"/>
                <a:gd name="connsiteX61" fmla="*/ 388042 w 1680522"/>
                <a:gd name="connsiteY61" fmla="*/ 779780 h 1447865"/>
                <a:gd name="connsiteX62" fmla="*/ 691954 w 1680522"/>
                <a:gd name="connsiteY62" fmla="*/ 777240 h 1447865"/>
                <a:gd name="connsiteX63" fmla="*/ 940746 w 1680522"/>
                <a:gd name="connsiteY63" fmla="*/ 489839 h 1447865"/>
                <a:gd name="connsiteX64" fmla="*/ 834574 w 1680522"/>
                <a:gd name="connsiteY64" fmla="*/ 206883 h 1447865"/>
                <a:gd name="connsiteX65" fmla="*/ 509708 w 1680522"/>
                <a:gd name="connsiteY65" fmla="*/ 101854 h 1447865"/>
                <a:gd name="connsiteX66" fmla="*/ 268027 w 1680522"/>
                <a:gd name="connsiteY66" fmla="*/ 154940 h 1447865"/>
                <a:gd name="connsiteX67" fmla="*/ 82480 w 1680522"/>
                <a:gd name="connsiteY67" fmla="*/ 586740 h 1447865"/>
                <a:gd name="connsiteX68" fmla="*/ 77146 w 1680522"/>
                <a:gd name="connsiteY68" fmla="*/ 335280 h 1447865"/>
                <a:gd name="connsiteX69" fmla="*/ 82480 w 1680522"/>
                <a:gd name="connsiteY69" fmla="*/ 586740 h 1447865"/>
                <a:gd name="connsiteX70" fmla="*/ 950144 w 1680522"/>
                <a:gd name="connsiteY70" fmla="*/ 333756 h 1447865"/>
                <a:gd name="connsiteX71" fmla="*/ 946969 w 1680522"/>
                <a:gd name="connsiteY71" fmla="*/ 589534 h 1447865"/>
                <a:gd name="connsiteX72" fmla="*/ 950144 w 1680522"/>
                <a:gd name="connsiteY72" fmla="*/ 333756 h 1447865"/>
                <a:gd name="connsiteX73" fmla="*/ 998912 w 1680522"/>
                <a:gd name="connsiteY73" fmla="*/ 780415 h 1447865"/>
                <a:gd name="connsiteX74" fmla="*/ 967670 w 1680522"/>
                <a:gd name="connsiteY74" fmla="*/ 872363 h 1447865"/>
                <a:gd name="connsiteX75" fmla="*/ 900361 w 1680522"/>
                <a:gd name="connsiteY75" fmla="*/ 1201039 h 1447865"/>
                <a:gd name="connsiteX76" fmla="*/ 1554792 w 1680522"/>
                <a:gd name="connsiteY76" fmla="*/ 1201039 h 1447865"/>
                <a:gd name="connsiteX77" fmla="*/ 1650804 w 1680522"/>
                <a:gd name="connsiteY77" fmla="*/ 777621 h 1447865"/>
                <a:gd name="connsiteX78" fmla="*/ 1060254 w 1680522"/>
                <a:gd name="connsiteY78" fmla="*/ 775843 h 1447865"/>
                <a:gd name="connsiteX79" fmla="*/ 998912 w 1680522"/>
                <a:gd name="connsiteY79" fmla="*/ 780415 h 1447865"/>
                <a:gd name="connsiteX80" fmla="*/ 436175 w 1680522"/>
                <a:gd name="connsiteY80" fmla="*/ 803656 h 1447865"/>
                <a:gd name="connsiteX81" fmla="*/ 593528 w 1680522"/>
                <a:gd name="connsiteY81" fmla="*/ 803402 h 1447865"/>
                <a:gd name="connsiteX82" fmla="*/ 436175 w 1680522"/>
                <a:gd name="connsiteY82" fmla="*/ 803656 h 1447865"/>
                <a:gd name="connsiteX83" fmla="*/ 50857 w 1680522"/>
                <a:gd name="connsiteY83" fmla="*/ 1151001 h 1447865"/>
                <a:gd name="connsiteX84" fmla="*/ 73336 w 1680522"/>
                <a:gd name="connsiteY84" fmla="*/ 1247521 h 1447865"/>
                <a:gd name="connsiteX85" fmla="*/ 363912 w 1680522"/>
                <a:gd name="connsiteY85" fmla="*/ 1318133 h 1447865"/>
                <a:gd name="connsiteX86" fmla="*/ 380168 w 1680522"/>
                <a:gd name="connsiteY86" fmla="*/ 1289304 h 1447865"/>
                <a:gd name="connsiteX87" fmla="*/ 362515 w 1680522"/>
                <a:gd name="connsiteY87" fmla="*/ 1120648 h 1447865"/>
                <a:gd name="connsiteX88" fmla="*/ 140011 w 1680522"/>
                <a:gd name="connsiteY88" fmla="*/ 1138555 h 1447865"/>
                <a:gd name="connsiteX89" fmla="*/ 185731 w 1680522"/>
                <a:gd name="connsiteY89" fmla="*/ 1111504 h 1447865"/>
                <a:gd name="connsiteX90" fmla="*/ 220910 w 1680522"/>
                <a:gd name="connsiteY90" fmla="*/ 846201 h 1447865"/>
                <a:gd name="connsiteX91" fmla="*/ 50857 w 1680522"/>
                <a:gd name="connsiteY91" fmla="*/ 1151001 h 1447865"/>
                <a:gd name="connsiteX92" fmla="*/ 825049 w 1680522"/>
                <a:gd name="connsiteY92" fmla="*/ 855854 h 1447865"/>
                <a:gd name="connsiteX93" fmla="*/ 857307 w 1680522"/>
                <a:gd name="connsiteY93" fmla="*/ 1201039 h 1447865"/>
                <a:gd name="connsiteX94" fmla="*/ 875468 w 1680522"/>
                <a:gd name="connsiteY94" fmla="*/ 1201039 h 1447865"/>
                <a:gd name="connsiteX95" fmla="*/ 922331 w 1680522"/>
                <a:gd name="connsiteY95" fmla="*/ 958216 h 1447865"/>
                <a:gd name="connsiteX96" fmla="*/ 825049 w 1680522"/>
                <a:gd name="connsiteY96" fmla="*/ 855854 h 1447865"/>
                <a:gd name="connsiteX97" fmla="*/ 433000 w 1680522"/>
                <a:gd name="connsiteY97" fmla="*/ 1003554 h 1447865"/>
                <a:gd name="connsiteX98" fmla="*/ 419538 w 1680522"/>
                <a:gd name="connsiteY98" fmla="*/ 1023239 h 1447865"/>
                <a:gd name="connsiteX99" fmla="*/ 492055 w 1680522"/>
                <a:gd name="connsiteY99" fmla="*/ 1035177 h 1447865"/>
                <a:gd name="connsiteX100" fmla="*/ 455860 w 1680522"/>
                <a:gd name="connsiteY100" fmla="*/ 1059688 h 1447865"/>
                <a:gd name="connsiteX101" fmla="*/ 453193 w 1680522"/>
                <a:gd name="connsiteY101" fmla="*/ 1082548 h 1447865"/>
                <a:gd name="connsiteX102" fmla="*/ 526853 w 1680522"/>
                <a:gd name="connsiteY102" fmla="*/ 1124458 h 1447865"/>
                <a:gd name="connsiteX103" fmla="*/ 527361 w 1680522"/>
                <a:gd name="connsiteY103" fmla="*/ 1271270 h 1447865"/>
                <a:gd name="connsiteX104" fmla="*/ 400615 w 1680522"/>
                <a:gd name="connsiteY104" fmla="*/ 1304417 h 1447865"/>
                <a:gd name="connsiteX105" fmla="*/ 361499 w 1680522"/>
                <a:gd name="connsiteY105" fmla="*/ 1418336 h 1447865"/>
                <a:gd name="connsiteX106" fmla="*/ 590988 w 1680522"/>
                <a:gd name="connsiteY106" fmla="*/ 1424051 h 1447865"/>
                <a:gd name="connsiteX107" fmla="*/ 675698 w 1680522"/>
                <a:gd name="connsiteY107" fmla="*/ 1412748 h 1447865"/>
                <a:gd name="connsiteX108" fmla="*/ 592893 w 1680522"/>
                <a:gd name="connsiteY108" fmla="*/ 1228725 h 1447865"/>
                <a:gd name="connsiteX109" fmla="*/ 572065 w 1680522"/>
                <a:gd name="connsiteY109" fmla="*/ 1137666 h 1447865"/>
                <a:gd name="connsiteX110" fmla="*/ 607244 w 1680522"/>
                <a:gd name="connsiteY110" fmla="*/ 1009142 h 1447865"/>
                <a:gd name="connsiteX111" fmla="*/ 433000 w 1680522"/>
                <a:gd name="connsiteY111" fmla="*/ 1003554 h 1447865"/>
                <a:gd name="connsiteX112" fmla="*/ 416744 w 1680522"/>
                <a:gd name="connsiteY112" fmla="*/ 1117473 h 1447865"/>
                <a:gd name="connsiteX113" fmla="*/ 387788 w 1680522"/>
                <a:gd name="connsiteY113" fmla="*/ 1265810 h 1447865"/>
                <a:gd name="connsiteX114" fmla="*/ 476815 w 1680522"/>
                <a:gd name="connsiteY114" fmla="*/ 1275461 h 1447865"/>
                <a:gd name="connsiteX115" fmla="*/ 520503 w 1680522"/>
                <a:gd name="connsiteY115" fmla="*/ 1176655 h 1447865"/>
                <a:gd name="connsiteX116" fmla="*/ 416744 w 1680522"/>
                <a:gd name="connsiteY116" fmla="*/ 1117473 h 1447865"/>
                <a:gd name="connsiteX117" fmla="*/ 695382 w 1680522"/>
                <a:gd name="connsiteY117" fmla="*/ 1228344 h 1447865"/>
                <a:gd name="connsiteX118" fmla="*/ 694493 w 1680522"/>
                <a:gd name="connsiteY118" fmla="*/ 1273810 h 1447865"/>
                <a:gd name="connsiteX119" fmla="*/ 1551998 w 1680522"/>
                <a:gd name="connsiteY119" fmla="*/ 1273302 h 1447865"/>
                <a:gd name="connsiteX120" fmla="*/ 1554664 w 1680522"/>
                <a:gd name="connsiteY120" fmla="*/ 1228091 h 1447865"/>
                <a:gd name="connsiteX121" fmla="*/ 695382 w 1680522"/>
                <a:gd name="connsiteY121" fmla="*/ 1228344 h 1447865"/>
                <a:gd name="connsiteX0" fmla="*/ 1069398 w 1680522"/>
                <a:gd name="connsiteY0" fmla="*/ 631316 h 1430592"/>
                <a:gd name="connsiteX1" fmla="*/ 1017708 w 1680522"/>
                <a:gd name="connsiteY1" fmla="*/ 629919 h 1430592"/>
                <a:gd name="connsiteX2" fmla="*/ 1012374 w 1680522"/>
                <a:gd name="connsiteY2" fmla="*/ 539368 h 1430592"/>
                <a:gd name="connsiteX3" fmla="*/ 936048 w 1680522"/>
                <a:gd name="connsiteY3" fmla="*/ 601852 h 1430592"/>
                <a:gd name="connsiteX4" fmla="*/ 742245 w 1680522"/>
                <a:gd name="connsiteY4" fmla="*/ 773937 h 1430592"/>
                <a:gd name="connsiteX5" fmla="*/ 932492 w 1680522"/>
                <a:gd name="connsiteY5" fmla="*/ 907160 h 1430592"/>
                <a:gd name="connsiteX6" fmla="*/ 1004881 w 1680522"/>
                <a:gd name="connsiteY6" fmla="*/ 734186 h 1430592"/>
                <a:gd name="connsiteX7" fmla="*/ 1183189 w 1680522"/>
                <a:gd name="connsiteY7" fmla="*/ 730757 h 1430592"/>
                <a:gd name="connsiteX8" fmla="*/ 1620197 w 1680522"/>
                <a:gd name="connsiteY8" fmla="*/ 732535 h 1430592"/>
                <a:gd name="connsiteX9" fmla="*/ 1680522 w 1680522"/>
                <a:gd name="connsiteY9" fmla="*/ 766952 h 1430592"/>
                <a:gd name="connsiteX10" fmla="*/ 1572825 w 1680522"/>
                <a:gd name="connsiteY10" fmla="*/ 1197990 h 1430592"/>
                <a:gd name="connsiteX11" fmla="*/ 1579556 w 1680522"/>
                <a:gd name="connsiteY11" fmla="*/ 1212468 h 1430592"/>
                <a:gd name="connsiteX12" fmla="*/ 1561904 w 1680522"/>
                <a:gd name="connsiteY12" fmla="*/ 1278509 h 1430592"/>
                <a:gd name="connsiteX13" fmla="*/ 1478718 w 1680522"/>
                <a:gd name="connsiteY13" fmla="*/ 1282065 h 1430592"/>
                <a:gd name="connsiteX14" fmla="*/ 704273 w 1680522"/>
                <a:gd name="connsiteY14" fmla="*/ 1281556 h 1430592"/>
                <a:gd name="connsiteX15" fmla="*/ 675189 w 1680522"/>
                <a:gd name="connsiteY15" fmla="*/ 1187831 h 1430592"/>
                <a:gd name="connsiteX16" fmla="*/ 834067 w 1680522"/>
                <a:gd name="connsiteY16" fmla="*/ 1183766 h 1430592"/>
                <a:gd name="connsiteX17" fmla="*/ 789743 w 1680522"/>
                <a:gd name="connsiteY17" fmla="*/ 820927 h 1430592"/>
                <a:gd name="connsiteX18" fmla="*/ 757612 w 1680522"/>
                <a:gd name="connsiteY18" fmla="*/ 806957 h 1430592"/>
                <a:gd name="connsiteX19" fmla="*/ 667696 w 1680522"/>
                <a:gd name="connsiteY19" fmla="*/ 787272 h 1430592"/>
                <a:gd name="connsiteX20" fmla="*/ 514788 w 1680522"/>
                <a:gd name="connsiteY20" fmla="*/ 830833 h 1430592"/>
                <a:gd name="connsiteX21" fmla="*/ 348672 w 1680522"/>
                <a:gd name="connsiteY21" fmla="*/ 787145 h 1430592"/>
                <a:gd name="connsiteX22" fmla="*/ 253295 w 1680522"/>
                <a:gd name="connsiteY22" fmla="*/ 812672 h 1430592"/>
                <a:gd name="connsiteX23" fmla="*/ 247580 w 1680522"/>
                <a:gd name="connsiteY23" fmla="*/ 834516 h 1430592"/>
                <a:gd name="connsiteX24" fmla="*/ 210623 w 1680522"/>
                <a:gd name="connsiteY24" fmla="*/ 1093977 h 1430592"/>
                <a:gd name="connsiteX25" fmla="*/ 430206 w 1680522"/>
                <a:gd name="connsiteY25" fmla="*/ 1073531 h 1430592"/>
                <a:gd name="connsiteX26" fmla="*/ 426142 w 1680522"/>
                <a:gd name="connsiteY26" fmla="*/ 1039875 h 1430592"/>
                <a:gd name="connsiteX27" fmla="*/ 411918 w 1680522"/>
                <a:gd name="connsiteY27" fmla="*/ 966596 h 1430592"/>
                <a:gd name="connsiteX28" fmla="*/ 511994 w 1680522"/>
                <a:gd name="connsiteY28" fmla="*/ 957452 h 1430592"/>
                <a:gd name="connsiteX29" fmla="*/ 579939 w 1680522"/>
                <a:gd name="connsiteY29" fmla="*/ 958595 h 1430592"/>
                <a:gd name="connsiteX30" fmla="*/ 629215 w 1680522"/>
                <a:gd name="connsiteY30" fmla="*/ 993393 h 1430592"/>
                <a:gd name="connsiteX31" fmla="*/ 596957 w 1680522"/>
                <a:gd name="connsiteY31" fmla="*/ 1068323 h 1430592"/>
                <a:gd name="connsiteX32" fmla="*/ 611308 w 1680522"/>
                <a:gd name="connsiteY32" fmla="*/ 1187068 h 1430592"/>
                <a:gd name="connsiteX33" fmla="*/ 697542 w 1680522"/>
                <a:gd name="connsiteY33" fmla="*/ 1362963 h 1430592"/>
                <a:gd name="connsiteX34" fmla="*/ 680650 w 1680522"/>
                <a:gd name="connsiteY34" fmla="*/ 1427606 h 1430592"/>
                <a:gd name="connsiteX35" fmla="*/ 400869 w 1680522"/>
                <a:gd name="connsiteY35" fmla="*/ 1430146 h 1430592"/>
                <a:gd name="connsiteX36" fmla="*/ 339655 w 1680522"/>
                <a:gd name="connsiteY36" fmla="*/ 1410715 h 1430592"/>
                <a:gd name="connsiteX37" fmla="*/ 349053 w 1680522"/>
                <a:gd name="connsiteY37" fmla="*/ 1323466 h 1430592"/>
                <a:gd name="connsiteX38" fmla="*/ 40443 w 1680522"/>
                <a:gd name="connsiteY38" fmla="*/ 1219453 h 1430592"/>
                <a:gd name="connsiteX39" fmla="*/ 94672 w 1680522"/>
                <a:gd name="connsiteY39" fmla="*/ 931798 h 1430592"/>
                <a:gd name="connsiteX40" fmla="*/ 286061 w 1680522"/>
                <a:gd name="connsiteY40" fmla="*/ 772540 h 1430592"/>
                <a:gd name="connsiteX41" fmla="*/ 194494 w 1680522"/>
                <a:gd name="connsiteY41" fmla="*/ 718565 h 1430592"/>
                <a:gd name="connsiteX42" fmla="*/ 101276 w 1680522"/>
                <a:gd name="connsiteY42" fmla="*/ 603884 h 1430592"/>
                <a:gd name="connsiteX43" fmla="*/ 43110 w 1680522"/>
                <a:gd name="connsiteY43" fmla="*/ 570737 h 1430592"/>
                <a:gd name="connsiteX44" fmla="*/ 21393 w 1680522"/>
                <a:gd name="connsiteY44" fmla="*/ 347852 h 1430592"/>
                <a:gd name="connsiteX45" fmla="*/ 92132 w 1680522"/>
                <a:gd name="connsiteY45" fmla="*/ 290067 h 1430592"/>
                <a:gd name="connsiteX46" fmla="*/ 317938 w 1680522"/>
                <a:gd name="connsiteY46" fmla="*/ 85470 h 1430592"/>
                <a:gd name="connsiteX47" fmla="*/ 696271 w 1680522"/>
                <a:gd name="connsiteY47" fmla="*/ 76199 h 1430592"/>
                <a:gd name="connsiteX48" fmla="*/ 828732 w 1680522"/>
                <a:gd name="connsiteY48" fmla="*/ 151764 h 1430592"/>
                <a:gd name="connsiteX49" fmla="*/ 943540 w 1680522"/>
                <a:gd name="connsiteY49" fmla="*/ 294258 h 1430592"/>
                <a:gd name="connsiteX50" fmla="*/ 1016057 w 1680522"/>
                <a:gd name="connsiteY50" fmla="*/ 347471 h 1430592"/>
                <a:gd name="connsiteX51" fmla="*/ 1012248 w 1680522"/>
                <a:gd name="connsiteY51" fmla="*/ 116331 h 1430592"/>
                <a:gd name="connsiteX52" fmla="*/ 1060380 w 1680522"/>
                <a:gd name="connsiteY52" fmla="*/ -1 h 1430592"/>
                <a:gd name="connsiteX53" fmla="*/ 1035107 w 1680522"/>
                <a:gd name="connsiteY53" fmla="*/ 90550 h 1430592"/>
                <a:gd name="connsiteX54" fmla="*/ 1034345 w 1680522"/>
                <a:gd name="connsiteY54" fmla="*/ 606170 h 1430592"/>
                <a:gd name="connsiteX55" fmla="*/ 1035107 w 1680522"/>
                <a:gd name="connsiteY55" fmla="*/ 90550 h 1430592"/>
                <a:gd name="connsiteX56" fmla="*/ 268027 w 1680522"/>
                <a:gd name="connsiteY56" fmla="*/ 137667 h 1430592"/>
                <a:gd name="connsiteX57" fmla="*/ 98482 w 1680522"/>
                <a:gd name="connsiteY57" fmla="*/ 376554 h 1430592"/>
                <a:gd name="connsiteX58" fmla="*/ 96450 w 1680522"/>
                <a:gd name="connsiteY58" fmla="*/ 378713 h 1430592"/>
                <a:gd name="connsiteX59" fmla="*/ 202114 w 1680522"/>
                <a:gd name="connsiteY59" fmla="*/ 691514 h 1430592"/>
                <a:gd name="connsiteX60" fmla="*/ 388042 w 1680522"/>
                <a:gd name="connsiteY60" fmla="*/ 762507 h 1430592"/>
                <a:gd name="connsiteX61" fmla="*/ 691954 w 1680522"/>
                <a:gd name="connsiteY61" fmla="*/ 759967 h 1430592"/>
                <a:gd name="connsiteX62" fmla="*/ 940746 w 1680522"/>
                <a:gd name="connsiteY62" fmla="*/ 472566 h 1430592"/>
                <a:gd name="connsiteX63" fmla="*/ 834574 w 1680522"/>
                <a:gd name="connsiteY63" fmla="*/ 189610 h 1430592"/>
                <a:gd name="connsiteX64" fmla="*/ 509708 w 1680522"/>
                <a:gd name="connsiteY64" fmla="*/ 84581 h 1430592"/>
                <a:gd name="connsiteX65" fmla="*/ 268027 w 1680522"/>
                <a:gd name="connsiteY65" fmla="*/ 137667 h 1430592"/>
                <a:gd name="connsiteX66" fmla="*/ 82480 w 1680522"/>
                <a:gd name="connsiteY66" fmla="*/ 569467 h 1430592"/>
                <a:gd name="connsiteX67" fmla="*/ 77146 w 1680522"/>
                <a:gd name="connsiteY67" fmla="*/ 318007 h 1430592"/>
                <a:gd name="connsiteX68" fmla="*/ 82480 w 1680522"/>
                <a:gd name="connsiteY68" fmla="*/ 569467 h 1430592"/>
                <a:gd name="connsiteX69" fmla="*/ 950144 w 1680522"/>
                <a:gd name="connsiteY69" fmla="*/ 316483 h 1430592"/>
                <a:gd name="connsiteX70" fmla="*/ 946969 w 1680522"/>
                <a:gd name="connsiteY70" fmla="*/ 572261 h 1430592"/>
                <a:gd name="connsiteX71" fmla="*/ 950144 w 1680522"/>
                <a:gd name="connsiteY71" fmla="*/ 316483 h 1430592"/>
                <a:gd name="connsiteX72" fmla="*/ 998912 w 1680522"/>
                <a:gd name="connsiteY72" fmla="*/ 763142 h 1430592"/>
                <a:gd name="connsiteX73" fmla="*/ 967670 w 1680522"/>
                <a:gd name="connsiteY73" fmla="*/ 855090 h 1430592"/>
                <a:gd name="connsiteX74" fmla="*/ 900361 w 1680522"/>
                <a:gd name="connsiteY74" fmla="*/ 1183766 h 1430592"/>
                <a:gd name="connsiteX75" fmla="*/ 1554792 w 1680522"/>
                <a:gd name="connsiteY75" fmla="*/ 1183766 h 1430592"/>
                <a:gd name="connsiteX76" fmla="*/ 1650804 w 1680522"/>
                <a:gd name="connsiteY76" fmla="*/ 760348 h 1430592"/>
                <a:gd name="connsiteX77" fmla="*/ 1060254 w 1680522"/>
                <a:gd name="connsiteY77" fmla="*/ 758570 h 1430592"/>
                <a:gd name="connsiteX78" fmla="*/ 998912 w 1680522"/>
                <a:gd name="connsiteY78" fmla="*/ 763142 h 1430592"/>
                <a:gd name="connsiteX79" fmla="*/ 436175 w 1680522"/>
                <a:gd name="connsiteY79" fmla="*/ 786383 h 1430592"/>
                <a:gd name="connsiteX80" fmla="*/ 593528 w 1680522"/>
                <a:gd name="connsiteY80" fmla="*/ 786129 h 1430592"/>
                <a:gd name="connsiteX81" fmla="*/ 436175 w 1680522"/>
                <a:gd name="connsiteY81" fmla="*/ 786383 h 1430592"/>
                <a:gd name="connsiteX82" fmla="*/ 50857 w 1680522"/>
                <a:gd name="connsiteY82" fmla="*/ 1133728 h 1430592"/>
                <a:gd name="connsiteX83" fmla="*/ 73336 w 1680522"/>
                <a:gd name="connsiteY83" fmla="*/ 1230248 h 1430592"/>
                <a:gd name="connsiteX84" fmla="*/ 363912 w 1680522"/>
                <a:gd name="connsiteY84" fmla="*/ 1300860 h 1430592"/>
                <a:gd name="connsiteX85" fmla="*/ 380168 w 1680522"/>
                <a:gd name="connsiteY85" fmla="*/ 1272031 h 1430592"/>
                <a:gd name="connsiteX86" fmla="*/ 362515 w 1680522"/>
                <a:gd name="connsiteY86" fmla="*/ 1103375 h 1430592"/>
                <a:gd name="connsiteX87" fmla="*/ 140011 w 1680522"/>
                <a:gd name="connsiteY87" fmla="*/ 1121282 h 1430592"/>
                <a:gd name="connsiteX88" fmla="*/ 185731 w 1680522"/>
                <a:gd name="connsiteY88" fmla="*/ 1094231 h 1430592"/>
                <a:gd name="connsiteX89" fmla="*/ 220910 w 1680522"/>
                <a:gd name="connsiteY89" fmla="*/ 828928 h 1430592"/>
                <a:gd name="connsiteX90" fmla="*/ 50857 w 1680522"/>
                <a:gd name="connsiteY90" fmla="*/ 1133728 h 1430592"/>
                <a:gd name="connsiteX91" fmla="*/ 825049 w 1680522"/>
                <a:gd name="connsiteY91" fmla="*/ 838581 h 1430592"/>
                <a:gd name="connsiteX92" fmla="*/ 857307 w 1680522"/>
                <a:gd name="connsiteY92" fmla="*/ 1183766 h 1430592"/>
                <a:gd name="connsiteX93" fmla="*/ 875468 w 1680522"/>
                <a:gd name="connsiteY93" fmla="*/ 1183766 h 1430592"/>
                <a:gd name="connsiteX94" fmla="*/ 922331 w 1680522"/>
                <a:gd name="connsiteY94" fmla="*/ 940943 h 1430592"/>
                <a:gd name="connsiteX95" fmla="*/ 825049 w 1680522"/>
                <a:gd name="connsiteY95" fmla="*/ 838581 h 1430592"/>
                <a:gd name="connsiteX96" fmla="*/ 433000 w 1680522"/>
                <a:gd name="connsiteY96" fmla="*/ 986281 h 1430592"/>
                <a:gd name="connsiteX97" fmla="*/ 419538 w 1680522"/>
                <a:gd name="connsiteY97" fmla="*/ 1005966 h 1430592"/>
                <a:gd name="connsiteX98" fmla="*/ 492055 w 1680522"/>
                <a:gd name="connsiteY98" fmla="*/ 1017904 h 1430592"/>
                <a:gd name="connsiteX99" fmla="*/ 455860 w 1680522"/>
                <a:gd name="connsiteY99" fmla="*/ 1042415 h 1430592"/>
                <a:gd name="connsiteX100" fmla="*/ 453193 w 1680522"/>
                <a:gd name="connsiteY100" fmla="*/ 1065275 h 1430592"/>
                <a:gd name="connsiteX101" fmla="*/ 526853 w 1680522"/>
                <a:gd name="connsiteY101" fmla="*/ 1107185 h 1430592"/>
                <a:gd name="connsiteX102" fmla="*/ 527361 w 1680522"/>
                <a:gd name="connsiteY102" fmla="*/ 1253997 h 1430592"/>
                <a:gd name="connsiteX103" fmla="*/ 400615 w 1680522"/>
                <a:gd name="connsiteY103" fmla="*/ 1287144 h 1430592"/>
                <a:gd name="connsiteX104" fmla="*/ 361499 w 1680522"/>
                <a:gd name="connsiteY104" fmla="*/ 1401063 h 1430592"/>
                <a:gd name="connsiteX105" fmla="*/ 590988 w 1680522"/>
                <a:gd name="connsiteY105" fmla="*/ 1406778 h 1430592"/>
                <a:gd name="connsiteX106" fmla="*/ 675698 w 1680522"/>
                <a:gd name="connsiteY106" fmla="*/ 1395475 h 1430592"/>
                <a:gd name="connsiteX107" fmla="*/ 592893 w 1680522"/>
                <a:gd name="connsiteY107" fmla="*/ 1211452 h 1430592"/>
                <a:gd name="connsiteX108" fmla="*/ 572065 w 1680522"/>
                <a:gd name="connsiteY108" fmla="*/ 1120393 h 1430592"/>
                <a:gd name="connsiteX109" fmla="*/ 607244 w 1680522"/>
                <a:gd name="connsiteY109" fmla="*/ 991869 h 1430592"/>
                <a:gd name="connsiteX110" fmla="*/ 433000 w 1680522"/>
                <a:gd name="connsiteY110" fmla="*/ 986281 h 1430592"/>
                <a:gd name="connsiteX111" fmla="*/ 416744 w 1680522"/>
                <a:gd name="connsiteY111" fmla="*/ 1100200 h 1430592"/>
                <a:gd name="connsiteX112" fmla="*/ 387788 w 1680522"/>
                <a:gd name="connsiteY112" fmla="*/ 1248537 h 1430592"/>
                <a:gd name="connsiteX113" fmla="*/ 476815 w 1680522"/>
                <a:gd name="connsiteY113" fmla="*/ 1258188 h 1430592"/>
                <a:gd name="connsiteX114" fmla="*/ 520503 w 1680522"/>
                <a:gd name="connsiteY114" fmla="*/ 1159382 h 1430592"/>
                <a:gd name="connsiteX115" fmla="*/ 416744 w 1680522"/>
                <a:gd name="connsiteY115" fmla="*/ 1100200 h 1430592"/>
                <a:gd name="connsiteX116" fmla="*/ 695382 w 1680522"/>
                <a:gd name="connsiteY116" fmla="*/ 1211071 h 1430592"/>
                <a:gd name="connsiteX117" fmla="*/ 694493 w 1680522"/>
                <a:gd name="connsiteY117" fmla="*/ 1256537 h 1430592"/>
                <a:gd name="connsiteX118" fmla="*/ 1551998 w 1680522"/>
                <a:gd name="connsiteY118" fmla="*/ 1256029 h 1430592"/>
                <a:gd name="connsiteX119" fmla="*/ 1554664 w 1680522"/>
                <a:gd name="connsiteY119" fmla="*/ 1210818 h 1430592"/>
                <a:gd name="connsiteX120" fmla="*/ 695382 w 1680522"/>
                <a:gd name="connsiteY120" fmla="*/ 1211071 h 1430592"/>
                <a:gd name="connsiteX0" fmla="*/ 1069398 w 1680522"/>
                <a:gd name="connsiteY0" fmla="*/ 574865 h 1374141"/>
                <a:gd name="connsiteX1" fmla="*/ 1017708 w 1680522"/>
                <a:gd name="connsiteY1" fmla="*/ 573468 h 1374141"/>
                <a:gd name="connsiteX2" fmla="*/ 1012374 w 1680522"/>
                <a:gd name="connsiteY2" fmla="*/ 482917 h 1374141"/>
                <a:gd name="connsiteX3" fmla="*/ 936048 w 1680522"/>
                <a:gd name="connsiteY3" fmla="*/ 545401 h 1374141"/>
                <a:gd name="connsiteX4" fmla="*/ 742245 w 1680522"/>
                <a:gd name="connsiteY4" fmla="*/ 717486 h 1374141"/>
                <a:gd name="connsiteX5" fmla="*/ 932492 w 1680522"/>
                <a:gd name="connsiteY5" fmla="*/ 850709 h 1374141"/>
                <a:gd name="connsiteX6" fmla="*/ 1004881 w 1680522"/>
                <a:gd name="connsiteY6" fmla="*/ 677735 h 1374141"/>
                <a:gd name="connsiteX7" fmla="*/ 1183189 w 1680522"/>
                <a:gd name="connsiteY7" fmla="*/ 674306 h 1374141"/>
                <a:gd name="connsiteX8" fmla="*/ 1620197 w 1680522"/>
                <a:gd name="connsiteY8" fmla="*/ 676084 h 1374141"/>
                <a:gd name="connsiteX9" fmla="*/ 1680522 w 1680522"/>
                <a:gd name="connsiteY9" fmla="*/ 710501 h 1374141"/>
                <a:gd name="connsiteX10" fmla="*/ 1572825 w 1680522"/>
                <a:gd name="connsiteY10" fmla="*/ 1141539 h 1374141"/>
                <a:gd name="connsiteX11" fmla="*/ 1579556 w 1680522"/>
                <a:gd name="connsiteY11" fmla="*/ 1156017 h 1374141"/>
                <a:gd name="connsiteX12" fmla="*/ 1561904 w 1680522"/>
                <a:gd name="connsiteY12" fmla="*/ 1222058 h 1374141"/>
                <a:gd name="connsiteX13" fmla="*/ 1478718 w 1680522"/>
                <a:gd name="connsiteY13" fmla="*/ 1225614 h 1374141"/>
                <a:gd name="connsiteX14" fmla="*/ 704273 w 1680522"/>
                <a:gd name="connsiteY14" fmla="*/ 1225105 h 1374141"/>
                <a:gd name="connsiteX15" fmla="*/ 675189 w 1680522"/>
                <a:gd name="connsiteY15" fmla="*/ 1131380 h 1374141"/>
                <a:gd name="connsiteX16" fmla="*/ 834067 w 1680522"/>
                <a:gd name="connsiteY16" fmla="*/ 1127315 h 1374141"/>
                <a:gd name="connsiteX17" fmla="*/ 789743 w 1680522"/>
                <a:gd name="connsiteY17" fmla="*/ 764476 h 1374141"/>
                <a:gd name="connsiteX18" fmla="*/ 757612 w 1680522"/>
                <a:gd name="connsiteY18" fmla="*/ 750506 h 1374141"/>
                <a:gd name="connsiteX19" fmla="*/ 667696 w 1680522"/>
                <a:gd name="connsiteY19" fmla="*/ 730821 h 1374141"/>
                <a:gd name="connsiteX20" fmla="*/ 514788 w 1680522"/>
                <a:gd name="connsiteY20" fmla="*/ 774382 h 1374141"/>
                <a:gd name="connsiteX21" fmla="*/ 348672 w 1680522"/>
                <a:gd name="connsiteY21" fmla="*/ 730694 h 1374141"/>
                <a:gd name="connsiteX22" fmla="*/ 253295 w 1680522"/>
                <a:gd name="connsiteY22" fmla="*/ 756221 h 1374141"/>
                <a:gd name="connsiteX23" fmla="*/ 247580 w 1680522"/>
                <a:gd name="connsiteY23" fmla="*/ 778065 h 1374141"/>
                <a:gd name="connsiteX24" fmla="*/ 210623 w 1680522"/>
                <a:gd name="connsiteY24" fmla="*/ 1037526 h 1374141"/>
                <a:gd name="connsiteX25" fmla="*/ 430206 w 1680522"/>
                <a:gd name="connsiteY25" fmla="*/ 1017080 h 1374141"/>
                <a:gd name="connsiteX26" fmla="*/ 426142 w 1680522"/>
                <a:gd name="connsiteY26" fmla="*/ 983424 h 1374141"/>
                <a:gd name="connsiteX27" fmla="*/ 411918 w 1680522"/>
                <a:gd name="connsiteY27" fmla="*/ 910145 h 1374141"/>
                <a:gd name="connsiteX28" fmla="*/ 511994 w 1680522"/>
                <a:gd name="connsiteY28" fmla="*/ 901001 h 1374141"/>
                <a:gd name="connsiteX29" fmla="*/ 579939 w 1680522"/>
                <a:gd name="connsiteY29" fmla="*/ 902144 h 1374141"/>
                <a:gd name="connsiteX30" fmla="*/ 629215 w 1680522"/>
                <a:gd name="connsiteY30" fmla="*/ 936942 h 1374141"/>
                <a:gd name="connsiteX31" fmla="*/ 596957 w 1680522"/>
                <a:gd name="connsiteY31" fmla="*/ 1011872 h 1374141"/>
                <a:gd name="connsiteX32" fmla="*/ 611308 w 1680522"/>
                <a:gd name="connsiteY32" fmla="*/ 1130617 h 1374141"/>
                <a:gd name="connsiteX33" fmla="*/ 697542 w 1680522"/>
                <a:gd name="connsiteY33" fmla="*/ 1306512 h 1374141"/>
                <a:gd name="connsiteX34" fmla="*/ 680650 w 1680522"/>
                <a:gd name="connsiteY34" fmla="*/ 1371155 h 1374141"/>
                <a:gd name="connsiteX35" fmla="*/ 400869 w 1680522"/>
                <a:gd name="connsiteY35" fmla="*/ 1373695 h 1374141"/>
                <a:gd name="connsiteX36" fmla="*/ 339655 w 1680522"/>
                <a:gd name="connsiteY36" fmla="*/ 1354264 h 1374141"/>
                <a:gd name="connsiteX37" fmla="*/ 349053 w 1680522"/>
                <a:gd name="connsiteY37" fmla="*/ 1267015 h 1374141"/>
                <a:gd name="connsiteX38" fmla="*/ 40443 w 1680522"/>
                <a:gd name="connsiteY38" fmla="*/ 1163002 h 1374141"/>
                <a:gd name="connsiteX39" fmla="*/ 94672 w 1680522"/>
                <a:gd name="connsiteY39" fmla="*/ 875347 h 1374141"/>
                <a:gd name="connsiteX40" fmla="*/ 286061 w 1680522"/>
                <a:gd name="connsiteY40" fmla="*/ 716089 h 1374141"/>
                <a:gd name="connsiteX41" fmla="*/ 194494 w 1680522"/>
                <a:gd name="connsiteY41" fmla="*/ 662114 h 1374141"/>
                <a:gd name="connsiteX42" fmla="*/ 101276 w 1680522"/>
                <a:gd name="connsiteY42" fmla="*/ 547433 h 1374141"/>
                <a:gd name="connsiteX43" fmla="*/ 43110 w 1680522"/>
                <a:gd name="connsiteY43" fmla="*/ 514286 h 1374141"/>
                <a:gd name="connsiteX44" fmla="*/ 21393 w 1680522"/>
                <a:gd name="connsiteY44" fmla="*/ 291401 h 1374141"/>
                <a:gd name="connsiteX45" fmla="*/ 92132 w 1680522"/>
                <a:gd name="connsiteY45" fmla="*/ 233616 h 1374141"/>
                <a:gd name="connsiteX46" fmla="*/ 317938 w 1680522"/>
                <a:gd name="connsiteY46" fmla="*/ 29019 h 1374141"/>
                <a:gd name="connsiteX47" fmla="*/ 696271 w 1680522"/>
                <a:gd name="connsiteY47" fmla="*/ 19748 h 1374141"/>
                <a:gd name="connsiteX48" fmla="*/ 828732 w 1680522"/>
                <a:gd name="connsiteY48" fmla="*/ 95313 h 1374141"/>
                <a:gd name="connsiteX49" fmla="*/ 943540 w 1680522"/>
                <a:gd name="connsiteY49" fmla="*/ 237807 h 1374141"/>
                <a:gd name="connsiteX50" fmla="*/ 1016057 w 1680522"/>
                <a:gd name="connsiteY50" fmla="*/ 291020 h 1374141"/>
                <a:gd name="connsiteX51" fmla="*/ 1012248 w 1680522"/>
                <a:gd name="connsiteY51" fmla="*/ 59880 h 1374141"/>
                <a:gd name="connsiteX52" fmla="*/ 1035107 w 1680522"/>
                <a:gd name="connsiteY52" fmla="*/ 34099 h 1374141"/>
                <a:gd name="connsiteX53" fmla="*/ 1034345 w 1680522"/>
                <a:gd name="connsiteY53" fmla="*/ 549719 h 1374141"/>
                <a:gd name="connsiteX54" fmla="*/ 1035107 w 1680522"/>
                <a:gd name="connsiteY54" fmla="*/ 34099 h 1374141"/>
                <a:gd name="connsiteX55" fmla="*/ 268027 w 1680522"/>
                <a:gd name="connsiteY55" fmla="*/ 81216 h 1374141"/>
                <a:gd name="connsiteX56" fmla="*/ 98482 w 1680522"/>
                <a:gd name="connsiteY56" fmla="*/ 320103 h 1374141"/>
                <a:gd name="connsiteX57" fmla="*/ 96450 w 1680522"/>
                <a:gd name="connsiteY57" fmla="*/ 322262 h 1374141"/>
                <a:gd name="connsiteX58" fmla="*/ 202114 w 1680522"/>
                <a:gd name="connsiteY58" fmla="*/ 635063 h 1374141"/>
                <a:gd name="connsiteX59" fmla="*/ 388042 w 1680522"/>
                <a:gd name="connsiteY59" fmla="*/ 706056 h 1374141"/>
                <a:gd name="connsiteX60" fmla="*/ 691954 w 1680522"/>
                <a:gd name="connsiteY60" fmla="*/ 703516 h 1374141"/>
                <a:gd name="connsiteX61" fmla="*/ 940746 w 1680522"/>
                <a:gd name="connsiteY61" fmla="*/ 416115 h 1374141"/>
                <a:gd name="connsiteX62" fmla="*/ 834574 w 1680522"/>
                <a:gd name="connsiteY62" fmla="*/ 133159 h 1374141"/>
                <a:gd name="connsiteX63" fmla="*/ 509708 w 1680522"/>
                <a:gd name="connsiteY63" fmla="*/ 28130 h 1374141"/>
                <a:gd name="connsiteX64" fmla="*/ 268027 w 1680522"/>
                <a:gd name="connsiteY64" fmla="*/ 81216 h 1374141"/>
                <a:gd name="connsiteX65" fmla="*/ 82480 w 1680522"/>
                <a:gd name="connsiteY65" fmla="*/ 513016 h 1374141"/>
                <a:gd name="connsiteX66" fmla="*/ 77146 w 1680522"/>
                <a:gd name="connsiteY66" fmla="*/ 261556 h 1374141"/>
                <a:gd name="connsiteX67" fmla="*/ 82480 w 1680522"/>
                <a:gd name="connsiteY67" fmla="*/ 513016 h 1374141"/>
                <a:gd name="connsiteX68" fmla="*/ 950144 w 1680522"/>
                <a:gd name="connsiteY68" fmla="*/ 260032 h 1374141"/>
                <a:gd name="connsiteX69" fmla="*/ 946969 w 1680522"/>
                <a:gd name="connsiteY69" fmla="*/ 515810 h 1374141"/>
                <a:gd name="connsiteX70" fmla="*/ 950144 w 1680522"/>
                <a:gd name="connsiteY70" fmla="*/ 260032 h 1374141"/>
                <a:gd name="connsiteX71" fmla="*/ 998912 w 1680522"/>
                <a:gd name="connsiteY71" fmla="*/ 706691 h 1374141"/>
                <a:gd name="connsiteX72" fmla="*/ 967670 w 1680522"/>
                <a:gd name="connsiteY72" fmla="*/ 798639 h 1374141"/>
                <a:gd name="connsiteX73" fmla="*/ 900361 w 1680522"/>
                <a:gd name="connsiteY73" fmla="*/ 1127315 h 1374141"/>
                <a:gd name="connsiteX74" fmla="*/ 1554792 w 1680522"/>
                <a:gd name="connsiteY74" fmla="*/ 1127315 h 1374141"/>
                <a:gd name="connsiteX75" fmla="*/ 1650804 w 1680522"/>
                <a:gd name="connsiteY75" fmla="*/ 703897 h 1374141"/>
                <a:gd name="connsiteX76" fmla="*/ 1060254 w 1680522"/>
                <a:gd name="connsiteY76" fmla="*/ 702119 h 1374141"/>
                <a:gd name="connsiteX77" fmla="*/ 998912 w 1680522"/>
                <a:gd name="connsiteY77" fmla="*/ 706691 h 1374141"/>
                <a:gd name="connsiteX78" fmla="*/ 436175 w 1680522"/>
                <a:gd name="connsiteY78" fmla="*/ 729932 h 1374141"/>
                <a:gd name="connsiteX79" fmla="*/ 593528 w 1680522"/>
                <a:gd name="connsiteY79" fmla="*/ 729678 h 1374141"/>
                <a:gd name="connsiteX80" fmla="*/ 436175 w 1680522"/>
                <a:gd name="connsiteY80" fmla="*/ 729932 h 1374141"/>
                <a:gd name="connsiteX81" fmla="*/ 50857 w 1680522"/>
                <a:gd name="connsiteY81" fmla="*/ 1077277 h 1374141"/>
                <a:gd name="connsiteX82" fmla="*/ 73336 w 1680522"/>
                <a:gd name="connsiteY82" fmla="*/ 1173797 h 1374141"/>
                <a:gd name="connsiteX83" fmla="*/ 363912 w 1680522"/>
                <a:gd name="connsiteY83" fmla="*/ 1244409 h 1374141"/>
                <a:gd name="connsiteX84" fmla="*/ 380168 w 1680522"/>
                <a:gd name="connsiteY84" fmla="*/ 1215580 h 1374141"/>
                <a:gd name="connsiteX85" fmla="*/ 362515 w 1680522"/>
                <a:gd name="connsiteY85" fmla="*/ 1046924 h 1374141"/>
                <a:gd name="connsiteX86" fmla="*/ 140011 w 1680522"/>
                <a:gd name="connsiteY86" fmla="*/ 1064831 h 1374141"/>
                <a:gd name="connsiteX87" fmla="*/ 185731 w 1680522"/>
                <a:gd name="connsiteY87" fmla="*/ 1037780 h 1374141"/>
                <a:gd name="connsiteX88" fmla="*/ 220910 w 1680522"/>
                <a:gd name="connsiteY88" fmla="*/ 772477 h 1374141"/>
                <a:gd name="connsiteX89" fmla="*/ 50857 w 1680522"/>
                <a:gd name="connsiteY89" fmla="*/ 1077277 h 1374141"/>
                <a:gd name="connsiteX90" fmla="*/ 825049 w 1680522"/>
                <a:gd name="connsiteY90" fmla="*/ 782130 h 1374141"/>
                <a:gd name="connsiteX91" fmla="*/ 857307 w 1680522"/>
                <a:gd name="connsiteY91" fmla="*/ 1127315 h 1374141"/>
                <a:gd name="connsiteX92" fmla="*/ 875468 w 1680522"/>
                <a:gd name="connsiteY92" fmla="*/ 1127315 h 1374141"/>
                <a:gd name="connsiteX93" fmla="*/ 922331 w 1680522"/>
                <a:gd name="connsiteY93" fmla="*/ 884492 h 1374141"/>
                <a:gd name="connsiteX94" fmla="*/ 825049 w 1680522"/>
                <a:gd name="connsiteY94" fmla="*/ 782130 h 1374141"/>
                <a:gd name="connsiteX95" fmla="*/ 433000 w 1680522"/>
                <a:gd name="connsiteY95" fmla="*/ 929830 h 1374141"/>
                <a:gd name="connsiteX96" fmla="*/ 419538 w 1680522"/>
                <a:gd name="connsiteY96" fmla="*/ 949515 h 1374141"/>
                <a:gd name="connsiteX97" fmla="*/ 492055 w 1680522"/>
                <a:gd name="connsiteY97" fmla="*/ 961453 h 1374141"/>
                <a:gd name="connsiteX98" fmla="*/ 455860 w 1680522"/>
                <a:gd name="connsiteY98" fmla="*/ 985964 h 1374141"/>
                <a:gd name="connsiteX99" fmla="*/ 453193 w 1680522"/>
                <a:gd name="connsiteY99" fmla="*/ 1008824 h 1374141"/>
                <a:gd name="connsiteX100" fmla="*/ 526853 w 1680522"/>
                <a:gd name="connsiteY100" fmla="*/ 1050734 h 1374141"/>
                <a:gd name="connsiteX101" fmla="*/ 527361 w 1680522"/>
                <a:gd name="connsiteY101" fmla="*/ 1197546 h 1374141"/>
                <a:gd name="connsiteX102" fmla="*/ 400615 w 1680522"/>
                <a:gd name="connsiteY102" fmla="*/ 1230693 h 1374141"/>
                <a:gd name="connsiteX103" fmla="*/ 361499 w 1680522"/>
                <a:gd name="connsiteY103" fmla="*/ 1344612 h 1374141"/>
                <a:gd name="connsiteX104" fmla="*/ 590988 w 1680522"/>
                <a:gd name="connsiteY104" fmla="*/ 1350327 h 1374141"/>
                <a:gd name="connsiteX105" fmla="*/ 675698 w 1680522"/>
                <a:gd name="connsiteY105" fmla="*/ 1339024 h 1374141"/>
                <a:gd name="connsiteX106" fmla="*/ 592893 w 1680522"/>
                <a:gd name="connsiteY106" fmla="*/ 1155001 h 1374141"/>
                <a:gd name="connsiteX107" fmla="*/ 572065 w 1680522"/>
                <a:gd name="connsiteY107" fmla="*/ 1063942 h 1374141"/>
                <a:gd name="connsiteX108" fmla="*/ 607244 w 1680522"/>
                <a:gd name="connsiteY108" fmla="*/ 935418 h 1374141"/>
                <a:gd name="connsiteX109" fmla="*/ 433000 w 1680522"/>
                <a:gd name="connsiteY109" fmla="*/ 929830 h 1374141"/>
                <a:gd name="connsiteX110" fmla="*/ 416744 w 1680522"/>
                <a:gd name="connsiteY110" fmla="*/ 1043749 h 1374141"/>
                <a:gd name="connsiteX111" fmla="*/ 387788 w 1680522"/>
                <a:gd name="connsiteY111" fmla="*/ 1192086 h 1374141"/>
                <a:gd name="connsiteX112" fmla="*/ 476815 w 1680522"/>
                <a:gd name="connsiteY112" fmla="*/ 1201737 h 1374141"/>
                <a:gd name="connsiteX113" fmla="*/ 520503 w 1680522"/>
                <a:gd name="connsiteY113" fmla="*/ 1102931 h 1374141"/>
                <a:gd name="connsiteX114" fmla="*/ 416744 w 1680522"/>
                <a:gd name="connsiteY114" fmla="*/ 1043749 h 1374141"/>
                <a:gd name="connsiteX115" fmla="*/ 695382 w 1680522"/>
                <a:gd name="connsiteY115" fmla="*/ 1154620 h 1374141"/>
                <a:gd name="connsiteX116" fmla="*/ 694493 w 1680522"/>
                <a:gd name="connsiteY116" fmla="*/ 1200086 h 1374141"/>
                <a:gd name="connsiteX117" fmla="*/ 1551998 w 1680522"/>
                <a:gd name="connsiteY117" fmla="*/ 1199578 h 1374141"/>
                <a:gd name="connsiteX118" fmla="*/ 1554664 w 1680522"/>
                <a:gd name="connsiteY118" fmla="*/ 1154367 h 1374141"/>
                <a:gd name="connsiteX119" fmla="*/ 695382 w 1680522"/>
                <a:gd name="connsiteY119" fmla="*/ 1154620 h 1374141"/>
                <a:gd name="connsiteX0" fmla="*/ 1069398 w 1680522"/>
                <a:gd name="connsiteY0" fmla="*/ 574865 h 1374141"/>
                <a:gd name="connsiteX1" fmla="*/ 1017708 w 1680522"/>
                <a:gd name="connsiteY1" fmla="*/ 573468 h 1374141"/>
                <a:gd name="connsiteX2" fmla="*/ 1012374 w 1680522"/>
                <a:gd name="connsiteY2" fmla="*/ 482917 h 1374141"/>
                <a:gd name="connsiteX3" fmla="*/ 936048 w 1680522"/>
                <a:gd name="connsiteY3" fmla="*/ 545401 h 1374141"/>
                <a:gd name="connsiteX4" fmla="*/ 742245 w 1680522"/>
                <a:gd name="connsiteY4" fmla="*/ 717486 h 1374141"/>
                <a:gd name="connsiteX5" fmla="*/ 932492 w 1680522"/>
                <a:gd name="connsiteY5" fmla="*/ 850709 h 1374141"/>
                <a:gd name="connsiteX6" fmla="*/ 1004881 w 1680522"/>
                <a:gd name="connsiteY6" fmla="*/ 677735 h 1374141"/>
                <a:gd name="connsiteX7" fmla="*/ 1183189 w 1680522"/>
                <a:gd name="connsiteY7" fmla="*/ 674306 h 1374141"/>
                <a:gd name="connsiteX8" fmla="*/ 1620197 w 1680522"/>
                <a:gd name="connsiteY8" fmla="*/ 676084 h 1374141"/>
                <a:gd name="connsiteX9" fmla="*/ 1680522 w 1680522"/>
                <a:gd name="connsiteY9" fmla="*/ 710501 h 1374141"/>
                <a:gd name="connsiteX10" fmla="*/ 1572825 w 1680522"/>
                <a:gd name="connsiteY10" fmla="*/ 1141539 h 1374141"/>
                <a:gd name="connsiteX11" fmla="*/ 1579556 w 1680522"/>
                <a:gd name="connsiteY11" fmla="*/ 1156017 h 1374141"/>
                <a:gd name="connsiteX12" fmla="*/ 1561904 w 1680522"/>
                <a:gd name="connsiteY12" fmla="*/ 1222058 h 1374141"/>
                <a:gd name="connsiteX13" fmla="*/ 1478718 w 1680522"/>
                <a:gd name="connsiteY13" fmla="*/ 1225614 h 1374141"/>
                <a:gd name="connsiteX14" fmla="*/ 704273 w 1680522"/>
                <a:gd name="connsiteY14" fmla="*/ 1225105 h 1374141"/>
                <a:gd name="connsiteX15" fmla="*/ 675189 w 1680522"/>
                <a:gd name="connsiteY15" fmla="*/ 1131380 h 1374141"/>
                <a:gd name="connsiteX16" fmla="*/ 834067 w 1680522"/>
                <a:gd name="connsiteY16" fmla="*/ 1127315 h 1374141"/>
                <a:gd name="connsiteX17" fmla="*/ 789743 w 1680522"/>
                <a:gd name="connsiteY17" fmla="*/ 764476 h 1374141"/>
                <a:gd name="connsiteX18" fmla="*/ 757612 w 1680522"/>
                <a:gd name="connsiteY18" fmla="*/ 750506 h 1374141"/>
                <a:gd name="connsiteX19" fmla="*/ 667696 w 1680522"/>
                <a:gd name="connsiteY19" fmla="*/ 730821 h 1374141"/>
                <a:gd name="connsiteX20" fmla="*/ 514788 w 1680522"/>
                <a:gd name="connsiteY20" fmla="*/ 774382 h 1374141"/>
                <a:gd name="connsiteX21" fmla="*/ 348672 w 1680522"/>
                <a:gd name="connsiteY21" fmla="*/ 730694 h 1374141"/>
                <a:gd name="connsiteX22" fmla="*/ 253295 w 1680522"/>
                <a:gd name="connsiteY22" fmla="*/ 756221 h 1374141"/>
                <a:gd name="connsiteX23" fmla="*/ 247580 w 1680522"/>
                <a:gd name="connsiteY23" fmla="*/ 778065 h 1374141"/>
                <a:gd name="connsiteX24" fmla="*/ 210623 w 1680522"/>
                <a:gd name="connsiteY24" fmla="*/ 1037526 h 1374141"/>
                <a:gd name="connsiteX25" fmla="*/ 430206 w 1680522"/>
                <a:gd name="connsiteY25" fmla="*/ 1017080 h 1374141"/>
                <a:gd name="connsiteX26" fmla="*/ 426142 w 1680522"/>
                <a:gd name="connsiteY26" fmla="*/ 983424 h 1374141"/>
                <a:gd name="connsiteX27" fmla="*/ 411918 w 1680522"/>
                <a:gd name="connsiteY27" fmla="*/ 910145 h 1374141"/>
                <a:gd name="connsiteX28" fmla="*/ 511994 w 1680522"/>
                <a:gd name="connsiteY28" fmla="*/ 901001 h 1374141"/>
                <a:gd name="connsiteX29" fmla="*/ 579939 w 1680522"/>
                <a:gd name="connsiteY29" fmla="*/ 902144 h 1374141"/>
                <a:gd name="connsiteX30" fmla="*/ 629215 w 1680522"/>
                <a:gd name="connsiteY30" fmla="*/ 936942 h 1374141"/>
                <a:gd name="connsiteX31" fmla="*/ 596957 w 1680522"/>
                <a:gd name="connsiteY31" fmla="*/ 1011872 h 1374141"/>
                <a:gd name="connsiteX32" fmla="*/ 611308 w 1680522"/>
                <a:gd name="connsiteY32" fmla="*/ 1130617 h 1374141"/>
                <a:gd name="connsiteX33" fmla="*/ 697542 w 1680522"/>
                <a:gd name="connsiteY33" fmla="*/ 1306512 h 1374141"/>
                <a:gd name="connsiteX34" fmla="*/ 680650 w 1680522"/>
                <a:gd name="connsiteY34" fmla="*/ 1371155 h 1374141"/>
                <a:gd name="connsiteX35" fmla="*/ 400869 w 1680522"/>
                <a:gd name="connsiteY35" fmla="*/ 1373695 h 1374141"/>
                <a:gd name="connsiteX36" fmla="*/ 339655 w 1680522"/>
                <a:gd name="connsiteY36" fmla="*/ 1354264 h 1374141"/>
                <a:gd name="connsiteX37" fmla="*/ 349053 w 1680522"/>
                <a:gd name="connsiteY37" fmla="*/ 1267015 h 1374141"/>
                <a:gd name="connsiteX38" fmla="*/ 40443 w 1680522"/>
                <a:gd name="connsiteY38" fmla="*/ 1163002 h 1374141"/>
                <a:gd name="connsiteX39" fmla="*/ 94672 w 1680522"/>
                <a:gd name="connsiteY39" fmla="*/ 875347 h 1374141"/>
                <a:gd name="connsiteX40" fmla="*/ 286061 w 1680522"/>
                <a:gd name="connsiteY40" fmla="*/ 716089 h 1374141"/>
                <a:gd name="connsiteX41" fmla="*/ 194494 w 1680522"/>
                <a:gd name="connsiteY41" fmla="*/ 662114 h 1374141"/>
                <a:gd name="connsiteX42" fmla="*/ 101276 w 1680522"/>
                <a:gd name="connsiteY42" fmla="*/ 547433 h 1374141"/>
                <a:gd name="connsiteX43" fmla="*/ 43110 w 1680522"/>
                <a:gd name="connsiteY43" fmla="*/ 514286 h 1374141"/>
                <a:gd name="connsiteX44" fmla="*/ 21393 w 1680522"/>
                <a:gd name="connsiteY44" fmla="*/ 291401 h 1374141"/>
                <a:gd name="connsiteX45" fmla="*/ 92132 w 1680522"/>
                <a:gd name="connsiteY45" fmla="*/ 233616 h 1374141"/>
                <a:gd name="connsiteX46" fmla="*/ 317938 w 1680522"/>
                <a:gd name="connsiteY46" fmla="*/ 29019 h 1374141"/>
                <a:gd name="connsiteX47" fmla="*/ 696271 w 1680522"/>
                <a:gd name="connsiteY47" fmla="*/ 19748 h 1374141"/>
                <a:gd name="connsiteX48" fmla="*/ 828732 w 1680522"/>
                <a:gd name="connsiteY48" fmla="*/ 95313 h 1374141"/>
                <a:gd name="connsiteX49" fmla="*/ 943540 w 1680522"/>
                <a:gd name="connsiteY49" fmla="*/ 237807 h 1374141"/>
                <a:gd name="connsiteX50" fmla="*/ 1016057 w 1680522"/>
                <a:gd name="connsiteY50" fmla="*/ 291020 h 1374141"/>
                <a:gd name="connsiteX51" fmla="*/ 1012248 w 1680522"/>
                <a:gd name="connsiteY51" fmla="*/ 59880 h 1374141"/>
                <a:gd name="connsiteX52" fmla="*/ 1035107 w 1680522"/>
                <a:gd name="connsiteY52" fmla="*/ 34099 h 1374141"/>
                <a:gd name="connsiteX53" fmla="*/ 1034345 w 1680522"/>
                <a:gd name="connsiteY53" fmla="*/ 549719 h 1374141"/>
                <a:gd name="connsiteX54" fmla="*/ 268027 w 1680522"/>
                <a:gd name="connsiteY54" fmla="*/ 81216 h 1374141"/>
                <a:gd name="connsiteX55" fmla="*/ 98482 w 1680522"/>
                <a:gd name="connsiteY55" fmla="*/ 320103 h 1374141"/>
                <a:gd name="connsiteX56" fmla="*/ 96450 w 1680522"/>
                <a:gd name="connsiteY56" fmla="*/ 322262 h 1374141"/>
                <a:gd name="connsiteX57" fmla="*/ 202114 w 1680522"/>
                <a:gd name="connsiteY57" fmla="*/ 635063 h 1374141"/>
                <a:gd name="connsiteX58" fmla="*/ 388042 w 1680522"/>
                <a:gd name="connsiteY58" fmla="*/ 706056 h 1374141"/>
                <a:gd name="connsiteX59" fmla="*/ 691954 w 1680522"/>
                <a:gd name="connsiteY59" fmla="*/ 703516 h 1374141"/>
                <a:gd name="connsiteX60" fmla="*/ 940746 w 1680522"/>
                <a:gd name="connsiteY60" fmla="*/ 416115 h 1374141"/>
                <a:gd name="connsiteX61" fmla="*/ 834574 w 1680522"/>
                <a:gd name="connsiteY61" fmla="*/ 133159 h 1374141"/>
                <a:gd name="connsiteX62" fmla="*/ 509708 w 1680522"/>
                <a:gd name="connsiteY62" fmla="*/ 28130 h 1374141"/>
                <a:gd name="connsiteX63" fmla="*/ 268027 w 1680522"/>
                <a:gd name="connsiteY63" fmla="*/ 81216 h 1374141"/>
                <a:gd name="connsiteX64" fmla="*/ 82480 w 1680522"/>
                <a:gd name="connsiteY64" fmla="*/ 513016 h 1374141"/>
                <a:gd name="connsiteX65" fmla="*/ 77146 w 1680522"/>
                <a:gd name="connsiteY65" fmla="*/ 261556 h 1374141"/>
                <a:gd name="connsiteX66" fmla="*/ 82480 w 1680522"/>
                <a:gd name="connsiteY66" fmla="*/ 513016 h 1374141"/>
                <a:gd name="connsiteX67" fmla="*/ 950144 w 1680522"/>
                <a:gd name="connsiteY67" fmla="*/ 260032 h 1374141"/>
                <a:gd name="connsiteX68" fmla="*/ 946969 w 1680522"/>
                <a:gd name="connsiteY68" fmla="*/ 515810 h 1374141"/>
                <a:gd name="connsiteX69" fmla="*/ 950144 w 1680522"/>
                <a:gd name="connsiteY69" fmla="*/ 260032 h 1374141"/>
                <a:gd name="connsiteX70" fmla="*/ 998912 w 1680522"/>
                <a:gd name="connsiteY70" fmla="*/ 706691 h 1374141"/>
                <a:gd name="connsiteX71" fmla="*/ 967670 w 1680522"/>
                <a:gd name="connsiteY71" fmla="*/ 798639 h 1374141"/>
                <a:gd name="connsiteX72" fmla="*/ 900361 w 1680522"/>
                <a:gd name="connsiteY72" fmla="*/ 1127315 h 1374141"/>
                <a:gd name="connsiteX73" fmla="*/ 1554792 w 1680522"/>
                <a:gd name="connsiteY73" fmla="*/ 1127315 h 1374141"/>
                <a:gd name="connsiteX74" fmla="*/ 1650804 w 1680522"/>
                <a:gd name="connsiteY74" fmla="*/ 703897 h 1374141"/>
                <a:gd name="connsiteX75" fmla="*/ 1060254 w 1680522"/>
                <a:gd name="connsiteY75" fmla="*/ 702119 h 1374141"/>
                <a:gd name="connsiteX76" fmla="*/ 998912 w 1680522"/>
                <a:gd name="connsiteY76" fmla="*/ 706691 h 1374141"/>
                <a:gd name="connsiteX77" fmla="*/ 436175 w 1680522"/>
                <a:gd name="connsiteY77" fmla="*/ 729932 h 1374141"/>
                <a:gd name="connsiteX78" fmla="*/ 593528 w 1680522"/>
                <a:gd name="connsiteY78" fmla="*/ 729678 h 1374141"/>
                <a:gd name="connsiteX79" fmla="*/ 436175 w 1680522"/>
                <a:gd name="connsiteY79" fmla="*/ 729932 h 1374141"/>
                <a:gd name="connsiteX80" fmla="*/ 50857 w 1680522"/>
                <a:gd name="connsiteY80" fmla="*/ 1077277 h 1374141"/>
                <a:gd name="connsiteX81" fmla="*/ 73336 w 1680522"/>
                <a:gd name="connsiteY81" fmla="*/ 1173797 h 1374141"/>
                <a:gd name="connsiteX82" fmla="*/ 363912 w 1680522"/>
                <a:gd name="connsiteY82" fmla="*/ 1244409 h 1374141"/>
                <a:gd name="connsiteX83" fmla="*/ 380168 w 1680522"/>
                <a:gd name="connsiteY83" fmla="*/ 1215580 h 1374141"/>
                <a:gd name="connsiteX84" fmla="*/ 362515 w 1680522"/>
                <a:gd name="connsiteY84" fmla="*/ 1046924 h 1374141"/>
                <a:gd name="connsiteX85" fmla="*/ 140011 w 1680522"/>
                <a:gd name="connsiteY85" fmla="*/ 1064831 h 1374141"/>
                <a:gd name="connsiteX86" fmla="*/ 185731 w 1680522"/>
                <a:gd name="connsiteY86" fmla="*/ 1037780 h 1374141"/>
                <a:gd name="connsiteX87" fmla="*/ 220910 w 1680522"/>
                <a:gd name="connsiteY87" fmla="*/ 772477 h 1374141"/>
                <a:gd name="connsiteX88" fmla="*/ 50857 w 1680522"/>
                <a:gd name="connsiteY88" fmla="*/ 1077277 h 1374141"/>
                <a:gd name="connsiteX89" fmla="*/ 825049 w 1680522"/>
                <a:gd name="connsiteY89" fmla="*/ 782130 h 1374141"/>
                <a:gd name="connsiteX90" fmla="*/ 857307 w 1680522"/>
                <a:gd name="connsiteY90" fmla="*/ 1127315 h 1374141"/>
                <a:gd name="connsiteX91" fmla="*/ 875468 w 1680522"/>
                <a:gd name="connsiteY91" fmla="*/ 1127315 h 1374141"/>
                <a:gd name="connsiteX92" fmla="*/ 922331 w 1680522"/>
                <a:gd name="connsiteY92" fmla="*/ 884492 h 1374141"/>
                <a:gd name="connsiteX93" fmla="*/ 825049 w 1680522"/>
                <a:gd name="connsiteY93" fmla="*/ 782130 h 1374141"/>
                <a:gd name="connsiteX94" fmla="*/ 433000 w 1680522"/>
                <a:gd name="connsiteY94" fmla="*/ 929830 h 1374141"/>
                <a:gd name="connsiteX95" fmla="*/ 419538 w 1680522"/>
                <a:gd name="connsiteY95" fmla="*/ 949515 h 1374141"/>
                <a:gd name="connsiteX96" fmla="*/ 492055 w 1680522"/>
                <a:gd name="connsiteY96" fmla="*/ 961453 h 1374141"/>
                <a:gd name="connsiteX97" fmla="*/ 455860 w 1680522"/>
                <a:gd name="connsiteY97" fmla="*/ 985964 h 1374141"/>
                <a:gd name="connsiteX98" fmla="*/ 453193 w 1680522"/>
                <a:gd name="connsiteY98" fmla="*/ 1008824 h 1374141"/>
                <a:gd name="connsiteX99" fmla="*/ 526853 w 1680522"/>
                <a:gd name="connsiteY99" fmla="*/ 1050734 h 1374141"/>
                <a:gd name="connsiteX100" fmla="*/ 527361 w 1680522"/>
                <a:gd name="connsiteY100" fmla="*/ 1197546 h 1374141"/>
                <a:gd name="connsiteX101" fmla="*/ 400615 w 1680522"/>
                <a:gd name="connsiteY101" fmla="*/ 1230693 h 1374141"/>
                <a:gd name="connsiteX102" fmla="*/ 361499 w 1680522"/>
                <a:gd name="connsiteY102" fmla="*/ 1344612 h 1374141"/>
                <a:gd name="connsiteX103" fmla="*/ 590988 w 1680522"/>
                <a:gd name="connsiteY103" fmla="*/ 1350327 h 1374141"/>
                <a:gd name="connsiteX104" fmla="*/ 675698 w 1680522"/>
                <a:gd name="connsiteY104" fmla="*/ 1339024 h 1374141"/>
                <a:gd name="connsiteX105" fmla="*/ 592893 w 1680522"/>
                <a:gd name="connsiteY105" fmla="*/ 1155001 h 1374141"/>
                <a:gd name="connsiteX106" fmla="*/ 572065 w 1680522"/>
                <a:gd name="connsiteY106" fmla="*/ 1063942 h 1374141"/>
                <a:gd name="connsiteX107" fmla="*/ 607244 w 1680522"/>
                <a:gd name="connsiteY107" fmla="*/ 935418 h 1374141"/>
                <a:gd name="connsiteX108" fmla="*/ 433000 w 1680522"/>
                <a:gd name="connsiteY108" fmla="*/ 929830 h 1374141"/>
                <a:gd name="connsiteX109" fmla="*/ 416744 w 1680522"/>
                <a:gd name="connsiteY109" fmla="*/ 1043749 h 1374141"/>
                <a:gd name="connsiteX110" fmla="*/ 387788 w 1680522"/>
                <a:gd name="connsiteY110" fmla="*/ 1192086 h 1374141"/>
                <a:gd name="connsiteX111" fmla="*/ 476815 w 1680522"/>
                <a:gd name="connsiteY111" fmla="*/ 1201737 h 1374141"/>
                <a:gd name="connsiteX112" fmla="*/ 520503 w 1680522"/>
                <a:gd name="connsiteY112" fmla="*/ 1102931 h 1374141"/>
                <a:gd name="connsiteX113" fmla="*/ 416744 w 1680522"/>
                <a:gd name="connsiteY113" fmla="*/ 1043749 h 1374141"/>
                <a:gd name="connsiteX114" fmla="*/ 695382 w 1680522"/>
                <a:gd name="connsiteY114" fmla="*/ 1154620 h 1374141"/>
                <a:gd name="connsiteX115" fmla="*/ 694493 w 1680522"/>
                <a:gd name="connsiteY115" fmla="*/ 1200086 h 1374141"/>
                <a:gd name="connsiteX116" fmla="*/ 1551998 w 1680522"/>
                <a:gd name="connsiteY116" fmla="*/ 1199578 h 1374141"/>
                <a:gd name="connsiteX117" fmla="*/ 1554664 w 1680522"/>
                <a:gd name="connsiteY117" fmla="*/ 1154367 h 1374141"/>
                <a:gd name="connsiteX118" fmla="*/ 695382 w 1680522"/>
                <a:gd name="connsiteY118" fmla="*/ 1154620 h 1374141"/>
                <a:gd name="connsiteX0" fmla="*/ 1069398 w 1680522"/>
                <a:gd name="connsiteY0" fmla="*/ 574865 h 1374141"/>
                <a:gd name="connsiteX1" fmla="*/ 1017708 w 1680522"/>
                <a:gd name="connsiteY1" fmla="*/ 573468 h 1374141"/>
                <a:gd name="connsiteX2" fmla="*/ 1012374 w 1680522"/>
                <a:gd name="connsiteY2" fmla="*/ 482917 h 1374141"/>
                <a:gd name="connsiteX3" fmla="*/ 936048 w 1680522"/>
                <a:gd name="connsiteY3" fmla="*/ 545401 h 1374141"/>
                <a:gd name="connsiteX4" fmla="*/ 742245 w 1680522"/>
                <a:gd name="connsiteY4" fmla="*/ 717486 h 1374141"/>
                <a:gd name="connsiteX5" fmla="*/ 932492 w 1680522"/>
                <a:gd name="connsiteY5" fmla="*/ 850709 h 1374141"/>
                <a:gd name="connsiteX6" fmla="*/ 1004881 w 1680522"/>
                <a:gd name="connsiteY6" fmla="*/ 677735 h 1374141"/>
                <a:gd name="connsiteX7" fmla="*/ 1183189 w 1680522"/>
                <a:gd name="connsiteY7" fmla="*/ 674306 h 1374141"/>
                <a:gd name="connsiteX8" fmla="*/ 1620197 w 1680522"/>
                <a:gd name="connsiteY8" fmla="*/ 676084 h 1374141"/>
                <a:gd name="connsiteX9" fmla="*/ 1680522 w 1680522"/>
                <a:gd name="connsiteY9" fmla="*/ 710501 h 1374141"/>
                <a:gd name="connsiteX10" fmla="*/ 1572825 w 1680522"/>
                <a:gd name="connsiteY10" fmla="*/ 1141539 h 1374141"/>
                <a:gd name="connsiteX11" fmla="*/ 1579556 w 1680522"/>
                <a:gd name="connsiteY11" fmla="*/ 1156017 h 1374141"/>
                <a:gd name="connsiteX12" fmla="*/ 1561904 w 1680522"/>
                <a:gd name="connsiteY12" fmla="*/ 1222058 h 1374141"/>
                <a:gd name="connsiteX13" fmla="*/ 1478718 w 1680522"/>
                <a:gd name="connsiteY13" fmla="*/ 1225614 h 1374141"/>
                <a:gd name="connsiteX14" fmla="*/ 704273 w 1680522"/>
                <a:gd name="connsiteY14" fmla="*/ 1225105 h 1374141"/>
                <a:gd name="connsiteX15" fmla="*/ 675189 w 1680522"/>
                <a:gd name="connsiteY15" fmla="*/ 1131380 h 1374141"/>
                <a:gd name="connsiteX16" fmla="*/ 834067 w 1680522"/>
                <a:gd name="connsiteY16" fmla="*/ 1127315 h 1374141"/>
                <a:gd name="connsiteX17" fmla="*/ 789743 w 1680522"/>
                <a:gd name="connsiteY17" fmla="*/ 764476 h 1374141"/>
                <a:gd name="connsiteX18" fmla="*/ 757612 w 1680522"/>
                <a:gd name="connsiteY18" fmla="*/ 750506 h 1374141"/>
                <a:gd name="connsiteX19" fmla="*/ 667696 w 1680522"/>
                <a:gd name="connsiteY19" fmla="*/ 730821 h 1374141"/>
                <a:gd name="connsiteX20" fmla="*/ 514788 w 1680522"/>
                <a:gd name="connsiteY20" fmla="*/ 774382 h 1374141"/>
                <a:gd name="connsiteX21" fmla="*/ 348672 w 1680522"/>
                <a:gd name="connsiteY21" fmla="*/ 730694 h 1374141"/>
                <a:gd name="connsiteX22" fmla="*/ 253295 w 1680522"/>
                <a:gd name="connsiteY22" fmla="*/ 756221 h 1374141"/>
                <a:gd name="connsiteX23" fmla="*/ 247580 w 1680522"/>
                <a:gd name="connsiteY23" fmla="*/ 778065 h 1374141"/>
                <a:gd name="connsiteX24" fmla="*/ 210623 w 1680522"/>
                <a:gd name="connsiteY24" fmla="*/ 1037526 h 1374141"/>
                <a:gd name="connsiteX25" fmla="*/ 430206 w 1680522"/>
                <a:gd name="connsiteY25" fmla="*/ 1017080 h 1374141"/>
                <a:gd name="connsiteX26" fmla="*/ 426142 w 1680522"/>
                <a:gd name="connsiteY26" fmla="*/ 983424 h 1374141"/>
                <a:gd name="connsiteX27" fmla="*/ 411918 w 1680522"/>
                <a:gd name="connsiteY27" fmla="*/ 910145 h 1374141"/>
                <a:gd name="connsiteX28" fmla="*/ 511994 w 1680522"/>
                <a:gd name="connsiteY28" fmla="*/ 901001 h 1374141"/>
                <a:gd name="connsiteX29" fmla="*/ 579939 w 1680522"/>
                <a:gd name="connsiteY29" fmla="*/ 902144 h 1374141"/>
                <a:gd name="connsiteX30" fmla="*/ 629215 w 1680522"/>
                <a:gd name="connsiteY30" fmla="*/ 936942 h 1374141"/>
                <a:gd name="connsiteX31" fmla="*/ 596957 w 1680522"/>
                <a:gd name="connsiteY31" fmla="*/ 1011872 h 1374141"/>
                <a:gd name="connsiteX32" fmla="*/ 611308 w 1680522"/>
                <a:gd name="connsiteY32" fmla="*/ 1130617 h 1374141"/>
                <a:gd name="connsiteX33" fmla="*/ 697542 w 1680522"/>
                <a:gd name="connsiteY33" fmla="*/ 1306512 h 1374141"/>
                <a:gd name="connsiteX34" fmla="*/ 680650 w 1680522"/>
                <a:gd name="connsiteY34" fmla="*/ 1371155 h 1374141"/>
                <a:gd name="connsiteX35" fmla="*/ 400869 w 1680522"/>
                <a:gd name="connsiteY35" fmla="*/ 1373695 h 1374141"/>
                <a:gd name="connsiteX36" fmla="*/ 339655 w 1680522"/>
                <a:gd name="connsiteY36" fmla="*/ 1354264 h 1374141"/>
                <a:gd name="connsiteX37" fmla="*/ 349053 w 1680522"/>
                <a:gd name="connsiteY37" fmla="*/ 1267015 h 1374141"/>
                <a:gd name="connsiteX38" fmla="*/ 40443 w 1680522"/>
                <a:gd name="connsiteY38" fmla="*/ 1163002 h 1374141"/>
                <a:gd name="connsiteX39" fmla="*/ 94672 w 1680522"/>
                <a:gd name="connsiteY39" fmla="*/ 875347 h 1374141"/>
                <a:gd name="connsiteX40" fmla="*/ 286061 w 1680522"/>
                <a:gd name="connsiteY40" fmla="*/ 716089 h 1374141"/>
                <a:gd name="connsiteX41" fmla="*/ 194494 w 1680522"/>
                <a:gd name="connsiteY41" fmla="*/ 662114 h 1374141"/>
                <a:gd name="connsiteX42" fmla="*/ 101276 w 1680522"/>
                <a:gd name="connsiteY42" fmla="*/ 547433 h 1374141"/>
                <a:gd name="connsiteX43" fmla="*/ 43110 w 1680522"/>
                <a:gd name="connsiteY43" fmla="*/ 514286 h 1374141"/>
                <a:gd name="connsiteX44" fmla="*/ 21393 w 1680522"/>
                <a:gd name="connsiteY44" fmla="*/ 291401 h 1374141"/>
                <a:gd name="connsiteX45" fmla="*/ 92132 w 1680522"/>
                <a:gd name="connsiteY45" fmla="*/ 233616 h 1374141"/>
                <a:gd name="connsiteX46" fmla="*/ 317938 w 1680522"/>
                <a:gd name="connsiteY46" fmla="*/ 29019 h 1374141"/>
                <a:gd name="connsiteX47" fmla="*/ 696271 w 1680522"/>
                <a:gd name="connsiteY47" fmla="*/ 19748 h 1374141"/>
                <a:gd name="connsiteX48" fmla="*/ 828732 w 1680522"/>
                <a:gd name="connsiteY48" fmla="*/ 95313 h 1374141"/>
                <a:gd name="connsiteX49" fmla="*/ 943540 w 1680522"/>
                <a:gd name="connsiteY49" fmla="*/ 237807 h 1374141"/>
                <a:gd name="connsiteX50" fmla="*/ 1016057 w 1680522"/>
                <a:gd name="connsiteY50" fmla="*/ 291020 h 1374141"/>
                <a:gd name="connsiteX51" fmla="*/ 1035107 w 1680522"/>
                <a:gd name="connsiteY51" fmla="*/ 34099 h 1374141"/>
                <a:gd name="connsiteX52" fmla="*/ 1034345 w 1680522"/>
                <a:gd name="connsiteY52" fmla="*/ 549719 h 1374141"/>
                <a:gd name="connsiteX53" fmla="*/ 268027 w 1680522"/>
                <a:gd name="connsiteY53" fmla="*/ 81216 h 1374141"/>
                <a:gd name="connsiteX54" fmla="*/ 98482 w 1680522"/>
                <a:gd name="connsiteY54" fmla="*/ 320103 h 1374141"/>
                <a:gd name="connsiteX55" fmla="*/ 96450 w 1680522"/>
                <a:gd name="connsiteY55" fmla="*/ 322262 h 1374141"/>
                <a:gd name="connsiteX56" fmla="*/ 202114 w 1680522"/>
                <a:gd name="connsiteY56" fmla="*/ 635063 h 1374141"/>
                <a:gd name="connsiteX57" fmla="*/ 388042 w 1680522"/>
                <a:gd name="connsiteY57" fmla="*/ 706056 h 1374141"/>
                <a:gd name="connsiteX58" fmla="*/ 691954 w 1680522"/>
                <a:gd name="connsiteY58" fmla="*/ 703516 h 1374141"/>
                <a:gd name="connsiteX59" fmla="*/ 940746 w 1680522"/>
                <a:gd name="connsiteY59" fmla="*/ 416115 h 1374141"/>
                <a:gd name="connsiteX60" fmla="*/ 834574 w 1680522"/>
                <a:gd name="connsiteY60" fmla="*/ 133159 h 1374141"/>
                <a:gd name="connsiteX61" fmla="*/ 509708 w 1680522"/>
                <a:gd name="connsiteY61" fmla="*/ 28130 h 1374141"/>
                <a:gd name="connsiteX62" fmla="*/ 268027 w 1680522"/>
                <a:gd name="connsiteY62" fmla="*/ 81216 h 1374141"/>
                <a:gd name="connsiteX63" fmla="*/ 82480 w 1680522"/>
                <a:gd name="connsiteY63" fmla="*/ 513016 h 1374141"/>
                <a:gd name="connsiteX64" fmla="*/ 77146 w 1680522"/>
                <a:gd name="connsiteY64" fmla="*/ 261556 h 1374141"/>
                <a:gd name="connsiteX65" fmla="*/ 82480 w 1680522"/>
                <a:gd name="connsiteY65" fmla="*/ 513016 h 1374141"/>
                <a:gd name="connsiteX66" fmla="*/ 950144 w 1680522"/>
                <a:gd name="connsiteY66" fmla="*/ 260032 h 1374141"/>
                <a:gd name="connsiteX67" fmla="*/ 946969 w 1680522"/>
                <a:gd name="connsiteY67" fmla="*/ 515810 h 1374141"/>
                <a:gd name="connsiteX68" fmla="*/ 950144 w 1680522"/>
                <a:gd name="connsiteY68" fmla="*/ 260032 h 1374141"/>
                <a:gd name="connsiteX69" fmla="*/ 998912 w 1680522"/>
                <a:gd name="connsiteY69" fmla="*/ 706691 h 1374141"/>
                <a:gd name="connsiteX70" fmla="*/ 967670 w 1680522"/>
                <a:gd name="connsiteY70" fmla="*/ 798639 h 1374141"/>
                <a:gd name="connsiteX71" fmla="*/ 900361 w 1680522"/>
                <a:gd name="connsiteY71" fmla="*/ 1127315 h 1374141"/>
                <a:gd name="connsiteX72" fmla="*/ 1554792 w 1680522"/>
                <a:gd name="connsiteY72" fmla="*/ 1127315 h 1374141"/>
                <a:gd name="connsiteX73" fmla="*/ 1650804 w 1680522"/>
                <a:gd name="connsiteY73" fmla="*/ 703897 h 1374141"/>
                <a:gd name="connsiteX74" fmla="*/ 1060254 w 1680522"/>
                <a:gd name="connsiteY74" fmla="*/ 702119 h 1374141"/>
                <a:gd name="connsiteX75" fmla="*/ 998912 w 1680522"/>
                <a:gd name="connsiteY75" fmla="*/ 706691 h 1374141"/>
                <a:gd name="connsiteX76" fmla="*/ 436175 w 1680522"/>
                <a:gd name="connsiteY76" fmla="*/ 729932 h 1374141"/>
                <a:gd name="connsiteX77" fmla="*/ 593528 w 1680522"/>
                <a:gd name="connsiteY77" fmla="*/ 729678 h 1374141"/>
                <a:gd name="connsiteX78" fmla="*/ 436175 w 1680522"/>
                <a:gd name="connsiteY78" fmla="*/ 729932 h 1374141"/>
                <a:gd name="connsiteX79" fmla="*/ 50857 w 1680522"/>
                <a:gd name="connsiteY79" fmla="*/ 1077277 h 1374141"/>
                <a:gd name="connsiteX80" fmla="*/ 73336 w 1680522"/>
                <a:gd name="connsiteY80" fmla="*/ 1173797 h 1374141"/>
                <a:gd name="connsiteX81" fmla="*/ 363912 w 1680522"/>
                <a:gd name="connsiteY81" fmla="*/ 1244409 h 1374141"/>
                <a:gd name="connsiteX82" fmla="*/ 380168 w 1680522"/>
                <a:gd name="connsiteY82" fmla="*/ 1215580 h 1374141"/>
                <a:gd name="connsiteX83" fmla="*/ 362515 w 1680522"/>
                <a:gd name="connsiteY83" fmla="*/ 1046924 h 1374141"/>
                <a:gd name="connsiteX84" fmla="*/ 140011 w 1680522"/>
                <a:gd name="connsiteY84" fmla="*/ 1064831 h 1374141"/>
                <a:gd name="connsiteX85" fmla="*/ 185731 w 1680522"/>
                <a:gd name="connsiteY85" fmla="*/ 1037780 h 1374141"/>
                <a:gd name="connsiteX86" fmla="*/ 220910 w 1680522"/>
                <a:gd name="connsiteY86" fmla="*/ 772477 h 1374141"/>
                <a:gd name="connsiteX87" fmla="*/ 50857 w 1680522"/>
                <a:gd name="connsiteY87" fmla="*/ 1077277 h 1374141"/>
                <a:gd name="connsiteX88" fmla="*/ 825049 w 1680522"/>
                <a:gd name="connsiteY88" fmla="*/ 782130 h 1374141"/>
                <a:gd name="connsiteX89" fmla="*/ 857307 w 1680522"/>
                <a:gd name="connsiteY89" fmla="*/ 1127315 h 1374141"/>
                <a:gd name="connsiteX90" fmla="*/ 875468 w 1680522"/>
                <a:gd name="connsiteY90" fmla="*/ 1127315 h 1374141"/>
                <a:gd name="connsiteX91" fmla="*/ 922331 w 1680522"/>
                <a:gd name="connsiteY91" fmla="*/ 884492 h 1374141"/>
                <a:gd name="connsiteX92" fmla="*/ 825049 w 1680522"/>
                <a:gd name="connsiteY92" fmla="*/ 782130 h 1374141"/>
                <a:gd name="connsiteX93" fmla="*/ 433000 w 1680522"/>
                <a:gd name="connsiteY93" fmla="*/ 929830 h 1374141"/>
                <a:gd name="connsiteX94" fmla="*/ 419538 w 1680522"/>
                <a:gd name="connsiteY94" fmla="*/ 949515 h 1374141"/>
                <a:gd name="connsiteX95" fmla="*/ 492055 w 1680522"/>
                <a:gd name="connsiteY95" fmla="*/ 961453 h 1374141"/>
                <a:gd name="connsiteX96" fmla="*/ 455860 w 1680522"/>
                <a:gd name="connsiteY96" fmla="*/ 985964 h 1374141"/>
                <a:gd name="connsiteX97" fmla="*/ 453193 w 1680522"/>
                <a:gd name="connsiteY97" fmla="*/ 1008824 h 1374141"/>
                <a:gd name="connsiteX98" fmla="*/ 526853 w 1680522"/>
                <a:gd name="connsiteY98" fmla="*/ 1050734 h 1374141"/>
                <a:gd name="connsiteX99" fmla="*/ 527361 w 1680522"/>
                <a:gd name="connsiteY99" fmla="*/ 1197546 h 1374141"/>
                <a:gd name="connsiteX100" fmla="*/ 400615 w 1680522"/>
                <a:gd name="connsiteY100" fmla="*/ 1230693 h 1374141"/>
                <a:gd name="connsiteX101" fmla="*/ 361499 w 1680522"/>
                <a:gd name="connsiteY101" fmla="*/ 1344612 h 1374141"/>
                <a:gd name="connsiteX102" fmla="*/ 590988 w 1680522"/>
                <a:gd name="connsiteY102" fmla="*/ 1350327 h 1374141"/>
                <a:gd name="connsiteX103" fmla="*/ 675698 w 1680522"/>
                <a:gd name="connsiteY103" fmla="*/ 1339024 h 1374141"/>
                <a:gd name="connsiteX104" fmla="*/ 592893 w 1680522"/>
                <a:gd name="connsiteY104" fmla="*/ 1155001 h 1374141"/>
                <a:gd name="connsiteX105" fmla="*/ 572065 w 1680522"/>
                <a:gd name="connsiteY105" fmla="*/ 1063942 h 1374141"/>
                <a:gd name="connsiteX106" fmla="*/ 607244 w 1680522"/>
                <a:gd name="connsiteY106" fmla="*/ 935418 h 1374141"/>
                <a:gd name="connsiteX107" fmla="*/ 433000 w 1680522"/>
                <a:gd name="connsiteY107" fmla="*/ 929830 h 1374141"/>
                <a:gd name="connsiteX108" fmla="*/ 416744 w 1680522"/>
                <a:gd name="connsiteY108" fmla="*/ 1043749 h 1374141"/>
                <a:gd name="connsiteX109" fmla="*/ 387788 w 1680522"/>
                <a:gd name="connsiteY109" fmla="*/ 1192086 h 1374141"/>
                <a:gd name="connsiteX110" fmla="*/ 476815 w 1680522"/>
                <a:gd name="connsiteY110" fmla="*/ 1201737 h 1374141"/>
                <a:gd name="connsiteX111" fmla="*/ 520503 w 1680522"/>
                <a:gd name="connsiteY111" fmla="*/ 1102931 h 1374141"/>
                <a:gd name="connsiteX112" fmla="*/ 416744 w 1680522"/>
                <a:gd name="connsiteY112" fmla="*/ 1043749 h 1374141"/>
                <a:gd name="connsiteX113" fmla="*/ 695382 w 1680522"/>
                <a:gd name="connsiteY113" fmla="*/ 1154620 h 1374141"/>
                <a:gd name="connsiteX114" fmla="*/ 694493 w 1680522"/>
                <a:gd name="connsiteY114" fmla="*/ 1200086 h 1374141"/>
                <a:gd name="connsiteX115" fmla="*/ 1551998 w 1680522"/>
                <a:gd name="connsiteY115" fmla="*/ 1199578 h 1374141"/>
                <a:gd name="connsiteX116" fmla="*/ 1554664 w 1680522"/>
                <a:gd name="connsiteY116" fmla="*/ 1154367 h 1374141"/>
                <a:gd name="connsiteX117" fmla="*/ 695382 w 1680522"/>
                <a:gd name="connsiteY117" fmla="*/ 1154620 h 1374141"/>
                <a:gd name="connsiteX0" fmla="*/ 1069398 w 1680522"/>
                <a:gd name="connsiteY0" fmla="*/ 574865 h 1374141"/>
                <a:gd name="connsiteX1" fmla="*/ 1017708 w 1680522"/>
                <a:gd name="connsiteY1" fmla="*/ 573468 h 1374141"/>
                <a:gd name="connsiteX2" fmla="*/ 1012374 w 1680522"/>
                <a:gd name="connsiteY2" fmla="*/ 482917 h 1374141"/>
                <a:gd name="connsiteX3" fmla="*/ 936048 w 1680522"/>
                <a:gd name="connsiteY3" fmla="*/ 545401 h 1374141"/>
                <a:gd name="connsiteX4" fmla="*/ 742245 w 1680522"/>
                <a:gd name="connsiteY4" fmla="*/ 717486 h 1374141"/>
                <a:gd name="connsiteX5" fmla="*/ 932492 w 1680522"/>
                <a:gd name="connsiteY5" fmla="*/ 850709 h 1374141"/>
                <a:gd name="connsiteX6" fmla="*/ 1004881 w 1680522"/>
                <a:gd name="connsiteY6" fmla="*/ 677735 h 1374141"/>
                <a:gd name="connsiteX7" fmla="*/ 1183189 w 1680522"/>
                <a:gd name="connsiteY7" fmla="*/ 674306 h 1374141"/>
                <a:gd name="connsiteX8" fmla="*/ 1620197 w 1680522"/>
                <a:gd name="connsiteY8" fmla="*/ 676084 h 1374141"/>
                <a:gd name="connsiteX9" fmla="*/ 1680522 w 1680522"/>
                <a:gd name="connsiteY9" fmla="*/ 710501 h 1374141"/>
                <a:gd name="connsiteX10" fmla="*/ 1572825 w 1680522"/>
                <a:gd name="connsiteY10" fmla="*/ 1141539 h 1374141"/>
                <a:gd name="connsiteX11" fmla="*/ 1579556 w 1680522"/>
                <a:gd name="connsiteY11" fmla="*/ 1156017 h 1374141"/>
                <a:gd name="connsiteX12" fmla="*/ 1561904 w 1680522"/>
                <a:gd name="connsiteY12" fmla="*/ 1222058 h 1374141"/>
                <a:gd name="connsiteX13" fmla="*/ 1478718 w 1680522"/>
                <a:gd name="connsiteY13" fmla="*/ 1225614 h 1374141"/>
                <a:gd name="connsiteX14" fmla="*/ 704273 w 1680522"/>
                <a:gd name="connsiteY14" fmla="*/ 1225105 h 1374141"/>
                <a:gd name="connsiteX15" fmla="*/ 675189 w 1680522"/>
                <a:gd name="connsiteY15" fmla="*/ 1131380 h 1374141"/>
                <a:gd name="connsiteX16" fmla="*/ 834067 w 1680522"/>
                <a:gd name="connsiteY16" fmla="*/ 1127315 h 1374141"/>
                <a:gd name="connsiteX17" fmla="*/ 789743 w 1680522"/>
                <a:gd name="connsiteY17" fmla="*/ 764476 h 1374141"/>
                <a:gd name="connsiteX18" fmla="*/ 757612 w 1680522"/>
                <a:gd name="connsiteY18" fmla="*/ 750506 h 1374141"/>
                <a:gd name="connsiteX19" fmla="*/ 667696 w 1680522"/>
                <a:gd name="connsiteY19" fmla="*/ 730821 h 1374141"/>
                <a:gd name="connsiteX20" fmla="*/ 514788 w 1680522"/>
                <a:gd name="connsiteY20" fmla="*/ 774382 h 1374141"/>
                <a:gd name="connsiteX21" fmla="*/ 348672 w 1680522"/>
                <a:gd name="connsiteY21" fmla="*/ 730694 h 1374141"/>
                <a:gd name="connsiteX22" fmla="*/ 253295 w 1680522"/>
                <a:gd name="connsiteY22" fmla="*/ 756221 h 1374141"/>
                <a:gd name="connsiteX23" fmla="*/ 247580 w 1680522"/>
                <a:gd name="connsiteY23" fmla="*/ 778065 h 1374141"/>
                <a:gd name="connsiteX24" fmla="*/ 210623 w 1680522"/>
                <a:gd name="connsiteY24" fmla="*/ 1037526 h 1374141"/>
                <a:gd name="connsiteX25" fmla="*/ 430206 w 1680522"/>
                <a:gd name="connsiteY25" fmla="*/ 1017080 h 1374141"/>
                <a:gd name="connsiteX26" fmla="*/ 426142 w 1680522"/>
                <a:gd name="connsiteY26" fmla="*/ 983424 h 1374141"/>
                <a:gd name="connsiteX27" fmla="*/ 411918 w 1680522"/>
                <a:gd name="connsiteY27" fmla="*/ 910145 h 1374141"/>
                <a:gd name="connsiteX28" fmla="*/ 511994 w 1680522"/>
                <a:gd name="connsiteY28" fmla="*/ 901001 h 1374141"/>
                <a:gd name="connsiteX29" fmla="*/ 579939 w 1680522"/>
                <a:gd name="connsiteY29" fmla="*/ 902144 h 1374141"/>
                <a:gd name="connsiteX30" fmla="*/ 629215 w 1680522"/>
                <a:gd name="connsiteY30" fmla="*/ 936942 h 1374141"/>
                <a:gd name="connsiteX31" fmla="*/ 596957 w 1680522"/>
                <a:gd name="connsiteY31" fmla="*/ 1011872 h 1374141"/>
                <a:gd name="connsiteX32" fmla="*/ 611308 w 1680522"/>
                <a:gd name="connsiteY32" fmla="*/ 1130617 h 1374141"/>
                <a:gd name="connsiteX33" fmla="*/ 697542 w 1680522"/>
                <a:gd name="connsiteY33" fmla="*/ 1306512 h 1374141"/>
                <a:gd name="connsiteX34" fmla="*/ 680650 w 1680522"/>
                <a:gd name="connsiteY34" fmla="*/ 1371155 h 1374141"/>
                <a:gd name="connsiteX35" fmla="*/ 400869 w 1680522"/>
                <a:gd name="connsiteY35" fmla="*/ 1373695 h 1374141"/>
                <a:gd name="connsiteX36" fmla="*/ 339655 w 1680522"/>
                <a:gd name="connsiteY36" fmla="*/ 1354264 h 1374141"/>
                <a:gd name="connsiteX37" fmla="*/ 349053 w 1680522"/>
                <a:gd name="connsiteY37" fmla="*/ 1267015 h 1374141"/>
                <a:gd name="connsiteX38" fmla="*/ 40443 w 1680522"/>
                <a:gd name="connsiteY38" fmla="*/ 1163002 h 1374141"/>
                <a:gd name="connsiteX39" fmla="*/ 94672 w 1680522"/>
                <a:gd name="connsiteY39" fmla="*/ 875347 h 1374141"/>
                <a:gd name="connsiteX40" fmla="*/ 286061 w 1680522"/>
                <a:gd name="connsiteY40" fmla="*/ 716089 h 1374141"/>
                <a:gd name="connsiteX41" fmla="*/ 194494 w 1680522"/>
                <a:gd name="connsiteY41" fmla="*/ 662114 h 1374141"/>
                <a:gd name="connsiteX42" fmla="*/ 101276 w 1680522"/>
                <a:gd name="connsiteY42" fmla="*/ 547433 h 1374141"/>
                <a:gd name="connsiteX43" fmla="*/ 43110 w 1680522"/>
                <a:gd name="connsiteY43" fmla="*/ 514286 h 1374141"/>
                <a:gd name="connsiteX44" fmla="*/ 21393 w 1680522"/>
                <a:gd name="connsiteY44" fmla="*/ 291401 h 1374141"/>
                <a:gd name="connsiteX45" fmla="*/ 92132 w 1680522"/>
                <a:gd name="connsiteY45" fmla="*/ 233616 h 1374141"/>
                <a:gd name="connsiteX46" fmla="*/ 317938 w 1680522"/>
                <a:gd name="connsiteY46" fmla="*/ 29019 h 1374141"/>
                <a:gd name="connsiteX47" fmla="*/ 696271 w 1680522"/>
                <a:gd name="connsiteY47" fmla="*/ 19748 h 1374141"/>
                <a:gd name="connsiteX48" fmla="*/ 828732 w 1680522"/>
                <a:gd name="connsiteY48" fmla="*/ 95313 h 1374141"/>
                <a:gd name="connsiteX49" fmla="*/ 943540 w 1680522"/>
                <a:gd name="connsiteY49" fmla="*/ 237807 h 1374141"/>
                <a:gd name="connsiteX50" fmla="*/ 1016057 w 1680522"/>
                <a:gd name="connsiteY50" fmla="*/ 291020 h 1374141"/>
                <a:gd name="connsiteX51" fmla="*/ 268027 w 1680522"/>
                <a:gd name="connsiteY51" fmla="*/ 81216 h 1374141"/>
                <a:gd name="connsiteX52" fmla="*/ 98482 w 1680522"/>
                <a:gd name="connsiteY52" fmla="*/ 320103 h 1374141"/>
                <a:gd name="connsiteX53" fmla="*/ 96450 w 1680522"/>
                <a:gd name="connsiteY53" fmla="*/ 322262 h 1374141"/>
                <a:gd name="connsiteX54" fmla="*/ 202114 w 1680522"/>
                <a:gd name="connsiteY54" fmla="*/ 635063 h 1374141"/>
                <a:gd name="connsiteX55" fmla="*/ 388042 w 1680522"/>
                <a:gd name="connsiteY55" fmla="*/ 706056 h 1374141"/>
                <a:gd name="connsiteX56" fmla="*/ 691954 w 1680522"/>
                <a:gd name="connsiteY56" fmla="*/ 703516 h 1374141"/>
                <a:gd name="connsiteX57" fmla="*/ 940746 w 1680522"/>
                <a:gd name="connsiteY57" fmla="*/ 416115 h 1374141"/>
                <a:gd name="connsiteX58" fmla="*/ 834574 w 1680522"/>
                <a:gd name="connsiteY58" fmla="*/ 133159 h 1374141"/>
                <a:gd name="connsiteX59" fmla="*/ 509708 w 1680522"/>
                <a:gd name="connsiteY59" fmla="*/ 28130 h 1374141"/>
                <a:gd name="connsiteX60" fmla="*/ 268027 w 1680522"/>
                <a:gd name="connsiteY60" fmla="*/ 81216 h 1374141"/>
                <a:gd name="connsiteX61" fmla="*/ 82480 w 1680522"/>
                <a:gd name="connsiteY61" fmla="*/ 513016 h 1374141"/>
                <a:gd name="connsiteX62" fmla="*/ 77146 w 1680522"/>
                <a:gd name="connsiteY62" fmla="*/ 261556 h 1374141"/>
                <a:gd name="connsiteX63" fmla="*/ 82480 w 1680522"/>
                <a:gd name="connsiteY63" fmla="*/ 513016 h 1374141"/>
                <a:gd name="connsiteX64" fmla="*/ 950144 w 1680522"/>
                <a:gd name="connsiteY64" fmla="*/ 260032 h 1374141"/>
                <a:gd name="connsiteX65" fmla="*/ 946969 w 1680522"/>
                <a:gd name="connsiteY65" fmla="*/ 515810 h 1374141"/>
                <a:gd name="connsiteX66" fmla="*/ 950144 w 1680522"/>
                <a:gd name="connsiteY66" fmla="*/ 260032 h 1374141"/>
                <a:gd name="connsiteX67" fmla="*/ 998912 w 1680522"/>
                <a:gd name="connsiteY67" fmla="*/ 706691 h 1374141"/>
                <a:gd name="connsiteX68" fmla="*/ 967670 w 1680522"/>
                <a:gd name="connsiteY68" fmla="*/ 798639 h 1374141"/>
                <a:gd name="connsiteX69" fmla="*/ 900361 w 1680522"/>
                <a:gd name="connsiteY69" fmla="*/ 1127315 h 1374141"/>
                <a:gd name="connsiteX70" fmla="*/ 1554792 w 1680522"/>
                <a:gd name="connsiteY70" fmla="*/ 1127315 h 1374141"/>
                <a:gd name="connsiteX71" fmla="*/ 1650804 w 1680522"/>
                <a:gd name="connsiteY71" fmla="*/ 703897 h 1374141"/>
                <a:gd name="connsiteX72" fmla="*/ 1060254 w 1680522"/>
                <a:gd name="connsiteY72" fmla="*/ 702119 h 1374141"/>
                <a:gd name="connsiteX73" fmla="*/ 998912 w 1680522"/>
                <a:gd name="connsiteY73" fmla="*/ 706691 h 1374141"/>
                <a:gd name="connsiteX74" fmla="*/ 436175 w 1680522"/>
                <a:gd name="connsiteY74" fmla="*/ 729932 h 1374141"/>
                <a:gd name="connsiteX75" fmla="*/ 593528 w 1680522"/>
                <a:gd name="connsiteY75" fmla="*/ 729678 h 1374141"/>
                <a:gd name="connsiteX76" fmla="*/ 436175 w 1680522"/>
                <a:gd name="connsiteY76" fmla="*/ 729932 h 1374141"/>
                <a:gd name="connsiteX77" fmla="*/ 50857 w 1680522"/>
                <a:gd name="connsiteY77" fmla="*/ 1077277 h 1374141"/>
                <a:gd name="connsiteX78" fmla="*/ 73336 w 1680522"/>
                <a:gd name="connsiteY78" fmla="*/ 1173797 h 1374141"/>
                <a:gd name="connsiteX79" fmla="*/ 363912 w 1680522"/>
                <a:gd name="connsiteY79" fmla="*/ 1244409 h 1374141"/>
                <a:gd name="connsiteX80" fmla="*/ 380168 w 1680522"/>
                <a:gd name="connsiteY80" fmla="*/ 1215580 h 1374141"/>
                <a:gd name="connsiteX81" fmla="*/ 362515 w 1680522"/>
                <a:gd name="connsiteY81" fmla="*/ 1046924 h 1374141"/>
                <a:gd name="connsiteX82" fmla="*/ 140011 w 1680522"/>
                <a:gd name="connsiteY82" fmla="*/ 1064831 h 1374141"/>
                <a:gd name="connsiteX83" fmla="*/ 185731 w 1680522"/>
                <a:gd name="connsiteY83" fmla="*/ 1037780 h 1374141"/>
                <a:gd name="connsiteX84" fmla="*/ 220910 w 1680522"/>
                <a:gd name="connsiteY84" fmla="*/ 772477 h 1374141"/>
                <a:gd name="connsiteX85" fmla="*/ 50857 w 1680522"/>
                <a:gd name="connsiteY85" fmla="*/ 1077277 h 1374141"/>
                <a:gd name="connsiteX86" fmla="*/ 825049 w 1680522"/>
                <a:gd name="connsiteY86" fmla="*/ 782130 h 1374141"/>
                <a:gd name="connsiteX87" fmla="*/ 857307 w 1680522"/>
                <a:gd name="connsiteY87" fmla="*/ 1127315 h 1374141"/>
                <a:gd name="connsiteX88" fmla="*/ 875468 w 1680522"/>
                <a:gd name="connsiteY88" fmla="*/ 1127315 h 1374141"/>
                <a:gd name="connsiteX89" fmla="*/ 922331 w 1680522"/>
                <a:gd name="connsiteY89" fmla="*/ 884492 h 1374141"/>
                <a:gd name="connsiteX90" fmla="*/ 825049 w 1680522"/>
                <a:gd name="connsiteY90" fmla="*/ 782130 h 1374141"/>
                <a:gd name="connsiteX91" fmla="*/ 433000 w 1680522"/>
                <a:gd name="connsiteY91" fmla="*/ 929830 h 1374141"/>
                <a:gd name="connsiteX92" fmla="*/ 419538 w 1680522"/>
                <a:gd name="connsiteY92" fmla="*/ 949515 h 1374141"/>
                <a:gd name="connsiteX93" fmla="*/ 492055 w 1680522"/>
                <a:gd name="connsiteY93" fmla="*/ 961453 h 1374141"/>
                <a:gd name="connsiteX94" fmla="*/ 455860 w 1680522"/>
                <a:gd name="connsiteY94" fmla="*/ 985964 h 1374141"/>
                <a:gd name="connsiteX95" fmla="*/ 453193 w 1680522"/>
                <a:gd name="connsiteY95" fmla="*/ 1008824 h 1374141"/>
                <a:gd name="connsiteX96" fmla="*/ 526853 w 1680522"/>
                <a:gd name="connsiteY96" fmla="*/ 1050734 h 1374141"/>
                <a:gd name="connsiteX97" fmla="*/ 527361 w 1680522"/>
                <a:gd name="connsiteY97" fmla="*/ 1197546 h 1374141"/>
                <a:gd name="connsiteX98" fmla="*/ 400615 w 1680522"/>
                <a:gd name="connsiteY98" fmla="*/ 1230693 h 1374141"/>
                <a:gd name="connsiteX99" fmla="*/ 361499 w 1680522"/>
                <a:gd name="connsiteY99" fmla="*/ 1344612 h 1374141"/>
                <a:gd name="connsiteX100" fmla="*/ 590988 w 1680522"/>
                <a:gd name="connsiteY100" fmla="*/ 1350327 h 1374141"/>
                <a:gd name="connsiteX101" fmla="*/ 675698 w 1680522"/>
                <a:gd name="connsiteY101" fmla="*/ 1339024 h 1374141"/>
                <a:gd name="connsiteX102" fmla="*/ 592893 w 1680522"/>
                <a:gd name="connsiteY102" fmla="*/ 1155001 h 1374141"/>
                <a:gd name="connsiteX103" fmla="*/ 572065 w 1680522"/>
                <a:gd name="connsiteY103" fmla="*/ 1063942 h 1374141"/>
                <a:gd name="connsiteX104" fmla="*/ 607244 w 1680522"/>
                <a:gd name="connsiteY104" fmla="*/ 935418 h 1374141"/>
                <a:gd name="connsiteX105" fmla="*/ 433000 w 1680522"/>
                <a:gd name="connsiteY105" fmla="*/ 929830 h 1374141"/>
                <a:gd name="connsiteX106" fmla="*/ 416744 w 1680522"/>
                <a:gd name="connsiteY106" fmla="*/ 1043749 h 1374141"/>
                <a:gd name="connsiteX107" fmla="*/ 387788 w 1680522"/>
                <a:gd name="connsiteY107" fmla="*/ 1192086 h 1374141"/>
                <a:gd name="connsiteX108" fmla="*/ 476815 w 1680522"/>
                <a:gd name="connsiteY108" fmla="*/ 1201737 h 1374141"/>
                <a:gd name="connsiteX109" fmla="*/ 520503 w 1680522"/>
                <a:gd name="connsiteY109" fmla="*/ 1102931 h 1374141"/>
                <a:gd name="connsiteX110" fmla="*/ 416744 w 1680522"/>
                <a:gd name="connsiteY110" fmla="*/ 1043749 h 1374141"/>
                <a:gd name="connsiteX111" fmla="*/ 695382 w 1680522"/>
                <a:gd name="connsiteY111" fmla="*/ 1154620 h 1374141"/>
                <a:gd name="connsiteX112" fmla="*/ 694493 w 1680522"/>
                <a:gd name="connsiteY112" fmla="*/ 1200086 h 1374141"/>
                <a:gd name="connsiteX113" fmla="*/ 1551998 w 1680522"/>
                <a:gd name="connsiteY113" fmla="*/ 1199578 h 1374141"/>
                <a:gd name="connsiteX114" fmla="*/ 1554664 w 1680522"/>
                <a:gd name="connsiteY114" fmla="*/ 1154367 h 1374141"/>
                <a:gd name="connsiteX115" fmla="*/ 695382 w 1680522"/>
                <a:gd name="connsiteY115" fmla="*/ 1154620 h 1374141"/>
                <a:gd name="connsiteX0" fmla="*/ 1017708 w 1680522"/>
                <a:gd name="connsiteY0" fmla="*/ 573468 h 1374141"/>
                <a:gd name="connsiteX1" fmla="*/ 1012374 w 1680522"/>
                <a:gd name="connsiteY1" fmla="*/ 482917 h 1374141"/>
                <a:gd name="connsiteX2" fmla="*/ 936048 w 1680522"/>
                <a:gd name="connsiteY2" fmla="*/ 545401 h 1374141"/>
                <a:gd name="connsiteX3" fmla="*/ 742245 w 1680522"/>
                <a:gd name="connsiteY3" fmla="*/ 717486 h 1374141"/>
                <a:gd name="connsiteX4" fmla="*/ 932492 w 1680522"/>
                <a:gd name="connsiteY4" fmla="*/ 850709 h 1374141"/>
                <a:gd name="connsiteX5" fmla="*/ 1004881 w 1680522"/>
                <a:gd name="connsiteY5" fmla="*/ 677735 h 1374141"/>
                <a:gd name="connsiteX6" fmla="*/ 1183189 w 1680522"/>
                <a:gd name="connsiteY6" fmla="*/ 674306 h 1374141"/>
                <a:gd name="connsiteX7" fmla="*/ 1620197 w 1680522"/>
                <a:gd name="connsiteY7" fmla="*/ 676084 h 1374141"/>
                <a:gd name="connsiteX8" fmla="*/ 1680522 w 1680522"/>
                <a:gd name="connsiteY8" fmla="*/ 710501 h 1374141"/>
                <a:gd name="connsiteX9" fmla="*/ 1572825 w 1680522"/>
                <a:gd name="connsiteY9" fmla="*/ 1141539 h 1374141"/>
                <a:gd name="connsiteX10" fmla="*/ 1579556 w 1680522"/>
                <a:gd name="connsiteY10" fmla="*/ 1156017 h 1374141"/>
                <a:gd name="connsiteX11" fmla="*/ 1561904 w 1680522"/>
                <a:gd name="connsiteY11" fmla="*/ 1222058 h 1374141"/>
                <a:gd name="connsiteX12" fmla="*/ 1478718 w 1680522"/>
                <a:gd name="connsiteY12" fmla="*/ 1225614 h 1374141"/>
                <a:gd name="connsiteX13" fmla="*/ 704273 w 1680522"/>
                <a:gd name="connsiteY13" fmla="*/ 1225105 h 1374141"/>
                <a:gd name="connsiteX14" fmla="*/ 675189 w 1680522"/>
                <a:gd name="connsiteY14" fmla="*/ 1131380 h 1374141"/>
                <a:gd name="connsiteX15" fmla="*/ 834067 w 1680522"/>
                <a:gd name="connsiteY15" fmla="*/ 1127315 h 1374141"/>
                <a:gd name="connsiteX16" fmla="*/ 789743 w 1680522"/>
                <a:gd name="connsiteY16" fmla="*/ 764476 h 1374141"/>
                <a:gd name="connsiteX17" fmla="*/ 757612 w 1680522"/>
                <a:gd name="connsiteY17" fmla="*/ 750506 h 1374141"/>
                <a:gd name="connsiteX18" fmla="*/ 667696 w 1680522"/>
                <a:gd name="connsiteY18" fmla="*/ 730821 h 1374141"/>
                <a:gd name="connsiteX19" fmla="*/ 514788 w 1680522"/>
                <a:gd name="connsiteY19" fmla="*/ 774382 h 1374141"/>
                <a:gd name="connsiteX20" fmla="*/ 348672 w 1680522"/>
                <a:gd name="connsiteY20" fmla="*/ 730694 h 1374141"/>
                <a:gd name="connsiteX21" fmla="*/ 253295 w 1680522"/>
                <a:gd name="connsiteY21" fmla="*/ 756221 h 1374141"/>
                <a:gd name="connsiteX22" fmla="*/ 247580 w 1680522"/>
                <a:gd name="connsiteY22" fmla="*/ 778065 h 1374141"/>
                <a:gd name="connsiteX23" fmla="*/ 210623 w 1680522"/>
                <a:gd name="connsiteY23" fmla="*/ 1037526 h 1374141"/>
                <a:gd name="connsiteX24" fmla="*/ 430206 w 1680522"/>
                <a:gd name="connsiteY24" fmla="*/ 1017080 h 1374141"/>
                <a:gd name="connsiteX25" fmla="*/ 426142 w 1680522"/>
                <a:gd name="connsiteY25" fmla="*/ 983424 h 1374141"/>
                <a:gd name="connsiteX26" fmla="*/ 411918 w 1680522"/>
                <a:gd name="connsiteY26" fmla="*/ 910145 h 1374141"/>
                <a:gd name="connsiteX27" fmla="*/ 511994 w 1680522"/>
                <a:gd name="connsiteY27" fmla="*/ 901001 h 1374141"/>
                <a:gd name="connsiteX28" fmla="*/ 579939 w 1680522"/>
                <a:gd name="connsiteY28" fmla="*/ 902144 h 1374141"/>
                <a:gd name="connsiteX29" fmla="*/ 629215 w 1680522"/>
                <a:gd name="connsiteY29" fmla="*/ 936942 h 1374141"/>
                <a:gd name="connsiteX30" fmla="*/ 596957 w 1680522"/>
                <a:gd name="connsiteY30" fmla="*/ 1011872 h 1374141"/>
                <a:gd name="connsiteX31" fmla="*/ 611308 w 1680522"/>
                <a:gd name="connsiteY31" fmla="*/ 1130617 h 1374141"/>
                <a:gd name="connsiteX32" fmla="*/ 697542 w 1680522"/>
                <a:gd name="connsiteY32" fmla="*/ 1306512 h 1374141"/>
                <a:gd name="connsiteX33" fmla="*/ 680650 w 1680522"/>
                <a:gd name="connsiteY33" fmla="*/ 1371155 h 1374141"/>
                <a:gd name="connsiteX34" fmla="*/ 400869 w 1680522"/>
                <a:gd name="connsiteY34" fmla="*/ 1373695 h 1374141"/>
                <a:gd name="connsiteX35" fmla="*/ 339655 w 1680522"/>
                <a:gd name="connsiteY35" fmla="*/ 1354264 h 1374141"/>
                <a:gd name="connsiteX36" fmla="*/ 349053 w 1680522"/>
                <a:gd name="connsiteY36" fmla="*/ 1267015 h 1374141"/>
                <a:gd name="connsiteX37" fmla="*/ 40443 w 1680522"/>
                <a:gd name="connsiteY37" fmla="*/ 1163002 h 1374141"/>
                <a:gd name="connsiteX38" fmla="*/ 94672 w 1680522"/>
                <a:gd name="connsiteY38" fmla="*/ 875347 h 1374141"/>
                <a:gd name="connsiteX39" fmla="*/ 286061 w 1680522"/>
                <a:gd name="connsiteY39" fmla="*/ 716089 h 1374141"/>
                <a:gd name="connsiteX40" fmla="*/ 194494 w 1680522"/>
                <a:gd name="connsiteY40" fmla="*/ 662114 h 1374141"/>
                <a:gd name="connsiteX41" fmla="*/ 101276 w 1680522"/>
                <a:gd name="connsiteY41" fmla="*/ 547433 h 1374141"/>
                <a:gd name="connsiteX42" fmla="*/ 43110 w 1680522"/>
                <a:gd name="connsiteY42" fmla="*/ 514286 h 1374141"/>
                <a:gd name="connsiteX43" fmla="*/ 21393 w 1680522"/>
                <a:gd name="connsiteY43" fmla="*/ 291401 h 1374141"/>
                <a:gd name="connsiteX44" fmla="*/ 92132 w 1680522"/>
                <a:gd name="connsiteY44" fmla="*/ 233616 h 1374141"/>
                <a:gd name="connsiteX45" fmla="*/ 317938 w 1680522"/>
                <a:gd name="connsiteY45" fmla="*/ 29019 h 1374141"/>
                <a:gd name="connsiteX46" fmla="*/ 696271 w 1680522"/>
                <a:gd name="connsiteY46" fmla="*/ 19748 h 1374141"/>
                <a:gd name="connsiteX47" fmla="*/ 828732 w 1680522"/>
                <a:gd name="connsiteY47" fmla="*/ 95313 h 1374141"/>
                <a:gd name="connsiteX48" fmla="*/ 943540 w 1680522"/>
                <a:gd name="connsiteY48" fmla="*/ 237807 h 1374141"/>
                <a:gd name="connsiteX49" fmla="*/ 1016057 w 1680522"/>
                <a:gd name="connsiteY49" fmla="*/ 291020 h 1374141"/>
                <a:gd name="connsiteX50" fmla="*/ 268027 w 1680522"/>
                <a:gd name="connsiteY50" fmla="*/ 81216 h 1374141"/>
                <a:gd name="connsiteX51" fmla="*/ 98482 w 1680522"/>
                <a:gd name="connsiteY51" fmla="*/ 320103 h 1374141"/>
                <a:gd name="connsiteX52" fmla="*/ 96450 w 1680522"/>
                <a:gd name="connsiteY52" fmla="*/ 322262 h 1374141"/>
                <a:gd name="connsiteX53" fmla="*/ 202114 w 1680522"/>
                <a:gd name="connsiteY53" fmla="*/ 635063 h 1374141"/>
                <a:gd name="connsiteX54" fmla="*/ 388042 w 1680522"/>
                <a:gd name="connsiteY54" fmla="*/ 706056 h 1374141"/>
                <a:gd name="connsiteX55" fmla="*/ 691954 w 1680522"/>
                <a:gd name="connsiteY55" fmla="*/ 703516 h 1374141"/>
                <a:gd name="connsiteX56" fmla="*/ 940746 w 1680522"/>
                <a:gd name="connsiteY56" fmla="*/ 416115 h 1374141"/>
                <a:gd name="connsiteX57" fmla="*/ 834574 w 1680522"/>
                <a:gd name="connsiteY57" fmla="*/ 133159 h 1374141"/>
                <a:gd name="connsiteX58" fmla="*/ 509708 w 1680522"/>
                <a:gd name="connsiteY58" fmla="*/ 28130 h 1374141"/>
                <a:gd name="connsiteX59" fmla="*/ 268027 w 1680522"/>
                <a:gd name="connsiteY59" fmla="*/ 81216 h 1374141"/>
                <a:gd name="connsiteX60" fmla="*/ 82480 w 1680522"/>
                <a:gd name="connsiteY60" fmla="*/ 513016 h 1374141"/>
                <a:gd name="connsiteX61" fmla="*/ 77146 w 1680522"/>
                <a:gd name="connsiteY61" fmla="*/ 261556 h 1374141"/>
                <a:gd name="connsiteX62" fmla="*/ 82480 w 1680522"/>
                <a:gd name="connsiteY62" fmla="*/ 513016 h 1374141"/>
                <a:gd name="connsiteX63" fmla="*/ 950144 w 1680522"/>
                <a:gd name="connsiteY63" fmla="*/ 260032 h 1374141"/>
                <a:gd name="connsiteX64" fmla="*/ 946969 w 1680522"/>
                <a:gd name="connsiteY64" fmla="*/ 515810 h 1374141"/>
                <a:gd name="connsiteX65" fmla="*/ 950144 w 1680522"/>
                <a:gd name="connsiteY65" fmla="*/ 260032 h 1374141"/>
                <a:gd name="connsiteX66" fmla="*/ 998912 w 1680522"/>
                <a:gd name="connsiteY66" fmla="*/ 706691 h 1374141"/>
                <a:gd name="connsiteX67" fmla="*/ 967670 w 1680522"/>
                <a:gd name="connsiteY67" fmla="*/ 798639 h 1374141"/>
                <a:gd name="connsiteX68" fmla="*/ 900361 w 1680522"/>
                <a:gd name="connsiteY68" fmla="*/ 1127315 h 1374141"/>
                <a:gd name="connsiteX69" fmla="*/ 1554792 w 1680522"/>
                <a:gd name="connsiteY69" fmla="*/ 1127315 h 1374141"/>
                <a:gd name="connsiteX70" fmla="*/ 1650804 w 1680522"/>
                <a:gd name="connsiteY70" fmla="*/ 703897 h 1374141"/>
                <a:gd name="connsiteX71" fmla="*/ 1060254 w 1680522"/>
                <a:gd name="connsiteY71" fmla="*/ 702119 h 1374141"/>
                <a:gd name="connsiteX72" fmla="*/ 998912 w 1680522"/>
                <a:gd name="connsiteY72" fmla="*/ 706691 h 1374141"/>
                <a:gd name="connsiteX73" fmla="*/ 436175 w 1680522"/>
                <a:gd name="connsiteY73" fmla="*/ 729932 h 1374141"/>
                <a:gd name="connsiteX74" fmla="*/ 593528 w 1680522"/>
                <a:gd name="connsiteY74" fmla="*/ 729678 h 1374141"/>
                <a:gd name="connsiteX75" fmla="*/ 436175 w 1680522"/>
                <a:gd name="connsiteY75" fmla="*/ 729932 h 1374141"/>
                <a:gd name="connsiteX76" fmla="*/ 50857 w 1680522"/>
                <a:gd name="connsiteY76" fmla="*/ 1077277 h 1374141"/>
                <a:gd name="connsiteX77" fmla="*/ 73336 w 1680522"/>
                <a:gd name="connsiteY77" fmla="*/ 1173797 h 1374141"/>
                <a:gd name="connsiteX78" fmla="*/ 363912 w 1680522"/>
                <a:gd name="connsiteY78" fmla="*/ 1244409 h 1374141"/>
                <a:gd name="connsiteX79" fmla="*/ 380168 w 1680522"/>
                <a:gd name="connsiteY79" fmla="*/ 1215580 h 1374141"/>
                <a:gd name="connsiteX80" fmla="*/ 362515 w 1680522"/>
                <a:gd name="connsiteY80" fmla="*/ 1046924 h 1374141"/>
                <a:gd name="connsiteX81" fmla="*/ 140011 w 1680522"/>
                <a:gd name="connsiteY81" fmla="*/ 1064831 h 1374141"/>
                <a:gd name="connsiteX82" fmla="*/ 185731 w 1680522"/>
                <a:gd name="connsiteY82" fmla="*/ 1037780 h 1374141"/>
                <a:gd name="connsiteX83" fmla="*/ 220910 w 1680522"/>
                <a:gd name="connsiteY83" fmla="*/ 772477 h 1374141"/>
                <a:gd name="connsiteX84" fmla="*/ 50857 w 1680522"/>
                <a:gd name="connsiteY84" fmla="*/ 1077277 h 1374141"/>
                <a:gd name="connsiteX85" fmla="*/ 825049 w 1680522"/>
                <a:gd name="connsiteY85" fmla="*/ 782130 h 1374141"/>
                <a:gd name="connsiteX86" fmla="*/ 857307 w 1680522"/>
                <a:gd name="connsiteY86" fmla="*/ 1127315 h 1374141"/>
                <a:gd name="connsiteX87" fmla="*/ 875468 w 1680522"/>
                <a:gd name="connsiteY87" fmla="*/ 1127315 h 1374141"/>
                <a:gd name="connsiteX88" fmla="*/ 922331 w 1680522"/>
                <a:gd name="connsiteY88" fmla="*/ 884492 h 1374141"/>
                <a:gd name="connsiteX89" fmla="*/ 825049 w 1680522"/>
                <a:gd name="connsiteY89" fmla="*/ 782130 h 1374141"/>
                <a:gd name="connsiteX90" fmla="*/ 433000 w 1680522"/>
                <a:gd name="connsiteY90" fmla="*/ 929830 h 1374141"/>
                <a:gd name="connsiteX91" fmla="*/ 419538 w 1680522"/>
                <a:gd name="connsiteY91" fmla="*/ 949515 h 1374141"/>
                <a:gd name="connsiteX92" fmla="*/ 492055 w 1680522"/>
                <a:gd name="connsiteY92" fmla="*/ 961453 h 1374141"/>
                <a:gd name="connsiteX93" fmla="*/ 455860 w 1680522"/>
                <a:gd name="connsiteY93" fmla="*/ 985964 h 1374141"/>
                <a:gd name="connsiteX94" fmla="*/ 453193 w 1680522"/>
                <a:gd name="connsiteY94" fmla="*/ 1008824 h 1374141"/>
                <a:gd name="connsiteX95" fmla="*/ 526853 w 1680522"/>
                <a:gd name="connsiteY95" fmla="*/ 1050734 h 1374141"/>
                <a:gd name="connsiteX96" fmla="*/ 527361 w 1680522"/>
                <a:gd name="connsiteY96" fmla="*/ 1197546 h 1374141"/>
                <a:gd name="connsiteX97" fmla="*/ 400615 w 1680522"/>
                <a:gd name="connsiteY97" fmla="*/ 1230693 h 1374141"/>
                <a:gd name="connsiteX98" fmla="*/ 361499 w 1680522"/>
                <a:gd name="connsiteY98" fmla="*/ 1344612 h 1374141"/>
                <a:gd name="connsiteX99" fmla="*/ 590988 w 1680522"/>
                <a:gd name="connsiteY99" fmla="*/ 1350327 h 1374141"/>
                <a:gd name="connsiteX100" fmla="*/ 675698 w 1680522"/>
                <a:gd name="connsiteY100" fmla="*/ 1339024 h 1374141"/>
                <a:gd name="connsiteX101" fmla="*/ 592893 w 1680522"/>
                <a:gd name="connsiteY101" fmla="*/ 1155001 h 1374141"/>
                <a:gd name="connsiteX102" fmla="*/ 572065 w 1680522"/>
                <a:gd name="connsiteY102" fmla="*/ 1063942 h 1374141"/>
                <a:gd name="connsiteX103" fmla="*/ 607244 w 1680522"/>
                <a:gd name="connsiteY103" fmla="*/ 935418 h 1374141"/>
                <a:gd name="connsiteX104" fmla="*/ 433000 w 1680522"/>
                <a:gd name="connsiteY104" fmla="*/ 929830 h 1374141"/>
                <a:gd name="connsiteX105" fmla="*/ 416744 w 1680522"/>
                <a:gd name="connsiteY105" fmla="*/ 1043749 h 1374141"/>
                <a:gd name="connsiteX106" fmla="*/ 387788 w 1680522"/>
                <a:gd name="connsiteY106" fmla="*/ 1192086 h 1374141"/>
                <a:gd name="connsiteX107" fmla="*/ 476815 w 1680522"/>
                <a:gd name="connsiteY107" fmla="*/ 1201737 h 1374141"/>
                <a:gd name="connsiteX108" fmla="*/ 520503 w 1680522"/>
                <a:gd name="connsiteY108" fmla="*/ 1102931 h 1374141"/>
                <a:gd name="connsiteX109" fmla="*/ 416744 w 1680522"/>
                <a:gd name="connsiteY109" fmla="*/ 1043749 h 1374141"/>
                <a:gd name="connsiteX110" fmla="*/ 695382 w 1680522"/>
                <a:gd name="connsiteY110" fmla="*/ 1154620 h 1374141"/>
                <a:gd name="connsiteX111" fmla="*/ 694493 w 1680522"/>
                <a:gd name="connsiteY111" fmla="*/ 1200086 h 1374141"/>
                <a:gd name="connsiteX112" fmla="*/ 1551998 w 1680522"/>
                <a:gd name="connsiteY112" fmla="*/ 1199578 h 1374141"/>
                <a:gd name="connsiteX113" fmla="*/ 1554664 w 1680522"/>
                <a:gd name="connsiteY113" fmla="*/ 1154367 h 1374141"/>
                <a:gd name="connsiteX114" fmla="*/ 695382 w 1680522"/>
                <a:gd name="connsiteY114" fmla="*/ 1154620 h 1374141"/>
                <a:gd name="connsiteX0" fmla="*/ 1054617 w 1680522"/>
                <a:gd name="connsiteY0" fmla="*/ 383643 h 1374141"/>
                <a:gd name="connsiteX1" fmla="*/ 1012374 w 1680522"/>
                <a:gd name="connsiteY1" fmla="*/ 482917 h 1374141"/>
                <a:gd name="connsiteX2" fmla="*/ 936048 w 1680522"/>
                <a:gd name="connsiteY2" fmla="*/ 545401 h 1374141"/>
                <a:gd name="connsiteX3" fmla="*/ 742245 w 1680522"/>
                <a:gd name="connsiteY3" fmla="*/ 717486 h 1374141"/>
                <a:gd name="connsiteX4" fmla="*/ 932492 w 1680522"/>
                <a:gd name="connsiteY4" fmla="*/ 850709 h 1374141"/>
                <a:gd name="connsiteX5" fmla="*/ 1004881 w 1680522"/>
                <a:gd name="connsiteY5" fmla="*/ 677735 h 1374141"/>
                <a:gd name="connsiteX6" fmla="*/ 1183189 w 1680522"/>
                <a:gd name="connsiteY6" fmla="*/ 674306 h 1374141"/>
                <a:gd name="connsiteX7" fmla="*/ 1620197 w 1680522"/>
                <a:gd name="connsiteY7" fmla="*/ 676084 h 1374141"/>
                <a:gd name="connsiteX8" fmla="*/ 1680522 w 1680522"/>
                <a:gd name="connsiteY8" fmla="*/ 710501 h 1374141"/>
                <a:gd name="connsiteX9" fmla="*/ 1572825 w 1680522"/>
                <a:gd name="connsiteY9" fmla="*/ 1141539 h 1374141"/>
                <a:gd name="connsiteX10" fmla="*/ 1579556 w 1680522"/>
                <a:gd name="connsiteY10" fmla="*/ 1156017 h 1374141"/>
                <a:gd name="connsiteX11" fmla="*/ 1561904 w 1680522"/>
                <a:gd name="connsiteY11" fmla="*/ 1222058 h 1374141"/>
                <a:gd name="connsiteX12" fmla="*/ 1478718 w 1680522"/>
                <a:gd name="connsiteY12" fmla="*/ 1225614 h 1374141"/>
                <a:gd name="connsiteX13" fmla="*/ 704273 w 1680522"/>
                <a:gd name="connsiteY13" fmla="*/ 1225105 h 1374141"/>
                <a:gd name="connsiteX14" fmla="*/ 675189 w 1680522"/>
                <a:gd name="connsiteY14" fmla="*/ 1131380 h 1374141"/>
                <a:gd name="connsiteX15" fmla="*/ 834067 w 1680522"/>
                <a:gd name="connsiteY15" fmla="*/ 1127315 h 1374141"/>
                <a:gd name="connsiteX16" fmla="*/ 789743 w 1680522"/>
                <a:gd name="connsiteY16" fmla="*/ 764476 h 1374141"/>
                <a:gd name="connsiteX17" fmla="*/ 757612 w 1680522"/>
                <a:gd name="connsiteY17" fmla="*/ 750506 h 1374141"/>
                <a:gd name="connsiteX18" fmla="*/ 667696 w 1680522"/>
                <a:gd name="connsiteY18" fmla="*/ 730821 h 1374141"/>
                <a:gd name="connsiteX19" fmla="*/ 514788 w 1680522"/>
                <a:gd name="connsiteY19" fmla="*/ 774382 h 1374141"/>
                <a:gd name="connsiteX20" fmla="*/ 348672 w 1680522"/>
                <a:gd name="connsiteY20" fmla="*/ 730694 h 1374141"/>
                <a:gd name="connsiteX21" fmla="*/ 253295 w 1680522"/>
                <a:gd name="connsiteY21" fmla="*/ 756221 h 1374141"/>
                <a:gd name="connsiteX22" fmla="*/ 247580 w 1680522"/>
                <a:gd name="connsiteY22" fmla="*/ 778065 h 1374141"/>
                <a:gd name="connsiteX23" fmla="*/ 210623 w 1680522"/>
                <a:gd name="connsiteY23" fmla="*/ 1037526 h 1374141"/>
                <a:gd name="connsiteX24" fmla="*/ 430206 w 1680522"/>
                <a:gd name="connsiteY24" fmla="*/ 1017080 h 1374141"/>
                <a:gd name="connsiteX25" fmla="*/ 426142 w 1680522"/>
                <a:gd name="connsiteY25" fmla="*/ 983424 h 1374141"/>
                <a:gd name="connsiteX26" fmla="*/ 411918 w 1680522"/>
                <a:gd name="connsiteY26" fmla="*/ 910145 h 1374141"/>
                <a:gd name="connsiteX27" fmla="*/ 511994 w 1680522"/>
                <a:gd name="connsiteY27" fmla="*/ 901001 h 1374141"/>
                <a:gd name="connsiteX28" fmla="*/ 579939 w 1680522"/>
                <a:gd name="connsiteY28" fmla="*/ 902144 h 1374141"/>
                <a:gd name="connsiteX29" fmla="*/ 629215 w 1680522"/>
                <a:gd name="connsiteY29" fmla="*/ 936942 h 1374141"/>
                <a:gd name="connsiteX30" fmla="*/ 596957 w 1680522"/>
                <a:gd name="connsiteY30" fmla="*/ 1011872 h 1374141"/>
                <a:gd name="connsiteX31" fmla="*/ 611308 w 1680522"/>
                <a:gd name="connsiteY31" fmla="*/ 1130617 h 1374141"/>
                <a:gd name="connsiteX32" fmla="*/ 697542 w 1680522"/>
                <a:gd name="connsiteY32" fmla="*/ 1306512 h 1374141"/>
                <a:gd name="connsiteX33" fmla="*/ 680650 w 1680522"/>
                <a:gd name="connsiteY33" fmla="*/ 1371155 h 1374141"/>
                <a:gd name="connsiteX34" fmla="*/ 400869 w 1680522"/>
                <a:gd name="connsiteY34" fmla="*/ 1373695 h 1374141"/>
                <a:gd name="connsiteX35" fmla="*/ 339655 w 1680522"/>
                <a:gd name="connsiteY35" fmla="*/ 1354264 h 1374141"/>
                <a:gd name="connsiteX36" fmla="*/ 349053 w 1680522"/>
                <a:gd name="connsiteY36" fmla="*/ 1267015 h 1374141"/>
                <a:gd name="connsiteX37" fmla="*/ 40443 w 1680522"/>
                <a:gd name="connsiteY37" fmla="*/ 1163002 h 1374141"/>
                <a:gd name="connsiteX38" fmla="*/ 94672 w 1680522"/>
                <a:gd name="connsiteY38" fmla="*/ 875347 h 1374141"/>
                <a:gd name="connsiteX39" fmla="*/ 286061 w 1680522"/>
                <a:gd name="connsiteY39" fmla="*/ 716089 h 1374141"/>
                <a:gd name="connsiteX40" fmla="*/ 194494 w 1680522"/>
                <a:gd name="connsiteY40" fmla="*/ 662114 h 1374141"/>
                <a:gd name="connsiteX41" fmla="*/ 101276 w 1680522"/>
                <a:gd name="connsiteY41" fmla="*/ 547433 h 1374141"/>
                <a:gd name="connsiteX42" fmla="*/ 43110 w 1680522"/>
                <a:gd name="connsiteY42" fmla="*/ 514286 h 1374141"/>
                <a:gd name="connsiteX43" fmla="*/ 21393 w 1680522"/>
                <a:gd name="connsiteY43" fmla="*/ 291401 h 1374141"/>
                <a:gd name="connsiteX44" fmla="*/ 92132 w 1680522"/>
                <a:gd name="connsiteY44" fmla="*/ 233616 h 1374141"/>
                <a:gd name="connsiteX45" fmla="*/ 317938 w 1680522"/>
                <a:gd name="connsiteY45" fmla="*/ 29019 h 1374141"/>
                <a:gd name="connsiteX46" fmla="*/ 696271 w 1680522"/>
                <a:gd name="connsiteY46" fmla="*/ 19748 h 1374141"/>
                <a:gd name="connsiteX47" fmla="*/ 828732 w 1680522"/>
                <a:gd name="connsiteY47" fmla="*/ 95313 h 1374141"/>
                <a:gd name="connsiteX48" fmla="*/ 943540 w 1680522"/>
                <a:gd name="connsiteY48" fmla="*/ 237807 h 1374141"/>
                <a:gd name="connsiteX49" fmla="*/ 1016057 w 1680522"/>
                <a:gd name="connsiteY49" fmla="*/ 291020 h 1374141"/>
                <a:gd name="connsiteX50" fmla="*/ 268027 w 1680522"/>
                <a:gd name="connsiteY50" fmla="*/ 81216 h 1374141"/>
                <a:gd name="connsiteX51" fmla="*/ 98482 w 1680522"/>
                <a:gd name="connsiteY51" fmla="*/ 320103 h 1374141"/>
                <a:gd name="connsiteX52" fmla="*/ 96450 w 1680522"/>
                <a:gd name="connsiteY52" fmla="*/ 322262 h 1374141"/>
                <a:gd name="connsiteX53" fmla="*/ 202114 w 1680522"/>
                <a:gd name="connsiteY53" fmla="*/ 635063 h 1374141"/>
                <a:gd name="connsiteX54" fmla="*/ 388042 w 1680522"/>
                <a:gd name="connsiteY54" fmla="*/ 706056 h 1374141"/>
                <a:gd name="connsiteX55" fmla="*/ 691954 w 1680522"/>
                <a:gd name="connsiteY55" fmla="*/ 703516 h 1374141"/>
                <a:gd name="connsiteX56" fmla="*/ 940746 w 1680522"/>
                <a:gd name="connsiteY56" fmla="*/ 416115 h 1374141"/>
                <a:gd name="connsiteX57" fmla="*/ 834574 w 1680522"/>
                <a:gd name="connsiteY57" fmla="*/ 133159 h 1374141"/>
                <a:gd name="connsiteX58" fmla="*/ 509708 w 1680522"/>
                <a:gd name="connsiteY58" fmla="*/ 28130 h 1374141"/>
                <a:gd name="connsiteX59" fmla="*/ 268027 w 1680522"/>
                <a:gd name="connsiteY59" fmla="*/ 81216 h 1374141"/>
                <a:gd name="connsiteX60" fmla="*/ 82480 w 1680522"/>
                <a:gd name="connsiteY60" fmla="*/ 513016 h 1374141"/>
                <a:gd name="connsiteX61" fmla="*/ 77146 w 1680522"/>
                <a:gd name="connsiteY61" fmla="*/ 261556 h 1374141"/>
                <a:gd name="connsiteX62" fmla="*/ 82480 w 1680522"/>
                <a:gd name="connsiteY62" fmla="*/ 513016 h 1374141"/>
                <a:gd name="connsiteX63" fmla="*/ 950144 w 1680522"/>
                <a:gd name="connsiteY63" fmla="*/ 260032 h 1374141"/>
                <a:gd name="connsiteX64" fmla="*/ 946969 w 1680522"/>
                <a:gd name="connsiteY64" fmla="*/ 515810 h 1374141"/>
                <a:gd name="connsiteX65" fmla="*/ 950144 w 1680522"/>
                <a:gd name="connsiteY65" fmla="*/ 260032 h 1374141"/>
                <a:gd name="connsiteX66" fmla="*/ 998912 w 1680522"/>
                <a:gd name="connsiteY66" fmla="*/ 706691 h 1374141"/>
                <a:gd name="connsiteX67" fmla="*/ 967670 w 1680522"/>
                <a:gd name="connsiteY67" fmla="*/ 798639 h 1374141"/>
                <a:gd name="connsiteX68" fmla="*/ 900361 w 1680522"/>
                <a:gd name="connsiteY68" fmla="*/ 1127315 h 1374141"/>
                <a:gd name="connsiteX69" fmla="*/ 1554792 w 1680522"/>
                <a:gd name="connsiteY69" fmla="*/ 1127315 h 1374141"/>
                <a:gd name="connsiteX70" fmla="*/ 1650804 w 1680522"/>
                <a:gd name="connsiteY70" fmla="*/ 703897 h 1374141"/>
                <a:gd name="connsiteX71" fmla="*/ 1060254 w 1680522"/>
                <a:gd name="connsiteY71" fmla="*/ 702119 h 1374141"/>
                <a:gd name="connsiteX72" fmla="*/ 998912 w 1680522"/>
                <a:gd name="connsiteY72" fmla="*/ 706691 h 1374141"/>
                <a:gd name="connsiteX73" fmla="*/ 436175 w 1680522"/>
                <a:gd name="connsiteY73" fmla="*/ 729932 h 1374141"/>
                <a:gd name="connsiteX74" fmla="*/ 593528 w 1680522"/>
                <a:gd name="connsiteY74" fmla="*/ 729678 h 1374141"/>
                <a:gd name="connsiteX75" fmla="*/ 436175 w 1680522"/>
                <a:gd name="connsiteY75" fmla="*/ 729932 h 1374141"/>
                <a:gd name="connsiteX76" fmla="*/ 50857 w 1680522"/>
                <a:gd name="connsiteY76" fmla="*/ 1077277 h 1374141"/>
                <a:gd name="connsiteX77" fmla="*/ 73336 w 1680522"/>
                <a:gd name="connsiteY77" fmla="*/ 1173797 h 1374141"/>
                <a:gd name="connsiteX78" fmla="*/ 363912 w 1680522"/>
                <a:gd name="connsiteY78" fmla="*/ 1244409 h 1374141"/>
                <a:gd name="connsiteX79" fmla="*/ 380168 w 1680522"/>
                <a:gd name="connsiteY79" fmla="*/ 1215580 h 1374141"/>
                <a:gd name="connsiteX80" fmla="*/ 362515 w 1680522"/>
                <a:gd name="connsiteY80" fmla="*/ 1046924 h 1374141"/>
                <a:gd name="connsiteX81" fmla="*/ 140011 w 1680522"/>
                <a:gd name="connsiteY81" fmla="*/ 1064831 h 1374141"/>
                <a:gd name="connsiteX82" fmla="*/ 185731 w 1680522"/>
                <a:gd name="connsiteY82" fmla="*/ 1037780 h 1374141"/>
                <a:gd name="connsiteX83" fmla="*/ 220910 w 1680522"/>
                <a:gd name="connsiteY83" fmla="*/ 772477 h 1374141"/>
                <a:gd name="connsiteX84" fmla="*/ 50857 w 1680522"/>
                <a:gd name="connsiteY84" fmla="*/ 1077277 h 1374141"/>
                <a:gd name="connsiteX85" fmla="*/ 825049 w 1680522"/>
                <a:gd name="connsiteY85" fmla="*/ 782130 h 1374141"/>
                <a:gd name="connsiteX86" fmla="*/ 857307 w 1680522"/>
                <a:gd name="connsiteY86" fmla="*/ 1127315 h 1374141"/>
                <a:gd name="connsiteX87" fmla="*/ 875468 w 1680522"/>
                <a:gd name="connsiteY87" fmla="*/ 1127315 h 1374141"/>
                <a:gd name="connsiteX88" fmla="*/ 922331 w 1680522"/>
                <a:gd name="connsiteY88" fmla="*/ 884492 h 1374141"/>
                <a:gd name="connsiteX89" fmla="*/ 825049 w 1680522"/>
                <a:gd name="connsiteY89" fmla="*/ 782130 h 1374141"/>
                <a:gd name="connsiteX90" fmla="*/ 433000 w 1680522"/>
                <a:gd name="connsiteY90" fmla="*/ 929830 h 1374141"/>
                <a:gd name="connsiteX91" fmla="*/ 419538 w 1680522"/>
                <a:gd name="connsiteY91" fmla="*/ 949515 h 1374141"/>
                <a:gd name="connsiteX92" fmla="*/ 492055 w 1680522"/>
                <a:gd name="connsiteY92" fmla="*/ 961453 h 1374141"/>
                <a:gd name="connsiteX93" fmla="*/ 455860 w 1680522"/>
                <a:gd name="connsiteY93" fmla="*/ 985964 h 1374141"/>
                <a:gd name="connsiteX94" fmla="*/ 453193 w 1680522"/>
                <a:gd name="connsiteY94" fmla="*/ 1008824 h 1374141"/>
                <a:gd name="connsiteX95" fmla="*/ 526853 w 1680522"/>
                <a:gd name="connsiteY95" fmla="*/ 1050734 h 1374141"/>
                <a:gd name="connsiteX96" fmla="*/ 527361 w 1680522"/>
                <a:gd name="connsiteY96" fmla="*/ 1197546 h 1374141"/>
                <a:gd name="connsiteX97" fmla="*/ 400615 w 1680522"/>
                <a:gd name="connsiteY97" fmla="*/ 1230693 h 1374141"/>
                <a:gd name="connsiteX98" fmla="*/ 361499 w 1680522"/>
                <a:gd name="connsiteY98" fmla="*/ 1344612 h 1374141"/>
                <a:gd name="connsiteX99" fmla="*/ 590988 w 1680522"/>
                <a:gd name="connsiteY99" fmla="*/ 1350327 h 1374141"/>
                <a:gd name="connsiteX100" fmla="*/ 675698 w 1680522"/>
                <a:gd name="connsiteY100" fmla="*/ 1339024 h 1374141"/>
                <a:gd name="connsiteX101" fmla="*/ 592893 w 1680522"/>
                <a:gd name="connsiteY101" fmla="*/ 1155001 h 1374141"/>
                <a:gd name="connsiteX102" fmla="*/ 572065 w 1680522"/>
                <a:gd name="connsiteY102" fmla="*/ 1063942 h 1374141"/>
                <a:gd name="connsiteX103" fmla="*/ 607244 w 1680522"/>
                <a:gd name="connsiteY103" fmla="*/ 935418 h 1374141"/>
                <a:gd name="connsiteX104" fmla="*/ 433000 w 1680522"/>
                <a:gd name="connsiteY104" fmla="*/ 929830 h 1374141"/>
                <a:gd name="connsiteX105" fmla="*/ 416744 w 1680522"/>
                <a:gd name="connsiteY105" fmla="*/ 1043749 h 1374141"/>
                <a:gd name="connsiteX106" fmla="*/ 387788 w 1680522"/>
                <a:gd name="connsiteY106" fmla="*/ 1192086 h 1374141"/>
                <a:gd name="connsiteX107" fmla="*/ 476815 w 1680522"/>
                <a:gd name="connsiteY107" fmla="*/ 1201737 h 1374141"/>
                <a:gd name="connsiteX108" fmla="*/ 520503 w 1680522"/>
                <a:gd name="connsiteY108" fmla="*/ 1102931 h 1374141"/>
                <a:gd name="connsiteX109" fmla="*/ 416744 w 1680522"/>
                <a:gd name="connsiteY109" fmla="*/ 1043749 h 1374141"/>
                <a:gd name="connsiteX110" fmla="*/ 695382 w 1680522"/>
                <a:gd name="connsiteY110" fmla="*/ 1154620 h 1374141"/>
                <a:gd name="connsiteX111" fmla="*/ 694493 w 1680522"/>
                <a:gd name="connsiteY111" fmla="*/ 1200086 h 1374141"/>
                <a:gd name="connsiteX112" fmla="*/ 1551998 w 1680522"/>
                <a:gd name="connsiteY112" fmla="*/ 1199578 h 1374141"/>
                <a:gd name="connsiteX113" fmla="*/ 1554664 w 1680522"/>
                <a:gd name="connsiteY113" fmla="*/ 1154367 h 1374141"/>
                <a:gd name="connsiteX114" fmla="*/ 695382 w 1680522"/>
                <a:gd name="connsiteY114" fmla="*/ 1154620 h 1374141"/>
                <a:gd name="connsiteX0" fmla="*/ 1022980 w 1680522"/>
                <a:gd name="connsiteY0" fmla="*/ 378370 h 1374141"/>
                <a:gd name="connsiteX1" fmla="*/ 1012374 w 1680522"/>
                <a:gd name="connsiteY1" fmla="*/ 482917 h 1374141"/>
                <a:gd name="connsiteX2" fmla="*/ 936048 w 1680522"/>
                <a:gd name="connsiteY2" fmla="*/ 545401 h 1374141"/>
                <a:gd name="connsiteX3" fmla="*/ 742245 w 1680522"/>
                <a:gd name="connsiteY3" fmla="*/ 717486 h 1374141"/>
                <a:gd name="connsiteX4" fmla="*/ 932492 w 1680522"/>
                <a:gd name="connsiteY4" fmla="*/ 850709 h 1374141"/>
                <a:gd name="connsiteX5" fmla="*/ 1004881 w 1680522"/>
                <a:gd name="connsiteY5" fmla="*/ 677735 h 1374141"/>
                <a:gd name="connsiteX6" fmla="*/ 1183189 w 1680522"/>
                <a:gd name="connsiteY6" fmla="*/ 674306 h 1374141"/>
                <a:gd name="connsiteX7" fmla="*/ 1620197 w 1680522"/>
                <a:gd name="connsiteY7" fmla="*/ 676084 h 1374141"/>
                <a:gd name="connsiteX8" fmla="*/ 1680522 w 1680522"/>
                <a:gd name="connsiteY8" fmla="*/ 710501 h 1374141"/>
                <a:gd name="connsiteX9" fmla="*/ 1572825 w 1680522"/>
                <a:gd name="connsiteY9" fmla="*/ 1141539 h 1374141"/>
                <a:gd name="connsiteX10" fmla="*/ 1579556 w 1680522"/>
                <a:gd name="connsiteY10" fmla="*/ 1156017 h 1374141"/>
                <a:gd name="connsiteX11" fmla="*/ 1561904 w 1680522"/>
                <a:gd name="connsiteY11" fmla="*/ 1222058 h 1374141"/>
                <a:gd name="connsiteX12" fmla="*/ 1478718 w 1680522"/>
                <a:gd name="connsiteY12" fmla="*/ 1225614 h 1374141"/>
                <a:gd name="connsiteX13" fmla="*/ 704273 w 1680522"/>
                <a:gd name="connsiteY13" fmla="*/ 1225105 h 1374141"/>
                <a:gd name="connsiteX14" fmla="*/ 675189 w 1680522"/>
                <a:gd name="connsiteY14" fmla="*/ 1131380 h 1374141"/>
                <a:gd name="connsiteX15" fmla="*/ 834067 w 1680522"/>
                <a:gd name="connsiteY15" fmla="*/ 1127315 h 1374141"/>
                <a:gd name="connsiteX16" fmla="*/ 789743 w 1680522"/>
                <a:gd name="connsiteY16" fmla="*/ 764476 h 1374141"/>
                <a:gd name="connsiteX17" fmla="*/ 757612 w 1680522"/>
                <a:gd name="connsiteY17" fmla="*/ 750506 h 1374141"/>
                <a:gd name="connsiteX18" fmla="*/ 667696 w 1680522"/>
                <a:gd name="connsiteY18" fmla="*/ 730821 h 1374141"/>
                <a:gd name="connsiteX19" fmla="*/ 514788 w 1680522"/>
                <a:gd name="connsiteY19" fmla="*/ 774382 h 1374141"/>
                <a:gd name="connsiteX20" fmla="*/ 348672 w 1680522"/>
                <a:gd name="connsiteY20" fmla="*/ 730694 h 1374141"/>
                <a:gd name="connsiteX21" fmla="*/ 253295 w 1680522"/>
                <a:gd name="connsiteY21" fmla="*/ 756221 h 1374141"/>
                <a:gd name="connsiteX22" fmla="*/ 247580 w 1680522"/>
                <a:gd name="connsiteY22" fmla="*/ 778065 h 1374141"/>
                <a:gd name="connsiteX23" fmla="*/ 210623 w 1680522"/>
                <a:gd name="connsiteY23" fmla="*/ 1037526 h 1374141"/>
                <a:gd name="connsiteX24" fmla="*/ 430206 w 1680522"/>
                <a:gd name="connsiteY24" fmla="*/ 1017080 h 1374141"/>
                <a:gd name="connsiteX25" fmla="*/ 426142 w 1680522"/>
                <a:gd name="connsiteY25" fmla="*/ 983424 h 1374141"/>
                <a:gd name="connsiteX26" fmla="*/ 411918 w 1680522"/>
                <a:gd name="connsiteY26" fmla="*/ 910145 h 1374141"/>
                <a:gd name="connsiteX27" fmla="*/ 511994 w 1680522"/>
                <a:gd name="connsiteY27" fmla="*/ 901001 h 1374141"/>
                <a:gd name="connsiteX28" fmla="*/ 579939 w 1680522"/>
                <a:gd name="connsiteY28" fmla="*/ 902144 h 1374141"/>
                <a:gd name="connsiteX29" fmla="*/ 629215 w 1680522"/>
                <a:gd name="connsiteY29" fmla="*/ 936942 h 1374141"/>
                <a:gd name="connsiteX30" fmla="*/ 596957 w 1680522"/>
                <a:gd name="connsiteY30" fmla="*/ 1011872 h 1374141"/>
                <a:gd name="connsiteX31" fmla="*/ 611308 w 1680522"/>
                <a:gd name="connsiteY31" fmla="*/ 1130617 h 1374141"/>
                <a:gd name="connsiteX32" fmla="*/ 697542 w 1680522"/>
                <a:gd name="connsiteY32" fmla="*/ 1306512 h 1374141"/>
                <a:gd name="connsiteX33" fmla="*/ 680650 w 1680522"/>
                <a:gd name="connsiteY33" fmla="*/ 1371155 h 1374141"/>
                <a:gd name="connsiteX34" fmla="*/ 400869 w 1680522"/>
                <a:gd name="connsiteY34" fmla="*/ 1373695 h 1374141"/>
                <a:gd name="connsiteX35" fmla="*/ 339655 w 1680522"/>
                <a:gd name="connsiteY35" fmla="*/ 1354264 h 1374141"/>
                <a:gd name="connsiteX36" fmla="*/ 349053 w 1680522"/>
                <a:gd name="connsiteY36" fmla="*/ 1267015 h 1374141"/>
                <a:gd name="connsiteX37" fmla="*/ 40443 w 1680522"/>
                <a:gd name="connsiteY37" fmla="*/ 1163002 h 1374141"/>
                <a:gd name="connsiteX38" fmla="*/ 94672 w 1680522"/>
                <a:gd name="connsiteY38" fmla="*/ 875347 h 1374141"/>
                <a:gd name="connsiteX39" fmla="*/ 286061 w 1680522"/>
                <a:gd name="connsiteY39" fmla="*/ 716089 h 1374141"/>
                <a:gd name="connsiteX40" fmla="*/ 194494 w 1680522"/>
                <a:gd name="connsiteY40" fmla="*/ 662114 h 1374141"/>
                <a:gd name="connsiteX41" fmla="*/ 101276 w 1680522"/>
                <a:gd name="connsiteY41" fmla="*/ 547433 h 1374141"/>
                <a:gd name="connsiteX42" fmla="*/ 43110 w 1680522"/>
                <a:gd name="connsiteY42" fmla="*/ 514286 h 1374141"/>
                <a:gd name="connsiteX43" fmla="*/ 21393 w 1680522"/>
                <a:gd name="connsiteY43" fmla="*/ 291401 h 1374141"/>
                <a:gd name="connsiteX44" fmla="*/ 92132 w 1680522"/>
                <a:gd name="connsiteY44" fmla="*/ 233616 h 1374141"/>
                <a:gd name="connsiteX45" fmla="*/ 317938 w 1680522"/>
                <a:gd name="connsiteY45" fmla="*/ 29019 h 1374141"/>
                <a:gd name="connsiteX46" fmla="*/ 696271 w 1680522"/>
                <a:gd name="connsiteY46" fmla="*/ 19748 h 1374141"/>
                <a:gd name="connsiteX47" fmla="*/ 828732 w 1680522"/>
                <a:gd name="connsiteY47" fmla="*/ 95313 h 1374141"/>
                <a:gd name="connsiteX48" fmla="*/ 943540 w 1680522"/>
                <a:gd name="connsiteY48" fmla="*/ 237807 h 1374141"/>
                <a:gd name="connsiteX49" fmla="*/ 1016057 w 1680522"/>
                <a:gd name="connsiteY49" fmla="*/ 291020 h 1374141"/>
                <a:gd name="connsiteX50" fmla="*/ 268027 w 1680522"/>
                <a:gd name="connsiteY50" fmla="*/ 81216 h 1374141"/>
                <a:gd name="connsiteX51" fmla="*/ 98482 w 1680522"/>
                <a:gd name="connsiteY51" fmla="*/ 320103 h 1374141"/>
                <a:gd name="connsiteX52" fmla="*/ 96450 w 1680522"/>
                <a:gd name="connsiteY52" fmla="*/ 322262 h 1374141"/>
                <a:gd name="connsiteX53" fmla="*/ 202114 w 1680522"/>
                <a:gd name="connsiteY53" fmla="*/ 635063 h 1374141"/>
                <a:gd name="connsiteX54" fmla="*/ 388042 w 1680522"/>
                <a:gd name="connsiteY54" fmla="*/ 706056 h 1374141"/>
                <a:gd name="connsiteX55" fmla="*/ 691954 w 1680522"/>
                <a:gd name="connsiteY55" fmla="*/ 703516 h 1374141"/>
                <a:gd name="connsiteX56" fmla="*/ 940746 w 1680522"/>
                <a:gd name="connsiteY56" fmla="*/ 416115 h 1374141"/>
                <a:gd name="connsiteX57" fmla="*/ 834574 w 1680522"/>
                <a:gd name="connsiteY57" fmla="*/ 133159 h 1374141"/>
                <a:gd name="connsiteX58" fmla="*/ 509708 w 1680522"/>
                <a:gd name="connsiteY58" fmla="*/ 28130 h 1374141"/>
                <a:gd name="connsiteX59" fmla="*/ 268027 w 1680522"/>
                <a:gd name="connsiteY59" fmla="*/ 81216 h 1374141"/>
                <a:gd name="connsiteX60" fmla="*/ 82480 w 1680522"/>
                <a:gd name="connsiteY60" fmla="*/ 513016 h 1374141"/>
                <a:gd name="connsiteX61" fmla="*/ 77146 w 1680522"/>
                <a:gd name="connsiteY61" fmla="*/ 261556 h 1374141"/>
                <a:gd name="connsiteX62" fmla="*/ 82480 w 1680522"/>
                <a:gd name="connsiteY62" fmla="*/ 513016 h 1374141"/>
                <a:gd name="connsiteX63" fmla="*/ 950144 w 1680522"/>
                <a:gd name="connsiteY63" fmla="*/ 260032 h 1374141"/>
                <a:gd name="connsiteX64" fmla="*/ 946969 w 1680522"/>
                <a:gd name="connsiteY64" fmla="*/ 515810 h 1374141"/>
                <a:gd name="connsiteX65" fmla="*/ 950144 w 1680522"/>
                <a:gd name="connsiteY65" fmla="*/ 260032 h 1374141"/>
                <a:gd name="connsiteX66" fmla="*/ 998912 w 1680522"/>
                <a:gd name="connsiteY66" fmla="*/ 706691 h 1374141"/>
                <a:gd name="connsiteX67" fmla="*/ 967670 w 1680522"/>
                <a:gd name="connsiteY67" fmla="*/ 798639 h 1374141"/>
                <a:gd name="connsiteX68" fmla="*/ 900361 w 1680522"/>
                <a:gd name="connsiteY68" fmla="*/ 1127315 h 1374141"/>
                <a:gd name="connsiteX69" fmla="*/ 1554792 w 1680522"/>
                <a:gd name="connsiteY69" fmla="*/ 1127315 h 1374141"/>
                <a:gd name="connsiteX70" fmla="*/ 1650804 w 1680522"/>
                <a:gd name="connsiteY70" fmla="*/ 703897 h 1374141"/>
                <a:gd name="connsiteX71" fmla="*/ 1060254 w 1680522"/>
                <a:gd name="connsiteY71" fmla="*/ 702119 h 1374141"/>
                <a:gd name="connsiteX72" fmla="*/ 998912 w 1680522"/>
                <a:gd name="connsiteY72" fmla="*/ 706691 h 1374141"/>
                <a:gd name="connsiteX73" fmla="*/ 436175 w 1680522"/>
                <a:gd name="connsiteY73" fmla="*/ 729932 h 1374141"/>
                <a:gd name="connsiteX74" fmla="*/ 593528 w 1680522"/>
                <a:gd name="connsiteY74" fmla="*/ 729678 h 1374141"/>
                <a:gd name="connsiteX75" fmla="*/ 436175 w 1680522"/>
                <a:gd name="connsiteY75" fmla="*/ 729932 h 1374141"/>
                <a:gd name="connsiteX76" fmla="*/ 50857 w 1680522"/>
                <a:gd name="connsiteY76" fmla="*/ 1077277 h 1374141"/>
                <a:gd name="connsiteX77" fmla="*/ 73336 w 1680522"/>
                <a:gd name="connsiteY77" fmla="*/ 1173797 h 1374141"/>
                <a:gd name="connsiteX78" fmla="*/ 363912 w 1680522"/>
                <a:gd name="connsiteY78" fmla="*/ 1244409 h 1374141"/>
                <a:gd name="connsiteX79" fmla="*/ 380168 w 1680522"/>
                <a:gd name="connsiteY79" fmla="*/ 1215580 h 1374141"/>
                <a:gd name="connsiteX80" fmla="*/ 362515 w 1680522"/>
                <a:gd name="connsiteY80" fmla="*/ 1046924 h 1374141"/>
                <a:gd name="connsiteX81" fmla="*/ 140011 w 1680522"/>
                <a:gd name="connsiteY81" fmla="*/ 1064831 h 1374141"/>
                <a:gd name="connsiteX82" fmla="*/ 185731 w 1680522"/>
                <a:gd name="connsiteY82" fmla="*/ 1037780 h 1374141"/>
                <a:gd name="connsiteX83" fmla="*/ 220910 w 1680522"/>
                <a:gd name="connsiteY83" fmla="*/ 772477 h 1374141"/>
                <a:gd name="connsiteX84" fmla="*/ 50857 w 1680522"/>
                <a:gd name="connsiteY84" fmla="*/ 1077277 h 1374141"/>
                <a:gd name="connsiteX85" fmla="*/ 825049 w 1680522"/>
                <a:gd name="connsiteY85" fmla="*/ 782130 h 1374141"/>
                <a:gd name="connsiteX86" fmla="*/ 857307 w 1680522"/>
                <a:gd name="connsiteY86" fmla="*/ 1127315 h 1374141"/>
                <a:gd name="connsiteX87" fmla="*/ 875468 w 1680522"/>
                <a:gd name="connsiteY87" fmla="*/ 1127315 h 1374141"/>
                <a:gd name="connsiteX88" fmla="*/ 922331 w 1680522"/>
                <a:gd name="connsiteY88" fmla="*/ 884492 h 1374141"/>
                <a:gd name="connsiteX89" fmla="*/ 825049 w 1680522"/>
                <a:gd name="connsiteY89" fmla="*/ 782130 h 1374141"/>
                <a:gd name="connsiteX90" fmla="*/ 433000 w 1680522"/>
                <a:gd name="connsiteY90" fmla="*/ 929830 h 1374141"/>
                <a:gd name="connsiteX91" fmla="*/ 419538 w 1680522"/>
                <a:gd name="connsiteY91" fmla="*/ 949515 h 1374141"/>
                <a:gd name="connsiteX92" fmla="*/ 492055 w 1680522"/>
                <a:gd name="connsiteY92" fmla="*/ 961453 h 1374141"/>
                <a:gd name="connsiteX93" fmla="*/ 455860 w 1680522"/>
                <a:gd name="connsiteY93" fmla="*/ 985964 h 1374141"/>
                <a:gd name="connsiteX94" fmla="*/ 453193 w 1680522"/>
                <a:gd name="connsiteY94" fmla="*/ 1008824 h 1374141"/>
                <a:gd name="connsiteX95" fmla="*/ 526853 w 1680522"/>
                <a:gd name="connsiteY95" fmla="*/ 1050734 h 1374141"/>
                <a:gd name="connsiteX96" fmla="*/ 527361 w 1680522"/>
                <a:gd name="connsiteY96" fmla="*/ 1197546 h 1374141"/>
                <a:gd name="connsiteX97" fmla="*/ 400615 w 1680522"/>
                <a:gd name="connsiteY97" fmla="*/ 1230693 h 1374141"/>
                <a:gd name="connsiteX98" fmla="*/ 361499 w 1680522"/>
                <a:gd name="connsiteY98" fmla="*/ 1344612 h 1374141"/>
                <a:gd name="connsiteX99" fmla="*/ 590988 w 1680522"/>
                <a:gd name="connsiteY99" fmla="*/ 1350327 h 1374141"/>
                <a:gd name="connsiteX100" fmla="*/ 675698 w 1680522"/>
                <a:gd name="connsiteY100" fmla="*/ 1339024 h 1374141"/>
                <a:gd name="connsiteX101" fmla="*/ 592893 w 1680522"/>
                <a:gd name="connsiteY101" fmla="*/ 1155001 h 1374141"/>
                <a:gd name="connsiteX102" fmla="*/ 572065 w 1680522"/>
                <a:gd name="connsiteY102" fmla="*/ 1063942 h 1374141"/>
                <a:gd name="connsiteX103" fmla="*/ 607244 w 1680522"/>
                <a:gd name="connsiteY103" fmla="*/ 935418 h 1374141"/>
                <a:gd name="connsiteX104" fmla="*/ 433000 w 1680522"/>
                <a:gd name="connsiteY104" fmla="*/ 929830 h 1374141"/>
                <a:gd name="connsiteX105" fmla="*/ 416744 w 1680522"/>
                <a:gd name="connsiteY105" fmla="*/ 1043749 h 1374141"/>
                <a:gd name="connsiteX106" fmla="*/ 387788 w 1680522"/>
                <a:gd name="connsiteY106" fmla="*/ 1192086 h 1374141"/>
                <a:gd name="connsiteX107" fmla="*/ 476815 w 1680522"/>
                <a:gd name="connsiteY107" fmla="*/ 1201737 h 1374141"/>
                <a:gd name="connsiteX108" fmla="*/ 520503 w 1680522"/>
                <a:gd name="connsiteY108" fmla="*/ 1102931 h 1374141"/>
                <a:gd name="connsiteX109" fmla="*/ 416744 w 1680522"/>
                <a:gd name="connsiteY109" fmla="*/ 1043749 h 1374141"/>
                <a:gd name="connsiteX110" fmla="*/ 695382 w 1680522"/>
                <a:gd name="connsiteY110" fmla="*/ 1154620 h 1374141"/>
                <a:gd name="connsiteX111" fmla="*/ 694493 w 1680522"/>
                <a:gd name="connsiteY111" fmla="*/ 1200086 h 1374141"/>
                <a:gd name="connsiteX112" fmla="*/ 1551998 w 1680522"/>
                <a:gd name="connsiteY112" fmla="*/ 1199578 h 1374141"/>
                <a:gd name="connsiteX113" fmla="*/ 1554664 w 1680522"/>
                <a:gd name="connsiteY113" fmla="*/ 1154367 h 1374141"/>
                <a:gd name="connsiteX114" fmla="*/ 695382 w 1680522"/>
                <a:gd name="connsiteY114" fmla="*/ 1154620 h 1374141"/>
                <a:gd name="connsiteX0" fmla="*/ 1038799 w 1680522"/>
                <a:gd name="connsiteY0" fmla="*/ 394189 h 1374141"/>
                <a:gd name="connsiteX1" fmla="*/ 1012374 w 1680522"/>
                <a:gd name="connsiteY1" fmla="*/ 482917 h 1374141"/>
                <a:gd name="connsiteX2" fmla="*/ 936048 w 1680522"/>
                <a:gd name="connsiteY2" fmla="*/ 545401 h 1374141"/>
                <a:gd name="connsiteX3" fmla="*/ 742245 w 1680522"/>
                <a:gd name="connsiteY3" fmla="*/ 717486 h 1374141"/>
                <a:gd name="connsiteX4" fmla="*/ 932492 w 1680522"/>
                <a:gd name="connsiteY4" fmla="*/ 850709 h 1374141"/>
                <a:gd name="connsiteX5" fmla="*/ 1004881 w 1680522"/>
                <a:gd name="connsiteY5" fmla="*/ 677735 h 1374141"/>
                <a:gd name="connsiteX6" fmla="*/ 1183189 w 1680522"/>
                <a:gd name="connsiteY6" fmla="*/ 674306 h 1374141"/>
                <a:gd name="connsiteX7" fmla="*/ 1620197 w 1680522"/>
                <a:gd name="connsiteY7" fmla="*/ 676084 h 1374141"/>
                <a:gd name="connsiteX8" fmla="*/ 1680522 w 1680522"/>
                <a:gd name="connsiteY8" fmla="*/ 710501 h 1374141"/>
                <a:gd name="connsiteX9" fmla="*/ 1572825 w 1680522"/>
                <a:gd name="connsiteY9" fmla="*/ 1141539 h 1374141"/>
                <a:gd name="connsiteX10" fmla="*/ 1579556 w 1680522"/>
                <a:gd name="connsiteY10" fmla="*/ 1156017 h 1374141"/>
                <a:gd name="connsiteX11" fmla="*/ 1561904 w 1680522"/>
                <a:gd name="connsiteY11" fmla="*/ 1222058 h 1374141"/>
                <a:gd name="connsiteX12" fmla="*/ 1478718 w 1680522"/>
                <a:gd name="connsiteY12" fmla="*/ 1225614 h 1374141"/>
                <a:gd name="connsiteX13" fmla="*/ 704273 w 1680522"/>
                <a:gd name="connsiteY13" fmla="*/ 1225105 h 1374141"/>
                <a:gd name="connsiteX14" fmla="*/ 675189 w 1680522"/>
                <a:gd name="connsiteY14" fmla="*/ 1131380 h 1374141"/>
                <a:gd name="connsiteX15" fmla="*/ 834067 w 1680522"/>
                <a:gd name="connsiteY15" fmla="*/ 1127315 h 1374141"/>
                <a:gd name="connsiteX16" fmla="*/ 789743 w 1680522"/>
                <a:gd name="connsiteY16" fmla="*/ 764476 h 1374141"/>
                <a:gd name="connsiteX17" fmla="*/ 757612 w 1680522"/>
                <a:gd name="connsiteY17" fmla="*/ 750506 h 1374141"/>
                <a:gd name="connsiteX18" fmla="*/ 667696 w 1680522"/>
                <a:gd name="connsiteY18" fmla="*/ 730821 h 1374141"/>
                <a:gd name="connsiteX19" fmla="*/ 514788 w 1680522"/>
                <a:gd name="connsiteY19" fmla="*/ 774382 h 1374141"/>
                <a:gd name="connsiteX20" fmla="*/ 348672 w 1680522"/>
                <a:gd name="connsiteY20" fmla="*/ 730694 h 1374141"/>
                <a:gd name="connsiteX21" fmla="*/ 253295 w 1680522"/>
                <a:gd name="connsiteY21" fmla="*/ 756221 h 1374141"/>
                <a:gd name="connsiteX22" fmla="*/ 247580 w 1680522"/>
                <a:gd name="connsiteY22" fmla="*/ 778065 h 1374141"/>
                <a:gd name="connsiteX23" fmla="*/ 210623 w 1680522"/>
                <a:gd name="connsiteY23" fmla="*/ 1037526 h 1374141"/>
                <a:gd name="connsiteX24" fmla="*/ 430206 w 1680522"/>
                <a:gd name="connsiteY24" fmla="*/ 1017080 h 1374141"/>
                <a:gd name="connsiteX25" fmla="*/ 426142 w 1680522"/>
                <a:gd name="connsiteY25" fmla="*/ 983424 h 1374141"/>
                <a:gd name="connsiteX26" fmla="*/ 411918 w 1680522"/>
                <a:gd name="connsiteY26" fmla="*/ 910145 h 1374141"/>
                <a:gd name="connsiteX27" fmla="*/ 511994 w 1680522"/>
                <a:gd name="connsiteY27" fmla="*/ 901001 h 1374141"/>
                <a:gd name="connsiteX28" fmla="*/ 579939 w 1680522"/>
                <a:gd name="connsiteY28" fmla="*/ 902144 h 1374141"/>
                <a:gd name="connsiteX29" fmla="*/ 629215 w 1680522"/>
                <a:gd name="connsiteY29" fmla="*/ 936942 h 1374141"/>
                <a:gd name="connsiteX30" fmla="*/ 596957 w 1680522"/>
                <a:gd name="connsiteY30" fmla="*/ 1011872 h 1374141"/>
                <a:gd name="connsiteX31" fmla="*/ 611308 w 1680522"/>
                <a:gd name="connsiteY31" fmla="*/ 1130617 h 1374141"/>
                <a:gd name="connsiteX32" fmla="*/ 697542 w 1680522"/>
                <a:gd name="connsiteY32" fmla="*/ 1306512 h 1374141"/>
                <a:gd name="connsiteX33" fmla="*/ 680650 w 1680522"/>
                <a:gd name="connsiteY33" fmla="*/ 1371155 h 1374141"/>
                <a:gd name="connsiteX34" fmla="*/ 400869 w 1680522"/>
                <a:gd name="connsiteY34" fmla="*/ 1373695 h 1374141"/>
                <a:gd name="connsiteX35" fmla="*/ 339655 w 1680522"/>
                <a:gd name="connsiteY35" fmla="*/ 1354264 h 1374141"/>
                <a:gd name="connsiteX36" fmla="*/ 349053 w 1680522"/>
                <a:gd name="connsiteY36" fmla="*/ 1267015 h 1374141"/>
                <a:gd name="connsiteX37" fmla="*/ 40443 w 1680522"/>
                <a:gd name="connsiteY37" fmla="*/ 1163002 h 1374141"/>
                <a:gd name="connsiteX38" fmla="*/ 94672 w 1680522"/>
                <a:gd name="connsiteY38" fmla="*/ 875347 h 1374141"/>
                <a:gd name="connsiteX39" fmla="*/ 286061 w 1680522"/>
                <a:gd name="connsiteY39" fmla="*/ 716089 h 1374141"/>
                <a:gd name="connsiteX40" fmla="*/ 194494 w 1680522"/>
                <a:gd name="connsiteY40" fmla="*/ 662114 h 1374141"/>
                <a:gd name="connsiteX41" fmla="*/ 101276 w 1680522"/>
                <a:gd name="connsiteY41" fmla="*/ 547433 h 1374141"/>
                <a:gd name="connsiteX42" fmla="*/ 43110 w 1680522"/>
                <a:gd name="connsiteY42" fmla="*/ 514286 h 1374141"/>
                <a:gd name="connsiteX43" fmla="*/ 21393 w 1680522"/>
                <a:gd name="connsiteY43" fmla="*/ 291401 h 1374141"/>
                <a:gd name="connsiteX44" fmla="*/ 92132 w 1680522"/>
                <a:gd name="connsiteY44" fmla="*/ 233616 h 1374141"/>
                <a:gd name="connsiteX45" fmla="*/ 317938 w 1680522"/>
                <a:gd name="connsiteY45" fmla="*/ 29019 h 1374141"/>
                <a:gd name="connsiteX46" fmla="*/ 696271 w 1680522"/>
                <a:gd name="connsiteY46" fmla="*/ 19748 h 1374141"/>
                <a:gd name="connsiteX47" fmla="*/ 828732 w 1680522"/>
                <a:gd name="connsiteY47" fmla="*/ 95313 h 1374141"/>
                <a:gd name="connsiteX48" fmla="*/ 943540 w 1680522"/>
                <a:gd name="connsiteY48" fmla="*/ 237807 h 1374141"/>
                <a:gd name="connsiteX49" fmla="*/ 1016057 w 1680522"/>
                <a:gd name="connsiteY49" fmla="*/ 291020 h 1374141"/>
                <a:gd name="connsiteX50" fmla="*/ 268027 w 1680522"/>
                <a:gd name="connsiteY50" fmla="*/ 81216 h 1374141"/>
                <a:gd name="connsiteX51" fmla="*/ 98482 w 1680522"/>
                <a:gd name="connsiteY51" fmla="*/ 320103 h 1374141"/>
                <a:gd name="connsiteX52" fmla="*/ 96450 w 1680522"/>
                <a:gd name="connsiteY52" fmla="*/ 322262 h 1374141"/>
                <a:gd name="connsiteX53" fmla="*/ 202114 w 1680522"/>
                <a:gd name="connsiteY53" fmla="*/ 635063 h 1374141"/>
                <a:gd name="connsiteX54" fmla="*/ 388042 w 1680522"/>
                <a:gd name="connsiteY54" fmla="*/ 706056 h 1374141"/>
                <a:gd name="connsiteX55" fmla="*/ 691954 w 1680522"/>
                <a:gd name="connsiteY55" fmla="*/ 703516 h 1374141"/>
                <a:gd name="connsiteX56" fmla="*/ 940746 w 1680522"/>
                <a:gd name="connsiteY56" fmla="*/ 416115 h 1374141"/>
                <a:gd name="connsiteX57" fmla="*/ 834574 w 1680522"/>
                <a:gd name="connsiteY57" fmla="*/ 133159 h 1374141"/>
                <a:gd name="connsiteX58" fmla="*/ 509708 w 1680522"/>
                <a:gd name="connsiteY58" fmla="*/ 28130 h 1374141"/>
                <a:gd name="connsiteX59" fmla="*/ 268027 w 1680522"/>
                <a:gd name="connsiteY59" fmla="*/ 81216 h 1374141"/>
                <a:gd name="connsiteX60" fmla="*/ 82480 w 1680522"/>
                <a:gd name="connsiteY60" fmla="*/ 513016 h 1374141"/>
                <a:gd name="connsiteX61" fmla="*/ 77146 w 1680522"/>
                <a:gd name="connsiteY61" fmla="*/ 261556 h 1374141"/>
                <a:gd name="connsiteX62" fmla="*/ 82480 w 1680522"/>
                <a:gd name="connsiteY62" fmla="*/ 513016 h 1374141"/>
                <a:gd name="connsiteX63" fmla="*/ 950144 w 1680522"/>
                <a:gd name="connsiteY63" fmla="*/ 260032 h 1374141"/>
                <a:gd name="connsiteX64" fmla="*/ 946969 w 1680522"/>
                <a:gd name="connsiteY64" fmla="*/ 515810 h 1374141"/>
                <a:gd name="connsiteX65" fmla="*/ 950144 w 1680522"/>
                <a:gd name="connsiteY65" fmla="*/ 260032 h 1374141"/>
                <a:gd name="connsiteX66" fmla="*/ 998912 w 1680522"/>
                <a:gd name="connsiteY66" fmla="*/ 706691 h 1374141"/>
                <a:gd name="connsiteX67" fmla="*/ 967670 w 1680522"/>
                <a:gd name="connsiteY67" fmla="*/ 798639 h 1374141"/>
                <a:gd name="connsiteX68" fmla="*/ 900361 w 1680522"/>
                <a:gd name="connsiteY68" fmla="*/ 1127315 h 1374141"/>
                <a:gd name="connsiteX69" fmla="*/ 1554792 w 1680522"/>
                <a:gd name="connsiteY69" fmla="*/ 1127315 h 1374141"/>
                <a:gd name="connsiteX70" fmla="*/ 1650804 w 1680522"/>
                <a:gd name="connsiteY70" fmla="*/ 703897 h 1374141"/>
                <a:gd name="connsiteX71" fmla="*/ 1060254 w 1680522"/>
                <a:gd name="connsiteY71" fmla="*/ 702119 h 1374141"/>
                <a:gd name="connsiteX72" fmla="*/ 998912 w 1680522"/>
                <a:gd name="connsiteY72" fmla="*/ 706691 h 1374141"/>
                <a:gd name="connsiteX73" fmla="*/ 436175 w 1680522"/>
                <a:gd name="connsiteY73" fmla="*/ 729932 h 1374141"/>
                <a:gd name="connsiteX74" fmla="*/ 593528 w 1680522"/>
                <a:gd name="connsiteY74" fmla="*/ 729678 h 1374141"/>
                <a:gd name="connsiteX75" fmla="*/ 436175 w 1680522"/>
                <a:gd name="connsiteY75" fmla="*/ 729932 h 1374141"/>
                <a:gd name="connsiteX76" fmla="*/ 50857 w 1680522"/>
                <a:gd name="connsiteY76" fmla="*/ 1077277 h 1374141"/>
                <a:gd name="connsiteX77" fmla="*/ 73336 w 1680522"/>
                <a:gd name="connsiteY77" fmla="*/ 1173797 h 1374141"/>
                <a:gd name="connsiteX78" fmla="*/ 363912 w 1680522"/>
                <a:gd name="connsiteY78" fmla="*/ 1244409 h 1374141"/>
                <a:gd name="connsiteX79" fmla="*/ 380168 w 1680522"/>
                <a:gd name="connsiteY79" fmla="*/ 1215580 h 1374141"/>
                <a:gd name="connsiteX80" fmla="*/ 362515 w 1680522"/>
                <a:gd name="connsiteY80" fmla="*/ 1046924 h 1374141"/>
                <a:gd name="connsiteX81" fmla="*/ 140011 w 1680522"/>
                <a:gd name="connsiteY81" fmla="*/ 1064831 h 1374141"/>
                <a:gd name="connsiteX82" fmla="*/ 185731 w 1680522"/>
                <a:gd name="connsiteY82" fmla="*/ 1037780 h 1374141"/>
                <a:gd name="connsiteX83" fmla="*/ 220910 w 1680522"/>
                <a:gd name="connsiteY83" fmla="*/ 772477 h 1374141"/>
                <a:gd name="connsiteX84" fmla="*/ 50857 w 1680522"/>
                <a:gd name="connsiteY84" fmla="*/ 1077277 h 1374141"/>
                <a:gd name="connsiteX85" fmla="*/ 825049 w 1680522"/>
                <a:gd name="connsiteY85" fmla="*/ 782130 h 1374141"/>
                <a:gd name="connsiteX86" fmla="*/ 857307 w 1680522"/>
                <a:gd name="connsiteY86" fmla="*/ 1127315 h 1374141"/>
                <a:gd name="connsiteX87" fmla="*/ 875468 w 1680522"/>
                <a:gd name="connsiteY87" fmla="*/ 1127315 h 1374141"/>
                <a:gd name="connsiteX88" fmla="*/ 922331 w 1680522"/>
                <a:gd name="connsiteY88" fmla="*/ 884492 h 1374141"/>
                <a:gd name="connsiteX89" fmla="*/ 825049 w 1680522"/>
                <a:gd name="connsiteY89" fmla="*/ 782130 h 1374141"/>
                <a:gd name="connsiteX90" fmla="*/ 433000 w 1680522"/>
                <a:gd name="connsiteY90" fmla="*/ 929830 h 1374141"/>
                <a:gd name="connsiteX91" fmla="*/ 419538 w 1680522"/>
                <a:gd name="connsiteY91" fmla="*/ 949515 h 1374141"/>
                <a:gd name="connsiteX92" fmla="*/ 492055 w 1680522"/>
                <a:gd name="connsiteY92" fmla="*/ 961453 h 1374141"/>
                <a:gd name="connsiteX93" fmla="*/ 455860 w 1680522"/>
                <a:gd name="connsiteY93" fmla="*/ 985964 h 1374141"/>
                <a:gd name="connsiteX94" fmla="*/ 453193 w 1680522"/>
                <a:gd name="connsiteY94" fmla="*/ 1008824 h 1374141"/>
                <a:gd name="connsiteX95" fmla="*/ 526853 w 1680522"/>
                <a:gd name="connsiteY95" fmla="*/ 1050734 h 1374141"/>
                <a:gd name="connsiteX96" fmla="*/ 527361 w 1680522"/>
                <a:gd name="connsiteY96" fmla="*/ 1197546 h 1374141"/>
                <a:gd name="connsiteX97" fmla="*/ 400615 w 1680522"/>
                <a:gd name="connsiteY97" fmla="*/ 1230693 h 1374141"/>
                <a:gd name="connsiteX98" fmla="*/ 361499 w 1680522"/>
                <a:gd name="connsiteY98" fmla="*/ 1344612 h 1374141"/>
                <a:gd name="connsiteX99" fmla="*/ 590988 w 1680522"/>
                <a:gd name="connsiteY99" fmla="*/ 1350327 h 1374141"/>
                <a:gd name="connsiteX100" fmla="*/ 675698 w 1680522"/>
                <a:gd name="connsiteY100" fmla="*/ 1339024 h 1374141"/>
                <a:gd name="connsiteX101" fmla="*/ 592893 w 1680522"/>
                <a:gd name="connsiteY101" fmla="*/ 1155001 h 1374141"/>
                <a:gd name="connsiteX102" fmla="*/ 572065 w 1680522"/>
                <a:gd name="connsiteY102" fmla="*/ 1063942 h 1374141"/>
                <a:gd name="connsiteX103" fmla="*/ 607244 w 1680522"/>
                <a:gd name="connsiteY103" fmla="*/ 935418 h 1374141"/>
                <a:gd name="connsiteX104" fmla="*/ 433000 w 1680522"/>
                <a:gd name="connsiteY104" fmla="*/ 929830 h 1374141"/>
                <a:gd name="connsiteX105" fmla="*/ 416744 w 1680522"/>
                <a:gd name="connsiteY105" fmla="*/ 1043749 h 1374141"/>
                <a:gd name="connsiteX106" fmla="*/ 387788 w 1680522"/>
                <a:gd name="connsiteY106" fmla="*/ 1192086 h 1374141"/>
                <a:gd name="connsiteX107" fmla="*/ 476815 w 1680522"/>
                <a:gd name="connsiteY107" fmla="*/ 1201737 h 1374141"/>
                <a:gd name="connsiteX108" fmla="*/ 520503 w 1680522"/>
                <a:gd name="connsiteY108" fmla="*/ 1102931 h 1374141"/>
                <a:gd name="connsiteX109" fmla="*/ 416744 w 1680522"/>
                <a:gd name="connsiteY109" fmla="*/ 1043749 h 1374141"/>
                <a:gd name="connsiteX110" fmla="*/ 695382 w 1680522"/>
                <a:gd name="connsiteY110" fmla="*/ 1154620 h 1374141"/>
                <a:gd name="connsiteX111" fmla="*/ 694493 w 1680522"/>
                <a:gd name="connsiteY111" fmla="*/ 1200086 h 1374141"/>
                <a:gd name="connsiteX112" fmla="*/ 1551998 w 1680522"/>
                <a:gd name="connsiteY112" fmla="*/ 1199578 h 1374141"/>
                <a:gd name="connsiteX113" fmla="*/ 1554664 w 1680522"/>
                <a:gd name="connsiteY113" fmla="*/ 1154367 h 1374141"/>
                <a:gd name="connsiteX114" fmla="*/ 695382 w 1680522"/>
                <a:gd name="connsiteY114" fmla="*/ 1154620 h 1374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680522" h="1374141">
                  <a:moveTo>
                    <a:pt x="1038799" y="394189"/>
                  </a:moveTo>
                  <a:cubicBezTo>
                    <a:pt x="1034862" y="364090"/>
                    <a:pt x="1011739" y="513143"/>
                    <a:pt x="1012374" y="482917"/>
                  </a:cubicBezTo>
                  <a:cubicBezTo>
                    <a:pt x="994721" y="512127"/>
                    <a:pt x="966908" y="531812"/>
                    <a:pt x="936048" y="545401"/>
                  </a:cubicBezTo>
                  <a:cubicBezTo>
                    <a:pt x="893756" y="623506"/>
                    <a:pt x="823652" y="683196"/>
                    <a:pt x="742245" y="717486"/>
                  </a:cubicBezTo>
                  <a:cubicBezTo>
                    <a:pt x="816413" y="743521"/>
                    <a:pt x="887279" y="784542"/>
                    <a:pt x="932492" y="850709"/>
                  </a:cubicBezTo>
                  <a:cubicBezTo>
                    <a:pt x="949129" y="792543"/>
                    <a:pt x="939223" y="705930"/>
                    <a:pt x="1004881" y="677735"/>
                  </a:cubicBezTo>
                  <a:cubicBezTo>
                    <a:pt x="1063682" y="670115"/>
                    <a:pt x="1123880" y="677989"/>
                    <a:pt x="1183189" y="674306"/>
                  </a:cubicBezTo>
                  <a:cubicBezTo>
                    <a:pt x="1328858" y="676973"/>
                    <a:pt x="1474527" y="673798"/>
                    <a:pt x="1620197" y="676084"/>
                  </a:cubicBezTo>
                  <a:cubicBezTo>
                    <a:pt x="1646231" y="673290"/>
                    <a:pt x="1663376" y="694753"/>
                    <a:pt x="1680522" y="710501"/>
                  </a:cubicBezTo>
                  <a:cubicBezTo>
                    <a:pt x="1637468" y="852361"/>
                    <a:pt x="1613592" y="999172"/>
                    <a:pt x="1572825" y="1141539"/>
                  </a:cubicBezTo>
                  <a:cubicBezTo>
                    <a:pt x="1574476" y="1145222"/>
                    <a:pt x="1577905" y="1152461"/>
                    <a:pt x="1579556" y="1156017"/>
                  </a:cubicBezTo>
                  <a:cubicBezTo>
                    <a:pt x="1579429" y="1179005"/>
                    <a:pt x="1579302" y="1204658"/>
                    <a:pt x="1561904" y="1222058"/>
                  </a:cubicBezTo>
                  <a:cubicBezTo>
                    <a:pt x="1534472" y="1227264"/>
                    <a:pt x="1506277" y="1225233"/>
                    <a:pt x="1478718" y="1225614"/>
                  </a:cubicBezTo>
                  <a:lnTo>
                    <a:pt x="704273" y="1225105"/>
                  </a:lnTo>
                  <a:cubicBezTo>
                    <a:pt x="650170" y="1230567"/>
                    <a:pt x="673030" y="1163764"/>
                    <a:pt x="675189" y="1131380"/>
                  </a:cubicBezTo>
                  <a:cubicBezTo>
                    <a:pt x="728021" y="1126808"/>
                    <a:pt x="781107" y="1127061"/>
                    <a:pt x="834067" y="1127315"/>
                  </a:cubicBezTo>
                  <a:cubicBezTo>
                    <a:pt x="826192" y="1006030"/>
                    <a:pt x="828098" y="881189"/>
                    <a:pt x="789743" y="764476"/>
                  </a:cubicBezTo>
                  <a:lnTo>
                    <a:pt x="757612" y="750506"/>
                  </a:lnTo>
                  <a:cubicBezTo>
                    <a:pt x="729292" y="738695"/>
                    <a:pt x="699319" y="720026"/>
                    <a:pt x="667696" y="730821"/>
                  </a:cubicBezTo>
                  <a:cubicBezTo>
                    <a:pt x="616388" y="744156"/>
                    <a:pt x="567747" y="767651"/>
                    <a:pt x="514788" y="774382"/>
                  </a:cubicBezTo>
                  <a:cubicBezTo>
                    <a:pt x="457003" y="769683"/>
                    <a:pt x="404171" y="744537"/>
                    <a:pt x="348672" y="730694"/>
                  </a:cubicBezTo>
                  <a:cubicBezTo>
                    <a:pt x="315525" y="732345"/>
                    <a:pt x="285045" y="747712"/>
                    <a:pt x="253295" y="756221"/>
                  </a:cubicBezTo>
                  <a:cubicBezTo>
                    <a:pt x="251898" y="761682"/>
                    <a:pt x="249104" y="772605"/>
                    <a:pt x="247580" y="778065"/>
                  </a:cubicBezTo>
                  <a:cubicBezTo>
                    <a:pt x="224466" y="862647"/>
                    <a:pt x="219640" y="950658"/>
                    <a:pt x="210623" y="1037526"/>
                  </a:cubicBezTo>
                  <a:cubicBezTo>
                    <a:pt x="283394" y="1025969"/>
                    <a:pt x="356927" y="1022414"/>
                    <a:pt x="430206" y="1017080"/>
                  </a:cubicBezTo>
                  <a:cubicBezTo>
                    <a:pt x="429190" y="1008697"/>
                    <a:pt x="427158" y="991806"/>
                    <a:pt x="426142" y="983424"/>
                  </a:cubicBezTo>
                  <a:cubicBezTo>
                    <a:pt x="403536" y="967042"/>
                    <a:pt x="380803" y="930339"/>
                    <a:pt x="411918" y="910145"/>
                  </a:cubicBezTo>
                  <a:cubicBezTo>
                    <a:pt x="442906" y="896302"/>
                    <a:pt x="478974" y="903033"/>
                    <a:pt x="511994" y="901001"/>
                  </a:cubicBezTo>
                  <a:cubicBezTo>
                    <a:pt x="534600" y="901001"/>
                    <a:pt x="557333" y="901255"/>
                    <a:pt x="579939" y="902144"/>
                  </a:cubicBezTo>
                  <a:cubicBezTo>
                    <a:pt x="601402" y="904684"/>
                    <a:pt x="620579" y="916622"/>
                    <a:pt x="629215" y="936942"/>
                  </a:cubicBezTo>
                  <a:cubicBezTo>
                    <a:pt x="625786" y="964755"/>
                    <a:pt x="597084" y="982917"/>
                    <a:pt x="596957" y="1011872"/>
                  </a:cubicBezTo>
                  <a:cubicBezTo>
                    <a:pt x="593909" y="1051877"/>
                    <a:pt x="592385" y="1093914"/>
                    <a:pt x="611308" y="1130617"/>
                  </a:cubicBezTo>
                  <a:cubicBezTo>
                    <a:pt x="638740" y="1189926"/>
                    <a:pt x="671506" y="1246568"/>
                    <a:pt x="697542" y="1306512"/>
                  </a:cubicBezTo>
                  <a:cubicBezTo>
                    <a:pt x="709352" y="1330134"/>
                    <a:pt x="696652" y="1353502"/>
                    <a:pt x="680650" y="1371155"/>
                  </a:cubicBezTo>
                  <a:cubicBezTo>
                    <a:pt x="587432" y="1375855"/>
                    <a:pt x="494087" y="1373568"/>
                    <a:pt x="400869" y="1373695"/>
                  </a:cubicBezTo>
                  <a:cubicBezTo>
                    <a:pt x="379787" y="1371409"/>
                    <a:pt x="351466" y="1376489"/>
                    <a:pt x="339655" y="1354264"/>
                  </a:cubicBezTo>
                  <a:cubicBezTo>
                    <a:pt x="314763" y="1327721"/>
                    <a:pt x="340036" y="1294447"/>
                    <a:pt x="349053" y="1267015"/>
                  </a:cubicBezTo>
                  <a:cubicBezTo>
                    <a:pt x="241103" y="1268286"/>
                    <a:pt x="107372" y="1261046"/>
                    <a:pt x="40443" y="1163002"/>
                  </a:cubicBezTo>
                  <a:cubicBezTo>
                    <a:pt x="6407" y="1065339"/>
                    <a:pt x="41840" y="959167"/>
                    <a:pt x="94672" y="875347"/>
                  </a:cubicBezTo>
                  <a:cubicBezTo>
                    <a:pt x="142678" y="806767"/>
                    <a:pt x="202495" y="739584"/>
                    <a:pt x="286061" y="716089"/>
                  </a:cubicBezTo>
                  <a:cubicBezTo>
                    <a:pt x="254311" y="700087"/>
                    <a:pt x="222815" y="683577"/>
                    <a:pt x="194494" y="662114"/>
                  </a:cubicBezTo>
                  <a:cubicBezTo>
                    <a:pt x="156140" y="630364"/>
                    <a:pt x="126422" y="589978"/>
                    <a:pt x="101276" y="547433"/>
                  </a:cubicBezTo>
                  <a:cubicBezTo>
                    <a:pt x="81464" y="536892"/>
                    <a:pt x="61779" y="526478"/>
                    <a:pt x="43110" y="514286"/>
                  </a:cubicBezTo>
                  <a:cubicBezTo>
                    <a:pt x="-7944" y="452945"/>
                    <a:pt x="-11627" y="361886"/>
                    <a:pt x="21393" y="291401"/>
                  </a:cubicBezTo>
                  <a:cubicBezTo>
                    <a:pt x="35363" y="262445"/>
                    <a:pt x="62795" y="244411"/>
                    <a:pt x="92132" y="233616"/>
                  </a:cubicBezTo>
                  <a:cubicBezTo>
                    <a:pt x="135185" y="137858"/>
                    <a:pt x="219767" y="64325"/>
                    <a:pt x="317938" y="29019"/>
                  </a:cubicBezTo>
                  <a:cubicBezTo>
                    <a:pt x="438842" y="-12637"/>
                    <a:pt x="572446" y="-3620"/>
                    <a:pt x="696271" y="19748"/>
                  </a:cubicBezTo>
                  <a:cubicBezTo>
                    <a:pt x="742754" y="40322"/>
                    <a:pt x="789108" y="62801"/>
                    <a:pt x="828732" y="95313"/>
                  </a:cubicBezTo>
                  <a:cubicBezTo>
                    <a:pt x="877246" y="133667"/>
                    <a:pt x="914711" y="183451"/>
                    <a:pt x="943540" y="237807"/>
                  </a:cubicBezTo>
                  <a:cubicBezTo>
                    <a:pt x="971988" y="249110"/>
                    <a:pt x="996754" y="267144"/>
                    <a:pt x="1016057" y="291020"/>
                  </a:cubicBezTo>
                  <a:moveTo>
                    <a:pt x="268027" y="81216"/>
                  </a:moveTo>
                  <a:cubicBezTo>
                    <a:pt x="177349" y="127190"/>
                    <a:pt x="106610" y="217106"/>
                    <a:pt x="98482" y="320103"/>
                  </a:cubicBezTo>
                  <a:lnTo>
                    <a:pt x="96450" y="322262"/>
                  </a:lnTo>
                  <a:cubicBezTo>
                    <a:pt x="84004" y="435419"/>
                    <a:pt x="106229" y="562292"/>
                    <a:pt x="202114" y="635063"/>
                  </a:cubicBezTo>
                  <a:cubicBezTo>
                    <a:pt x="253676" y="678243"/>
                    <a:pt x="319081" y="710882"/>
                    <a:pt x="388042" y="706056"/>
                  </a:cubicBezTo>
                  <a:cubicBezTo>
                    <a:pt x="489261" y="702500"/>
                    <a:pt x="590734" y="707453"/>
                    <a:pt x="691954" y="703516"/>
                  </a:cubicBezTo>
                  <a:cubicBezTo>
                    <a:pt x="824033" y="673417"/>
                    <a:pt x="940492" y="556831"/>
                    <a:pt x="940746" y="416115"/>
                  </a:cubicBezTo>
                  <a:cubicBezTo>
                    <a:pt x="952049" y="311467"/>
                    <a:pt x="912679" y="204025"/>
                    <a:pt x="834574" y="133159"/>
                  </a:cubicBezTo>
                  <a:cubicBezTo>
                    <a:pt x="748468" y="51371"/>
                    <a:pt x="626167" y="17970"/>
                    <a:pt x="509708" y="28130"/>
                  </a:cubicBezTo>
                  <a:cubicBezTo>
                    <a:pt x="426523" y="25590"/>
                    <a:pt x="340798" y="38798"/>
                    <a:pt x="268027" y="81216"/>
                  </a:cubicBezTo>
                  <a:moveTo>
                    <a:pt x="82480" y="513016"/>
                  </a:moveTo>
                  <a:cubicBezTo>
                    <a:pt x="64954" y="430212"/>
                    <a:pt x="68129" y="345249"/>
                    <a:pt x="77146" y="261556"/>
                  </a:cubicBezTo>
                  <a:cubicBezTo>
                    <a:pt x="7931" y="325818"/>
                    <a:pt x="4756" y="454215"/>
                    <a:pt x="82480" y="513016"/>
                  </a:cubicBezTo>
                  <a:moveTo>
                    <a:pt x="950144" y="260032"/>
                  </a:moveTo>
                  <a:cubicBezTo>
                    <a:pt x="973767" y="343598"/>
                    <a:pt x="972242" y="432752"/>
                    <a:pt x="946969" y="515810"/>
                  </a:cubicBezTo>
                  <a:cubicBezTo>
                    <a:pt x="1030154" y="459549"/>
                    <a:pt x="1034345" y="317436"/>
                    <a:pt x="950144" y="260032"/>
                  </a:cubicBezTo>
                  <a:moveTo>
                    <a:pt x="998912" y="706691"/>
                  </a:moveTo>
                  <a:cubicBezTo>
                    <a:pt x="976433" y="731710"/>
                    <a:pt x="975036" y="767524"/>
                    <a:pt x="967670" y="798639"/>
                  </a:cubicBezTo>
                  <a:cubicBezTo>
                    <a:pt x="942779" y="907605"/>
                    <a:pt x="918394" y="1016952"/>
                    <a:pt x="900361" y="1127315"/>
                  </a:cubicBezTo>
                  <a:lnTo>
                    <a:pt x="1554792" y="1127315"/>
                  </a:lnTo>
                  <a:cubicBezTo>
                    <a:pt x="1583239" y="985456"/>
                    <a:pt x="1622991" y="845883"/>
                    <a:pt x="1650804" y="703897"/>
                  </a:cubicBezTo>
                  <a:cubicBezTo>
                    <a:pt x="1453954" y="700341"/>
                    <a:pt x="1257104" y="703897"/>
                    <a:pt x="1060254" y="702119"/>
                  </a:cubicBezTo>
                  <a:cubicBezTo>
                    <a:pt x="1039806" y="702755"/>
                    <a:pt x="1018598" y="700468"/>
                    <a:pt x="998912" y="706691"/>
                  </a:cubicBezTo>
                  <a:moveTo>
                    <a:pt x="436175" y="729932"/>
                  </a:moveTo>
                  <a:cubicBezTo>
                    <a:pt x="485959" y="752665"/>
                    <a:pt x="543998" y="754062"/>
                    <a:pt x="593528" y="729678"/>
                  </a:cubicBezTo>
                  <a:lnTo>
                    <a:pt x="436175" y="729932"/>
                  </a:lnTo>
                  <a:moveTo>
                    <a:pt x="50857" y="1077277"/>
                  </a:moveTo>
                  <a:cubicBezTo>
                    <a:pt x="50476" y="1109789"/>
                    <a:pt x="48952" y="1148651"/>
                    <a:pt x="73336" y="1173797"/>
                  </a:cubicBezTo>
                  <a:cubicBezTo>
                    <a:pt x="156013" y="1236408"/>
                    <a:pt x="263836" y="1243647"/>
                    <a:pt x="363912" y="1244409"/>
                  </a:cubicBezTo>
                  <a:lnTo>
                    <a:pt x="380168" y="1215580"/>
                  </a:lnTo>
                  <a:cubicBezTo>
                    <a:pt x="327844" y="1175194"/>
                    <a:pt x="339147" y="1100518"/>
                    <a:pt x="362515" y="1046924"/>
                  </a:cubicBezTo>
                  <a:cubicBezTo>
                    <a:pt x="288347" y="1053147"/>
                    <a:pt x="214560" y="1063815"/>
                    <a:pt x="140011" y="1064831"/>
                  </a:cubicBezTo>
                  <a:cubicBezTo>
                    <a:pt x="145980" y="1042861"/>
                    <a:pt x="167697" y="1042225"/>
                    <a:pt x="185731" y="1037780"/>
                  </a:cubicBezTo>
                  <a:cubicBezTo>
                    <a:pt x="189795" y="948372"/>
                    <a:pt x="203892" y="860234"/>
                    <a:pt x="220910" y="772477"/>
                  </a:cubicBezTo>
                  <a:cubicBezTo>
                    <a:pt x="131375" y="849820"/>
                    <a:pt x="57969" y="955992"/>
                    <a:pt x="50857" y="1077277"/>
                  </a:cubicBezTo>
                  <a:moveTo>
                    <a:pt x="825049" y="782130"/>
                  </a:moveTo>
                  <a:cubicBezTo>
                    <a:pt x="851719" y="895033"/>
                    <a:pt x="855402" y="1011745"/>
                    <a:pt x="857307" y="1127315"/>
                  </a:cubicBezTo>
                  <a:lnTo>
                    <a:pt x="875468" y="1127315"/>
                  </a:lnTo>
                  <a:cubicBezTo>
                    <a:pt x="886898" y="1045655"/>
                    <a:pt x="907980" y="965644"/>
                    <a:pt x="922331" y="884492"/>
                  </a:cubicBezTo>
                  <a:cubicBezTo>
                    <a:pt x="897439" y="843978"/>
                    <a:pt x="865181" y="808164"/>
                    <a:pt x="825049" y="782130"/>
                  </a:cubicBezTo>
                  <a:moveTo>
                    <a:pt x="433000" y="929830"/>
                  </a:moveTo>
                  <a:cubicBezTo>
                    <a:pt x="429571" y="934783"/>
                    <a:pt x="422967" y="944689"/>
                    <a:pt x="419538" y="949515"/>
                  </a:cubicBezTo>
                  <a:cubicBezTo>
                    <a:pt x="443795" y="952944"/>
                    <a:pt x="468179" y="955611"/>
                    <a:pt x="492055" y="961453"/>
                  </a:cubicBezTo>
                  <a:lnTo>
                    <a:pt x="455860" y="985964"/>
                  </a:lnTo>
                  <a:cubicBezTo>
                    <a:pt x="455225" y="991680"/>
                    <a:pt x="453955" y="1003109"/>
                    <a:pt x="453193" y="1008824"/>
                  </a:cubicBezTo>
                  <a:cubicBezTo>
                    <a:pt x="480752" y="1016444"/>
                    <a:pt x="511105" y="1024572"/>
                    <a:pt x="526853" y="1050734"/>
                  </a:cubicBezTo>
                  <a:cubicBezTo>
                    <a:pt x="562286" y="1092898"/>
                    <a:pt x="549586" y="1152461"/>
                    <a:pt x="527361" y="1197546"/>
                  </a:cubicBezTo>
                  <a:cubicBezTo>
                    <a:pt x="494468" y="1233361"/>
                    <a:pt x="445573" y="1233614"/>
                    <a:pt x="400615" y="1230693"/>
                  </a:cubicBezTo>
                  <a:cubicBezTo>
                    <a:pt x="384613" y="1265745"/>
                    <a:pt x="343592" y="1306005"/>
                    <a:pt x="361499" y="1344612"/>
                  </a:cubicBezTo>
                  <a:cubicBezTo>
                    <a:pt x="437318" y="1355280"/>
                    <a:pt x="514534" y="1347406"/>
                    <a:pt x="590988" y="1350327"/>
                  </a:cubicBezTo>
                  <a:cubicBezTo>
                    <a:pt x="618801" y="1347787"/>
                    <a:pt x="651440" y="1356296"/>
                    <a:pt x="675698" y="1339024"/>
                  </a:cubicBezTo>
                  <a:cubicBezTo>
                    <a:pt x="667442" y="1271587"/>
                    <a:pt x="619563" y="1216215"/>
                    <a:pt x="592893" y="1155001"/>
                  </a:cubicBezTo>
                  <a:cubicBezTo>
                    <a:pt x="580066" y="1126299"/>
                    <a:pt x="569906" y="1095692"/>
                    <a:pt x="572065" y="1063942"/>
                  </a:cubicBezTo>
                  <a:cubicBezTo>
                    <a:pt x="574478" y="1018476"/>
                    <a:pt x="565715" y="966152"/>
                    <a:pt x="607244" y="935418"/>
                  </a:cubicBezTo>
                  <a:cubicBezTo>
                    <a:pt x="549967" y="923989"/>
                    <a:pt x="490785" y="925639"/>
                    <a:pt x="433000" y="929830"/>
                  </a:cubicBezTo>
                  <a:moveTo>
                    <a:pt x="416744" y="1043749"/>
                  </a:moveTo>
                  <a:cubicBezTo>
                    <a:pt x="363150" y="1069149"/>
                    <a:pt x="353498" y="1148017"/>
                    <a:pt x="387788" y="1192086"/>
                  </a:cubicBezTo>
                  <a:cubicBezTo>
                    <a:pt x="413315" y="1208722"/>
                    <a:pt x="447986" y="1209103"/>
                    <a:pt x="476815" y="1201737"/>
                  </a:cubicBezTo>
                  <a:cubicBezTo>
                    <a:pt x="510851" y="1182942"/>
                    <a:pt x="527361" y="1140523"/>
                    <a:pt x="520503" y="1102931"/>
                  </a:cubicBezTo>
                  <a:cubicBezTo>
                    <a:pt x="517328" y="1054417"/>
                    <a:pt x="460051" y="1023048"/>
                    <a:pt x="416744" y="1043749"/>
                  </a:cubicBezTo>
                  <a:moveTo>
                    <a:pt x="695382" y="1154620"/>
                  </a:moveTo>
                  <a:cubicBezTo>
                    <a:pt x="695001" y="1169733"/>
                    <a:pt x="694748" y="1184846"/>
                    <a:pt x="694493" y="1200086"/>
                  </a:cubicBezTo>
                  <a:lnTo>
                    <a:pt x="1551998" y="1199578"/>
                  </a:lnTo>
                  <a:cubicBezTo>
                    <a:pt x="1552886" y="1184465"/>
                    <a:pt x="1553775" y="1169480"/>
                    <a:pt x="1554664" y="1154367"/>
                  </a:cubicBezTo>
                  <a:lnTo>
                    <a:pt x="695382" y="1154620"/>
                  </a:lnTo>
                  <a:close/>
                </a:path>
              </a:pathLst>
            </a:custGeom>
            <a:solidFill>
              <a:srgbClr val="0000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</p:grpSp>
      <p:pic>
        <p:nvPicPr>
          <p:cNvPr id="1334" name="图片 1333">
            <a:extLst>
              <a:ext uri="{FF2B5EF4-FFF2-40B4-BE49-F238E27FC236}">
                <a16:creationId xmlns:a16="http://schemas.microsoft.com/office/drawing/2014/main" id="{DFE7857F-65F3-50A4-FDFD-7F79F1EB44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3915" y="4609844"/>
            <a:ext cx="369333" cy="369333"/>
          </a:xfrm>
          <a:prstGeom prst="rect">
            <a:avLst/>
          </a:prstGeom>
        </p:spPr>
      </p:pic>
      <p:pic>
        <p:nvPicPr>
          <p:cNvPr id="1335" name="图片 1334">
            <a:extLst>
              <a:ext uri="{FF2B5EF4-FFF2-40B4-BE49-F238E27FC236}">
                <a16:creationId xmlns:a16="http://schemas.microsoft.com/office/drawing/2014/main" id="{8073E6CC-37F1-914F-E079-93017D12595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01239" y="4975306"/>
            <a:ext cx="385857" cy="385857"/>
          </a:xfrm>
          <a:prstGeom prst="rect">
            <a:avLst/>
          </a:prstGeom>
        </p:spPr>
      </p:pic>
      <p:sp>
        <p:nvSpPr>
          <p:cNvPr id="1336" name="椭圆 1335">
            <a:extLst>
              <a:ext uri="{FF2B5EF4-FFF2-40B4-BE49-F238E27FC236}">
                <a16:creationId xmlns:a16="http://schemas.microsoft.com/office/drawing/2014/main" id="{026AA258-828E-33FB-B4A2-67732E1303E4}"/>
              </a:ext>
            </a:extLst>
          </p:cNvPr>
          <p:cNvSpPr/>
          <p:nvPr/>
        </p:nvSpPr>
        <p:spPr>
          <a:xfrm>
            <a:off x="4764424" y="645006"/>
            <a:ext cx="860297" cy="67801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400"/>
          </a:p>
        </p:txBody>
      </p:sp>
      <p:sp>
        <p:nvSpPr>
          <p:cNvPr id="1337" name="椭圆 1336">
            <a:extLst>
              <a:ext uri="{FF2B5EF4-FFF2-40B4-BE49-F238E27FC236}">
                <a16:creationId xmlns:a16="http://schemas.microsoft.com/office/drawing/2014/main" id="{43C0C27F-D9A9-F4E7-28D0-5219E1697480}"/>
              </a:ext>
            </a:extLst>
          </p:cNvPr>
          <p:cNvSpPr/>
          <p:nvPr/>
        </p:nvSpPr>
        <p:spPr>
          <a:xfrm>
            <a:off x="4806364" y="800358"/>
            <a:ext cx="693628" cy="3857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400"/>
          </a:p>
        </p:txBody>
      </p:sp>
      <p:pic>
        <p:nvPicPr>
          <p:cNvPr id="1338" name="Picture 12">
            <a:extLst>
              <a:ext uri="{FF2B5EF4-FFF2-40B4-BE49-F238E27FC236}">
                <a16:creationId xmlns:a16="http://schemas.microsoft.com/office/drawing/2014/main" id="{91778084-AEDD-C32B-82FA-D7055A89F1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721" b="99880" l="29968" r="74279">
                        <a14:foregroundMark x1="46474" y1="20072" x2="47676" y2="41106"/>
                        <a14:foregroundMark x1="52484" y1="26803" x2="51282" y2="55048"/>
                        <a14:foregroundMark x1="42308" y1="17308" x2="40224" y2="63462"/>
                        <a14:foregroundMark x1="50080" y1="25361" x2="44151" y2="37019"/>
                        <a14:foregroundMark x1="46234" y1="30288" x2="57853" y2="41947"/>
                        <a14:foregroundMark x1="53686" y1="33053" x2="59615" y2="36659"/>
                        <a14:foregroundMark x1="57853" y1="28125" x2="48878" y2="59976"/>
                        <a14:foregroundMark x1="61779" y1="32572" x2="52484" y2="66707"/>
                        <a14:foregroundMark x1="48317" y1="46514" x2="47997" y2="59495"/>
                        <a14:foregroundMark x1="44151" y1="33894" x2="43830" y2="35216"/>
                        <a14:foregroundMark x1="33093" y1="34375" x2="34535" y2="48678"/>
                        <a14:foregroundMark x1="32772" y1="24519" x2="32772" y2="52764"/>
                        <a14:foregroundMark x1="31250" y1="32572" x2="43510" y2="56370"/>
                        <a14:foregroundMark x1="42949" y1="41587" x2="45032" y2="56370"/>
                        <a14:foregroundMark x1="31250" y1="33894" x2="30369" y2="38822"/>
                        <a14:foregroundMark x1="32131" y1="25000" x2="35176" y2="52284"/>
                        <a14:foregroundMark x1="34215" y1="28125" x2="45272" y2="15505"/>
                        <a14:foregroundMark x1="45032" y1="15144" x2="62660" y2="17788"/>
                        <a14:foregroundMark x1="53686" y1="8774" x2="66506" y2="27163"/>
                        <a14:foregroundMark x1="69551" y1="47356" x2="70433" y2="70192"/>
                        <a14:foregroundMark x1="71635" y1="46875" x2="70673" y2="71635"/>
                        <a14:foregroundMark x1="74279" y1="53606" x2="67388" y2="72476"/>
                        <a14:foregroundMark x1="70112" y1="56370" x2="62901" y2="65745"/>
                        <a14:foregroundMark x1="67147" y1="58534" x2="74279" y2="43389"/>
                        <a14:foregroundMark x1="32452" y1="79207" x2="31250" y2="94471"/>
                        <a14:foregroundMark x1="35176" y1="86779" x2="33333" y2="99880"/>
                        <a14:foregroundMark x1="33974" y1="12861" x2="38141" y2="721"/>
                        <a14:foregroundMark x1="40224" y1="94952" x2="38702" y2="99399"/>
                        <a14:foregroundMark x1="50080" y1="95313" x2="50721" y2="98438"/>
                        <a14:foregroundMark x1="54006" y1="93510" x2="54247" y2="97596"/>
                        <a14:foregroundMark x1="52163" y1="98918" x2="52163" y2="98918"/>
                        <a14:foregroundMark x1="54006" y1="98438" x2="54006" y2="99880"/>
                        <a14:foregroundMark x1="55449" y1="91707" x2="57532" y2="99399"/>
                        <a14:foregroundMark x1="48878" y1="91707" x2="47436" y2="993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025" t="6228" r="24219"/>
          <a:stretch/>
        </p:blipFill>
        <p:spPr bwMode="auto">
          <a:xfrm>
            <a:off x="4676035" y="573434"/>
            <a:ext cx="609689" cy="75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F938304F-E73D-482E-42FC-3A49AC1794AB}"/>
              </a:ext>
            </a:extLst>
          </p:cNvPr>
          <p:cNvCxnSpPr/>
          <p:nvPr/>
        </p:nvCxnSpPr>
        <p:spPr>
          <a:xfrm flipV="1">
            <a:off x="5732594" y="1178524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336D741E-9A95-765F-1761-BD77AC4E0DA6}"/>
              </a:ext>
            </a:extLst>
          </p:cNvPr>
          <p:cNvCxnSpPr/>
          <p:nvPr/>
        </p:nvCxnSpPr>
        <p:spPr>
          <a:xfrm flipV="1">
            <a:off x="5729469" y="3020533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31F7FA63-0D82-70DC-3A50-114B234A4F12}"/>
              </a:ext>
            </a:extLst>
          </p:cNvPr>
          <p:cNvSpPr/>
          <p:nvPr/>
        </p:nvSpPr>
        <p:spPr>
          <a:xfrm>
            <a:off x="5958052" y="2354825"/>
            <a:ext cx="744609" cy="1257712"/>
          </a:xfrm>
          <a:prstGeom prst="roundRect">
            <a:avLst>
              <a:gd name="adj" fmla="val 5554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F552B8BA-EC3F-AD3B-9BDF-5AFB06DFC94E}"/>
              </a:ext>
            </a:extLst>
          </p:cNvPr>
          <p:cNvSpPr/>
          <p:nvPr/>
        </p:nvSpPr>
        <p:spPr>
          <a:xfrm>
            <a:off x="5885847" y="2292821"/>
            <a:ext cx="744609" cy="1253894"/>
          </a:xfrm>
          <a:prstGeom prst="roundRect">
            <a:avLst>
              <a:gd name="adj" fmla="val 555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72D6A636-AAAA-4F90-805D-C8B400CAB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469" y="2451613"/>
            <a:ext cx="693187" cy="693187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28A0DF64-215E-C3C5-AAE7-9875851B9389}"/>
              </a:ext>
            </a:extLst>
          </p:cNvPr>
          <p:cNvSpPr txBox="1"/>
          <p:nvPr/>
        </p:nvSpPr>
        <p:spPr>
          <a:xfrm>
            <a:off x="5940269" y="3210136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STIX Two Text" pitchFamily="2" charset="0"/>
              </a:rPr>
              <a:t>Paper</a:t>
            </a:r>
            <a:endParaRPr kumimoji="1" lang="zh-CN" altLang="en-US" sz="1400" dirty="0">
              <a:latin typeface="STIX Two Text" pitchFamily="2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C107534-AB79-F4B4-E1D8-2F7BE62B52C6}"/>
              </a:ext>
            </a:extLst>
          </p:cNvPr>
          <p:cNvSpPr txBox="1"/>
          <p:nvPr/>
        </p:nvSpPr>
        <p:spPr>
          <a:xfrm>
            <a:off x="8548125" y="1175388"/>
            <a:ext cx="1594991" cy="614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1400" dirty="0">
                <a:solidFill>
                  <a:srgbClr val="C00000"/>
                </a:solidFill>
                <a:latin typeface="STIX Two Text Medium" pitchFamily="2" charset="0"/>
              </a:rPr>
              <a:t>Time</a:t>
            </a:r>
          </a:p>
          <a:p>
            <a:pPr>
              <a:lnSpc>
                <a:spcPct val="125000"/>
              </a:lnSpc>
            </a:pPr>
            <a:r>
              <a:rPr kumimoji="1" lang="en-US" altLang="zh-CN" sz="1400" dirty="0">
                <a:solidFill>
                  <a:srgbClr val="C00000"/>
                </a:solidFill>
                <a:latin typeface="STIX Two Text Medium" pitchFamily="2" charset="0"/>
              </a:rPr>
              <a:t>Money</a:t>
            </a:r>
            <a:endParaRPr kumimoji="1" lang="zh-CN" altLang="en-US" sz="1400" dirty="0">
              <a:solidFill>
                <a:srgbClr val="C00000"/>
              </a:solidFill>
              <a:latin typeface="STIX Two Text Medium" pitchFamily="2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78960E3-C82C-09A2-D5E0-5AEC40319FFB}"/>
              </a:ext>
            </a:extLst>
          </p:cNvPr>
          <p:cNvSpPr txBox="1"/>
          <p:nvPr/>
        </p:nvSpPr>
        <p:spPr>
          <a:xfrm>
            <a:off x="8573986" y="539793"/>
            <a:ext cx="965329" cy="6148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1400" b="1" dirty="0">
                <a:solidFill>
                  <a:srgbClr val="C00000"/>
                </a:solidFill>
                <a:latin typeface="STIX Two Text SemiBold" pitchFamily="2" charset="0"/>
              </a:rPr>
              <a:t>Influence</a:t>
            </a:r>
          </a:p>
          <a:p>
            <a:pPr>
              <a:lnSpc>
                <a:spcPct val="125000"/>
              </a:lnSpc>
            </a:pPr>
            <a:r>
              <a:rPr kumimoji="1" lang="en-US" altLang="zh-CN" sz="1400" b="1" dirty="0">
                <a:solidFill>
                  <a:srgbClr val="C00000"/>
                </a:solidFill>
                <a:latin typeface="STIX Two Text SemiBold" pitchFamily="2" charset="0"/>
              </a:rPr>
              <a:t>Citation</a:t>
            </a:r>
            <a:endParaRPr kumimoji="1" lang="zh-CN" altLang="en-US" sz="1400" b="1" dirty="0">
              <a:solidFill>
                <a:srgbClr val="C00000"/>
              </a:solidFill>
              <a:latin typeface="STIX Two Text SemiBold" pitchFamily="2" charset="0"/>
            </a:endParaRPr>
          </a:p>
        </p:txBody>
      </p:sp>
      <p:sp>
        <p:nvSpPr>
          <p:cNvPr id="50" name="下箭头 49">
            <a:extLst>
              <a:ext uri="{FF2B5EF4-FFF2-40B4-BE49-F238E27FC236}">
                <a16:creationId xmlns:a16="http://schemas.microsoft.com/office/drawing/2014/main" id="{43F67D6C-F3AE-F1F1-0D99-0EEB8FA9E6D6}"/>
              </a:ext>
            </a:extLst>
          </p:cNvPr>
          <p:cNvSpPr/>
          <p:nvPr/>
        </p:nvSpPr>
        <p:spPr>
          <a:xfrm>
            <a:off x="9744734" y="592892"/>
            <a:ext cx="134302" cy="220191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2" name="下箭头 51">
            <a:extLst>
              <a:ext uri="{FF2B5EF4-FFF2-40B4-BE49-F238E27FC236}">
                <a16:creationId xmlns:a16="http://schemas.microsoft.com/office/drawing/2014/main" id="{CE8DB1ED-4373-29B9-A056-21A03DD66AC9}"/>
              </a:ext>
            </a:extLst>
          </p:cNvPr>
          <p:cNvSpPr/>
          <p:nvPr/>
        </p:nvSpPr>
        <p:spPr>
          <a:xfrm>
            <a:off x="9743643" y="883819"/>
            <a:ext cx="134302" cy="220191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3" name="下箭头 52">
            <a:extLst>
              <a:ext uri="{FF2B5EF4-FFF2-40B4-BE49-F238E27FC236}">
                <a16:creationId xmlns:a16="http://schemas.microsoft.com/office/drawing/2014/main" id="{2F00877E-3FF6-76BA-621E-3EB3C1E07532}"/>
              </a:ext>
            </a:extLst>
          </p:cNvPr>
          <p:cNvSpPr/>
          <p:nvPr/>
        </p:nvSpPr>
        <p:spPr>
          <a:xfrm rot="10800000">
            <a:off x="9739967" y="1233414"/>
            <a:ext cx="134302" cy="220191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4" name="下箭头 53">
            <a:extLst>
              <a:ext uri="{FF2B5EF4-FFF2-40B4-BE49-F238E27FC236}">
                <a16:creationId xmlns:a16="http://schemas.microsoft.com/office/drawing/2014/main" id="{FC68EDBA-1FD5-9A9C-7F07-184D1BB12D88}"/>
              </a:ext>
            </a:extLst>
          </p:cNvPr>
          <p:cNvSpPr/>
          <p:nvPr/>
        </p:nvSpPr>
        <p:spPr>
          <a:xfrm rot="10800000">
            <a:off x="9738876" y="1524341"/>
            <a:ext cx="134302" cy="220191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5" name="任意形状 54">
            <a:extLst>
              <a:ext uri="{FF2B5EF4-FFF2-40B4-BE49-F238E27FC236}">
                <a16:creationId xmlns:a16="http://schemas.microsoft.com/office/drawing/2014/main" id="{3E9FCD3E-CA5F-D887-F5A7-08A6B8BD9272}"/>
              </a:ext>
            </a:extLst>
          </p:cNvPr>
          <p:cNvSpPr/>
          <p:nvPr/>
        </p:nvSpPr>
        <p:spPr>
          <a:xfrm>
            <a:off x="6631089" y="811143"/>
            <a:ext cx="261688" cy="369332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45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76756" y="1089"/>
                  <a:pt x="38345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6" name="任意形状 55">
            <a:extLst>
              <a:ext uri="{FF2B5EF4-FFF2-40B4-BE49-F238E27FC236}">
                <a16:creationId xmlns:a16="http://schemas.microsoft.com/office/drawing/2014/main" id="{2B926787-12A9-4465-D98B-8EA9B9A6EC5C}"/>
              </a:ext>
            </a:extLst>
          </p:cNvPr>
          <p:cNvSpPr/>
          <p:nvPr/>
        </p:nvSpPr>
        <p:spPr>
          <a:xfrm flipV="1">
            <a:off x="6634840" y="1178765"/>
            <a:ext cx="252980" cy="369333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70690"/>
              <a:gd name="connsiteY0" fmla="*/ 541180 h 541180"/>
              <a:gd name="connsiteX1" fmla="*/ 133350 w 370690"/>
              <a:gd name="connsiteY1" fmla="*/ 540722 h 541180"/>
              <a:gd name="connsiteX2" fmla="*/ 170362 w 370690"/>
              <a:gd name="connsiteY2" fmla="*/ 501447 h 541180"/>
              <a:gd name="connsiteX3" fmla="*/ 164375 w 370690"/>
              <a:gd name="connsiteY3" fmla="*/ 51867 h 541180"/>
              <a:gd name="connsiteX4" fmla="*/ 222613 w 370690"/>
              <a:gd name="connsiteY4" fmla="*/ 160 h 541180"/>
              <a:gd name="connsiteX5" fmla="*/ 370690 w 37069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69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63996" y="1089"/>
                  <a:pt x="37069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7" name="任意形状 56">
            <a:extLst>
              <a:ext uri="{FF2B5EF4-FFF2-40B4-BE49-F238E27FC236}">
                <a16:creationId xmlns:a16="http://schemas.microsoft.com/office/drawing/2014/main" id="{3E33BDD1-3E60-A435-40E1-7CBB379A773F}"/>
              </a:ext>
            </a:extLst>
          </p:cNvPr>
          <p:cNvSpPr/>
          <p:nvPr/>
        </p:nvSpPr>
        <p:spPr>
          <a:xfrm>
            <a:off x="8327452" y="1350924"/>
            <a:ext cx="261688" cy="142351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45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76756" y="1089"/>
                  <a:pt x="38345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8" name="任意形状 57">
            <a:extLst>
              <a:ext uri="{FF2B5EF4-FFF2-40B4-BE49-F238E27FC236}">
                <a16:creationId xmlns:a16="http://schemas.microsoft.com/office/drawing/2014/main" id="{F1DA9E5E-F199-9FD0-93A3-76B62A8EFD3E}"/>
              </a:ext>
            </a:extLst>
          </p:cNvPr>
          <p:cNvSpPr/>
          <p:nvPr/>
        </p:nvSpPr>
        <p:spPr>
          <a:xfrm flipV="1">
            <a:off x="8331203" y="1491566"/>
            <a:ext cx="252980" cy="159831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70690"/>
              <a:gd name="connsiteY0" fmla="*/ 541180 h 541180"/>
              <a:gd name="connsiteX1" fmla="*/ 133350 w 370690"/>
              <a:gd name="connsiteY1" fmla="*/ 540722 h 541180"/>
              <a:gd name="connsiteX2" fmla="*/ 170362 w 370690"/>
              <a:gd name="connsiteY2" fmla="*/ 501447 h 541180"/>
              <a:gd name="connsiteX3" fmla="*/ 164375 w 370690"/>
              <a:gd name="connsiteY3" fmla="*/ 51867 h 541180"/>
              <a:gd name="connsiteX4" fmla="*/ 222613 w 370690"/>
              <a:gd name="connsiteY4" fmla="*/ 160 h 541180"/>
              <a:gd name="connsiteX5" fmla="*/ 370690 w 37069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69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63996" y="1089"/>
                  <a:pt x="37069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9" name="任意形状 58">
            <a:extLst>
              <a:ext uri="{FF2B5EF4-FFF2-40B4-BE49-F238E27FC236}">
                <a16:creationId xmlns:a16="http://schemas.microsoft.com/office/drawing/2014/main" id="{B938E462-2EB0-57B8-0000-1FD2BC1D1903}"/>
              </a:ext>
            </a:extLst>
          </p:cNvPr>
          <p:cNvSpPr/>
          <p:nvPr/>
        </p:nvSpPr>
        <p:spPr>
          <a:xfrm>
            <a:off x="8331447" y="699842"/>
            <a:ext cx="261688" cy="142351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45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76756" y="1089"/>
                  <a:pt x="38345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0" name="任意形状 59">
            <a:extLst>
              <a:ext uri="{FF2B5EF4-FFF2-40B4-BE49-F238E27FC236}">
                <a16:creationId xmlns:a16="http://schemas.microsoft.com/office/drawing/2014/main" id="{C292147E-BC49-7E22-2D5B-5A1EDEA7770A}"/>
              </a:ext>
            </a:extLst>
          </p:cNvPr>
          <p:cNvSpPr/>
          <p:nvPr/>
        </p:nvSpPr>
        <p:spPr>
          <a:xfrm flipV="1">
            <a:off x="8335198" y="840484"/>
            <a:ext cx="252980" cy="159831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70690"/>
              <a:gd name="connsiteY0" fmla="*/ 541180 h 541180"/>
              <a:gd name="connsiteX1" fmla="*/ 133350 w 370690"/>
              <a:gd name="connsiteY1" fmla="*/ 540722 h 541180"/>
              <a:gd name="connsiteX2" fmla="*/ 170362 w 370690"/>
              <a:gd name="connsiteY2" fmla="*/ 501447 h 541180"/>
              <a:gd name="connsiteX3" fmla="*/ 164375 w 370690"/>
              <a:gd name="connsiteY3" fmla="*/ 51867 h 541180"/>
              <a:gd name="connsiteX4" fmla="*/ 222613 w 370690"/>
              <a:gd name="connsiteY4" fmla="*/ 160 h 541180"/>
              <a:gd name="connsiteX5" fmla="*/ 370690 w 37069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69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63996" y="1089"/>
                  <a:pt x="37069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A9FD7E4E-BC78-98B3-64E3-28F9EA4E9C79}"/>
              </a:ext>
            </a:extLst>
          </p:cNvPr>
          <p:cNvCxnSpPr/>
          <p:nvPr/>
        </p:nvCxnSpPr>
        <p:spPr>
          <a:xfrm flipV="1">
            <a:off x="7535864" y="792032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55671C8D-5D1D-2E39-3B46-9D9D26E52C0E}"/>
              </a:ext>
            </a:extLst>
          </p:cNvPr>
          <p:cNvCxnSpPr/>
          <p:nvPr/>
        </p:nvCxnSpPr>
        <p:spPr>
          <a:xfrm flipV="1">
            <a:off x="7492573" y="1555804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8289A5E9-EE10-65A1-ADA4-3B0F96400440}"/>
              </a:ext>
            </a:extLst>
          </p:cNvPr>
          <p:cNvCxnSpPr/>
          <p:nvPr/>
        </p:nvCxnSpPr>
        <p:spPr>
          <a:xfrm flipV="1">
            <a:off x="7688264" y="944432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直线箭头连接符 1023">
            <a:extLst>
              <a:ext uri="{FF2B5EF4-FFF2-40B4-BE49-F238E27FC236}">
                <a16:creationId xmlns:a16="http://schemas.microsoft.com/office/drawing/2014/main" id="{59CBD991-D471-BE64-BDE1-CFCFB48CDC37}"/>
              </a:ext>
            </a:extLst>
          </p:cNvPr>
          <p:cNvCxnSpPr/>
          <p:nvPr/>
        </p:nvCxnSpPr>
        <p:spPr>
          <a:xfrm flipV="1">
            <a:off x="6626456" y="3027054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下箭头 1025">
            <a:extLst>
              <a:ext uri="{FF2B5EF4-FFF2-40B4-BE49-F238E27FC236}">
                <a16:creationId xmlns:a16="http://schemas.microsoft.com/office/drawing/2014/main" id="{07545C7F-A54E-95E0-964F-FFC7676B8F16}"/>
              </a:ext>
            </a:extLst>
          </p:cNvPr>
          <p:cNvSpPr/>
          <p:nvPr/>
        </p:nvSpPr>
        <p:spPr>
          <a:xfrm>
            <a:off x="9747259" y="2317234"/>
            <a:ext cx="134302" cy="220191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029" name="圆角矩形 1028">
            <a:extLst>
              <a:ext uri="{FF2B5EF4-FFF2-40B4-BE49-F238E27FC236}">
                <a16:creationId xmlns:a16="http://schemas.microsoft.com/office/drawing/2014/main" id="{842EF5BC-5170-0BAD-088F-9AFE61AF5587}"/>
              </a:ext>
            </a:extLst>
          </p:cNvPr>
          <p:cNvSpPr/>
          <p:nvPr/>
        </p:nvSpPr>
        <p:spPr>
          <a:xfrm>
            <a:off x="8208377" y="2650627"/>
            <a:ext cx="1786077" cy="949732"/>
          </a:xfrm>
          <a:prstGeom prst="roundRect">
            <a:avLst>
              <a:gd name="adj" fmla="val 0"/>
            </a:avLst>
          </a:prstGeom>
          <a:solidFill>
            <a:schemeClr val="bg1">
              <a:alpha val="606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sp>
        <p:nvSpPr>
          <p:cNvPr id="1030" name="文本框 1029">
            <a:extLst>
              <a:ext uri="{FF2B5EF4-FFF2-40B4-BE49-F238E27FC236}">
                <a16:creationId xmlns:a16="http://schemas.microsoft.com/office/drawing/2014/main" id="{9E74A692-9180-C86B-D38E-2CD3C0354319}"/>
              </a:ext>
            </a:extLst>
          </p:cNvPr>
          <p:cNvSpPr txBox="1"/>
          <p:nvPr/>
        </p:nvSpPr>
        <p:spPr>
          <a:xfrm>
            <a:off x="8240777" y="2626437"/>
            <a:ext cx="1699504" cy="1031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1"/>
                </a:solidFill>
                <a:latin typeface="STIX Two Text" pitchFamily="2" charset="0"/>
              </a:rPr>
              <a:t>Quality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kumimoji="1" lang="en-US" altLang="zh-CN" sz="1400" dirty="0">
                <a:solidFill>
                  <a:schemeClr val="accent1"/>
                </a:solidFill>
                <a:latin typeface="STIX Two Text" pitchFamily="2" charset="0"/>
              </a:rPr>
              <a:t>Fidelity:            ?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kumimoji="1" lang="en-US" altLang="zh-CN" sz="1400" dirty="0">
                <a:solidFill>
                  <a:schemeClr val="accent1"/>
                </a:solidFill>
                <a:latin typeface="STIX Two Text" pitchFamily="2" charset="0"/>
              </a:rPr>
              <a:t>Engagement:   </a:t>
            </a:r>
            <a:r>
              <a:rPr kumimoji="1" lang="en-US" altLang="zh-CN" sz="700" dirty="0">
                <a:solidFill>
                  <a:schemeClr val="accent1"/>
                </a:solidFill>
                <a:latin typeface="STIX Two Text" pitchFamily="2" charset="0"/>
              </a:rPr>
              <a:t> </a:t>
            </a:r>
            <a:r>
              <a:rPr kumimoji="1" lang="en-US" altLang="zh-CN" sz="1400" dirty="0">
                <a:solidFill>
                  <a:schemeClr val="accent1"/>
                </a:solidFill>
                <a:latin typeface="STIX Two Text" pitchFamily="2" charset="0"/>
              </a:rPr>
              <a:t>?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kumimoji="1" lang="en-US" altLang="zh-CN" sz="1400" dirty="0">
                <a:solidFill>
                  <a:schemeClr val="accent1"/>
                </a:solidFill>
                <a:latin typeface="STIX Two Text" pitchFamily="2" charset="0"/>
              </a:rPr>
              <a:t>Alignment:       ?</a:t>
            </a:r>
          </a:p>
        </p:txBody>
      </p:sp>
      <p:sp>
        <p:nvSpPr>
          <p:cNvPr id="1031" name="任意形状 1030">
            <a:extLst>
              <a:ext uri="{FF2B5EF4-FFF2-40B4-BE49-F238E27FC236}">
                <a16:creationId xmlns:a16="http://schemas.microsoft.com/office/drawing/2014/main" id="{D5E1485A-8298-7D00-26DC-1833B50A746F}"/>
              </a:ext>
            </a:extLst>
          </p:cNvPr>
          <p:cNvSpPr/>
          <p:nvPr/>
        </p:nvSpPr>
        <p:spPr>
          <a:xfrm>
            <a:off x="7967661" y="2509449"/>
            <a:ext cx="261688" cy="394694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45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76756" y="1089"/>
                  <a:pt x="38345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032" name="任意形状 1031">
            <a:extLst>
              <a:ext uri="{FF2B5EF4-FFF2-40B4-BE49-F238E27FC236}">
                <a16:creationId xmlns:a16="http://schemas.microsoft.com/office/drawing/2014/main" id="{5D846A02-1628-44DB-0844-2A03C66A43EC}"/>
              </a:ext>
            </a:extLst>
          </p:cNvPr>
          <p:cNvSpPr/>
          <p:nvPr/>
        </p:nvSpPr>
        <p:spPr>
          <a:xfrm flipV="1">
            <a:off x="7971412" y="2904142"/>
            <a:ext cx="252980" cy="390935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70690"/>
              <a:gd name="connsiteY0" fmla="*/ 541180 h 541180"/>
              <a:gd name="connsiteX1" fmla="*/ 133350 w 370690"/>
              <a:gd name="connsiteY1" fmla="*/ 540722 h 541180"/>
              <a:gd name="connsiteX2" fmla="*/ 170362 w 370690"/>
              <a:gd name="connsiteY2" fmla="*/ 501447 h 541180"/>
              <a:gd name="connsiteX3" fmla="*/ 164375 w 370690"/>
              <a:gd name="connsiteY3" fmla="*/ 51867 h 541180"/>
              <a:gd name="connsiteX4" fmla="*/ 222613 w 370690"/>
              <a:gd name="connsiteY4" fmla="*/ 160 h 541180"/>
              <a:gd name="connsiteX5" fmla="*/ 370690 w 37069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69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63996" y="1089"/>
                  <a:pt x="37069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8FFC5B9-F6EE-A304-C9A3-3CF3B2201E7C}"/>
              </a:ext>
            </a:extLst>
          </p:cNvPr>
          <p:cNvGrpSpPr/>
          <p:nvPr/>
        </p:nvGrpSpPr>
        <p:grpSpPr>
          <a:xfrm>
            <a:off x="-148827" y="3228011"/>
            <a:ext cx="4716000" cy="2168070"/>
            <a:chOff x="390225" y="3336290"/>
            <a:chExt cx="3750162" cy="1795624"/>
          </a:xfrm>
        </p:grpSpPr>
        <p:graphicFrame>
          <p:nvGraphicFramePr>
            <p:cNvPr id="36" name="图表 35">
              <a:extLst>
                <a:ext uri="{FF2B5EF4-FFF2-40B4-BE49-F238E27FC236}">
                  <a16:creationId xmlns:a16="http://schemas.microsoft.com/office/drawing/2014/main" id="{98744DCA-24A1-E777-E967-7876C8D58A17}"/>
                </a:ext>
              </a:extLst>
            </p:cNvPr>
            <p:cNvGraphicFramePr/>
            <p:nvPr/>
          </p:nvGraphicFramePr>
          <p:xfrm>
            <a:off x="390225" y="3336290"/>
            <a:ext cx="3750162" cy="1795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  <p:sp>
          <p:nvSpPr>
            <p:cNvPr id="1038" name="任意形状 1037">
              <a:extLst>
                <a:ext uri="{FF2B5EF4-FFF2-40B4-BE49-F238E27FC236}">
                  <a16:creationId xmlns:a16="http://schemas.microsoft.com/office/drawing/2014/main" id="{43DAA488-6AB9-53B1-584E-D0D23B701112}"/>
                </a:ext>
              </a:extLst>
            </p:cNvPr>
            <p:cNvSpPr/>
            <p:nvPr/>
          </p:nvSpPr>
          <p:spPr>
            <a:xfrm>
              <a:off x="1186072" y="3576185"/>
              <a:ext cx="2245160" cy="1156152"/>
            </a:xfrm>
            <a:custGeom>
              <a:avLst/>
              <a:gdLst>
                <a:gd name="connsiteX0" fmla="*/ 0 w 1765300"/>
                <a:gd name="connsiteY0" fmla="*/ 927259 h 1016468"/>
                <a:gd name="connsiteX1" fmla="*/ 469900 w 1765300"/>
                <a:gd name="connsiteY1" fmla="*/ 927259 h 1016468"/>
                <a:gd name="connsiteX2" fmla="*/ 889000 w 1765300"/>
                <a:gd name="connsiteY2" fmla="*/ 159 h 1016468"/>
                <a:gd name="connsiteX3" fmla="*/ 1308100 w 1765300"/>
                <a:gd name="connsiteY3" fmla="*/ 851059 h 1016468"/>
                <a:gd name="connsiteX4" fmla="*/ 1765300 w 1765300"/>
                <a:gd name="connsiteY4" fmla="*/ 685959 h 1016468"/>
                <a:gd name="connsiteX0" fmla="*/ 0 w 1765300"/>
                <a:gd name="connsiteY0" fmla="*/ 927138 h 994347"/>
                <a:gd name="connsiteX1" fmla="*/ 438369 w 1765300"/>
                <a:gd name="connsiteY1" fmla="*/ 887724 h 994347"/>
                <a:gd name="connsiteX2" fmla="*/ 889000 w 1765300"/>
                <a:gd name="connsiteY2" fmla="*/ 38 h 994347"/>
                <a:gd name="connsiteX3" fmla="*/ 1308100 w 1765300"/>
                <a:gd name="connsiteY3" fmla="*/ 850938 h 994347"/>
                <a:gd name="connsiteX4" fmla="*/ 1765300 w 1765300"/>
                <a:gd name="connsiteY4" fmla="*/ 685838 h 994347"/>
                <a:gd name="connsiteX0" fmla="*/ 0 w 1765300"/>
                <a:gd name="connsiteY0" fmla="*/ 927138 h 956064"/>
                <a:gd name="connsiteX1" fmla="*/ 438369 w 1765300"/>
                <a:gd name="connsiteY1" fmla="*/ 887724 h 956064"/>
                <a:gd name="connsiteX2" fmla="*/ 889000 w 1765300"/>
                <a:gd name="connsiteY2" fmla="*/ 38 h 956064"/>
                <a:gd name="connsiteX3" fmla="*/ 1308100 w 1765300"/>
                <a:gd name="connsiteY3" fmla="*/ 850938 h 956064"/>
                <a:gd name="connsiteX4" fmla="*/ 1765300 w 1765300"/>
                <a:gd name="connsiteY4" fmla="*/ 685838 h 956064"/>
                <a:gd name="connsiteX0" fmla="*/ 0 w 1765300"/>
                <a:gd name="connsiteY0" fmla="*/ 927138 h 929070"/>
                <a:gd name="connsiteX1" fmla="*/ 438369 w 1765300"/>
                <a:gd name="connsiteY1" fmla="*/ 887724 h 929070"/>
                <a:gd name="connsiteX2" fmla="*/ 889000 w 1765300"/>
                <a:gd name="connsiteY2" fmla="*/ 38 h 929070"/>
                <a:gd name="connsiteX3" fmla="*/ 1308100 w 1765300"/>
                <a:gd name="connsiteY3" fmla="*/ 850938 h 929070"/>
                <a:gd name="connsiteX4" fmla="*/ 1765300 w 1765300"/>
                <a:gd name="connsiteY4" fmla="*/ 685838 h 929070"/>
                <a:gd name="connsiteX0" fmla="*/ 0 w 1765300"/>
                <a:gd name="connsiteY0" fmla="*/ 927138 h 932237"/>
                <a:gd name="connsiteX1" fmla="*/ 438369 w 1765300"/>
                <a:gd name="connsiteY1" fmla="*/ 887724 h 932237"/>
                <a:gd name="connsiteX2" fmla="*/ 889000 w 1765300"/>
                <a:gd name="connsiteY2" fmla="*/ 38 h 932237"/>
                <a:gd name="connsiteX3" fmla="*/ 1308100 w 1765300"/>
                <a:gd name="connsiteY3" fmla="*/ 850938 h 932237"/>
                <a:gd name="connsiteX4" fmla="*/ 1765300 w 1765300"/>
                <a:gd name="connsiteY4" fmla="*/ 685838 h 932237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46252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35047 h 943644"/>
                <a:gd name="connsiteX1" fmla="*/ 446252 w 1765300"/>
                <a:gd name="connsiteY1" fmla="*/ 907457 h 943644"/>
                <a:gd name="connsiteX2" fmla="*/ 877176 w 1765300"/>
                <a:gd name="connsiteY2" fmla="*/ 64 h 943644"/>
                <a:gd name="connsiteX3" fmla="*/ 1308100 w 1765300"/>
                <a:gd name="connsiteY3" fmla="*/ 858847 h 943644"/>
                <a:gd name="connsiteX4" fmla="*/ 1765300 w 1765300"/>
                <a:gd name="connsiteY4" fmla="*/ 693747 h 943644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51525 h 960122"/>
                <a:gd name="connsiteX1" fmla="*/ 446252 w 1737710"/>
                <a:gd name="connsiteY1" fmla="*/ 923935 h 960122"/>
                <a:gd name="connsiteX2" fmla="*/ 877176 w 1737710"/>
                <a:gd name="connsiteY2" fmla="*/ 16542 h 960122"/>
                <a:gd name="connsiteX3" fmla="*/ 1216015 w 1737710"/>
                <a:gd name="connsiteY3" fmla="*/ 317790 h 960122"/>
                <a:gd name="connsiteX4" fmla="*/ 1737710 w 1737710"/>
                <a:gd name="connsiteY4" fmla="*/ 757522 h 960122"/>
                <a:gd name="connsiteX0" fmla="*/ 0 w 1737710"/>
                <a:gd name="connsiteY0" fmla="*/ 954435 h 963032"/>
                <a:gd name="connsiteX1" fmla="*/ 446252 w 1737710"/>
                <a:gd name="connsiteY1" fmla="*/ 926845 h 963032"/>
                <a:gd name="connsiteX2" fmla="*/ 877176 w 1737710"/>
                <a:gd name="connsiteY2" fmla="*/ 19452 h 963032"/>
                <a:gd name="connsiteX3" fmla="*/ 1216015 w 1737710"/>
                <a:gd name="connsiteY3" fmla="*/ 320700 h 963032"/>
                <a:gd name="connsiteX4" fmla="*/ 1737710 w 1737710"/>
                <a:gd name="connsiteY4" fmla="*/ 760432 h 963032"/>
                <a:gd name="connsiteX0" fmla="*/ 0 w 1737710"/>
                <a:gd name="connsiteY0" fmla="*/ 935681 h 944278"/>
                <a:gd name="connsiteX1" fmla="*/ 446252 w 1737710"/>
                <a:gd name="connsiteY1" fmla="*/ 908091 h 944278"/>
                <a:gd name="connsiteX2" fmla="*/ 877176 w 1737710"/>
                <a:gd name="connsiteY2" fmla="*/ 698 h 944278"/>
                <a:gd name="connsiteX3" fmla="*/ 1216015 w 1737710"/>
                <a:gd name="connsiteY3" fmla="*/ 301946 h 944278"/>
                <a:gd name="connsiteX4" fmla="*/ 1737710 w 1737710"/>
                <a:gd name="connsiteY4" fmla="*/ 741678 h 944278"/>
                <a:gd name="connsiteX0" fmla="*/ 0 w 1737710"/>
                <a:gd name="connsiteY0" fmla="*/ 935001 h 943598"/>
                <a:gd name="connsiteX1" fmla="*/ 446252 w 1737710"/>
                <a:gd name="connsiteY1" fmla="*/ 907411 h 943598"/>
                <a:gd name="connsiteX2" fmla="*/ 877176 w 1737710"/>
                <a:gd name="connsiteY2" fmla="*/ 18 h 943598"/>
                <a:gd name="connsiteX3" fmla="*/ 1216015 w 1737710"/>
                <a:gd name="connsiteY3" fmla="*/ 301266 h 943598"/>
                <a:gd name="connsiteX4" fmla="*/ 1737710 w 1737710"/>
                <a:gd name="connsiteY4" fmla="*/ 740998 h 943598"/>
                <a:gd name="connsiteX0" fmla="*/ 0 w 1737710"/>
                <a:gd name="connsiteY0" fmla="*/ 935079 h 943676"/>
                <a:gd name="connsiteX1" fmla="*/ 446252 w 1737710"/>
                <a:gd name="connsiteY1" fmla="*/ 907489 h 943676"/>
                <a:gd name="connsiteX2" fmla="*/ 877176 w 1737710"/>
                <a:gd name="connsiteY2" fmla="*/ 96 h 943676"/>
                <a:gd name="connsiteX3" fmla="*/ 1216015 w 1737710"/>
                <a:gd name="connsiteY3" fmla="*/ 301344 h 943676"/>
                <a:gd name="connsiteX4" fmla="*/ 1737710 w 1737710"/>
                <a:gd name="connsiteY4" fmla="*/ 741076 h 943676"/>
                <a:gd name="connsiteX0" fmla="*/ 0 w 1737710"/>
                <a:gd name="connsiteY0" fmla="*/ 935352 h 943949"/>
                <a:gd name="connsiteX1" fmla="*/ 446252 w 1737710"/>
                <a:gd name="connsiteY1" fmla="*/ 907762 h 943949"/>
                <a:gd name="connsiteX2" fmla="*/ 877176 w 1737710"/>
                <a:gd name="connsiteY2" fmla="*/ 369 h 943949"/>
                <a:gd name="connsiteX3" fmla="*/ 1216015 w 1737710"/>
                <a:gd name="connsiteY3" fmla="*/ 301617 h 943949"/>
                <a:gd name="connsiteX4" fmla="*/ 1737710 w 1737710"/>
                <a:gd name="connsiteY4" fmla="*/ 741349 h 943949"/>
                <a:gd name="connsiteX0" fmla="*/ 0 w 1737710"/>
                <a:gd name="connsiteY0" fmla="*/ 935288 h 943885"/>
                <a:gd name="connsiteX1" fmla="*/ 446252 w 1737710"/>
                <a:gd name="connsiteY1" fmla="*/ 907698 h 943885"/>
                <a:gd name="connsiteX2" fmla="*/ 877176 w 1737710"/>
                <a:gd name="connsiteY2" fmla="*/ 305 h 943885"/>
                <a:gd name="connsiteX3" fmla="*/ 1216015 w 1737710"/>
                <a:gd name="connsiteY3" fmla="*/ 301553 h 943885"/>
                <a:gd name="connsiteX4" fmla="*/ 1737710 w 1737710"/>
                <a:gd name="connsiteY4" fmla="*/ 741285 h 943885"/>
                <a:gd name="connsiteX0" fmla="*/ 0 w 1737710"/>
                <a:gd name="connsiteY0" fmla="*/ 935288 h 943885"/>
                <a:gd name="connsiteX1" fmla="*/ 446252 w 1737710"/>
                <a:gd name="connsiteY1" fmla="*/ 907698 h 943885"/>
                <a:gd name="connsiteX2" fmla="*/ 877176 w 1737710"/>
                <a:gd name="connsiteY2" fmla="*/ 305 h 943885"/>
                <a:gd name="connsiteX3" fmla="*/ 1216015 w 1737710"/>
                <a:gd name="connsiteY3" fmla="*/ 301553 h 943885"/>
                <a:gd name="connsiteX4" fmla="*/ 1737710 w 1737710"/>
                <a:gd name="connsiteY4" fmla="*/ 741285 h 943885"/>
                <a:gd name="connsiteX0" fmla="*/ 0 w 1644192"/>
                <a:gd name="connsiteY0" fmla="*/ 935288 h 943885"/>
                <a:gd name="connsiteX1" fmla="*/ 446252 w 1644192"/>
                <a:gd name="connsiteY1" fmla="*/ 907698 h 943885"/>
                <a:gd name="connsiteX2" fmla="*/ 877176 w 1644192"/>
                <a:gd name="connsiteY2" fmla="*/ 305 h 943885"/>
                <a:gd name="connsiteX3" fmla="*/ 1216015 w 1644192"/>
                <a:gd name="connsiteY3" fmla="*/ 301553 h 943885"/>
                <a:gd name="connsiteX4" fmla="*/ 1644192 w 1644192"/>
                <a:gd name="connsiteY4" fmla="*/ 784227 h 943885"/>
                <a:gd name="connsiteX0" fmla="*/ 0 w 1940333"/>
                <a:gd name="connsiteY0" fmla="*/ 935288 h 951700"/>
                <a:gd name="connsiteX1" fmla="*/ 446252 w 1940333"/>
                <a:gd name="connsiteY1" fmla="*/ 907698 h 951700"/>
                <a:gd name="connsiteX2" fmla="*/ 877176 w 1940333"/>
                <a:gd name="connsiteY2" fmla="*/ 305 h 951700"/>
                <a:gd name="connsiteX3" fmla="*/ 1216015 w 1940333"/>
                <a:gd name="connsiteY3" fmla="*/ 301553 h 951700"/>
                <a:gd name="connsiteX4" fmla="*/ 1940333 w 1940333"/>
                <a:gd name="connsiteY4" fmla="*/ 951700 h 951700"/>
                <a:gd name="connsiteX0" fmla="*/ 0 w 1940333"/>
                <a:gd name="connsiteY0" fmla="*/ 935288 h 951700"/>
                <a:gd name="connsiteX1" fmla="*/ 446252 w 1940333"/>
                <a:gd name="connsiteY1" fmla="*/ 907698 h 951700"/>
                <a:gd name="connsiteX2" fmla="*/ 877176 w 1940333"/>
                <a:gd name="connsiteY2" fmla="*/ 305 h 951700"/>
                <a:gd name="connsiteX3" fmla="*/ 1216015 w 1940333"/>
                <a:gd name="connsiteY3" fmla="*/ 301553 h 951700"/>
                <a:gd name="connsiteX4" fmla="*/ 1940333 w 1940333"/>
                <a:gd name="connsiteY4" fmla="*/ 951700 h 951700"/>
                <a:gd name="connsiteX0" fmla="*/ 0 w 1940333"/>
                <a:gd name="connsiteY0" fmla="*/ 951505 h 967917"/>
                <a:gd name="connsiteX1" fmla="*/ 181284 w 1940333"/>
                <a:gd name="connsiteY1" fmla="*/ 906739 h 967917"/>
                <a:gd name="connsiteX2" fmla="*/ 877176 w 1940333"/>
                <a:gd name="connsiteY2" fmla="*/ 16522 h 967917"/>
                <a:gd name="connsiteX3" fmla="*/ 1216015 w 1940333"/>
                <a:gd name="connsiteY3" fmla="*/ 317770 h 967917"/>
                <a:gd name="connsiteX4" fmla="*/ 1940333 w 1940333"/>
                <a:gd name="connsiteY4" fmla="*/ 967917 h 967917"/>
                <a:gd name="connsiteX0" fmla="*/ 0 w 1940333"/>
                <a:gd name="connsiteY0" fmla="*/ 935057 h 951469"/>
                <a:gd name="connsiteX1" fmla="*/ 181284 w 1940333"/>
                <a:gd name="connsiteY1" fmla="*/ 890291 h 951469"/>
                <a:gd name="connsiteX2" fmla="*/ 877176 w 1940333"/>
                <a:gd name="connsiteY2" fmla="*/ 74 h 951469"/>
                <a:gd name="connsiteX3" fmla="*/ 1216015 w 1940333"/>
                <a:gd name="connsiteY3" fmla="*/ 301322 h 951469"/>
                <a:gd name="connsiteX4" fmla="*/ 1940333 w 1940333"/>
                <a:gd name="connsiteY4" fmla="*/ 951469 h 951469"/>
                <a:gd name="connsiteX0" fmla="*/ 0 w 1940333"/>
                <a:gd name="connsiteY0" fmla="*/ 951865 h 968277"/>
                <a:gd name="connsiteX1" fmla="*/ 181284 w 1940333"/>
                <a:gd name="connsiteY1" fmla="*/ 907099 h 968277"/>
                <a:gd name="connsiteX2" fmla="*/ 877176 w 1940333"/>
                <a:gd name="connsiteY2" fmla="*/ 16882 h 968277"/>
                <a:gd name="connsiteX3" fmla="*/ 1190038 w 1940333"/>
                <a:gd name="connsiteY3" fmla="*/ 313835 h 968277"/>
                <a:gd name="connsiteX4" fmla="*/ 1940333 w 1940333"/>
                <a:gd name="connsiteY4" fmla="*/ 968277 h 968277"/>
                <a:gd name="connsiteX0" fmla="*/ 0 w 1940333"/>
                <a:gd name="connsiteY0" fmla="*/ 935125 h 951537"/>
                <a:gd name="connsiteX1" fmla="*/ 181284 w 1940333"/>
                <a:gd name="connsiteY1" fmla="*/ 890359 h 951537"/>
                <a:gd name="connsiteX2" fmla="*/ 877176 w 1940333"/>
                <a:gd name="connsiteY2" fmla="*/ 142 h 951537"/>
                <a:gd name="connsiteX3" fmla="*/ 1190038 w 1940333"/>
                <a:gd name="connsiteY3" fmla="*/ 297095 h 951537"/>
                <a:gd name="connsiteX4" fmla="*/ 1940333 w 1940333"/>
                <a:gd name="connsiteY4" fmla="*/ 951537 h 951537"/>
                <a:gd name="connsiteX0" fmla="*/ 0 w 1940333"/>
                <a:gd name="connsiteY0" fmla="*/ 935125 h 951537"/>
                <a:gd name="connsiteX1" fmla="*/ 181284 w 1940333"/>
                <a:gd name="connsiteY1" fmla="*/ 890359 h 951537"/>
                <a:gd name="connsiteX2" fmla="*/ 877176 w 1940333"/>
                <a:gd name="connsiteY2" fmla="*/ 142 h 951537"/>
                <a:gd name="connsiteX3" fmla="*/ 1190038 w 1940333"/>
                <a:gd name="connsiteY3" fmla="*/ 297095 h 951537"/>
                <a:gd name="connsiteX4" fmla="*/ 1940333 w 1940333"/>
                <a:gd name="connsiteY4" fmla="*/ 951537 h 951537"/>
                <a:gd name="connsiteX0" fmla="*/ 0 w 1940333"/>
                <a:gd name="connsiteY0" fmla="*/ 936132 h 952544"/>
                <a:gd name="connsiteX1" fmla="*/ 181284 w 1940333"/>
                <a:gd name="connsiteY1" fmla="*/ 891366 h 952544"/>
                <a:gd name="connsiteX2" fmla="*/ 877176 w 1940333"/>
                <a:gd name="connsiteY2" fmla="*/ 1149 h 952544"/>
                <a:gd name="connsiteX3" fmla="*/ 1190038 w 1940333"/>
                <a:gd name="connsiteY3" fmla="*/ 298102 h 952544"/>
                <a:gd name="connsiteX4" fmla="*/ 1940333 w 1940333"/>
                <a:gd name="connsiteY4" fmla="*/ 952544 h 952544"/>
                <a:gd name="connsiteX0" fmla="*/ 0 w 1940333"/>
                <a:gd name="connsiteY0" fmla="*/ 936132 h 952544"/>
                <a:gd name="connsiteX1" fmla="*/ 181284 w 1940333"/>
                <a:gd name="connsiteY1" fmla="*/ 891366 h 952544"/>
                <a:gd name="connsiteX2" fmla="*/ 877176 w 1940333"/>
                <a:gd name="connsiteY2" fmla="*/ 1149 h 952544"/>
                <a:gd name="connsiteX3" fmla="*/ 1210819 w 1940333"/>
                <a:gd name="connsiteY3" fmla="*/ 298102 h 952544"/>
                <a:gd name="connsiteX4" fmla="*/ 1940333 w 1940333"/>
                <a:gd name="connsiteY4" fmla="*/ 952544 h 952544"/>
                <a:gd name="connsiteX0" fmla="*/ 0 w 1940333"/>
                <a:gd name="connsiteY0" fmla="*/ 941277 h 957689"/>
                <a:gd name="connsiteX1" fmla="*/ 181284 w 1940333"/>
                <a:gd name="connsiteY1" fmla="*/ 896511 h 957689"/>
                <a:gd name="connsiteX2" fmla="*/ 725660 w 1940333"/>
                <a:gd name="connsiteY2" fmla="*/ 193998 h 957689"/>
                <a:gd name="connsiteX3" fmla="*/ 877176 w 1940333"/>
                <a:gd name="connsiteY3" fmla="*/ 6294 h 957689"/>
                <a:gd name="connsiteX4" fmla="*/ 1210819 w 1940333"/>
                <a:gd name="connsiteY4" fmla="*/ 303247 h 957689"/>
                <a:gd name="connsiteX5" fmla="*/ 1940333 w 1940333"/>
                <a:gd name="connsiteY5" fmla="*/ 957689 h 957689"/>
                <a:gd name="connsiteX0" fmla="*/ 0 w 1940333"/>
                <a:gd name="connsiteY0" fmla="*/ 936133 h 952545"/>
                <a:gd name="connsiteX1" fmla="*/ 181284 w 1940333"/>
                <a:gd name="connsiteY1" fmla="*/ 891367 h 952545"/>
                <a:gd name="connsiteX2" fmla="*/ 725660 w 1940333"/>
                <a:gd name="connsiteY2" fmla="*/ 188854 h 952545"/>
                <a:gd name="connsiteX3" fmla="*/ 877176 w 1940333"/>
                <a:gd name="connsiteY3" fmla="*/ 1150 h 952545"/>
                <a:gd name="connsiteX4" fmla="*/ 1210819 w 1940333"/>
                <a:gd name="connsiteY4" fmla="*/ 298103 h 952545"/>
                <a:gd name="connsiteX5" fmla="*/ 1940333 w 1940333"/>
                <a:gd name="connsiteY5" fmla="*/ 952545 h 95254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725660 w 1940333"/>
                <a:gd name="connsiteY1" fmla="*/ 187704 h 951395"/>
                <a:gd name="connsiteX2" fmla="*/ 877176 w 1940333"/>
                <a:gd name="connsiteY2" fmla="*/ 0 h 951395"/>
                <a:gd name="connsiteX3" fmla="*/ 1210819 w 1940333"/>
                <a:gd name="connsiteY3" fmla="*/ 296953 h 951395"/>
                <a:gd name="connsiteX4" fmla="*/ 1940333 w 1940333"/>
                <a:gd name="connsiteY4" fmla="*/ 951395 h 951395"/>
                <a:gd name="connsiteX0" fmla="*/ 0 w 1286307"/>
                <a:gd name="connsiteY0" fmla="*/ 431135 h 951395"/>
                <a:gd name="connsiteX1" fmla="*/ 71634 w 1286307"/>
                <a:gd name="connsiteY1" fmla="*/ 187704 h 951395"/>
                <a:gd name="connsiteX2" fmla="*/ 223150 w 1286307"/>
                <a:gd name="connsiteY2" fmla="*/ 0 h 951395"/>
                <a:gd name="connsiteX3" fmla="*/ 556793 w 1286307"/>
                <a:gd name="connsiteY3" fmla="*/ 296953 h 951395"/>
                <a:gd name="connsiteX4" fmla="*/ 1286307 w 1286307"/>
                <a:gd name="connsiteY4" fmla="*/ 951395 h 951395"/>
                <a:gd name="connsiteX0" fmla="*/ 0 w 1270037"/>
                <a:gd name="connsiteY0" fmla="*/ 436611 h 951395"/>
                <a:gd name="connsiteX1" fmla="*/ 55364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83 h 951467"/>
                <a:gd name="connsiteX1" fmla="*/ 61872 w 1270037"/>
                <a:gd name="connsiteY1" fmla="*/ 187776 h 951467"/>
                <a:gd name="connsiteX2" fmla="*/ 206880 w 1270037"/>
                <a:gd name="connsiteY2" fmla="*/ 72 h 951467"/>
                <a:gd name="connsiteX3" fmla="*/ 540523 w 1270037"/>
                <a:gd name="connsiteY3" fmla="*/ 297025 h 951467"/>
                <a:gd name="connsiteX4" fmla="*/ 1270037 w 1270037"/>
                <a:gd name="connsiteY4" fmla="*/ 951467 h 951467"/>
                <a:gd name="connsiteX0" fmla="*/ 0 w 1121460"/>
                <a:gd name="connsiteY0" fmla="*/ 436683 h 951467"/>
                <a:gd name="connsiteX1" fmla="*/ 61872 w 1121460"/>
                <a:gd name="connsiteY1" fmla="*/ 187776 h 951467"/>
                <a:gd name="connsiteX2" fmla="*/ 206880 w 1121460"/>
                <a:gd name="connsiteY2" fmla="*/ 72 h 951467"/>
                <a:gd name="connsiteX3" fmla="*/ 540523 w 1121460"/>
                <a:gd name="connsiteY3" fmla="*/ 297025 h 951467"/>
                <a:gd name="connsiteX4" fmla="*/ 1121460 w 1121460"/>
                <a:gd name="connsiteY4" fmla="*/ 951467 h 951467"/>
                <a:gd name="connsiteX0" fmla="*/ 0 w 1121460"/>
                <a:gd name="connsiteY0" fmla="*/ 436683 h 951467"/>
                <a:gd name="connsiteX1" fmla="*/ 61872 w 1121460"/>
                <a:gd name="connsiteY1" fmla="*/ 187776 h 951467"/>
                <a:gd name="connsiteX2" fmla="*/ 206880 w 1121460"/>
                <a:gd name="connsiteY2" fmla="*/ 72 h 951467"/>
                <a:gd name="connsiteX3" fmla="*/ 540523 w 1121460"/>
                <a:gd name="connsiteY3" fmla="*/ 297025 h 951467"/>
                <a:gd name="connsiteX4" fmla="*/ 1121460 w 1121460"/>
                <a:gd name="connsiteY4" fmla="*/ 951467 h 951467"/>
                <a:gd name="connsiteX0" fmla="*/ 0 w 1102528"/>
                <a:gd name="connsiteY0" fmla="*/ 436683 h 955585"/>
                <a:gd name="connsiteX1" fmla="*/ 61872 w 1102528"/>
                <a:gd name="connsiteY1" fmla="*/ 187776 h 955585"/>
                <a:gd name="connsiteX2" fmla="*/ 206880 w 1102528"/>
                <a:gd name="connsiteY2" fmla="*/ 72 h 955585"/>
                <a:gd name="connsiteX3" fmla="*/ 540523 w 1102528"/>
                <a:gd name="connsiteY3" fmla="*/ 297025 h 955585"/>
                <a:gd name="connsiteX4" fmla="*/ 1102528 w 1102528"/>
                <a:gd name="connsiteY4" fmla="*/ 955585 h 955585"/>
                <a:gd name="connsiteX0" fmla="*/ 0 w 1102528"/>
                <a:gd name="connsiteY0" fmla="*/ 436683 h 955585"/>
                <a:gd name="connsiteX1" fmla="*/ 61872 w 1102528"/>
                <a:gd name="connsiteY1" fmla="*/ 187776 h 955585"/>
                <a:gd name="connsiteX2" fmla="*/ 206880 w 1102528"/>
                <a:gd name="connsiteY2" fmla="*/ 72 h 955585"/>
                <a:gd name="connsiteX3" fmla="*/ 540523 w 1102528"/>
                <a:gd name="connsiteY3" fmla="*/ 297025 h 955585"/>
                <a:gd name="connsiteX4" fmla="*/ 1102528 w 1102528"/>
                <a:gd name="connsiteY4" fmla="*/ 955585 h 955585"/>
                <a:gd name="connsiteX0" fmla="*/ 0 w 1102528"/>
                <a:gd name="connsiteY0" fmla="*/ 436683 h 955585"/>
                <a:gd name="connsiteX1" fmla="*/ 61872 w 1102528"/>
                <a:gd name="connsiteY1" fmla="*/ 187776 h 955585"/>
                <a:gd name="connsiteX2" fmla="*/ 206880 w 1102528"/>
                <a:gd name="connsiteY2" fmla="*/ 72 h 955585"/>
                <a:gd name="connsiteX3" fmla="*/ 540523 w 1102528"/>
                <a:gd name="connsiteY3" fmla="*/ 297025 h 955585"/>
                <a:gd name="connsiteX4" fmla="*/ 1102528 w 1102528"/>
                <a:gd name="connsiteY4" fmla="*/ 955585 h 95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28" h="955585">
                  <a:moveTo>
                    <a:pt x="0" y="436683"/>
                  </a:moveTo>
                  <a:lnTo>
                    <a:pt x="61872" y="187776"/>
                  </a:lnTo>
                  <a:cubicBezTo>
                    <a:pt x="95324" y="105125"/>
                    <a:pt x="153847" y="4683"/>
                    <a:pt x="206880" y="72"/>
                  </a:cubicBezTo>
                  <a:cubicBezTo>
                    <a:pt x="304275" y="-5081"/>
                    <a:pt x="520596" y="267673"/>
                    <a:pt x="540523" y="297025"/>
                  </a:cubicBezTo>
                  <a:cubicBezTo>
                    <a:pt x="589293" y="345319"/>
                    <a:pt x="951612" y="797956"/>
                    <a:pt x="1102528" y="955585"/>
                  </a:cubicBezTo>
                </a:path>
              </a:pathLst>
            </a:custGeom>
            <a:noFill/>
            <a:ln>
              <a:solidFill>
                <a:srgbClr val="5757A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5757AF"/>
                </a:solidFill>
              </a:endParaRPr>
            </a:p>
          </p:txBody>
        </p:sp>
        <p:sp>
          <p:nvSpPr>
            <p:cNvPr id="1043" name="任意形状 1042">
              <a:extLst>
                <a:ext uri="{FF2B5EF4-FFF2-40B4-BE49-F238E27FC236}">
                  <a16:creationId xmlns:a16="http://schemas.microsoft.com/office/drawing/2014/main" id="{062DF453-48C6-0FFE-7635-E84AA55287E8}"/>
                </a:ext>
              </a:extLst>
            </p:cNvPr>
            <p:cNvSpPr/>
            <p:nvPr/>
          </p:nvSpPr>
          <p:spPr>
            <a:xfrm>
              <a:off x="1178992" y="3576186"/>
              <a:ext cx="2273017" cy="1171068"/>
            </a:xfrm>
            <a:custGeom>
              <a:avLst/>
              <a:gdLst>
                <a:gd name="connsiteX0" fmla="*/ 0 w 1765300"/>
                <a:gd name="connsiteY0" fmla="*/ 927259 h 1016468"/>
                <a:gd name="connsiteX1" fmla="*/ 469900 w 1765300"/>
                <a:gd name="connsiteY1" fmla="*/ 927259 h 1016468"/>
                <a:gd name="connsiteX2" fmla="*/ 889000 w 1765300"/>
                <a:gd name="connsiteY2" fmla="*/ 159 h 1016468"/>
                <a:gd name="connsiteX3" fmla="*/ 1308100 w 1765300"/>
                <a:gd name="connsiteY3" fmla="*/ 851059 h 1016468"/>
                <a:gd name="connsiteX4" fmla="*/ 1765300 w 1765300"/>
                <a:gd name="connsiteY4" fmla="*/ 685959 h 1016468"/>
                <a:gd name="connsiteX0" fmla="*/ 0 w 1765300"/>
                <a:gd name="connsiteY0" fmla="*/ 927138 h 994347"/>
                <a:gd name="connsiteX1" fmla="*/ 438369 w 1765300"/>
                <a:gd name="connsiteY1" fmla="*/ 887724 h 994347"/>
                <a:gd name="connsiteX2" fmla="*/ 889000 w 1765300"/>
                <a:gd name="connsiteY2" fmla="*/ 38 h 994347"/>
                <a:gd name="connsiteX3" fmla="*/ 1308100 w 1765300"/>
                <a:gd name="connsiteY3" fmla="*/ 850938 h 994347"/>
                <a:gd name="connsiteX4" fmla="*/ 1765300 w 1765300"/>
                <a:gd name="connsiteY4" fmla="*/ 685838 h 994347"/>
                <a:gd name="connsiteX0" fmla="*/ 0 w 1765300"/>
                <a:gd name="connsiteY0" fmla="*/ 927138 h 956064"/>
                <a:gd name="connsiteX1" fmla="*/ 438369 w 1765300"/>
                <a:gd name="connsiteY1" fmla="*/ 887724 h 956064"/>
                <a:gd name="connsiteX2" fmla="*/ 889000 w 1765300"/>
                <a:gd name="connsiteY2" fmla="*/ 38 h 956064"/>
                <a:gd name="connsiteX3" fmla="*/ 1308100 w 1765300"/>
                <a:gd name="connsiteY3" fmla="*/ 850938 h 956064"/>
                <a:gd name="connsiteX4" fmla="*/ 1765300 w 1765300"/>
                <a:gd name="connsiteY4" fmla="*/ 685838 h 956064"/>
                <a:gd name="connsiteX0" fmla="*/ 0 w 1765300"/>
                <a:gd name="connsiteY0" fmla="*/ 927138 h 929070"/>
                <a:gd name="connsiteX1" fmla="*/ 438369 w 1765300"/>
                <a:gd name="connsiteY1" fmla="*/ 887724 h 929070"/>
                <a:gd name="connsiteX2" fmla="*/ 889000 w 1765300"/>
                <a:gd name="connsiteY2" fmla="*/ 38 h 929070"/>
                <a:gd name="connsiteX3" fmla="*/ 1308100 w 1765300"/>
                <a:gd name="connsiteY3" fmla="*/ 850938 h 929070"/>
                <a:gd name="connsiteX4" fmla="*/ 1765300 w 1765300"/>
                <a:gd name="connsiteY4" fmla="*/ 685838 h 929070"/>
                <a:gd name="connsiteX0" fmla="*/ 0 w 1765300"/>
                <a:gd name="connsiteY0" fmla="*/ 927138 h 932237"/>
                <a:gd name="connsiteX1" fmla="*/ 438369 w 1765300"/>
                <a:gd name="connsiteY1" fmla="*/ 887724 h 932237"/>
                <a:gd name="connsiteX2" fmla="*/ 889000 w 1765300"/>
                <a:gd name="connsiteY2" fmla="*/ 38 h 932237"/>
                <a:gd name="connsiteX3" fmla="*/ 1308100 w 1765300"/>
                <a:gd name="connsiteY3" fmla="*/ 850938 h 932237"/>
                <a:gd name="connsiteX4" fmla="*/ 1765300 w 1765300"/>
                <a:gd name="connsiteY4" fmla="*/ 685838 h 932237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46252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35047 h 943644"/>
                <a:gd name="connsiteX1" fmla="*/ 446252 w 1765300"/>
                <a:gd name="connsiteY1" fmla="*/ 907457 h 943644"/>
                <a:gd name="connsiteX2" fmla="*/ 877176 w 1765300"/>
                <a:gd name="connsiteY2" fmla="*/ 64 h 943644"/>
                <a:gd name="connsiteX3" fmla="*/ 1308100 w 1765300"/>
                <a:gd name="connsiteY3" fmla="*/ 858847 h 943644"/>
                <a:gd name="connsiteX4" fmla="*/ 1765300 w 1765300"/>
                <a:gd name="connsiteY4" fmla="*/ 693747 h 943644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51525 h 960122"/>
                <a:gd name="connsiteX1" fmla="*/ 446252 w 1737710"/>
                <a:gd name="connsiteY1" fmla="*/ 923935 h 960122"/>
                <a:gd name="connsiteX2" fmla="*/ 877176 w 1737710"/>
                <a:gd name="connsiteY2" fmla="*/ 16542 h 960122"/>
                <a:gd name="connsiteX3" fmla="*/ 1216015 w 1737710"/>
                <a:gd name="connsiteY3" fmla="*/ 317790 h 960122"/>
                <a:gd name="connsiteX4" fmla="*/ 1737710 w 1737710"/>
                <a:gd name="connsiteY4" fmla="*/ 757522 h 960122"/>
                <a:gd name="connsiteX0" fmla="*/ 0 w 1737710"/>
                <a:gd name="connsiteY0" fmla="*/ 954435 h 963032"/>
                <a:gd name="connsiteX1" fmla="*/ 446252 w 1737710"/>
                <a:gd name="connsiteY1" fmla="*/ 926845 h 963032"/>
                <a:gd name="connsiteX2" fmla="*/ 877176 w 1737710"/>
                <a:gd name="connsiteY2" fmla="*/ 19452 h 963032"/>
                <a:gd name="connsiteX3" fmla="*/ 1216015 w 1737710"/>
                <a:gd name="connsiteY3" fmla="*/ 320700 h 963032"/>
                <a:gd name="connsiteX4" fmla="*/ 1737710 w 1737710"/>
                <a:gd name="connsiteY4" fmla="*/ 760432 h 963032"/>
                <a:gd name="connsiteX0" fmla="*/ 0 w 1737710"/>
                <a:gd name="connsiteY0" fmla="*/ 935681 h 944278"/>
                <a:gd name="connsiteX1" fmla="*/ 446252 w 1737710"/>
                <a:gd name="connsiteY1" fmla="*/ 908091 h 944278"/>
                <a:gd name="connsiteX2" fmla="*/ 877176 w 1737710"/>
                <a:gd name="connsiteY2" fmla="*/ 698 h 944278"/>
                <a:gd name="connsiteX3" fmla="*/ 1216015 w 1737710"/>
                <a:gd name="connsiteY3" fmla="*/ 301946 h 944278"/>
                <a:gd name="connsiteX4" fmla="*/ 1737710 w 1737710"/>
                <a:gd name="connsiteY4" fmla="*/ 741678 h 944278"/>
                <a:gd name="connsiteX0" fmla="*/ 0 w 1737710"/>
                <a:gd name="connsiteY0" fmla="*/ 935001 h 943598"/>
                <a:gd name="connsiteX1" fmla="*/ 446252 w 1737710"/>
                <a:gd name="connsiteY1" fmla="*/ 907411 h 943598"/>
                <a:gd name="connsiteX2" fmla="*/ 877176 w 1737710"/>
                <a:gd name="connsiteY2" fmla="*/ 18 h 943598"/>
                <a:gd name="connsiteX3" fmla="*/ 1216015 w 1737710"/>
                <a:gd name="connsiteY3" fmla="*/ 301266 h 943598"/>
                <a:gd name="connsiteX4" fmla="*/ 1737710 w 1737710"/>
                <a:gd name="connsiteY4" fmla="*/ 740998 h 943598"/>
                <a:gd name="connsiteX0" fmla="*/ 0 w 1737710"/>
                <a:gd name="connsiteY0" fmla="*/ 935079 h 943676"/>
                <a:gd name="connsiteX1" fmla="*/ 446252 w 1737710"/>
                <a:gd name="connsiteY1" fmla="*/ 907489 h 943676"/>
                <a:gd name="connsiteX2" fmla="*/ 877176 w 1737710"/>
                <a:gd name="connsiteY2" fmla="*/ 96 h 943676"/>
                <a:gd name="connsiteX3" fmla="*/ 1216015 w 1737710"/>
                <a:gd name="connsiteY3" fmla="*/ 301344 h 943676"/>
                <a:gd name="connsiteX4" fmla="*/ 1737710 w 1737710"/>
                <a:gd name="connsiteY4" fmla="*/ 741076 h 943676"/>
                <a:gd name="connsiteX0" fmla="*/ 0 w 1737710"/>
                <a:gd name="connsiteY0" fmla="*/ 935352 h 943949"/>
                <a:gd name="connsiteX1" fmla="*/ 446252 w 1737710"/>
                <a:gd name="connsiteY1" fmla="*/ 907762 h 943949"/>
                <a:gd name="connsiteX2" fmla="*/ 877176 w 1737710"/>
                <a:gd name="connsiteY2" fmla="*/ 369 h 943949"/>
                <a:gd name="connsiteX3" fmla="*/ 1216015 w 1737710"/>
                <a:gd name="connsiteY3" fmla="*/ 301617 h 943949"/>
                <a:gd name="connsiteX4" fmla="*/ 1737710 w 1737710"/>
                <a:gd name="connsiteY4" fmla="*/ 741349 h 943949"/>
                <a:gd name="connsiteX0" fmla="*/ 0 w 1737710"/>
                <a:gd name="connsiteY0" fmla="*/ 935288 h 943885"/>
                <a:gd name="connsiteX1" fmla="*/ 446252 w 1737710"/>
                <a:gd name="connsiteY1" fmla="*/ 907698 h 943885"/>
                <a:gd name="connsiteX2" fmla="*/ 877176 w 1737710"/>
                <a:gd name="connsiteY2" fmla="*/ 305 h 943885"/>
                <a:gd name="connsiteX3" fmla="*/ 1216015 w 1737710"/>
                <a:gd name="connsiteY3" fmla="*/ 301553 h 943885"/>
                <a:gd name="connsiteX4" fmla="*/ 1737710 w 1737710"/>
                <a:gd name="connsiteY4" fmla="*/ 741285 h 943885"/>
                <a:gd name="connsiteX0" fmla="*/ 0 w 1737710"/>
                <a:gd name="connsiteY0" fmla="*/ 935288 h 943885"/>
                <a:gd name="connsiteX1" fmla="*/ 446252 w 1737710"/>
                <a:gd name="connsiteY1" fmla="*/ 907698 h 943885"/>
                <a:gd name="connsiteX2" fmla="*/ 877176 w 1737710"/>
                <a:gd name="connsiteY2" fmla="*/ 305 h 943885"/>
                <a:gd name="connsiteX3" fmla="*/ 1216015 w 1737710"/>
                <a:gd name="connsiteY3" fmla="*/ 301553 h 943885"/>
                <a:gd name="connsiteX4" fmla="*/ 1737710 w 1737710"/>
                <a:gd name="connsiteY4" fmla="*/ 741285 h 943885"/>
                <a:gd name="connsiteX0" fmla="*/ 0 w 1644192"/>
                <a:gd name="connsiteY0" fmla="*/ 935288 h 943885"/>
                <a:gd name="connsiteX1" fmla="*/ 446252 w 1644192"/>
                <a:gd name="connsiteY1" fmla="*/ 907698 h 943885"/>
                <a:gd name="connsiteX2" fmla="*/ 877176 w 1644192"/>
                <a:gd name="connsiteY2" fmla="*/ 305 h 943885"/>
                <a:gd name="connsiteX3" fmla="*/ 1216015 w 1644192"/>
                <a:gd name="connsiteY3" fmla="*/ 301553 h 943885"/>
                <a:gd name="connsiteX4" fmla="*/ 1644192 w 1644192"/>
                <a:gd name="connsiteY4" fmla="*/ 784227 h 943885"/>
                <a:gd name="connsiteX0" fmla="*/ 0 w 1940333"/>
                <a:gd name="connsiteY0" fmla="*/ 935288 h 951700"/>
                <a:gd name="connsiteX1" fmla="*/ 446252 w 1940333"/>
                <a:gd name="connsiteY1" fmla="*/ 907698 h 951700"/>
                <a:gd name="connsiteX2" fmla="*/ 877176 w 1940333"/>
                <a:gd name="connsiteY2" fmla="*/ 305 h 951700"/>
                <a:gd name="connsiteX3" fmla="*/ 1216015 w 1940333"/>
                <a:gd name="connsiteY3" fmla="*/ 301553 h 951700"/>
                <a:gd name="connsiteX4" fmla="*/ 1940333 w 1940333"/>
                <a:gd name="connsiteY4" fmla="*/ 951700 h 951700"/>
                <a:gd name="connsiteX0" fmla="*/ 0 w 1940333"/>
                <a:gd name="connsiteY0" fmla="*/ 935288 h 951700"/>
                <a:gd name="connsiteX1" fmla="*/ 446252 w 1940333"/>
                <a:gd name="connsiteY1" fmla="*/ 907698 h 951700"/>
                <a:gd name="connsiteX2" fmla="*/ 877176 w 1940333"/>
                <a:gd name="connsiteY2" fmla="*/ 305 h 951700"/>
                <a:gd name="connsiteX3" fmla="*/ 1216015 w 1940333"/>
                <a:gd name="connsiteY3" fmla="*/ 301553 h 951700"/>
                <a:gd name="connsiteX4" fmla="*/ 1940333 w 1940333"/>
                <a:gd name="connsiteY4" fmla="*/ 951700 h 951700"/>
                <a:gd name="connsiteX0" fmla="*/ 0 w 1940333"/>
                <a:gd name="connsiteY0" fmla="*/ 951505 h 967917"/>
                <a:gd name="connsiteX1" fmla="*/ 181284 w 1940333"/>
                <a:gd name="connsiteY1" fmla="*/ 906739 h 967917"/>
                <a:gd name="connsiteX2" fmla="*/ 877176 w 1940333"/>
                <a:gd name="connsiteY2" fmla="*/ 16522 h 967917"/>
                <a:gd name="connsiteX3" fmla="*/ 1216015 w 1940333"/>
                <a:gd name="connsiteY3" fmla="*/ 317770 h 967917"/>
                <a:gd name="connsiteX4" fmla="*/ 1940333 w 1940333"/>
                <a:gd name="connsiteY4" fmla="*/ 967917 h 967917"/>
                <a:gd name="connsiteX0" fmla="*/ 0 w 1940333"/>
                <a:gd name="connsiteY0" fmla="*/ 935057 h 951469"/>
                <a:gd name="connsiteX1" fmla="*/ 181284 w 1940333"/>
                <a:gd name="connsiteY1" fmla="*/ 890291 h 951469"/>
                <a:gd name="connsiteX2" fmla="*/ 877176 w 1940333"/>
                <a:gd name="connsiteY2" fmla="*/ 74 h 951469"/>
                <a:gd name="connsiteX3" fmla="*/ 1216015 w 1940333"/>
                <a:gd name="connsiteY3" fmla="*/ 301322 h 951469"/>
                <a:gd name="connsiteX4" fmla="*/ 1940333 w 1940333"/>
                <a:gd name="connsiteY4" fmla="*/ 951469 h 951469"/>
                <a:gd name="connsiteX0" fmla="*/ 0 w 1940333"/>
                <a:gd name="connsiteY0" fmla="*/ 951865 h 968277"/>
                <a:gd name="connsiteX1" fmla="*/ 181284 w 1940333"/>
                <a:gd name="connsiteY1" fmla="*/ 907099 h 968277"/>
                <a:gd name="connsiteX2" fmla="*/ 877176 w 1940333"/>
                <a:gd name="connsiteY2" fmla="*/ 16882 h 968277"/>
                <a:gd name="connsiteX3" fmla="*/ 1190038 w 1940333"/>
                <a:gd name="connsiteY3" fmla="*/ 313835 h 968277"/>
                <a:gd name="connsiteX4" fmla="*/ 1940333 w 1940333"/>
                <a:gd name="connsiteY4" fmla="*/ 968277 h 968277"/>
                <a:gd name="connsiteX0" fmla="*/ 0 w 1940333"/>
                <a:gd name="connsiteY0" fmla="*/ 935125 h 951537"/>
                <a:gd name="connsiteX1" fmla="*/ 181284 w 1940333"/>
                <a:gd name="connsiteY1" fmla="*/ 890359 h 951537"/>
                <a:gd name="connsiteX2" fmla="*/ 877176 w 1940333"/>
                <a:gd name="connsiteY2" fmla="*/ 142 h 951537"/>
                <a:gd name="connsiteX3" fmla="*/ 1190038 w 1940333"/>
                <a:gd name="connsiteY3" fmla="*/ 297095 h 951537"/>
                <a:gd name="connsiteX4" fmla="*/ 1940333 w 1940333"/>
                <a:gd name="connsiteY4" fmla="*/ 951537 h 951537"/>
                <a:gd name="connsiteX0" fmla="*/ 0 w 1940333"/>
                <a:gd name="connsiteY0" fmla="*/ 935125 h 951537"/>
                <a:gd name="connsiteX1" fmla="*/ 181284 w 1940333"/>
                <a:gd name="connsiteY1" fmla="*/ 890359 h 951537"/>
                <a:gd name="connsiteX2" fmla="*/ 877176 w 1940333"/>
                <a:gd name="connsiteY2" fmla="*/ 142 h 951537"/>
                <a:gd name="connsiteX3" fmla="*/ 1190038 w 1940333"/>
                <a:gd name="connsiteY3" fmla="*/ 297095 h 951537"/>
                <a:gd name="connsiteX4" fmla="*/ 1940333 w 1940333"/>
                <a:gd name="connsiteY4" fmla="*/ 951537 h 951537"/>
                <a:gd name="connsiteX0" fmla="*/ 0 w 1940333"/>
                <a:gd name="connsiteY0" fmla="*/ 936132 h 952544"/>
                <a:gd name="connsiteX1" fmla="*/ 181284 w 1940333"/>
                <a:gd name="connsiteY1" fmla="*/ 891366 h 952544"/>
                <a:gd name="connsiteX2" fmla="*/ 877176 w 1940333"/>
                <a:gd name="connsiteY2" fmla="*/ 1149 h 952544"/>
                <a:gd name="connsiteX3" fmla="*/ 1190038 w 1940333"/>
                <a:gd name="connsiteY3" fmla="*/ 298102 h 952544"/>
                <a:gd name="connsiteX4" fmla="*/ 1940333 w 1940333"/>
                <a:gd name="connsiteY4" fmla="*/ 952544 h 952544"/>
                <a:gd name="connsiteX0" fmla="*/ 0 w 1940333"/>
                <a:gd name="connsiteY0" fmla="*/ 936132 h 952544"/>
                <a:gd name="connsiteX1" fmla="*/ 181284 w 1940333"/>
                <a:gd name="connsiteY1" fmla="*/ 891366 h 952544"/>
                <a:gd name="connsiteX2" fmla="*/ 877176 w 1940333"/>
                <a:gd name="connsiteY2" fmla="*/ 1149 h 952544"/>
                <a:gd name="connsiteX3" fmla="*/ 1210819 w 1940333"/>
                <a:gd name="connsiteY3" fmla="*/ 298102 h 952544"/>
                <a:gd name="connsiteX4" fmla="*/ 1940333 w 1940333"/>
                <a:gd name="connsiteY4" fmla="*/ 952544 h 952544"/>
                <a:gd name="connsiteX0" fmla="*/ 0 w 1940333"/>
                <a:gd name="connsiteY0" fmla="*/ 941277 h 957689"/>
                <a:gd name="connsiteX1" fmla="*/ 181284 w 1940333"/>
                <a:gd name="connsiteY1" fmla="*/ 896511 h 957689"/>
                <a:gd name="connsiteX2" fmla="*/ 725660 w 1940333"/>
                <a:gd name="connsiteY2" fmla="*/ 193998 h 957689"/>
                <a:gd name="connsiteX3" fmla="*/ 877176 w 1940333"/>
                <a:gd name="connsiteY3" fmla="*/ 6294 h 957689"/>
                <a:gd name="connsiteX4" fmla="*/ 1210819 w 1940333"/>
                <a:gd name="connsiteY4" fmla="*/ 303247 h 957689"/>
                <a:gd name="connsiteX5" fmla="*/ 1940333 w 1940333"/>
                <a:gd name="connsiteY5" fmla="*/ 957689 h 957689"/>
                <a:gd name="connsiteX0" fmla="*/ 0 w 1940333"/>
                <a:gd name="connsiteY0" fmla="*/ 936133 h 952545"/>
                <a:gd name="connsiteX1" fmla="*/ 181284 w 1940333"/>
                <a:gd name="connsiteY1" fmla="*/ 891367 h 952545"/>
                <a:gd name="connsiteX2" fmla="*/ 725660 w 1940333"/>
                <a:gd name="connsiteY2" fmla="*/ 188854 h 952545"/>
                <a:gd name="connsiteX3" fmla="*/ 877176 w 1940333"/>
                <a:gd name="connsiteY3" fmla="*/ 1150 h 952545"/>
                <a:gd name="connsiteX4" fmla="*/ 1210819 w 1940333"/>
                <a:gd name="connsiteY4" fmla="*/ 298103 h 952545"/>
                <a:gd name="connsiteX5" fmla="*/ 1940333 w 1940333"/>
                <a:gd name="connsiteY5" fmla="*/ 952545 h 95254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725660 w 1940333"/>
                <a:gd name="connsiteY1" fmla="*/ 187704 h 951395"/>
                <a:gd name="connsiteX2" fmla="*/ 877176 w 1940333"/>
                <a:gd name="connsiteY2" fmla="*/ 0 h 951395"/>
                <a:gd name="connsiteX3" fmla="*/ 1210819 w 1940333"/>
                <a:gd name="connsiteY3" fmla="*/ 296953 h 951395"/>
                <a:gd name="connsiteX4" fmla="*/ 1940333 w 1940333"/>
                <a:gd name="connsiteY4" fmla="*/ 951395 h 951395"/>
                <a:gd name="connsiteX0" fmla="*/ 0 w 1286307"/>
                <a:gd name="connsiteY0" fmla="*/ 431135 h 951395"/>
                <a:gd name="connsiteX1" fmla="*/ 71634 w 1286307"/>
                <a:gd name="connsiteY1" fmla="*/ 187704 h 951395"/>
                <a:gd name="connsiteX2" fmla="*/ 223150 w 1286307"/>
                <a:gd name="connsiteY2" fmla="*/ 0 h 951395"/>
                <a:gd name="connsiteX3" fmla="*/ 556793 w 1286307"/>
                <a:gd name="connsiteY3" fmla="*/ 296953 h 951395"/>
                <a:gd name="connsiteX4" fmla="*/ 1286307 w 1286307"/>
                <a:gd name="connsiteY4" fmla="*/ 951395 h 951395"/>
                <a:gd name="connsiteX0" fmla="*/ 0 w 1270037"/>
                <a:gd name="connsiteY0" fmla="*/ 436611 h 951395"/>
                <a:gd name="connsiteX1" fmla="*/ 55364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83 h 951467"/>
                <a:gd name="connsiteX1" fmla="*/ 61872 w 1270037"/>
                <a:gd name="connsiteY1" fmla="*/ 187776 h 951467"/>
                <a:gd name="connsiteX2" fmla="*/ 206880 w 1270037"/>
                <a:gd name="connsiteY2" fmla="*/ 72 h 951467"/>
                <a:gd name="connsiteX3" fmla="*/ 540523 w 1270037"/>
                <a:gd name="connsiteY3" fmla="*/ 297025 h 951467"/>
                <a:gd name="connsiteX4" fmla="*/ 1270037 w 1270037"/>
                <a:gd name="connsiteY4" fmla="*/ 951467 h 951467"/>
                <a:gd name="connsiteX0" fmla="*/ 0 w 1273291"/>
                <a:gd name="connsiteY0" fmla="*/ 967914 h 967914"/>
                <a:gd name="connsiteX1" fmla="*/ 65126 w 1273291"/>
                <a:gd name="connsiteY1" fmla="*/ 187776 h 967914"/>
                <a:gd name="connsiteX2" fmla="*/ 210134 w 1273291"/>
                <a:gd name="connsiteY2" fmla="*/ 72 h 967914"/>
                <a:gd name="connsiteX3" fmla="*/ 543777 w 1273291"/>
                <a:gd name="connsiteY3" fmla="*/ 297025 h 967914"/>
                <a:gd name="connsiteX4" fmla="*/ 1273291 w 1273291"/>
                <a:gd name="connsiteY4" fmla="*/ 951467 h 967914"/>
                <a:gd name="connsiteX0" fmla="*/ 3327 w 1276618"/>
                <a:gd name="connsiteY0" fmla="*/ 967914 h 967914"/>
                <a:gd name="connsiteX1" fmla="*/ 3475 w 1276618"/>
                <a:gd name="connsiteY1" fmla="*/ 434223 h 967914"/>
                <a:gd name="connsiteX2" fmla="*/ 68453 w 1276618"/>
                <a:gd name="connsiteY2" fmla="*/ 187776 h 967914"/>
                <a:gd name="connsiteX3" fmla="*/ 213461 w 1276618"/>
                <a:gd name="connsiteY3" fmla="*/ 72 h 967914"/>
                <a:gd name="connsiteX4" fmla="*/ 547104 w 1276618"/>
                <a:gd name="connsiteY4" fmla="*/ 297025 h 967914"/>
                <a:gd name="connsiteX5" fmla="*/ 1276618 w 1276618"/>
                <a:gd name="connsiteY5" fmla="*/ 951467 h 967914"/>
                <a:gd name="connsiteX0" fmla="*/ 3327 w 1128041"/>
                <a:gd name="connsiteY0" fmla="*/ 967914 h 967914"/>
                <a:gd name="connsiteX1" fmla="*/ 3475 w 1128041"/>
                <a:gd name="connsiteY1" fmla="*/ 434223 h 967914"/>
                <a:gd name="connsiteX2" fmla="*/ 68453 w 1128041"/>
                <a:gd name="connsiteY2" fmla="*/ 187776 h 967914"/>
                <a:gd name="connsiteX3" fmla="*/ 213461 w 1128041"/>
                <a:gd name="connsiteY3" fmla="*/ 72 h 967914"/>
                <a:gd name="connsiteX4" fmla="*/ 547104 w 1128041"/>
                <a:gd name="connsiteY4" fmla="*/ 297025 h 967914"/>
                <a:gd name="connsiteX5" fmla="*/ 1128041 w 1128041"/>
                <a:gd name="connsiteY5" fmla="*/ 951467 h 967914"/>
                <a:gd name="connsiteX0" fmla="*/ 3327 w 1128041"/>
                <a:gd name="connsiteY0" fmla="*/ 967914 h 967914"/>
                <a:gd name="connsiteX1" fmla="*/ 3475 w 1128041"/>
                <a:gd name="connsiteY1" fmla="*/ 434223 h 967914"/>
                <a:gd name="connsiteX2" fmla="*/ 68453 w 1128041"/>
                <a:gd name="connsiteY2" fmla="*/ 187776 h 967914"/>
                <a:gd name="connsiteX3" fmla="*/ 213461 w 1128041"/>
                <a:gd name="connsiteY3" fmla="*/ 72 h 967914"/>
                <a:gd name="connsiteX4" fmla="*/ 547104 w 1128041"/>
                <a:gd name="connsiteY4" fmla="*/ 297025 h 967914"/>
                <a:gd name="connsiteX5" fmla="*/ 1128041 w 1128041"/>
                <a:gd name="connsiteY5" fmla="*/ 951467 h 967914"/>
                <a:gd name="connsiteX0" fmla="*/ 3327 w 1116208"/>
                <a:gd name="connsiteY0" fmla="*/ 967914 h 967914"/>
                <a:gd name="connsiteX1" fmla="*/ 3475 w 1116208"/>
                <a:gd name="connsiteY1" fmla="*/ 434223 h 967914"/>
                <a:gd name="connsiteX2" fmla="*/ 68453 w 1116208"/>
                <a:gd name="connsiteY2" fmla="*/ 187776 h 967914"/>
                <a:gd name="connsiteX3" fmla="*/ 213461 w 1116208"/>
                <a:gd name="connsiteY3" fmla="*/ 72 h 967914"/>
                <a:gd name="connsiteX4" fmla="*/ 547104 w 1116208"/>
                <a:gd name="connsiteY4" fmla="*/ 297025 h 967914"/>
                <a:gd name="connsiteX5" fmla="*/ 1116208 w 1116208"/>
                <a:gd name="connsiteY5" fmla="*/ 963821 h 967914"/>
                <a:gd name="connsiteX0" fmla="*/ 3327 w 1116208"/>
                <a:gd name="connsiteY0" fmla="*/ 967914 h 967914"/>
                <a:gd name="connsiteX1" fmla="*/ 3475 w 1116208"/>
                <a:gd name="connsiteY1" fmla="*/ 434223 h 967914"/>
                <a:gd name="connsiteX2" fmla="*/ 68453 w 1116208"/>
                <a:gd name="connsiteY2" fmla="*/ 187776 h 967914"/>
                <a:gd name="connsiteX3" fmla="*/ 213461 w 1116208"/>
                <a:gd name="connsiteY3" fmla="*/ 72 h 967914"/>
                <a:gd name="connsiteX4" fmla="*/ 547104 w 1116208"/>
                <a:gd name="connsiteY4" fmla="*/ 297025 h 967914"/>
                <a:gd name="connsiteX5" fmla="*/ 1116208 w 1116208"/>
                <a:gd name="connsiteY5" fmla="*/ 963821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6208" h="967914">
                  <a:moveTo>
                    <a:pt x="3327" y="967914"/>
                  </a:moveTo>
                  <a:cubicBezTo>
                    <a:pt x="15307" y="804622"/>
                    <a:pt x="-8505" y="597515"/>
                    <a:pt x="3475" y="434223"/>
                  </a:cubicBezTo>
                  <a:lnTo>
                    <a:pt x="68453" y="187776"/>
                  </a:lnTo>
                  <a:cubicBezTo>
                    <a:pt x="101905" y="105125"/>
                    <a:pt x="160428" y="4683"/>
                    <a:pt x="213461" y="72"/>
                  </a:cubicBezTo>
                  <a:cubicBezTo>
                    <a:pt x="310856" y="-5081"/>
                    <a:pt x="527177" y="267673"/>
                    <a:pt x="547104" y="297025"/>
                  </a:cubicBezTo>
                  <a:cubicBezTo>
                    <a:pt x="595874" y="345319"/>
                    <a:pt x="925474" y="780947"/>
                    <a:pt x="1116208" y="963821"/>
                  </a:cubicBezTo>
                </a:path>
              </a:pathLst>
            </a:custGeom>
            <a:solidFill>
              <a:srgbClr val="5757AF">
                <a:alpha val="1948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5757AF"/>
                </a:solidFill>
              </a:endParaRPr>
            </a:p>
          </p:txBody>
        </p:sp>
        <p:sp>
          <p:nvSpPr>
            <p:cNvPr id="1045" name="任意形状 1044">
              <a:extLst>
                <a:ext uri="{FF2B5EF4-FFF2-40B4-BE49-F238E27FC236}">
                  <a16:creationId xmlns:a16="http://schemas.microsoft.com/office/drawing/2014/main" id="{27161B72-93C3-2173-00E6-3D9BE8CFC167}"/>
                </a:ext>
              </a:extLst>
            </p:cNvPr>
            <p:cNvSpPr/>
            <p:nvPr/>
          </p:nvSpPr>
          <p:spPr>
            <a:xfrm>
              <a:off x="1184093" y="4021332"/>
              <a:ext cx="2200490" cy="722855"/>
            </a:xfrm>
            <a:custGeom>
              <a:avLst/>
              <a:gdLst>
                <a:gd name="connsiteX0" fmla="*/ 0 w 1765300"/>
                <a:gd name="connsiteY0" fmla="*/ 927259 h 1016468"/>
                <a:gd name="connsiteX1" fmla="*/ 469900 w 1765300"/>
                <a:gd name="connsiteY1" fmla="*/ 927259 h 1016468"/>
                <a:gd name="connsiteX2" fmla="*/ 889000 w 1765300"/>
                <a:gd name="connsiteY2" fmla="*/ 159 h 1016468"/>
                <a:gd name="connsiteX3" fmla="*/ 1308100 w 1765300"/>
                <a:gd name="connsiteY3" fmla="*/ 851059 h 1016468"/>
                <a:gd name="connsiteX4" fmla="*/ 1765300 w 1765300"/>
                <a:gd name="connsiteY4" fmla="*/ 685959 h 1016468"/>
                <a:gd name="connsiteX0" fmla="*/ 0 w 1765300"/>
                <a:gd name="connsiteY0" fmla="*/ 927138 h 994347"/>
                <a:gd name="connsiteX1" fmla="*/ 438369 w 1765300"/>
                <a:gd name="connsiteY1" fmla="*/ 887724 h 994347"/>
                <a:gd name="connsiteX2" fmla="*/ 889000 w 1765300"/>
                <a:gd name="connsiteY2" fmla="*/ 38 h 994347"/>
                <a:gd name="connsiteX3" fmla="*/ 1308100 w 1765300"/>
                <a:gd name="connsiteY3" fmla="*/ 850938 h 994347"/>
                <a:gd name="connsiteX4" fmla="*/ 1765300 w 1765300"/>
                <a:gd name="connsiteY4" fmla="*/ 685838 h 994347"/>
                <a:gd name="connsiteX0" fmla="*/ 0 w 1765300"/>
                <a:gd name="connsiteY0" fmla="*/ 927138 h 956064"/>
                <a:gd name="connsiteX1" fmla="*/ 438369 w 1765300"/>
                <a:gd name="connsiteY1" fmla="*/ 887724 h 956064"/>
                <a:gd name="connsiteX2" fmla="*/ 889000 w 1765300"/>
                <a:gd name="connsiteY2" fmla="*/ 38 h 956064"/>
                <a:gd name="connsiteX3" fmla="*/ 1308100 w 1765300"/>
                <a:gd name="connsiteY3" fmla="*/ 850938 h 956064"/>
                <a:gd name="connsiteX4" fmla="*/ 1765300 w 1765300"/>
                <a:gd name="connsiteY4" fmla="*/ 685838 h 956064"/>
                <a:gd name="connsiteX0" fmla="*/ 0 w 1765300"/>
                <a:gd name="connsiteY0" fmla="*/ 927138 h 929070"/>
                <a:gd name="connsiteX1" fmla="*/ 438369 w 1765300"/>
                <a:gd name="connsiteY1" fmla="*/ 887724 h 929070"/>
                <a:gd name="connsiteX2" fmla="*/ 889000 w 1765300"/>
                <a:gd name="connsiteY2" fmla="*/ 38 h 929070"/>
                <a:gd name="connsiteX3" fmla="*/ 1308100 w 1765300"/>
                <a:gd name="connsiteY3" fmla="*/ 850938 h 929070"/>
                <a:gd name="connsiteX4" fmla="*/ 1765300 w 1765300"/>
                <a:gd name="connsiteY4" fmla="*/ 685838 h 929070"/>
                <a:gd name="connsiteX0" fmla="*/ 0 w 1765300"/>
                <a:gd name="connsiteY0" fmla="*/ 927138 h 932237"/>
                <a:gd name="connsiteX1" fmla="*/ 438369 w 1765300"/>
                <a:gd name="connsiteY1" fmla="*/ 887724 h 932237"/>
                <a:gd name="connsiteX2" fmla="*/ 889000 w 1765300"/>
                <a:gd name="connsiteY2" fmla="*/ 38 h 932237"/>
                <a:gd name="connsiteX3" fmla="*/ 1308100 w 1765300"/>
                <a:gd name="connsiteY3" fmla="*/ 850938 h 932237"/>
                <a:gd name="connsiteX4" fmla="*/ 1765300 w 1765300"/>
                <a:gd name="connsiteY4" fmla="*/ 685838 h 932237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46252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35047 h 943644"/>
                <a:gd name="connsiteX1" fmla="*/ 446252 w 1765300"/>
                <a:gd name="connsiteY1" fmla="*/ 907457 h 943644"/>
                <a:gd name="connsiteX2" fmla="*/ 877176 w 1765300"/>
                <a:gd name="connsiteY2" fmla="*/ 64 h 943644"/>
                <a:gd name="connsiteX3" fmla="*/ 1308100 w 1765300"/>
                <a:gd name="connsiteY3" fmla="*/ 858847 h 943644"/>
                <a:gd name="connsiteX4" fmla="*/ 1765300 w 1765300"/>
                <a:gd name="connsiteY4" fmla="*/ 693747 h 943644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3620336 h 3620356"/>
                <a:gd name="connsiteX1" fmla="*/ 435009 w 1737710"/>
                <a:gd name="connsiteY1" fmla="*/ 800 h 3620356"/>
                <a:gd name="connsiteX2" fmla="*/ 877176 w 1737710"/>
                <a:gd name="connsiteY2" fmla="*/ 2685353 h 3620356"/>
                <a:gd name="connsiteX3" fmla="*/ 1319924 w 1737710"/>
                <a:gd name="connsiteY3" fmla="*/ 3536253 h 3620356"/>
                <a:gd name="connsiteX4" fmla="*/ 1737710 w 1737710"/>
                <a:gd name="connsiteY4" fmla="*/ 3426333 h 3620356"/>
                <a:gd name="connsiteX0" fmla="*/ 0 w 1737710"/>
                <a:gd name="connsiteY0" fmla="*/ 3619575 h 3619595"/>
                <a:gd name="connsiteX1" fmla="*/ 435009 w 1737710"/>
                <a:gd name="connsiteY1" fmla="*/ 39 h 3619595"/>
                <a:gd name="connsiteX2" fmla="*/ 877176 w 1737710"/>
                <a:gd name="connsiteY2" fmla="*/ 2684592 h 3619595"/>
                <a:gd name="connsiteX3" fmla="*/ 1319924 w 1737710"/>
                <a:gd name="connsiteY3" fmla="*/ 3535492 h 3619595"/>
                <a:gd name="connsiteX4" fmla="*/ 1737710 w 1737710"/>
                <a:gd name="connsiteY4" fmla="*/ 3425572 h 3619595"/>
                <a:gd name="connsiteX0" fmla="*/ 0 w 1737710"/>
                <a:gd name="connsiteY0" fmla="*/ 3619575 h 3619595"/>
                <a:gd name="connsiteX1" fmla="*/ 435009 w 1737710"/>
                <a:gd name="connsiteY1" fmla="*/ 39 h 3619595"/>
                <a:gd name="connsiteX2" fmla="*/ 877176 w 1737710"/>
                <a:gd name="connsiteY2" fmla="*/ 2684592 h 3619595"/>
                <a:gd name="connsiteX3" fmla="*/ 1319924 w 1737710"/>
                <a:gd name="connsiteY3" fmla="*/ 3535492 h 3619595"/>
                <a:gd name="connsiteX4" fmla="*/ 1737710 w 1737710"/>
                <a:gd name="connsiteY4" fmla="*/ 3425572 h 3619595"/>
                <a:gd name="connsiteX0" fmla="*/ 0 w 1745205"/>
                <a:gd name="connsiteY0" fmla="*/ 2323513 h 3535496"/>
                <a:gd name="connsiteX1" fmla="*/ 442504 w 1745205"/>
                <a:gd name="connsiteY1" fmla="*/ 39 h 3535496"/>
                <a:gd name="connsiteX2" fmla="*/ 884671 w 1745205"/>
                <a:gd name="connsiteY2" fmla="*/ 2684592 h 3535496"/>
                <a:gd name="connsiteX3" fmla="*/ 1327419 w 1745205"/>
                <a:gd name="connsiteY3" fmla="*/ 3535492 h 3535496"/>
                <a:gd name="connsiteX4" fmla="*/ 1745205 w 1745205"/>
                <a:gd name="connsiteY4" fmla="*/ 3425572 h 3535496"/>
                <a:gd name="connsiteX0" fmla="*/ 0 w 1745205"/>
                <a:gd name="connsiteY0" fmla="*/ 2323513 h 3535492"/>
                <a:gd name="connsiteX1" fmla="*/ 442504 w 1745205"/>
                <a:gd name="connsiteY1" fmla="*/ 39 h 3535492"/>
                <a:gd name="connsiteX2" fmla="*/ 879476 w 1745205"/>
                <a:gd name="connsiteY2" fmla="*/ 2922560 h 3535492"/>
                <a:gd name="connsiteX3" fmla="*/ 1327419 w 1745205"/>
                <a:gd name="connsiteY3" fmla="*/ 3535492 h 3535492"/>
                <a:gd name="connsiteX4" fmla="*/ 1745205 w 1745205"/>
                <a:gd name="connsiteY4" fmla="*/ 3425572 h 3535492"/>
                <a:gd name="connsiteX0" fmla="*/ 0 w 1745205"/>
                <a:gd name="connsiteY0" fmla="*/ 2323513 h 3425571"/>
                <a:gd name="connsiteX1" fmla="*/ 442504 w 1745205"/>
                <a:gd name="connsiteY1" fmla="*/ 39 h 3425571"/>
                <a:gd name="connsiteX2" fmla="*/ 879476 w 1745205"/>
                <a:gd name="connsiteY2" fmla="*/ 2922560 h 3425571"/>
                <a:gd name="connsiteX3" fmla="*/ 1265073 w 1745205"/>
                <a:gd name="connsiteY3" fmla="*/ 3279216 h 3425571"/>
                <a:gd name="connsiteX4" fmla="*/ 1745205 w 1745205"/>
                <a:gd name="connsiteY4" fmla="*/ 3425572 h 3425571"/>
                <a:gd name="connsiteX0" fmla="*/ 0 w 1745205"/>
                <a:gd name="connsiteY0" fmla="*/ 2323513 h 3475909"/>
                <a:gd name="connsiteX1" fmla="*/ 442504 w 1745205"/>
                <a:gd name="connsiteY1" fmla="*/ 39 h 3475909"/>
                <a:gd name="connsiteX2" fmla="*/ 879476 w 1745205"/>
                <a:gd name="connsiteY2" fmla="*/ 2922560 h 3475909"/>
                <a:gd name="connsiteX3" fmla="*/ 1265073 w 1745205"/>
                <a:gd name="connsiteY3" fmla="*/ 3279216 h 3475909"/>
                <a:gd name="connsiteX4" fmla="*/ 1745205 w 1745205"/>
                <a:gd name="connsiteY4" fmla="*/ 3425572 h 3475909"/>
                <a:gd name="connsiteX0" fmla="*/ 0 w 1745205"/>
                <a:gd name="connsiteY0" fmla="*/ 2323513 h 3425571"/>
                <a:gd name="connsiteX1" fmla="*/ 442504 w 1745205"/>
                <a:gd name="connsiteY1" fmla="*/ 39 h 3425571"/>
                <a:gd name="connsiteX2" fmla="*/ 879476 w 1745205"/>
                <a:gd name="connsiteY2" fmla="*/ 2922560 h 3425571"/>
                <a:gd name="connsiteX3" fmla="*/ 1265073 w 1745205"/>
                <a:gd name="connsiteY3" fmla="*/ 3279216 h 3425571"/>
                <a:gd name="connsiteX4" fmla="*/ 1745205 w 1745205"/>
                <a:gd name="connsiteY4" fmla="*/ 3425572 h 3425571"/>
                <a:gd name="connsiteX0" fmla="*/ 0 w 1745205"/>
                <a:gd name="connsiteY0" fmla="*/ 2323513 h 3439139"/>
                <a:gd name="connsiteX1" fmla="*/ 442504 w 1745205"/>
                <a:gd name="connsiteY1" fmla="*/ 39 h 3439139"/>
                <a:gd name="connsiteX2" fmla="*/ 879476 w 1745205"/>
                <a:gd name="connsiteY2" fmla="*/ 2922560 h 3439139"/>
                <a:gd name="connsiteX3" fmla="*/ 1265073 w 1745205"/>
                <a:gd name="connsiteY3" fmla="*/ 3279216 h 3439139"/>
                <a:gd name="connsiteX4" fmla="*/ 1745205 w 1745205"/>
                <a:gd name="connsiteY4" fmla="*/ 3425572 h 3439139"/>
                <a:gd name="connsiteX0" fmla="*/ 0 w 1745205"/>
                <a:gd name="connsiteY0" fmla="*/ 2323513 h 3437370"/>
                <a:gd name="connsiteX1" fmla="*/ 442504 w 1745205"/>
                <a:gd name="connsiteY1" fmla="*/ 39 h 3437370"/>
                <a:gd name="connsiteX2" fmla="*/ 879476 w 1745205"/>
                <a:gd name="connsiteY2" fmla="*/ 2922560 h 3437370"/>
                <a:gd name="connsiteX3" fmla="*/ 1265073 w 1745205"/>
                <a:gd name="connsiteY3" fmla="*/ 3279216 h 3437370"/>
                <a:gd name="connsiteX4" fmla="*/ 1745205 w 1745205"/>
                <a:gd name="connsiteY4" fmla="*/ 3425572 h 3437370"/>
                <a:gd name="connsiteX0" fmla="*/ 0 w 1745205"/>
                <a:gd name="connsiteY0" fmla="*/ 2323513 h 3435351"/>
                <a:gd name="connsiteX1" fmla="*/ 442504 w 1745205"/>
                <a:gd name="connsiteY1" fmla="*/ 39 h 3435351"/>
                <a:gd name="connsiteX2" fmla="*/ 879476 w 1745205"/>
                <a:gd name="connsiteY2" fmla="*/ 2922560 h 3435351"/>
                <a:gd name="connsiteX3" fmla="*/ 1213118 w 1745205"/>
                <a:gd name="connsiteY3" fmla="*/ 3224300 h 3435351"/>
                <a:gd name="connsiteX4" fmla="*/ 1745205 w 1745205"/>
                <a:gd name="connsiteY4" fmla="*/ 3425572 h 3435351"/>
                <a:gd name="connsiteX0" fmla="*/ 0 w 2103691"/>
                <a:gd name="connsiteY0" fmla="*/ 3055723 h 3435351"/>
                <a:gd name="connsiteX1" fmla="*/ 800990 w 2103691"/>
                <a:gd name="connsiteY1" fmla="*/ 39 h 3435351"/>
                <a:gd name="connsiteX2" fmla="*/ 1237962 w 2103691"/>
                <a:gd name="connsiteY2" fmla="*/ 2922560 h 3435351"/>
                <a:gd name="connsiteX3" fmla="*/ 1571604 w 2103691"/>
                <a:gd name="connsiteY3" fmla="*/ 3224300 h 3435351"/>
                <a:gd name="connsiteX4" fmla="*/ 2103691 w 2103691"/>
                <a:gd name="connsiteY4" fmla="*/ 3425572 h 3435351"/>
                <a:gd name="connsiteX0" fmla="*/ 0 w 1745204"/>
                <a:gd name="connsiteY0" fmla="*/ 2817754 h 3435351"/>
                <a:gd name="connsiteX1" fmla="*/ 442503 w 1745204"/>
                <a:gd name="connsiteY1" fmla="*/ 39 h 3435351"/>
                <a:gd name="connsiteX2" fmla="*/ 879475 w 1745204"/>
                <a:gd name="connsiteY2" fmla="*/ 2922560 h 3435351"/>
                <a:gd name="connsiteX3" fmla="*/ 1213117 w 1745204"/>
                <a:gd name="connsiteY3" fmla="*/ 3224300 h 3435351"/>
                <a:gd name="connsiteX4" fmla="*/ 1745204 w 1745204"/>
                <a:gd name="connsiteY4" fmla="*/ 3425572 h 3435351"/>
                <a:gd name="connsiteX0" fmla="*/ 0 w 1745204"/>
                <a:gd name="connsiteY0" fmla="*/ 2819576 h 3437173"/>
                <a:gd name="connsiteX1" fmla="*/ 66224 w 1745204"/>
                <a:gd name="connsiteY1" fmla="*/ 2569990 h 3437173"/>
                <a:gd name="connsiteX2" fmla="*/ 442503 w 1745204"/>
                <a:gd name="connsiteY2" fmla="*/ 1861 h 3437173"/>
                <a:gd name="connsiteX3" fmla="*/ 879475 w 1745204"/>
                <a:gd name="connsiteY3" fmla="*/ 2924382 h 3437173"/>
                <a:gd name="connsiteX4" fmla="*/ 1213117 w 1745204"/>
                <a:gd name="connsiteY4" fmla="*/ 3226122 h 3437173"/>
                <a:gd name="connsiteX5" fmla="*/ 1745204 w 1745204"/>
                <a:gd name="connsiteY5" fmla="*/ 3427394 h 3437173"/>
                <a:gd name="connsiteX0" fmla="*/ 0 w 2098495"/>
                <a:gd name="connsiteY0" fmla="*/ 3075852 h 3437173"/>
                <a:gd name="connsiteX1" fmla="*/ 419515 w 2098495"/>
                <a:gd name="connsiteY1" fmla="*/ 2569990 h 3437173"/>
                <a:gd name="connsiteX2" fmla="*/ 795794 w 2098495"/>
                <a:gd name="connsiteY2" fmla="*/ 1861 h 3437173"/>
                <a:gd name="connsiteX3" fmla="*/ 1232766 w 2098495"/>
                <a:gd name="connsiteY3" fmla="*/ 2924382 h 3437173"/>
                <a:gd name="connsiteX4" fmla="*/ 1566408 w 2098495"/>
                <a:gd name="connsiteY4" fmla="*/ 3226122 h 3437173"/>
                <a:gd name="connsiteX5" fmla="*/ 2098495 w 2098495"/>
                <a:gd name="connsiteY5" fmla="*/ 3427394 h 3437173"/>
                <a:gd name="connsiteX0" fmla="*/ 0 w 2082908"/>
                <a:gd name="connsiteY0" fmla="*/ 3149074 h 3437173"/>
                <a:gd name="connsiteX1" fmla="*/ 403928 w 2082908"/>
                <a:gd name="connsiteY1" fmla="*/ 2569990 h 3437173"/>
                <a:gd name="connsiteX2" fmla="*/ 780207 w 2082908"/>
                <a:gd name="connsiteY2" fmla="*/ 1861 h 3437173"/>
                <a:gd name="connsiteX3" fmla="*/ 1217179 w 2082908"/>
                <a:gd name="connsiteY3" fmla="*/ 2924382 h 3437173"/>
                <a:gd name="connsiteX4" fmla="*/ 1550821 w 2082908"/>
                <a:gd name="connsiteY4" fmla="*/ 3226122 h 3437173"/>
                <a:gd name="connsiteX5" fmla="*/ 2082908 w 2082908"/>
                <a:gd name="connsiteY5" fmla="*/ 3427394 h 3437173"/>
                <a:gd name="connsiteX0" fmla="*/ 0 w 2082908"/>
                <a:gd name="connsiteY0" fmla="*/ 3149342 h 3437441"/>
                <a:gd name="connsiteX1" fmla="*/ 353128 w 2082908"/>
                <a:gd name="connsiteY1" fmla="*/ 2288998 h 3437441"/>
                <a:gd name="connsiteX2" fmla="*/ 780207 w 2082908"/>
                <a:gd name="connsiteY2" fmla="*/ 2129 h 3437441"/>
                <a:gd name="connsiteX3" fmla="*/ 1217179 w 2082908"/>
                <a:gd name="connsiteY3" fmla="*/ 2924650 h 3437441"/>
                <a:gd name="connsiteX4" fmla="*/ 1550821 w 2082908"/>
                <a:gd name="connsiteY4" fmla="*/ 3226390 h 3437441"/>
                <a:gd name="connsiteX5" fmla="*/ 2082908 w 2082908"/>
                <a:gd name="connsiteY5" fmla="*/ 3427662 h 3437441"/>
                <a:gd name="connsiteX0" fmla="*/ 0 w 2082908"/>
                <a:gd name="connsiteY0" fmla="*/ 3149342 h 3437441"/>
                <a:gd name="connsiteX1" fmla="*/ 353128 w 2082908"/>
                <a:gd name="connsiteY1" fmla="*/ 2288998 h 3437441"/>
                <a:gd name="connsiteX2" fmla="*/ 780207 w 2082908"/>
                <a:gd name="connsiteY2" fmla="*/ 2129 h 3437441"/>
                <a:gd name="connsiteX3" fmla="*/ 1217179 w 2082908"/>
                <a:gd name="connsiteY3" fmla="*/ 2924650 h 3437441"/>
                <a:gd name="connsiteX4" fmla="*/ 1550821 w 2082908"/>
                <a:gd name="connsiteY4" fmla="*/ 3226390 h 3437441"/>
                <a:gd name="connsiteX5" fmla="*/ 2082908 w 2082908"/>
                <a:gd name="connsiteY5" fmla="*/ 3427662 h 3437441"/>
                <a:gd name="connsiteX0" fmla="*/ 0 w 2082908"/>
                <a:gd name="connsiteY0" fmla="*/ 3149166 h 3437265"/>
                <a:gd name="connsiteX1" fmla="*/ 353128 w 2082908"/>
                <a:gd name="connsiteY1" fmla="*/ 2288822 h 3437265"/>
                <a:gd name="connsiteX2" fmla="*/ 780207 w 2082908"/>
                <a:gd name="connsiteY2" fmla="*/ 1953 h 3437265"/>
                <a:gd name="connsiteX3" fmla="*/ 1217179 w 2082908"/>
                <a:gd name="connsiteY3" fmla="*/ 2924474 h 3437265"/>
                <a:gd name="connsiteX4" fmla="*/ 1550821 w 2082908"/>
                <a:gd name="connsiteY4" fmla="*/ 3226214 h 3437265"/>
                <a:gd name="connsiteX5" fmla="*/ 2082908 w 2082908"/>
                <a:gd name="connsiteY5" fmla="*/ 3427486 h 3437265"/>
                <a:gd name="connsiteX0" fmla="*/ 0 w 2082908"/>
                <a:gd name="connsiteY0" fmla="*/ 3149166 h 3437265"/>
                <a:gd name="connsiteX1" fmla="*/ 353128 w 2082908"/>
                <a:gd name="connsiteY1" fmla="*/ 2288822 h 3437265"/>
                <a:gd name="connsiteX2" fmla="*/ 780207 w 2082908"/>
                <a:gd name="connsiteY2" fmla="*/ 1953 h 3437265"/>
                <a:gd name="connsiteX3" fmla="*/ 1217179 w 2082908"/>
                <a:gd name="connsiteY3" fmla="*/ 2924474 h 3437265"/>
                <a:gd name="connsiteX4" fmla="*/ 1550821 w 2082908"/>
                <a:gd name="connsiteY4" fmla="*/ 3226214 h 3437265"/>
                <a:gd name="connsiteX5" fmla="*/ 2082908 w 2082908"/>
                <a:gd name="connsiteY5" fmla="*/ 3427486 h 3437265"/>
                <a:gd name="connsiteX0" fmla="*/ 0 w 2082908"/>
                <a:gd name="connsiteY0" fmla="*/ 3147644 h 3435743"/>
                <a:gd name="connsiteX1" fmla="*/ 780207 w 2082908"/>
                <a:gd name="connsiteY1" fmla="*/ 431 h 3435743"/>
                <a:gd name="connsiteX2" fmla="*/ 1217179 w 2082908"/>
                <a:gd name="connsiteY2" fmla="*/ 2922952 h 3435743"/>
                <a:gd name="connsiteX3" fmla="*/ 1550821 w 2082908"/>
                <a:gd name="connsiteY3" fmla="*/ 3224692 h 3435743"/>
                <a:gd name="connsiteX4" fmla="*/ 2082908 w 2082908"/>
                <a:gd name="connsiteY4" fmla="*/ 3425964 h 3435743"/>
                <a:gd name="connsiteX0" fmla="*/ 24688 w 1372528"/>
                <a:gd name="connsiteY0" fmla="*/ 951206 h 3435743"/>
                <a:gd name="connsiteX1" fmla="*/ 69827 w 1372528"/>
                <a:gd name="connsiteY1" fmla="*/ 431 h 3435743"/>
                <a:gd name="connsiteX2" fmla="*/ 506799 w 1372528"/>
                <a:gd name="connsiteY2" fmla="*/ 2922952 h 3435743"/>
                <a:gd name="connsiteX3" fmla="*/ 840441 w 1372528"/>
                <a:gd name="connsiteY3" fmla="*/ 3224692 h 3435743"/>
                <a:gd name="connsiteX4" fmla="*/ 1372528 w 1372528"/>
                <a:gd name="connsiteY4" fmla="*/ 3425964 h 3435743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495 h 3402032"/>
                <a:gd name="connsiteX1" fmla="*/ 84775 w 1347840"/>
                <a:gd name="connsiteY1" fmla="*/ 0 h 3402032"/>
                <a:gd name="connsiteX2" fmla="*/ 482111 w 1347840"/>
                <a:gd name="connsiteY2" fmla="*/ 2889241 h 3402032"/>
                <a:gd name="connsiteX3" fmla="*/ 815753 w 1347840"/>
                <a:gd name="connsiteY3" fmla="*/ 3190981 h 3402032"/>
                <a:gd name="connsiteX4" fmla="*/ 1347840 w 1347840"/>
                <a:gd name="connsiteY4" fmla="*/ 3392253 h 3402032"/>
                <a:gd name="connsiteX0" fmla="*/ 0 w 1347840"/>
                <a:gd name="connsiteY0" fmla="*/ 917495 h 3402032"/>
                <a:gd name="connsiteX1" fmla="*/ 84775 w 1347840"/>
                <a:gd name="connsiteY1" fmla="*/ 0 h 3402032"/>
                <a:gd name="connsiteX2" fmla="*/ 460491 w 1347840"/>
                <a:gd name="connsiteY2" fmla="*/ 2689569 h 3402032"/>
                <a:gd name="connsiteX3" fmla="*/ 815753 w 1347840"/>
                <a:gd name="connsiteY3" fmla="*/ 3190981 h 3402032"/>
                <a:gd name="connsiteX4" fmla="*/ 1347840 w 1347840"/>
                <a:gd name="connsiteY4" fmla="*/ 3392253 h 3402032"/>
                <a:gd name="connsiteX0" fmla="*/ 0 w 1391079"/>
                <a:gd name="connsiteY0" fmla="*/ 917495 h 3532285"/>
                <a:gd name="connsiteX1" fmla="*/ 84775 w 1391079"/>
                <a:gd name="connsiteY1" fmla="*/ 0 h 3532285"/>
                <a:gd name="connsiteX2" fmla="*/ 460491 w 1391079"/>
                <a:gd name="connsiteY2" fmla="*/ 2689569 h 3532285"/>
                <a:gd name="connsiteX3" fmla="*/ 815753 w 1391079"/>
                <a:gd name="connsiteY3" fmla="*/ 3190981 h 3532285"/>
                <a:gd name="connsiteX4" fmla="*/ 1391079 w 1391079"/>
                <a:gd name="connsiteY4" fmla="*/ 3525374 h 3532285"/>
                <a:gd name="connsiteX0" fmla="*/ 0 w 1391079"/>
                <a:gd name="connsiteY0" fmla="*/ 917495 h 3532285"/>
                <a:gd name="connsiteX1" fmla="*/ 84775 w 1391079"/>
                <a:gd name="connsiteY1" fmla="*/ 0 h 3532285"/>
                <a:gd name="connsiteX2" fmla="*/ 438871 w 1391079"/>
                <a:gd name="connsiteY2" fmla="*/ 2623012 h 3532285"/>
                <a:gd name="connsiteX3" fmla="*/ 815753 w 1391079"/>
                <a:gd name="connsiteY3" fmla="*/ 3190981 h 3532285"/>
                <a:gd name="connsiteX4" fmla="*/ 1391079 w 1391079"/>
                <a:gd name="connsiteY4" fmla="*/ 3525374 h 3532285"/>
                <a:gd name="connsiteX0" fmla="*/ 0 w 1391079"/>
                <a:gd name="connsiteY0" fmla="*/ 917495 h 3536283"/>
                <a:gd name="connsiteX1" fmla="*/ 84775 w 1391079"/>
                <a:gd name="connsiteY1" fmla="*/ 0 h 3536283"/>
                <a:gd name="connsiteX2" fmla="*/ 438871 w 1391079"/>
                <a:gd name="connsiteY2" fmla="*/ 2623012 h 3536283"/>
                <a:gd name="connsiteX3" fmla="*/ 819356 w 1391079"/>
                <a:gd name="connsiteY3" fmla="*/ 3357377 h 3536283"/>
                <a:gd name="connsiteX4" fmla="*/ 1391079 w 1391079"/>
                <a:gd name="connsiteY4" fmla="*/ 3525374 h 3536283"/>
                <a:gd name="connsiteX0" fmla="*/ 0 w 1391079"/>
                <a:gd name="connsiteY0" fmla="*/ 917495 h 3534234"/>
                <a:gd name="connsiteX1" fmla="*/ 84775 w 1391079"/>
                <a:gd name="connsiteY1" fmla="*/ 0 h 3534234"/>
                <a:gd name="connsiteX2" fmla="*/ 438871 w 1391079"/>
                <a:gd name="connsiteY2" fmla="*/ 2623012 h 3534234"/>
                <a:gd name="connsiteX3" fmla="*/ 819356 w 1391079"/>
                <a:gd name="connsiteY3" fmla="*/ 3290820 h 3534234"/>
                <a:gd name="connsiteX4" fmla="*/ 1391079 w 1391079"/>
                <a:gd name="connsiteY4" fmla="*/ 3525374 h 3534234"/>
                <a:gd name="connsiteX0" fmla="*/ 0 w 1401889"/>
                <a:gd name="connsiteY0" fmla="*/ 2980813 h 3534234"/>
                <a:gd name="connsiteX1" fmla="*/ 95585 w 1401889"/>
                <a:gd name="connsiteY1" fmla="*/ 0 h 3534234"/>
                <a:gd name="connsiteX2" fmla="*/ 449681 w 1401889"/>
                <a:gd name="connsiteY2" fmla="*/ 2623012 h 3534234"/>
                <a:gd name="connsiteX3" fmla="*/ 830166 w 1401889"/>
                <a:gd name="connsiteY3" fmla="*/ 3290820 h 3534234"/>
                <a:gd name="connsiteX4" fmla="*/ 1401889 w 1401889"/>
                <a:gd name="connsiteY4" fmla="*/ 3525374 h 3534234"/>
                <a:gd name="connsiteX0" fmla="*/ 8277 w 1410166"/>
                <a:gd name="connsiteY0" fmla="*/ 3006910 h 3560331"/>
                <a:gd name="connsiteX1" fmla="*/ 5613 w 1410166"/>
                <a:gd name="connsiteY1" fmla="*/ 1136023 h 3560331"/>
                <a:gd name="connsiteX2" fmla="*/ 103862 w 1410166"/>
                <a:gd name="connsiteY2" fmla="*/ 26097 h 3560331"/>
                <a:gd name="connsiteX3" fmla="*/ 457958 w 1410166"/>
                <a:gd name="connsiteY3" fmla="*/ 2649109 h 3560331"/>
                <a:gd name="connsiteX4" fmla="*/ 838443 w 1410166"/>
                <a:gd name="connsiteY4" fmla="*/ 3316917 h 3560331"/>
                <a:gd name="connsiteX5" fmla="*/ 1410166 w 1410166"/>
                <a:gd name="connsiteY5" fmla="*/ 3551471 h 3560331"/>
                <a:gd name="connsiteX0" fmla="*/ 39076 w 1407367"/>
                <a:gd name="connsiteY0" fmla="*/ 3565464 h 3565464"/>
                <a:gd name="connsiteX1" fmla="*/ 2814 w 1407367"/>
                <a:gd name="connsiteY1" fmla="*/ 1136023 h 3565464"/>
                <a:gd name="connsiteX2" fmla="*/ 101063 w 1407367"/>
                <a:gd name="connsiteY2" fmla="*/ 26097 h 3565464"/>
                <a:gd name="connsiteX3" fmla="*/ 455159 w 1407367"/>
                <a:gd name="connsiteY3" fmla="*/ 2649109 h 3565464"/>
                <a:gd name="connsiteX4" fmla="*/ 835644 w 1407367"/>
                <a:gd name="connsiteY4" fmla="*/ 3316917 h 3565464"/>
                <a:gd name="connsiteX5" fmla="*/ 1407367 w 1407367"/>
                <a:gd name="connsiteY5" fmla="*/ 3551471 h 3565464"/>
                <a:gd name="connsiteX0" fmla="*/ 17063 w 1385354"/>
                <a:gd name="connsiteY0" fmla="*/ 3627341 h 3627341"/>
                <a:gd name="connsiteX1" fmla="*/ 4320 w 1385354"/>
                <a:gd name="connsiteY1" fmla="*/ 484197 h 3627341"/>
                <a:gd name="connsiteX2" fmla="*/ 79050 w 1385354"/>
                <a:gd name="connsiteY2" fmla="*/ 87974 h 3627341"/>
                <a:gd name="connsiteX3" fmla="*/ 433146 w 1385354"/>
                <a:gd name="connsiteY3" fmla="*/ 2710986 h 3627341"/>
                <a:gd name="connsiteX4" fmla="*/ 813631 w 1385354"/>
                <a:gd name="connsiteY4" fmla="*/ 3378794 h 3627341"/>
                <a:gd name="connsiteX5" fmla="*/ 1385354 w 1385354"/>
                <a:gd name="connsiteY5" fmla="*/ 3613348 h 3627341"/>
                <a:gd name="connsiteX0" fmla="*/ 2974 w 1388064"/>
                <a:gd name="connsiteY0" fmla="*/ 3627341 h 3627341"/>
                <a:gd name="connsiteX1" fmla="*/ 7030 w 1388064"/>
                <a:gd name="connsiteY1" fmla="*/ 484197 h 3627341"/>
                <a:gd name="connsiteX2" fmla="*/ 81760 w 1388064"/>
                <a:gd name="connsiteY2" fmla="*/ 87974 h 3627341"/>
                <a:gd name="connsiteX3" fmla="*/ 435856 w 1388064"/>
                <a:gd name="connsiteY3" fmla="*/ 2710986 h 3627341"/>
                <a:gd name="connsiteX4" fmla="*/ 816341 w 1388064"/>
                <a:gd name="connsiteY4" fmla="*/ 3378794 h 3627341"/>
                <a:gd name="connsiteX5" fmla="*/ 1388064 w 1388064"/>
                <a:gd name="connsiteY5" fmla="*/ 3613348 h 3627341"/>
                <a:gd name="connsiteX0" fmla="*/ 2974 w 1388064"/>
                <a:gd name="connsiteY0" fmla="*/ 3627341 h 3627341"/>
                <a:gd name="connsiteX1" fmla="*/ 7030 w 1388064"/>
                <a:gd name="connsiteY1" fmla="*/ 484197 h 3627341"/>
                <a:gd name="connsiteX2" fmla="*/ 81760 w 1388064"/>
                <a:gd name="connsiteY2" fmla="*/ 87974 h 3627341"/>
                <a:gd name="connsiteX3" fmla="*/ 435856 w 1388064"/>
                <a:gd name="connsiteY3" fmla="*/ 2710986 h 3627341"/>
                <a:gd name="connsiteX4" fmla="*/ 836500 w 1388064"/>
                <a:gd name="connsiteY4" fmla="*/ 3254673 h 3627341"/>
                <a:gd name="connsiteX5" fmla="*/ 1388064 w 1388064"/>
                <a:gd name="connsiteY5" fmla="*/ 3613348 h 3627341"/>
                <a:gd name="connsiteX0" fmla="*/ 2974 w 1388064"/>
                <a:gd name="connsiteY0" fmla="*/ 3627341 h 3627341"/>
                <a:gd name="connsiteX1" fmla="*/ 7030 w 1388064"/>
                <a:gd name="connsiteY1" fmla="*/ 484197 h 3627341"/>
                <a:gd name="connsiteX2" fmla="*/ 81760 w 1388064"/>
                <a:gd name="connsiteY2" fmla="*/ 87974 h 3627341"/>
                <a:gd name="connsiteX3" fmla="*/ 435856 w 1388064"/>
                <a:gd name="connsiteY3" fmla="*/ 2710986 h 3627341"/>
                <a:gd name="connsiteX4" fmla="*/ 836500 w 1388064"/>
                <a:gd name="connsiteY4" fmla="*/ 3254673 h 3627341"/>
                <a:gd name="connsiteX5" fmla="*/ 1388064 w 1388064"/>
                <a:gd name="connsiteY5" fmla="*/ 3489228 h 3627341"/>
                <a:gd name="connsiteX0" fmla="*/ 2974 w 1413881"/>
                <a:gd name="connsiteY0" fmla="*/ 3627341 h 3627341"/>
                <a:gd name="connsiteX1" fmla="*/ 7030 w 1413881"/>
                <a:gd name="connsiteY1" fmla="*/ 484197 h 3627341"/>
                <a:gd name="connsiteX2" fmla="*/ 81760 w 1413881"/>
                <a:gd name="connsiteY2" fmla="*/ 87974 h 3627341"/>
                <a:gd name="connsiteX3" fmla="*/ 435856 w 1413881"/>
                <a:gd name="connsiteY3" fmla="*/ 2710986 h 3627341"/>
                <a:gd name="connsiteX4" fmla="*/ 836500 w 1413881"/>
                <a:gd name="connsiteY4" fmla="*/ 3254673 h 3627341"/>
                <a:gd name="connsiteX5" fmla="*/ 1369437 w 1413881"/>
                <a:gd name="connsiteY5" fmla="*/ 3259023 h 3627341"/>
                <a:gd name="connsiteX6" fmla="*/ 1388064 w 1413881"/>
                <a:gd name="connsiteY6" fmla="*/ 3489228 h 3627341"/>
                <a:gd name="connsiteX0" fmla="*/ 2974 w 1412865"/>
                <a:gd name="connsiteY0" fmla="*/ 3627341 h 3706440"/>
                <a:gd name="connsiteX1" fmla="*/ 7030 w 1412865"/>
                <a:gd name="connsiteY1" fmla="*/ 484197 h 3706440"/>
                <a:gd name="connsiteX2" fmla="*/ 81760 w 1412865"/>
                <a:gd name="connsiteY2" fmla="*/ 87974 h 3706440"/>
                <a:gd name="connsiteX3" fmla="*/ 435856 w 1412865"/>
                <a:gd name="connsiteY3" fmla="*/ 2710986 h 3706440"/>
                <a:gd name="connsiteX4" fmla="*/ 836500 w 1412865"/>
                <a:gd name="connsiteY4" fmla="*/ 3254673 h 3706440"/>
                <a:gd name="connsiteX5" fmla="*/ 1369437 w 1412865"/>
                <a:gd name="connsiteY5" fmla="*/ 3259023 h 3706440"/>
                <a:gd name="connsiteX6" fmla="*/ 1384704 w 1412865"/>
                <a:gd name="connsiteY6" fmla="*/ 3706440 h 3706440"/>
                <a:gd name="connsiteX0" fmla="*/ 2974 w 1417685"/>
                <a:gd name="connsiteY0" fmla="*/ 3627341 h 3706440"/>
                <a:gd name="connsiteX1" fmla="*/ 7030 w 1417685"/>
                <a:gd name="connsiteY1" fmla="*/ 484197 h 3706440"/>
                <a:gd name="connsiteX2" fmla="*/ 81760 w 1417685"/>
                <a:gd name="connsiteY2" fmla="*/ 87974 h 3706440"/>
                <a:gd name="connsiteX3" fmla="*/ 435856 w 1417685"/>
                <a:gd name="connsiteY3" fmla="*/ 2710986 h 3706440"/>
                <a:gd name="connsiteX4" fmla="*/ 836500 w 1417685"/>
                <a:gd name="connsiteY4" fmla="*/ 3254673 h 3706440"/>
                <a:gd name="connsiteX5" fmla="*/ 1376156 w 1417685"/>
                <a:gd name="connsiteY5" fmla="*/ 3538298 h 3706440"/>
                <a:gd name="connsiteX6" fmla="*/ 1384704 w 1417685"/>
                <a:gd name="connsiteY6" fmla="*/ 3706440 h 3706440"/>
                <a:gd name="connsiteX0" fmla="*/ 2974 w 1384704"/>
                <a:gd name="connsiteY0" fmla="*/ 3627341 h 3706440"/>
                <a:gd name="connsiteX1" fmla="*/ 7030 w 1384704"/>
                <a:gd name="connsiteY1" fmla="*/ 484197 h 3706440"/>
                <a:gd name="connsiteX2" fmla="*/ 81760 w 1384704"/>
                <a:gd name="connsiteY2" fmla="*/ 87974 h 3706440"/>
                <a:gd name="connsiteX3" fmla="*/ 435856 w 1384704"/>
                <a:gd name="connsiteY3" fmla="*/ 2710986 h 3706440"/>
                <a:gd name="connsiteX4" fmla="*/ 836500 w 1384704"/>
                <a:gd name="connsiteY4" fmla="*/ 3254673 h 3706440"/>
                <a:gd name="connsiteX5" fmla="*/ 1376156 w 1384704"/>
                <a:gd name="connsiteY5" fmla="*/ 3538298 h 3706440"/>
                <a:gd name="connsiteX6" fmla="*/ 1384704 w 1384704"/>
                <a:gd name="connsiteY6" fmla="*/ 3706440 h 3706440"/>
                <a:gd name="connsiteX0" fmla="*/ 1372 w 1383102"/>
                <a:gd name="connsiteY0" fmla="*/ 3717911 h 3797010"/>
                <a:gd name="connsiteX1" fmla="*/ 5428 w 1383102"/>
                <a:gd name="connsiteY1" fmla="*/ 574767 h 3797010"/>
                <a:gd name="connsiteX2" fmla="*/ 75307 w 1383102"/>
                <a:gd name="connsiteY2" fmla="*/ 88938 h 3797010"/>
                <a:gd name="connsiteX3" fmla="*/ 434254 w 1383102"/>
                <a:gd name="connsiteY3" fmla="*/ 2801556 h 3797010"/>
                <a:gd name="connsiteX4" fmla="*/ 834898 w 1383102"/>
                <a:gd name="connsiteY4" fmla="*/ 3345243 h 3797010"/>
                <a:gd name="connsiteX5" fmla="*/ 1374554 w 1383102"/>
                <a:gd name="connsiteY5" fmla="*/ 3628868 h 3797010"/>
                <a:gd name="connsiteX6" fmla="*/ 1383102 w 1383102"/>
                <a:gd name="connsiteY6" fmla="*/ 3797010 h 3797010"/>
                <a:gd name="connsiteX0" fmla="*/ 1372 w 1383102"/>
                <a:gd name="connsiteY0" fmla="*/ 3648641 h 3727740"/>
                <a:gd name="connsiteX1" fmla="*/ 5428 w 1383102"/>
                <a:gd name="connsiteY1" fmla="*/ 505497 h 3727740"/>
                <a:gd name="connsiteX2" fmla="*/ 75307 w 1383102"/>
                <a:gd name="connsiteY2" fmla="*/ 19668 h 3727740"/>
                <a:gd name="connsiteX3" fmla="*/ 434254 w 1383102"/>
                <a:gd name="connsiteY3" fmla="*/ 2732286 h 3727740"/>
                <a:gd name="connsiteX4" fmla="*/ 834898 w 1383102"/>
                <a:gd name="connsiteY4" fmla="*/ 3275973 h 3727740"/>
                <a:gd name="connsiteX5" fmla="*/ 1374554 w 1383102"/>
                <a:gd name="connsiteY5" fmla="*/ 3559598 h 3727740"/>
                <a:gd name="connsiteX6" fmla="*/ 1383102 w 1383102"/>
                <a:gd name="connsiteY6" fmla="*/ 3727740 h 3727740"/>
                <a:gd name="connsiteX0" fmla="*/ 3218 w 1384948"/>
                <a:gd name="connsiteY0" fmla="*/ 3636431 h 3715530"/>
                <a:gd name="connsiteX1" fmla="*/ 4848 w 1384948"/>
                <a:gd name="connsiteY1" fmla="*/ 582898 h 3715530"/>
                <a:gd name="connsiteX2" fmla="*/ 77153 w 1384948"/>
                <a:gd name="connsiteY2" fmla="*/ 7458 h 3715530"/>
                <a:gd name="connsiteX3" fmla="*/ 436100 w 1384948"/>
                <a:gd name="connsiteY3" fmla="*/ 2720076 h 3715530"/>
                <a:gd name="connsiteX4" fmla="*/ 836744 w 1384948"/>
                <a:gd name="connsiteY4" fmla="*/ 3263763 h 3715530"/>
                <a:gd name="connsiteX5" fmla="*/ 1376400 w 1384948"/>
                <a:gd name="connsiteY5" fmla="*/ 3547388 h 3715530"/>
                <a:gd name="connsiteX6" fmla="*/ 1384948 w 1384948"/>
                <a:gd name="connsiteY6" fmla="*/ 3715530 h 3715530"/>
                <a:gd name="connsiteX0" fmla="*/ 2154 w 1383884"/>
                <a:gd name="connsiteY0" fmla="*/ 3630525 h 3709624"/>
                <a:gd name="connsiteX1" fmla="*/ 3784 w 1383884"/>
                <a:gd name="connsiteY1" fmla="*/ 576992 h 3709624"/>
                <a:gd name="connsiteX2" fmla="*/ 76089 w 1383884"/>
                <a:gd name="connsiteY2" fmla="*/ 1552 h 3709624"/>
                <a:gd name="connsiteX3" fmla="*/ 435036 w 1383884"/>
                <a:gd name="connsiteY3" fmla="*/ 2714170 h 3709624"/>
                <a:gd name="connsiteX4" fmla="*/ 835680 w 1383884"/>
                <a:gd name="connsiteY4" fmla="*/ 3257857 h 3709624"/>
                <a:gd name="connsiteX5" fmla="*/ 1375336 w 1383884"/>
                <a:gd name="connsiteY5" fmla="*/ 3541482 h 3709624"/>
                <a:gd name="connsiteX6" fmla="*/ 1383884 w 1383884"/>
                <a:gd name="connsiteY6" fmla="*/ 3709624 h 3709624"/>
                <a:gd name="connsiteX0" fmla="*/ 2154 w 1383884"/>
                <a:gd name="connsiteY0" fmla="*/ 3630525 h 3709624"/>
                <a:gd name="connsiteX1" fmla="*/ 3784 w 1383884"/>
                <a:gd name="connsiteY1" fmla="*/ 576992 h 3709624"/>
                <a:gd name="connsiteX2" fmla="*/ 76089 w 1383884"/>
                <a:gd name="connsiteY2" fmla="*/ 1552 h 3709624"/>
                <a:gd name="connsiteX3" fmla="*/ 435036 w 1383884"/>
                <a:gd name="connsiteY3" fmla="*/ 2714170 h 3709624"/>
                <a:gd name="connsiteX4" fmla="*/ 835680 w 1383884"/>
                <a:gd name="connsiteY4" fmla="*/ 3257857 h 3709624"/>
                <a:gd name="connsiteX5" fmla="*/ 1188082 w 1383884"/>
                <a:gd name="connsiteY5" fmla="*/ 3541481 h 3709624"/>
                <a:gd name="connsiteX6" fmla="*/ 1383884 w 1383884"/>
                <a:gd name="connsiteY6" fmla="*/ 3709624 h 3709624"/>
                <a:gd name="connsiteX0" fmla="*/ 2154 w 1196630"/>
                <a:gd name="connsiteY0" fmla="*/ 3630525 h 3630524"/>
                <a:gd name="connsiteX1" fmla="*/ 3784 w 1196630"/>
                <a:gd name="connsiteY1" fmla="*/ 576992 h 3630524"/>
                <a:gd name="connsiteX2" fmla="*/ 76089 w 1196630"/>
                <a:gd name="connsiteY2" fmla="*/ 1552 h 3630524"/>
                <a:gd name="connsiteX3" fmla="*/ 435036 w 1196630"/>
                <a:gd name="connsiteY3" fmla="*/ 2714170 h 3630524"/>
                <a:gd name="connsiteX4" fmla="*/ 835680 w 1196630"/>
                <a:gd name="connsiteY4" fmla="*/ 3257857 h 3630524"/>
                <a:gd name="connsiteX5" fmla="*/ 1188082 w 1196630"/>
                <a:gd name="connsiteY5" fmla="*/ 3541481 h 3630524"/>
                <a:gd name="connsiteX6" fmla="*/ 1196630 w 1196630"/>
                <a:gd name="connsiteY6" fmla="*/ 3579588 h 3630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96630" h="3630524">
                  <a:moveTo>
                    <a:pt x="2154" y="3630525"/>
                  </a:moveTo>
                  <a:cubicBezTo>
                    <a:pt x="7115" y="3390816"/>
                    <a:pt x="-6112" y="935396"/>
                    <a:pt x="3784" y="576992"/>
                  </a:cubicBezTo>
                  <a:cubicBezTo>
                    <a:pt x="13680" y="218588"/>
                    <a:pt x="37637" y="-21702"/>
                    <a:pt x="76089" y="1552"/>
                  </a:cubicBezTo>
                  <a:cubicBezTo>
                    <a:pt x="160044" y="30667"/>
                    <a:pt x="308438" y="2171453"/>
                    <a:pt x="435036" y="2714170"/>
                  </a:cubicBezTo>
                  <a:cubicBezTo>
                    <a:pt x="561634" y="3256887"/>
                    <a:pt x="710172" y="3119972"/>
                    <a:pt x="835680" y="3257857"/>
                  </a:cubicBezTo>
                  <a:cubicBezTo>
                    <a:pt x="961188" y="3395742"/>
                    <a:pt x="1096155" y="3502389"/>
                    <a:pt x="1188082" y="3541481"/>
                  </a:cubicBezTo>
                  <a:cubicBezTo>
                    <a:pt x="1179214" y="3580576"/>
                    <a:pt x="1189606" y="3572251"/>
                    <a:pt x="1196630" y="3579588"/>
                  </a:cubicBezTo>
                </a:path>
              </a:pathLst>
            </a:custGeom>
            <a:solidFill>
              <a:srgbClr val="4EF0AC">
                <a:alpha val="3187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5757AF"/>
                </a:solidFill>
              </a:endParaRPr>
            </a:p>
          </p:txBody>
        </p:sp>
        <p:sp>
          <p:nvSpPr>
            <p:cNvPr id="1042" name="任意形状 1041">
              <a:extLst>
                <a:ext uri="{FF2B5EF4-FFF2-40B4-BE49-F238E27FC236}">
                  <a16:creationId xmlns:a16="http://schemas.microsoft.com/office/drawing/2014/main" id="{CBF5ABCF-5AC1-BEC2-C470-9A5CEB92D508}"/>
                </a:ext>
              </a:extLst>
            </p:cNvPr>
            <p:cNvSpPr/>
            <p:nvPr/>
          </p:nvSpPr>
          <p:spPr>
            <a:xfrm>
              <a:off x="1177683" y="4023304"/>
              <a:ext cx="2148451" cy="710406"/>
            </a:xfrm>
            <a:custGeom>
              <a:avLst/>
              <a:gdLst>
                <a:gd name="connsiteX0" fmla="*/ 0 w 1765300"/>
                <a:gd name="connsiteY0" fmla="*/ 927259 h 1016468"/>
                <a:gd name="connsiteX1" fmla="*/ 469900 w 1765300"/>
                <a:gd name="connsiteY1" fmla="*/ 927259 h 1016468"/>
                <a:gd name="connsiteX2" fmla="*/ 889000 w 1765300"/>
                <a:gd name="connsiteY2" fmla="*/ 159 h 1016468"/>
                <a:gd name="connsiteX3" fmla="*/ 1308100 w 1765300"/>
                <a:gd name="connsiteY3" fmla="*/ 851059 h 1016468"/>
                <a:gd name="connsiteX4" fmla="*/ 1765300 w 1765300"/>
                <a:gd name="connsiteY4" fmla="*/ 685959 h 1016468"/>
                <a:gd name="connsiteX0" fmla="*/ 0 w 1765300"/>
                <a:gd name="connsiteY0" fmla="*/ 927138 h 994347"/>
                <a:gd name="connsiteX1" fmla="*/ 438369 w 1765300"/>
                <a:gd name="connsiteY1" fmla="*/ 887724 h 994347"/>
                <a:gd name="connsiteX2" fmla="*/ 889000 w 1765300"/>
                <a:gd name="connsiteY2" fmla="*/ 38 h 994347"/>
                <a:gd name="connsiteX3" fmla="*/ 1308100 w 1765300"/>
                <a:gd name="connsiteY3" fmla="*/ 850938 h 994347"/>
                <a:gd name="connsiteX4" fmla="*/ 1765300 w 1765300"/>
                <a:gd name="connsiteY4" fmla="*/ 685838 h 994347"/>
                <a:gd name="connsiteX0" fmla="*/ 0 w 1765300"/>
                <a:gd name="connsiteY0" fmla="*/ 927138 h 956064"/>
                <a:gd name="connsiteX1" fmla="*/ 438369 w 1765300"/>
                <a:gd name="connsiteY1" fmla="*/ 887724 h 956064"/>
                <a:gd name="connsiteX2" fmla="*/ 889000 w 1765300"/>
                <a:gd name="connsiteY2" fmla="*/ 38 h 956064"/>
                <a:gd name="connsiteX3" fmla="*/ 1308100 w 1765300"/>
                <a:gd name="connsiteY3" fmla="*/ 850938 h 956064"/>
                <a:gd name="connsiteX4" fmla="*/ 1765300 w 1765300"/>
                <a:gd name="connsiteY4" fmla="*/ 685838 h 956064"/>
                <a:gd name="connsiteX0" fmla="*/ 0 w 1765300"/>
                <a:gd name="connsiteY0" fmla="*/ 927138 h 929070"/>
                <a:gd name="connsiteX1" fmla="*/ 438369 w 1765300"/>
                <a:gd name="connsiteY1" fmla="*/ 887724 h 929070"/>
                <a:gd name="connsiteX2" fmla="*/ 889000 w 1765300"/>
                <a:gd name="connsiteY2" fmla="*/ 38 h 929070"/>
                <a:gd name="connsiteX3" fmla="*/ 1308100 w 1765300"/>
                <a:gd name="connsiteY3" fmla="*/ 850938 h 929070"/>
                <a:gd name="connsiteX4" fmla="*/ 1765300 w 1765300"/>
                <a:gd name="connsiteY4" fmla="*/ 685838 h 929070"/>
                <a:gd name="connsiteX0" fmla="*/ 0 w 1765300"/>
                <a:gd name="connsiteY0" fmla="*/ 927138 h 932237"/>
                <a:gd name="connsiteX1" fmla="*/ 438369 w 1765300"/>
                <a:gd name="connsiteY1" fmla="*/ 887724 h 932237"/>
                <a:gd name="connsiteX2" fmla="*/ 889000 w 1765300"/>
                <a:gd name="connsiteY2" fmla="*/ 38 h 932237"/>
                <a:gd name="connsiteX3" fmla="*/ 1308100 w 1765300"/>
                <a:gd name="connsiteY3" fmla="*/ 850938 h 932237"/>
                <a:gd name="connsiteX4" fmla="*/ 1765300 w 1765300"/>
                <a:gd name="connsiteY4" fmla="*/ 685838 h 932237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46252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35047 h 943644"/>
                <a:gd name="connsiteX1" fmla="*/ 446252 w 1765300"/>
                <a:gd name="connsiteY1" fmla="*/ 907457 h 943644"/>
                <a:gd name="connsiteX2" fmla="*/ 877176 w 1765300"/>
                <a:gd name="connsiteY2" fmla="*/ 64 h 943644"/>
                <a:gd name="connsiteX3" fmla="*/ 1308100 w 1765300"/>
                <a:gd name="connsiteY3" fmla="*/ 858847 h 943644"/>
                <a:gd name="connsiteX4" fmla="*/ 1765300 w 1765300"/>
                <a:gd name="connsiteY4" fmla="*/ 693747 h 943644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3620336 h 3620356"/>
                <a:gd name="connsiteX1" fmla="*/ 435009 w 1737710"/>
                <a:gd name="connsiteY1" fmla="*/ 800 h 3620356"/>
                <a:gd name="connsiteX2" fmla="*/ 877176 w 1737710"/>
                <a:gd name="connsiteY2" fmla="*/ 2685353 h 3620356"/>
                <a:gd name="connsiteX3" fmla="*/ 1319924 w 1737710"/>
                <a:gd name="connsiteY3" fmla="*/ 3536253 h 3620356"/>
                <a:gd name="connsiteX4" fmla="*/ 1737710 w 1737710"/>
                <a:gd name="connsiteY4" fmla="*/ 3426333 h 3620356"/>
                <a:gd name="connsiteX0" fmla="*/ 0 w 1737710"/>
                <a:gd name="connsiteY0" fmla="*/ 3619575 h 3619595"/>
                <a:gd name="connsiteX1" fmla="*/ 435009 w 1737710"/>
                <a:gd name="connsiteY1" fmla="*/ 39 h 3619595"/>
                <a:gd name="connsiteX2" fmla="*/ 877176 w 1737710"/>
                <a:gd name="connsiteY2" fmla="*/ 2684592 h 3619595"/>
                <a:gd name="connsiteX3" fmla="*/ 1319924 w 1737710"/>
                <a:gd name="connsiteY3" fmla="*/ 3535492 h 3619595"/>
                <a:gd name="connsiteX4" fmla="*/ 1737710 w 1737710"/>
                <a:gd name="connsiteY4" fmla="*/ 3425572 h 3619595"/>
                <a:gd name="connsiteX0" fmla="*/ 0 w 1737710"/>
                <a:gd name="connsiteY0" fmla="*/ 3619575 h 3619595"/>
                <a:gd name="connsiteX1" fmla="*/ 435009 w 1737710"/>
                <a:gd name="connsiteY1" fmla="*/ 39 h 3619595"/>
                <a:gd name="connsiteX2" fmla="*/ 877176 w 1737710"/>
                <a:gd name="connsiteY2" fmla="*/ 2684592 h 3619595"/>
                <a:gd name="connsiteX3" fmla="*/ 1319924 w 1737710"/>
                <a:gd name="connsiteY3" fmla="*/ 3535492 h 3619595"/>
                <a:gd name="connsiteX4" fmla="*/ 1737710 w 1737710"/>
                <a:gd name="connsiteY4" fmla="*/ 3425572 h 3619595"/>
                <a:gd name="connsiteX0" fmla="*/ 0 w 1745205"/>
                <a:gd name="connsiteY0" fmla="*/ 2323513 h 3535496"/>
                <a:gd name="connsiteX1" fmla="*/ 442504 w 1745205"/>
                <a:gd name="connsiteY1" fmla="*/ 39 h 3535496"/>
                <a:gd name="connsiteX2" fmla="*/ 884671 w 1745205"/>
                <a:gd name="connsiteY2" fmla="*/ 2684592 h 3535496"/>
                <a:gd name="connsiteX3" fmla="*/ 1327419 w 1745205"/>
                <a:gd name="connsiteY3" fmla="*/ 3535492 h 3535496"/>
                <a:gd name="connsiteX4" fmla="*/ 1745205 w 1745205"/>
                <a:gd name="connsiteY4" fmla="*/ 3425572 h 3535496"/>
                <a:gd name="connsiteX0" fmla="*/ 0 w 1745205"/>
                <a:gd name="connsiteY0" fmla="*/ 2323513 h 3535492"/>
                <a:gd name="connsiteX1" fmla="*/ 442504 w 1745205"/>
                <a:gd name="connsiteY1" fmla="*/ 39 h 3535492"/>
                <a:gd name="connsiteX2" fmla="*/ 879476 w 1745205"/>
                <a:gd name="connsiteY2" fmla="*/ 2922560 h 3535492"/>
                <a:gd name="connsiteX3" fmla="*/ 1327419 w 1745205"/>
                <a:gd name="connsiteY3" fmla="*/ 3535492 h 3535492"/>
                <a:gd name="connsiteX4" fmla="*/ 1745205 w 1745205"/>
                <a:gd name="connsiteY4" fmla="*/ 3425572 h 3535492"/>
                <a:gd name="connsiteX0" fmla="*/ 0 w 1745205"/>
                <a:gd name="connsiteY0" fmla="*/ 2323513 h 3425571"/>
                <a:gd name="connsiteX1" fmla="*/ 442504 w 1745205"/>
                <a:gd name="connsiteY1" fmla="*/ 39 h 3425571"/>
                <a:gd name="connsiteX2" fmla="*/ 879476 w 1745205"/>
                <a:gd name="connsiteY2" fmla="*/ 2922560 h 3425571"/>
                <a:gd name="connsiteX3" fmla="*/ 1265073 w 1745205"/>
                <a:gd name="connsiteY3" fmla="*/ 3279216 h 3425571"/>
                <a:gd name="connsiteX4" fmla="*/ 1745205 w 1745205"/>
                <a:gd name="connsiteY4" fmla="*/ 3425572 h 3425571"/>
                <a:gd name="connsiteX0" fmla="*/ 0 w 1745205"/>
                <a:gd name="connsiteY0" fmla="*/ 2323513 h 3475909"/>
                <a:gd name="connsiteX1" fmla="*/ 442504 w 1745205"/>
                <a:gd name="connsiteY1" fmla="*/ 39 h 3475909"/>
                <a:gd name="connsiteX2" fmla="*/ 879476 w 1745205"/>
                <a:gd name="connsiteY2" fmla="*/ 2922560 h 3475909"/>
                <a:gd name="connsiteX3" fmla="*/ 1265073 w 1745205"/>
                <a:gd name="connsiteY3" fmla="*/ 3279216 h 3475909"/>
                <a:gd name="connsiteX4" fmla="*/ 1745205 w 1745205"/>
                <a:gd name="connsiteY4" fmla="*/ 3425572 h 3475909"/>
                <a:gd name="connsiteX0" fmla="*/ 0 w 1745205"/>
                <a:gd name="connsiteY0" fmla="*/ 2323513 h 3425571"/>
                <a:gd name="connsiteX1" fmla="*/ 442504 w 1745205"/>
                <a:gd name="connsiteY1" fmla="*/ 39 h 3425571"/>
                <a:gd name="connsiteX2" fmla="*/ 879476 w 1745205"/>
                <a:gd name="connsiteY2" fmla="*/ 2922560 h 3425571"/>
                <a:gd name="connsiteX3" fmla="*/ 1265073 w 1745205"/>
                <a:gd name="connsiteY3" fmla="*/ 3279216 h 3425571"/>
                <a:gd name="connsiteX4" fmla="*/ 1745205 w 1745205"/>
                <a:gd name="connsiteY4" fmla="*/ 3425572 h 3425571"/>
                <a:gd name="connsiteX0" fmla="*/ 0 w 1745205"/>
                <a:gd name="connsiteY0" fmla="*/ 2323513 h 3439139"/>
                <a:gd name="connsiteX1" fmla="*/ 442504 w 1745205"/>
                <a:gd name="connsiteY1" fmla="*/ 39 h 3439139"/>
                <a:gd name="connsiteX2" fmla="*/ 879476 w 1745205"/>
                <a:gd name="connsiteY2" fmla="*/ 2922560 h 3439139"/>
                <a:gd name="connsiteX3" fmla="*/ 1265073 w 1745205"/>
                <a:gd name="connsiteY3" fmla="*/ 3279216 h 3439139"/>
                <a:gd name="connsiteX4" fmla="*/ 1745205 w 1745205"/>
                <a:gd name="connsiteY4" fmla="*/ 3425572 h 3439139"/>
                <a:gd name="connsiteX0" fmla="*/ 0 w 1745205"/>
                <a:gd name="connsiteY0" fmla="*/ 2323513 h 3437370"/>
                <a:gd name="connsiteX1" fmla="*/ 442504 w 1745205"/>
                <a:gd name="connsiteY1" fmla="*/ 39 h 3437370"/>
                <a:gd name="connsiteX2" fmla="*/ 879476 w 1745205"/>
                <a:gd name="connsiteY2" fmla="*/ 2922560 h 3437370"/>
                <a:gd name="connsiteX3" fmla="*/ 1265073 w 1745205"/>
                <a:gd name="connsiteY3" fmla="*/ 3279216 h 3437370"/>
                <a:gd name="connsiteX4" fmla="*/ 1745205 w 1745205"/>
                <a:gd name="connsiteY4" fmla="*/ 3425572 h 3437370"/>
                <a:gd name="connsiteX0" fmla="*/ 0 w 1745205"/>
                <a:gd name="connsiteY0" fmla="*/ 2323513 h 3435351"/>
                <a:gd name="connsiteX1" fmla="*/ 442504 w 1745205"/>
                <a:gd name="connsiteY1" fmla="*/ 39 h 3435351"/>
                <a:gd name="connsiteX2" fmla="*/ 879476 w 1745205"/>
                <a:gd name="connsiteY2" fmla="*/ 2922560 h 3435351"/>
                <a:gd name="connsiteX3" fmla="*/ 1213118 w 1745205"/>
                <a:gd name="connsiteY3" fmla="*/ 3224300 h 3435351"/>
                <a:gd name="connsiteX4" fmla="*/ 1745205 w 1745205"/>
                <a:gd name="connsiteY4" fmla="*/ 3425572 h 3435351"/>
                <a:gd name="connsiteX0" fmla="*/ 0 w 2103691"/>
                <a:gd name="connsiteY0" fmla="*/ 3055723 h 3435351"/>
                <a:gd name="connsiteX1" fmla="*/ 800990 w 2103691"/>
                <a:gd name="connsiteY1" fmla="*/ 39 h 3435351"/>
                <a:gd name="connsiteX2" fmla="*/ 1237962 w 2103691"/>
                <a:gd name="connsiteY2" fmla="*/ 2922560 h 3435351"/>
                <a:gd name="connsiteX3" fmla="*/ 1571604 w 2103691"/>
                <a:gd name="connsiteY3" fmla="*/ 3224300 h 3435351"/>
                <a:gd name="connsiteX4" fmla="*/ 2103691 w 2103691"/>
                <a:gd name="connsiteY4" fmla="*/ 3425572 h 3435351"/>
                <a:gd name="connsiteX0" fmla="*/ 0 w 1745204"/>
                <a:gd name="connsiteY0" fmla="*/ 2817754 h 3435351"/>
                <a:gd name="connsiteX1" fmla="*/ 442503 w 1745204"/>
                <a:gd name="connsiteY1" fmla="*/ 39 h 3435351"/>
                <a:gd name="connsiteX2" fmla="*/ 879475 w 1745204"/>
                <a:gd name="connsiteY2" fmla="*/ 2922560 h 3435351"/>
                <a:gd name="connsiteX3" fmla="*/ 1213117 w 1745204"/>
                <a:gd name="connsiteY3" fmla="*/ 3224300 h 3435351"/>
                <a:gd name="connsiteX4" fmla="*/ 1745204 w 1745204"/>
                <a:gd name="connsiteY4" fmla="*/ 3425572 h 3435351"/>
                <a:gd name="connsiteX0" fmla="*/ 0 w 1745204"/>
                <a:gd name="connsiteY0" fmla="*/ 2819576 h 3437173"/>
                <a:gd name="connsiteX1" fmla="*/ 66224 w 1745204"/>
                <a:gd name="connsiteY1" fmla="*/ 2569990 h 3437173"/>
                <a:gd name="connsiteX2" fmla="*/ 442503 w 1745204"/>
                <a:gd name="connsiteY2" fmla="*/ 1861 h 3437173"/>
                <a:gd name="connsiteX3" fmla="*/ 879475 w 1745204"/>
                <a:gd name="connsiteY3" fmla="*/ 2924382 h 3437173"/>
                <a:gd name="connsiteX4" fmla="*/ 1213117 w 1745204"/>
                <a:gd name="connsiteY4" fmla="*/ 3226122 h 3437173"/>
                <a:gd name="connsiteX5" fmla="*/ 1745204 w 1745204"/>
                <a:gd name="connsiteY5" fmla="*/ 3427394 h 3437173"/>
                <a:gd name="connsiteX0" fmla="*/ 0 w 2098495"/>
                <a:gd name="connsiteY0" fmla="*/ 3075852 h 3437173"/>
                <a:gd name="connsiteX1" fmla="*/ 419515 w 2098495"/>
                <a:gd name="connsiteY1" fmla="*/ 2569990 h 3437173"/>
                <a:gd name="connsiteX2" fmla="*/ 795794 w 2098495"/>
                <a:gd name="connsiteY2" fmla="*/ 1861 h 3437173"/>
                <a:gd name="connsiteX3" fmla="*/ 1232766 w 2098495"/>
                <a:gd name="connsiteY3" fmla="*/ 2924382 h 3437173"/>
                <a:gd name="connsiteX4" fmla="*/ 1566408 w 2098495"/>
                <a:gd name="connsiteY4" fmla="*/ 3226122 h 3437173"/>
                <a:gd name="connsiteX5" fmla="*/ 2098495 w 2098495"/>
                <a:gd name="connsiteY5" fmla="*/ 3427394 h 3437173"/>
                <a:gd name="connsiteX0" fmla="*/ 0 w 2082908"/>
                <a:gd name="connsiteY0" fmla="*/ 3149074 h 3437173"/>
                <a:gd name="connsiteX1" fmla="*/ 403928 w 2082908"/>
                <a:gd name="connsiteY1" fmla="*/ 2569990 h 3437173"/>
                <a:gd name="connsiteX2" fmla="*/ 780207 w 2082908"/>
                <a:gd name="connsiteY2" fmla="*/ 1861 h 3437173"/>
                <a:gd name="connsiteX3" fmla="*/ 1217179 w 2082908"/>
                <a:gd name="connsiteY3" fmla="*/ 2924382 h 3437173"/>
                <a:gd name="connsiteX4" fmla="*/ 1550821 w 2082908"/>
                <a:gd name="connsiteY4" fmla="*/ 3226122 h 3437173"/>
                <a:gd name="connsiteX5" fmla="*/ 2082908 w 2082908"/>
                <a:gd name="connsiteY5" fmla="*/ 3427394 h 3437173"/>
                <a:gd name="connsiteX0" fmla="*/ 0 w 2082908"/>
                <a:gd name="connsiteY0" fmla="*/ 3149342 h 3437441"/>
                <a:gd name="connsiteX1" fmla="*/ 353128 w 2082908"/>
                <a:gd name="connsiteY1" fmla="*/ 2288998 h 3437441"/>
                <a:gd name="connsiteX2" fmla="*/ 780207 w 2082908"/>
                <a:gd name="connsiteY2" fmla="*/ 2129 h 3437441"/>
                <a:gd name="connsiteX3" fmla="*/ 1217179 w 2082908"/>
                <a:gd name="connsiteY3" fmla="*/ 2924650 h 3437441"/>
                <a:gd name="connsiteX4" fmla="*/ 1550821 w 2082908"/>
                <a:gd name="connsiteY4" fmla="*/ 3226390 h 3437441"/>
                <a:gd name="connsiteX5" fmla="*/ 2082908 w 2082908"/>
                <a:gd name="connsiteY5" fmla="*/ 3427662 h 3437441"/>
                <a:gd name="connsiteX0" fmla="*/ 0 w 2082908"/>
                <a:gd name="connsiteY0" fmla="*/ 3149342 h 3437441"/>
                <a:gd name="connsiteX1" fmla="*/ 353128 w 2082908"/>
                <a:gd name="connsiteY1" fmla="*/ 2288998 h 3437441"/>
                <a:gd name="connsiteX2" fmla="*/ 780207 w 2082908"/>
                <a:gd name="connsiteY2" fmla="*/ 2129 h 3437441"/>
                <a:gd name="connsiteX3" fmla="*/ 1217179 w 2082908"/>
                <a:gd name="connsiteY3" fmla="*/ 2924650 h 3437441"/>
                <a:gd name="connsiteX4" fmla="*/ 1550821 w 2082908"/>
                <a:gd name="connsiteY4" fmla="*/ 3226390 h 3437441"/>
                <a:gd name="connsiteX5" fmla="*/ 2082908 w 2082908"/>
                <a:gd name="connsiteY5" fmla="*/ 3427662 h 3437441"/>
                <a:gd name="connsiteX0" fmla="*/ 0 w 2082908"/>
                <a:gd name="connsiteY0" fmla="*/ 3149166 h 3437265"/>
                <a:gd name="connsiteX1" fmla="*/ 353128 w 2082908"/>
                <a:gd name="connsiteY1" fmla="*/ 2288822 h 3437265"/>
                <a:gd name="connsiteX2" fmla="*/ 780207 w 2082908"/>
                <a:gd name="connsiteY2" fmla="*/ 1953 h 3437265"/>
                <a:gd name="connsiteX3" fmla="*/ 1217179 w 2082908"/>
                <a:gd name="connsiteY3" fmla="*/ 2924474 h 3437265"/>
                <a:gd name="connsiteX4" fmla="*/ 1550821 w 2082908"/>
                <a:gd name="connsiteY4" fmla="*/ 3226214 h 3437265"/>
                <a:gd name="connsiteX5" fmla="*/ 2082908 w 2082908"/>
                <a:gd name="connsiteY5" fmla="*/ 3427486 h 3437265"/>
                <a:gd name="connsiteX0" fmla="*/ 0 w 2082908"/>
                <a:gd name="connsiteY0" fmla="*/ 3149166 h 3437265"/>
                <a:gd name="connsiteX1" fmla="*/ 353128 w 2082908"/>
                <a:gd name="connsiteY1" fmla="*/ 2288822 h 3437265"/>
                <a:gd name="connsiteX2" fmla="*/ 780207 w 2082908"/>
                <a:gd name="connsiteY2" fmla="*/ 1953 h 3437265"/>
                <a:gd name="connsiteX3" fmla="*/ 1217179 w 2082908"/>
                <a:gd name="connsiteY3" fmla="*/ 2924474 h 3437265"/>
                <a:gd name="connsiteX4" fmla="*/ 1550821 w 2082908"/>
                <a:gd name="connsiteY4" fmla="*/ 3226214 h 3437265"/>
                <a:gd name="connsiteX5" fmla="*/ 2082908 w 2082908"/>
                <a:gd name="connsiteY5" fmla="*/ 3427486 h 3437265"/>
                <a:gd name="connsiteX0" fmla="*/ 0 w 2082908"/>
                <a:gd name="connsiteY0" fmla="*/ 3147644 h 3435743"/>
                <a:gd name="connsiteX1" fmla="*/ 780207 w 2082908"/>
                <a:gd name="connsiteY1" fmla="*/ 431 h 3435743"/>
                <a:gd name="connsiteX2" fmla="*/ 1217179 w 2082908"/>
                <a:gd name="connsiteY2" fmla="*/ 2922952 h 3435743"/>
                <a:gd name="connsiteX3" fmla="*/ 1550821 w 2082908"/>
                <a:gd name="connsiteY3" fmla="*/ 3224692 h 3435743"/>
                <a:gd name="connsiteX4" fmla="*/ 2082908 w 2082908"/>
                <a:gd name="connsiteY4" fmla="*/ 3425964 h 3435743"/>
                <a:gd name="connsiteX0" fmla="*/ 24688 w 1372528"/>
                <a:gd name="connsiteY0" fmla="*/ 951206 h 3435743"/>
                <a:gd name="connsiteX1" fmla="*/ 69827 w 1372528"/>
                <a:gd name="connsiteY1" fmla="*/ 431 h 3435743"/>
                <a:gd name="connsiteX2" fmla="*/ 506799 w 1372528"/>
                <a:gd name="connsiteY2" fmla="*/ 2922952 h 3435743"/>
                <a:gd name="connsiteX3" fmla="*/ 840441 w 1372528"/>
                <a:gd name="connsiteY3" fmla="*/ 3224692 h 3435743"/>
                <a:gd name="connsiteX4" fmla="*/ 1372528 w 1372528"/>
                <a:gd name="connsiteY4" fmla="*/ 3425964 h 3435743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495 h 3402032"/>
                <a:gd name="connsiteX1" fmla="*/ 84775 w 1347840"/>
                <a:gd name="connsiteY1" fmla="*/ 0 h 3402032"/>
                <a:gd name="connsiteX2" fmla="*/ 482111 w 1347840"/>
                <a:gd name="connsiteY2" fmla="*/ 2889241 h 3402032"/>
                <a:gd name="connsiteX3" fmla="*/ 815753 w 1347840"/>
                <a:gd name="connsiteY3" fmla="*/ 3190981 h 3402032"/>
                <a:gd name="connsiteX4" fmla="*/ 1347840 w 1347840"/>
                <a:gd name="connsiteY4" fmla="*/ 3392253 h 3402032"/>
                <a:gd name="connsiteX0" fmla="*/ 0 w 1347840"/>
                <a:gd name="connsiteY0" fmla="*/ 917495 h 3402032"/>
                <a:gd name="connsiteX1" fmla="*/ 84775 w 1347840"/>
                <a:gd name="connsiteY1" fmla="*/ 0 h 3402032"/>
                <a:gd name="connsiteX2" fmla="*/ 460491 w 1347840"/>
                <a:gd name="connsiteY2" fmla="*/ 2689569 h 3402032"/>
                <a:gd name="connsiteX3" fmla="*/ 815753 w 1347840"/>
                <a:gd name="connsiteY3" fmla="*/ 3190981 h 3402032"/>
                <a:gd name="connsiteX4" fmla="*/ 1347840 w 1347840"/>
                <a:gd name="connsiteY4" fmla="*/ 3392253 h 3402032"/>
                <a:gd name="connsiteX0" fmla="*/ 0 w 1391079"/>
                <a:gd name="connsiteY0" fmla="*/ 917495 h 3532285"/>
                <a:gd name="connsiteX1" fmla="*/ 84775 w 1391079"/>
                <a:gd name="connsiteY1" fmla="*/ 0 h 3532285"/>
                <a:gd name="connsiteX2" fmla="*/ 460491 w 1391079"/>
                <a:gd name="connsiteY2" fmla="*/ 2689569 h 3532285"/>
                <a:gd name="connsiteX3" fmla="*/ 815753 w 1391079"/>
                <a:gd name="connsiteY3" fmla="*/ 3190981 h 3532285"/>
                <a:gd name="connsiteX4" fmla="*/ 1391079 w 1391079"/>
                <a:gd name="connsiteY4" fmla="*/ 3525374 h 3532285"/>
                <a:gd name="connsiteX0" fmla="*/ 0 w 1391079"/>
                <a:gd name="connsiteY0" fmla="*/ 917495 h 3532285"/>
                <a:gd name="connsiteX1" fmla="*/ 84775 w 1391079"/>
                <a:gd name="connsiteY1" fmla="*/ 0 h 3532285"/>
                <a:gd name="connsiteX2" fmla="*/ 438871 w 1391079"/>
                <a:gd name="connsiteY2" fmla="*/ 2623012 h 3532285"/>
                <a:gd name="connsiteX3" fmla="*/ 815753 w 1391079"/>
                <a:gd name="connsiteY3" fmla="*/ 3190981 h 3532285"/>
                <a:gd name="connsiteX4" fmla="*/ 1391079 w 1391079"/>
                <a:gd name="connsiteY4" fmla="*/ 3525374 h 3532285"/>
                <a:gd name="connsiteX0" fmla="*/ 0 w 1391079"/>
                <a:gd name="connsiteY0" fmla="*/ 917495 h 3536283"/>
                <a:gd name="connsiteX1" fmla="*/ 84775 w 1391079"/>
                <a:gd name="connsiteY1" fmla="*/ 0 h 3536283"/>
                <a:gd name="connsiteX2" fmla="*/ 438871 w 1391079"/>
                <a:gd name="connsiteY2" fmla="*/ 2623012 h 3536283"/>
                <a:gd name="connsiteX3" fmla="*/ 819356 w 1391079"/>
                <a:gd name="connsiteY3" fmla="*/ 3357377 h 3536283"/>
                <a:gd name="connsiteX4" fmla="*/ 1391079 w 1391079"/>
                <a:gd name="connsiteY4" fmla="*/ 3525374 h 3536283"/>
                <a:gd name="connsiteX0" fmla="*/ 0 w 1391079"/>
                <a:gd name="connsiteY0" fmla="*/ 917495 h 3534234"/>
                <a:gd name="connsiteX1" fmla="*/ 84775 w 1391079"/>
                <a:gd name="connsiteY1" fmla="*/ 0 h 3534234"/>
                <a:gd name="connsiteX2" fmla="*/ 438871 w 1391079"/>
                <a:gd name="connsiteY2" fmla="*/ 2623012 h 3534234"/>
                <a:gd name="connsiteX3" fmla="*/ 819356 w 1391079"/>
                <a:gd name="connsiteY3" fmla="*/ 3290820 h 3534234"/>
                <a:gd name="connsiteX4" fmla="*/ 1391079 w 1391079"/>
                <a:gd name="connsiteY4" fmla="*/ 3525374 h 3534234"/>
                <a:gd name="connsiteX0" fmla="*/ 0 w 1386228"/>
                <a:gd name="connsiteY0" fmla="*/ 738278 h 3534234"/>
                <a:gd name="connsiteX1" fmla="*/ 79924 w 1386228"/>
                <a:gd name="connsiteY1" fmla="*/ 0 h 3534234"/>
                <a:gd name="connsiteX2" fmla="*/ 434020 w 1386228"/>
                <a:gd name="connsiteY2" fmla="*/ 2623012 h 3534234"/>
                <a:gd name="connsiteX3" fmla="*/ 814505 w 1386228"/>
                <a:gd name="connsiteY3" fmla="*/ 3290820 h 3534234"/>
                <a:gd name="connsiteX4" fmla="*/ 1386228 w 1386228"/>
                <a:gd name="connsiteY4" fmla="*/ 3525374 h 3534234"/>
                <a:gd name="connsiteX0" fmla="*/ 0 w 1386228"/>
                <a:gd name="connsiteY0" fmla="*/ 738278 h 3534234"/>
                <a:gd name="connsiteX1" fmla="*/ 79924 w 1386228"/>
                <a:gd name="connsiteY1" fmla="*/ 0 h 3534234"/>
                <a:gd name="connsiteX2" fmla="*/ 434020 w 1386228"/>
                <a:gd name="connsiteY2" fmla="*/ 2623012 h 3534234"/>
                <a:gd name="connsiteX3" fmla="*/ 814505 w 1386228"/>
                <a:gd name="connsiteY3" fmla="*/ 3290820 h 3534234"/>
                <a:gd name="connsiteX4" fmla="*/ 1386228 w 1386228"/>
                <a:gd name="connsiteY4" fmla="*/ 3525374 h 3534234"/>
                <a:gd name="connsiteX0" fmla="*/ 0 w 1386228"/>
                <a:gd name="connsiteY0" fmla="*/ 715873 h 3511829"/>
                <a:gd name="connsiteX1" fmla="*/ 72647 w 1386228"/>
                <a:gd name="connsiteY1" fmla="*/ 0 h 3511829"/>
                <a:gd name="connsiteX2" fmla="*/ 434020 w 1386228"/>
                <a:gd name="connsiteY2" fmla="*/ 2600607 h 3511829"/>
                <a:gd name="connsiteX3" fmla="*/ 814505 w 1386228"/>
                <a:gd name="connsiteY3" fmla="*/ 3268415 h 3511829"/>
                <a:gd name="connsiteX4" fmla="*/ 1386228 w 1386228"/>
                <a:gd name="connsiteY4" fmla="*/ 3502969 h 3511829"/>
                <a:gd name="connsiteX0" fmla="*/ 0 w 1188760"/>
                <a:gd name="connsiteY0" fmla="*/ 715873 h 3543596"/>
                <a:gd name="connsiteX1" fmla="*/ 72647 w 1188760"/>
                <a:gd name="connsiteY1" fmla="*/ 0 h 3543596"/>
                <a:gd name="connsiteX2" fmla="*/ 434020 w 1188760"/>
                <a:gd name="connsiteY2" fmla="*/ 2600607 h 3543596"/>
                <a:gd name="connsiteX3" fmla="*/ 814505 w 1188760"/>
                <a:gd name="connsiteY3" fmla="*/ 3268415 h 3543596"/>
                <a:gd name="connsiteX4" fmla="*/ 1188760 w 1188760"/>
                <a:gd name="connsiteY4" fmla="*/ 3535481 h 3543596"/>
                <a:gd name="connsiteX0" fmla="*/ 0 w 1188760"/>
                <a:gd name="connsiteY0" fmla="*/ 715873 h 3535480"/>
                <a:gd name="connsiteX1" fmla="*/ 72647 w 1188760"/>
                <a:gd name="connsiteY1" fmla="*/ 0 h 3535480"/>
                <a:gd name="connsiteX2" fmla="*/ 434020 w 1188760"/>
                <a:gd name="connsiteY2" fmla="*/ 2600607 h 3535480"/>
                <a:gd name="connsiteX3" fmla="*/ 814505 w 1188760"/>
                <a:gd name="connsiteY3" fmla="*/ 3268415 h 3535480"/>
                <a:gd name="connsiteX4" fmla="*/ 1188760 w 1188760"/>
                <a:gd name="connsiteY4" fmla="*/ 3535481 h 3535480"/>
                <a:gd name="connsiteX0" fmla="*/ 0 w 1168332"/>
                <a:gd name="connsiteY0" fmla="*/ 715873 h 3567992"/>
                <a:gd name="connsiteX1" fmla="*/ 72647 w 1168332"/>
                <a:gd name="connsiteY1" fmla="*/ 0 h 3567992"/>
                <a:gd name="connsiteX2" fmla="*/ 434020 w 1168332"/>
                <a:gd name="connsiteY2" fmla="*/ 2600607 h 3567992"/>
                <a:gd name="connsiteX3" fmla="*/ 814505 w 1168332"/>
                <a:gd name="connsiteY3" fmla="*/ 3268415 h 3567992"/>
                <a:gd name="connsiteX4" fmla="*/ 1168332 w 1168332"/>
                <a:gd name="connsiteY4" fmla="*/ 3567992 h 356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332" h="3567992">
                  <a:moveTo>
                    <a:pt x="0" y="715873"/>
                  </a:moveTo>
                  <a:cubicBezTo>
                    <a:pt x="19659" y="16695"/>
                    <a:pt x="46345" y="37448"/>
                    <a:pt x="72647" y="0"/>
                  </a:cubicBezTo>
                  <a:cubicBezTo>
                    <a:pt x="156602" y="29115"/>
                    <a:pt x="310377" y="2055871"/>
                    <a:pt x="434020" y="2600607"/>
                  </a:cubicBezTo>
                  <a:cubicBezTo>
                    <a:pt x="557663" y="3145343"/>
                    <a:pt x="680278" y="3260533"/>
                    <a:pt x="814505" y="3268415"/>
                  </a:cubicBezTo>
                  <a:cubicBezTo>
                    <a:pt x="873665" y="3256590"/>
                    <a:pt x="1150256" y="3502630"/>
                    <a:pt x="1168332" y="3567992"/>
                  </a:cubicBezTo>
                </a:path>
              </a:pathLst>
            </a:custGeom>
            <a:noFill/>
            <a:ln>
              <a:solidFill>
                <a:srgbClr val="2EE1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5757AF"/>
                </a:solidFill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C8716CDB-F55F-17D3-F62A-3372D148F15B}"/>
              </a:ext>
            </a:extLst>
          </p:cNvPr>
          <p:cNvSpPr txBox="1"/>
          <p:nvPr/>
        </p:nvSpPr>
        <p:spPr>
          <a:xfrm>
            <a:off x="2216268" y="5084164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Year</a:t>
            </a:r>
            <a:endParaRPr kumimoji="1" lang="zh-CN" altLang="en-US" sz="1200" dirty="0">
              <a:latin typeface="STIX Two Text" pitchFamily="2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DD0A0E-59EE-467E-5FB8-8F88EF1B1AC4}"/>
              </a:ext>
            </a:extLst>
          </p:cNvPr>
          <p:cNvSpPr txBox="1"/>
          <p:nvPr/>
        </p:nvSpPr>
        <p:spPr>
          <a:xfrm rot="16200000">
            <a:off x="-13155" y="3991788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Citation</a:t>
            </a:r>
            <a:endParaRPr kumimoji="1" lang="zh-CN" altLang="en-US" sz="1200" dirty="0">
              <a:latin typeface="STIX Two Text" pitchFamily="2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E3D2808-D497-E054-6612-5126885E49F6}"/>
              </a:ext>
            </a:extLst>
          </p:cNvPr>
          <p:cNvSpPr txBox="1"/>
          <p:nvPr/>
        </p:nvSpPr>
        <p:spPr>
          <a:xfrm rot="16200000">
            <a:off x="-523709" y="1179944"/>
            <a:ext cx="1731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Number of Publications</a:t>
            </a:r>
            <a:endParaRPr kumimoji="1" lang="zh-CN" altLang="en-US" sz="1200" dirty="0">
              <a:latin typeface="STIX Two Text" pitchFamily="2" charset="0"/>
            </a:endParaRP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83F919F0-F827-97FF-B93A-8B06628B0FA2}"/>
              </a:ext>
            </a:extLst>
          </p:cNvPr>
          <p:cNvSpPr/>
          <p:nvPr/>
        </p:nvSpPr>
        <p:spPr>
          <a:xfrm>
            <a:off x="6778447" y="2268191"/>
            <a:ext cx="1184429" cy="1279038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E5E4E82-6756-F892-34FA-18C7ECF9F549}"/>
              </a:ext>
            </a:extLst>
          </p:cNvPr>
          <p:cNvGrpSpPr/>
          <p:nvPr/>
        </p:nvGrpSpPr>
        <p:grpSpPr>
          <a:xfrm>
            <a:off x="6871184" y="2727814"/>
            <a:ext cx="942869" cy="747966"/>
            <a:chOff x="6503268" y="4504602"/>
            <a:chExt cx="1324756" cy="1050913"/>
          </a:xfrm>
        </p:grpSpPr>
        <p:sp>
          <p:nvSpPr>
            <p:cNvPr id="1025" name="椭圆 1024">
              <a:extLst>
                <a:ext uri="{FF2B5EF4-FFF2-40B4-BE49-F238E27FC236}">
                  <a16:creationId xmlns:a16="http://schemas.microsoft.com/office/drawing/2014/main" id="{183D6C56-6806-6DB3-3C02-A29F2C3537E0}"/>
                </a:ext>
              </a:extLst>
            </p:cNvPr>
            <p:cNvSpPr/>
            <p:nvPr/>
          </p:nvSpPr>
          <p:spPr>
            <a:xfrm>
              <a:off x="6525156" y="4638388"/>
              <a:ext cx="1302868" cy="917127"/>
            </a:xfrm>
            <a:prstGeom prst="ellipse">
              <a:avLst/>
            </a:prstGeom>
            <a:solidFill>
              <a:srgbClr val="BDD7EF"/>
            </a:solidFill>
            <a:ln w="1270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sz="1400"/>
            </a:p>
          </p:txBody>
        </p:sp>
        <p:sp>
          <p:nvSpPr>
            <p:cNvPr id="1027" name="椭圆 1026">
              <a:extLst>
                <a:ext uri="{FF2B5EF4-FFF2-40B4-BE49-F238E27FC236}">
                  <a16:creationId xmlns:a16="http://schemas.microsoft.com/office/drawing/2014/main" id="{9502914E-ED3D-C73F-CB77-A9120F41A29D}"/>
                </a:ext>
              </a:extLst>
            </p:cNvPr>
            <p:cNvSpPr/>
            <p:nvPr/>
          </p:nvSpPr>
          <p:spPr>
            <a:xfrm>
              <a:off x="6607887" y="4793601"/>
              <a:ext cx="997244" cy="635950"/>
            </a:xfrm>
            <a:prstGeom prst="ellipse">
              <a:avLst/>
            </a:prstGeom>
            <a:solidFill>
              <a:srgbClr val="A7C3DE"/>
            </a:solidFill>
            <a:ln w="1270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sz="1400"/>
            </a:p>
          </p:txBody>
        </p:sp>
        <p:sp>
          <p:nvSpPr>
            <p:cNvPr id="1028" name="任意形状 1027">
              <a:extLst>
                <a:ext uri="{FF2B5EF4-FFF2-40B4-BE49-F238E27FC236}">
                  <a16:creationId xmlns:a16="http://schemas.microsoft.com/office/drawing/2014/main" id="{D7FFFFEF-E2EB-2E08-6F24-D0D0BD1CB9D3}"/>
                </a:ext>
              </a:extLst>
            </p:cNvPr>
            <p:cNvSpPr/>
            <p:nvPr/>
          </p:nvSpPr>
          <p:spPr>
            <a:xfrm>
              <a:off x="6598353" y="4802969"/>
              <a:ext cx="48401" cy="136945"/>
            </a:xfrm>
            <a:custGeom>
              <a:avLst/>
              <a:gdLst>
                <a:gd name="connsiteX0" fmla="*/ 6844 w 60646"/>
                <a:gd name="connsiteY0" fmla="*/ 40274 h 171592"/>
                <a:gd name="connsiteX1" fmla="*/ 39102 w 60646"/>
                <a:gd name="connsiteY1" fmla="*/ 397 h 171592"/>
                <a:gd name="connsiteX2" fmla="*/ 42277 w 60646"/>
                <a:gd name="connsiteY2" fmla="*/ 171592 h 171592"/>
                <a:gd name="connsiteX3" fmla="*/ 6844 w 60646"/>
                <a:gd name="connsiteY3" fmla="*/ 40274 h 171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46" h="171592">
                  <a:moveTo>
                    <a:pt x="6844" y="40274"/>
                  </a:moveTo>
                  <a:cubicBezTo>
                    <a:pt x="15226" y="26304"/>
                    <a:pt x="16369" y="-3795"/>
                    <a:pt x="39102" y="397"/>
                  </a:cubicBezTo>
                  <a:cubicBezTo>
                    <a:pt x="71487" y="51197"/>
                    <a:pt x="62978" y="117744"/>
                    <a:pt x="42277" y="171592"/>
                  </a:cubicBezTo>
                  <a:cubicBezTo>
                    <a:pt x="-2046" y="147971"/>
                    <a:pt x="-6999" y="83709"/>
                    <a:pt x="6844" y="40274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33" name="任意形状 1032">
              <a:extLst>
                <a:ext uri="{FF2B5EF4-FFF2-40B4-BE49-F238E27FC236}">
                  <a16:creationId xmlns:a16="http://schemas.microsoft.com/office/drawing/2014/main" id="{E3BB703B-7095-7980-74E7-1D263283D9C4}"/>
                </a:ext>
              </a:extLst>
            </p:cNvPr>
            <p:cNvSpPr/>
            <p:nvPr/>
          </p:nvSpPr>
          <p:spPr>
            <a:xfrm>
              <a:off x="6661487" y="4532516"/>
              <a:ext cx="405831" cy="214516"/>
            </a:xfrm>
            <a:custGeom>
              <a:avLst/>
              <a:gdLst>
                <a:gd name="connsiteX0" fmla="*/ 263906 w 490854"/>
                <a:gd name="connsiteY0" fmla="*/ 12620 h 228138"/>
                <a:gd name="connsiteX1" fmla="*/ 490855 w 490854"/>
                <a:gd name="connsiteY1" fmla="*/ 2079 h 228138"/>
                <a:gd name="connsiteX2" fmla="*/ 298069 w 490854"/>
                <a:gd name="connsiteY2" fmla="*/ 47545 h 228138"/>
                <a:gd name="connsiteX3" fmla="*/ 23622 w 490854"/>
                <a:gd name="connsiteY3" fmla="*/ 228139 h 228138"/>
                <a:gd name="connsiteX4" fmla="*/ 0 w 490854"/>
                <a:gd name="connsiteY4" fmla="*/ 217724 h 228138"/>
                <a:gd name="connsiteX5" fmla="*/ 263906 w 490854"/>
                <a:gd name="connsiteY5" fmla="*/ 12620 h 22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0854" h="228138">
                  <a:moveTo>
                    <a:pt x="263906" y="12620"/>
                  </a:moveTo>
                  <a:cubicBezTo>
                    <a:pt x="338455" y="-3255"/>
                    <a:pt x="415163" y="-715"/>
                    <a:pt x="490855" y="2079"/>
                  </a:cubicBezTo>
                  <a:cubicBezTo>
                    <a:pt x="432181" y="37004"/>
                    <a:pt x="359537" y="19986"/>
                    <a:pt x="298069" y="47545"/>
                  </a:cubicBezTo>
                  <a:cubicBezTo>
                    <a:pt x="196596" y="88566"/>
                    <a:pt x="83058" y="129079"/>
                    <a:pt x="23622" y="228139"/>
                  </a:cubicBezTo>
                  <a:cubicBezTo>
                    <a:pt x="17780" y="225472"/>
                    <a:pt x="5969" y="220265"/>
                    <a:pt x="0" y="217724"/>
                  </a:cubicBezTo>
                  <a:cubicBezTo>
                    <a:pt x="52832" y="115236"/>
                    <a:pt x="151384" y="38020"/>
                    <a:pt x="263906" y="12620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34" name="任意形状 1033">
              <a:extLst>
                <a:ext uri="{FF2B5EF4-FFF2-40B4-BE49-F238E27FC236}">
                  <a16:creationId xmlns:a16="http://schemas.microsoft.com/office/drawing/2014/main" id="{1D7BA580-0E3E-5264-7414-A13DBC8F8FE5}"/>
                </a:ext>
              </a:extLst>
            </p:cNvPr>
            <p:cNvSpPr/>
            <p:nvPr/>
          </p:nvSpPr>
          <p:spPr>
            <a:xfrm>
              <a:off x="7331457" y="4758892"/>
              <a:ext cx="47109" cy="234337"/>
            </a:xfrm>
            <a:custGeom>
              <a:avLst/>
              <a:gdLst>
                <a:gd name="connsiteX0" fmla="*/ 1905 w 59027"/>
                <a:gd name="connsiteY0" fmla="*/ 0 h 293623"/>
                <a:gd name="connsiteX1" fmla="*/ 0 w 59027"/>
                <a:gd name="connsiteY1" fmla="*/ 293624 h 293623"/>
                <a:gd name="connsiteX2" fmla="*/ 1905 w 59027"/>
                <a:gd name="connsiteY2" fmla="*/ 0 h 29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027" h="293623">
                  <a:moveTo>
                    <a:pt x="1905" y="0"/>
                  </a:moveTo>
                  <a:cubicBezTo>
                    <a:pt x="74549" y="78740"/>
                    <a:pt x="82169" y="218567"/>
                    <a:pt x="0" y="293624"/>
                  </a:cubicBezTo>
                  <a:cubicBezTo>
                    <a:pt x="35560" y="199390"/>
                    <a:pt x="33909" y="94869"/>
                    <a:pt x="1905" y="0"/>
                  </a:cubicBezTo>
                  <a:close/>
                </a:path>
              </a:pathLst>
            </a:custGeom>
            <a:solidFill>
              <a:srgbClr val="92B2C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35" name="任意形状 1034">
              <a:extLst>
                <a:ext uri="{FF2B5EF4-FFF2-40B4-BE49-F238E27FC236}">
                  <a16:creationId xmlns:a16="http://schemas.microsoft.com/office/drawing/2014/main" id="{ECCC1175-108A-3563-B0E1-FA09CDCF0C65}"/>
                </a:ext>
              </a:extLst>
            </p:cNvPr>
            <p:cNvSpPr/>
            <p:nvPr/>
          </p:nvSpPr>
          <p:spPr>
            <a:xfrm>
              <a:off x="6660372" y="4994039"/>
              <a:ext cx="629629" cy="155226"/>
            </a:xfrm>
            <a:custGeom>
              <a:avLst/>
              <a:gdLst>
                <a:gd name="connsiteX0" fmla="*/ 0 w 788923"/>
                <a:gd name="connsiteY0" fmla="*/ 20828 h 194498"/>
                <a:gd name="connsiteX1" fmla="*/ 34798 w 788923"/>
                <a:gd name="connsiteY1" fmla="*/ 0 h 194498"/>
                <a:gd name="connsiteX2" fmla="*/ 254762 w 788923"/>
                <a:gd name="connsiteY2" fmla="*/ 93472 h 194498"/>
                <a:gd name="connsiteX3" fmla="*/ 584327 w 788923"/>
                <a:gd name="connsiteY3" fmla="*/ 102235 h 194498"/>
                <a:gd name="connsiteX4" fmla="*/ 788924 w 788923"/>
                <a:gd name="connsiteY4" fmla="*/ 31877 h 194498"/>
                <a:gd name="connsiteX5" fmla="*/ 538226 w 788923"/>
                <a:gd name="connsiteY5" fmla="*/ 188849 h 194498"/>
                <a:gd name="connsiteX6" fmla="*/ 113792 w 788923"/>
                <a:gd name="connsiteY6" fmla="*/ 121539 h 194498"/>
                <a:gd name="connsiteX7" fmla="*/ 0 w 788923"/>
                <a:gd name="connsiteY7" fmla="*/ 20828 h 19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923" h="194498">
                  <a:moveTo>
                    <a:pt x="0" y="20828"/>
                  </a:moveTo>
                  <a:cubicBezTo>
                    <a:pt x="8763" y="15621"/>
                    <a:pt x="26162" y="5207"/>
                    <a:pt x="34798" y="0"/>
                  </a:cubicBezTo>
                  <a:cubicBezTo>
                    <a:pt x="107823" y="31750"/>
                    <a:pt x="176403" y="75565"/>
                    <a:pt x="254762" y="93472"/>
                  </a:cubicBezTo>
                  <a:cubicBezTo>
                    <a:pt x="362585" y="119253"/>
                    <a:pt x="475107" y="115443"/>
                    <a:pt x="584327" y="102235"/>
                  </a:cubicBezTo>
                  <a:cubicBezTo>
                    <a:pt x="657479" y="95123"/>
                    <a:pt x="721741" y="57785"/>
                    <a:pt x="788924" y="31877"/>
                  </a:cubicBezTo>
                  <a:cubicBezTo>
                    <a:pt x="736981" y="120142"/>
                    <a:pt x="637032" y="172593"/>
                    <a:pt x="538226" y="188849"/>
                  </a:cubicBezTo>
                  <a:cubicBezTo>
                    <a:pt x="395097" y="202565"/>
                    <a:pt x="241173" y="195326"/>
                    <a:pt x="113792" y="121539"/>
                  </a:cubicBezTo>
                  <a:cubicBezTo>
                    <a:pt x="68961" y="96647"/>
                    <a:pt x="32893" y="59563"/>
                    <a:pt x="0" y="20828"/>
                  </a:cubicBezTo>
                  <a:close/>
                </a:path>
              </a:pathLst>
            </a:custGeom>
            <a:solidFill>
              <a:srgbClr val="E3EFF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 dirty="0"/>
            </a:p>
          </p:txBody>
        </p:sp>
        <p:sp>
          <p:nvSpPr>
            <p:cNvPr id="1036" name="任意形状 1035">
              <a:extLst>
                <a:ext uri="{FF2B5EF4-FFF2-40B4-BE49-F238E27FC236}">
                  <a16:creationId xmlns:a16="http://schemas.microsoft.com/office/drawing/2014/main" id="{632DA281-52ED-2A41-811E-711602364CD7}"/>
                </a:ext>
              </a:extLst>
            </p:cNvPr>
            <p:cNvSpPr/>
            <p:nvPr/>
          </p:nvSpPr>
          <p:spPr>
            <a:xfrm>
              <a:off x="6773790" y="5172631"/>
              <a:ext cx="480128" cy="334434"/>
            </a:xfrm>
            <a:custGeom>
              <a:avLst/>
              <a:gdLst>
                <a:gd name="connsiteX0" fmla="*/ 0 w 601599"/>
                <a:gd name="connsiteY0" fmla="*/ 20066 h 419045"/>
                <a:gd name="connsiteX1" fmla="*/ 63246 w 601599"/>
                <a:gd name="connsiteY1" fmla="*/ 0 h 419045"/>
                <a:gd name="connsiteX2" fmla="*/ 515239 w 601599"/>
                <a:gd name="connsiteY2" fmla="*/ 1270 h 419045"/>
                <a:gd name="connsiteX3" fmla="*/ 575945 w 601599"/>
                <a:gd name="connsiteY3" fmla="*/ 114300 h 419045"/>
                <a:gd name="connsiteX4" fmla="*/ 601599 w 601599"/>
                <a:gd name="connsiteY4" fmla="*/ 314071 h 419045"/>
                <a:gd name="connsiteX5" fmla="*/ 513334 w 601599"/>
                <a:gd name="connsiteY5" fmla="*/ 416814 h 419045"/>
                <a:gd name="connsiteX6" fmla="*/ 52324 w 601599"/>
                <a:gd name="connsiteY6" fmla="*/ 417068 h 419045"/>
                <a:gd name="connsiteX7" fmla="*/ 3556 w 601599"/>
                <a:gd name="connsiteY7" fmla="*/ 361696 h 419045"/>
                <a:gd name="connsiteX8" fmla="*/ 3937 w 601599"/>
                <a:gd name="connsiteY8" fmla="*/ 247142 h 419045"/>
                <a:gd name="connsiteX9" fmla="*/ 37084 w 601599"/>
                <a:gd name="connsiteY9" fmla="*/ 115443 h 419045"/>
                <a:gd name="connsiteX10" fmla="*/ 0 w 601599"/>
                <a:gd name="connsiteY10" fmla="*/ 20066 h 419045"/>
                <a:gd name="connsiteX11" fmla="*/ 294132 w 601599"/>
                <a:gd name="connsiteY11" fmla="*/ 111125 h 419045"/>
                <a:gd name="connsiteX12" fmla="*/ 249047 w 601599"/>
                <a:gd name="connsiteY12" fmla="*/ 166243 h 419045"/>
                <a:gd name="connsiteX13" fmla="*/ 291973 w 601599"/>
                <a:gd name="connsiteY13" fmla="*/ 253492 h 419045"/>
                <a:gd name="connsiteX14" fmla="*/ 404495 w 601599"/>
                <a:gd name="connsiteY14" fmla="*/ 204343 h 419045"/>
                <a:gd name="connsiteX15" fmla="*/ 294132 w 601599"/>
                <a:gd name="connsiteY15" fmla="*/ 111125 h 41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01599" h="419045">
                  <a:moveTo>
                    <a:pt x="0" y="20066"/>
                  </a:moveTo>
                  <a:cubicBezTo>
                    <a:pt x="21082" y="13462"/>
                    <a:pt x="42164" y="6604"/>
                    <a:pt x="63246" y="0"/>
                  </a:cubicBezTo>
                  <a:cubicBezTo>
                    <a:pt x="208280" y="47625"/>
                    <a:pt x="369062" y="40386"/>
                    <a:pt x="515239" y="1270"/>
                  </a:cubicBezTo>
                  <a:cubicBezTo>
                    <a:pt x="553339" y="25908"/>
                    <a:pt x="568452" y="71755"/>
                    <a:pt x="575945" y="114300"/>
                  </a:cubicBezTo>
                  <a:cubicBezTo>
                    <a:pt x="586994" y="180594"/>
                    <a:pt x="598424" y="246888"/>
                    <a:pt x="601599" y="314071"/>
                  </a:cubicBezTo>
                  <a:cubicBezTo>
                    <a:pt x="570865" y="347091"/>
                    <a:pt x="541528" y="381508"/>
                    <a:pt x="513334" y="416814"/>
                  </a:cubicBezTo>
                  <a:cubicBezTo>
                    <a:pt x="359664" y="418465"/>
                    <a:pt x="205867" y="420751"/>
                    <a:pt x="52324" y="417068"/>
                  </a:cubicBezTo>
                  <a:cubicBezTo>
                    <a:pt x="32893" y="402590"/>
                    <a:pt x="3810" y="389763"/>
                    <a:pt x="3556" y="361696"/>
                  </a:cubicBezTo>
                  <a:cubicBezTo>
                    <a:pt x="381" y="323596"/>
                    <a:pt x="3048" y="285242"/>
                    <a:pt x="3937" y="247142"/>
                  </a:cubicBezTo>
                  <a:cubicBezTo>
                    <a:pt x="19685" y="204724"/>
                    <a:pt x="37846" y="161544"/>
                    <a:pt x="37084" y="115443"/>
                  </a:cubicBezTo>
                  <a:cubicBezTo>
                    <a:pt x="38735" y="79629"/>
                    <a:pt x="16002" y="49911"/>
                    <a:pt x="0" y="20066"/>
                  </a:cubicBezTo>
                  <a:moveTo>
                    <a:pt x="294132" y="111125"/>
                  </a:moveTo>
                  <a:cubicBezTo>
                    <a:pt x="272923" y="122555"/>
                    <a:pt x="256286" y="143129"/>
                    <a:pt x="249047" y="166243"/>
                  </a:cubicBezTo>
                  <a:cubicBezTo>
                    <a:pt x="242062" y="201168"/>
                    <a:pt x="265176" y="233807"/>
                    <a:pt x="291973" y="253492"/>
                  </a:cubicBezTo>
                  <a:cubicBezTo>
                    <a:pt x="334264" y="276225"/>
                    <a:pt x="395351" y="254000"/>
                    <a:pt x="404495" y="204343"/>
                  </a:cubicBezTo>
                  <a:cubicBezTo>
                    <a:pt x="424561" y="143129"/>
                    <a:pt x="352171" y="79502"/>
                    <a:pt x="294132" y="111125"/>
                  </a:cubicBez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37" name="任意形状 1036">
              <a:extLst>
                <a:ext uri="{FF2B5EF4-FFF2-40B4-BE49-F238E27FC236}">
                  <a16:creationId xmlns:a16="http://schemas.microsoft.com/office/drawing/2014/main" id="{C2F5FF72-C67C-BCC1-269A-4B44E0C88A84}"/>
                </a:ext>
              </a:extLst>
            </p:cNvPr>
            <p:cNvSpPr/>
            <p:nvPr/>
          </p:nvSpPr>
          <p:spPr>
            <a:xfrm>
              <a:off x="6519992" y="5197767"/>
              <a:ext cx="263563" cy="309342"/>
            </a:xfrm>
            <a:custGeom>
              <a:avLst/>
              <a:gdLst>
                <a:gd name="connsiteX0" fmla="*/ 0 w 330244"/>
                <a:gd name="connsiteY0" fmla="*/ 383032 h 387604"/>
                <a:gd name="connsiteX1" fmla="*/ 290576 w 330244"/>
                <a:gd name="connsiteY1" fmla="*/ 0 h 387604"/>
                <a:gd name="connsiteX2" fmla="*/ 328422 w 330244"/>
                <a:gd name="connsiteY2" fmla="*/ 101727 h 387604"/>
                <a:gd name="connsiteX3" fmla="*/ 219202 w 330244"/>
                <a:gd name="connsiteY3" fmla="*/ 387604 h 387604"/>
                <a:gd name="connsiteX4" fmla="*/ 0 w 330244"/>
                <a:gd name="connsiteY4" fmla="*/ 383032 h 387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0244" h="387604">
                  <a:moveTo>
                    <a:pt x="0" y="383032"/>
                  </a:moveTo>
                  <a:cubicBezTo>
                    <a:pt x="71755" y="240411"/>
                    <a:pt x="141859" y="78359"/>
                    <a:pt x="290576" y="0"/>
                  </a:cubicBezTo>
                  <a:cubicBezTo>
                    <a:pt x="313436" y="28702"/>
                    <a:pt x="337058" y="62865"/>
                    <a:pt x="328422" y="101727"/>
                  </a:cubicBezTo>
                  <a:cubicBezTo>
                    <a:pt x="311150" y="203454"/>
                    <a:pt x="251206" y="290576"/>
                    <a:pt x="219202" y="387604"/>
                  </a:cubicBezTo>
                  <a:cubicBezTo>
                    <a:pt x="146177" y="382651"/>
                    <a:pt x="73025" y="389509"/>
                    <a:pt x="0" y="383032"/>
                  </a:cubicBez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0" name="任意形状 1039">
              <a:extLst>
                <a:ext uri="{FF2B5EF4-FFF2-40B4-BE49-F238E27FC236}">
                  <a16:creationId xmlns:a16="http://schemas.microsoft.com/office/drawing/2014/main" id="{1D01E72C-92EB-F5D6-6B2F-2BC3203D6653}"/>
                </a:ext>
              </a:extLst>
            </p:cNvPr>
            <p:cNvSpPr/>
            <p:nvPr/>
          </p:nvSpPr>
          <p:spPr>
            <a:xfrm>
              <a:off x="7232430" y="5181549"/>
              <a:ext cx="340964" cy="239617"/>
            </a:xfrm>
            <a:custGeom>
              <a:avLst/>
              <a:gdLst>
                <a:gd name="connsiteX0" fmla="*/ 167894 w 427227"/>
                <a:gd name="connsiteY0" fmla="*/ 100965 h 300240"/>
                <a:gd name="connsiteX1" fmla="*/ 267970 w 427227"/>
                <a:gd name="connsiteY1" fmla="*/ 0 h 300240"/>
                <a:gd name="connsiteX2" fmla="*/ 427228 w 427227"/>
                <a:gd name="connsiteY2" fmla="*/ 114554 h 300240"/>
                <a:gd name="connsiteX3" fmla="*/ 184277 w 427227"/>
                <a:gd name="connsiteY3" fmla="*/ 295275 h 300240"/>
                <a:gd name="connsiteX4" fmla="*/ 50419 w 427227"/>
                <a:gd name="connsiteY4" fmla="*/ 267716 h 300240"/>
                <a:gd name="connsiteX5" fmla="*/ 0 w 427227"/>
                <a:gd name="connsiteY5" fmla="*/ 18796 h 300240"/>
                <a:gd name="connsiteX6" fmla="*/ 128397 w 427227"/>
                <a:gd name="connsiteY6" fmla="*/ 97028 h 300240"/>
                <a:gd name="connsiteX7" fmla="*/ 112014 w 427227"/>
                <a:gd name="connsiteY7" fmla="*/ 121666 h 300240"/>
                <a:gd name="connsiteX8" fmla="*/ 167894 w 427227"/>
                <a:gd name="connsiteY8" fmla="*/ 100965 h 30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7227" h="300240">
                  <a:moveTo>
                    <a:pt x="167894" y="100965"/>
                  </a:moveTo>
                  <a:cubicBezTo>
                    <a:pt x="206121" y="72263"/>
                    <a:pt x="235966" y="34925"/>
                    <a:pt x="267970" y="0"/>
                  </a:cubicBezTo>
                  <a:cubicBezTo>
                    <a:pt x="301498" y="58547"/>
                    <a:pt x="357505" y="108204"/>
                    <a:pt x="427228" y="114554"/>
                  </a:cubicBezTo>
                  <a:cubicBezTo>
                    <a:pt x="361569" y="191643"/>
                    <a:pt x="283591" y="265938"/>
                    <a:pt x="184277" y="295275"/>
                  </a:cubicBezTo>
                  <a:cubicBezTo>
                    <a:pt x="137541" y="311023"/>
                    <a:pt x="92202" y="285877"/>
                    <a:pt x="50419" y="267716"/>
                  </a:cubicBezTo>
                  <a:cubicBezTo>
                    <a:pt x="37719" y="184150"/>
                    <a:pt x="37592" y="96266"/>
                    <a:pt x="0" y="18796"/>
                  </a:cubicBezTo>
                  <a:cubicBezTo>
                    <a:pt x="43307" y="43942"/>
                    <a:pt x="85725" y="70612"/>
                    <a:pt x="128397" y="97028"/>
                  </a:cubicBezTo>
                  <a:cubicBezTo>
                    <a:pt x="124333" y="103251"/>
                    <a:pt x="116205" y="115443"/>
                    <a:pt x="112014" y="121666"/>
                  </a:cubicBezTo>
                  <a:cubicBezTo>
                    <a:pt x="134493" y="130937"/>
                    <a:pt x="151638" y="112268"/>
                    <a:pt x="167894" y="100965"/>
                  </a:cubicBez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1" name="任意形状 1040">
              <a:extLst>
                <a:ext uri="{FF2B5EF4-FFF2-40B4-BE49-F238E27FC236}">
                  <a16:creationId xmlns:a16="http://schemas.microsoft.com/office/drawing/2014/main" id="{404AF5A4-B29C-A284-EED0-4E7869982F2D}"/>
                </a:ext>
              </a:extLst>
            </p:cNvPr>
            <p:cNvSpPr/>
            <p:nvPr/>
          </p:nvSpPr>
          <p:spPr>
            <a:xfrm>
              <a:off x="6680340" y="4537323"/>
              <a:ext cx="651255" cy="546528"/>
            </a:xfrm>
            <a:custGeom>
              <a:avLst/>
              <a:gdLst>
                <a:gd name="connsiteX0" fmla="*/ 467233 w 816020"/>
                <a:gd name="connsiteY0" fmla="*/ 0 h 648093"/>
                <a:gd name="connsiteX1" fmla="*/ 708152 w 816020"/>
                <a:gd name="connsiteY1" fmla="*/ 115316 h 648093"/>
                <a:gd name="connsiteX2" fmla="*/ 769620 w 816020"/>
                <a:gd name="connsiteY2" fmla="*/ 565150 h 648093"/>
                <a:gd name="connsiteX3" fmla="*/ 763905 w 816020"/>
                <a:gd name="connsiteY3" fmla="*/ 567436 h 648093"/>
                <a:gd name="connsiteX4" fmla="*/ 559308 w 816020"/>
                <a:gd name="connsiteY4" fmla="*/ 637794 h 648093"/>
                <a:gd name="connsiteX5" fmla="*/ 229743 w 816020"/>
                <a:gd name="connsiteY5" fmla="*/ 629031 h 648093"/>
                <a:gd name="connsiteX6" fmla="*/ 9779 w 816020"/>
                <a:gd name="connsiteY6" fmla="*/ 535559 h 648093"/>
                <a:gd name="connsiteX7" fmla="*/ 40132 w 816020"/>
                <a:gd name="connsiteY7" fmla="*/ 309245 h 648093"/>
                <a:gd name="connsiteX8" fmla="*/ 0 w 816020"/>
                <a:gd name="connsiteY8" fmla="*/ 226060 h 648093"/>
                <a:gd name="connsiteX9" fmla="*/ 274447 w 816020"/>
                <a:gd name="connsiteY9" fmla="*/ 45466 h 648093"/>
                <a:gd name="connsiteX10" fmla="*/ 467233 w 816020"/>
                <a:gd name="connsiteY10" fmla="*/ 0 h 648093"/>
                <a:gd name="connsiteX11" fmla="*/ 268351 w 816020"/>
                <a:gd name="connsiteY11" fmla="*/ 193929 h 648093"/>
                <a:gd name="connsiteX12" fmla="*/ 132334 w 816020"/>
                <a:gd name="connsiteY12" fmla="*/ 290703 h 648093"/>
                <a:gd name="connsiteX13" fmla="*/ 138557 w 816020"/>
                <a:gd name="connsiteY13" fmla="*/ 505714 h 648093"/>
                <a:gd name="connsiteX14" fmla="*/ 329692 w 816020"/>
                <a:gd name="connsiteY14" fmla="*/ 599186 h 648093"/>
                <a:gd name="connsiteX15" fmla="*/ 664210 w 816020"/>
                <a:gd name="connsiteY15" fmla="*/ 561848 h 648093"/>
                <a:gd name="connsiteX16" fmla="*/ 715899 w 816020"/>
                <a:gd name="connsiteY16" fmla="*/ 258191 h 648093"/>
                <a:gd name="connsiteX17" fmla="*/ 519811 w 816020"/>
                <a:gd name="connsiteY17" fmla="*/ 186690 h 648093"/>
                <a:gd name="connsiteX18" fmla="*/ 268351 w 816020"/>
                <a:gd name="connsiteY18" fmla="*/ 193929 h 648093"/>
                <a:gd name="connsiteX0" fmla="*/ 467233 w 816020"/>
                <a:gd name="connsiteY0" fmla="*/ 0 h 648093"/>
                <a:gd name="connsiteX1" fmla="*/ 708152 w 816020"/>
                <a:gd name="connsiteY1" fmla="*/ 115316 h 648093"/>
                <a:gd name="connsiteX2" fmla="*/ 769620 w 816020"/>
                <a:gd name="connsiteY2" fmla="*/ 565150 h 648093"/>
                <a:gd name="connsiteX3" fmla="*/ 763905 w 816020"/>
                <a:gd name="connsiteY3" fmla="*/ 567436 h 648093"/>
                <a:gd name="connsiteX4" fmla="*/ 559308 w 816020"/>
                <a:gd name="connsiteY4" fmla="*/ 637794 h 648093"/>
                <a:gd name="connsiteX5" fmla="*/ 229743 w 816020"/>
                <a:gd name="connsiteY5" fmla="*/ 629031 h 648093"/>
                <a:gd name="connsiteX6" fmla="*/ 9779 w 816020"/>
                <a:gd name="connsiteY6" fmla="*/ 535559 h 648093"/>
                <a:gd name="connsiteX7" fmla="*/ 40132 w 816020"/>
                <a:gd name="connsiteY7" fmla="*/ 309245 h 648093"/>
                <a:gd name="connsiteX8" fmla="*/ 0 w 816020"/>
                <a:gd name="connsiteY8" fmla="*/ 226060 h 648093"/>
                <a:gd name="connsiteX9" fmla="*/ 274447 w 816020"/>
                <a:gd name="connsiteY9" fmla="*/ 45466 h 648093"/>
                <a:gd name="connsiteX10" fmla="*/ 467233 w 816020"/>
                <a:gd name="connsiteY10" fmla="*/ 0 h 648093"/>
                <a:gd name="connsiteX11" fmla="*/ 268351 w 816020"/>
                <a:gd name="connsiteY11" fmla="*/ 193929 h 648093"/>
                <a:gd name="connsiteX12" fmla="*/ 132334 w 816020"/>
                <a:gd name="connsiteY12" fmla="*/ 290703 h 648093"/>
                <a:gd name="connsiteX13" fmla="*/ 303215 w 816020"/>
                <a:gd name="connsiteY13" fmla="*/ 434291 h 648093"/>
                <a:gd name="connsiteX14" fmla="*/ 329692 w 816020"/>
                <a:gd name="connsiteY14" fmla="*/ 599186 h 648093"/>
                <a:gd name="connsiteX15" fmla="*/ 664210 w 816020"/>
                <a:gd name="connsiteY15" fmla="*/ 561848 h 648093"/>
                <a:gd name="connsiteX16" fmla="*/ 715899 w 816020"/>
                <a:gd name="connsiteY16" fmla="*/ 258191 h 648093"/>
                <a:gd name="connsiteX17" fmla="*/ 519811 w 816020"/>
                <a:gd name="connsiteY17" fmla="*/ 186690 h 648093"/>
                <a:gd name="connsiteX18" fmla="*/ 268351 w 816020"/>
                <a:gd name="connsiteY18" fmla="*/ 193929 h 648093"/>
                <a:gd name="connsiteX0" fmla="*/ 467233 w 816020"/>
                <a:gd name="connsiteY0" fmla="*/ 0 h 648093"/>
                <a:gd name="connsiteX1" fmla="*/ 708152 w 816020"/>
                <a:gd name="connsiteY1" fmla="*/ 115316 h 648093"/>
                <a:gd name="connsiteX2" fmla="*/ 769620 w 816020"/>
                <a:gd name="connsiteY2" fmla="*/ 565150 h 648093"/>
                <a:gd name="connsiteX3" fmla="*/ 763905 w 816020"/>
                <a:gd name="connsiteY3" fmla="*/ 567436 h 648093"/>
                <a:gd name="connsiteX4" fmla="*/ 559308 w 816020"/>
                <a:gd name="connsiteY4" fmla="*/ 637794 h 648093"/>
                <a:gd name="connsiteX5" fmla="*/ 229743 w 816020"/>
                <a:gd name="connsiteY5" fmla="*/ 629031 h 648093"/>
                <a:gd name="connsiteX6" fmla="*/ 9779 w 816020"/>
                <a:gd name="connsiteY6" fmla="*/ 535559 h 648093"/>
                <a:gd name="connsiteX7" fmla="*/ 40132 w 816020"/>
                <a:gd name="connsiteY7" fmla="*/ 309245 h 648093"/>
                <a:gd name="connsiteX8" fmla="*/ 0 w 816020"/>
                <a:gd name="connsiteY8" fmla="*/ 226060 h 648093"/>
                <a:gd name="connsiteX9" fmla="*/ 274447 w 816020"/>
                <a:gd name="connsiteY9" fmla="*/ 45466 h 648093"/>
                <a:gd name="connsiteX10" fmla="*/ 467233 w 816020"/>
                <a:gd name="connsiteY10" fmla="*/ 0 h 648093"/>
                <a:gd name="connsiteX11" fmla="*/ 268351 w 816020"/>
                <a:gd name="connsiteY11" fmla="*/ 193929 h 648093"/>
                <a:gd name="connsiteX12" fmla="*/ 221523 w 816020"/>
                <a:gd name="connsiteY12" fmla="*/ 336154 h 648093"/>
                <a:gd name="connsiteX13" fmla="*/ 303215 w 816020"/>
                <a:gd name="connsiteY13" fmla="*/ 434291 h 648093"/>
                <a:gd name="connsiteX14" fmla="*/ 329692 w 816020"/>
                <a:gd name="connsiteY14" fmla="*/ 599186 h 648093"/>
                <a:gd name="connsiteX15" fmla="*/ 664210 w 816020"/>
                <a:gd name="connsiteY15" fmla="*/ 561848 h 648093"/>
                <a:gd name="connsiteX16" fmla="*/ 715899 w 816020"/>
                <a:gd name="connsiteY16" fmla="*/ 258191 h 648093"/>
                <a:gd name="connsiteX17" fmla="*/ 519811 w 816020"/>
                <a:gd name="connsiteY17" fmla="*/ 186690 h 648093"/>
                <a:gd name="connsiteX18" fmla="*/ 268351 w 816020"/>
                <a:gd name="connsiteY18" fmla="*/ 193929 h 648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6020" h="648093">
                  <a:moveTo>
                    <a:pt x="467233" y="0"/>
                  </a:moveTo>
                  <a:cubicBezTo>
                    <a:pt x="557530" y="9906"/>
                    <a:pt x="645668" y="48514"/>
                    <a:pt x="708152" y="115316"/>
                  </a:cubicBezTo>
                  <a:cubicBezTo>
                    <a:pt x="820039" y="231902"/>
                    <a:pt x="852297" y="423545"/>
                    <a:pt x="769620" y="565150"/>
                  </a:cubicBezTo>
                  <a:lnTo>
                    <a:pt x="763905" y="567436"/>
                  </a:lnTo>
                  <a:cubicBezTo>
                    <a:pt x="696722" y="593344"/>
                    <a:pt x="632460" y="630682"/>
                    <a:pt x="559308" y="637794"/>
                  </a:cubicBezTo>
                  <a:cubicBezTo>
                    <a:pt x="450088" y="651002"/>
                    <a:pt x="337566" y="654812"/>
                    <a:pt x="229743" y="629031"/>
                  </a:cubicBezTo>
                  <a:cubicBezTo>
                    <a:pt x="151384" y="611124"/>
                    <a:pt x="82804" y="567309"/>
                    <a:pt x="9779" y="535559"/>
                  </a:cubicBezTo>
                  <a:cubicBezTo>
                    <a:pt x="55118" y="469900"/>
                    <a:pt x="53467" y="384683"/>
                    <a:pt x="40132" y="309245"/>
                  </a:cubicBezTo>
                  <a:cubicBezTo>
                    <a:pt x="35814" y="277876"/>
                    <a:pt x="18923" y="250698"/>
                    <a:pt x="0" y="226060"/>
                  </a:cubicBezTo>
                  <a:cubicBezTo>
                    <a:pt x="59436" y="127000"/>
                    <a:pt x="172974" y="86487"/>
                    <a:pt x="274447" y="45466"/>
                  </a:cubicBezTo>
                  <a:cubicBezTo>
                    <a:pt x="335915" y="17907"/>
                    <a:pt x="408559" y="34925"/>
                    <a:pt x="467233" y="0"/>
                  </a:cubicBezTo>
                  <a:moveTo>
                    <a:pt x="268351" y="193929"/>
                  </a:moveTo>
                  <a:cubicBezTo>
                    <a:pt x="211328" y="202438"/>
                    <a:pt x="245526" y="282306"/>
                    <a:pt x="221523" y="336154"/>
                  </a:cubicBezTo>
                  <a:cubicBezTo>
                    <a:pt x="195869" y="404861"/>
                    <a:pt x="269814" y="367997"/>
                    <a:pt x="303215" y="434291"/>
                  </a:cubicBezTo>
                  <a:cubicBezTo>
                    <a:pt x="341188" y="500712"/>
                    <a:pt x="258191" y="595376"/>
                    <a:pt x="329692" y="599186"/>
                  </a:cubicBezTo>
                  <a:cubicBezTo>
                    <a:pt x="441579" y="600329"/>
                    <a:pt x="559943" y="610489"/>
                    <a:pt x="664210" y="561848"/>
                  </a:cubicBezTo>
                  <a:cubicBezTo>
                    <a:pt x="773430" y="506984"/>
                    <a:pt x="785876" y="348742"/>
                    <a:pt x="715899" y="258191"/>
                  </a:cubicBezTo>
                  <a:cubicBezTo>
                    <a:pt x="669290" y="200660"/>
                    <a:pt x="590296" y="185039"/>
                    <a:pt x="519811" y="186690"/>
                  </a:cubicBezTo>
                  <a:lnTo>
                    <a:pt x="268351" y="193929"/>
                  </a:ln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4" name="任意形状 1043">
              <a:extLst>
                <a:ext uri="{FF2B5EF4-FFF2-40B4-BE49-F238E27FC236}">
                  <a16:creationId xmlns:a16="http://schemas.microsoft.com/office/drawing/2014/main" id="{CAA0FEB4-C367-5140-E464-D1AB070DAF45}"/>
                </a:ext>
              </a:extLst>
            </p:cNvPr>
            <p:cNvSpPr/>
            <p:nvPr/>
          </p:nvSpPr>
          <p:spPr>
            <a:xfrm>
              <a:off x="6971545" y="5254620"/>
              <a:ext cx="127794" cy="127442"/>
            </a:xfrm>
            <a:custGeom>
              <a:avLst/>
              <a:gdLst>
                <a:gd name="connsiteX0" fmla="*/ 46346 w 160125"/>
                <a:gd name="connsiteY0" fmla="*/ 8390 h 159684"/>
                <a:gd name="connsiteX1" fmla="*/ 156709 w 160125"/>
                <a:gd name="connsiteY1" fmla="*/ 101608 h 159684"/>
                <a:gd name="connsiteX2" fmla="*/ 44187 w 160125"/>
                <a:gd name="connsiteY2" fmla="*/ 150757 h 159684"/>
                <a:gd name="connsiteX3" fmla="*/ 1261 w 160125"/>
                <a:gd name="connsiteY3" fmla="*/ 63508 h 159684"/>
                <a:gd name="connsiteX4" fmla="*/ 46346 w 160125"/>
                <a:gd name="connsiteY4" fmla="*/ 8390 h 15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25" h="159684">
                  <a:moveTo>
                    <a:pt x="46346" y="8390"/>
                  </a:moveTo>
                  <a:cubicBezTo>
                    <a:pt x="104385" y="-23233"/>
                    <a:pt x="176775" y="40394"/>
                    <a:pt x="156709" y="101608"/>
                  </a:cubicBezTo>
                  <a:cubicBezTo>
                    <a:pt x="147565" y="151265"/>
                    <a:pt x="86478" y="173490"/>
                    <a:pt x="44187" y="150757"/>
                  </a:cubicBezTo>
                  <a:cubicBezTo>
                    <a:pt x="17390" y="131072"/>
                    <a:pt x="-5725" y="98433"/>
                    <a:pt x="1261" y="63508"/>
                  </a:cubicBezTo>
                  <a:cubicBezTo>
                    <a:pt x="8500" y="40394"/>
                    <a:pt x="25137" y="19820"/>
                    <a:pt x="46346" y="8390"/>
                  </a:cubicBezTo>
                  <a:close/>
                </a:path>
              </a:pathLst>
            </a:custGeom>
            <a:solidFill>
              <a:srgbClr val="4FBFE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6" name="圆角矩形 4248">
              <a:extLst>
                <a:ext uri="{FF2B5EF4-FFF2-40B4-BE49-F238E27FC236}">
                  <a16:creationId xmlns:a16="http://schemas.microsoft.com/office/drawing/2014/main" id="{DD9B73DD-5AAD-2AF0-9D5B-7F3B805F43DE}"/>
                </a:ext>
              </a:extLst>
            </p:cNvPr>
            <p:cNvSpPr/>
            <p:nvPr/>
          </p:nvSpPr>
          <p:spPr>
            <a:xfrm>
              <a:off x="6785637" y="4672322"/>
              <a:ext cx="534714" cy="383366"/>
            </a:xfrm>
            <a:custGeom>
              <a:avLst/>
              <a:gdLst>
                <a:gd name="connsiteX0" fmla="*/ 0 w 490416"/>
                <a:gd name="connsiteY0" fmla="*/ 189010 h 378019"/>
                <a:gd name="connsiteX1" fmla="*/ 189010 w 490416"/>
                <a:gd name="connsiteY1" fmla="*/ 0 h 378019"/>
                <a:gd name="connsiteX2" fmla="*/ 301407 w 490416"/>
                <a:gd name="connsiteY2" fmla="*/ 0 h 378019"/>
                <a:gd name="connsiteX3" fmla="*/ 490417 w 490416"/>
                <a:gd name="connsiteY3" fmla="*/ 189010 h 378019"/>
                <a:gd name="connsiteX4" fmla="*/ 490416 w 490416"/>
                <a:gd name="connsiteY4" fmla="*/ 189010 h 378019"/>
                <a:gd name="connsiteX5" fmla="*/ 301406 w 490416"/>
                <a:gd name="connsiteY5" fmla="*/ 378020 h 378019"/>
                <a:gd name="connsiteX6" fmla="*/ 189010 w 490416"/>
                <a:gd name="connsiteY6" fmla="*/ 378019 h 378019"/>
                <a:gd name="connsiteX7" fmla="*/ 0 w 490416"/>
                <a:gd name="connsiteY7" fmla="*/ 189009 h 378019"/>
                <a:gd name="connsiteX8" fmla="*/ 0 w 490416"/>
                <a:gd name="connsiteY8" fmla="*/ 189010 h 378019"/>
                <a:gd name="connsiteX0" fmla="*/ 0 w 490417"/>
                <a:gd name="connsiteY0" fmla="*/ 189010 h 394061"/>
                <a:gd name="connsiteX1" fmla="*/ 189010 w 490417"/>
                <a:gd name="connsiteY1" fmla="*/ 0 h 394061"/>
                <a:gd name="connsiteX2" fmla="*/ 301407 w 490417"/>
                <a:gd name="connsiteY2" fmla="*/ 0 h 394061"/>
                <a:gd name="connsiteX3" fmla="*/ 490417 w 490417"/>
                <a:gd name="connsiteY3" fmla="*/ 189010 h 394061"/>
                <a:gd name="connsiteX4" fmla="*/ 490416 w 490417"/>
                <a:gd name="connsiteY4" fmla="*/ 189010 h 394061"/>
                <a:gd name="connsiteX5" fmla="*/ 301406 w 490417"/>
                <a:gd name="connsiteY5" fmla="*/ 378020 h 394061"/>
                <a:gd name="connsiteX6" fmla="*/ 221095 w 490417"/>
                <a:gd name="connsiteY6" fmla="*/ 394061 h 394061"/>
                <a:gd name="connsiteX7" fmla="*/ 0 w 490417"/>
                <a:gd name="connsiteY7" fmla="*/ 189009 h 394061"/>
                <a:gd name="connsiteX8" fmla="*/ 0 w 490417"/>
                <a:gd name="connsiteY8" fmla="*/ 189010 h 394061"/>
                <a:gd name="connsiteX0" fmla="*/ 0 w 522500"/>
                <a:gd name="connsiteY0" fmla="*/ 189010 h 394061"/>
                <a:gd name="connsiteX1" fmla="*/ 189010 w 522500"/>
                <a:gd name="connsiteY1" fmla="*/ 0 h 394061"/>
                <a:gd name="connsiteX2" fmla="*/ 301407 w 522500"/>
                <a:gd name="connsiteY2" fmla="*/ 0 h 394061"/>
                <a:gd name="connsiteX3" fmla="*/ 490417 w 522500"/>
                <a:gd name="connsiteY3" fmla="*/ 189010 h 394061"/>
                <a:gd name="connsiteX4" fmla="*/ 522500 w 522500"/>
                <a:gd name="connsiteY4" fmla="*/ 124841 h 394061"/>
                <a:gd name="connsiteX5" fmla="*/ 301406 w 522500"/>
                <a:gd name="connsiteY5" fmla="*/ 378020 h 394061"/>
                <a:gd name="connsiteX6" fmla="*/ 221095 w 522500"/>
                <a:gd name="connsiteY6" fmla="*/ 394061 h 394061"/>
                <a:gd name="connsiteX7" fmla="*/ 0 w 522500"/>
                <a:gd name="connsiteY7" fmla="*/ 189009 h 394061"/>
                <a:gd name="connsiteX8" fmla="*/ 0 w 522500"/>
                <a:gd name="connsiteY8" fmla="*/ 189010 h 394061"/>
                <a:gd name="connsiteX0" fmla="*/ 0 w 522500"/>
                <a:gd name="connsiteY0" fmla="*/ 189010 h 394061"/>
                <a:gd name="connsiteX1" fmla="*/ 189010 w 522500"/>
                <a:gd name="connsiteY1" fmla="*/ 0 h 394061"/>
                <a:gd name="connsiteX2" fmla="*/ 301407 w 522500"/>
                <a:gd name="connsiteY2" fmla="*/ 0 h 394061"/>
                <a:gd name="connsiteX3" fmla="*/ 517154 w 522500"/>
                <a:gd name="connsiteY3" fmla="*/ 103453 h 394061"/>
                <a:gd name="connsiteX4" fmla="*/ 522500 w 522500"/>
                <a:gd name="connsiteY4" fmla="*/ 124841 h 394061"/>
                <a:gd name="connsiteX5" fmla="*/ 301406 w 522500"/>
                <a:gd name="connsiteY5" fmla="*/ 378020 h 394061"/>
                <a:gd name="connsiteX6" fmla="*/ 221095 w 522500"/>
                <a:gd name="connsiteY6" fmla="*/ 394061 h 394061"/>
                <a:gd name="connsiteX7" fmla="*/ 0 w 522500"/>
                <a:gd name="connsiteY7" fmla="*/ 189009 h 394061"/>
                <a:gd name="connsiteX8" fmla="*/ 0 w 522500"/>
                <a:gd name="connsiteY8" fmla="*/ 189010 h 394061"/>
                <a:gd name="connsiteX0" fmla="*/ 0 w 517154"/>
                <a:gd name="connsiteY0" fmla="*/ 189010 h 394061"/>
                <a:gd name="connsiteX1" fmla="*/ 189010 w 517154"/>
                <a:gd name="connsiteY1" fmla="*/ 0 h 394061"/>
                <a:gd name="connsiteX2" fmla="*/ 301407 w 517154"/>
                <a:gd name="connsiteY2" fmla="*/ 0 h 394061"/>
                <a:gd name="connsiteX3" fmla="*/ 517154 w 517154"/>
                <a:gd name="connsiteY3" fmla="*/ 103453 h 394061"/>
                <a:gd name="connsiteX4" fmla="*/ 485069 w 517154"/>
                <a:gd name="connsiteY4" fmla="*/ 146231 h 394061"/>
                <a:gd name="connsiteX5" fmla="*/ 301406 w 517154"/>
                <a:gd name="connsiteY5" fmla="*/ 378020 h 394061"/>
                <a:gd name="connsiteX6" fmla="*/ 221095 w 517154"/>
                <a:gd name="connsiteY6" fmla="*/ 394061 h 394061"/>
                <a:gd name="connsiteX7" fmla="*/ 0 w 517154"/>
                <a:gd name="connsiteY7" fmla="*/ 189009 h 394061"/>
                <a:gd name="connsiteX8" fmla="*/ 0 w 517154"/>
                <a:gd name="connsiteY8" fmla="*/ 189010 h 394061"/>
                <a:gd name="connsiteX0" fmla="*/ 0 w 485069"/>
                <a:gd name="connsiteY0" fmla="*/ 189010 h 394061"/>
                <a:gd name="connsiteX1" fmla="*/ 189010 w 485069"/>
                <a:gd name="connsiteY1" fmla="*/ 0 h 394061"/>
                <a:gd name="connsiteX2" fmla="*/ 301407 w 485069"/>
                <a:gd name="connsiteY2" fmla="*/ 0 h 394061"/>
                <a:gd name="connsiteX3" fmla="*/ 463680 w 485069"/>
                <a:gd name="connsiteY3" fmla="*/ 135537 h 394061"/>
                <a:gd name="connsiteX4" fmla="*/ 485069 w 485069"/>
                <a:gd name="connsiteY4" fmla="*/ 146231 h 394061"/>
                <a:gd name="connsiteX5" fmla="*/ 301406 w 485069"/>
                <a:gd name="connsiteY5" fmla="*/ 378020 h 394061"/>
                <a:gd name="connsiteX6" fmla="*/ 221095 w 485069"/>
                <a:gd name="connsiteY6" fmla="*/ 394061 h 394061"/>
                <a:gd name="connsiteX7" fmla="*/ 0 w 485069"/>
                <a:gd name="connsiteY7" fmla="*/ 189009 h 394061"/>
                <a:gd name="connsiteX8" fmla="*/ 0 w 485069"/>
                <a:gd name="connsiteY8" fmla="*/ 189010 h 394061"/>
                <a:gd name="connsiteX0" fmla="*/ 0 w 490417"/>
                <a:gd name="connsiteY0" fmla="*/ 189010 h 394061"/>
                <a:gd name="connsiteX1" fmla="*/ 189010 w 490417"/>
                <a:gd name="connsiteY1" fmla="*/ 0 h 394061"/>
                <a:gd name="connsiteX2" fmla="*/ 301407 w 490417"/>
                <a:gd name="connsiteY2" fmla="*/ 0 h 394061"/>
                <a:gd name="connsiteX3" fmla="*/ 490417 w 490417"/>
                <a:gd name="connsiteY3" fmla="*/ 151579 h 394061"/>
                <a:gd name="connsiteX4" fmla="*/ 485069 w 490417"/>
                <a:gd name="connsiteY4" fmla="*/ 146231 h 394061"/>
                <a:gd name="connsiteX5" fmla="*/ 301406 w 490417"/>
                <a:gd name="connsiteY5" fmla="*/ 378020 h 394061"/>
                <a:gd name="connsiteX6" fmla="*/ 221095 w 490417"/>
                <a:gd name="connsiteY6" fmla="*/ 394061 h 394061"/>
                <a:gd name="connsiteX7" fmla="*/ 0 w 490417"/>
                <a:gd name="connsiteY7" fmla="*/ 189009 h 394061"/>
                <a:gd name="connsiteX8" fmla="*/ 0 w 490417"/>
                <a:gd name="connsiteY8" fmla="*/ 189010 h 394061"/>
                <a:gd name="connsiteX0" fmla="*/ 0 w 495764"/>
                <a:gd name="connsiteY0" fmla="*/ 146231 h 394061"/>
                <a:gd name="connsiteX1" fmla="*/ 194357 w 495764"/>
                <a:gd name="connsiteY1" fmla="*/ 0 h 394061"/>
                <a:gd name="connsiteX2" fmla="*/ 306754 w 495764"/>
                <a:gd name="connsiteY2" fmla="*/ 0 h 394061"/>
                <a:gd name="connsiteX3" fmla="*/ 495764 w 495764"/>
                <a:gd name="connsiteY3" fmla="*/ 151579 h 394061"/>
                <a:gd name="connsiteX4" fmla="*/ 490416 w 495764"/>
                <a:gd name="connsiteY4" fmla="*/ 146231 h 394061"/>
                <a:gd name="connsiteX5" fmla="*/ 306753 w 495764"/>
                <a:gd name="connsiteY5" fmla="*/ 378020 h 394061"/>
                <a:gd name="connsiteX6" fmla="*/ 226442 w 495764"/>
                <a:gd name="connsiteY6" fmla="*/ 394061 h 394061"/>
                <a:gd name="connsiteX7" fmla="*/ 5347 w 495764"/>
                <a:gd name="connsiteY7" fmla="*/ 189009 h 394061"/>
                <a:gd name="connsiteX8" fmla="*/ 0 w 495764"/>
                <a:gd name="connsiteY8" fmla="*/ 146231 h 394061"/>
                <a:gd name="connsiteX0" fmla="*/ 0 w 495764"/>
                <a:gd name="connsiteY0" fmla="*/ 146231 h 394061"/>
                <a:gd name="connsiteX1" fmla="*/ 194357 w 495764"/>
                <a:gd name="connsiteY1" fmla="*/ 0 h 394061"/>
                <a:gd name="connsiteX2" fmla="*/ 306754 w 495764"/>
                <a:gd name="connsiteY2" fmla="*/ 0 h 394061"/>
                <a:gd name="connsiteX3" fmla="*/ 495764 w 495764"/>
                <a:gd name="connsiteY3" fmla="*/ 151579 h 394061"/>
                <a:gd name="connsiteX4" fmla="*/ 490416 w 495764"/>
                <a:gd name="connsiteY4" fmla="*/ 146231 h 394061"/>
                <a:gd name="connsiteX5" fmla="*/ 306753 w 495764"/>
                <a:gd name="connsiteY5" fmla="*/ 378020 h 394061"/>
                <a:gd name="connsiteX6" fmla="*/ 226442 w 495764"/>
                <a:gd name="connsiteY6" fmla="*/ 394061 h 394061"/>
                <a:gd name="connsiteX7" fmla="*/ 0 w 495764"/>
                <a:gd name="connsiteY7" fmla="*/ 146230 h 394061"/>
                <a:gd name="connsiteX8" fmla="*/ 0 w 495764"/>
                <a:gd name="connsiteY8" fmla="*/ 146231 h 394061"/>
                <a:gd name="connsiteX0" fmla="*/ 162 w 495926"/>
                <a:gd name="connsiteY0" fmla="*/ 146231 h 394061"/>
                <a:gd name="connsiteX1" fmla="*/ 194519 w 495926"/>
                <a:gd name="connsiteY1" fmla="*/ 0 h 394061"/>
                <a:gd name="connsiteX2" fmla="*/ 306916 w 495926"/>
                <a:gd name="connsiteY2" fmla="*/ 0 h 394061"/>
                <a:gd name="connsiteX3" fmla="*/ 495926 w 495926"/>
                <a:gd name="connsiteY3" fmla="*/ 151579 h 394061"/>
                <a:gd name="connsiteX4" fmla="*/ 490578 w 495926"/>
                <a:gd name="connsiteY4" fmla="*/ 146231 h 394061"/>
                <a:gd name="connsiteX5" fmla="*/ 306915 w 495926"/>
                <a:gd name="connsiteY5" fmla="*/ 378020 h 394061"/>
                <a:gd name="connsiteX6" fmla="*/ 226604 w 495926"/>
                <a:gd name="connsiteY6" fmla="*/ 394061 h 394061"/>
                <a:gd name="connsiteX7" fmla="*/ 162 w 495926"/>
                <a:gd name="connsiteY7" fmla="*/ 146230 h 394061"/>
                <a:gd name="connsiteX8" fmla="*/ 162 w 495926"/>
                <a:gd name="connsiteY8" fmla="*/ 146231 h 394061"/>
                <a:gd name="connsiteX0" fmla="*/ 162 w 495926"/>
                <a:gd name="connsiteY0" fmla="*/ 146231 h 383366"/>
                <a:gd name="connsiteX1" fmla="*/ 194519 w 495926"/>
                <a:gd name="connsiteY1" fmla="*/ 0 h 383366"/>
                <a:gd name="connsiteX2" fmla="*/ 306916 w 495926"/>
                <a:gd name="connsiteY2" fmla="*/ 0 h 383366"/>
                <a:gd name="connsiteX3" fmla="*/ 495926 w 495926"/>
                <a:gd name="connsiteY3" fmla="*/ 151579 h 383366"/>
                <a:gd name="connsiteX4" fmla="*/ 490578 w 495926"/>
                <a:gd name="connsiteY4" fmla="*/ 146231 h 383366"/>
                <a:gd name="connsiteX5" fmla="*/ 306915 w 495926"/>
                <a:gd name="connsiteY5" fmla="*/ 378020 h 383366"/>
                <a:gd name="connsiteX6" fmla="*/ 226604 w 495926"/>
                <a:gd name="connsiteY6" fmla="*/ 383366 h 383366"/>
                <a:gd name="connsiteX7" fmla="*/ 162 w 495926"/>
                <a:gd name="connsiteY7" fmla="*/ 146230 h 383366"/>
                <a:gd name="connsiteX8" fmla="*/ 162 w 495926"/>
                <a:gd name="connsiteY8" fmla="*/ 146231 h 383366"/>
                <a:gd name="connsiteX0" fmla="*/ 162 w 495926"/>
                <a:gd name="connsiteY0" fmla="*/ 146231 h 383366"/>
                <a:gd name="connsiteX1" fmla="*/ 194519 w 495926"/>
                <a:gd name="connsiteY1" fmla="*/ 0 h 383366"/>
                <a:gd name="connsiteX2" fmla="*/ 306916 w 495926"/>
                <a:gd name="connsiteY2" fmla="*/ 0 h 383366"/>
                <a:gd name="connsiteX3" fmla="*/ 495926 w 495926"/>
                <a:gd name="connsiteY3" fmla="*/ 151579 h 383366"/>
                <a:gd name="connsiteX4" fmla="*/ 306915 w 495926"/>
                <a:gd name="connsiteY4" fmla="*/ 378020 h 383366"/>
                <a:gd name="connsiteX5" fmla="*/ 226604 w 495926"/>
                <a:gd name="connsiteY5" fmla="*/ 383366 h 383366"/>
                <a:gd name="connsiteX6" fmla="*/ 162 w 495926"/>
                <a:gd name="connsiteY6" fmla="*/ 146230 h 383366"/>
                <a:gd name="connsiteX7" fmla="*/ 162 w 495926"/>
                <a:gd name="connsiteY7" fmla="*/ 146231 h 383366"/>
                <a:gd name="connsiteX0" fmla="*/ 162 w 495933"/>
                <a:gd name="connsiteY0" fmla="*/ 146231 h 383366"/>
                <a:gd name="connsiteX1" fmla="*/ 194519 w 495933"/>
                <a:gd name="connsiteY1" fmla="*/ 0 h 383366"/>
                <a:gd name="connsiteX2" fmla="*/ 306916 w 495933"/>
                <a:gd name="connsiteY2" fmla="*/ 0 h 383366"/>
                <a:gd name="connsiteX3" fmla="*/ 495926 w 495933"/>
                <a:gd name="connsiteY3" fmla="*/ 151579 h 383366"/>
                <a:gd name="connsiteX4" fmla="*/ 306915 w 495933"/>
                <a:gd name="connsiteY4" fmla="*/ 378020 h 383366"/>
                <a:gd name="connsiteX5" fmla="*/ 226604 w 495933"/>
                <a:gd name="connsiteY5" fmla="*/ 383366 h 383366"/>
                <a:gd name="connsiteX6" fmla="*/ 162 w 495933"/>
                <a:gd name="connsiteY6" fmla="*/ 146230 h 383366"/>
                <a:gd name="connsiteX7" fmla="*/ 162 w 495933"/>
                <a:gd name="connsiteY7" fmla="*/ 146231 h 383366"/>
                <a:gd name="connsiteX0" fmla="*/ 162 w 495937"/>
                <a:gd name="connsiteY0" fmla="*/ 146231 h 383366"/>
                <a:gd name="connsiteX1" fmla="*/ 194519 w 495937"/>
                <a:gd name="connsiteY1" fmla="*/ 0 h 383366"/>
                <a:gd name="connsiteX2" fmla="*/ 306916 w 495937"/>
                <a:gd name="connsiteY2" fmla="*/ 0 h 383366"/>
                <a:gd name="connsiteX3" fmla="*/ 495926 w 495937"/>
                <a:gd name="connsiteY3" fmla="*/ 151579 h 383366"/>
                <a:gd name="connsiteX4" fmla="*/ 306915 w 495937"/>
                <a:gd name="connsiteY4" fmla="*/ 378020 h 383366"/>
                <a:gd name="connsiteX5" fmla="*/ 226604 w 495937"/>
                <a:gd name="connsiteY5" fmla="*/ 383366 h 383366"/>
                <a:gd name="connsiteX6" fmla="*/ 162 w 495937"/>
                <a:gd name="connsiteY6" fmla="*/ 146230 h 383366"/>
                <a:gd name="connsiteX7" fmla="*/ 162 w 495937"/>
                <a:gd name="connsiteY7" fmla="*/ 146231 h 383366"/>
                <a:gd name="connsiteX0" fmla="*/ 162 w 495937"/>
                <a:gd name="connsiteY0" fmla="*/ 146231 h 383366"/>
                <a:gd name="connsiteX1" fmla="*/ 194519 w 495937"/>
                <a:gd name="connsiteY1" fmla="*/ 0 h 383366"/>
                <a:gd name="connsiteX2" fmla="*/ 306916 w 495937"/>
                <a:gd name="connsiteY2" fmla="*/ 0 h 383366"/>
                <a:gd name="connsiteX3" fmla="*/ 495926 w 495937"/>
                <a:gd name="connsiteY3" fmla="*/ 151579 h 383366"/>
                <a:gd name="connsiteX4" fmla="*/ 306915 w 495937"/>
                <a:gd name="connsiteY4" fmla="*/ 378020 h 383366"/>
                <a:gd name="connsiteX5" fmla="*/ 226604 w 495937"/>
                <a:gd name="connsiteY5" fmla="*/ 383366 h 383366"/>
                <a:gd name="connsiteX6" fmla="*/ 162 w 495937"/>
                <a:gd name="connsiteY6" fmla="*/ 146230 h 383366"/>
                <a:gd name="connsiteX7" fmla="*/ 162 w 495937"/>
                <a:gd name="connsiteY7" fmla="*/ 146231 h 383366"/>
                <a:gd name="connsiteX0" fmla="*/ 162 w 495941"/>
                <a:gd name="connsiteY0" fmla="*/ 146231 h 383367"/>
                <a:gd name="connsiteX1" fmla="*/ 194519 w 495941"/>
                <a:gd name="connsiteY1" fmla="*/ 0 h 383367"/>
                <a:gd name="connsiteX2" fmla="*/ 306916 w 495941"/>
                <a:gd name="connsiteY2" fmla="*/ 0 h 383367"/>
                <a:gd name="connsiteX3" fmla="*/ 495926 w 495941"/>
                <a:gd name="connsiteY3" fmla="*/ 151579 h 383367"/>
                <a:gd name="connsiteX4" fmla="*/ 328304 w 495941"/>
                <a:gd name="connsiteY4" fmla="*/ 383367 h 383367"/>
                <a:gd name="connsiteX5" fmla="*/ 226604 w 495941"/>
                <a:gd name="connsiteY5" fmla="*/ 383366 h 383367"/>
                <a:gd name="connsiteX6" fmla="*/ 162 w 495941"/>
                <a:gd name="connsiteY6" fmla="*/ 146230 h 383367"/>
                <a:gd name="connsiteX7" fmla="*/ 162 w 495941"/>
                <a:gd name="connsiteY7" fmla="*/ 146231 h 383367"/>
                <a:gd name="connsiteX0" fmla="*/ 162 w 495935"/>
                <a:gd name="connsiteY0" fmla="*/ 146231 h 388475"/>
                <a:gd name="connsiteX1" fmla="*/ 194519 w 495935"/>
                <a:gd name="connsiteY1" fmla="*/ 0 h 388475"/>
                <a:gd name="connsiteX2" fmla="*/ 306916 w 495935"/>
                <a:gd name="connsiteY2" fmla="*/ 0 h 388475"/>
                <a:gd name="connsiteX3" fmla="*/ 495926 w 495935"/>
                <a:gd name="connsiteY3" fmla="*/ 151579 h 388475"/>
                <a:gd name="connsiteX4" fmla="*/ 285663 w 495935"/>
                <a:gd name="connsiteY4" fmla="*/ 388475 h 388475"/>
                <a:gd name="connsiteX5" fmla="*/ 226604 w 495935"/>
                <a:gd name="connsiteY5" fmla="*/ 383366 h 388475"/>
                <a:gd name="connsiteX6" fmla="*/ 162 w 495935"/>
                <a:gd name="connsiteY6" fmla="*/ 146230 h 388475"/>
                <a:gd name="connsiteX7" fmla="*/ 162 w 495935"/>
                <a:gd name="connsiteY7" fmla="*/ 146231 h 388475"/>
                <a:gd name="connsiteX0" fmla="*/ 162 w 495933"/>
                <a:gd name="connsiteY0" fmla="*/ 146231 h 388475"/>
                <a:gd name="connsiteX1" fmla="*/ 194519 w 495933"/>
                <a:gd name="connsiteY1" fmla="*/ 0 h 388475"/>
                <a:gd name="connsiteX2" fmla="*/ 306916 w 495933"/>
                <a:gd name="connsiteY2" fmla="*/ 0 h 388475"/>
                <a:gd name="connsiteX3" fmla="*/ 495926 w 495933"/>
                <a:gd name="connsiteY3" fmla="*/ 151579 h 388475"/>
                <a:gd name="connsiteX4" fmla="*/ 285663 w 495933"/>
                <a:gd name="connsiteY4" fmla="*/ 388475 h 388475"/>
                <a:gd name="connsiteX5" fmla="*/ 226604 w 495933"/>
                <a:gd name="connsiteY5" fmla="*/ 383366 h 388475"/>
                <a:gd name="connsiteX6" fmla="*/ 162 w 495933"/>
                <a:gd name="connsiteY6" fmla="*/ 146230 h 388475"/>
                <a:gd name="connsiteX7" fmla="*/ 162 w 495933"/>
                <a:gd name="connsiteY7" fmla="*/ 146231 h 388475"/>
                <a:gd name="connsiteX0" fmla="*/ 162 w 495934"/>
                <a:gd name="connsiteY0" fmla="*/ 146231 h 383366"/>
                <a:gd name="connsiteX1" fmla="*/ 194519 w 495934"/>
                <a:gd name="connsiteY1" fmla="*/ 0 h 383366"/>
                <a:gd name="connsiteX2" fmla="*/ 306916 w 495934"/>
                <a:gd name="connsiteY2" fmla="*/ 0 h 383366"/>
                <a:gd name="connsiteX3" fmla="*/ 495926 w 495934"/>
                <a:gd name="connsiteY3" fmla="*/ 151579 h 383366"/>
                <a:gd name="connsiteX4" fmla="*/ 295139 w 495934"/>
                <a:gd name="connsiteY4" fmla="*/ 378258 h 383366"/>
                <a:gd name="connsiteX5" fmla="*/ 226604 w 495934"/>
                <a:gd name="connsiteY5" fmla="*/ 383366 h 383366"/>
                <a:gd name="connsiteX6" fmla="*/ 162 w 495934"/>
                <a:gd name="connsiteY6" fmla="*/ 146230 h 383366"/>
                <a:gd name="connsiteX7" fmla="*/ 162 w 495934"/>
                <a:gd name="connsiteY7" fmla="*/ 146231 h 383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5934" h="383366">
                  <a:moveTo>
                    <a:pt x="162" y="146231"/>
                  </a:moveTo>
                  <a:cubicBezTo>
                    <a:pt x="162" y="41844"/>
                    <a:pt x="90132" y="0"/>
                    <a:pt x="194519" y="0"/>
                  </a:cubicBezTo>
                  <a:lnTo>
                    <a:pt x="306916" y="0"/>
                  </a:lnTo>
                  <a:cubicBezTo>
                    <a:pt x="411303" y="0"/>
                    <a:pt x="495926" y="47192"/>
                    <a:pt x="495926" y="151579"/>
                  </a:cubicBezTo>
                  <a:cubicBezTo>
                    <a:pt x="497091" y="344701"/>
                    <a:pt x="372496" y="375730"/>
                    <a:pt x="295139" y="378258"/>
                  </a:cubicBezTo>
                  <a:lnTo>
                    <a:pt x="226604" y="383366"/>
                  </a:lnTo>
                  <a:cubicBezTo>
                    <a:pt x="122217" y="383366"/>
                    <a:pt x="-5185" y="293396"/>
                    <a:pt x="162" y="146230"/>
                  </a:cubicBezTo>
                  <a:lnTo>
                    <a:pt x="162" y="146231"/>
                  </a:lnTo>
                  <a:close/>
                </a:path>
              </a:pathLst>
            </a:custGeom>
            <a:solidFill>
              <a:srgbClr val="0E1C3A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7" name="任意形状 1046">
              <a:extLst>
                <a:ext uri="{FF2B5EF4-FFF2-40B4-BE49-F238E27FC236}">
                  <a16:creationId xmlns:a16="http://schemas.microsoft.com/office/drawing/2014/main" id="{25B8D02B-2922-3866-2B84-9FE76EB4F716}"/>
                </a:ext>
              </a:extLst>
            </p:cNvPr>
            <p:cNvSpPr/>
            <p:nvPr/>
          </p:nvSpPr>
          <p:spPr>
            <a:xfrm>
              <a:off x="6587003" y="4758265"/>
              <a:ext cx="111339" cy="234292"/>
            </a:xfrm>
            <a:custGeom>
              <a:avLst/>
              <a:gdLst>
                <a:gd name="connsiteX0" fmla="*/ 56499 w 139508"/>
                <a:gd name="connsiteY0" fmla="*/ 4468 h 293567"/>
                <a:gd name="connsiteX1" fmla="*/ 119618 w 139508"/>
                <a:gd name="connsiteY1" fmla="*/ 34567 h 293567"/>
                <a:gd name="connsiteX2" fmla="*/ 119999 w 139508"/>
                <a:gd name="connsiteY2" fmla="*/ 257579 h 293567"/>
                <a:gd name="connsiteX3" fmla="*/ 77581 w 139508"/>
                <a:gd name="connsiteY3" fmla="*/ 293139 h 293567"/>
                <a:gd name="connsiteX4" fmla="*/ 9636 w 139508"/>
                <a:gd name="connsiteY4" fmla="*/ 221638 h 293567"/>
                <a:gd name="connsiteX5" fmla="*/ 56499 w 139508"/>
                <a:gd name="connsiteY5" fmla="*/ 4468 h 293567"/>
                <a:gd name="connsiteX6" fmla="*/ 21066 w 139508"/>
                <a:gd name="connsiteY6" fmla="*/ 96289 h 293567"/>
                <a:gd name="connsiteX7" fmla="*/ 56499 w 139508"/>
                <a:gd name="connsiteY7" fmla="*/ 227607 h 293567"/>
                <a:gd name="connsiteX8" fmla="*/ 53324 w 139508"/>
                <a:gd name="connsiteY8" fmla="*/ 56411 h 293567"/>
                <a:gd name="connsiteX9" fmla="*/ 21066 w 139508"/>
                <a:gd name="connsiteY9" fmla="*/ 96289 h 29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508" h="293567">
                  <a:moveTo>
                    <a:pt x="56499" y="4468"/>
                  </a:moveTo>
                  <a:cubicBezTo>
                    <a:pt x="82153" y="-8359"/>
                    <a:pt x="112125" y="7897"/>
                    <a:pt x="119618" y="34567"/>
                  </a:cubicBezTo>
                  <a:cubicBezTo>
                    <a:pt x="144129" y="105941"/>
                    <a:pt x="147939" y="186586"/>
                    <a:pt x="119999" y="257579"/>
                  </a:cubicBezTo>
                  <a:cubicBezTo>
                    <a:pt x="110855" y="273073"/>
                    <a:pt x="97774" y="293266"/>
                    <a:pt x="77581" y="293139"/>
                  </a:cubicBezTo>
                  <a:cubicBezTo>
                    <a:pt x="37322" y="298473"/>
                    <a:pt x="19034" y="252880"/>
                    <a:pt x="9636" y="221638"/>
                  </a:cubicBezTo>
                  <a:cubicBezTo>
                    <a:pt x="-6493" y="148994"/>
                    <a:pt x="-9160" y="53871"/>
                    <a:pt x="56499" y="4468"/>
                  </a:cubicBezTo>
                  <a:moveTo>
                    <a:pt x="21066" y="96289"/>
                  </a:moveTo>
                  <a:cubicBezTo>
                    <a:pt x="7223" y="139723"/>
                    <a:pt x="12176" y="203985"/>
                    <a:pt x="56499" y="227607"/>
                  </a:cubicBezTo>
                  <a:cubicBezTo>
                    <a:pt x="77200" y="173759"/>
                    <a:pt x="85709" y="107211"/>
                    <a:pt x="53324" y="56411"/>
                  </a:cubicBezTo>
                  <a:cubicBezTo>
                    <a:pt x="30591" y="52220"/>
                    <a:pt x="29448" y="82319"/>
                    <a:pt x="21066" y="96289"/>
                  </a:cubicBezTo>
                  <a:close/>
                </a:path>
              </a:pathLst>
            </a:custGeom>
            <a:solidFill>
              <a:srgbClr val="92B2C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8" name="任意形状 1047">
              <a:extLst>
                <a:ext uri="{FF2B5EF4-FFF2-40B4-BE49-F238E27FC236}">
                  <a16:creationId xmlns:a16="http://schemas.microsoft.com/office/drawing/2014/main" id="{0778C67A-E994-2B0B-65CD-E1A4F3D82256}"/>
                </a:ext>
              </a:extLst>
            </p:cNvPr>
            <p:cNvSpPr/>
            <p:nvPr/>
          </p:nvSpPr>
          <p:spPr>
            <a:xfrm>
              <a:off x="7455729" y="5032370"/>
              <a:ext cx="234050" cy="217190"/>
            </a:xfrm>
            <a:custGeom>
              <a:avLst/>
              <a:gdLst>
                <a:gd name="connsiteX0" fmla="*/ 177662 w 293264"/>
                <a:gd name="connsiteY0" fmla="*/ 5821 h 272139"/>
                <a:gd name="connsiteX1" fmla="*/ 234558 w 293264"/>
                <a:gd name="connsiteY1" fmla="*/ 12805 h 272139"/>
                <a:gd name="connsiteX2" fmla="*/ 194045 w 293264"/>
                <a:gd name="connsiteY2" fmla="*/ 118850 h 272139"/>
                <a:gd name="connsiteX3" fmla="*/ 269483 w 293264"/>
                <a:gd name="connsiteY3" fmla="*/ 25886 h 272139"/>
                <a:gd name="connsiteX4" fmla="*/ 145531 w 293264"/>
                <a:gd name="connsiteY4" fmla="*/ 272140 h 272139"/>
                <a:gd name="connsiteX5" fmla="*/ 14721 w 293264"/>
                <a:gd name="connsiteY5" fmla="*/ 59668 h 272139"/>
                <a:gd name="connsiteX6" fmla="*/ 68188 w 293264"/>
                <a:gd name="connsiteY6" fmla="*/ 47222 h 272139"/>
                <a:gd name="connsiteX7" fmla="*/ 56377 w 293264"/>
                <a:gd name="connsiteY7" fmla="*/ 117580 h 272139"/>
                <a:gd name="connsiteX8" fmla="*/ 177662 w 293264"/>
                <a:gd name="connsiteY8" fmla="*/ 5821 h 272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264" h="272139">
                  <a:moveTo>
                    <a:pt x="177662" y="5821"/>
                  </a:moveTo>
                  <a:cubicBezTo>
                    <a:pt x="196204" y="-8403"/>
                    <a:pt x="216016" y="7217"/>
                    <a:pt x="234558" y="12805"/>
                  </a:cubicBezTo>
                  <a:cubicBezTo>
                    <a:pt x="217794" y="46841"/>
                    <a:pt x="200014" y="80878"/>
                    <a:pt x="194045" y="118850"/>
                  </a:cubicBezTo>
                  <a:cubicBezTo>
                    <a:pt x="235193" y="104118"/>
                    <a:pt x="237987" y="52303"/>
                    <a:pt x="269483" y="25886"/>
                  </a:cubicBezTo>
                  <a:cubicBezTo>
                    <a:pt x="335523" y="118850"/>
                    <a:pt x="254243" y="263630"/>
                    <a:pt x="145531" y="272140"/>
                  </a:cubicBezTo>
                  <a:cubicBezTo>
                    <a:pt x="50662" y="264773"/>
                    <a:pt x="-35317" y="149330"/>
                    <a:pt x="14721" y="59668"/>
                  </a:cubicBezTo>
                  <a:cubicBezTo>
                    <a:pt x="24373" y="35538"/>
                    <a:pt x="49011" y="41761"/>
                    <a:pt x="68188" y="47222"/>
                  </a:cubicBezTo>
                  <a:cubicBezTo>
                    <a:pt x="61838" y="70209"/>
                    <a:pt x="57139" y="93578"/>
                    <a:pt x="56377" y="117580"/>
                  </a:cubicBezTo>
                  <a:cubicBezTo>
                    <a:pt x="95366" y="78718"/>
                    <a:pt x="123687" y="26648"/>
                    <a:pt x="177662" y="5821"/>
                  </a:cubicBezTo>
                  <a:close/>
                </a:path>
              </a:pathLst>
            </a:custGeom>
            <a:solidFill>
              <a:srgbClr val="324A7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9" name="任意形状 1048">
              <a:extLst>
                <a:ext uri="{FF2B5EF4-FFF2-40B4-BE49-F238E27FC236}">
                  <a16:creationId xmlns:a16="http://schemas.microsoft.com/office/drawing/2014/main" id="{DAD4E52D-A8DC-A6E0-5A11-13F65401A6C3}"/>
                </a:ext>
              </a:extLst>
            </p:cNvPr>
            <p:cNvSpPr/>
            <p:nvPr/>
          </p:nvSpPr>
          <p:spPr>
            <a:xfrm>
              <a:off x="6824266" y="5154386"/>
              <a:ext cx="360730" cy="44742"/>
            </a:xfrm>
            <a:custGeom>
              <a:avLst/>
              <a:gdLst>
                <a:gd name="connsiteX0" fmla="*/ 0 w 451993"/>
                <a:gd name="connsiteY0" fmla="*/ 22860 h 56061"/>
                <a:gd name="connsiteX1" fmla="*/ 46228 w 451993"/>
                <a:gd name="connsiteY1" fmla="*/ 0 h 56061"/>
                <a:gd name="connsiteX2" fmla="*/ 276352 w 451993"/>
                <a:gd name="connsiteY2" fmla="*/ 18034 h 56061"/>
                <a:gd name="connsiteX3" fmla="*/ 451993 w 451993"/>
                <a:gd name="connsiteY3" fmla="*/ 24130 h 56061"/>
                <a:gd name="connsiteX4" fmla="*/ 0 w 451993"/>
                <a:gd name="connsiteY4" fmla="*/ 22860 h 56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993" h="56061">
                  <a:moveTo>
                    <a:pt x="0" y="22860"/>
                  </a:moveTo>
                  <a:cubicBezTo>
                    <a:pt x="15621" y="15621"/>
                    <a:pt x="30861" y="7747"/>
                    <a:pt x="46228" y="0"/>
                  </a:cubicBezTo>
                  <a:cubicBezTo>
                    <a:pt x="121412" y="17399"/>
                    <a:pt x="199263" y="20955"/>
                    <a:pt x="276352" y="18034"/>
                  </a:cubicBezTo>
                  <a:cubicBezTo>
                    <a:pt x="335153" y="16129"/>
                    <a:pt x="397002" y="-8890"/>
                    <a:pt x="451993" y="24130"/>
                  </a:cubicBezTo>
                  <a:cubicBezTo>
                    <a:pt x="305816" y="63246"/>
                    <a:pt x="145034" y="70485"/>
                    <a:pt x="0" y="22860"/>
                  </a:cubicBezTo>
                  <a:close/>
                </a:path>
              </a:pathLst>
            </a:custGeom>
            <a:solidFill>
              <a:srgbClr val="E3E5F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50" name="任意形状 1049">
              <a:extLst>
                <a:ext uri="{FF2B5EF4-FFF2-40B4-BE49-F238E27FC236}">
                  <a16:creationId xmlns:a16="http://schemas.microsoft.com/office/drawing/2014/main" id="{9D511EEA-93EC-D1D2-8D91-3EEDDAE6772C}"/>
                </a:ext>
              </a:extLst>
            </p:cNvPr>
            <p:cNvSpPr/>
            <p:nvPr/>
          </p:nvSpPr>
          <p:spPr>
            <a:xfrm>
              <a:off x="6715409" y="5369872"/>
              <a:ext cx="100141" cy="136719"/>
            </a:xfrm>
            <a:custGeom>
              <a:avLst/>
              <a:gdLst>
                <a:gd name="connsiteX0" fmla="*/ 0 w 125476"/>
                <a:gd name="connsiteY0" fmla="*/ 168656 h 171309"/>
                <a:gd name="connsiteX1" fmla="*/ 77089 w 125476"/>
                <a:gd name="connsiteY1" fmla="*/ 0 h 171309"/>
                <a:gd name="connsiteX2" fmla="*/ 76708 w 125476"/>
                <a:gd name="connsiteY2" fmla="*/ 114554 h 171309"/>
                <a:gd name="connsiteX3" fmla="*/ 125476 w 125476"/>
                <a:gd name="connsiteY3" fmla="*/ 169926 h 171309"/>
                <a:gd name="connsiteX4" fmla="*/ 0 w 125476"/>
                <a:gd name="connsiteY4" fmla="*/ 168656 h 1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76" h="171309">
                  <a:moveTo>
                    <a:pt x="0" y="168656"/>
                  </a:moveTo>
                  <a:cubicBezTo>
                    <a:pt x="26797" y="112903"/>
                    <a:pt x="50165" y="55626"/>
                    <a:pt x="77089" y="0"/>
                  </a:cubicBezTo>
                  <a:cubicBezTo>
                    <a:pt x="76200" y="38100"/>
                    <a:pt x="73533" y="76454"/>
                    <a:pt x="76708" y="114554"/>
                  </a:cubicBezTo>
                  <a:cubicBezTo>
                    <a:pt x="76962" y="142621"/>
                    <a:pt x="106045" y="155448"/>
                    <a:pt x="125476" y="169926"/>
                  </a:cubicBezTo>
                  <a:cubicBezTo>
                    <a:pt x="83693" y="171831"/>
                    <a:pt x="41783" y="172085"/>
                    <a:pt x="0" y="168656"/>
                  </a:cubicBezTo>
                  <a:close/>
                </a:path>
              </a:pathLst>
            </a:custGeom>
            <a:solidFill>
              <a:srgbClr val="92B2C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51" name="任意形状 1050">
              <a:extLst>
                <a:ext uri="{FF2B5EF4-FFF2-40B4-BE49-F238E27FC236}">
                  <a16:creationId xmlns:a16="http://schemas.microsoft.com/office/drawing/2014/main" id="{88468F44-CA4A-17B9-CBD4-D4F647E412C5}"/>
                </a:ext>
              </a:extLst>
            </p:cNvPr>
            <p:cNvSpPr/>
            <p:nvPr/>
          </p:nvSpPr>
          <p:spPr>
            <a:xfrm>
              <a:off x="7183475" y="5423286"/>
              <a:ext cx="72166" cy="82605"/>
            </a:xfrm>
            <a:custGeom>
              <a:avLst/>
              <a:gdLst>
                <a:gd name="connsiteX0" fmla="*/ 0 w 90424"/>
                <a:gd name="connsiteY0" fmla="*/ 102743 h 103504"/>
                <a:gd name="connsiteX1" fmla="*/ 88265 w 90424"/>
                <a:gd name="connsiteY1" fmla="*/ 0 h 103504"/>
                <a:gd name="connsiteX2" fmla="*/ 90424 w 90424"/>
                <a:gd name="connsiteY2" fmla="*/ 103505 h 103504"/>
                <a:gd name="connsiteX3" fmla="*/ 0 w 90424"/>
                <a:gd name="connsiteY3" fmla="*/ 102743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424" h="103504">
                  <a:moveTo>
                    <a:pt x="0" y="102743"/>
                  </a:moveTo>
                  <a:cubicBezTo>
                    <a:pt x="28194" y="67437"/>
                    <a:pt x="57531" y="33020"/>
                    <a:pt x="88265" y="0"/>
                  </a:cubicBezTo>
                  <a:cubicBezTo>
                    <a:pt x="90043" y="34417"/>
                    <a:pt x="89408" y="68961"/>
                    <a:pt x="90424" y="103505"/>
                  </a:cubicBezTo>
                  <a:cubicBezTo>
                    <a:pt x="60325" y="102870"/>
                    <a:pt x="30099" y="102743"/>
                    <a:pt x="0" y="102743"/>
                  </a:cubicBezTo>
                  <a:close/>
                </a:path>
              </a:pathLst>
            </a:custGeom>
            <a:solidFill>
              <a:srgbClr val="92B2C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52" name="任意形状 1051">
              <a:extLst>
                <a:ext uri="{FF2B5EF4-FFF2-40B4-BE49-F238E27FC236}">
                  <a16:creationId xmlns:a16="http://schemas.microsoft.com/office/drawing/2014/main" id="{26BF4DF1-6BBB-3C6A-905E-B1D620A7A80C}"/>
                </a:ext>
              </a:extLst>
            </p:cNvPr>
            <p:cNvSpPr/>
            <p:nvPr/>
          </p:nvSpPr>
          <p:spPr>
            <a:xfrm>
              <a:off x="6503268" y="4504602"/>
              <a:ext cx="1226917" cy="1007272"/>
            </a:xfrm>
            <a:custGeom>
              <a:avLst/>
              <a:gdLst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93192 w 1718201"/>
                <a:gd name="connsiteY41" fmla="*/ 352839 h 1531399"/>
                <a:gd name="connsiteX42" fmla="*/ 666115 w 1718201"/>
                <a:gd name="connsiteY42" fmla="*/ 321470 h 1531399"/>
                <a:gd name="connsiteX43" fmla="*/ 980948 w 1718201"/>
                <a:gd name="connsiteY43" fmla="*/ 4840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93192 w 1718201"/>
                <a:gd name="connsiteY41" fmla="*/ 352839 h 1531399"/>
                <a:gd name="connsiteX42" fmla="*/ 672816 w 1718201"/>
                <a:gd name="connsiteY42" fmla="*/ 274568 h 1531399"/>
                <a:gd name="connsiteX43" fmla="*/ 980948 w 1718201"/>
                <a:gd name="connsiteY43" fmla="*/ 4840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840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572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67746 w 1718201"/>
                <a:gd name="connsiteY93" fmla="*/ 308262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67746 w 1718201"/>
                <a:gd name="connsiteY93" fmla="*/ 308262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0912 w 1718201"/>
                <a:gd name="connsiteY94" fmla="*/ 34685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0912 w 1718201"/>
                <a:gd name="connsiteY94" fmla="*/ 34685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0912 w 1718201"/>
                <a:gd name="connsiteY94" fmla="*/ 34685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8869 w 1718201"/>
                <a:gd name="connsiteY94" fmla="*/ 33094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8869 w 1718201"/>
                <a:gd name="connsiteY94" fmla="*/ 33094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72956 w 1718201"/>
                <a:gd name="connsiteY94" fmla="*/ 35481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72956 w 1718201"/>
                <a:gd name="connsiteY94" fmla="*/ 35481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692540"/>
                <a:gd name="connsiteY0" fmla="*/ 39149 h 1531399"/>
                <a:gd name="connsiteX1" fmla="*/ 1312291 w 1692540"/>
                <a:gd name="connsiteY1" fmla="*/ 414 h 1531399"/>
                <a:gd name="connsiteX2" fmla="*/ 1447673 w 1692540"/>
                <a:gd name="connsiteY2" fmla="*/ 20861 h 1531399"/>
                <a:gd name="connsiteX3" fmla="*/ 1418463 w 1692540"/>
                <a:gd name="connsiteY3" fmla="*/ 104808 h 1531399"/>
                <a:gd name="connsiteX4" fmla="*/ 1417955 w 1692540"/>
                <a:gd name="connsiteY4" fmla="*/ 255938 h 1531399"/>
                <a:gd name="connsiteX5" fmla="*/ 1515999 w 1692540"/>
                <a:gd name="connsiteY5" fmla="*/ 329344 h 1531399"/>
                <a:gd name="connsiteX6" fmla="*/ 1592580 w 1692540"/>
                <a:gd name="connsiteY6" fmla="*/ 321470 h 1531399"/>
                <a:gd name="connsiteX7" fmla="*/ 1622933 w 1692540"/>
                <a:gd name="connsiteY7" fmla="*/ 427642 h 1531399"/>
                <a:gd name="connsiteX8" fmla="*/ 1559179 w 1692540"/>
                <a:gd name="connsiteY8" fmla="*/ 454947 h 1531399"/>
                <a:gd name="connsiteX9" fmla="*/ 1560449 w 1692540"/>
                <a:gd name="connsiteY9" fmla="*/ 502699 h 1531399"/>
                <a:gd name="connsiteX10" fmla="*/ 1681861 w 1692540"/>
                <a:gd name="connsiteY10" fmla="*/ 599600 h 1531399"/>
                <a:gd name="connsiteX11" fmla="*/ 1681353 w 1692540"/>
                <a:gd name="connsiteY11" fmla="*/ 943643 h 1531399"/>
                <a:gd name="connsiteX12" fmla="*/ 1657731 w 1692540"/>
                <a:gd name="connsiteY12" fmla="*/ 1013874 h 1531399"/>
                <a:gd name="connsiteX13" fmla="*/ 1517142 w 1692540"/>
                <a:gd name="connsiteY13" fmla="*/ 1020859 h 1531399"/>
                <a:gd name="connsiteX14" fmla="*/ 1383030 w 1692540"/>
                <a:gd name="connsiteY14" fmla="*/ 1226726 h 1531399"/>
                <a:gd name="connsiteX15" fmla="*/ 1096137 w 1692540"/>
                <a:gd name="connsiteY15" fmla="*/ 1439070 h 1531399"/>
                <a:gd name="connsiteX16" fmla="*/ 969010 w 1692540"/>
                <a:gd name="connsiteY16" fmla="*/ 1417226 h 1531399"/>
                <a:gd name="connsiteX17" fmla="*/ 968375 w 1692540"/>
                <a:gd name="connsiteY17" fmla="*/ 1514000 h 1531399"/>
                <a:gd name="connsiteX18" fmla="*/ 957580 w 1692540"/>
                <a:gd name="connsiteY18" fmla="*/ 1526700 h 1531399"/>
                <a:gd name="connsiteX19" fmla="*/ 942721 w 1692540"/>
                <a:gd name="connsiteY19" fmla="*/ 1523906 h 1531399"/>
                <a:gd name="connsiteX20" fmla="*/ 940562 w 1692540"/>
                <a:gd name="connsiteY20" fmla="*/ 1420401 h 1531399"/>
                <a:gd name="connsiteX21" fmla="*/ 914908 w 1692540"/>
                <a:gd name="connsiteY21" fmla="*/ 1220630 h 1531399"/>
                <a:gd name="connsiteX22" fmla="*/ 854202 w 1692540"/>
                <a:gd name="connsiteY22" fmla="*/ 1107600 h 1531399"/>
                <a:gd name="connsiteX23" fmla="*/ 678561 w 1692540"/>
                <a:gd name="connsiteY23" fmla="*/ 1101504 h 1531399"/>
                <a:gd name="connsiteX24" fmla="*/ 448437 w 1692540"/>
                <a:gd name="connsiteY24" fmla="*/ 1083470 h 1531399"/>
                <a:gd name="connsiteX25" fmla="*/ 402209 w 1692540"/>
                <a:gd name="connsiteY25" fmla="*/ 1106330 h 1531399"/>
                <a:gd name="connsiteX26" fmla="*/ 338963 w 1692540"/>
                <a:gd name="connsiteY26" fmla="*/ 1126396 h 1531399"/>
                <a:gd name="connsiteX27" fmla="*/ 376047 w 1692540"/>
                <a:gd name="connsiteY27" fmla="*/ 1221773 h 1531399"/>
                <a:gd name="connsiteX28" fmla="*/ 342900 w 1692540"/>
                <a:gd name="connsiteY28" fmla="*/ 1353472 h 1531399"/>
                <a:gd name="connsiteX29" fmla="*/ 265811 w 1692540"/>
                <a:gd name="connsiteY29" fmla="*/ 1522128 h 1531399"/>
                <a:gd name="connsiteX30" fmla="*/ 240157 w 1692540"/>
                <a:gd name="connsiteY30" fmla="*/ 1525430 h 1531399"/>
                <a:gd name="connsiteX31" fmla="*/ 349377 w 1692540"/>
                <a:gd name="connsiteY31" fmla="*/ 1239553 h 1531399"/>
                <a:gd name="connsiteX32" fmla="*/ 311531 w 1692540"/>
                <a:gd name="connsiteY32" fmla="*/ 1137826 h 1531399"/>
                <a:gd name="connsiteX33" fmla="*/ 20955 w 1692540"/>
                <a:gd name="connsiteY33" fmla="*/ 1520858 h 1531399"/>
                <a:gd name="connsiteX34" fmla="*/ 0 w 1692540"/>
                <a:gd name="connsiteY34" fmla="*/ 1531399 h 1531399"/>
                <a:gd name="connsiteX35" fmla="*/ 133223 w 1692540"/>
                <a:gd name="connsiteY35" fmla="*/ 1265080 h 1531399"/>
                <a:gd name="connsiteX36" fmla="*/ 412369 w 1692540"/>
                <a:gd name="connsiteY36" fmla="*/ 1076104 h 1531399"/>
                <a:gd name="connsiteX37" fmla="*/ 198247 w 1692540"/>
                <a:gd name="connsiteY37" fmla="*/ 940214 h 1531399"/>
                <a:gd name="connsiteX38" fmla="*/ 101981 w 1692540"/>
                <a:gd name="connsiteY38" fmla="*/ 850298 h 1531399"/>
                <a:gd name="connsiteX39" fmla="*/ 175895 w 1692540"/>
                <a:gd name="connsiteY39" fmla="*/ 554896 h 1531399"/>
                <a:gd name="connsiteX40" fmla="*/ 379792 w 1692540"/>
                <a:gd name="connsiteY40" fmla="*/ 319338 h 1531399"/>
                <a:gd name="connsiteX41" fmla="*/ 672816 w 1692540"/>
                <a:gd name="connsiteY41" fmla="*/ 274568 h 1531399"/>
                <a:gd name="connsiteX42" fmla="*/ 972991 w 1692540"/>
                <a:gd name="connsiteY42" fmla="*/ 437128 h 1531399"/>
                <a:gd name="connsiteX43" fmla="*/ 1049655 w 1692540"/>
                <a:gd name="connsiteY43" fmla="*/ 573311 h 1531399"/>
                <a:gd name="connsiteX44" fmla="*/ 1114679 w 1692540"/>
                <a:gd name="connsiteY44" fmla="*/ 668561 h 1531399"/>
                <a:gd name="connsiteX45" fmla="*/ 1042924 w 1692540"/>
                <a:gd name="connsiteY45" fmla="*/ 898558 h 1531399"/>
                <a:gd name="connsiteX46" fmla="*/ 1025906 w 1692540"/>
                <a:gd name="connsiteY46" fmla="*/ 908464 h 1531399"/>
                <a:gd name="connsiteX47" fmla="*/ 832358 w 1692540"/>
                <a:gd name="connsiteY47" fmla="*/ 1071024 h 1531399"/>
                <a:gd name="connsiteX48" fmla="*/ 1063879 w 1692540"/>
                <a:gd name="connsiteY48" fmla="*/ 1201199 h 1531399"/>
                <a:gd name="connsiteX49" fmla="*/ 1164717 w 1692540"/>
                <a:gd name="connsiteY49" fmla="*/ 1088169 h 1531399"/>
                <a:gd name="connsiteX50" fmla="*/ 1175385 w 1692540"/>
                <a:gd name="connsiteY50" fmla="*/ 999396 h 1531399"/>
                <a:gd name="connsiteX51" fmla="*/ 1226693 w 1692540"/>
                <a:gd name="connsiteY51" fmla="*/ 946056 h 1531399"/>
                <a:gd name="connsiteX52" fmla="*/ 1282700 w 1692540"/>
                <a:gd name="connsiteY52" fmla="*/ 963455 h 1531399"/>
                <a:gd name="connsiteX53" fmla="*/ 1388745 w 1692540"/>
                <a:gd name="connsiteY53" fmla="*/ 904527 h 1531399"/>
                <a:gd name="connsiteX54" fmla="*/ 1489583 w 1692540"/>
                <a:gd name="connsiteY54" fmla="*/ 948723 h 1531399"/>
                <a:gd name="connsiteX55" fmla="*/ 1488694 w 1692540"/>
                <a:gd name="connsiteY55" fmla="*/ 653448 h 1531399"/>
                <a:gd name="connsiteX56" fmla="*/ 1326261 w 1692540"/>
                <a:gd name="connsiteY56" fmla="*/ 716059 h 1531399"/>
                <a:gd name="connsiteX57" fmla="*/ 1149604 w 1692540"/>
                <a:gd name="connsiteY57" fmla="*/ 642018 h 1531399"/>
                <a:gd name="connsiteX58" fmla="*/ 1083183 w 1692540"/>
                <a:gd name="connsiteY58" fmla="*/ 442882 h 1531399"/>
                <a:gd name="connsiteX59" fmla="*/ 1224407 w 1692540"/>
                <a:gd name="connsiteY59" fmla="*/ 256192 h 1531399"/>
                <a:gd name="connsiteX60" fmla="*/ 1224407 w 1692540"/>
                <a:gd name="connsiteY60" fmla="*/ 107094 h 1531399"/>
                <a:gd name="connsiteX61" fmla="*/ 1182497 w 1692540"/>
                <a:gd name="connsiteY61" fmla="*/ 39149 h 1531399"/>
                <a:gd name="connsiteX62" fmla="*/ 1217930 w 1692540"/>
                <a:gd name="connsiteY62" fmla="*/ 33307 h 1531399"/>
                <a:gd name="connsiteX63" fmla="*/ 1235710 w 1692540"/>
                <a:gd name="connsiteY63" fmla="*/ 80932 h 1531399"/>
                <a:gd name="connsiteX64" fmla="*/ 1415161 w 1692540"/>
                <a:gd name="connsiteY64" fmla="*/ 77122 h 1531399"/>
                <a:gd name="connsiteX65" fmla="*/ 1427353 w 1692540"/>
                <a:gd name="connsiteY65" fmla="*/ 31148 h 1531399"/>
                <a:gd name="connsiteX66" fmla="*/ 1217930 w 1692540"/>
                <a:gd name="connsiteY66" fmla="*/ 33307 h 1531399"/>
                <a:gd name="connsiteX67" fmla="*/ 1249680 w 1692540"/>
                <a:gd name="connsiteY67" fmla="*/ 103665 h 1531399"/>
                <a:gd name="connsiteX68" fmla="*/ 1249807 w 1692540"/>
                <a:gd name="connsiteY68" fmla="*/ 153703 h 1531399"/>
                <a:gd name="connsiteX69" fmla="*/ 1249934 w 1692540"/>
                <a:gd name="connsiteY69" fmla="*/ 272067 h 1531399"/>
                <a:gd name="connsiteX70" fmla="*/ 1111631 w 1692540"/>
                <a:gd name="connsiteY70" fmla="*/ 422435 h 1531399"/>
                <a:gd name="connsiteX71" fmla="*/ 1502918 w 1692540"/>
                <a:gd name="connsiteY71" fmla="*/ 423070 h 1531399"/>
                <a:gd name="connsiteX72" fmla="*/ 1498473 w 1692540"/>
                <a:gd name="connsiteY72" fmla="*/ 350299 h 1531399"/>
                <a:gd name="connsiteX73" fmla="*/ 1392301 w 1692540"/>
                <a:gd name="connsiteY73" fmla="*/ 267622 h 1531399"/>
                <a:gd name="connsiteX74" fmla="*/ 1391920 w 1692540"/>
                <a:gd name="connsiteY74" fmla="*/ 155354 h 1531399"/>
                <a:gd name="connsiteX75" fmla="*/ 1392047 w 1692540"/>
                <a:gd name="connsiteY75" fmla="*/ 104173 h 1531399"/>
                <a:gd name="connsiteX76" fmla="*/ 1249680 w 1692540"/>
                <a:gd name="connsiteY76" fmla="*/ 103665 h 1531399"/>
                <a:gd name="connsiteX77" fmla="*/ 1522730 w 1692540"/>
                <a:gd name="connsiteY77" fmla="*/ 389796 h 1531399"/>
                <a:gd name="connsiteX78" fmla="*/ 1598676 w 1692540"/>
                <a:gd name="connsiteY78" fmla="*/ 415831 h 1531399"/>
                <a:gd name="connsiteX79" fmla="*/ 1567561 w 1692540"/>
                <a:gd name="connsiteY79" fmla="*/ 335313 h 1531399"/>
                <a:gd name="connsiteX80" fmla="*/ 1522730 w 1692540"/>
                <a:gd name="connsiteY80" fmla="*/ 389796 h 1531399"/>
                <a:gd name="connsiteX81" fmla="*/ 378191 w 1692540"/>
                <a:gd name="connsiteY81" fmla="*/ 356072 h 1531399"/>
                <a:gd name="connsiteX82" fmla="*/ 198247 w 1692540"/>
                <a:gd name="connsiteY82" fmla="*/ 562643 h 1531399"/>
                <a:gd name="connsiteX83" fmla="*/ 221869 w 1692540"/>
                <a:gd name="connsiteY83" fmla="*/ 573057 h 1531399"/>
                <a:gd name="connsiteX84" fmla="*/ 262001 w 1692540"/>
                <a:gd name="connsiteY84" fmla="*/ 656242 h 1531399"/>
                <a:gd name="connsiteX85" fmla="*/ 231648 w 1692540"/>
                <a:gd name="connsiteY85" fmla="*/ 882556 h 1531399"/>
                <a:gd name="connsiteX86" fmla="*/ 196850 w 1692540"/>
                <a:gd name="connsiteY86" fmla="*/ 903384 h 1531399"/>
                <a:gd name="connsiteX87" fmla="*/ 310642 w 1692540"/>
                <a:gd name="connsiteY87" fmla="*/ 1004095 h 1531399"/>
                <a:gd name="connsiteX88" fmla="*/ 735076 w 1692540"/>
                <a:gd name="connsiteY88" fmla="*/ 1071405 h 1531399"/>
                <a:gd name="connsiteX89" fmla="*/ 985774 w 1692540"/>
                <a:gd name="connsiteY89" fmla="*/ 914433 h 1531399"/>
                <a:gd name="connsiteX90" fmla="*/ 991489 w 1692540"/>
                <a:gd name="connsiteY90" fmla="*/ 912147 h 1531399"/>
                <a:gd name="connsiteX91" fmla="*/ 941956 w 1692540"/>
                <a:gd name="connsiteY91" fmla="*/ 447656 h 1531399"/>
                <a:gd name="connsiteX92" fmla="*/ 655811 w 1692540"/>
                <a:gd name="connsiteY92" fmla="*/ 296327 h 1531399"/>
                <a:gd name="connsiteX93" fmla="*/ 372956 w 1692540"/>
                <a:gd name="connsiteY93" fmla="*/ 354815 h 1531399"/>
                <a:gd name="connsiteX94" fmla="*/ 1107186 w 1692540"/>
                <a:gd name="connsiteY94" fmla="*/ 448343 h 1531399"/>
                <a:gd name="connsiteX95" fmla="*/ 1185164 w 1692540"/>
                <a:gd name="connsiteY95" fmla="*/ 639097 h 1531399"/>
                <a:gd name="connsiteX96" fmla="*/ 1492250 w 1692540"/>
                <a:gd name="connsiteY96" fmla="*/ 602521 h 1531399"/>
                <a:gd name="connsiteX97" fmla="*/ 1445895 w 1692540"/>
                <a:gd name="connsiteY97" fmla="*/ 536354 h 1531399"/>
                <a:gd name="connsiteX98" fmla="*/ 1535049 w 1692540"/>
                <a:gd name="connsiteY98" fmla="*/ 501175 h 1531399"/>
                <a:gd name="connsiteX99" fmla="*/ 1530731 w 1692540"/>
                <a:gd name="connsiteY99" fmla="*/ 448216 h 1531399"/>
                <a:gd name="connsiteX100" fmla="*/ 1107186 w 1692540"/>
                <a:gd name="connsiteY100" fmla="*/ 448343 h 1531399"/>
                <a:gd name="connsiteX101" fmla="*/ 1482598 w 1692540"/>
                <a:gd name="connsiteY101" fmla="*/ 531020 h 1531399"/>
                <a:gd name="connsiteX102" fmla="*/ 1471930 w 1692540"/>
                <a:gd name="connsiteY102" fmla="*/ 563786 h 1531399"/>
                <a:gd name="connsiteX103" fmla="*/ 1670558 w 1692540"/>
                <a:gd name="connsiteY103" fmla="*/ 569628 h 1531399"/>
                <a:gd name="connsiteX104" fmla="*/ 1677924 w 1692540"/>
                <a:gd name="connsiteY104" fmla="*/ 529242 h 1531399"/>
                <a:gd name="connsiteX105" fmla="*/ 1482598 w 1692540"/>
                <a:gd name="connsiteY105" fmla="*/ 531020 h 1531399"/>
                <a:gd name="connsiteX106" fmla="*/ 161417 w 1692540"/>
                <a:gd name="connsiteY106" fmla="*/ 591599 h 1531399"/>
                <a:gd name="connsiteX107" fmla="*/ 114554 w 1692540"/>
                <a:gd name="connsiteY107" fmla="*/ 808769 h 1531399"/>
                <a:gd name="connsiteX108" fmla="*/ 182499 w 1692540"/>
                <a:gd name="connsiteY108" fmla="*/ 880270 h 1531399"/>
                <a:gd name="connsiteX109" fmla="*/ 224917 w 1692540"/>
                <a:gd name="connsiteY109" fmla="*/ 844710 h 1531399"/>
                <a:gd name="connsiteX110" fmla="*/ 224536 w 1692540"/>
                <a:gd name="connsiteY110" fmla="*/ 621698 h 1531399"/>
                <a:gd name="connsiteX111" fmla="*/ 161417 w 1692540"/>
                <a:gd name="connsiteY111" fmla="*/ 591599 h 1531399"/>
                <a:gd name="connsiteX112" fmla="*/ 1039622 w 1692540"/>
                <a:gd name="connsiteY112" fmla="*/ 587916 h 1531399"/>
                <a:gd name="connsiteX113" fmla="*/ 1037717 w 1692540"/>
                <a:gd name="connsiteY113" fmla="*/ 881540 h 1531399"/>
                <a:gd name="connsiteX114" fmla="*/ 1039622 w 1692540"/>
                <a:gd name="connsiteY114" fmla="*/ 587916 h 1531399"/>
                <a:gd name="connsiteX115" fmla="*/ 1514094 w 1692540"/>
                <a:gd name="connsiteY115" fmla="*/ 595663 h 1531399"/>
                <a:gd name="connsiteX116" fmla="*/ 1513586 w 1692540"/>
                <a:gd name="connsiteY116" fmla="*/ 683293 h 1531399"/>
                <a:gd name="connsiteX117" fmla="*/ 1513332 w 1692540"/>
                <a:gd name="connsiteY117" fmla="*/ 895637 h 1531399"/>
                <a:gd name="connsiteX118" fmla="*/ 1528953 w 1692540"/>
                <a:gd name="connsiteY118" fmla="*/ 993935 h 1531399"/>
                <a:gd name="connsiteX119" fmla="*/ 1648333 w 1692540"/>
                <a:gd name="connsiteY119" fmla="*/ 974758 h 1531399"/>
                <a:gd name="connsiteX120" fmla="*/ 1654810 w 1692540"/>
                <a:gd name="connsiteY120" fmla="*/ 822739 h 1531399"/>
                <a:gd name="connsiteX121" fmla="*/ 1655191 w 1692540"/>
                <a:gd name="connsiteY121" fmla="*/ 684055 h 1531399"/>
                <a:gd name="connsiteX122" fmla="*/ 1654683 w 1692540"/>
                <a:gd name="connsiteY122" fmla="*/ 596044 h 1531399"/>
                <a:gd name="connsiteX123" fmla="*/ 1514094 w 1692540"/>
                <a:gd name="connsiteY123" fmla="*/ 595663 h 1531399"/>
                <a:gd name="connsiteX124" fmla="*/ 1371092 w 1692540"/>
                <a:gd name="connsiteY124" fmla="*/ 936404 h 1531399"/>
                <a:gd name="connsiteX125" fmla="*/ 1249807 w 1692540"/>
                <a:gd name="connsiteY125" fmla="*/ 1048164 h 1531399"/>
                <a:gd name="connsiteX126" fmla="*/ 1261618 w 1692540"/>
                <a:gd name="connsiteY126" fmla="*/ 977806 h 1531399"/>
                <a:gd name="connsiteX127" fmla="*/ 1208151 w 1692540"/>
                <a:gd name="connsiteY127" fmla="*/ 990252 h 1531399"/>
                <a:gd name="connsiteX128" fmla="*/ 1338961 w 1692540"/>
                <a:gd name="connsiteY128" fmla="*/ 1202723 h 1531399"/>
                <a:gd name="connsiteX129" fmla="*/ 1462913 w 1692540"/>
                <a:gd name="connsiteY129" fmla="*/ 956470 h 1531399"/>
                <a:gd name="connsiteX130" fmla="*/ 1387475 w 1692540"/>
                <a:gd name="connsiteY130" fmla="*/ 1049434 h 1531399"/>
                <a:gd name="connsiteX131" fmla="*/ 1427988 w 1692540"/>
                <a:gd name="connsiteY131" fmla="*/ 943389 h 1531399"/>
                <a:gd name="connsiteX132" fmla="*/ 1371092 w 1692540"/>
                <a:gd name="connsiteY132" fmla="*/ 936404 h 1531399"/>
                <a:gd name="connsiteX133" fmla="*/ 1081532 w 1692540"/>
                <a:gd name="connsiteY133" fmla="*/ 1218471 h 1531399"/>
                <a:gd name="connsiteX134" fmla="*/ 1025652 w 1692540"/>
                <a:gd name="connsiteY134" fmla="*/ 1239172 h 1531399"/>
                <a:gd name="connsiteX135" fmla="*/ 1042035 w 1692540"/>
                <a:gd name="connsiteY135" fmla="*/ 1214534 h 1531399"/>
                <a:gd name="connsiteX136" fmla="*/ 913638 w 1692540"/>
                <a:gd name="connsiteY136" fmla="*/ 1136302 h 1531399"/>
                <a:gd name="connsiteX137" fmla="*/ 964057 w 1692540"/>
                <a:gd name="connsiteY137" fmla="*/ 1385222 h 1531399"/>
                <a:gd name="connsiteX138" fmla="*/ 1097915 w 1692540"/>
                <a:gd name="connsiteY138" fmla="*/ 1412781 h 1531399"/>
                <a:gd name="connsiteX139" fmla="*/ 1340866 w 1692540"/>
                <a:gd name="connsiteY139" fmla="*/ 1232060 h 1531399"/>
                <a:gd name="connsiteX140" fmla="*/ 1181608 w 1692540"/>
                <a:gd name="connsiteY140" fmla="*/ 1117506 h 1531399"/>
                <a:gd name="connsiteX141" fmla="*/ 1081532 w 1692540"/>
                <a:gd name="connsiteY141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560449 w 1681861"/>
                <a:gd name="connsiteY9" fmla="*/ 502699 h 1531399"/>
                <a:gd name="connsiteX10" fmla="*/ 1681861 w 1681861"/>
                <a:gd name="connsiteY10" fmla="*/ 599600 h 1531399"/>
                <a:gd name="connsiteX11" fmla="*/ 1681353 w 1681861"/>
                <a:gd name="connsiteY11" fmla="*/ 943643 h 1531399"/>
                <a:gd name="connsiteX12" fmla="*/ 1657731 w 1681861"/>
                <a:gd name="connsiteY12" fmla="*/ 1013874 h 1531399"/>
                <a:gd name="connsiteX13" fmla="*/ 1517142 w 1681861"/>
                <a:gd name="connsiteY13" fmla="*/ 1020859 h 1531399"/>
                <a:gd name="connsiteX14" fmla="*/ 1383030 w 1681861"/>
                <a:gd name="connsiteY14" fmla="*/ 1226726 h 1531399"/>
                <a:gd name="connsiteX15" fmla="*/ 1096137 w 1681861"/>
                <a:gd name="connsiteY15" fmla="*/ 1439070 h 1531399"/>
                <a:gd name="connsiteX16" fmla="*/ 969010 w 1681861"/>
                <a:gd name="connsiteY16" fmla="*/ 1417226 h 1531399"/>
                <a:gd name="connsiteX17" fmla="*/ 968375 w 1681861"/>
                <a:gd name="connsiteY17" fmla="*/ 1514000 h 1531399"/>
                <a:gd name="connsiteX18" fmla="*/ 957580 w 1681861"/>
                <a:gd name="connsiteY18" fmla="*/ 1526700 h 1531399"/>
                <a:gd name="connsiteX19" fmla="*/ 942721 w 1681861"/>
                <a:gd name="connsiteY19" fmla="*/ 1523906 h 1531399"/>
                <a:gd name="connsiteX20" fmla="*/ 940562 w 1681861"/>
                <a:gd name="connsiteY20" fmla="*/ 1420401 h 1531399"/>
                <a:gd name="connsiteX21" fmla="*/ 914908 w 1681861"/>
                <a:gd name="connsiteY21" fmla="*/ 1220630 h 1531399"/>
                <a:gd name="connsiteX22" fmla="*/ 854202 w 1681861"/>
                <a:gd name="connsiteY22" fmla="*/ 1107600 h 1531399"/>
                <a:gd name="connsiteX23" fmla="*/ 678561 w 1681861"/>
                <a:gd name="connsiteY23" fmla="*/ 1101504 h 1531399"/>
                <a:gd name="connsiteX24" fmla="*/ 448437 w 1681861"/>
                <a:gd name="connsiteY24" fmla="*/ 1083470 h 1531399"/>
                <a:gd name="connsiteX25" fmla="*/ 402209 w 1681861"/>
                <a:gd name="connsiteY25" fmla="*/ 1106330 h 1531399"/>
                <a:gd name="connsiteX26" fmla="*/ 338963 w 1681861"/>
                <a:gd name="connsiteY26" fmla="*/ 1126396 h 1531399"/>
                <a:gd name="connsiteX27" fmla="*/ 376047 w 1681861"/>
                <a:gd name="connsiteY27" fmla="*/ 1221773 h 1531399"/>
                <a:gd name="connsiteX28" fmla="*/ 342900 w 1681861"/>
                <a:gd name="connsiteY28" fmla="*/ 1353472 h 1531399"/>
                <a:gd name="connsiteX29" fmla="*/ 265811 w 1681861"/>
                <a:gd name="connsiteY29" fmla="*/ 1522128 h 1531399"/>
                <a:gd name="connsiteX30" fmla="*/ 240157 w 1681861"/>
                <a:gd name="connsiteY30" fmla="*/ 1525430 h 1531399"/>
                <a:gd name="connsiteX31" fmla="*/ 349377 w 1681861"/>
                <a:gd name="connsiteY31" fmla="*/ 1239553 h 1531399"/>
                <a:gd name="connsiteX32" fmla="*/ 311531 w 1681861"/>
                <a:gd name="connsiteY32" fmla="*/ 1137826 h 1531399"/>
                <a:gd name="connsiteX33" fmla="*/ 20955 w 1681861"/>
                <a:gd name="connsiteY33" fmla="*/ 1520858 h 1531399"/>
                <a:gd name="connsiteX34" fmla="*/ 0 w 1681861"/>
                <a:gd name="connsiteY34" fmla="*/ 1531399 h 1531399"/>
                <a:gd name="connsiteX35" fmla="*/ 133223 w 1681861"/>
                <a:gd name="connsiteY35" fmla="*/ 1265080 h 1531399"/>
                <a:gd name="connsiteX36" fmla="*/ 412369 w 1681861"/>
                <a:gd name="connsiteY36" fmla="*/ 1076104 h 1531399"/>
                <a:gd name="connsiteX37" fmla="*/ 198247 w 1681861"/>
                <a:gd name="connsiteY37" fmla="*/ 940214 h 1531399"/>
                <a:gd name="connsiteX38" fmla="*/ 101981 w 1681861"/>
                <a:gd name="connsiteY38" fmla="*/ 850298 h 1531399"/>
                <a:gd name="connsiteX39" fmla="*/ 175895 w 1681861"/>
                <a:gd name="connsiteY39" fmla="*/ 554896 h 1531399"/>
                <a:gd name="connsiteX40" fmla="*/ 379792 w 1681861"/>
                <a:gd name="connsiteY40" fmla="*/ 319338 h 1531399"/>
                <a:gd name="connsiteX41" fmla="*/ 672816 w 1681861"/>
                <a:gd name="connsiteY41" fmla="*/ 274568 h 1531399"/>
                <a:gd name="connsiteX42" fmla="*/ 972991 w 1681861"/>
                <a:gd name="connsiteY42" fmla="*/ 437128 h 1531399"/>
                <a:gd name="connsiteX43" fmla="*/ 1049655 w 1681861"/>
                <a:gd name="connsiteY43" fmla="*/ 573311 h 1531399"/>
                <a:gd name="connsiteX44" fmla="*/ 1114679 w 1681861"/>
                <a:gd name="connsiteY44" fmla="*/ 668561 h 1531399"/>
                <a:gd name="connsiteX45" fmla="*/ 1042924 w 1681861"/>
                <a:gd name="connsiteY45" fmla="*/ 898558 h 1531399"/>
                <a:gd name="connsiteX46" fmla="*/ 1025906 w 1681861"/>
                <a:gd name="connsiteY46" fmla="*/ 908464 h 1531399"/>
                <a:gd name="connsiteX47" fmla="*/ 832358 w 1681861"/>
                <a:gd name="connsiteY47" fmla="*/ 1071024 h 1531399"/>
                <a:gd name="connsiteX48" fmla="*/ 1063879 w 1681861"/>
                <a:gd name="connsiteY48" fmla="*/ 1201199 h 1531399"/>
                <a:gd name="connsiteX49" fmla="*/ 1164717 w 1681861"/>
                <a:gd name="connsiteY49" fmla="*/ 1088169 h 1531399"/>
                <a:gd name="connsiteX50" fmla="*/ 1175385 w 1681861"/>
                <a:gd name="connsiteY50" fmla="*/ 999396 h 1531399"/>
                <a:gd name="connsiteX51" fmla="*/ 1226693 w 1681861"/>
                <a:gd name="connsiteY51" fmla="*/ 946056 h 1531399"/>
                <a:gd name="connsiteX52" fmla="*/ 1282700 w 1681861"/>
                <a:gd name="connsiteY52" fmla="*/ 963455 h 1531399"/>
                <a:gd name="connsiteX53" fmla="*/ 1388745 w 1681861"/>
                <a:gd name="connsiteY53" fmla="*/ 904527 h 1531399"/>
                <a:gd name="connsiteX54" fmla="*/ 1489583 w 1681861"/>
                <a:gd name="connsiteY54" fmla="*/ 948723 h 1531399"/>
                <a:gd name="connsiteX55" fmla="*/ 1488694 w 1681861"/>
                <a:gd name="connsiteY55" fmla="*/ 653448 h 1531399"/>
                <a:gd name="connsiteX56" fmla="*/ 1326261 w 1681861"/>
                <a:gd name="connsiteY56" fmla="*/ 716059 h 1531399"/>
                <a:gd name="connsiteX57" fmla="*/ 1149604 w 1681861"/>
                <a:gd name="connsiteY57" fmla="*/ 642018 h 1531399"/>
                <a:gd name="connsiteX58" fmla="*/ 1083183 w 1681861"/>
                <a:gd name="connsiteY58" fmla="*/ 442882 h 1531399"/>
                <a:gd name="connsiteX59" fmla="*/ 1224407 w 1681861"/>
                <a:gd name="connsiteY59" fmla="*/ 256192 h 1531399"/>
                <a:gd name="connsiteX60" fmla="*/ 1224407 w 1681861"/>
                <a:gd name="connsiteY60" fmla="*/ 107094 h 1531399"/>
                <a:gd name="connsiteX61" fmla="*/ 1182497 w 1681861"/>
                <a:gd name="connsiteY61" fmla="*/ 39149 h 1531399"/>
                <a:gd name="connsiteX62" fmla="*/ 1217930 w 1681861"/>
                <a:gd name="connsiteY62" fmla="*/ 33307 h 1531399"/>
                <a:gd name="connsiteX63" fmla="*/ 1235710 w 1681861"/>
                <a:gd name="connsiteY63" fmla="*/ 80932 h 1531399"/>
                <a:gd name="connsiteX64" fmla="*/ 1415161 w 1681861"/>
                <a:gd name="connsiteY64" fmla="*/ 77122 h 1531399"/>
                <a:gd name="connsiteX65" fmla="*/ 1427353 w 1681861"/>
                <a:gd name="connsiteY65" fmla="*/ 31148 h 1531399"/>
                <a:gd name="connsiteX66" fmla="*/ 1217930 w 1681861"/>
                <a:gd name="connsiteY66" fmla="*/ 33307 h 1531399"/>
                <a:gd name="connsiteX67" fmla="*/ 1249680 w 1681861"/>
                <a:gd name="connsiteY67" fmla="*/ 103665 h 1531399"/>
                <a:gd name="connsiteX68" fmla="*/ 1249807 w 1681861"/>
                <a:gd name="connsiteY68" fmla="*/ 153703 h 1531399"/>
                <a:gd name="connsiteX69" fmla="*/ 1249934 w 1681861"/>
                <a:gd name="connsiteY69" fmla="*/ 272067 h 1531399"/>
                <a:gd name="connsiteX70" fmla="*/ 1111631 w 1681861"/>
                <a:gd name="connsiteY70" fmla="*/ 422435 h 1531399"/>
                <a:gd name="connsiteX71" fmla="*/ 1502918 w 1681861"/>
                <a:gd name="connsiteY71" fmla="*/ 423070 h 1531399"/>
                <a:gd name="connsiteX72" fmla="*/ 1498473 w 1681861"/>
                <a:gd name="connsiteY72" fmla="*/ 350299 h 1531399"/>
                <a:gd name="connsiteX73" fmla="*/ 1392301 w 1681861"/>
                <a:gd name="connsiteY73" fmla="*/ 267622 h 1531399"/>
                <a:gd name="connsiteX74" fmla="*/ 1391920 w 1681861"/>
                <a:gd name="connsiteY74" fmla="*/ 155354 h 1531399"/>
                <a:gd name="connsiteX75" fmla="*/ 1392047 w 1681861"/>
                <a:gd name="connsiteY75" fmla="*/ 104173 h 1531399"/>
                <a:gd name="connsiteX76" fmla="*/ 1249680 w 1681861"/>
                <a:gd name="connsiteY76" fmla="*/ 103665 h 1531399"/>
                <a:gd name="connsiteX77" fmla="*/ 1522730 w 1681861"/>
                <a:gd name="connsiteY77" fmla="*/ 389796 h 1531399"/>
                <a:gd name="connsiteX78" fmla="*/ 1598676 w 1681861"/>
                <a:gd name="connsiteY78" fmla="*/ 415831 h 1531399"/>
                <a:gd name="connsiteX79" fmla="*/ 1567561 w 1681861"/>
                <a:gd name="connsiteY79" fmla="*/ 335313 h 1531399"/>
                <a:gd name="connsiteX80" fmla="*/ 1522730 w 1681861"/>
                <a:gd name="connsiteY80" fmla="*/ 389796 h 1531399"/>
                <a:gd name="connsiteX81" fmla="*/ 378191 w 1681861"/>
                <a:gd name="connsiteY81" fmla="*/ 356072 h 1531399"/>
                <a:gd name="connsiteX82" fmla="*/ 198247 w 1681861"/>
                <a:gd name="connsiteY82" fmla="*/ 562643 h 1531399"/>
                <a:gd name="connsiteX83" fmla="*/ 221869 w 1681861"/>
                <a:gd name="connsiteY83" fmla="*/ 573057 h 1531399"/>
                <a:gd name="connsiteX84" fmla="*/ 262001 w 1681861"/>
                <a:gd name="connsiteY84" fmla="*/ 656242 h 1531399"/>
                <a:gd name="connsiteX85" fmla="*/ 231648 w 1681861"/>
                <a:gd name="connsiteY85" fmla="*/ 882556 h 1531399"/>
                <a:gd name="connsiteX86" fmla="*/ 196850 w 1681861"/>
                <a:gd name="connsiteY86" fmla="*/ 903384 h 1531399"/>
                <a:gd name="connsiteX87" fmla="*/ 310642 w 1681861"/>
                <a:gd name="connsiteY87" fmla="*/ 1004095 h 1531399"/>
                <a:gd name="connsiteX88" fmla="*/ 735076 w 1681861"/>
                <a:gd name="connsiteY88" fmla="*/ 1071405 h 1531399"/>
                <a:gd name="connsiteX89" fmla="*/ 985774 w 1681861"/>
                <a:gd name="connsiteY89" fmla="*/ 914433 h 1531399"/>
                <a:gd name="connsiteX90" fmla="*/ 991489 w 1681861"/>
                <a:gd name="connsiteY90" fmla="*/ 912147 h 1531399"/>
                <a:gd name="connsiteX91" fmla="*/ 941956 w 1681861"/>
                <a:gd name="connsiteY91" fmla="*/ 447656 h 1531399"/>
                <a:gd name="connsiteX92" fmla="*/ 655811 w 1681861"/>
                <a:gd name="connsiteY92" fmla="*/ 296327 h 1531399"/>
                <a:gd name="connsiteX93" fmla="*/ 372956 w 1681861"/>
                <a:gd name="connsiteY93" fmla="*/ 354815 h 1531399"/>
                <a:gd name="connsiteX94" fmla="*/ 1107186 w 1681861"/>
                <a:gd name="connsiteY94" fmla="*/ 448343 h 1531399"/>
                <a:gd name="connsiteX95" fmla="*/ 1185164 w 1681861"/>
                <a:gd name="connsiteY95" fmla="*/ 639097 h 1531399"/>
                <a:gd name="connsiteX96" fmla="*/ 1492250 w 1681861"/>
                <a:gd name="connsiteY96" fmla="*/ 602521 h 1531399"/>
                <a:gd name="connsiteX97" fmla="*/ 1445895 w 1681861"/>
                <a:gd name="connsiteY97" fmla="*/ 536354 h 1531399"/>
                <a:gd name="connsiteX98" fmla="*/ 1535049 w 1681861"/>
                <a:gd name="connsiteY98" fmla="*/ 501175 h 1531399"/>
                <a:gd name="connsiteX99" fmla="*/ 1530731 w 1681861"/>
                <a:gd name="connsiteY99" fmla="*/ 448216 h 1531399"/>
                <a:gd name="connsiteX100" fmla="*/ 1107186 w 1681861"/>
                <a:gd name="connsiteY100" fmla="*/ 448343 h 1531399"/>
                <a:gd name="connsiteX101" fmla="*/ 1482598 w 1681861"/>
                <a:gd name="connsiteY101" fmla="*/ 531020 h 1531399"/>
                <a:gd name="connsiteX102" fmla="*/ 1471930 w 1681861"/>
                <a:gd name="connsiteY102" fmla="*/ 563786 h 1531399"/>
                <a:gd name="connsiteX103" fmla="*/ 1677924 w 1681861"/>
                <a:gd name="connsiteY103" fmla="*/ 529242 h 1531399"/>
                <a:gd name="connsiteX104" fmla="*/ 1482598 w 1681861"/>
                <a:gd name="connsiteY104" fmla="*/ 531020 h 1531399"/>
                <a:gd name="connsiteX105" fmla="*/ 161417 w 1681861"/>
                <a:gd name="connsiteY105" fmla="*/ 591599 h 1531399"/>
                <a:gd name="connsiteX106" fmla="*/ 114554 w 1681861"/>
                <a:gd name="connsiteY106" fmla="*/ 808769 h 1531399"/>
                <a:gd name="connsiteX107" fmla="*/ 182499 w 1681861"/>
                <a:gd name="connsiteY107" fmla="*/ 880270 h 1531399"/>
                <a:gd name="connsiteX108" fmla="*/ 224917 w 1681861"/>
                <a:gd name="connsiteY108" fmla="*/ 844710 h 1531399"/>
                <a:gd name="connsiteX109" fmla="*/ 224536 w 1681861"/>
                <a:gd name="connsiteY109" fmla="*/ 621698 h 1531399"/>
                <a:gd name="connsiteX110" fmla="*/ 161417 w 1681861"/>
                <a:gd name="connsiteY110" fmla="*/ 591599 h 1531399"/>
                <a:gd name="connsiteX111" fmla="*/ 1039622 w 1681861"/>
                <a:gd name="connsiteY111" fmla="*/ 587916 h 1531399"/>
                <a:gd name="connsiteX112" fmla="*/ 1037717 w 1681861"/>
                <a:gd name="connsiteY112" fmla="*/ 881540 h 1531399"/>
                <a:gd name="connsiteX113" fmla="*/ 1039622 w 1681861"/>
                <a:gd name="connsiteY113" fmla="*/ 587916 h 1531399"/>
                <a:gd name="connsiteX114" fmla="*/ 1514094 w 1681861"/>
                <a:gd name="connsiteY114" fmla="*/ 595663 h 1531399"/>
                <a:gd name="connsiteX115" fmla="*/ 1513586 w 1681861"/>
                <a:gd name="connsiteY115" fmla="*/ 683293 h 1531399"/>
                <a:gd name="connsiteX116" fmla="*/ 1513332 w 1681861"/>
                <a:gd name="connsiteY116" fmla="*/ 895637 h 1531399"/>
                <a:gd name="connsiteX117" fmla="*/ 1528953 w 1681861"/>
                <a:gd name="connsiteY117" fmla="*/ 993935 h 1531399"/>
                <a:gd name="connsiteX118" fmla="*/ 1648333 w 1681861"/>
                <a:gd name="connsiteY118" fmla="*/ 974758 h 1531399"/>
                <a:gd name="connsiteX119" fmla="*/ 1654810 w 1681861"/>
                <a:gd name="connsiteY119" fmla="*/ 822739 h 1531399"/>
                <a:gd name="connsiteX120" fmla="*/ 1655191 w 1681861"/>
                <a:gd name="connsiteY120" fmla="*/ 684055 h 1531399"/>
                <a:gd name="connsiteX121" fmla="*/ 1654683 w 1681861"/>
                <a:gd name="connsiteY121" fmla="*/ 596044 h 1531399"/>
                <a:gd name="connsiteX122" fmla="*/ 1514094 w 1681861"/>
                <a:gd name="connsiteY122" fmla="*/ 595663 h 1531399"/>
                <a:gd name="connsiteX123" fmla="*/ 1371092 w 1681861"/>
                <a:gd name="connsiteY123" fmla="*/ 936404 h 1531399"/>
                <a:gd name="connsiteX124" fmla="*/ 1249807 w 1681861"/>
                <a:gd name="connsiteY124" fmla="*/ 1048164 h 1531399"/>
                <a:gd name="connsiteX125" fmla="*/ 1261618 w 1681861"/>
                <a:gd name="connsiteY125" fmla="*/ 977806 h 1531399"/>
                <a:gd name="connsiteX126" fmla="*/ 1208151 w 1681861"/>
                <a:gd name="connsiteY126" fmla="*/ 990252 h 1531399"/>
                <a:gd name="connsiteX127" fmla="*/ 1338961 w 1681861"/>
                <a:gd name="connsiteY127" fmla="*/ 1202723 h 1531399"/>
                <a:gd name="connsiteX128" fmla="*/ 1462913 w 1681861"/>
                <a:gd name="connsiteY128" fmla="*/ 956470 h 1531399"/>
                <a:gd name="connsiteX129" fmla="*/ 1387475 w 1681861"/>
                <a:gd name="connsiteY129" fmla="*/ 1049434 h 1531399"/>
                <a:gd name="connsiteX130" fmla="*/ 1427988 w 1681861"/>
                <a:gd name="connsiteY130" fmla="*/ 943389 h 1531399"/>
                <a:gd name="connsiteX131" fmla="*/ 1371092 w 1681861"/>
                <a:gd name="connsiteY131" fmla="*/ 936404 h 1531399"/>
                <a:gd name="connsiteX132" fmla="*/ 1081532 w 1681861"/>
                <a:gd name="connsiteY132" fmla="*/ 1218471 h 1531399"/>
                <a:gd name="connsiteX133" fmla="*/ 1025652 w 1681861"/>
                <a:gd name="connsiteY133" fmla="*/ 1239172 h 1531399"/>
                <a:gd name="connsiteX134" fmla="*/ 1042035 w 1681861"/>
                <a:gd name="connsiteY134" fmla="*/ 1214534 h 1531399"/>
                <a:gd name="connsiteX135" fmla="*/ 913638 w 1681861"/>
                <a:gd name="connsiteY135" fmla="*/ 1136302 h 1531399"/>
                <a:gd name="connsiteX136" fmla="*/ 964057 w 1681861"/>
                <a:gd name="connsiteY136" fmla="*/ 1385222 h 1531399"/>
                <a:gd name="connsiteX137" fmla="*/ 1097915 w 1681861"/>
                <a:gd name="connsiteY137" fmla="*/ 1412781 h 1531399"/>
                <a:gd name="connsiteX138" fmla="*/ 1340866 w 1681861"/>
                <a:gd name="connsiteY138" fmla="*/ 1232060 h 1531399"/>
                <a:gd name="connsiteX139" fmla="*/ 1181608 w 1681861"/>
                <a:gd name="connsiteY139" fmla="*/ 1117506 h 1531399"/>
                <a:gd name="connsiteX140" fmla="*/ 1081532 w 1681861"/>
                <a:gd name="connsiteY140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560449 w 1681861"/>
                <a:gd name="connsiteY9" fmla="*/ 502699 h 1531399"/>
                <a:gd name="connsiteX10" fmla="*/ 1681861 w 1681861"/>
                <a:gd name="connsiteY10" fmla="*/ 599600 h 1531399"/>
                <a:gd name="connsiteX11" fmla="*/ 1681353 w 1681861"/>
                <a:gd name="connsiteY11" fmla="*/ 943643 h 1531399"/>
                <a:gd name="connsiteX12" fmla="*/ 1657731 w 1681861"/>
                <a:gd name="connsiteY12" fmla="*/ 1013874 h 1531399"/>
                <a:gd name="connsiteX13" fmla="*/ 1517142 w 1681861"/>
                <a:gd name="connsiteY13" fmla="*/ 1020859 h 1531399"/>
                <a:gd name="connsiteX14" fmla="*/ 1383030 w 1681861"/>
                <a:gd name="connsiteY14" fmla="*/ 1226726 h 1531399"/>
                <a:gd name="connsiteX15" fmla="*/ 1096137 w 1681861"/>
                <a:gd name="connsiteY15" fmla="*/ 1439070 h 1531399"/>
                <a:gd name="connsiteX16" fmla="*/ 969010 w 1681861"/>
                <a:gd name="connsiteY16" fmla="*/ 1417226 h 1531399"/>
                <a:gd name="connsiteX17" fmla="*/ 968375 w 1681861"/>
                <a:gd name="connsiteY17" fmla="*/ 1514000 h 1531399"/>
                <a:gd name="connsiteX18" fmla="*/ 957580 w 1681861"/>
                <a:gd name="connsiteY18" fmla="*/ 1526700 h 1531399"/>
                <a:gd name="connsiteX19" fmla="*/ 942721 w 1681861"/>
                <a:gd name="connsiteY19" fmla="*/ 1523906 h 1531399"/>
                <a:gd name="connsiteX20" fmla="*/ 940562 w 1681861"/>
                <a:gd name="connsiteY20" fmla="*/ 1420401 h 1531399"/>
                <a:gd name="connsiteX21" fmla="*/ 914908 w 1681861"/>
                <a:gd name="connsiteY21" fmla="*/ 1220630 h 1531399"/>
                <a:gd name="connsiteX22" fmla="*/ 854202 w 1681861"/>
                <a:gd name="connsiteY22" fmla="*/ 1107600 h 1531399"/>
                <a:gd name="connsiteX23" fmla="*/ 678561 w 1681861"/>
                <a:gd name="connsiteY23" fmla="*/ 1101504 h 1531399"/>
                <a:gd name="connsiteX24" fmla="*/ 448437 w 1681861"/>
                <a:gd name="connsiteY24" fmla="*/ 1083470 h 1531399"/>
                <a:gd name="connsiteX25" fmla="*/ 402209 w 1681861"/>
                <a:gd name="connsiteY25" fmla="*/ 1106330 h 1531399"/>
                <a:gd name="connsiteX26" fmla="*/ 338963 w 1681861"/>
                <a:gd name="connsiteY26" fmla="*/ 1126396 h 1531399"/>
                <a:gd name="connsiteX27" fmla="*/ 376047 w 1681861"/>
                <a:gd name="connsiteY27" fmla="*/ 1221773 h 1531399"/>
                <a:gd name="connsiteX28" fmla="*/ 342900 w 1681861"/>
                <a:gd name="connsiteY28" fmla="*/ 1353472 h 1531399"/>
                <a:gd name="connsiteX29" fmla="*/ 265811 w 1681861"/>
                <a:gd name="connsiteY29" fmla="*/ 1522128 h 1531399"/>
                <a:gd name="connsiteX30" fmla="*/ 240157 w 1681861"/>
                <a:gd name="connsiteY30" fmla="*/ 1525430 h 1531399"/>
                <a:gd name="connsiteX31" fmla="*/ 349377 w 1681861"/>
                <a:gd name="connsiteY31" fmla="*/ 1239553 h 1531399"/>
                <a:gd name="connsiteX32" fmla="*/ 311531 w 1681861"/>
                <a:gd name="connsiteY32" fmla="*/ 1137826 h 1531399"/>
                <a:gd name="connsiteX33" fmla="*/ 20955 w 1681861"/>
                <a:gd name="connsiteY33" fmla="*/ 1520858 h 1531399"/>
                <a:gd name="connsiteX34" fmla="*/ 0 w 1681861"/>
                <a:gd name="connsiteY34" fmla="*/ 1531399 h 1531399"/>
                <a:gd name="connsiteX35" fmla="*/ 133223 w 1681861"/>
                <a:gd name="connsiteY35" fmla="*/ 1265080 h 1531399"/>
                <a:gd name="connsiteX36" fmla="*/ 412369 w 1681861"/>
                <a:gd name="connsiteY36" fmla="*/ 1076104 h 1531399"/>
                <a:gd name="connsiteX37" fmla="*/ 198247 w 1681861"/>
                <a:gd name="connsiteY37" fmla="*/ 940214 h 1531399"/>
                <a:gd name="connsiteX38" fmla="*/ 101981 w 1681861"/>
                <a:gd name="connsiteY38" fmla="*/ 850298 h 1531399"/>
                <a:gd name="connsiteX39" fmla="*/ 175895 w 1681861"/>
                <a:gd name="connsiteY39" fmla="*/ 554896 h 1531399"/>
                <a:gd name="connsiteX40" fmla="*/ 379792 w 1681861"/>
                <a:gd name="connsiteY40" fmla="*/ 319338 h 1531399"/>
                <a:gd name="connsiteX41" fmla="*/ 672816 w 1681861"/>
                <a:gd name="connsiteY41" fmla="*/ 274568 h 1531399"/>
                <a:gd name="connsiteX42" fmla="*/ 972991 w 1681861"/>
                <a:gd name="connsiteY42" fmla="*/ 437128 h 1531399"/>
                <a:gd name="connsiteX43" fmla="*/ 1049655 w 1681861"/>
                <a:gd name="connsiteY43" fmla="*/ 573311 h 1531399"/>
                <a:gd name="connsiteX44" fmla="*/ 1114679 w 1681861"/>
                <a:gd name="connsiteY44" fmla="*/ 668561 h 1531399"/>
                <a:gd name="connsiteX45" fmla="*/ 1042924 w 1681861"/>
                <a:gd name="connsiteY45" fmla="*/ 898558 h 1531399"/>
                <a:gd name="connsiteX46" fmla="*/ 1025906 w 1681861"/>
                <a:gd name="connsiteY46" fmla="*/ 908464 h 1531399"/>
                <a:gd name="connsiteX47" fmla="*/ 832358 w 1681861"/>
                <a:gd name="connsiteY47" fmla="*/ 1071024 h 1531399"/>
                <a:gd name="connsiteX48" fmla="*/ 1063879 w 1681861"/>
                <a:gd name="connsiteY48" fmla="*/ 1201199 h 1531399"/>
                <a:gd name="connsiteX49" fmla="*/ 1164717 w 1681861"/>
                <a:gd name="connsiteY49" fmla="*/ 1088169 h 1531399"/>
                <a:gd name="connsiteX50" fmla="*/ 1175385 w 1681861"/>
                <a:gd name="connsiteY50" fmla="*/ 999396 h 1531399"/>
                <a:gd name="connsiteX51" fmla="*/ 1226693 w 1681861"/>
                <a:gd name="connsiteY51" fmla="*/ 946056 h 1531399"/>
                <a:gd name="connsiteX52" fmla="*/ 1282700 w 1681861"/>
                <a:gd name="connsiteY52" fmla="*/ 963455 h 1531399"/>
                <a:gd name="connsiteX53" fmla="*/ 1388745 w 1681861"/>
                <a:gd name="connsiteY53" fmla="*/ 904527 h 1531399"/>
                <a:gd name="connsiteX54" fmla="*/ 1489583 w 1681861"/>
                <a:gd name="connsiteY54" fmla="*/ 948723 h 1531399"/>
                <a:gd name="connsiteX55" fmla="*/ 1488694 w 1681861"/>
                <a:gd name="connsiteY55" fmla="*/ 653448 h 1531399"/>
                <a:gd name="connsiteX56" fmla="*/ 1326261 w 1681861"/>
                <a:gd name="connsiteY56" fmla="*/ 716059 h 1531399"/>
                <a:gd name="connsiteX57" fmla="*/ 1149604 w 1681861"/>
                <a:gd name="connsiteY57" fmla="*/ 642018 h 1531399"/>
                <a:gd name="connsiteX58" fmla="*/ 1083183 w 1681861"/>
                <a:gd name="connsiteY58" fmla="*/ 442882 h 1531399"/>
                <a:gd name="connsiteX59" fmla="*/ 1224407 w 1681861"/>
                <a:gd name="connsiteY59" fmla="*/ 256192 h 1531399"/>
                <a:gd name="connsiteX60" fmla="*/ 1224407 w 1681861"/>
                <a:gd name="connsiteY60" fmla="*/ 107094 h 1531399"/>
                <a:gd name="connsiteX61" fmla="*/ 1182497 w 1681861"/>
                <a:gd name="connsiteY61" fmla="*/ 39149 h 1531399"/>
                <a:gd name="connsiteX62" fmla="*/ 1217930 w 1681861"/>
                <a:gd name="connsiteY62" fmla="*/ 33307 h 1531399"/>
                <a:gd name="connsiteX63" fmla="*/ 1235710 w 1681861"/>
                <a:gd name="connsiteY63" fmla="*/ 80932 h 1531399"/>
                <a:gd name="connsiteX64" fmla="*/ 1415161 w 1681861"/>
                <a:gd name="connsiteY64" fmla="*/ 77122 h 1531399"/>
                <a:gd name="connsiteX65" fmla="*/ 1427353 w 1681861"/>
                <a:gd name="connsiteY65" fmla="*/ 31148 h 1531399"/>
                <a:gd name="connsiteX66" fmla="*/ 1217930 w 1681861"/>
                <a:gd name="connsiteY66" fmla="*/ 33307 h 1531399"/>
                <a:gd name="connsiteX67" fmla="*/ 1249680 w 1681861"/>
                <a:gd name="connsiteY67" fmla="*/ 103665 h 1531399"/>
                <a:gd name="connsiteX68" fmla="*/ 1249807 w 1681861"/>
                <a:gd name="connsiteY68" fmla="*/ 153703 h 1531399"/>
                <a:gd name="connsiteX69" fmla="*/ 1249934 w 1681861"/>
                <a:gd name="connsiteY69" fmla="*/ 272067 h 1531399"/>
                <a:gd name="connsiteX70" fmla="*/ 1111631 w 1681861"/>
                <a:gd name="connsiteY70" fmla="*/ 422435 h 1531399"/>
                <a:gd name="connsiteX71" fmla="*/ 1502918 w 1681861"/>
                <a:gd name="connsiteY71" fmla="*/ 423070 h 1531399"/>
                <a:gd name="connsiteX72" fmla="*/ 1498473 w 1681861"/>
                <a:gd name="connsiteY72" fmla="*/ 350299 h 1531399"/>
                <a:gd name="connsiteX73" fmla="*/ 1392301 w 1681861"/>
                <a:gd name="connsiteY73" fmla="*/ 267622 h 1531399"/>
                <a:gd name="connsiteX74" fmla="*/ 1391920 w 1681861"/>
                <a:gd name="connsiteY74" fmla="*/ 155354 h 1531399"/>
                <a:gd name="connsiteX75" fmla="*/ 1392047 w 1681861"/>
                <a:gd name="connsiteY75" fmla="*/ 104173 h 1531399"/>
                <a:gd name="connsiteX76" fmla="*/ 1249680 w 1681861"/>
                <a:gd name="connsiteY76" fmla="*/ 103665 h 1531399"/>
                <a:gd name="connsiteX77" fmla="*/ 1522730 w 1681861"/>
                <a:gd name="connsiteY77" fmla="*/ 389796 h 1531399"/>
                <a:gd name="connsiteX78" fmla="*/ 1598676 w 1681861"/>
                <a:gd name="connsiteY78" fmla="*/ 415831 h 1531399"/>
                <a:gd name="connsiteX79" fmla="*/ 1567561 w 1681861"/>
                <a:gd name="connsiteY79" fmla="*/ 335313 h 1531399"/>
                <a:gd name="connsiteX80" fmla="*/ 1522730 w 1681861"/>
                <a:gd name="connsiteY80" fmla="*/ 389796 h 1531399"/>
                <a:gd name="connsiteX81" fmla="*/ 378191 w 1681861"/>
                <a:gd name="connsiteY81" fmla="*/ 356072 h 1531399"/>
                <a:gd name="connsiteX82" fmla="*/ 198247 w 1681861"/>
                <a:gd name="connsiteY82" fmla="*/ 562643 h 1531399"/>
                <a:gd name="connsiteX83" fmla="*/ 221869 w 1681861"/>
                <a:gd name="connsiteY83" fmla="*/ 573057 h 1531399"/>
                <a:gd name="connsiteX84" fmla="*/ 262001 w 1681861"/>
                <a:gd name="connsiteY84" fmla="*/ 656242 h 1531399"/>
                <a:gd name="connsiteX85" fmla="*/ 231648 w 1681861"/>
                <a:gd name="connsiteY85" fmla="*/ 882556 h 1531399"/>
                <a:gd name="connsiteX86" fmla="*/ 196850 w 1681861"/>
                <a:gd name="connsiteY86" fmla="*/ 903384 h 1531399"/>
                <a:gd name="connsiteX87" fmla="*/ 310642 w 1681861"/>
                <a:gd name="connsiteY87" fmla="*/ 1004095 h 1531399"/>
                <a:gd name="connsiteX88" fmla="*/ 735076 w 1681861"/>
                <a:gd name="connsiteY88" fmla="*/ 1071405 h 1531399"/>
                <a:gd name="connsiteX89" fmla="*/ 985774 w 1681861"/>
                <a:gd name="connsiteY89" fmla="*/ 914433 h 1531399"/>
                <a:gd name="connsiteX90" fmla="*/ 991489 w 1681861"/>
                <a:gd name="connsiteY90" fmla="*/ 912147 h 1531399"/>
                <a:gd name="connsiteX91" fmla="*/ 941956 w 1681861"/>
                <a:gd name="connsiteY91" fmla="*/ 447656 h 1531399"/>
                <a:gd name="connsiteX92" fmla="*/ 655811 w 1681861"/>
                <a:gd name="connsiteY92" fmla="*/ 296327 h 1531399"/>
                <a:gd name="connsiteX93" fmla="*/ 372956 w 1681861"/>
                <a:gd name="connsiteY93" fmla="*/ 354815 h 1531399"/>
                <a:gd name="connsiteX94" fmla="*/ 1107186 w 1681861"/>
                <a:gd name="connsiteY94" fmla="*/ 448343 h 1531399"/>
                <a:gd name="connsiteX95" fmla="*/ 1185164 w 1681861"/>
                <a:gd name="connsiteY95" fmla="*/ 639097 h 1531399"/>
                <a:gd name="connsiteX96" fmla="*/ 1492250 w 1681861"/>
                <a:gd name="connsiteY96" fmla="*/ 602521 h 1531399"/>
                <a:gd name="connsiteX97" fmla="*/ 1445895 w 1681861"/>
                <a:gd name="connsiteY97" fmla="*/ 536354 h 1531399"/>
                <a:gd name="connsiteX98" fmla="*/ 1535049 w 1681861"/>
                <a:gd name="connsiteY98" fmla="*/ 501175 h 1531399"/>
                <a:gd name="connsiteX99" fmla="*/ 1530731 w 1681861"/>
                <a:gd name="connsiteY99" fmla="*/ 448216 h 1531399"/>
                <a:gd name="connsiteX100" fmla="*/ 1107186 w 1681861"/>
                <a:gd name="connsiteY100" fmla="*/ 448343 h 1531399"/>
                <a:gd name="connsiteX101" fmla="*/ 1482598 w 1681861"/>
                <a:gd name="connsiteY101" fmla="*/ 531020 h 1531399"/>
                <a:gd name="connsiteX102" fmla="*/ 1471930 w 1681861"/>
                <a:gd name="connsiteY102" fmla="*/ 563786 h 1531399"/>
                <a:gd name="connsiteX103" fmla="*/ 1482598 w 1681861"/>
                <a:gd name="connsiteY103" fmla="*/ 531020 h 1531399"/>
                <a:gd name="connsiteX104" fmla="*/ 161417 w 1681861"/>
                <a:gd name="connsiteY104" fmla="*/ 591599 h 1531399"/>
                <a:gd name="connsiteX105" fmla="*/ 114554 w 1681861"/>
                <a:gd name="connsiteY105" fmla="*/ 808769 h 1531399"/>
                <a:gd name="connsiteX106" fmla="*/ 182499 w 1681861"/>
                <a:gd name="connsiteY106" fmla="*/ 880270 h 1531399"/>
                <a:gd name="connsiteX107" fmla="*/ 224917 w 1681861"/>
                <a:gd name="connsiteY107" fmla="*/ 844710 h 1531399"/>
                <a:gd name="connsiteX108" fmla="*/ 224536 w 1681861"/>
                <a:gd name="connsiteY108" fmla="*/ 621698 h 1531399"/>
                <a:gd name="connsiteX109" fmla="*/ 161417 w 1681861"/>
                <a:gd name="connsiteY109" fmla="*/ 591599 h 1531399"/>
                <a:gd name="connsiteX110" fmla="*/ 1039622 w 1681861"/>
                <a:gd name="connsiteY110" fmla="*/ 587916 h 1531399"/>
                <a:gd name="connsiteX111" fmla="*/ 1037717 w 1681861"/>
                <a:gd name="connsiteY111" fmla="*/ 881540 h 1531399"/>
                <a:gd name="connsiteX112" fmla="*/ 1039622 w 1681861"/>
                <a:gd name="connsiteY112" fmla="*/ 587916 h 1531399"/>
                <a:gd name="connsiteX113" fmla="*/ 1514094 w 1681861"/>
                <a:gd name="connsiteY113" fmla="*/ 595663 h 1531399"/>
                <a:gd name="connsiteX114" fmla="*/ 1513586 w 1681861"/>
                <a:gd name="connsiteY114" fmla="*/ 683293 h 1531399"/>
                <a:gd name="connsiteX115" fmla="*/ 1513332 w 1681861"/>
                <a:gd name="connsiteY115" fmla="*/ 895637 h 1531399"/>
                <a:gd name="connsiteX116" fmla="*/ 1528953 w 1681861"/>
                <a:gd name="connsiteY116" fmla="*/ 993935 h 1531399"/>
                <a:gd name="connsiteX117" fmla="*/ 1648333 w 1681861"/>
                <a:gd name="connsiteY117" fmla="*/ 974758 h 1531399"/>
                <a:gd name="connsiteX118" fmla="*/ 1654810 w 1681861"/>
                <a:gd name="connsiteY118" fmla="*/ 822739 h 1531399"/>
                <a:gd name="connsiteX119" fmla="*/ 1655191 w 1681861"/>
                <a:gd name="connsiteY119" fmla="*/ 684055 h 1531399"/>
                <a:gd name="connsiteX120" fmla="*/ 1654683 w 1681861"/>
                <a:gd name="connsiteY120" fmla="*/ 596044 h 1531399"/>
                <a:gd name="connsiteX121" fmla="*/ 1514094 w 1681861"/>
                <a:gd name="connsiteY121" fmla="*/ 595663 h 1531399"/>
                <a:gd name="connsiteX122" fmla="*/ 1371092 w 1681861"/>
                <a:gd name="connsiteY122" fmla="*/ 936404 h 1531399"/>
                <a:gd name="connsiteX123" fmla="*/ 1249807 w 1681861"/>
                <a:gd name="connsiteY123" fmla="*/ 1048164 h 1531399"/>
                <a:gd name="connsiteX124" fmla="*/ 1261618 w 1681861"/>
                <a:gd name="connsiteY124" fmla="*/ 977806 h 1531399"/>
                <a:gd name="connsiteX125" fmla="*/ 1208151 w 1681861"/>
                <a:gd name="connsiteY125" fmla="*/ 990252 h 1531399"/>
                <a:gd name="connsiteX126" fmla="*/ 1338961 w 1681861"/>
                <a:gd name="connsiteY126" fmla="*/ 1202723 h 1531399"/>
                <a:gd name="connsiteX127" fmla="*/ 1462913 w 1681861"/>
                <a:gd name="connsiteY127" fmla="*/ 956470 h 1531399"/>
                <a:gd name="connsiteX128" fmla="*/ 1387475 w 1681861"/>
                <a:gd name="connsiteY128" fmla="*/ 1049434 h 1531399"/>
                <a:gd name="connsiteX129" fmla="*/ 1427988 w 1681861"/>
                <a:gd name="connsiteY129" fmla="*/ 943389 h 1531399"/>
                <a:gd name="connsiteX130" fmla="*/ 1371092 w 1681861"/>
                <a:gd name="connsiteY130" fmla="*/ 936404 h 1531399"/>
                <a:gd name="connsiteX131" fmla="*/ 1081532 w 1681861"/>
                <a:gd name="connsiteY131" fmla="*/ 1218471 h 1531399"/>
                <a:gd name="connsiteX132" fmla="*/ 1025652 w 1681861"/>
                <a:gd name="connsiteY132" fmla="*/ 1239172 h 1531399"/>
                <a:gd name="connsiteX133" fmla="*/ 1042035 w 1681861"/>
                <a:gd name="connsiteY133" fmla="*/ 1214534 h 1531399"/>
                <a:gd name="connsiteX134" fmla="*/ 913638 w 1681861"/>
                <a:gd name="connsiteY134" fmla="*/ 1136302 h 1531399"/>
                <a:gd name="connsiteX135" fmla="*/ 964057 w 1681861"/>
                <a:gd name="connsiteY135" fmla="*/ 1385222 h 1531399"/>
                <a:gd name="connsiteX136" fmla="*/ 1097915 w 1681861"/>
                <a:gd name="connsiteY136" fmla="*/ 1412781 h 1531399"/>
                <a:gd name="connsiteX137" fmla="*/ 1340866 w 1681861"/>
                <a:gd name="connsiteY137" fmla="*/ 1232060 h 1531399"/>
                <a:gd name="connsiteX138" fmla="*/ 1181608 w 1681861"/>
                <a:gd name="connsiteY138" fmla="*/ 1117506 h 1531399"/>
                <a:gd name="connsiteX139" fmla="*/ 1081532 w 1681861"/>
                <a:gd name="connsiteY139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445895 w 1681861"/>
                <a:gd name="connsiteY96" fmla="*/ 536354 h 1531399"/>
                <a:gd name="connsiteX97" fmla="*/ 1535049 w 1681861"/>
                <a:gd name="connsiteY97" fmla="*/ 501175 h 1531399"/>
                <a:gd name="connsiteX98" fmla="*/ 1530731 w 1681861"/>
                <a:gd name="connsiteY98" fmla="*/ 448216 h 1531399"/>
                <a:gd name="connsiteX99" fmla="*/ 1107186 w 1681861"/>
                <a:gd name="connsiteY99" fmla="*/ 448343 h 1531399"/>
                <a:gd name="connsiteX100" fmla="*/ 1482598 w 1681861"/>
                <a:gd name="connsiteY100" fmla="*/ 531020 h 1531399"/>
                <a:gd name="connsiteX101" fmla="*/ 1471930 w 1681861"/>
                <a:gd name="connsiteY101" fmla="*/ 563786 h 1531399"/>
                <a:gd name="connsiteX102" fmla="*/ 1482598 w 1681861"/>
                <a:gd name="connsiteY102" fmla="*/ 531020 h 1531399"/>
                <a:gd name="connsiteX103" fmla="*/ 161417 w 1681861"/>
                <a:gd name="connsiteY103" fmla="*/ 591599 h 1531399"/>
                <a:gd name="connsiteX104" fmla="*/ 114554 w 1681861"/>
                <a:gd name="connsiteY104" fmla="*/ 808769 h 1531399"/>
                <a:gd name="connsiteX105" fmla="*/ 182499 w 1681861"/>
                <a:gd name="connsiteY105" fmla="*/ 880270 h 1531399"/>
                <a:gd name="connsiteX106" fmla="*/ 224917 w 1681861"/>
                <a:gd name="connsiteY106" fmla="*/ 844710 h 1531399"/>
                <a:gd name="connsiteX107" fmla="*/ 224536 w 1681861"/>
                <a:gd name="connsiteY107" fmla="*/ 621698 h 1531399"/>
                <a:gd name="connsiteX108" fmla="*/ 161417 w 1681861"/>
                <a:gd name="connsiteY108" fmla="*/ 591599 h 1531399"/>
                <a:gd name="connsiteX109" fmla="*/ 1039622 w 1681861"/>
                <a:gd name="connsiteY109" fmla="*/ 587916 h 1531399"/>
                <a:gd name="connsiteX110" fmla="*/ 1037717 w 1681861"/>
                <a:gd name="connsiteY110" fmla="*/ 881540 h 1531399"/>
                <a:gd name="connsiteX111" fmla="*/ 1039622 w 1681861"/>
                <a:gd name="connsiteY111" fmla="*/ 587916 h 1531399"/>
                <a:gd name="connsiteX112" fmla="*/ 1514094 w 1681861"/>
                <a:gd name="connsiteY112" fmla="*/ 595663 h 1531399"/>
                <a:gd name="connsiteX113" fmla="*/ 1513586 w 1681861"/>
                <a:gd name="connsiteY113" fmla="*/ 683293 h 1531399"/>
                <a:gd name="connsiteX114" fmla="*/ 1513332 w 1681861"/>
                <a:gd name="connsiteY114" fmla="*/ 895637 h 1531399"/>
                <a:gd name="connsiteX115" fmla="*/ 1528953 w 1681861"/>
                <a:gd name="connsiteY115" fmla="*/ 993935 h 1531399"/>
                <a:gd name="connsiteX116" fmla="*/ 1648333 w 1681861"/>
                <a:gd name="connsiteY116" fmla="*/ 974758 h 1531399"/>
                <a:gd name="connsiteX117" fmla="*/ 1654810 w 1681861"/>
                <a:gd name="connsiteY117" fmla="*/ 822739 h 1531399"/>
                <a:gd name="connsiteX118" fmla="*/ 1655191 w 1681861"/>
                <a:gd name="connsiteY118" fmla="*/ 684055 h 1531399"/>
                <a:gd name="connsiteX119" fmla="*/ 1654683 w 1681861"/>
                <a:gd name="connsiteY119" fmla="*/ 596044 h 1531399"/>
                <a:gd name="connsiteX120" fmla="*/ 1514094 w 1681861"/>
                <a:gd name="connsiteY120" fmla="*/ 595663 h 1531399"/>
                <a:gd name="connsiteX121" fmla="*/ 1371092 w 1681861"/>
                <a:gd name="connsiteY121" fmla="*/ 936404 h 1531399"/>
                <a:gd name="connsiteX122" fmla="*/ 1249807 w 1681861"/>
                <a:gd name="connsiteY122" fmla="*/ 1048164 h 1531399"/>
                <a:gd name="connsiteX123" fmla="*/ 1261618 w 1681861"/>
                <a:gd name="connsiteY123" fmla="*/ 977806 h 1531399"/>
                <a:gd name="connsiteX124" fmla="*/ 1208151 w 1681861"/>
                <a:gd name="connsiteY124" fmla="*/ 990252 h 1531399"/>
                <a:gd name="connsiteX125" fmla="*/ 1338961 w 1681861"/>
                <a:gd name="connsiteY125" fmla="*/ 1202723 h 1531399"/>
                <a:gd name="connsiteX126" fmla="*/ 1462913 w 1681861"/>
                <a:gd name="connsiteY126" fmla="*/ 956470 h 1531399"/>
                <a:gd name="connsiteX127" fmla="*/ 1387475 w 1681861"/>
                <a:gd name="connsiteY127" fmla="*/ 1049434 h 1531399"/>
                <a:gd name="connsiteX128" fmla="*/ 1427988 w 1681861"/>
                <a:gd name="connsiteY128" fmla="*/ 943389 h 1531399"/>
                <a:gd name="connsiteX129" fmla="*/ 1371092 w 1681861"/>
                <a:gd name="connsiteY129" fmla="*/ 936404 h 1531399"/>
                <a:gd name="connsiteX130" fmla="*/ 1081532 w 1681861"/>
                <a:gd name="connsiteY130" fmla="*/ 1218471 h 1531399"/>
                <a:gd name="connsiteX131" fmla="*/ 1025652 w 1681861"/>
                <a:gd name="connsiteY131" fmla="*/ 1239172 h 1531399"/>
                <a:gd name="connsiteX132" fmla="*/ 1042035 w 1681861"/>
                <a:gd name="connsiteY132" fmla="*/ 1214534 h 1531399"/>
                <a:gd name="connsiteX133" fmla="*/ 913638 w 1681861"/>
                <a:gd name="connsiteY133" fmla="*/ 1136302 h 1531399"/>
                <a:gd name="connsiteX134" fmla="*/ 964057 w 1681861"/>
                <a:gd name="connsiteY134" fmla="*/ 1385222 h 1531399"/>
                <a:gd name="connsiteX135" fmla="*/ 1097915 w 1681861"/>
                <a:gd name="connsiteY135" fmla="*/ 1412781 h 1531399"/>
                <a:gd name="connsiteX136" fmla="*/ 1340866 w 1681861"/>
                <a:gd name="connsiteY136" fmla="*/ 1232060 h 1531399"/>
                <a:gd name="connsiteX137" fmla="*/ 1181608 w 1681861"/>
                <a:gd name="connsiteY137" fmla="*/ 1117506 h 1531399"/>
                <a:gd name="connsiteX138" fmla="*/ 1081532 w 1681861"/>
                <a:gd name="connsiteY138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445895 w 1681861"/>
                <a:gd name="connsiteY96" fmla="*/ 536354 h 1531399"/>
                <a:gd name="connsiteX97" fmla="*/ 1530731 w 1681861"/>
                <a:gd name="connsiteY97" fmla="*/ 448216 h 1531399"/>
                <a:gd name="connsiteX98" fmla="*/ 1107186 w 1681861"/>
                <a:gd name="connsiteY98" fmla="*/ 448343 h 1531399"/>
                <a:gd name="connsiteX99" fmla="*/ 1482598 w 1681861"/>
                <a:gd name="connsiteY99" fmla="*/ 531020 h 1531399"/>
                <a:gd name="connsiteX100" fmla="*/ 1471930 w 1681861"/>
                <a:gd name="connsiteY100" fmla="*/ 563786 h 1531399"/>
                <a:gd name="connsiteX101" fmla="*/ 1482598 w 1681861"/>
                <a:gd name="connsiteY101" fmla="*/ 531020 h 1531399"/>
                <a:gd name="connsiteX102" fmla="*/ 161417 w 1681861"/>
                <a:gd name="connsiteY102" fmla="*/ 591599 h 1531399"/>
                <a:gd name="connsiteX103" fmla="*/ 114554 w 1681861"/>
                <a:gd name="connsiteY103" fmla="*/ 808769 h 1531399"/>
                <a:gd name="connsiteX104" fmla="*/ 182499 w 1681861"/>
                <a:gd name="connsiteY104" fmla="*/ 880270 h 1531399"/>
                <a:gd name="connsiteX105" fmla="*/ 224917 w 1681861"/>
                <a:gd name="connsiteY105" fmla="*/ 844710 h 1531399"/>
                <a:gd name="connsiteX106" fmla="*/ 224536 w 1681861"/>
                <a:gd name="connsiteY106" fmla="*/ 621698 h 1531399"/>
                <a:gd name="connsiteX107" fmla="*/ 161417 w 1681861"/>
                <a:gd name="connsiteY107" fmla="*/ 591599 h 1531399"/>
                <a:gd name="connsiteX108" fmla="*/ 1039622 w 1681861"/>
                <a:gd name="connsiteY108" fmla="*/ 587916 h 1531399"/>
                <a:gd name="connsiteX109" fmla="*/ 1037717 w 1681861"/>
                <a:gd name="connsiteY109" fmla="*/ 881540 h 1531399"/>
                <a:gd name="connsiteX110" fmla="*/ 1039622 w 1681861"/>
                <a:gd name="connsiteY110" fmla="*/ 587916 h 1531399"/>
                <a:gd name="connsiteX111" fmla="*/ 1514094 w 1681861"/>
                <a:gd name="connsiteY111" fmla="*/ 595663 h 1531399"/>
                <a:gd name="connsiteX112" fmla="*/ 1513586 w 1681861"/>
                <a:gd name="connsiteY112" fmla="*/ 683293 h 1531399"/>
                <a:gd name="connsiteX113" fmla="*/ 1513332 w 1681861"/>
                <a:gd name="connsiteY113" fmla="*/ 895637 h 1531399"/>
                <a:gd name="connsiteX114" fmla="*/ 1528953 w 1681861"/>
                <a:gd name="connsiteY114" fmla="*/ 993935 h 1531399"/>
                <a:gd name="connsiteX115" fmla="*/ 1648333 w 1681861"/>
                <a:gd name="connsiteY115" fmla="*/ 974758 h 1531399"/>
                <a:gd name="connsiteX116" fmla="*/ 1654810 w 1681861"/>
                <a:gd name="connsiteY116" fmla="*/ 822739 h 1531399"/>
                <a:gd name="connsiteX117" fmla="*/ 1655191 w 1681861"/>
                <a:gd name="connsiteY117" fmla="*/ 684055 h 1531399"/>
                <a:gd name="connsiteX118" fmla="*/ 1654683 w 1681861"/>
                <a:gd name="connsiteY118" fmla="*/ 596044 h 1531399"/>
                <a:gd name="connsiteX119" fmla="*/ 1514094 w 1681861"/>
                <a:gd name="connsiteY119" fmla="*/ 595663 h 1531399"/>
                <a:gd name="connsiteX120" fmla="*/ 1371092 w 1681861"/>
                <a:gd name="connsiteY120" fmla="*/ 936404 h 1531399"/>
                <a:gd name="connsiteX121" fmla="*/ 1249807 w 1681861"/>
                <a:gd name="connsiteY121" fmla="*/ 1048164 h 1531399"/>
                <a:gd name="connsiteX122" fmla="*/ 1261618 w 1681861"/>
                <a:gd name="connsiteY122" fmla="*/ 977806 h 1531399"/>
                <a:gd name="connsiteX123" fmla="*/ 1208151 w 1681861"/>
                <a:gd name="connsiteY123" fmla="*/ 990252 h 1531399"/>
                <a:gd name="connsiteX124" fmla="*/ 1338961 w 1681861"/>
                <a:gd name="connsiteY124" fmla="*/ 1202723 h 1531399"/>
                <a:gd name="connsiteX125" fmla="*/ 1462913 w 1681861"/>
                <a:gd name="connsiteY125" fmla="*/ 956470 h 1531399"/>
                <a:gd name="connsiteX126" fmla="*/ 1387475 w 1681861"/>
                <a:gd name="connsiteY126" fmla="*/ 1049434 h 1531399"/>
                <a:gd name="connsiteX127" fmla="*/ 1427988 w 1681861"/>
                <a:gd name="connsiteY127" fmla="*/ 943389 h 1531399"/>
                <a:gd name="connsiteX128" fmla="*/ 1371092 w 1681861"/>
                <a:gd name="connsiteY128" fmla="*/ 936404 h 1531399"/>
                <a:gd name="connsiteX129" fmla="*/ 1081532 w 1681861"/>
                <a:gd name="connsiteY129" fmla="*/ 1218471 h 1531399"/>
                <a:gd name="connsiteX130" fmla="*/ 1025652 w 1681861"/>
                <a:gd name="connsiteY130" fmla="*/ 1239172 h 1531399"/>
                <a:gd name="connsiteX131" fmla="*/ 1042035 w 1681861"/>
                <a:gd name="connsiteY131" fmla="*/ 1214534 h 1531399"/>
                <a:gd name="connsiteX132" fmla="*/ 913638 w 1681861"/>
                <a:gd name="connsiteY132" fmla="*/ 1136302 h 1531399"/>
                <a:gd name="connsiteX133" fmla="*/ 964057 w 1681861"/>
                <a:gd name="connsiteY133" fmla="*/ 1385222 h 1531399"/>
                <a:gd name="connsiteX134" fmla="*/ 1097915 w 1681861"/>
                <a:gd name="connsiteY134" fmla="*/ 1412781 h 1531399"/>
                <a:gd name="connsiteX135" fmla="*/ 1340866 w 1681861"/>
                <a:gd name="connsiteY135" fmla="*/ 1232060 h 1531399"/>
                <a:gd name="connsiteX136" fmla="*/ 1181608 w 1681861"/>
                <a:gd name="connsiteY136" fmla="*/ 1117506 h 1531399"/>
                <a:gd name="connsiteX137" fmla="*/ 1081532 w 1681861"/>
                <a:gd name="connsiteY137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445895 w 1681861"/>
                <a:gd name="connsiteY96" fmla="*/ 536354 h 1531399"/>
                <a:gd name="connsiteX97" fmla="*/ 1530731 w 1681861"/>
                <a:gd name="connsiteY97" fmla="*/ 448216 h 1531399"/>
                <a:gd name="connsiteX98" fmla="*/ 1107186 w 1681861"/>
                <a:gd name="connsiteY98" fmla="*/ 448343 h 1531399"/>
                <a:gd name="connsiteX99" fmla="*/ 1482598 w 1681861"/>
                <a:gd name="connsiteY99" fmla="*/ 531020 h 1531399"/>
                <a:gd name="connsiteX100" fmla="*/ 1471930 w 1681861"/>
                <a:gd name="connsiteY100" fmla="*/ 563786 h 1531399"/>
                <a:gd name="connsiteX101" fmla="*/ 161417 w 1681861"/>
                <a:gd name="connsiteY101" fmla="*/ 591599 h 1531399"/>
                <a:gd name="connsiteX102" fmla="*/ 114554 w 1681861"/>
                <a:gd name="connsiteY102" fmla="*/ 808769 h 1531399"/>
                <a:gd name="connsiteX103" fmla="*/ 182499 w 1681861"/>
                <a:gd name="connsiteY103" fmla="*/ 880270 h 1531399"/>
                <a:gd name="connsiteX104" fmla="*/ 224917 w 1681861"/>
                <a:gd name="connsiteY104" fmla="*/ 844710 h 1531399"/>
                <a:gd name="connsiteX105" fmla="*/ 224536 w 1681861"/>
                <a:gd name="connsiteY105" fmla="*/ 621698 h 1531399"/>
                <a:gd name="connsiteX106" fmla="*/ 161417 w 1681861"/>
                <a:gd name="connsiteY106" fmla="*/ 591599 h 1531399"/>
                <a:gd name="connsiteX107" fmla="*/ 1039622 w 1681861"/>
                <a:gd name="connsiteY107" fmla="*/ 587916 h 1531399"/>
                <a:gd name="connsiteX108" fmla="*/ 1037717 w 1681861"/>
                <a:gd name="connsiteY108" fmla="*/ 881540 h 1531399"/>
                <a:gd name="connsiteX109" fmla="*/ 1039622 w 1681861"/>
                <a:gd name="connsiteY109" fmla="*/ 587916 h 1531399"/>
                <a:gd name="connsiteX110" fmla="*/ 1514094 w 1681861"/>
                <a:gd name="connsiteY110" fmla="*/ 595663 h 1531399"/>
                <a:gd name="connsiteX111" fmla="*/ 1513586 w 1681861"/>
                <a:gd name="connsiteY111" fmla="*/ 683293 h 1531399"/>
                <a:gd name="connsiteX112" fmla="*/ 1513332 w 1681861"/>
                <a:gd name="connsiteY112" fmla="*/ 895637 h 1531399"/>
                <a:gd name="connsiteX113" fmla="*/ 1528953 w 1681861"/>
                <a:gd name="connsiteY113" fmla="*/ 993935 h 1531399"/>
                <a:gd name="connsiteX114" fmla="*/ 1648333 w 1681861"/>
                <a:gd name="connsiteY114" fmla="*/ 974758 h 1531399"/>
                <a:gd name="connsiteX115" fmla="*/ 1654810 w 1681861"/>
                <a:gd name="connsiteY115" fmla="*/ 822739 h 1531399"/>
                <a:gd name="connsiteX116" fmla="*/ 1655191 w 1681861"/>
                <a:gd name="connsiteY116" fmla="*/ 684055 h 1531399"/>
                <a:gd name="connsiteX117" fmla="*/ 1654683 w 1681861"/>
                <a:gd name="connsiteY117" fmla="*/ 596044 h 1531399"/>
                <a:gd name="connsiteX118" fmla="*/ 1514094 w 1681861"/>
                <a:gd name="connsiteY118" fmla="*/ 595663 h 1531399"/>
                <a:gd name="connsiteX119" fmla="*/ 1371092 w 1681861"/>
                <a:gd name="connsiteY119" fmla="*/ 936404 h 1531399"/>
                <a:gd name="connsiteX120" fmla="*/ 1249807 w 1681861"/>
                <a:gd name="connsiteY120" fmla="*/ 1048164 h 1531399"/>
                <a:gd name="connsiteX121" fmla="*/ 1261618 w 1681861"/>
                <a:gd name="connsiteY121" fmla="*/ 977806 h 1531399"/>
                <a:gd name="connsiteX122" fmla="*/ 1208151 w 1681861"/>
                <a:gd name="connsiteY122" fmla="*/ 990252 h 1531399"/>
                <a:gd name="connsiteX123" fmla="*/ 1338961 w 1681861"/>
                <a:gd name="connsiteY123" fmla="*/ 1202723 h 1531399"/>
                <a:gd name="connsiteX124" fmla="*/ 1462913 w 1681861"/>
                <a:gd name="connsiteY124" fmla="*/ 956470 h 1531399"/>
                <a:gd name="connsiteX125" fmla="*/ 1387475 w 1681861"/>
                <a:gd name="connsiteY125" fmla="*/ 1049434 h 1531399"/>
                <a:gd name="connsiteX126" fmla="*/ 1427988 w 1681861"/>
                <a:gd name="connsiteY126" fmla="*/ 943389 h 1531399"/>
                <a:gd name="connsiteX127" fmla="*/ 1371092 w 1681861"/>
                <a:gd name="connsiteY127" fmla="*/ 936404 h 1531399"/>
                <a:gd name="connsiteX128" fmla="*/ 1081532 w 1681861"/>
                <a:gd name="connsiteY128" fmla="*/ 1218471 h 1531399"/>
                <a:gd name="connsiteX129" fmla="*/ 1025652 w 1681861"/>
                <a:gd name="connsiteY129" fmla="*/ 1239172 h 1531399"/>
                <a:gd name="connsiteX130" fmla="*/ 1042035 w 1681861"/>
                <a:gd name="connsiteY130" fmla="*/ 1214534 h 1531399"/>
                <a:gd name="connsiteX131" fmla="*/ 913638 w 1681861"/>
                <a:gd name="connsiteY131" fmla="*/ 1136302 h 1531399"/>
                <a:gd name="connsiteX132" fmla="*/ 964057 w 1681861"/>
                <a:gd name="connsiteY132" fmla="*/ 1385222 h 1531399"/>
                <a:gd name="connsiteX133" fmla="*/ 1097915 w 1681861"/>
                <a:gd name="connsiteY133" fmla="*/ 1412781 h 1531399"/>
                <a:gd name="connsiteX134" fmla="*/ 1340866 w 1681861"/>
                <a:gd name="connsiteY134" fmla="*/ 1232060 h 1531399"/>
                <a:gd name="connsiteX135" fmla="*/ 1181608 w 1681861"/>
                <a:gd name="connsiteY135" fmla="*/ 1117506 h 1531399"/>
                <a:gd name="connsiteX136" fmla="*/ 1081532 w 1681861"/>
                <a:gd name="connsiteY136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530731 w 1681861"/>
                <a:gd name="connsiteY96" fmla="*/ 448216 h 1531399"/>
                <a:gd name="connsiteX97" fmla="*/ 1107186 w 1681861"/>
                <a:gd name="connsiteY97" fmla="*/ 448343 h 1531399"/>
                <a:gd name="connsiteX98" fmla="*/ 1482598 w 1681861"/>
                <a:gd name="connsiteY98" fmla="*/ 531020 h 1531399"/>
                <a:gd name="connsiteX99" fmla="*/ 1471930 w 1681861"/>
                <a:gd name="connsiteY99" fmla="*/ 563786 h 1531399"/>
                <a:gd name="connsiteX100" fmla="*/ 161417 w 1681861"/>
                <a:gd name="connsiteY100" fmla="*/ 591599 h 1531399"/>
                <a:gd name="connsiteX101" fmla="*/ 114554 w 1681861"/>
                <a:gd name="connsiteY101" fmla="*/ 808769 h 1531399"/>
                <a:gd name="connsiteX102" fmla="*/ 182499 w 1681861"/>
                <a:gd name="connsiteY102" fmla="*/ 880270 h 1531399"/>
                <a:gd name="connsiteX103" fmla="*/ 224917 w 1681861"/>
                <a:gd name="connsiteY103" fmla="*/ 844710 h 1531399"/>
                <a:gd name="connsiteX104" fmla="*/ 224536 w 1681861"/>
                <a:gd name="connsiteY104" fmla="*/ 621698 h 1531399"/>
                <a:gd name="connsiteX105" fmla="*/ 161417 w 1681861"/>
                <a:gd name="connsiteY105" fmla="*/ 591599 h 1531399"/>
                <a:gd name="connsiteX106" fmla="*/ 1039622 w 1681861"/>
                <a:gd name="connsiteY106" fmla="*/ 587916 h 1531399"/>
                <a:gd name="connsiteX107" fmla="*/ 1037717 w 1681861"/>
                <a:gd name="connsiteY107" fmla="*/ 881540 h 1531399"/>
                <a:gd name="connsiteX108" fmla="*/ 1039622 w 1681861"/>
                <a:gd name="connsiteY108" fmla="*/ 587916 h 1531399"/>
                <a:gd name="connsiteX109" fmla="*/ 1514094 w 1681861"/>
                <a:gd name="connsiteY109" fmla="*/ 595663 h 1531399"/>
                <a:gd name="connsiteX110" fmla="*/ 1513586 w 1681861"/>
                <a:gd name="connsiteY110" fmla="*/ 683293 h 1531399"/>
                <a:gd name="connsiteX111" fmla="*/ 1513332 w 1681861"/>
                <a:gd name="connsiteY111" fmla="*/ 895637 h 1531399"/>
                <a:gd name="connsiteX112" fmla="*/ 1528953 w 1681861"/>
                <a:gd name="connsiteY112" fmla="*/ 993935 h 1531399"/>
                <a:gd name="connsiteX113" fmla="*/ 1648333 w 1681861"/>
                <a:gd name="connsiteY113" fmla="*/ 974758 h 1531399"/>
                <a:gd name="connsiteX114" fmla="*/ 1654810 w 1681861"/>
                <a:gd name="connsiteY114" fmla="*/ 822739 h 1531399"/>
                <a:gd name="connsiteX115" fmla="*/ 1655191 w 1681861"/>
                <a:gd name="connsiteY115" fmla="*/ 684055 h 1531399"/>
                <a:gd name="connsiteX116" fmla="*/ 1654683 w 1681861"/>
                <a:gd name="connsiteY116" fmla="*/ 596044 h 1531399"/>
                <a:gd name="connsiteX117" fmla="*/ 1514094 w 1681861"/>
                <a:gd name="connsiteY117" fmla="*/ 595663 h 1531399"/>
                <a:gd name="connsiteX118" fmla="*/ 1371092 w 1681861"/>
                <a:gd name="connsiteY118" fmla="*/ 936404 h 1531399"/>
                <a:gd name="connsiteX119" fmla="*/ 1249807 w 1681861"/>
                <a:gd name="connsiteY119" fmla="*/ 1048164 h 1531399"/>
                <a:gd name="connsiteX120" fmla="*/ 1261618 w 1681861"/>
                <a:gd name="connsiteY120" fmla="*/ 977806 h 1531399"/>
                <a:gd name="connsiteX121" fmla="*/ 1208151 w 1681861"/>
                <a:gd name="connsiteY121" fmla="*/ 990252 h 1531399"/>
                <a:gd name="connsiteX122" fmla="*/ 1338961 w 1681861"/>
                <a:gd name="connsiteY122" fmla="*/ 1202723 h 1531399"/>
                <a:gd name="connsiteX123" fmla="*/ 1462913 w 1681861"/>
                <a:gd name="connsiteY123" fmla="*/ 956470 h 1531399"/>
                <a:gd name="connsiteX124" fmla="*/ 1387475 w 1681861"/>
                <a:gd name="connsiteY124" fmla="*/ 1049434 h 1531399"/>
                <a:gd name="connsiteX125" fmla="*/ 1427988 w 1681861"/>
                <a:gd name="connsiteY125" fmla="*/ 943389 h 1531399"/>
                <a:gd name="connsiteX126" fmla="*/ 1371092 w 1681861"/>
                <a:gd name="connsiteY126" fmla="*/ 936404 h 1531399"/>
                <a:gd name="connsiteX127" fmla="*/ 1081532 w 1681861"/>
                <a:gd name="connsiteY127" fmla="*/ 1218471 h 1531399"/>
                <a:gd name="connsiteX128" fmla="*/ 1025652 w 1681861"/>
                <a:gd name="connsiteY128" fmla="*/ 1239172 h 1531399"/>
                <a:gd name="connsiteX129" fmla="*/ 1042035 w 1681861"/>
                <a:gd name="connsiteY129" fmla="*/ 1214534 h 1531399"/>
                <a:gd name="connsiteX130" fmla="*/ 913638 w 1681861"/>
                <a:gd name="connsiteY130" fmla="*/ 1136302 h 1531399"/>
                <a:gd name="connsiteX131" fmla="*/ 964057 w 1681861"/>
                <a:gd name="connsiteY131" fmla="*/ 1385222 h 1531399"/>
                <a:gd name="connsiteX132" fmla="*/ 1097915 w 1681861"/>
                <a:gd name="connsiteY132" fmla="*/ 1412781 h 1531399"/>
                <a:gd name="connsiteX133" fmla="*/ 1340866 w 1681861"/>
                <a:gd name="connsiteY133" fmla="*/ 1232060 h 1531399"/>
                <a:gd name="connsiteX134" fmla="*/ 1181608 w 1681861"/>
                <a:gd name="connsiteY134" fmla="*/ 1117506 h 1531399"/>
                <a:gd name="connsiteX135" fmla="*/ 1081532 w 1681861"/>
                <a:gd name="connsiteY135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530731 w 1681861"/>
                <a:gd name="connsiteY96" fmla="*/ 448216 h 1531399"/>
                <a:gd name="connsiteX97" fmla="*/ 1107186 w 1681861"/>
                <a:gd name="connsiteY97" fmla="*/ 448343 h 1531399"/>
                <a:gd name="connsiteX98" fmla="*/ 161417 w 1681861"/>
                <a:gd name="connsiteY98" fmla="*/ 591599 h 1531399"/>
                <a:gd name="connsiteX99" fmla="*/ 114554 w 1681861"/>
                <a:gd name="connsiteY99" fmla="*/ 808769 h 1531399"/>
                <a:gd name="connsiteX100" fmla="*/ 182499 w 1681861"/>
                <a:gd name="connsiteY100" fmla="*/ 880270 h 1531399"/>
                <a:gd name="connsiteX101" fmla="*/ 224917 w 1681861"/>
                <a:gd name="connsiteY101" fmla="*/ 844710 h 1531399"/>
                <a:gd name="connsiteX102" fmla="*/ 224536 w 1681861"/>
                <a:gd name="connsiteY102" fmla="*/ 621698 h 1531399"/>
                <a:gd name="connsiteX103" fmla="*/ 161417 w 1681861"/>
                <a:gd name="connsiteY103" fmla="*/ 591599 h 1531399"/>
                <a:gd name="connsiteX104" fmla="*/ 1039622 w 1681861"/>
                <a:gd name="connsiteY104" fmla="*/ 587916 h 1531399"/>
                <a:gd name="connsiteX105" fmla="*/ 1037717 w 1681861"/>
                <a:gd name="connsiteY105" fmla="*/ 881540 h 1531399"/>
                <a:gd name="connsiteX106" fmla="*/ 1039622 w 1681861"/>
                <a:gd name="connsiteY106" fmla="*/ 587916 h 1531399"/>
                <a:gd name="connsiteX107" fmla="*/ 1514094 w 1681861"/>
                <a:gd name="connsiteY107" fmla="*/ 595663 h 1531399"/>
                <a:gd name="connsiteX108" fmla="*/ 1513586 w 1681861"/>
                <a:gd name="connsiteY108" fmla="*/ 683293 h 1531399"/>
                <a:gd name="connsiteX109" fmla="*/ 1513332 w 1681861"/>
                <a:gd name="connsiteY109" fmla="*/ 895637 h 1531399"/>
                <a:gd name="connsiteX110" fmla="*/ 1528953 w 1681861"/>
                <a:gd name="connsiteY110" fmla="*/ 993935 h 1531399"/>
                <a:gd name="connsiteX111" fmla="*/ 1648333 w 1681861"/>
                <a:gd name="connsiteY111" fmla="*/ 974758 h 1531399"/>
                <a:gd name="connsiteX112" fmla="*/ 1654810 w 1681861"/>
                <a:gd name="connsiteY112" fmla="*/ 822739 h 1531399"/>
                <a:gd name="connsiteX113" fmla="*/ 1655191 w 1681861"/>
                <a:gd name="connsiteY113" fmla="*/ 684055 h 1531399"/>
                <a:gd name="connsiteX114" fmla="*/ 1654683 w 1681861"/>
                <a:gd name="connsiteY114" fmla="*/ 596044 h 1531399"/>
                <a:gd name="connsiteX115" fmla="*/ 1514094 w 1681861"/>
                <a:gd name="connsiteY115" fmla="*/ 595663 h 1531399"/>
                <a:gd name="connsiteX116" fmla="*/ 1371092 w 1681861"/>
                <a:gd name="connsiteY116" fmla="*/ 936404 h 1531399"/>
                <a:gd name="connsiteX117" fmla="*/ 1249807 w 1681861"/>
                <a:gd name="connsiteY117" fmla="*/ 1048164 h 1531399"/>
                <a:gd name="connsiteX118" fmla="*/ 1261618 w 1681861"/>
                <a:gd name="connsiteY118" fmla="*/ 977806 h 1531399"/>
                <a:gd name="connsiteX119" fmla="*/ 1208151 w 1681861"/>
                <a:gd name="connsiteY119" fmla="*/ 990252 h 1531399"/>
                <a:gd name="connsiteX120" fmla="*/ 1338961 w 1681861"/>
                <a:gd name="connsiteY120" fmla="*/ 1202723 h 1531399"/>
                <a:gd name="connsiteX121" fmla="*/ 1462913 w 1681861"/>
                <a:gd name="connsiteY121" fmla="*/ 956470 h 1531399"/>
                <a:gd name="connsiteX122" fmla="*/ 1387475 w 1681861"/>
                <a:gd name="connsiteY122" fmla="*/ 1049434 h 1531399"/>
                <a:gd name="connsiteX123" fmla="*/ 1427988 w 1681861"/>
                <a:gd name="connsiteY123" fmla="*/ 943389 h 1531399"/>
                <a:gd name="connsiteX124" fmla="*/ 1371092 w 1681861"/>
                <a:gd name="connsiteY124" fmla="*/ 936404 h 1531399"/>
                <a:gd name="connsiteX125" fmla="*/ 1081532 w 1681861"/>
                <a:gd name="connsiteY125" fmla="*/ 1218471 h 1531399"/>
                <a:gd name="connsiteX126" fmla="*/ 1025652 w 1681861"/>
                <a:gd name="connsiteY126" fmla="*/ 1239172 h 1531399"/>
                <a:gd name="connsiteX127" fmla="*/ 1042035 w 1681861"/>
                <a:gd name="connsiteY127" fmla="*/ 1214534 h 1531399"/>
                <a:gd name="connsiteX128" fmla="*/ 913638 w 1681861"/>
                <a:gd name="connsiteY128" fmla="*/ 1136302 h 1531399"/>
                <a:gd name="connsiteX129" fmla="*/ 964057 w 1681861"/>
                <a:gd name="connsiteY129" fmla="*/ 1385222 h 1531399"/>
                <a:gd name="connsiteX130" fmla="*/ 1097915 w 1681861"/>
                <a:gd name="connsiteY130" fmla="*/ 1412781 h 1531399"/>
                <a:gd name="connsiteX131" fmla="*/ 1340866 w 1681861"/>
                <a:gd name="connsiteY131" fmla="*/ 1232060 h 1531399"/>
                <a:gd name="connsiteX132" fmla="*/ 1181608 w 1681861"/>
                <a:gd name="connsiteY132" fmla="*/ 1117506 h 1531399"/>
                <a:gd name="connsiteX133" fmla="*/ 1081532 w 1681861"/>
                <a:gd name="connsiteY133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67561 w 1681861"/>
                <a:gd name="connsiteY77" fmla="*/ 335313 h 1531399"/>
                <a:gd name="connsiteX78" fmla="*/ 1522730 w 1681861"/>
                <a:gd name="connsiteY78" fmla="*/ 389796 h 1531399"/>
                <a:gd name="connsiteX79" fmla="*/ 378191 w 1681861"/>
                <a:gd name="connsiteY79" fmla="*/ 356072 h 1531399"/>
                <a:gd name="connsiteX80" fmla="*/ 198247 w 1681861"/>
                <a:gd name="connsiteY80" fmla="*/ 562643 h 1531399"/>
                <a:gd name="connsiteX81" fmla="*/ 221869 w 1681861"/>
                <a:gd name="connsiteY81" fmla="*/ 573057 h 1531399"/>
                <a:gd name="connsiteX82" fmla="*/ 262001 w 1681861"/>
                <a:gd name="connsiteY82" fmla="*/ 656242 h 1531399"/>
                <a:gd name="connsiteX83" fmla="*/ 231648 w 1681861"/>
                <a:gd name="connsiteY83" fmla="*/ 882556 h 1531399"/>
                <a:gd name="connsiteX84" fmla="*/ 196850 w 1681861"/>
                <a:gd name="connsiteY84" fmla="*/ 903384 h 1531399"/>
                <a:gd name="connsiteX85" fmla="*/ 310642 w 1681861"/>
                <a:gd name="connsiteY85" fmla="*/ 1004095 h 1531399"/>
                <a:gd name="connsiteX86" fmla="*/ 735076 w 1681861"/>
                <a:gd name="connsiteY86" fmla="*/ 1071405 h 1531399"/>
                <a:gd name="connsiteX87" fmla="*/ 985774 w 1681861"/>
                <a:gd name="connsiteY87" fmla="*/ 914433 h 1531399"/>
                <a:gd name="connsiteX88" fmla="*/ 991489 w 1681861"/>
                <a:gd name="connsiteY88" fmla="*/ 912147 h 1531399"/>
                <a:gd name="connsiteX89" fmla="*/ 941956 w 1681861"/>
                <a:gd name="connsiteY89" fmla="*/ 447656 h 1531399"/>
                <a:gd name="connsiteX90" fmla="*/ 655811 w 1681861"/>
                <a:gd name="connsiteY90" fmla="*/ 296327 h 1531399"/>
                <a:gd name="connsiteX91" fmla="*/ 372956 w 1681861"/>
                <a:gd name="connsiteY91" fmla="*/ 354815 h 1531399"/>
                <a:gd name="connsiteX92" fmla="*/ 1107186 w 1681861"/>
                <a:gd name="connsiteY92" fmla="*/ 448343 h 1531399"/>
                <a:gd name="connsiteX93" fmla="*/ 1185164 w 1681861"/>
                <a:gd name="connsiteY93" fmla="*/ 639097 h 1531399"/>
                <a:gd name="connsiteX94" fmla="*/ 1492250 w 1681861"/>
                <a:gd name="connsiteY94" fmla="*/ 602521 h 1531399"/>
                <a:gd name="connsiteX95" fmla="*/ 1530731 w 1681861"/>
                <a:gd name="connsiteY95" fmla="*/ 448216 h 1531399"/>
                <a:gd name="connsiteX96" fmla="*/ 1107186 w 1681861"/>
                <a:gd name="connsiteY96" fmla="*/ 448343 h 1531399"/>
                <a:gd name="connsiteX97" fmla="*/ 161417 w 1681861"/>
                <a:gd name="connsiteY97" fmla="*/ 591599 h 1531399"/>
                <a:gd name="connsiteX98" fmla="*/ 114554 w 1681861"/>
                <a:gd name="connsiteY98" fmla="*/ 808769 h 1531399"/>
                <a:gd name="connsiteX99" fmla="*/ 182499 w 1681861"/>
                <a:gd name="connsiteY99" fmla="*/ 880270 h 1531399"/>
                <a:gd name="connsiteX100" fmla="*/ 224917 w 1681861"/>
                <a:gd name="connsiteY100" fmla="*/ 844710 h 1531399"/>
                <a:gd name="connsiteX101" fmla="*/ 224536 w 1681861"/>
                <a:gd name="connsiteY101" fmla="*/ 621698 h 1531399"/>
                <a:gd name="connsiteX102" fmla="*/ 161417 w 1681861"/>
                <a:gd name="connsiteY102" fmla="*/ 591599 h 1531399"/>
                <a:gd name="connsiteX103" fmla="*/ 1039622 w 1681861"/>
                <a:gd name="connsiteY103" fmla="*/ 587916 h 1531399"/>
                <a:gd name="connsiteX104" fmla="*/ 1037717 w 1681861"/>
                <a:gd name="connsiteY104" fmla="*/ 881540 h 1531399"/>
                <a:gd name="connsiteX105" fmla="*/ 1039622 w 1681861"/>
                <a:gd name="connsiteY105" fmla="*/ 587916 h 1531399"/>
                <a:gd name="connsiteX106" fmla="*/ 1514094 w 1681861"/>
                <a:gd name="connsiteY106" fmla="*/ 595663 h 1531399"/>
                <a:gd name="connsiteX107" fmla="*/ 1513586 w 1681861"/>
                <a:gd name="connsiteY107" fmla="*/ 683293 h 1531399"/>
                <a:gd name="connsiteX108" fmla="*/ 1513332 w 1681861"/>
                <a:gd name="connsiteY108" fmla="*/ 895637 h 1531399"/>
                <a:gd name="connsiteX109" fmla="*/ 1528953 w 1681861"/>
                <a:gd name="connsiteY109" fmla="*/ 993935 h 1531399"/>
                <a:gd name="connsiteX110" fmla="*/ 1648333 w 1681861"/>
                <a:gd name="connsiteY110" fmla="*/ 974758 h 1531399"/>
                <a:gd name="connsiteX111" fmla="*/ 1654810 w 1681861"/>
                <a:gd name="connsiteY111" fmla="*/ 822739 h 1531399"/>
                <a:gd name="connsiteX112" fmla="*/ 1655191 w 1681861"/>
                <a:gd name="connsiteY112" fmla="*/ 684055 h 1531399"/>
                <a:gd name="connsiteX113" fmla="*/ 1654683 w 1681861"/>
                <a:gd name="connsiteY113" fmla="*/ 596044 h 1531399"/>
                <a:gd name="connsiteX114" fmla="*/ 1514094 w 1681861"/>
                <a:gd name="connsiteY114" fmla="*/ 595663 h 1531399"/>
                <a:gd name="connsiteX115" fmla="*/ 1371092 w 1681861"/>
                <a:gd name="connsiteY115" fmla="*/ 936404 h 1531399"/>
                <a:gd name="connsiteX116" fmla="*/ 1249807 w 1681861"/>
                <a:gd name="connsiteY116" fmla="*/ 1048164 h 1531399"/>
                <a:gd name="connsiteX117" fmla="*/ 1261618 w 1681861"/>
                <a:gd name="connsiteY117" fmla="*/ 977806 h 1531399"/>
                <a:gd name="connsiteX118" fmla="*/ 1208151 w 1681861"/>
                <a:gd name="connsiteY118" fmla="*/ 990252 h 1531399"/>
                <a:gd name="connsiteX119" fmla="*/ 1338961 w 1681861"/>
                <a:gd name="connsiteY119" fmla="*/ 1202723 h 1531399"/>
                <a:gd name="connsiteX120" fmla="*/ 1462913 w 1681861"/>
                <a:gd name="connsiteY120" fmla="*/ 956470 h 1531399"/>
                <a:gd name="connsiteX121" fmla="*/ 1387475 w 1681861"/>
                <a:gd name="connsiteY121" fmla="*/ 1049434 h 1531399"/>
                <a:gd name="connsiteX122" fmla="*/ 1427988 w 1681861"/>
                <a:gd name="connsiteY122" fmla="*/ 943389 h 1531399"/>
                <a:gd name="connsiteX123" fmla="*/ 1371092 w 1681861"/>
                <a:gd name="connsiteY123" fmla="*/ 936404 h 1531399"/>
                <a:gd name="connsiteX124" fmla="*/ 1081532 w 1681861"/>
                <a:gd name="connsiteY124" fmla="*/ 1218471 h 1531399"/>
                <a:gd name="connsiteX125" fmla="*/ 1025652 w 1681861"/>
                <a:gd name="connsiteY125" fmla="*/ 1239172 h 1531399"/>
                <a:gd name="connsiteX126" fmla="*/ 1042035 w 1681861"/>
                <a:gd name="connsiteY126" fmla="*/ 1214534 h 1531399"/>
                <a:gd name="connsiteX127" fmla="*/ 913638 w 1681861"/>
                <a:gd name="connsiteY127" fmla="*/ 1136302 h 1531399"/>
                <a:gd name="connsiteX128" fmla="*/ 964057 w 1681861"/>
                <a:gd name="connsiteY128" fmla="*/ 1385222 h 1531399"/>
                <a:gd name="connsiteX129" fmla="*/ 1097915 w 1681861"/>
                <a:gd name="connsiteY129" fmla="*/ 1412781 h 1531399"/>
                <a:gd name="connsiteX130" fmla="*/ 1340866 w 1681861"/>
                <a:gd name="connsiteY130" fmla="*/ 1232060 h 1531399"/>
                <a:gd name="connsiteX131" fmla="*/ 1181608 w 1681861"/>
                <a:gd name="connsiteY131" fmla="*/ 1117506 h 1531399"/>
                <a:gd name="connsiteX132" fmla="*/ 1081532 w 1681861"/>
                <a:gd name="connsiteY132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1920 w 1681861"/>
                <a:gd name="connsiteY72" fmla="*/ 155354 h 1531399"/>
                <a:gd name="connsiteX73" fmla="*/ 1392047 w 1681861"/>
                <a:gd name="connsiteY73" fmla="*/ 104173 h 1531399"/>
                <a:gd name="connsiteX74" fmla="*/ 1249680 w 1681861"/>
                <a:gd name="connsiteY74" fmla="*/ 103665 h 1531399"/>
                <a:gd name="connsiteX75" fmla="*/ 1522730 w 1681861"/>
                <a:gd name="connsiteY75" fmla="*/ 389796 h 1531399"/>
                <a:gd name="connsiteX76" fmla="*/ 1567561 w 1681861"/>
                <a:gd name="connsiteY76" fmla="*/ 335313 h 1531399"/>
                <a:gd name="connsiteX77" fmla="*/ 1522730 w 1681861"/>
                <a:gd name="connsiteY77" fmla="*/ 389796 h 1531399"/>
                <a:gd name="connsiteX78" fmla="*/ 378191 w 1681861"/>
                <a:gd name="connsiteY78" fmla="*/ 356072 h 1531399"/>
                <a:gd name="connsiteX79" fmla="*/ 198247 w 1681861"/>
                <a:gd name="connsiteY79" fmla="*/ 562643 h 1531399"/>
                <a:gd name="connsiteX80" fmla="*/ 221869 w 1681861"/>
                <a:gd name="connsiteY80" fmla="*/ 573057 h 1531399"/>
                <a:gd name="connsiteX81" fmla="*/ 262001 w 1681861"/>
                <a:gd name="connsiteY81" fmla="*/ 656242 h 1531399"/>
                <a:gd name="connsiteX82" fmla="*/ 231648 w 1681861"/>
                <a:gd name="connsiteY82" fmla="*/ 882556 h 1531399"/>
                <a:gd name="connsiteX83" fmla="*/ 196850 w 1681861"/>
                <a:gd name="connsiteY83" fmla="*/ 903384 h 1531399"/>
                <a:gd name="connsiteX84" fmla="*/ 310642 w 1681861"/>
                <a:gd name="connsiteY84" fmla="*/ 1004095 h 1531399"/>
                <a:gd name="connsiteX85" fmla="*/ 735076 w 1681861"/>
                <a:gd name="connsiteY85" fmla="*/ 1071405 h 1531399"/>
                <a:gd name="connsiteX86" fmla="*/ 985774 w 1681861"/>
                <a:gd name="connsiteY86" fmla="*/ 914433 h 1531399"/>
                <a:gd name="connsiteX87" fmla="*/ 991489 w 1681861"/>
                <a:gd name="connsiteY87" fmla="*/ 912147 h 1531399"/>
                <a:gd name="connsiteX88" fmla="*/ 941956 w 1681861"/>
                <a:gd name="connsiteY88" fmla="*/ 447656 h 1531399"/>
                <a:gd name="connsiteX89" fmla="*/ 655811 w 1681861"/>
                <a:gd name="connsiteY89" fmla="*/ 296327 h 1531399"/>
                <a:gd name="connsiteX90" fmla="*/ 372956 w 1681861"/>
                <a:gd name="connsiteY90" fmla="*/ 354815 h 1531399"/>
                <a:gd name="connsiteX91" fmla="*/ 1107186 w 1681861"/>
                <a:gd name="connsiteY91" fmla="*/ 448343 h 1531399"/>
                <a:gd name="connsiteX92" fmla="*/ 1185164 w 1681861"/>
                <a:gd name="connsiteY92" fmla="*/ 639097 h 1531399"/>
                <a:gd name="connsiteX93" fmla="*/ 1492250 w 1681861"/>
                <a:gd name="connsiteY93" fmla="*/ 602521 h 1531399"/>
                <a:gd name="connsiteX94" fmla="*/ 1530731 w 1681861"/>
                <a:gd name="connsiteY94" fmla="*/ 448216 h 1531399"/>
                <a:gd name="connsiteX95" fmla="*/ 1107186 w 1681861"/>
                <a:gd name="connsiteY95" fmla="*/ 448343 h 1531399"/>
                <a:gd name="connsiteX96" fmla="*/ 161417 w 1681861"/>
                <a:gd name="connsiteY96" fmla="*/ 591599 h 1531399"/>
                <a:gd name="connsiteX97" fmla="*/ 114554 w 1681861"/>
                <a:gd name="connsiteY97" fmla="*/ 808769 h 1531399"/>
                <a:gd name="connsiteX98" fmla="*/ 182499 w 1681861"/>
                <a:gd name="connsiteY98" fmla="*/ 880270 h 1531399"/>
                <a:gd name="connsiteX99" fmla="*/ 224917 w 1681861"/>
                <a:gd name="connsiteY99" fmla="*/ 844710 h 1531399"/>
                <a:gd name="connsiteX100" fmla="*/ 224536 w 1681861"/>
                <a:gd name="connsiteY100" fmla="*/ 621698 h 1531399"/>
                <a:gd name="connsiteX101" fmla="*/ 161417 w 1681861"/>
                <a:gd name="connsiteY101" fmla="*/ 591599 h 1531399"/>
                <a:gd name="connsiteX102" fmla="*/ 1039622 w 1681861"/>
                <a:gd name="connsiteY102" fmla="*/ 587916 h 1531399"/>
                <a:gd name="connsiteX103" fmla="*/ 1037717 w 1681861"/>
                <a:gd name="connsiteY103" fmla="*/ 881540 h 1531399"/>
                <a:gd name="connsiteX104" fmla="*/ 1039622 w 1681861"/>
                <a:gd name="connsiteY104" fmla="*/ 587916 h 1531399"/>
                <a:gd name="connsiteX105" fmla="*/ 1514094 w 1681861"/>
                <a:gd name="connsiteY105" fmla="*/ 595663 h 1531399"/>
                <a:gd name="connsiteX106" fmla="*/ 1513586 w 1681861"/>
                <a:gd name="connsiteY106" fmla="*/ 683293 h 1531399"/>
                <a:gd name="connsiteX107" fmla="*/ 1513332 w 1681861"/>
                <a:gd name="connsiteY107" fmla="*/ 895637 h 1531399"/>
                <a:gd name="connsiteX108" fmla="*/ 1528953 w 1681861"/>
                <a:gd name="connsiteY108" fmla="*/ 993935 h 1531399"/>
                <a:gd name="connsiteX109" fmla="*/ 1648333 w 1681861"/>
                <a:gd name="connsiteY109" fmla="*/ 974758 h 1531399"/>
                <a:gd name="connsiteX110" fmla="*/ 1654810 w 1681861"/>
                <a:gd name="connsiteY110" fmla="*/ 822739 h 1531399"/>
                <a:gd name="connsiteX111" fmla="*/ 1655191 w 1681861"/>
                <a:gd name="connsiteY111" fmla="*/ 684055 h 1531399"/>
                <a:gd name="connsiteX112" fmla="*/ 1654683 w 1681861"/>
                <a:gd name="connsiteY112" fmla="*/ 596044 h 1531399"/>
                <a:gd name="connsiteX113" fmla="*/ 1514094 w 1681861"/>
                <a:gd name="connsiteY113" fmla="*/ 595663 h 1531399"/>
                <a:gd name="connsiteX114" fmla="*/ 1371092 w 1681861"/>
                <a:gd name="connsiteY114" fmla="*/ 936404 h 1531399"/>
                <a:gd name="connsiteX115" fmla="*/ 1249807 w 1681861"/>
                <a:gd name="connsiteY115" fmla="*/ 1048164 h 1531399"/>
                <a:gd name="connsiteX116" fmla="*/ 1261618 w 1681861"/>
                <a:gd name="connsiteY116" fmla="*/ 977806 h 1531399"/>
                <a:gd name="connsiteX117" fmla="*/ 1208151 w 1681861"/>
                <a:gd name="connsiteY117" fmla="*/ 990252 h 1531399"/>
                <a:gd name="connsiteX118" fmla="*/ 1338961 w 1681861"/>
                <a:gd name="connsiteY118" fmla="*/ 1202723 h 1531399"/>
                <a:gd name="connsiteX119" fmla="*/ 1462913 w 1681861"/>
                <a:gd name="connsiteY119" fmla="*/ 956470 h 1531399"/>
                <a:gd name="connsiteX120" fmla="*/ 1387475 w 1681861"/>
                <a:gd name="connsiteY120" fmla="*/ 1049434 h 1531399"/>
                <a:gd name="connsiteX121" fmla="*/ 1427988 w 1681861"/>
                <a:gd name="connsiteY121" fmla="*/ 943389 h 1531399"/>
                <a:gd name="connsiteX122" fmla="*/ 1371092 w 1681861"/>
                <a:gd name="connsiteY122" fmla="*/ 936404 h 1531399"/>
                <a:gd name="connsiteX123" fmla="*/ 1081532 w 1681861"/>
                <a:gd name="connsiteY123" fmla="*/ 1218471 h 1531399"/>
                <a:gd name="connsiteX124" fmla="*/ 1025652 w 1681861"/>
                <a:gd name="connsiteY124" fmla="*/ 1239172 h 1531399"/>
                <a:gd name="connsiteX125" fmla="*/ 1042035 w 1681861"/>
                <a:gd name="connsiteY125" fmla="*/ 1214534 h 1531399"/>
                <a:gd name="connsiteX126" fmla="*/ 913638 w 1681861"/>
                <a:gd name="connsiteY126" fmla="*/ 1136302 h 1531399"/>
                <a:gd name="connsiteX127" fmla="*/ 964057 w 1681861"/>
                <a:gd name="connsiteY127" fmla="*/ 1385222 h 1531399"/>
                <a:gd name="connsiteX128" fmla="*/ 1097915 w 1681861"/>
                <a:gd name="connsiteY128" fmla="*/ 1412781 h 1531399"/>
                <a:gd name="connsiteX129" fmla="*/ 1340866 w 1681861"/>
                <a:gd name="connsiteY129" fmla="*/ 1232060 h 1531399"/>
                <a:gd name="connsiteX130" fmla="*/ 1181608 w 1681861"/>
                <a:gd name="connsiteY130" fmla="*/ 1117506 h 1531399"/>
                <a:gd name="connsiteX131" fmla="*/ 1081532 w 1681861"/>
                <a:gd name="connsiteY131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1920 w 1681861"/>
                <a:gd name="connsiteY72" fmla="*/ 155354 h 1531399"/>
                <a:gd name="connsiteX73" fmla="*/ 1392047 w 1681861"/>
                <a:gd name="connsiteY73" fmla="*/ 104173 h 1531399"/>
                <a:gd name="connsiteX74" fmla="*/ 1249680 w 1681861"/>
                <a:gd name="connsiteY74" fmla="*/ 103665 h 1531399"/>
                <a:gd name="connsiteX75" fmla="*/ 1522730 w 1681861"/>
                <a:gd name="connsiteY75" fmla="*/ 389796 h 1531399"/>
                <a:gd name="connsiteX76" fmla="*/ 1567561 w 1681861"/>
                <a:gd name="connsiteY76" fmla="*/ 335313 h 1531399"/>
                <a:gd name="connsiteX77" fmla="*/ 1522730 w 1681861"/>
                <a:gd name="connsiteY77" fmla="*/ 389796 h 1531399"/>
                <a:gd name="connsiteX78" fmla="*/ 378191 w 1681861"/>
                <a:gd name="connsiteY78" fmla="*/ 356072 h 1531399"/>
                <a:gd name="connsiteX79" fmla="*/ 198247 w 1681861"/>
                <a:gd name="connsiteY79" fmla="*/ 562643 h 1531399"/>
                <a:gd name="connsiteX80" fmla="*/ 221869 w 1681861"/>
                <a:gd name="connsiteY80" fmla="*/ 573057 h 1531399"/>
                <a:gd name="connsiteX81" fmla="*/ 262001 w 1681861"/>
                <a:gd name="connsiteY81" fmla="*/ 656242 h 1531399"/>
                <a:gd name="connsiteX82" fmla="*/ 231648 w 1681861"/>
                <a:gd name="connsiteY82" fmla="*/ 882556 h 1531399"/>
                <a:gd name="connsiteX83" fmla="*/ 196850 w 1681861"/>
                <a:gd name="connsiteY83" fmla="*/ 903384 h 1531399"/>
                <a:gd name="connsiteX84" fmla="*/ 310642 w 1681861"/>
                <a:gd name="connsiteY84" fmla="*/ 1004095 h 1531399"/>
                <a:gd name="connsiteX85" fmla="*/ 735076 w 1681861"/>
                <a:gd name="connsiteY85" fmla="*/ 1071405 h 1531399"/>
                <a:gd name="connsiteX86" fmla="*/ 985774 w 1681861"/>
                <a:gd name="connsiteY86" fmla="*/ 914433 h 1531399"/>
                <a:gd name="connsiteX87" fmla="*/ 991489 w 1681861"/>
                <a:gd name="connsiteY87" fmla="*/ 912147 h 1531399"/>
                <a:gd name="connsiteX88" fmla="*/ 941956 w 1681861"/>
                <a:gd name="connsiteY88" fmla="*/ 447656 h 1531399"/>
                <a:gd name="connsiteX89" fmla="*/ 655811 w 1681861"/>
                <a:gd name="connsiteY89" fmla="*/ 296327 h 1531399"/>
                <a:gd name="connsiteX90" fmla="*/ 372956 w 1681861"/>
                <a:gd name="connsiteY90" fmla="*/ 354815 h 1531399"/>
                <a:gd name="connsiteX91" fmla="*/ 1107186 w 1681861"/>
                <a:gd name="connsiteY91" fmla="*/ 448343 h 1531399"/>
                <a:gd name="connsiteX92" fmla="*/ 1492250 w 1681861"/>
                <a:gd name="connsiteY92" fmla="*/ 602521 h 1531399"/>
                <a:gd name="connsiteX93" fmla="*/ 1530731 w 1681861"/>
                <a:gd name="connsiteY93" fmla="*/ 448216 h 1531399"/>
                <a:gd name="connsiteX94" fmla="*/ 1107186 w 1681861"/>
                <a:gd name="connsiteY94" fmla="*/ 448343 h 1531399"/>
                <a:gd name="connsiteX95" fmla="*/ 161417 w 1681861"/>
                <a:gd name="connsiteY95" fmla="*/ 591599 h 1531399"/>
                <a:gd name="connsiteX96" fmla="*/ 114554 w 1681861"/>
                <a:gd name="connsiteY96" fmla="*/ 808769 h 1531399"/>
                <a:gd name="connsiteX97" fmla="*/ 182499 w 1681861"/>
                <a:gd name="connsiteY97" fmla="*/ 880270 h 1531399"/>
                <a:gd name="connsiteX98" fmla="*/ 224917 w 1681861"/>
                <a:gd name="connsiteY98" fmla="*/ 844710 h 1531399"/>
                <a:gd name="connsiteX99" fmla="*/ 224536 w 1681861"/>
                <a:gd name="connsiteY99" fmla="*/ 621698 h 1531399"/>
                <a:gd name="connsiteX100" fmla="*/ 161417 w 1681861"/>
                <a:gd name="connsiteY100" fmla="*/ 591599 h 1531399"/>
                <a:gd name="connsiteX101" fmla="*/ 1039622 w 1681861"/>
                <a:gd name="connsiteY101" fmla="*/ 587916 h 1531399"/>
                <a:gd name="connsiteX102" fmla="*/ 1037717 w 1681861"/>
                <a:gd name="connsiteY102" fmla="*/ 881540 h 1531399"/>
                <a:gd name="connsiteX103" fmla="*/ 1039622 w 1681861"/>
                <a:gd name="connsiteY103" fmla="*/ 587916 h 1531399"/>
                <a:gd name="connsiteX104" fmla="*/ 1514094 w 1681861"/>
                <a:gd name="connsiteY104" fmla="*/ 595663 h 1531399"/>
                <a:gd name="connsiteX105" fmla="*/ 1513586 w 1681861"/>
                <a:gd name="connsiteY105" fmla="*/ 683293 h 1531399"/>
                <a:gd name="connsiteX106" fmla="*/ 1513332 w 1681861"/>
                <a:gd name="connsiteY106" fmla="*/ 895637 h 1531399"/>
                <a:gd name="connsiteX107" fmla="*/ 1528953 w 1681861"/>
                <a:gd name="connsiteY107" fmla="*/ 993935 h 1531399"/>
                <a:gd name="connsiteX108" fmla="*/ 1648333 w 1681861"/>
                <a:gd name="connsiteY108" fmla="*/ 974758 h 1531399"/>
                <a:gd name="connsiteX109" fmla="*/ 1654810 w 1681861"/>
                <a:gd name="connsiteY109" fmla="*/ 822739 h 1531399"/>
                <a:gd name="connsiteX110" fmla="*/ 1655191 w 1681861"/>
                <a:gd name="connsiteY110" fmla="*/ 684055 h 1531399"/>
                <a:gd name="connsiteX111" fmla="*/ 1654683 w 1681861"/>
                <a:gd name="connsiteY111" fmla="*/ 596044 h 1531399"/>
                <a:gd name="connsiteX112" fmla="*/ 1514094 w 1681861"/>
                <a:gd name="connsiteY112" fmla="*/ 595663 h 1531399"/>
                <a:gd name="connsiteX113" fmla="*/ 1371092 w 1681861"/>
                <a:gd name="connsiteY113" fmla="*/ 936404 h 1531399"/>
                <a:gd name="connsiteX114" fmla="*/ 1249807 w 1681861"/>
                <a:gd name="connsiteY114" fmla="*/ 1048164 h 1531399"/>
                <a:gd name="connsiteX115" fmla="*/ 1261618 w 1681861"/>
                <a:gd name="connsiteY115" fmla="*/ 977806 h 1531399"/>
                <a:gd name="connsiteX116" fmla="*/ 1208151 w 1681861"/>
                <a:gd name="connsiteY116" fmla="*/ 990252 h 1531399"/>
                <a:gd name="connsiteX117" fmla="*/ 1338961 w 1681861"/>
                <a:gd name="connsiteY117" fmla="*/ 1202723 h 1531399"/>
                <a:gd name="connsiteX118" fmla="*/ 1462913 w 1681861"/>
                <a:gd name="connsiteY118" fmla="*/ 956470 h 1531399"/>
                <a:gd name="connsiteX119" fmla="*/ 1387475 w 1681861"/>
                <a:gd name="connsiteY119" fmla="*/ 1049434 h 1531399"/>
                <a:gd name="connsiteX120" fmla="*/ 1427988 w 1681861"/>
                <a:gd name="connsiteY120" fmla="*/ 943389 h 1531399"/>
                <a:gd name="connsiteX121" fmla="*/ 1371092 w 1681861"/>
                <a:gd name="connsiteY121" fmla="*/ 936404 h 1531399"/>
                <a:gd name="connsiteX122" fmla="*/ 1081532 w 1681861"/>
                <a:gd name="connsiteY122" fmla="*/ 1218471 h 1531399"/>
                <a:gd name="connsiteX123" fmla="*/ 1025652 w 1681861"/>
                <a:gd name="connsiteY123" fmla="*/ 1239172 h 1531399"/>
                <a:gd name="connsiteX124" fmla="*/ 1042035 w 1681861"/>
                <a:gd name="connsiteY124" fmla="*/ 1214534 h 1531399"/>
                <a:gd name="connsiteX125" fmla="*/ 913638 w 1681861"/>
                <a:gd name="connsiteY125" fmla="*/ 1136302 h 1531399"/>
                <a:gd name="connsiteX126" fmla="*/ 964057 w 1681861"/>
                <a:gd name="connsiteY126" fmla="*/ 1385222 h 1531399"/>
                <a:gd name="connsiteX127" fmla="*/ 1097915 w 1681861"/>
                <a:gd name="connsiteY127" fmla="*/ 1412781 h 1531399"/>
                <a:gd name="connsiteX128" fmla="*/ 1340866 w 1681861"/>
                <a:gd name="connsiteY128" fmla="*/ 1232060 h 1531399"/>
                <a:gd name="connsiteX129" fmla="*/ 1181608 w 1681861"/>
                <a:gd name="connsiteY129" fmla="*/ 1117506 h 1531399"/>
                <a:gd name="connsiteX130" fmla="*/ 1081532 w 1681861"/>
                <a:gd name="connsiteY130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083183 w 1681861"/>
                <a:gd name="connsiteY56" fmla="*/ 442882 h 1531399"/>
                <a:gd name="connsiteX57" fmla="*/ 1224407 w 1681861"/>
                <a:gd name="connsiteY57" fmla="*/ 256192 h 1531399"/>
                <a:gd name="connsiteX58" fmla="*/ 1224407 w 1681861"/>
                <a:gd name="connsiteY58" fmla="*/ 107094 h 1531399"/>
                <a:gd name="connsiteX59" fmla="*/ 1182497 w 1681861"/>
                <a:gd name="connsiteY59" fmla="*/ 39149 h 1531399"/>
                <a:gd name="connsiteX60" fmla="*/ 1217930 w 1681861"/>
                <a:gd name="connsiteY60" fmla="*/ 33307 h 1531399"/>
                <a:gd name="connsiteX61" fmla="*/ 1235710 w 1681861"/>
                <a:gd name="connsiteY61" fmla="*/ 80932 h 1531399"/>
                <a:gd name="connsiteX62" fmla="*/ 1415161 w 1681861"/>
                <a:gd name="connsiteY62" fmla="*/ 77122 h 1531399"/>
                <a:gd name="connsiteX63" fmla="*/ 1427353 w 1681861"/>
                <a:gd name="connsiteY63" fmla="*/ 31148 h 1531399"/>
                <a:gd name="connsiteX64" fmla="*/ 1217930 w 1681861"/>
                <a:gd name="connsiteY64" fmla="*/ 33307 h 1531399"/>
                <a:gd name="connsiteX65" fmla="*/ 1249680 w 1681861"/>
                <a:gd name="connsiteY65" fmla="*/ 103665 h 1531399"/>
                <a:gd name="connsiteX66" fmla="*/ 1249807 w 1681861"/>
                <a:gd name="connsiteY66" fmla="*/ 153703 h 1531399"/>
                <a:gd name="connsiteX67" fmla="*/ 1249934 w 1681861"/>
                <a:gd name="connsiteY67" fmla="*/ 272067 h 1531399"/>
                <a:gd name="connsiteX68" fmla="*/ 1111631 w 1681861"/>
                <a:gd name="connsiteY68" fmla="*/ 422435 h 1531399"/>
                <a:gd name="connsiteX69" fmla="*/ 1502918 w 1681861"/>
                <a:gd name="connsiteY69" fmla="*/ 423070 h 1531399"/>
                <a:gd name="connsiteX70" fmla="*/ 1498473 w 1681861"/>
                <a:gd name="connsiteY70" fmla="*/ 350299 h 1531399"/>
                <a:gd name="connsiteX71" fmla="*/ 1391920 w 1681861"/>
                <a:gd name="connsiteY71" fmla="*/ 155354 h 1531399"/>
                <a:gd name="connsiteX72" fmla="*/ 1392047 w 1681861"/>
                <a:gd name="connsiteY72" fmla="*/ 104173 h 1531399"/>
                <a:gd name="connsiteX73" fmla="*/ 1249680 w 1681861"/>
                <a:gd name="connsiteY73" fmla="*/ 103665 h 1531399"/>
                <a:gd name="connsiteX74" fmla="*/ 1522730 w 1681861"/>
                <a:gd name="connsiteY74" fmla="*/ 389796 h 1531399"/>
                <a:gd name="connsiteX75" fmla="*/ 1567561 w 1681861"/>
                <a:gd name="connsiteY75" fmla="*/ 335313 h 1531399"/>
                <a:gd name="connsiteX76" fmla="*/ 1522730 w 1681861"/>
                <a:gd name="connsiteY76" fmla="*/ 389796 h 1531399"/>
                <a:gd name="connsiteX77" fmla="*/ 378191 w 1681861"/>
                <a:gd name="connsiteY77" fmla="*/ 356072 h 1531399"/>
                <a:gd name="connsiteX78" fmla="*/ 198247 w 1681861"/>
                <a:gd name="connsiteY78" fmla="*/ 562643 h 1531399"/>
                <a:gd name="connsiteX79" fmla="*/ 221869 w 1681861"/>
                <a:gd name="connsiteY79" fmla="*/ 573057 h 1531399"/>
                <a:gd name="connsiteX80" fmla="*/ 262001 w 1681861"/>
                <a:gd name="connsiteY80" fmla="*/ 656242 h 1531399"/>
                <a:gd name="connsiteX81" fmla="*/ 231648 w 1681861"/>
                <a:gd name="connsiteY81" fmla="*/ 882556 h 1531399"/>
                <a:gd name="connsiteX82" fmla="*/ 196850 w 1681861"/>
                <a:gd name="connsiteY82" fmla="*/ 903384 h 1531399"/>
                <a:gd name="connsiteX83" fmla="*/ 310642 w 1681861"/>
                <a:gd name="connsiteY83" fmla="*/ 1004095 h 1531399"/>
                <a:gd name="connsiteX84" fmla="*/ 735076 w 1681861"/>
                <a:gd name="connsiteY84" fmla="*/ 1071405 h 1531399"/>
                <a:gd name="connsiteX85" fmla="*/ 985774 w 1681861"/>
                <a:gd name="connsiteY85" fmla="*/ 914433 h 1531399"/>
                <a:gd name="connsiteX86" fmla="*/ 991489 w 1681861"/>
                <a:gd name="connsiteY86" fmla="*/ 912147 h 1531399"/>
                <a:gd name="connsiteX87" fmla="*/ 941956 w 1681861"/>
                <a:gd name="connsiteY87" fmla="*/ 447656 h 1531399"/>
                <a:gd name="connsiteX88" fmla="*/ 655811 w 1681861"/>
                <a:gd name="connsiteY88" fmla="*/ 296327 h 1531399"/>
                <a:gd name="connsiteX89" fmla="*/ 372956 w 1681861"/>
                <a:gd name="connsiteY89" fmla="*/ 354815 h 1531399"/>
                <a:gd name="connsiteX90" fmla="*/ 1107186 w 1681861"/>
                <a:gd name="connsiteY90" fmla="*/ 448343 h 1531399"/>
                <a:gd name="connsiteX91" fmla="*/ 1492250 w 1681861"/>
                <a:gd name="connsiteY91" fmla="*/ 602521 h 1531399"/>
                <a:gd name="connsiteX92" fmla="*/ 1530731 w 1681861"/>
                <a:gd name="connsiteY92" fmla="*/ 448216 h 1531399"/>
                <a:gd name="connsiteX93" fmla="*/ 1107186 w 1681861"/>
                <a:gd name="connsiteY93" fmla="*/ 448343 h 1531399"/>
                <a:gd name="connsiteX94" fmla="*/ 161417 w 1681861"/>
                <a:gd name="connsiteY94" fmla="*/ 591599 h 1531399"/>
                <a:gd name="connsiteX95" fmla="*/ 114554 w 1681861"/>
                <a:gd name="connsiteY95" fmla="*/ 808769 h 1531399"/>
                <a:gd name="connsiteX96" fmla="*/ 182499 w 1681861"/>
                <a:gd name="connsiteY96" fmla="*/ 880270 h 1531399"/>
                <a:gd name="connsiteX97" fmla="*/ 224917 w 1681861"/>
                <a:gd name="connsiteY97" fmla="*/ 844710 h 1531399"/>
                <a:gd name="connsiteX98" fmla="*/ 224536 w 1681861"/>
                <a:gd name="connsiteY98" fmla="*/ 621698 h 1531399"/>
                <a:gd name="connsiteX99" fmla="*/ 161417 w 1681861"/>
                <a:gd name="connsiteY99" fmla="*/ 591599 h 1531399"/>
                <a:gd name="connsiteX100" fmla="*/ 1039622 w 1681861"/>
                <a:gd name="connsiteY100" fmla="*/ 587916 h 1531399"/>
                <a:gd name="connsiteX101" fmla="*/ 1037717 w 1681861"/>
                <a:gd name="connsiteY101" fmla="*/ 881540 h 1531399"/>
                <a:gd name="connsiteX102" fmla="*/ 1039622 w 1681861"/>
                <a:gd name="connsiteY102" fmla="*/ 587916 h 1531399"/>
                <a:gd name="connsiteX103" fmla="*/ 1514094 w 1681861"/>
                <a:gd name="connsiteY103" fmla="*/ 595663 h 1531399"/>
                <a:gd name="connsiteX104" fmla="*/ 1513586 w 1681861"/>
                <a:gd name="connsiteY104" fmla="*/ 683293 h 1531399"/>
                <a:gd name="connsiteX105" fmla="*/ 1513332 w 1681861"/>
                <a:gd name="connsiteY105" fmla="*/ 895637 h 1531399"/>
                <a:gd name="connsiteX106" fmla="*/ 1528953 w 1681861"/>
                <a:gd name="connsiteY106" fmla="*/ 993935 h 1531399"/>
                <a:gd name="connsiteX107" fmla="*/ 1648333 w 1681861"/>
                <a:gd name="connsiteY107" fmla="*/ 974758 h 1531399"/>
                <a:gd name="connsiteX108" fmla="*/ 1654810 w 1681861"/>
                <a:gd name="connsiteY108" fmla="*/ 822739 h 1531399"/>
                <a:gd name="connsiteX109" fmla="*/ 1655191 w 1681861"/>
                <a:gd name="connsiteY109" fmla="*/ 684055 h 1531399"/>
                <a:gd name="connsiteX110" fmla="*/ 1654683 w 1681861"/>
                <a:gd name="connsiteY110" fmla="*/ 596044 h 1531399"/>
                <a:gd name="connsiteX111" fmla="*/ 1514094 w 1681861"/>
                <a:gd name="connsiteY111" fmla="*/ 595663 h 1531399"/>
                <a:gd name="connsiteX112" fmla="*/ 1371092 w 1681861"/>
                <a:gd name="connsiteY112" fmla="*/ 936404 h 1531399"/>
                <a:gd name="connsiteX113" fmla="*/ 1249807 w 1681861"/>
                <a:gd name="connsiteY113" fmla="*/ 1048164 h 1531399"/>
                <a:gd name="connsiteX114" fmla="*/ 1261618 w 1681861"/>
                <a:gd name="connsiteY114" fmla="*/ 977806 h 1531399"/>
                <a:gd name="connsiteX115" fmla="*/ 1208151 w 1681861"/>
                <a:gd name="connsiteY115" fmla="*/ 990252 h 1531399"/>
                <a:gd name="connsiteX116" fmla="*/ 1338961 w 1681861"/>
                <a:gd name="connsiteY116" fmla="*/ 1202723 h 1531399"/>
                <a:gd name="connsiteX117" fmla="*/ 1462913 w 1681861"/>
                <a:gd name="connsiteY117" fmla="*/ 956470 h 1531399"/>
                <a:gd name="connsiteX118" fmla="*/ 1387475 w 1681861"/>
                <a:gd name="connsiteY118" fmla="*/ 1049434 h 1531399"/>
                <a:gd name="connsiteX119" fmla="*/ 1427988 w 1681861"/>
                <a:gd name="connsiteY119" fmla="*/ 943389 h 1531399"/>
                <a:gd name="connsiteX120" fmla="*/ 1371092 w 1681861"/>
                <a:gd name="connsiteY120" fmla="*/ 936404 h 1531399"/>
                <a:gd name="connsiteX121" fmla="*/ 1081532 w 1681861"/>
                <a:gd name="connsiteY121" fmla="*/ 1218471 h 1531399"/>
                <a:gd name="connsiteX122" fmla="*/ 1025652 w 1681861"/>
                <a:gd name="connsiteY122" fmla="*/ 1239172 h 1531399"/>
                <a:gd name="connsiteX123" fmla="*/ 1042035 w 1681861"/>
                <a:gd name="connsiteY123" fmla="*/ 1214534 h 1531399"/>
                <a:gd name="connsiteX124" fmla="*/ 913638 w 1681861"/>
                <a:gd name="connsiteY124" fmla="*/ 1136302 h 1531399"/>
                <a:gd name="connsiteX125" fmla="*/ 964057 w 1681861"/>
                <a:gd name="connsiteY125" fmla="*/ 1385222 h 1531399"/>
                <a:gd name="connsiteX126" fmla="*/ 1097915 w 1681861"/>
                <a:gd name="connsiteY126" fmla="*/ 1412781 h 1531399"/>
                <a:gd name="connsiteX127" fmla="*/ 1340866 w 1681861"/>
                <a:gd name="connsiteY127" fmla="*/ 1232060 h 1531399"/>
                <a:gd name="connsiteX128" fmla="*/ 1181608 w 1681861"/>
                <a:gd name="connsiteY128" fmla="*/ 1117506 h 1531399"/>
                <a:gd name="connsiteX129" fmla="*/ 1081532 w 1681861"/>
                <a:gd name="connsiteY129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083183 w 1681861"/>
                <a:gd name="connsiteY55" fmla="*/ 442882 h 1531399"/>
                <a:gd name="connsiteX56" fmla="*/ 1224407 w 1681861"/>
                <a:gd name="connsiteY56" fmla="*/ 256192 h 1531399"/>
                <a:gd name="connsiteX57" fmla="*/ 1224407 w 1681861"/>
                <a:gd name="connsiteY57" fmla="*/ 107094 h 1531399"/>
                <a:gd name="connsiteX58" fmla="*/ 1182497 w 1681861"/>
                <a:gd name="connsiteY58" fmla="*/ 39149 h 1531399"/>
                <a:gd name="connsiteX59" fmla="*/ 1217930 w 1681861"/>
                <a:gd name="connsiteY59" fmla="*/ 33307 h 1531399"/>
                <a:gd name="connsiteX60" fmla="*/ 1235710 w 1681861"/>
                <a:gd name="connsiteY60" fmla="*/ 80932 h 1531399"/>
                <a:gd name="connsiteX61" fmla="*/ 1415161 w 1681861"/>
                <a:gd name="connsiteY61" fmla="*/ 77122 h 1531399"/>
                <a:gd name="connsiteX62" fmla="*/ 1427353 w 1681861"/>
                <a:gd name="connsiteY62" fmla="*/ 31148 h 1531399"/>
                <a:gd name="connsiteX63" fmla="*/ 1217930 w 1681861"/>
                <a:gd name="connsiteY63" fmla="*/ 33307 h 1531399"/>
                <a:gd name="connsiteX64" fmla="*/ 1249680 w 1681861"/>
                <a:gd name="connsiteY64" fmla="*/ 103665 h 1531399"/>
                <a:gd name="connsiteX65" fmla="*/ 1249807 w 1681861"/>
                <a:gd name="connsiteY65" fmla="*/ 153703 h 1531399"/>
                <a:gd name="connsiteX66" fmla="*/ 1249934 w 1681861"/>
                <a:gd name="connsiteY66" fmla="*/ 272067 h 1531399"/>
                <a:gd name="connsiteX67" fmla="*/ 1111631 w 1681861"/>
                <a:gd name="connsiteY67" fmla="*/ 422435 h 1531399"/>
                <a:gd name="connsiteX68" fmla="*/ 1502918 w 1681861"/>
                <a:gd name="connsiteY68" fmla="*/ 423070 h 1531399"/>
                <a:gd name="connsiteX69" fmla="*/ 1498473 w 1681861"/>
                <a:gd name="connsiteY69" fmla="*/ 350299 h 1531399"/>
                <a:gd name="connsiteX70" fmla="*/ 1391920 w 1681861"/>
                <a:gd name="connsiteY70" fmla="*/ 155354 h 1531399"/>
                <a:gd name="connsiteX71" fmla="*/ 1392047 w 1681861"/>
                <a:gd name="connsiteY71" fmla="*/ 104173 h 1531399"/>
                <a:gd name="connsiteX72" fmla="*/ 1249680 w 1681861"/>
                <a:gd name="connsiteY72" fmla="*/ 103665 h 1531399"/>
                <a:gd name="connsiteX73" fmla="*/ 1522730 w 1681861"/>
                <a:gd name="connsiteY73" fmla="*/ 389796 h 1531399"/>
                <a:gd name="connsiteX74" fmla="*/ 1567561 w 1681861"/>
                <a:gd name="connsiteY74" fmla="*/ 335313 h 1531399"/>
                <a:gd name="connsiteX75" fmla="*/ 1522730 w 1681861"/>
                <a:gd name="connsiteY75" fmla="*/ 389796 h 1531399"/>
                <a:gd name="connsiteX76" fmla="*/ 378191 w 1681861"/>
                <a:gd name="connsiteY76" fmla="*/ 356072 h 1531399"/>
                <a:gd name="connsiteX77" fmla="*/ 198247 w 1681861"/>
                <a:gd name="connsiteY77" fmla="*/ 562643 h 1531399"/>
                <a:gd name="connsiteX78" fmla="*/ 221869 w 1681861"/>
                <a:gd name="connsiteY78" fmla="*/ 573057 h 1531399"/>
                <a:gd name="connsiteX79" fmla="*/ 262001 w 1681861"/>
                <a:gd name="connsiteY79" fmla="*/ 656242 h 1531399"/>
                <a:gd name="connsiteX80" fmla="*/ 231648 w 1681861"/>
                <a:gd name="connsiteY80" fmla="*/ 882556 h 1531399"/>
                <a:gd name="connsiteX81" fmla="*/ 196850 w 1681861"/>
                <a:gd name="connsiteY81" fmla="*/ 903384 h 1531399"/>
                <a:gd name="connsiteX82" fmla="*/ 310642 w 1681861"/>
                <a:gd name="connsiteY82" fmla="*/ 1004095 h 1531399"/>
                <a:gd name="connsiteX83" fmla="*/ 735076 w 1681861"/>
                <a:gd name="connsiteY83" fmla="*/ 1071405 h 1531399"/>
                <a:gd name="connsiteX84" fmla="*/ 985774 w 1681861"/>
                <a:gd name="connsiteY84" fmla="*/ 914433 h 1531399"/>
                <a:gd name="connsiteX85" fmla="*/ 991489 w 1681861"/>
                <a:gd name="connsiteY85" fmla="*/ 912147 h 1531399"/>
                <a:gd name="connsiteX86" fmla="*/ 941956 w 1681861"/>
                <a:gd name="connsiteY86" fmla="*/ 447656 h 1531399"/>
                <a:gd name="connsiteX87" fmla="*/ 655811 w 1681861"/>
                <a:gd name="connsiteY87" fmla="*/ 296327 h 1531399"/>
                <a:gd name="connsiteX88" fmla="*/ 372956 w 1681861"/>
                <a:gd name="connsiteY88" fmla="*/ 354815 h 1531399"/>
                <a:gd name="connsiteX89" fmla="*/ 1107186 w 1681861"/>
                <a:gd name="connsiteY89" fmla="*/ 448343 h 1531399"/>
                <a:gd name="connsiteX90" fmla="*/ 1492250 w 1681861"/>
                <a:gd name="connsiteY90" fmla="*/ 602521 h 1531399"/>
                <a:gd name="connsiteX91" fmla="*/ 1530731 w 1681861"/>
                <a:gd name="connsiteY91" fmla="*/ 448216 h 1531399"/>
                <a:gd name="connsiteX92" fmla="*/ 1107186 w 1681861"/>
                <a:gd name="connsiteY92" fmla="*/ 448343 h 1531399"/>
                <a:gd name="connsiteX93" fmla="*/ 161417 w 1681861"/>
                <a:gd name="connsiteY93" fmla="*/ 591599 h 1531399"/>
                <a:gd name="connsiteX94" fmla="*/ 114554 w 1681861"/>
                <a:gd name="connsiteY94" fmla="*/ 808769 h 1531399"/>
                <a:gd name="connsiteX95" fmla="*/ 182499 w 1681861"/>
                <a:gd name="connsiteY95" fmla="*/ 880270 h 1531399"/>
                <a:gd name="connsiteX96" fmla="*/ 224917 w 1681861"/>
                <a:gd name="connsiteY96" fmla="*/ 844710 h 1531399"/>
                <a:gd name="connsiteX97" fmla="*/ 224536 w 1681861"/>
                <a:gd name="connsiteY97" fmla="*/ 621698 h 1531399"/>
                <a:gd name="connsiteX98" fmla="*/ 161417 w 1681861"/>
                <a:gd name="connsiteY98" fmla="*/ 591599 h 1531399"/>
                <a:gd name="connsiteX99" fmla="*/ 1039622 w 1681861"/>
                <a:gd name="connsiteY99" fmla="*/ 587916 h 1531399"/>
                <a:gd name="connsiteX100" fmla="*/ 1037717 w 1681861"/>
                <a:gd name="connsiteY100" fmla="*/ 881540 h 1531399"/>
                <a:gd name="connsiteX101" fmla="*/ 1039622 w 1681861"/>
                <a:gd name="connsiteY101" fmla="*/ 587916 h 1531399"/>
                <a:gd name="connsiteX102" fmla="*/ 1514094 w 1681861"/>
                <a:gd name="connsiteY102" fmla="*/ 595663 h 1531399"/>
                <a:gd name="connsiteX103" fmla="*/ 1513586 w 1681861"/>
                <a:gd name="connsiteY103" fmla="*/ 683293 h 1531399"/>
                <a:gd name="connsiteX104" fmla="*/ 1513332 w 1681861"/>
                <a:gd name="connsiteY104" fmla="*/ 895637 h 1531399"/>
                <a:gd name="connsiteX105" fmla="*/ 1528953 w 1681861"/>
                <a:gd name="connsiteY105" fmla="*/ 993935 h 1531399"/>
                <a:gd name="connsiteX106" fmla="*/ 1648333 w 1681861"/>
                <a:gd name="connsiteY106" fmla="*/ 974758 h 1531399"/>
                <a:gd name="connsiteX107" fmla="*/ 1654810 w 1681861"/>
                <a:gd name="connsiteY107" fmla="*/ 822739 h 1531399"/>
                <a:gd name="connsiteX108" fmla="*/ 1655191 w 1681861"/>
                <a:gd name="connsiteY108" fmla="*/ 684055 h 1531399"/>
                <a:gd name="connsiteX109" fmla="*/ 1654683 w 1681861"/>
                <a:gd name="connsiteY109" fmla="*/ 596044 h 1531399"/>
                <a:gd name="connsiteX110" fmla="*/ 1514094 w 1681861"/>
                <a:gd name="connsiteY110" fmla="*/ 595663 h 1531399"/>
                <a:gd name="connsiteX111" fmla="*/ 1371092 w 1681861"/>
                <a:gd name="connsiteY111" fmla="*/ 936404 h 1531399"/>
                <a:gd name="connsiteX112" fmla="*/ 1249807 w 1681861"/>
                <a:gd name="connsiteY112" fmla="*/ 1048164 h 1531399"/>
                <a:gd name="connsiteX113" fmla="*/ 1261618 w 1681861"/>
                <a:gd name="connsiteY113" fmla="*/ 977806 h 1531399"/>
                <a:gd name="connsiteX114" fmla="*/ 1208151 w 1681861"/>
                <a:gd name="connsiteY114" fmla="*/ 990252 h 1531399"/>
                <a:gd name="connsiteX115" fmla="*/ 1338961 w 1681861"/>
                <a:gd name="connsiteY115" fmla="*/ 1202723 h 1531399"/>
                <a:gd name="connsiteX116" fmla="*/ 1462913 w 1681861"/>
                <a:gd name="connsiteY116" fmla="*/ 956470 h 1531399"/>
                <a:gd name="connsiteX117" fmla="*/ 1387475 w 1681861"/>
                <a:gd name="connsiteY117" fmla="*/ 1049434 h 1531399"/>
                <a:gd name="connsiteX118" fmla="*/ 1427988 w 1681861"/>
                <a:gd name="connsiteY118" fmla="*/ 943389 h 1531399"/>
                <a:gd name="connsiteX119" fmla="*/ 1371092 w 1681861"/>
                <a:gd name="connsiteY119" fmla="*/ 936404 h 1531399"/>
                <a:gd name="connsiteX120" fmla="*/ 1081532 w 1681861"/>
                <a:gd name="connsiteY120" fmla="*/ 1218471 h 1531399"/>
                <a:gd name="connsiteX121" fmla="*/ 1025652 w 1681861"/>
                <a:gd name="connsiteY121" fmla="*/ 1239172 h 1531399"/>
                <a:gd name="connsiteX122" fmla="*/ 1042035 w 1681861"/>
                <a:gd name="connsiteY122" fmla="*/ 1214534 h 1531399"/>
                <a:gd name="connsiteX123" fmla="*/ 913638 w 1681861"/>
                <a:gd name="connsiteY123" fmla="*/ 1136302 h 1531399"/>
                <a:gd name="connsiteX124" fmla="*/ 964057 w 1681861"/>
                <a:gd name="connsiteY124" fmla="*/ 1385222 h 1531399"/>
                <a:gd name="connsiteX125" fmla="*/ 1097915 w 1681861"/>
                <a:gd name="connsiteY125" fmla="*/ 1412781 h 1531399"/>
                <a:gd name="connsiteX126" fmla="*/ 1340866 w 1681861"/>
                <a:gd name="connsiteY126" fmla="*/ 1232060 h 1531399"/>
                <a:gd name="connsiteX127" fmla="*/ 1181608 w 1681861"/>
                <a:gd name="connsiteY127" fmla="*/ 1117506 h 1531399"/>
                <a:gd name="connsiteX128" fmla="*/ 1081532 w 1681861"/>
                <a:gd name="connsiteY128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492250 w 1681861"/>
                <a:gd name="connsiteY89" fmla="*/ 602521 h 1531399"/>
                <a:gd name="connsiteX90" fmla="*/ 1530731 w 1681861"/>
                <a:gd name="connsiteY90" fmla="*/ 448216 h 1531399"/>
                <a:gd name="connsiteX91" fmla="*/ 1107186 w 1681861"/>
                <a:gd name="connsiteY91" fmla="*/ 448343 h 1531399"/>
                <a:gd name="connsiteX92" fmla="*/ 161417 w 1681861"/>
                <a:gd name="connsiteY92" fmla="*/ 591599 h 1531399"/>
                <a:gd name="connsiteX93" fmla="*/ 114554 w 1681861"/>
                <a:gd name="connsiteY93" fmla="*/ 808769 h 1531399"/>
                <a:gd name="connsiteX94" fmla="*/ 182499 w 1681861"/>
                <a:gd name="connsiteY94" fmla="*/ 880270 h 1531399"/>
                <a:gd name="connsiteX95" fmla="*/ 224917 w 1681861"/>
                <a:gd name="connsiteY95" fmla="*/ 844710 h 1531399"/>
                <a:gd name="connsiteX96" fmla="*/ 224536 w 1681861"/>
                <a:gd name="connsiteY96" fmla="*/ 621698 h 1531399"/>
                <a:gd name="connsiteX97" fmla="*/ 161417 w 1681861"/>
                <a:gd name="connsiteY97" fmla="*/ 591599 h 1531399"/>
                <a:gd name="connsiteX98" fmla="*/ 1039622 w 1681861"/>
                <a:gd name="connsiteY98" fmla="*/ 587916 h 1531399"/>
                <a:gd name="connsiteX99" fmla="*/ 1037717 w 1681861"/>
                <a:gd name="connsiteY99" fmla="*/ 881540 h 1531399"/>
                <a:gd name="connsiteX100" fmla="*/ 1039622 w 1681861"/>
                <a:gd name="connsiteY100" fmla="*/ 587916 h 1531399"/>
                <a:gd name="connsiteX101" fmla="*/ 1514094 w 1681861"/>
                <a:gd name="connsiteY101" fmla="*/ 595663 h 1531399"/>
                <a:gd name="connsiteX102" fmla="*/ 1513586 w 1681861"/>
                <a:gd name="connsiteY102" fmla="*/ 683293 h 1531399"/>
                <a:gd name="connsiteX103" fmla="*/ 1513332 w 1681861"/>
                <a:gd name="connsiteY103" fmla="*/ 895637 h 1531399"/>
                <a:gd name="connsiteX104" fmla="*/ 1528953 w 1681861"/>
                <a:gd name="connsiteY104" fmla="*/ 993935 h 1531399"/>
                <a:gd name="connsiteX105" fmla="*/ 1648333 w 1681861"/>
                <a:gd name="connsiteY105" fmla="*/ 974758 h 1531399"/>
                <a:gd name="connsiteX106" fmla="*/ 1654810 w 1681861"/>
                <a:gd name="connsiteY106" fmla="*/ 822739 h 1531399"/>
                <a:gd name="connsiteX107" fmla="*/ 1655191 w 1681861"/>
                <a:gd name="connsiteY107" fmla="*/ 684055 h 1531399"/>
                <a:gd name="connsiteX108" fmla="*/ 1654683 w 1681861"/>
                <a:gd name="connsiteY108" fmla="*/ 596044 h 1531399"/>
                <a:gd name="connsiteX109" fmla="*/ 1514094 w 1681861"/>
                <a:gd name="connsiteY109" fmla="*/ 595663 h 1531399"/>
                <a:gd name="connsiteX110" fmla="*/ 1371092 w 1681861"/>
                <a:gd name="connsiteY110" fmla="*/ 936404 h 1531399"/>
                <a:gd name="connsiteX111" fmla="*/ 1249807 w 1681861"/>
                <a:gd name="connsiteY111" fmla="*/ 1048164 h 1531399"/>
                <a:gd name="connsiteX112" fmla="*/ 1261618 w 1681861"/>
                <a:gd name="connsiteY112" fmla="*/ 977806 h 1531399"/>
                <a:gd name="connsiteX113" fmla="*/ 1208151 w 1681861"/>
                <a:gd name="connsiteY113" fmla="*/ 990252 h 1531399"/>
                <a:gd name="connsiteX114" fmla="*/ 1338961 w 1681861"/>
                <a:gd name="connsiteY114" fmla="*/ 1202723 h 1531399"/>
                <a:gd name="connsiteX115" fmla="*/ 1462913 w 1681861"/>
                <a:gd name="connsiteY115" fmla="*/ 956470 h 1531399"/>
                <a:gd name="connsiteX116" fmla="*/ 1387475 w 1681861"/>
                <a:gd name="connsiteY116" fmla="*/ 1049434 h 1531399"/>
                <a:gd name="connsiteX117" fmla="*/ 1427988 w 1681861"/>
                <a:gd name="connsiteY117" fmla="*/ 943389 h 1531399"/>
                <a:gd name="connsiteX118" fmla="*/ 1371092 w 1681861"/>
                <a:gd name="connsiteY118" fmla="*/ 936404 h 1531399"/>
                <a:gd name="connsiteX119" fmla="*/ 1081532 w 1681861"/>
                <a:gd name="connsiteY119" fmla="*/ 1218471 h 1531399"/>
                <a:gd name="connsiteX120" fmla="*/ 1025652 w 1681861"/>
                <a:gd name="connsiteY120" fmla="*/ 1239172 h 1531399"/>
                <a:gd name="connsiteX121" fmla="*/ 1042035 w 1681861"/>
                <a:gd name="connsiteY121" fmla="*/ 1214534 h 1531399"/>
                <a:gd name="connsiteX122" fmla="*/ 913638 w 1681861"/>
                <a:gd name="connsiteY122" fmla="*/ 1136302 h 1531399"/>
                <a:gd name="connsiteX123" fmla="*/ 964057 w 1681861"/>
                <a:gd name="connsiteY123" fmla="*/ 1385222 h 1531399"/>
                <a:gd name="connsiteX124" fmla="*/ 1097915 w 1681861"/>
                <a:gd name="connsiteY124" fmla="*/ 1412781 h 1531399"/>
                <a:gd name="connsiteX125" fmla="*/ 1340866 w 1681861"/>
                <a:gd name="connsiteY125" fmla="*/ 1232060 h 1531399"/>
                <a:gd name="connsiteX126" fmla="*/ 1181608 w 1681861"/>
                <a:gd name="connsiteY126" fmla="*/ 1117506 h 1531399"/>
                <a:gd name="connsiteX127" fmla="*/ 1081532 w 1681861"/>
                <a:gd name="connsiteY127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4094 w 1681861"/>
                <a:gd name="connsiteY100" fmla="*/ 595663 h 1531399"/>
                <a:gd name="connsiteX101" fmla="*/ 1513586 w 1681861"/>
                <a:gd name="connsiteY101" fmla="*/ 683293 h 1531399"/>
                <a:gd name="connsiteX102" fmla="*/ 1513332 w 1681861"/>
                <a:gd name="connsiteY102" fmla="*/ 895637 h 1531399"/>
                <a:gd name="connsiteX103" fmla="*/ 1528953 w 1681861"/>
                <a:gd name="connsiteY103" fmla="*/ 993935 h 1531399"/>
                <a:gd name="connsiteX104" fmla="*/ 1648333 w 1681861"/>
                <a:gd name="connsiteY104" fmla="*/ 974758 h 1531399"/>
                <a:gd name="connsiteX105" fmla="*/ 1654810 w 1681861"/>
                <a:gd name="connsiteY105" fmla="*/ 822739 h 1531399"/>
                <a:gd name="connsiteX106" fmla="*/ 1655191 w 1681861"/>
                <a:gd name="connsiteY106" fmla="*/ 684055 h 1531399"/>
                <a:gd name="connsiteX107" fmla="*/ 1654683 w 1681861"/>
                <a:gd name="connsiteY107" fmla="*/ 596044 h 1531399"/>
                <a:gd name="connsiteX108" fmla="*/ 1514094 w 1681861"/>
                <a:gd name="connsiteY108" fmla="*/ 595663 h 1531399"/>
                <a:gd name="connsiteX109" fmla="*/ 1371092 w 1681861"/>
                <a:gd name="connsiteY109" fmla="*/ 936404 h 1531399"/>
                <a:gd name="connsiteX110" fmla="*/ 1249807 w 1681861"/>
                <a:gd name="connsiteY110" fmla="*/ 1048164 h 1531399"/>
                <a:gd name="connsiteX111" fmla="*/ 1261618 w 1681861"/>
                <a:gd name="connsiteY111" fmla="*/ 977806 h 1531399"/>
                <a:gd name="connsiteX112" fmla="*/ 1208151 w 1681861"/>
                <a:gd name="connsiteY112" fmla="*/ 990252 h 1531399"/>
                <a:gd name="connsiteX113" fmla="*/ 1338961 w 1681861"/>
                <a:gd name="connsiteY113" fmla="*/ 1202723 h 1531399"/>
                <a:gd name="connsiteX114" fmla="*/ 1462913 w 1681861"/>
                <a:gd name="connsiteY114" fmla="*/ 956470 h 1531399"/>
                <a:gd name="connsiteX115" fmla="*/ 1387475 w 1681861"/>
                <a:gd name="connsiteY115" fmla="*/ 1049434 h 1531399"/>
                <a:gd name="connsiteX116" fmla="*/ 1427988 w 1681861"/>
                <a:gd name="connsiteY116" fmla="*/ 943389 h 1531399"/>
                <a:gd name="connsiteX117" fmla="*/ 1371092 w 1681861"/>
                <a:gd name="connsiteY117" fmla="*/ 936404 h 1531399"/>
                <a:gd name="connsiteX118" fmla="*/ 1081532 w 1681861"/>
                <a:gd name="connsiteY118" fmla="*/ 1218471 h 1531399"/>
                <a:gd name="connsiteX119" fmla="*/ 1025652 w 1681861"/>
                <a:gd name="connsiteY119" fmla="*/ 1239172 h 1531399"/>
                <a:gd name="connsiteX120" fmla="*/ 1042035 w 1681861"/>
                <a:gd name="connsiteY120" fmla="*/ 1214534 h 1531399"/>
                <a:gd name="connsiteX121" fmla="*/ 913638 w 1681861"/>
                <a:gd name="connsiteY121" fmla="*/ 1136302 h 1531399"/>
                <a:gd name="connsiteX122" fmla="*/ 964057 w 1681861"/>
                <a:gd name="connsiteY122" fmla="*/ 1385222 h 1531399"/>
                <a:gd name="connsiteX123" fmla="*/ 1097915 w 1681861"/>
                <a:gd name="connsiteY123" fmla="*/ 1412781 h 1531399"/>
                <a:gd name="connsiteX124" fmla="*/ 1340866 w 1681861"/>
                <a:gd name="connsiteY124" fmla="*/ 1232060 h 1531399"/>
                <a:gd name="connsiteX125" fmla="*/ 1181608 w 1681861"/>
                <a:gd name="connsiteY125" fmla="*/ 1117506 h 1531399"/>
                <a:gd name="connsiteX126" fmla="*/ 1081532 w 1681861"/>
                <a:gd name="connsiteY126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4094 w 1681861"/>
                <a:gd name="connsiteY100" fmla="*/ 595663 h 1531399"/>
                <a:gd name="connsiteX101" fmla="*/ 1513586 w 1681861"/>
                <a:gd name="connsiteY101" fmla="*/ 683293 h 1531399"/>
                <a:gd name="connsiteX102" fmla="*/ 1513332 w 1681861"/>
                <a:gd name="connsiteY102" fmla="*/ 895637 h 1531399"/>
                <a:gd name="connsiteX103" fmla="*/ 1528953 w 1681861"/>
                <a:gd name="connsiteY103" fmla="*/ 993935 h 1531399"/>
                <a:gd name="connsiteX104" fmla="*/ 1648333 w 1681861"/>
                <a:gd name="connsiteY104" fmla="*/ 974758 h 1531399"/>
                <a:gd name="connsiteX105" fmla="*/ 1654810 w 1681861"/>
                <a:gd name="connsiteY105" fmla="*/ 822739 h 1531399"/>
                <a:gd name="connsiteX106" fmla="*/ 1655191 w 1681861"/>
                <a:gd name="connsiteY106" fmla="*/ 684055 h 1531399"/>
                <a:gd name="connsiteX107" fmla="*/ 1654683 w 1681861"/>
                <a:gd name="connsiteY107" fmla="*/ 596044 h 1531399"/>
                <a:gd name="connsiteX108" fmla="*/ 1371092 w 1681861"/>
                <a:gd name="connsiteY108" fmla="*/ 936404 h 1531399"/>
                <a:gd name="connsiteX109" fmla="*/ 1249807 w 1681861"/>
                <a:gd name="connsiteY109" fmla="*/ 1048164 h 1531399"/>
                <a:gd name="connsiteX110" fmla="*/ 1261618 w 1681861"/>
                <a:gd name="connsiteY110" fmla="*/ 977806 h 1531399"/>
                <a:gd name="connsiteX111" fmla="*/ 1208151 w 1681861"/>
                <a:gd name="connsiteY111" fmla="*/ 990252 h 1531399"/>
                <a:gd name="connsiteX112" fmla="*/ 1338961 w 1681861"/>
                <a:gd name="connsiteY112" fmla="*/ 1202723 h 1531399"/>
                <a:gd name="connsiteX113" fmla="*/ 1462913 w 1681861"/>
                <a:gd name="connsiteY113" fmla="*/ 956470 h 1531399"/>
                <a:gd name="connsiteX114" fmla="*/ 1387475 w 1681861"/>
                <a:gd name="connsiteY114" fmla="*/ 1049434 h 1531399"/>
                <a:gd name="connsiteX115" fmla="*/ 1427988 w 1681861"/>
                <a:gd name="connsiteY115" fmla="*/ 943389 h 1531399"/>
                <a:gd name="connsiteX116" fmla="*/ 1371092 w 1681861"/>
                <a:gd name="connsiteY116" fmla="*/ 936404 h 1531399"/>
                <a:gd name="connsiteX117" fmla="*/ 1081532 w 1681861"/>
                <a:gd name="connsiteY117" fmla="*/ 1218471 h 1531399"/>
                <a:gd name="connsiteX118" fmla="*/ 1025652 w 1681861"/>
                <a:gd name="connsiteY118" fmla="*/ 1239172 h 1531399"/>
                <a:gd name="connsiteX119" fmla="*/ 1042035 w 1681861"/>
                <a:gd name="connsiteY119" fmla="*/ 1214534 h 1531399"/>
                <a:gd name="connsiteX120" fmla="*/ 913638 w 1681861"/>
                <a:gd name="connsiteY120" fmla="*/ 1136302 h 1531399"/>
                <a:gd name="connsiteX121" fmla="*/ 964057 w 1681861"/>
                <a:gd name="connsiteY121" fmla="*/ 1385222 h 1531399"/>
                <a:gd name="connsiteX122" fmla="*/ 1097915 w 1681861"/>
                <a:gd name="connsiteY122" fmla="*/ 1412781 h 1531399"/>
                <a:gd name="connsiteX123" fmla="*/ 1340866 w 1681861"/>
                <a:gd name="connsiteY123" fmla="*/ 1232060 h 1531399"/>
                <a:gd name="connsiteX124" fmla="*/ 1181608 w 1681861"/>
                <a:gd name="connsiteY124" fmla="*/ 1117506 h 1531399"/>
                <a:gd name="connsiteX125" fmla="*/ 1081532 w 1681861"/>
                <a:gd name="connsiteY125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4094 w 1681861"/>
                <a:gd name="connsiteY100" fmla="*/ 595663 h 1531399"/>
                <a:gd name="connsiteX101" fmla="*/ 1513332 w 1681861"/>
                <a:gd name="connsiteY101" fmla="*/ 895637 h 1531399"/>
                <a:gd name="connsiteX102" fmla="*/ 1528953 w 1681861"/>
                <a:gd name="connsiteY102" fmla="*/ 993935 h 1531399"/>
                <a:gd name="connsiteX103" fmla="*/ 1648333 w 1681861"/>
                <a:gd name="connsiteY103" fmla="*/ 974758 h 1531399"/>
                <a:gd name="connsiteX104" fmla="*/ 1654810 w 1681861"/>
                <a:gd name="connsiteY104" fmla="*/ 822739 h 1531399"/>
                <a:gd name="connsiteX105" fmla="*/ 1655191 w 1681861"/>
                <a:gd name="connsiteY105" fmla="*/ 684055 h 1531399"/>
                <a:gd name="connsiteX106" fmla="*/ 1654683 w 1681861"/>
                <a:gd name="connsiteY106" fmla="*/ 596044 h 1531399"/>
                <a:gd name="connsiteX107" fmla="*/ 1371092 w 1681861"/>
                <a:gd name="connsiteY107" fmla="*/ 936404 h 1531399"/>
                <a:gd name="connsiteX108" fmla="*/ 1249807 w 1681861"/>
                <a:gd name="connsiteY108" fmla="*/ 1048164 h 1531399"/>
                <a:gd name="connsiteX109" fmla="*/ 1261618 w 1681861"/>
                <a:gd name="connsiteY109" fmla="*/ 977806 h 1531399"/>
                <a:gd name="connsiteX110" fmla="*/ 1208151 w 1681861"/>
                <a:gd name="connsiteY110" fmla="*/ 990252 h 1531399"/>
                <a:gd name="connsiteX111" fmla="*/ 1338961 w 1681861"/>
                <a:gd name="connsiteY111" fmla="*/ 1202723 h 1531399"/>
                <a:gd name="connsiteX112" fmla="*/ 1462913 w 1681861"/>
                <a:gd name="connsiteY112" fmla="*/ 956470 h 1531399"/>
                <a:gd name="connsiteX113" fmla="*/ 1387475 w 1681861"/>
                <a:gd name="connsiteY113" fmla="*/ 1049434 h 1531399"/>
                <a:gd name="connsiteX114" fmla="*/ 1427988 w 1681861"/>
                <a:gd name="connsiteY114" fmla="*/ 943389 h 1531399"/>
                <a:gd name="connsiteX115" fmla="*/ 1371092 w 1681861"/>
                <a:gd name="connsiteY115" fmla="*/ 936404 h 1531399"/>
                <a:gd name="connsiteX116" fmla="*/ 1081532 w 1681861"/>
                <a:gd name="connsiteY116" fmla="*/ 1218471 h 1531399"/>
                <a:gd name="connsiteX117" fmla="*/ 1025652 w 1681861"/>
                <a:gd name="connsiteY117" fmla="*/ 1239172 h 1531399"/>
                <a:gd name="connsiteX118" fmla="*/ 1042035 w 1681861"/>
                <a:gd name="connsiteY118" fmla="*/ 1214534 h 1531399"/>
                <a:gd name="connsiteX119" fmla="*/ 913638 w 1681861"/>
                <a:gd name="connsiteY119" fmla="*/ 1136302 h 1531399"/>
                <a:gd name="connsiteX120" fmla="*/ 964057 w 1681861"/>
                <a:gd name="connsiteY120" fmla="*/ 1385222 h 1531399"/>
                <a:gd name="connsiteX121" fmla="*/ 1097915 w 1681861"/>
                <a:gd name="connsiteY121" fmla="*/ 1412781 h 1531399"/>
                <a:gd name="connsiteX122" fmla="*/ 1340866 w 1681861"/>
                <a:gd name="connsiteY122" fmla="*/ 1232060 h 1531399"/>
                <a:gd name="connsiteX123" fmla="*/ 1181608 w 1681861"/>
                <a:gd name="connsiteY123" fmla="*/ 1117506 h 1531399"/>
                <a:gd name="connsiteX124" fmla="*/ 1081532 w 1681861"/>
                <a:gd name="connsiteY124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3332 w 1681861"/>
                <a:gd name="connsiteY100" fmla="*/ 895637 h 1531399"/>
                <a:gd name="connsiteX101" fmla="*/ 1528953 w 1681861"/>
                <a:gd name="connsiteY101" fmla="*/ 993935 h 1531399"/>
                <a:gd name="connsiteX102" fmla="*/ 1648333 w 1681861"/>
                <a:gd name="connsiteY102" fmla="*/ 974758 h 1531399"/>
                <a:gd name="connsiteX103" fmla="*/ 1654810 w 1681861"/>
                <a:gd name="connsiteY103" fmla="*/ 822739 h 1531399"/>
                <a:gd name="connsiteX104" fmla="*/ 1655191 w 1681861"/>
                <a:gd name="connsiteY104" fmla="*/ 684055 h 1531399"/>
                <a:gd name="connsiteX105" fmla="*/ 1654683 w 1681861"/>
                <a:gd name="connsiteY105" fmla="*/ 596044 h 1531399"/>
                <a:gd name="connsiteX106" fmla="*/ 1371092 w 1681861"/>
                <a:gd name="connsiteY106" fmla="*/ 936404 h 1531399"/>
                <a:gd name="connsiteX107" fmla="*/ 1249807 w 1681861"/>
                <a:gd name="connsiteY107" fmla="*/ 1048164 h 1531399"/>
                <a:gd name="connsiteX108" fmla="*/ 1261618 w 1681861"/>
                <a:gd name="connsiteY108" fmla="*/ 977806 h 1531399"/>
                <a:gd name="connsiteX109" fmla="*/ 1208151 w 1681861"/>
                <a:gd name="connsiteY109" fmla="*/ 990252 h 1531399"/>
                <a:gd name="connsiteX110" fmla="*/ 1338961 w 1681861"/>
                <a:gd name="connsiteY110" fmla="*/ 1202723 h 1531399"/>
                <a:gd name="connsiteX111" fmla="*/ 1462913 w 1681861"/>
                <a:gd name="connsiteY111" fmla="*/ 956470 h 1531399"/>
                <a:gd name="connsiteX112" fmla="*/ 1387475 w 1681861"/>
                <a:gd name="connsiteY112" fmla="*/ 1049434 h 1531399"/>
                <a:gd name="connsiteX113" fmla="*/ 1427988 w 1681861"/>
                <a:gd name="connsiteY113" fmla="*/ 943389 h 1531399"/>
                <a:gd name="connsiteX114" fmla="*/ 1371092 w 1681861"/>
                <a:gd name="connsiteY114" fmla="*/ 936404 h 1531399"/>
                <a:gd name="connsiteX115" fmla="*/ 1081532 w 1681861"/>
                <a:gd name="connsiteY115" fmla="*/ 1218471 h 1531399"/>
                <a:gd name="connsiteX116" fmla="*/ 1025652 w 1681861"/>
                <a:gd name="connsiteY116" fmla="*/ 1239172 h 1531399"/>
                <a:gd name="connsiteX117" fmla="*/ 1042035 w 1681861"/>
                <a:gd name="connsiteY117" fmla="*/ 1214534 h 1531399"/>
                <a:gd name="connsiteX118" fmla="*/ 913638 w 1681861"/>
                <a:gd name="connsiteY118" fmla="*/ 1136302 h 1531399"/>
                <a:gd name="connsiteX119" fmla="*/ 964057 w 1681861"/>
                <a:gd name="connsiteY119" fmla="*/ 1385222 h 1531399"/>
                <a:gd name="connsiteX120" fmla="*/ 1097915 w 1681861"/>
                <a:gd name="connsiteY120" fmla="*/ 1412781 h 1531399"/>
                <a:gd name="connsiteX121" fmla="*/ 1340866 w 1681861"/>
                <a:gd name="connsiteY121" fmla="*/ 1232060 h 1531399"/>
                <a:gd name="connsiteX122" fmla="*/ 1181608 w 1681861"/>
                <a:gd name="connsiteY122" fmla="*/ 1117506 h 1531399"/>
                <a:gd name="connsiteX123" fmla="*/ 1081532 w 1681861"/>
                <a:gd name="connsiteY123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28953 w 1681861"/>
                <a:gd name="connsiteY100" fmla="*/ 993935 h 1531399"/>
                <a:gd name="connsiteX101" fmla="*/ 1648333 w 1681861"/>
                <a:gd name="connsiteY101" fmla="*/ 974758 h 1531399"/>
                <a:gd name="connsiteX102" fmla="*/ 1654810 w 1681861"/>
                <a:gd name="connsiteY102" fmla="*/ 822739 h 1531399"/>
                <a:gd name="connsiteX103" fmla="*/ 1655191 w 1681861"/>
                <a:gd name="connsiteY103" fmla="*/ 684055 h 1531399"/>
                <a:gd name="connsiteX104" fmla="*/ 1654683 w 1681861"/>
                <a:gd name="connsiteY104" fmla="*/ 596044 h 1531399"/>
                <a:gd name="connsiteX105" fmla="*/ 1371092 w 1681861"/>
                <a:gd name="connsiteY105" fmla="*/ 936404 h 1531399"/>
                <a:gd name="connsiteX106" fmla="*/ 1249807 w 1681861"/>
                <a:gd name="connsiteY106" fmla="*/ 1048164 h 1531399"/>
                <a:gd name="connsiteX107" fmla="*/ 1261618 w 1681861"/>
                <a:gd name="connsiteY107" fmla="*/ 977806 h 1531399"/>
                <a:gd name="connsiteX108" fmla="*/ 1208151 w 1681861"/>
                <a:gd name="connsiteY108" fmla="*/ 990252 h 1531399"/>
                <a:gd name="connsiteX109" fmla="*/ 1338961 w 1681861"/>
                <a:gd name="connsiteY109" fmla="*/ 1202723 h 1531399"/>
                <a:gd name="connsiteX110" fmla="*/ 1462913 w 1681861"/>
                <a:gd name="connsiteY110" fmla="*/ 956470 h 1531399"/>
                <a:gd name="connsiteX111" fmla="*/ 1387475 w 1681861"/>
                <a:gd name="connsiteY111" fmla="*/ 1049434 h 1531399"/>
                <a:gd name="connsiteX112" fmla="*/ 1427988 w 1681861"/>
                <a:gd name="connsiteY112" fmla="*/ 943389 h 1531399"/>
                <a:gd name="connsiteX113" fmla="*/ 1371092 w 1681861"/>
                <a:gd name="connsiteY113" fmla="*/ 936404 h 1531399"/>
                <a:gd name="connsiteX114" fmla="*/ 1081532 w 1681861"/>
                <a:gd name="connsiteY114" fmla="*/ 1218471 h 1531399"/>
                <a:gd name="connsiteX115" fmla="*/ 1025652 w 1681861"/>
                <a:gd name="connsiteY115" fmla="*/ 1239172 h 1531399"/>
                <a:gd name="connsiteX116" fmla="*/ 1042035 w 1681861"/>
                <a:gd name="connsiteY116" fmla="*/ 1214534 h 1531399"/>
                <a:gd name="connsiteX117" fmla="*/ 913638 w 1681861"/>
                <a:gd name="connsiteY117" fmla="*/ 1136302 h 1531399"/>
                <a:gd name="connsiteX118" fmla="*/ 964057 w 1681861"/>
                <a:gd name="connsiteY118" fmla="*/ 1385222 h 1531399"/>
                <a:gd name="connsiteX119" fmla="*/ 1097915 w 1681861"/>
                <a:gd name="connsiteY119" fmla="*/ 1412781 h 1531399"/>
                <a:gd name="connsiteX120" fmla="*/ 1340866 w 1681861"/>
                <a:gd name="connsiteY120" fmla="*/ 1232060 h 1531399"/>
                <a:gd name="connsiteX121" fmla="*/ 1181608 w 1681861"/>
                <a:gd name="connsiteY121" fmla="*/ 1117506 h 1531399"/>
                <a:gd name="connsiteX122" fmla="*/ 1081532 w 1681861"/>
                <a:gd name="connsiteY122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648333 w 1681861"/>
                <a:gd name="connsiteY100" fmla="*/ 974758 h 1531399"/>
                <a:gd name="connsiteX101" fmla="*/ 1654810 w 1681861"/>
                <a:gd name="connsiteY101" fmla="*/ 822739 h 1531399"/>
                <a:gd name="connsiteX102" fmla="*/ 1655191 w 1681861"/>
                <a:gd name="connsiteY102" fmla="*/ 684055 h 1531399"/>
                <a:gd name="connsiteX103" fmla="*/ 1654683 w 1681861"/>
                <a:gd name="connsiteY103" fmla="*/ 596044 h 1531399"/>
                <a:gd name="connsiteX104" fmla="*/ 1371092 w 1681861"/>
                <a:gd name="connsiteY104" fmla="*/ 936404 h 1531399"/>
                <a:gd name="connsiteX105" fmla="*/ 1249807 w 1681861"/>
                <a:gd name="connsiteY105" fmla="*/ 1048164 h 1531399"/>
                <a:gd name="connsiteX106" fmla="*/ 1261618 w 1681861"/>
                <a:gd name="connsiteY106" fmla="*/ 977806 h 1531399"/>
                <a:gd name="connsiteX107" fmla="*/ 1208151 w 1681861"/>
                <a:gd name="connsiteY107" fmla="*/ 990252 h 1531399"/>
                <a:gd name="connsiteX108" fmla="*/ 1338961 w 1681861"/>
                <a:gd name="connsiteY108" fmla="*/ 1202723 h 1531399"/>
                <a:gd name="connsiteX109" fmla="*/ 1462913 w 1681861"/>
                <a:gd name="connsiteY109" fmla="*/ 956470 h 1531399"/>
                <a:gd name="connsiteX110" fmla="*/ 1387475 w 1681861"/>
                <a:gd name="connsiteY110" fmla="*/ 1049434 h 1531399"/>
                <a:gd name="connsiteX111" fmla="*/ 1427988 w 1681861"/>
                <a:gd name="connsiteY111" fmla="*/ 943389 h 1531399"/>
                <a:gd name="connsiteX112" fmla="*/ 1371092 w 1681861"/>
                <a:gd name="connsiteY112" fmla="*/ 936404 h 1531399"/>
                <a:gd name="connsiteX113" fmla="*/ 1081532 w 1681861"/>
                <a:gd name="connsiteY113" fmla="*/ 1218471 h 1531399"/>
                <a:gd name="connsiteX114" fmla="*/ 1025652 w 1681861"/>
                <a:gd name="connsiteY114" fmla="*/ 1239172 h 1531399"/>
                <a:gd name="connsiteX115" fmla="*/ 1042035 w 1681861"/>
                <a:gd name="connsiteY115" fmla="*/ 1214534 h 1531399"/>
                <a:gd name="connsiteX116" fmla="*/ 913638 w 1681861"/>
                <a:gd name="connsiteY116" fmla="*/ 1136302 h 1531399"/>
                <a:gd name="connsiteX117" fmla="*/ 964057 w 1681861"/>
                <a:gd name="connsiteY117" fmla="*/ 1385222 h 1531399"/>
                <a:gd name="connsiteX118" fmla="*/ 1097915 w 1681861"/>
                <a:gd name="connsiteY118" fmla="*/ 1412781 h 1531399"/>
                <a:gd name="connsiteX119" fmla="*/ 1340866 w 1681861"/>
                <a:gd name="connsiteY119" fmla="*/ 1232060 h 1531399"/>
                <a:gd name="connsiteX120" fmla="*/ 1181608 w 1681861"/>
                <a:gd name="connsiteY120" fmla="*/ 1117506 h 1531399"/>
                <a:gd name="connsiteX121" fmla="*/ 1081532 w 1681861"/>
                <a:gd name="connsiteY121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217930 w 1681861"/>
                <a:gd name="connsiteY57" fmla="*/ 33307 h 1531399"/>
                <a:gd name="connsiteX58" fmla="*/ 1235710 w 1681861"/>
                <a:gd name="connsiteY58" fmla="*/ 80932 h 1531399"/>
                <a:gd name="connsiteX59" fmla="*/ 1415161 w 1681861"/>
                <a:gd name="connsiteY59" fmla="*/ 77122 h 1531399"/>
                <a:gd name="connsiteX60" fmla="*/ 1427353 w 1681861"/>
                <a:gd name="connsiteY60" fmla="*/ 31148 h 1531399"/>
                <a:gd name="connsiteX61" fmla="*/ 1217930 w 1681861"/>
                <a:gd name="connsiteY61" fmla="*/ 33307 h 1531399"/>
                <a:gd name="connsiteX62" fmla="*/ 1249680 w 1681861"/>
                <a:gd name="connsiteY62" fmla="*/ 103665 h 1531399"/>
                <a:gd name="connsiteX63" fmla="*/ 1249807 w 1681861"/>
                <a:gd name="connsiteY63" fmla="*/ 153703 h 1531399"/>
                <a:gd name="connsiteX64" fmla="*/ 1249934 w 1681861"/>
                <a:gd name="connsiteY64" fmla="*/ 272067 h 1531399"/>
                <a:gd name="connsiteX65" fmla="*/ 1111631 w 1681861"/>
                <a:gd name="connsiteY65" fmla="*/ 422435 h 1531399"/>
                <a:gd name="connsiteX66" fmla="*/ 1502918 w 1681861"/>
                <a:gd name="connsiteY66" fmla="*/ 423070 h 1531399"/>
                <a:gd name="connsiteX67" fmla="*/ 1498473 w 1681861"/>
                <a:gd name="connsiteY67" fmla="*/ 350299 h 1531399"/>
                <a:gd name="connsiteX68" fmla="*/ 1391920 w 1681861"/>
                <a:gd name="connsiteY68" fmla="*/ 155354 h 1531399"/>
                <a:gd name="connsiteX69" fmla="*/ 1392047 w 1681861"/>
                <a:gd name="connsiteY69" fmla="*/ 104173 h 1531399"/>
                <a:gd name="connsiteX70" fmla="*/ 1249680 w 1681861"/>
                <a:gd name="connsiteY70" fmla="*/ 103665 h 1531399"/>
                <a:gd name="connsiteX71" fmla="*/ 1522730 w 1681861"/>
                <a:gd name="connsiteY71" fmla="*/ 389796 h 1531399"/>
                <a:gd name="connsiteX72" fmla="*/ 1567561 w 1681861"/>
                <a:gd name="connsiteY72" fmla="*/ 335313 h 1531399"/>
                <a:gd name="connsiteX73" fmla="*/ 1522730 w 1681861"/>
                <a:gd name="connsiteY73" fmla="*/ 389796 h 1531399"/>
                <a:gd name="connsiteX74" fmla="*/ 378191 w 1681861"/>
                <a:gd name="connsiteY74" fmla="*/ 356072 h 1531399"/>
                <a:gd name="connsiteX75" fmla="*/ 198247 w 1681861"/>
                <a:gd name="connsiteY75" fmla="*/ 562643 h 1531399"/>
                <a:gd name="connsiteX76" fmla="*/ 221869 w 1681861"/>
                <a:gd name="connsiteY76" fmla="*/ 573057 h 1531399"/>
                <a:gd name="connsiteX77" fmla="*/ 262001 w 1681861"/>
                <a:gd name="connsiteY77" fmla="*/ 656242 h 1531399"/>
                <a:gd name="connsiteX78" fmla="*/ 231648 w 1681861"/>
                <a:gd name="connsiteY78" fmla="*/ 882556 h 1531399"/>
                <a:gd name="connsiteX79" fmla="*/ 196850 w 1681861"/>
                <a:gd name="connsiteY79" fmla="*/ 903384 h 1531399"/>
                <a:gd name="connsiteX80" fmla="*/ 310642 w 1681861"/>
                <a:gd name="connsiteY80" fmla="*/ 1004095 h 1531399"/>
                <a:gd name="connsiteX81" fmla="*/ 735076 w 1681861"/>
                <a:gd name="connsiteY81" fmla="*/ 1071405 h 1531399"/>
                <a:gd name="connsiteX82" fmla="*/ 985774 w 1681861"/>
                <a:gd name="connsiteY82" fmla="*/ 914433 h 1531399"/>
                <a:gd name="connsiteX83" fmla="*/ 991489 w 1681861"/>
                <a:gd name="connsiteY83" fmla="*/ 912147 h 1531399"/>
                <a:gd name="connsiteX84" fmla="*/ 941956 w 1681861"/>
                <a:gd name="connsiteY84" fmla="*/ 447656 h 1531399"/>
                <a:gd name="connsiteX85" fmla="*/ 655811 w 1681861"/>
                <a:gd name="connsiteY85" fmla="*/ 296327 h 1531399"/>
                <a:gd name="connsiteX86" fmla="*/ 372956 w 1681861"/>
                <a:gd name="connsiteY86" fmla="*/ 354815 h 1531399"/>
                <a:gd name="connsiteX87" fmla="*/ 1107186 w 1681861"/>
                <a:gd name="connsiteY87" fmla="*/ 448343 h 1531399"/>
                <a:gd name="connsiteX88" fmla="*/ 1530731 w 1681861"/>
                <a:gd name="connsiteY88" fmla="*/ 448216 h 1531399"/>
                <a:gd name="connsiteX89" fmla="*/ 1107186 w 1681861"/>
                <a:gd name="connsiteY89" fmla="*/ 448343 h 1531399"/>
                <a:gd name="connsiteX90" fmla="*/ 161417 w 1681861"/>
                <a:gd name="connsiteY90" fmla="*/ 591599 h 1531399"/>
                <a:gd name="connsiteX91" fmla="*/ 114554 w 1681861"/>
                <a:gd name="connsiteY91" fmla="*/ 808769 h 1531399"/>
                <a:gd name="connsiteX92" fmla="*/ 182499 w 1681861"/>
                <a:gd name="connsiteY92" fmla="*/ 880270 h 1531399"/>
                <a:gd name="connsiteX93" fmla="*/ 224917 w 1681861"/>
                <a:gd name="connsiteY93" fmla="*/ 844710 h 1531399"/>
                <a:gd name="connsiteX94" fmla="*/ 224536 w 1681861"/>
                <a:gd name="connsiteY94" fmla="*/ 621698 h 1531399"/>
                <a:gd name="connsiteX95" fmla="*/ 161417 w 1681861"/>
                <a:gd name="connsiteY95" fmla="*/ 591599 h 1531399"/>
                <a:gd name="connsiteX96" fmla="*/ 1039622 w 1681861"/>
                <a:gd name="connsiteY96" fmla="*/ 587916 h 1531399"/>
                <a:gd name="connsiteX97" fmla="*/ 1037717 w 1681861"/>
                <a:gd name="connsiteY97" fmla="*/ 881540 h 1531399"/>
                <a:gd name="connsiteX98" fmla="*/ 1039622 w 1681861"/>
                <a:gd name="connsiteY98" fmla="*/ 587916 h 1531399"/>
                <a:gd name="connsiteX99" fmla="*/ 1648333 w 1681861"/>
                <a:gd name="connsiteY99" fmla="*/ 974758 h 1531399"/>
                <a:gd name="connsiteX100" fmla="*/ 1654810 w 1681861"/>
                <a:gd name="connsiteY100" fmla="*/ 822739 h 1531399"/>
                <a:gd name="connsiteX101" fmla="*/ 1655191 w 1681861"/>
                <a:gd name="connsiteY101" fmla="*/ 684055 h 1531399"/>
                <a:gd name="connsiteX102" fmla="*/ 1654683 w 1681861"/>
                <a:gd name="connsiteY102" fmla="*/ 596044 h 1531399"/>
                <a:gd name="connsiteX103" fmla="*/ 1371092 w 1681861"/>
                <a:gd name="connsiteY103" fmla="*/ 936404 h 1531399"/>
                <a:gd name="connsiteX104" fmla="*/ 1249807 w 1681861"/>
                <a:gd name="connsiteY104" fmla="*/ 1048164 h 1531399"/>
                <a:gd name="connsiteX105" fmla="*/ 1261618 w 1681861"/>
                <a:gd name="connsiteY105" fmla="*/ 977806 h 1531399"/>
                <a:gd name="connsiteX106" fmla="*/ 1208151 w 1681861"/>
                <a:gd name="connsiteY106" fmla="*/ 990252 h 1531399"/>
                <a:gd name="connsiteX107" fmla="*/ 1338961 w 1681861"/>
                <a:gd name="connsiteY107" fmla="*/ 1202723 h 1531399"/>
                <a:gd name="connsiteX108" fmla="*/ 1462913 w 1681861"/>
                <a:gd name="connsiteY108" fmla="*/ 956470 h 1531399"/>
                <a:gd name="connsiteX109" fmla="*/ 1387475 w 1681861"/>
                <a:gd name="connsiteY109" fmla="*/ 1049434 h 1531399"/>
                <a:gd name="connsiteX110" fmla="*/ 1427988 w 1681861"/>
                <a:gd name="connsiteY110" fmla="*/ 943389 h 1531399"/>
                <a:gd name="connsiteX111" fmla="*/ 1371092 w 1681861"/>
                <a:gd name="connsiteY111" fmla="*/ 936404 h 1531399"/>
                <a:gd name="connsiteX112" fmla="*/ 1081532 w 1681861"/>
                <a:gd name="connsiteY112" fmla="*/ 1218471 h 1531399"/>
                <a:gd name="connsiteX113" fmla="*/ 1025652 w 1681861"/>
                <a:gd name="connsiteY113" fmla="*/ 1239172 h 1531399"/>
                <a:gd name="connsiteX114" fmla="*/ 1042035 w 1681861"/>
                <a:gd name="connsiteY114" fmla="*/ 1214534 h 1531399"/>
                <a:gd name="connsiteX115" fmla="*/ 913638 w 1681861"/>
                <a:gd name="connsiteY115" fmla="*/ 1136302 h 1531399"/>
                <a:gd name="connsiteX116" fmla="*/ 964057 w 1681861"/>
                <a:gd name="connsiteY116" fmla="*/ 1385222 h 1531399"/>
                <a:gd name="connsiteX117" fmla="*/ 1097915 w 1681861"/>
                <a:gd name="connsiteY117" fmla="*/ 1412781 h 1531399"/>
                <a:gd name="connsiteX118" fmla="*/ 1340866 w 1681861"/>
                <a:gd name="connsiteY118" fmla="*/ 1232060 h 1531399"/>
                <a:gd name="connsiteX119" fmla="*/ 1181608 w 1681861"/>
                <a:gd name="connsiteY119" fmla="*/ 1117506 h 1531399"/>
                <a:gd name="connsiteX120" fmla="*/ 1081532 w 1681861"/>
                <a:gd name="connsiteY120" fmla="*/ 1218471 h 1531399"/>
                <a:gd name="connsiteX0" fmla="*/ 1182497 w 1681861"/>
                <a:gd name="connsiteY0" fmla="*/ 21003 h 1513253"/>
                <a:gd name="connsiteX1" fmla="*/ 1447673 w 1681861"/>
                <a:gd name="connsiteY1" fmla="*/ 2715 h 1513253"/>
                <a:gd name="connsiteX2" fmla="*/ 1418463 w 1681861"/>
                <a:gd name="connsiteY2" fmla="*/ 86662 h 1513253"/>
                <a:gd name="connsiteX3" fmla="*/ 1417955 w 1681861"/>
                <a:gd name="connsiteY3" fmla="*/ 237792 h 1513253"/>
                <a:gd name="connsiteX4" fmla="*/ 1515999 w 1681861"/>
                <a:gd name="connsiteY4" fmla="*/ 311198 h 1513253"/>
                <a:gd name="connsiteX5" fmla="*/ 1592580 w 1681861"/>
                <a:gd name="connsiteY5" fmla="*/ 303324 h 1513253"/>
                <a:gd name="connsiteX6" fmla="*/ 1622933 w 1681861"/>
                <a:gd name="connsiteY6" fmla="*/ 409496 h 1513253"/>
                <a:gd name="connsiteX7" fmla="*/ 1559179 w 1681861"/>
                <a:gd name="connsiteY7" fmla="*/ 436801 h 1513253"/>
                <a:gd name="connsiteX8" fmla="*/ 1681861 w 1681861"/>
                <a:gd name="connsiteY8" fmla="*/ 581454 h 1513253"/>
                <a:gd name="connsiteX9" fmla="*/ 1681353 w 1681861"/>
                <a:gd name="connsiteY9" fmla="*/ 925497 h 1513253"/>
                <a:gd name="connsiteX10" fmla="*/ 1657731 w 1681861"/>
                <a:gd name="connsiteY10" fmla="*/ 995728 h 1513253"/>
                <a:gd name="connsiteX11" fmla="*/ 1517142 w 1681861"/>
                <a:gd name="connsiteY11" fmla="*/ 1002713 h 1513253"/>
                <a:gd name="connsiteX12" fmla="*/ 1383030 w 1681861"/>
                <a:gd name="connsiteY12" fmla="*/ 1208580 h 1513253"/>
                <a:gd name="connsiteX13" fmla="*/ 1096137 w 1681861"/>
                <a:gd name="connsiteY13" fmla="*/ 1420924 h 1513253"/>
                <a:gd name="connsiteX14" fmla="*/ 969010 w 1681861"/>
                <a:gd name="connsiteY14" fmla="*/ 1399080 h 1513253"/>
                <a:gd name="connsiteX15" fmla="*/ 968375 w 1681861"/>
                <a:gd name="connsiteY15" fmla="*/ 1495854 h 1513253"/>
                <a:gd name="connsiteX16" fmla="*/ 957580 w 1681861"/>
                <a:gd name="connsiteY16" fmla="*/ 1508554 h 1513253"/>
                <a:gd name="connsiteX17" fmla="*/ 942721 w 1681861"/>
                <a:gd name="connsiteY17" fmla="*/ 1505760 h 1513253"/>
                <a:gd name="connsiteX18" fmla="*/ 940562 w 1681861"/>
                <a:gd name="connsiteY18" fmla="*/ 1402255 h 1513253"/>
                <a:gd name="connsiteX19" fmla="*/ 914908 w 1681861"/>
                <a:gd name="connsiteY19" fmla="*/ 1202484 h 1513253"/>
                <a:gd name="connsiteX20" fmla="*/ 854202 w 1681861"/>
                <a:gd name="connsiteY20" fmla="*/ 1089454 h 1513253"/>
                <a:gd name="connsiteX21" fmla="*/ 678561 w 1681861"/>
                <a:gd name="connsiteY21" fmla="*/ 1083358 h 1513253"/>
                <a:gd name="connsiteX22" fmla="*/ 448437 w 1681861"/>
                <a:gd name="connsiteY22" fmla="*/ 1065324 h 1513253"/>
                <a:gd name="connsiteX23" fmla="*/ 402209 w 1681861"/>
                <a:gd name="connsiteY23" fmla="*/ 1088184 h 1513253"/>
                <a:gd name="connsiteX24" fmla="*/ 338963 w 1681861"/>
                <a:gd name="connsiteY24" fmla="*/ 1108250 h 1513253"/>
                <a:gd name="connsiteX25" fmla="*/ 376047 w 1681861"/>
                <a:gd name="connsiteY25" fmla="*/ 1203627 h 1513253"/>
                <a:gd name="connsiteX26" fmla="*/ 342900 w 1681861"/>
                <a:gd name="connsiteY26" fmla="*/ 1335326 h 1513253"/>
                <a:gd name="connsiteX27" fmla="*/ 265811 w 1681861"/>
                <a:gd name="connsiteY27" fmla="*/ 1503982 h 1513253"/>
                <a:gd name="connsiteX28" fmla="*/ 240157 w 1681861"/>
                <a:gd name="connsiteY28" fmla="*/ 1507284 h 1513253"/>
                <a:gd name="connsiteX29" fmla="*/ 349377 w 1681861"/>
                <a:gd name="connsiteY29" fmla="*/ 1221407 h 1513253"/>
                <a:gd name="connsiteX30" fmla="*/ 311531 w 1681861"/>
                <a:gd name="connsiteY30" fmla="*/ 1119680 h 1513253"/>
                <a:gd name="connsiteX31" fmla="*/ 20955 w 1681861"/>
                <a:gd name="connsiteY31" fmla="*/ 1502712 h 1513253"/>
                <a:gd name="connsiteX32" fmla="*/ 0 w 1681861"/>
                <a:gd name="connsiteY32" fmla="*/ 1513253 h 1513253"/>
                <a:gd name="connsiteX33" fmla="*/ 133223 w 1681861"/>
                <a:gd name="connsiteY33" fmla="*/ 1246934 h 1513253"/>
                <a:gd name="connsiteX34" fmla="*/ 412369 w 1681861"/>
                <a:gd name="connsiteY34" fmla="*/ 1057958 h 1513253"/>
                <a:gd name="connsiteX35" fmla="*/ 198247 w 1681861"/>
                <a:gd name="connsiteY35" fmla="*/ 922068 h 1513253"/>
                <a:gd name="connsiteX36" fmla="*/ 101981 w 1681861"/>
                <a:gd name="connsiteY36" fmla="*/ 832152 h 1513253"/>
                <a:gd name="connsiteX37" fmla="*/ 175895 w 1681861"/>
                <a:gd name="connsiteY37" fmla="*/ 536750 h 1513253"/>
                <a:gd name="connsiteX38" fmla="*/ 379792 w 1681861"/>
                <a:gd name="connsiteY38" fmla="*/ 301192 h 1513253"/>
                <a:gd name="connsiteX39" fmla="*/ 672816 w 1681861"/>
                <a:gd name="connsiteY39" fmla="*/ 256422 h 1513253"/>
                <a:gd name="connsiteX40" fmla="*/ 972991 w 1681861"/>
                <a:gd name="connsiteY40" fmla="*/ 418982 h 1513253"/>
                <a:gd name="connsiteX41" fmla="*/ 1049655 w 1681861"/>
                <a:gd name="connsiteY41" fmla="*/ 555165 h 1513253"/>
                <a:gd name="connsiteX42" fmla="*/ 1114679 w 1681861"/>
                <a:gd name="connsiteY42" fmla="*/ 650415 h 1513253"/>
                <a:gd name="connsiteX43" fmla="*/ 1042924 w 1681861"/>
                <a:gd name="connsiteY43" fmla="*/ 880412 h 1513253"/>
                <a:gd name="connsiteX44" fmla="*/ 1025906 w 1681861"/>
                <a:gd name="connsiteY44" fmla="*/ 890318 h 1513253"/>
                <a:gd name="connsiteX45" fmla="*/ 832358 w 1681861"/>
                <a:gd name="connsiteY45" fmla="*/ 1052878 h 1513253"/>
                <a:gd name="connsiteX46" fmla="*/ 1063879 w 1681861"/>
                <a:gd name="connsiteY46" fmla="*/ 1183053 h 1513253"/>
                <a:gd name="connsiteX47" fmla="*/ 1164717 w 1681861"/>
                <a:gd name="connsiteY47" fmla="*/ 1070023 h 1513253"/>
                <a:gd name="connsiteX48" fmla="*/ 1175385 w 1681861"/>
                <a:gd name="connsiteY48" fmla="*/ 981250 h 1513253"/>
                <a:gd name="connsiteX49" fmla="*/ 1226693 w 1681861"/>
                <a:gd name="connsiteY49" fmla="*/ 927910 h 1513253"/>
                <a:gd name="connsiteX50" fmla="*/ 1282700 w 1681861"/>
                <a:gd name="connsiteY50" fmla="*/ 945309 h 1513253"/>
                <a:gd name="connsiteX51" fmla="*/ 1388745 w 1681861"/>
                <a:gd name="connsiteY51" fmla="*/ 886381 h 1513253"/>
                <a:gd name="connsiteX52" fmla="*/ 1489583 w 1681861"/>
                <a:gd name="connsiteY52" fmla="*/ 930577 h 1513253"/>
                <a:gd name="connsiteX53" fmla="*/ 1083183 w 1681861"/>
                <a:gd name="connsiteY53" fmla="*/ 424736 h 1513253"/>
                <a:gd name="connsiteX54" fmla="*/ 1224407 w 1681861"/>
                <a:gd name="connsiteY54" fmla="*/ 238046 h 1513253"/>
                <a:gd name="connsiteX55" fmla="*/ 1224407 w 1681861"/>
                <a:gd name="connsiteY55" fmla="*/ 88948 h 1513253"/>
                <a:gd name="connsiteX56" fmla="*/ 1217930 w 1681861"/>
                <a:gd name="connsiteY56" fmla="*/ 15161 h 1513253"/>
                <a:gd name="connsiteX57" fmla="*/ 1235710 w 1681861"/>
                <a:gd name="connsiteY57" fmla="*/ 62786 h 1513253"/>
                <a:gd name="connsiteX58" fmla="*/ 1415161 w 1681861"/>
                <a:gd name="connsiteY58" fmla="*/ 58976 h 1513253"/>
                <a:gd name="connsiteX59" fmla="*/ 1427353 w 1681861"/>
                <a:gd name="connsiteY59" fmla="*/ 13002 h 1513253"/>
                <a:gd name="connsiteX60" fmla="*/ 1217930 w 1681861"/>
                <a:gd name="connsiteY60" fmla="*/ 15161 h 1513253"/>
                <a:gd name="connsiteX61" fmla="*/ 1249680 w 1681861"/>
                <a:gd name="connsiteY61" fmla="*/ 85519 h 1513253"/>
                <a:gd name="connsiteX62" fmla="*/ 1249807 w 1681861"/>
                <a:gd name="connsiteY62" fmla="*/ 135557 h 1513253"/>
                <a:gd name="connsiteX63" fmla="*/ 1249934 w 1681861"/>
                <a:gd name="connsiteY63" fmla="*/ 253921 h 1513253"/>
                <a:gd name="connsiteX64" fmla="*/ 1111631 w 1681861"/>
                <a:gd name="connsiteY64" fmla="*/ 404289 h 1513253"/>
                <a:gd name="connsiteX65" fmla="*/ 1502918 w 1681861"/>
                <a:gd name="connsiteY65" fmla="*/ 404924 h 1513253"/>
                <a:gd name="connsiteX66" fmla="*/ 1498473 w 1681861"/>
                <a:gd name="connsiteY66" fmla="*/ 332153 h 1513253"/>
                <a:gd name="connsiteX67" fmla="*/ 1391920 w 1681861"/>
                <a:gd name="connsiteY67" fmla="*/ 137208 h 1513253"/>
                <a:gd name="connsiteX68" fmla="*/ 1392047 w 1681861"/>
                <a:gd name="connsiteY68" fmla="*/ 86027 h 1513253"/>
                <a:gd name="connsiteX69" fmla="*/ 1249680 w 1681861"/>
                <a:gd name="connsiteY69" fmla="*/ 85519 h 1513253"/>
                <a:gd name="connsiteX70" fmla="*/ 1522730 w 1681861"/>
                <a:gd name="connsiteY70" fmla="*/ 371650 h 1513253"/>
                <a:gd name="connsiteX71" fmla="*/ 1567561 w 1681861"/>
                <a:gd name="connsiteY71" fmla="*/ 317167 h 1513253"/>
                <a:gd name="connsiteX72" fmla="*/ 1522730 w 1681861"/>
                <a:gd name="connsiteY72" fmla="*/ 371650 h 1513253"/>
                <a:gd name="connsiteX73" fmla="*/ 378191 w 1681861"/>
                <a:gd name="connsiteY73" fmla="*/ 337926 h 1513253"/>
                <a:gd name="connsiteX74" fmla="*/ 198247 w 1681861"/>
                <a:gd name="connsiteY74" fmla="*/ 544497 h 1513253"/>
                <a:gd name="connsiteX75" fmla="*/ 221869 w 1681861"/>
                <a:gd name="connsiteY75" fmla="*/ 554911 h 1513253"/>
                <a:gd name="connsiteX76" fmla="*/ 262001 w 1681861"/>
                <a:gd name="connsiteY76" fmla="*/ 638096 h 1513253"/>
                <a:gd name="connsiteX77" fmla="*/ 231648 w 1681861"/>
                <a:gd name="connsiteY77" fmla="*/ 864410 h 1513253"/>
                <a:gd name="connsiteX78" fmla="*/ 196850 w 1681861"/>
                <a:gd name="connsiteY78" fmla="*/ 885238 h 1513253"/>
                <a:gd name="connsiteX79" fmla="*/ 310642 w 1681861"/>
                <a:gd name="connsiteY79" fmla="*/ 985949 h 1513253"/>
                <a:gd name="connsiteX80" fmla="*/ 735076 w 1681861"/>
                <a:gd name="connsiteY80" fmla="*/ 1053259 h 1513253"/>
                <a:gd name="connsiteX81" fmla="*/ 985774 w 1681861"/>
                <a:gd name="connsiteY81" fmla="*/ 896287 h 1513253"/>
                <a:gd name="connsiteX82" fmla="*/ 991489 w 1681861"/>
                <a:gd name="connsiteY82" fmla="*/ 894001 h 1513253"/>
                <a:gd name="connsiteX83" fmla="*/ 941956 w 1681861"/>
                <a:gd name="connsiteY83" fmla="*/ 429510 h 1513253"/>
                <a:gd name="connsiteX84" fmla="*/ 655811 w 1681861"/>
                <a:gd name="connsiteY84" fmla="*/ 278181 h 1513253"/>
                <a:gd name="connsiteX85" fmla="*/ 372956 w 1681861"/>
                <a:gd name="connsiteY85" fmla="*/ 336669 h 1513253"/>
                <a:gd name="connsiteX86" fmla="*/ 1107186 w 1681861"/>
                <a:gd name="connsiteY86" fmla="*/ 430197 h 1513253"/>
                <a:gd name="connsiteX87" fmla="*/ 1530731 w 1681861"/>
                <a:gd name="connsiteY87" fmla="*/ 430070 h 1513253"/>
                <a:gd name="connsiteX88" fmla="*/ 1107186 w 1681861"/>
                <a:gd name="connsiteY88" fmla="*/ 430197 h 1513253"/>
                <a:gd name="connsiteX89" fmla="*/ 161417 w 1681861"/>
                <a:gd name="connsiteY89" fmla="*/ 573453 h 1513253"/>
                <a:gd name="connsiteX90" fmla="*/ 114554 w 1681861"/>
                <a:gd name="connsiteY90" fmla="*/ 790623 h 1513253"/>
                <a:gd name="connsiteX91" fmla="*/ 182499 w 1681861"/>
                <a:gd name="connsiteY91" fmla="*/ 862124 h 1513253"/>
                <a:gd name="connsiteX92" fmla="*/ 224917 w 1681861"/>
                <a:gd name="connsiteY92" fmla="*/ 826564 h 1513253"/>
                <a:gd name="connsiteX93" fmla="*/ 224536 w 1681861"/>
                <a:gd name="connsiteY93" fmla="*/ 603552 h 1513253"/>
                <a:gd name="connsiteX94" fmla="*/ 161417 w 1681861"/>
                <a:gd name="connsiteY94" fmla="*/ 573453 h 1513253"/>
                <a:gd name="connsiteX95" fmla="*/ 1039622 w 1681861"/>
                <a:gd name="connsiteY95" fmla="*/ 569770 h 1513253"/>
                <a:gd name="connsiteX96" fmla="*/ 1037717 w 1681861"/>
                <a:gd name="connsiteY96" fmla="*/ 863394 h 1513253"/>
                <a:gd name="connsiteX97" fmla="*/ 1039622 w 1681861"/>
                <a:gd name="connsiteY97" fmla="*/ 569770 h 1513253"/>
                <a:gd name="connsiteX98" fmla="*/ 1648333 w 1681861"/>
                <a:gd name="connsiteY98" fmla="*/ 956612 h 1513253"/>
                <a:gd name="connsiteX99" fmla="*/ 1654810 w 1681861"/>
                <a:gd name="connsiteY99" fmla="*/ 804593 h 1513253"/>
                <a:gd name="connsiteX100" fmla="*/ 1655191 w 1681861"/>
                <a:gd name="connsiteY100" fmla="*/ 665909 h 1513253"/>
                <a:gd name="connsiteX101" fmla="*/ 1654683 w 1681861"/>
                <a:gd name="connsiteY101" fmla="*/ 577898 h 1513253"/>
                <a:gd name="connsiteX102" fmla="*/ 1371092 w 1681861"/>
                <a:gd name="connsiteY102" fmla="*/ 918258 h 1513253"/>
                <a:gd name="connsiteX103" fmla="*/ 1249807 w 1681861"/>
                <a:gd name="connsiteY103" fmla="*/ 1030018 h 1513253"/>
                <a:gd name="connsiteX104" fmla="*/ 1261618 w 1681861"/>
                <a:gd name="connsiteY104" fmla="*/ 959660 h 1513253"/>
                <a:gd name="connsiteX105" fmla="*/ 1208151 w 1681861"/>
                <a:gd name="connsiteY105" fmla="*/ 972106 h 1513253"/>
                <a:gd name="connsiteX106" fmla="*/ 1338961 w 1681861"/>
                <a:gd name="connsiteY106" fmla="*/ 1184577 h 1513253"/>
                <a:gd name="connsiteX107" fmla="*/ 1462913 w 1681861"/>
                <a:gd name="connsiteY107" fmla="*/ 938324 h 1513253"/>
                <a:gd name="connsiteX108" fmla="*/ 1387475 w 1681861"/>
                <a:gd name="connsiteY108" fmla="*/ 1031288 h 1513253"/>
                <a:gd name="connsiteX109" fmla="*/ 1427988 w 1681861"/>
                <a:gd name="connsiteY109" fmla="*/ 925243 h 1513253"/>
                <a:gd name="connsiteX110" fmla="*/ 1371092 w 1681861"/>
                <a:gd name="connsiteY110" fmla="*/ 918258 h 1513253"/>
                <a:gd name="connsiteX111" fmla="*/ 1081532 w 1681861"/>
                <a:gd name="connsiteY111" fmla="*/ 1200325 h 1513253"/>
                <a:gd name="connsiteX112" fmla="*/ 1025652 w 1681861"/>
                <a:gd name="connsiteY112" fmla="*/ 1221026 h 1513253"/>
                <a:gd name="connsiteX113" fmla="*/ 1042035 w 1681861"/>
                <a:gd name="connsiteY113" fmla="*/ 1196388 h 1513253"/>
                <a:gd name="connsiteX114" fmla="*/ 913638 w 1681861"/>
                <a:gd name="connsiteY114" fmla="*/ 1118156 h 1513253"/>
                <a:gd name="connsiteX115" fmla="*/ 964057 w 1681861"/>
                <a:gd name="connsiteY115" fmla="*/ 1367076 h 1513253"/>
                <a:gd name="connsiteX116" fmla="*/ 1097915 w 1681861"/>
                <a:gd name="connsiteY116" fmla="*/ 1394635 h 1513253"/>
                <a:gd name="connsiteX117" fmla="*/ 1340866 w 1681861"/>
                <a:gd name="connsiteY117" fmla="*/ 1213914 h 1513253"/>
                <a:gd name="connsiteX118" fmla="*/ 1181608 w 1681861"/>
                <a:gd name="connsiteY118" fmla="*/ 1099360 h 1513253"/>
                <a:gd name="connsiteX119" fmla="*/ 1081532 w 1681861"/>
                <a:gd name="connsiteY119" fmla="*/ 1200325 h 1513253"/>
                <a:gd name="connsiteX0" fmla="*/ 1182497 w 1681861"/>
                <a:gd name="connsiteY0" fmla="*/ 21003 h 1513253"/>
                <a:gd name="connsiteX1" fmla="*/ 1447673 w 1681861"/>
                <a:gd name="connsiteY1" fmla="*/ 2715 h 1513253"/>
                <a:gd name="connsiteX2" fmla="*/ 1418463 w 1681861"/>
                <a:gd name="connsiteY2" fmla="*/ 86662 h 1513253"/>
                <a:gd name="connsiteX3" fmla="*/ 1417955 w 1681861"/>
                <a:gd name="connsiteY3" fmla="*/ 237792 h 1513253"/>
                <a:gd name="connsiteX4" fmla="*/ 1515999 w 1681861"/>
                <a:gd name="connsiteY4" fmla="*/ 311198 h 1513253"/>
                <a:gd name="connsiteX5" fmla="*/ 1592580 w 1681861"/>
                <a:gd name="connsiteY5" fmla="*/ 303324 h 1513253"/>
                <a:gd name="connsiteX6" fmla="*/ 1622933 w 1681861"/>
                <a:gd name="connsiteY6" fmla="*/ 409496 h 1513253"/>
                <a:gd name="connsiteX7" fmla="*/ 1559179 w 1681861"/>
                <a:gd name="connsiteY7" fmla="*/ 436801 h 1513253"/>
                <a:gd name="connsiteX8" fmla="*/ 1681861 w 1681861"/>
                <a:gd name="connsiteY8" fmla="*/ 581454 h 1513253"/>
                <a:gd name="connsiteX9" fmla="*/ 1681353 w 1681861"/>
                <a:gd name="connsiteY9" fmla="*/ 925497 h 1513253"/>
                <a:gd name="connsiteX10" fmla="*/ 1657731 w 1681861"/>
                <a:gd name="connsiteY10" fmla="*/ 995728 h 1513253"/>
                <a:gd name="connsiteX11" fmla="*/ 1517142 w 1681861"/>
                <a:gd name="connsiteY11" fmla="*/ 1002713 h 1513253"/>
                <a:gd name="connsiteX12" fmla="*/ 1383030 w 1681861"/>
                <a:gd name="connsiteY12" fmla="*/ 1208580 h 1513253"/>
                <a:gd name="connsiteX13" fmla="*/ 1096137 w 1681861"/>
                <a:gd name="connsiteY13" fmla="*/ 1420924 h 1513253"/>
                <a:gd name="connsiteX14" fmla="*/ 969010 w 1681861"/>
                <a:gd name="connsiteY14" fmla="*/ 1399080 h 1513253"/>
                <a:gd name="connsiteX15" fmla="*/ 968375 w 1681861"/>
                <a:gd name="connsiteY15" fmla="*/ 1495854 h 1513253"/>
                <a:gd name="connsiteX16" fmla="*/ 957580 w 1681861"/>
                <a:gd name="connsiteY16" fmla="*/ 1508554 h 1513253"/>
                <a:gd name="connsiteX17" fmla="*/ 942721 w 1681861"/>
                <a:gd name="connsiteY17" fmla="*/ 1505760 h 1513253"/>
                <a:gd name="connsiteX18" fmla="*/ 940562 w 1681861"/>
                <a:gd name="connsiteY18" fmla="*/ 1402255 h 1513253"/>
                <a:gd name="connsiteX19" fmla="*/ 914908 w 1681861"/>
                <a:gd name="connsiteY19" fmla="*/ 1202484 h 1513253"/>
                <a:gd name="connsiteX20" fmla="*/ 854202 w 1681861"/>
                <a:gd name="connsiteY20" fmla="*/ 1089454 h 1513253"/>
                <a:gd name="connsiteX21" fmla="*/ 678561 w 1681861"/>
                <a:gd name="connsiteY21" fmla="*/ 1083358 h 1513253"/>
                <a:gd name="connsiteX22" fmla="*/ 448437 w 1681861"/>
                <a:gd name="connsiteY22" fmla="*/ 1065324 h 1513253"/>
                <a:gd name="connsiteX23" fmla="*/ 402209 w 1681861"/>
                <a:gd name="connsiteY23" fmla="*/ 1088184 h 1513253"/>
                <a:gd name="connsiteX24" fmla="*/ 338963 w 1681861"/>
                <a:gd name="connsiteY24" fmla="*/ 1108250 h 1513253"/>
                <a:gd name="connsiteX25" fmla="*/ 376047 w 1681861"/>
                <a:gd name="connsiteY25" fmla="*/ 1203627 h 1513253"/>
                <a:gd name="connsiteX26" fmla="*/ 342900 w 1681861"/>
                <a:gd name="connsiteY26" fmla="*/ 1335326 h 1513253"/>
                <a:gd name="connsiteX27" fmla="*/ 265811 w 1681861"/>
                <a:gd name="connsiteY27" fmla="*/ 1503982 h 1513253"/>
                <a:gd name="connsiteX28" fmla="*/ 240157 w 1681861"/>
                <a:gd name="connsiteY28" fmla="*/ 1507284 h 1513253"/>
                <a:gd name="connsiteX29" fmla="*/ 349377 w 1681861"/>
                <a:gd name="connsiteY29" fmla="*/ 1221407 h 1513253"/>
                <a:gd name="connsiteX30" fmla="*/ 311531 w 1681861"/>
                <a:gd name="connsiteY30" fmla="*/ 1119680 h 1513253"/>
                <a:gd name="connsiteX31" fmla="*/ 20955 w 1681861"/>
                <a:gd name="connsiteY31" fmla="*/ 1502712 h 1513253"/>
                <a:gd name="connsiteX32" fmla="*/ 0 w 1681861"/>
                <a:gd name="connsiteY32" fmla="*/ 1513253 h 1513253"/>
                <a:gd name="connsiteX33" fmla="*/ 133223 w 1681861"/>
                <a:gd name="connsiteY33" fmla="*/ 1246934 h 1513253"/>
                <a:gd name="connsiteX34" fmla="*/ 412369 w 1681861"/>
                <a:gd name="connsiteY34" fmla="*/ 1057958 h 1513253"/>
                <a:gd name="connsiteX35" fmla="*/ 198247 w 1681861"/>
                <a:gd name="connsiteY35" fmla="*/ 922068 h 1513253"/>
                <a:gd name="connsiteX36" fmla="*/ 101981 w 1681861"/>
                <a:gd name="connsiteY36" fmla="*/ 832152 h 1513253"/>
                <a:gd name="connsiteX37" fmla="*/ 175895 w 1681861"/>
                <a:gd name="connsiteY37" fmla="*/ 536750 h 1513253"/>
                <a:gd name="connsiteX38" fmla="*/ 379792 w 1681861"/>
                <a:gd name="connsiteY38" fmla="*/ 301192 h 1513253"/>
                <a:gd name="connsiteX39" fmla="*/ 672816 w 1681861"/>
                <a:gd name="connsiteY39" fmla="*/ 256422 h 1513253"/>
                <a:gd name="connsiteX40" fmla="*/ 972991 w 1681861"/>
                <a:gd name="connsiteY40" fmla="*/ 418982 h 1513253"/>
                <a:gd name="connsiteX41" fmla="*/ 1049655 w 1681861"/>
                <a:gd name="connsiteY41" fmla="*/ 555165 h 1513253"/>
                <a:gd name="connsiteX42" fmla="*/ 1114679 w 1681861"/>
                <a:gd name="connsiteY42" fmla="*/ 650415 h 1513253"/>
                <a:gd name="connsiteX43" fmla="*/ 1042924 w 1681861"/>
                <a:gd name="connsiteY43" fmla="*/ 880412 h 1513253"/>
                <a:gd name="connsiteX44" fmla="*/ 1025906 w 1681861"/>
                <a:gd name="connsiteY44" fmla="*/ 890318 h 1513253"/>
                <a:gd name="connsiteX45" fmla="*/ 832358 w 1681861"/>
                <a:gd name="connsiteY45" fmla="*/ 1052878 h 1513253"/>
                <a:gd name="connsiteX46" fmla="*/ 1063879 w 1681861"/>
                <a:gd name="connsiteY46" fmla="*/ 1183053 h 1513253"/>
                <a:gd name="connsiteX47" fmla="*/ 1164717 w 1681861"/>
                <a:gd name="connsiteY47" fmla="*/ 1070023 h 1513253"/>
                <a:gd name="connsiteX48" fmla="*/ 1175385 w 1681861"/>
                <a:gd name="connsiteY48" fmla="*/ 981250 h 1513253"/>
                <a:gd name="connsiteX49" fmla="*/ 1226693 w 1681861"/>
                <a:gd name="connsiteY49" fmla="*/ 927910 h 1513253"/>
                <a:gd name="connsiteX50" fmla="*/ 1282700 w 1681861"/>
                <a:gd name="connsiteY50" fmla="*/ 945309 h 1513253"/>
                <a:gd name="connsiteX51" fmla="*/ 1388745 w 1681861"/>
                <a:gd name="connsiteY51" fmla="*/ 886381 h 1513253"/>
                <a:gd name="connsiteX52" fmla="*/ 1489583 w 1681861"/>
                <a:gd name="connsiteY52" fmla="*/ 930577 h 1513253"/>
                <a:gd name="connsiteX53" fmla="*/ 1083183 w 1681861"/>
                <a:gd name="connsiteY53" fmla="*/ 424736 h 1513253"/>
                <a:gd name="connsiteX54" fmla="*/ 1224407 w 1681861"/>
                <a:gd name="connsiteY54" fmla="*/ 238046 h 1513253"/>
                <a:gd name="connsiteX55" fmla="*/ 1224407 w 1681861"/>
                <a:gd name="connsiteY55" fmla="*/ 88948 h 1513253"/>
                <a:gd name="connsiteX56" fmla="*/ 1217930 w 1681861"/>
                <a:gd name="connsiteY56" fmla="*/ 15161 h 1513253"/>
                <a:gd name="connsiteX57" fmla="*/ 1235710 w 1681861"/>
                <a:gd name="connsiteY57" fmla="*/ 62786 h 1513253"/>
                <a:gd name="connsiteX58" fmla="*/ 1415161 w 1681861"/>
                <a:gd name="connsiteY58" fmla="*/ 58976 h 1513253"/>
                <a:gd name="connsiteX59" fmla="*/ 1427353 w 1681861"/>
                <a:gd name="connsiteY59" fmla="*/ 13002 h 1513253"/>
                <a:gd name="connsiteX60" fmla="*/ 1249680 w 1681861"/>
                <a:gd name="connsiteY60" fmla="*/ 85519 h 1513253"/>
                <a:gd name="connsiteX61" fmla="*/ 1249807 w 1681861"/>
                <a:gd name="connsiteY61" fmla="*/ 135557 h 1513253"/>
                <a:gd name="connsiteX62" fmla="*/ 1249934 w 1681861"/>
                <a:gd name="connsiteY62" fmla="*/ 253921 h 1513253"/>
                <a:gd name="connsiteX63" fmla="*/ 1111631 w 1681861"/>
                <a:gd name="connsiteY63" fmla="*/ 404289 h 1513253"/>
                <a:gd name="connsiteX64" fmla="*/ 1502918 w 1681861"/>
                <a:gd name="connsiteY64" fmla="*/ 404924 h 1513253"/>
                <a:gd name="connsiteX65" fmla="*/ 1498473 w 1681861"/>
                <a:gd name="connsiteY65" fmla="*/ 332153 h 1513253"/>
                <a:gd name="connsiteX66" fmla="*/ 1391920 w 1681861"/>
                <a:gd name="connsiteY66" fmla="*/ 137208 h 1513253"/>
                <a:gd name="connsiteX67" fmla="*/ 1392047 w 1681861"/>
                <a:gd name="connsiteY67" fmla="*/ 86027 h 1513253"/>
                <a:gd name="connsiteX68" fmla="*/ 1249680 w 1681861"/>
                <a:gd name="connsiteY68" fmla="*/ 85519 h 1513253"/>
                <a:gd name="connsiteX69" fmla="*/ 1522730 w 1681861"/>
                <a:gd name="connsiteY69" fmla="*/ 371650 h 1513253"/>
                <a:gd name="connsiteX70" fmla="*/ 1567561 w 1681861"/>
                <a:gd name="connsiteY70" fmla="*/ 317167 h 1513253"/>
                <a:gd name="connsiteX71" fmla="*/ 1522730 w 1681861"/>
                <a:gd name="connsiteY71" fmla="*/ 371650 h 1513253"/>
                <a:gd name="connsiteX72" fmla="*/ 378191 w 1681861"/>
                <a:gd name="connsiteY72" fmla="*/ 337926 h 1513253"/>
                <a:gd name="connsiteX73" fmla="*/ 198247 w 1681861"/>
                <a:gd name="connsiteY73" fmla="*/ 544497 h 1513253"/>
                <a:gd name="connsiteX74" fmla="*/ 221869 w 1681861"/>
                <a:gd name="connsiteY74" fmla="*/ 554911 h 1513253"/>
                <a:gd name="connsiteX75" fmla="*/ 262001 w 1681861"/>
                <a:gd name="connsiteY75" fmla="*/ 638096 h 1513253"/>
                <a:gd name="connsiteX76" fmla="*/ 231648 w 1681861"/>
                <a:gd name="connsiteY76" fmla="*/ 864410 h 1513253"/>
                <a:gd name="connsiteX77" fmla="*/ 196850 w 1681861"/>
                <a:gd name="connsiteY77" fmla="*/ 885238 h 1513253"/>
                <a:gd name="connsiteX78" fmla="*/ 310642 w 1681861"/>
                <a:gd name="connsiteY78" fmla="*/ 985949 h 1513253"/>
                <a:gd name="connsiteX79" fmla="*/ 735076 w 1681861"/>
                <a:gd name="connsiteY79" fmla="*/ 1053259 h 1513253"/>
                <a:gd name="connsiteX80" fmla="*/ 985774 w 1681861"/>
                <a:gd name="connsiteY80" fmla="*/ 896287 h 1513253"/>
                <a:gd name="connsiteX81" fmla="*/ 991489 w 1681861"/>
                <a:gd name="connsiteY81" fmla="*/ 894001 h 1513253"/>
                <a:gd name="connsiteX82" fmla="*/ 941956 w 1681861"/>
                <a:gd name="connsiteY82" fmla="*/ 429510 h 1513253"/>
                <a:gd name="connsiteX83" fmla="*/ 655811 w 1681861"/>
                <a:gd name="connsiteY83" fmla="*/ 278181 h 1513253"/>
                <a:gd name="connsiteX84" fmla="*/ 372956 w 1681861"/>
                <a:gd name="connsiteY84" fmla="*/ 336669 h 1513253"/>
                <a:gd name="connsiteX85" fmla="*/ 1107186 w 1681861"/>
                <a:gd name="connsiteY85" fmla="*/ 430197 h 1513253"/>
                <a:gd name="connsiteX86" fmla="*/ 1530731 w 1681861"/>
                <a:gd name="connsiteY86" fmla="*/ 430070 h 1513253"/>
                <a:gd name="connsiteX87" fmla="*/ 1107186 w 1681861"/>
                <a:gd name="connsiteY87" fmla="*/ 430197 h 1513253"/>
                <a:gd name="connsiteX88" fmla="*/ 161417 w 1681861"/>
                <a:gd name="connsiteY88" fmla="*/ 573453 h 1513253"/>
                <a:gd name="connsiteX89" fmla="*/ 114554 w 1681861"/>
                <a:gd name="connsiteY89" fmla="*/ 790623 h 1513253"/>
                <a:gd name="connsiteX90" fmla="*/ 182499 w 1681861"/>
                <a:gd name="connsiteY90" fmla="*/ 862124 h 1513253"/>
                <a:gd name="connsiteX91" fmla="*/ 224917 w 1681861"/>
                <a:gd name="connsiteY91" fmla="*/ 826564 h 1513253"/>
                <a:gd name="connsiteX92" fmla="*/ 224536 w 1681861"/>
                <a:gd name="connsiteY92" fmla="*/ 603552 h 1513253"/>
                <a:gd name="connsiteX93" fmla="*/ 161417 w 1681861"/>
                <a:gd name="connsiteY93" fmla="*/ 573453 h 1513253"/>
                <a:gd name="connsiteX94" fmla="*/ 1039622 w 1681861"/>
                <a:gd name="connsiteY94" fmla="*/ 569770 h 1513253"/>
                <a:gd name="connsiteX95" fmla="*/ 1037717 w 1681861"/>
                <a:gd name="connsiteY95" fmla="*/ 863394 h 1513253"/>
                <a:gd name="connsiteX96" fmla="*/ 1039622 w 1681861"/>
                <a:gd name="connsiteY96" fmla="*/ 569770 h 1513253"/>
                <a:gd name="connsiteX97" fmla="*/ 1648333 w 1681861"/>
                <a:gd name="connsiteY97" fmla="*/ 956612 h 1513253"/>
                <a:gd name="connsiteX98" fmla="*/ 1654810 w 1681861"/>
                <a:gd name="connsiteY98" fmla="*/ 804593 h 1513253"/>
                <a:gd name="connsiteX99" fmla="*/ 1655191 w 1681861"/>
                <a:gd name="connsiteY99" fmla="*/ 665909 h 1513253"/>
                <a:gd name="connsiteX100" fmla="*/ 1654683 w 1681861"/>
                <a:gd name="connsiteY100" fmla="*/ 577898 h 1513253"/>
                <a:gd name="connsiteX101" fmla="*/ 1371092 w 1681861"/>
                <a:gd name="connsiteY101" fmla="*/ 918258 h 1513253"/>
                <a:gd name="connsiteX102" fmla="*/ 1249807 w 1681861"/>
                <a:gd name="connsiteY102" fmla="*/ 1030018 h 1513253"/>
                <a:gd name="connsiteX103" fmla="*/ 1261618 w 1681861"/>
                <a:gd name="connsiteY103" fmla="*/ 959660 h 1513253"/>
                <a:gd name="connsiteX104" fmla="*/ 1208151 w 1681861"/>
                <a:gd name="connsiteY104" fmla="*/ 972106 h 1513253"/>
                <a:gd name="connsiteX105" fmla="*/ 1338961 w 1681861"/>
                <a:gd name="connsiteY105" fmla="*/ 1184577 h 1513253"/>
                <a:gd name="connsiteX106" fmla="*/ 1462913 w 1681861"/>
                <a:gd name="connsiteY106" fmla="*/ 938324 h 1513253"/>
                <a:gd name="connsiteX107" fmla="*/ 1387475 w 1681861"/>
                <a:gd name="connsiteY107" fmla="*/ 1031288 h 1513253"/>
                <a:gd name="connsiteX108" fmla="*/ 1427988 w 1681861"/>
                <a:gd name="connsiteY108" fmla="*/ 925243 h 1513253"/>
                <a:gd name="connsiteX109" fmla="*/ 1371092 w 1681861"/>
                <a:gd name="connsiteY109" fmla="*/ 918258 h 1513253"/>
                <a:gd name="connsiteX110" fmla="*/ 1081532 w 1681861"/>
                <a:gd name="connsiteY110" fmla="*/ 1200325 h 1513253"/>
                <a:gd name="connsiteX111" fmla="*/ 1025652 w 1681861"/>
                <a:gd name="connsiteY111" fmla="*/ 1221026 h 1513253"/>
                <a:gd name="connsiteX112" fmla="*/ 1042035 w 1681861"/>
                <a:gd name="connsiteY112" fmla="*/ 1196388 h 1513253"/>
                <a:gd name="connsiteX113" fmla="*/ 913638 w 1681861"/>
                <a:gd name="connsiteY113" fmla="*/ 1118156 h 1513253"/>
                <a:gd name="connsiteX114" fmla="*/ 964057 w 1681861"/>
                <a:gd name="connsiteY114" fmla="*/ 1367076 h 1513253"/>
                <a:gd name="connsiteX115" fmla="*/ 1097915 w 1681861"/>
                <a:gd name="connsiteY115" fmla="*/ 1394635 h 1513253"/>
                <a:gd name="connsiteX116" fmla="*/ 1340866 w 1681861"/>
                <a:gd name="connsiteY116" fmla="*/ 1213914 h 1513253"/>
                <a:gd name="connsiteX117" fmla="*/ 1181608 w 1681861"/>
                <a:gd name="connsiteY117" fmla="*/ 1099360 h 1513253"/>
                <a:gd name="connsiteX118" fmla="*/ 1081532 w 1681861"/>
                <a:gd name="connsiteY118" fmla="*/ 1200325 h 1513253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224407 w 1681861"/>
                <a:gd name="connsiteY54" fmla="*/ 86233 h 1510538"/>
                <a:gd name="connsiteX55" fmla="*/ 1217930 w 1681861"/>
                <a:gd name="connsiteY55" fmla="*/ 12446 h 1510538"/>
                <a:gd name="connsiteX56" fmla="*/ 1235710 w 1681861"/>
                <a:gd name="connsiteY56" fmla="*/ 60071 h 1510538"/>
                <a:gd name="connsiteX57" fmla="*/ 1415161 w 1681861"/>
                <a:gd name="connsiteY57" fmla="*/ 56261 h 1510538"/>
                <a:gd name="connsiteX58" fmla="*/ 1427353 w 1681861"/>
                <a:gd name="connsiteY58" fmla="*/ 10287 h 1510538"/>
                <a:gd name="connsiteX59" fmla="*/ 1249680 w 1681861"/>
                <a:gd name="connsiteY59" fmla="*/ 82804 h 1510538"/>
                <a:gd name="connsiteX60" fmla="*/ 1249807 w 1681861"/>
                <a:gd name="connsiteY60" fmla="*/ 132842 h 1510538"/>
                <a:gd name="connsiteX61" fmla="*/ 1249934 w 1681861"/>
                <a:gd name="connsiteY61" fmla="*/ 251206 h 1510538"/>
                <a:gd name="connsiteX62" fmla="*/ 1111631 w 1681861"/>
                <a:gd name="connsiteY62" fmla="*/ 401574 h 1510538"/>
                <a:gd name="connsiteX63" fmla="*/ 1502918 w 1681861"/>
                <a:gd name="connsiteY63" fmla="*/ 402209 h 1510538"/>
                <a:gd name="connsiteX64" fmla="*/ 1498473 w 1681861"/>
                <a:gd name="connsiteY64" fmla="*/ 329438 h 1510538"/>
                <a:gd name="connsiteX65" fmla="*/ 1391920 w 1681861"/>
                <a:gd name="connsiteY65" fmla="*/ 134493 h 1510538"/>
                <a:gd name="connsiteX66" fmla="*/ 1392047 w 1681861"/>
                <a:gd name="connsiteY66" fmla="*/ 83312 h 1510538"/>
                <a:gd name="connsiteX67" fmla="*/ 1249680 w 1681861"/>
                <a:gd name="connsiteY67" fmla="*/ 82804 h 1510538"/>
                <a:gd name="connsiteX68" fmla="*/ 1522730 w 1681861"/>
                <a:gd name="connsiteY68" fmla="*/ 368935 h 1510538"/>
                <a:gd name="connsiteX69" fmla="*/ 1567561 w 1681861"/>
                <a:gd name="connsiteY69" fmla="*/ 314452 h 1510538"/>
                <a:gd name="connsiteX70" fmla="*/ 1522730 w 1681861"/>
                <a:gd name="connsiteY70" fmla="*/ 368935 h 1510538"/>
                <a:gd name="connsiteX71" fmla="*/ 378191 w 1681861"/>
                <a:gd name="connsiteY71" fmla="*/ 335211 h 1510538"/>
                <a:gd name="connsiteX72" fmla="*/ 198247 w 1681861"/>
                <a:gd name="connsiteY72" fmla="*/ 541782 h 1510538"/>
                <a:gd name="connsiteX73" fmla="*/ 221869 w 1681861"/>
                <a:gd name="connsiteY73" fmla="*/ 552196 h 1510538"/>
                <a:gd name="connsiteX74" fmla="*/ 262001 w 1681861"/>
                <a:gd name="connsiteY74" fmla="*/ 635381 h 1510538"/>
                <a:gd name="connsiteX75" fmla="*/ 231648 w 1681861"/>
                <a:gd name="connsiteY75" fmla="*/ 861695 h 1510538"/>
                <a:gd name="connsiteX76" fmla="*/ 196850 w 1681861"/>
                <a:gd name="connsiteY76" fmla="*/ 882523 h 1510538"/>
                <a:gd name="connsiteX77" fmla="*/ 310642 w 1681861"/>
                <a:gd name="connsiteY77" fmla="*/ 983234 h 1510538"/>
                <a:gd name="connsiteX78" fmla="*/ 735076 w 1681861"/>
                <a:gd name="connsiteY78" fmla="*/ 1050544 h 1510538"/>
                <a:gd name="connsiteX79" fmla="*/ 985774 w 1681861"/>
                <a:gd name="connsiteY79" fmla="*/ 893572 h 1510538"/>
                <a:gd name="connsiteX80" fmla="*/ 991489 w 1681861"/>
                <a:gd name="connsiteY80" fmla="*/ 891286 h 1510538"/>
                <a:gd name="connsiteX81" fmla="*/ 941956 w 1681861"/>
                <a:gd name="connsiteY81" fmla="*/ 426795 h 1510538"/>
                <a:gd name="connsiteX82" fmla="*/ 655811 w 1681861"/>
                <a:gd name="connsiteY82" fmla="*/ 275466 h 1510538"/>
                <a:gd name="connsiteX83" fmla="*/ 372956 w 1681861"/>
                <a:gd name="connsiteY83" fmla="*/ 333954 h 1510538"/>
                <a:gd name="connsiteX84" fmla="*/ 1107186 w 1681861"/>
                <a:gd name="connsiteY84" fmla="*/ 427482 h 1510538"/>
                <a:gd name="connsiteX85" fmla="*/ 1530731 w 1681861"/>
                <a:gd name="connsiteY85" fmla="*/ 427355 h 1510538"/>
                <a:gd name="connsiteX86" fmla="*/ 1107186 w 1681861"/>
                <a:gd name="connsiteY86" fmla="*/ 427482 h 1510538"/>
                <a:gd name="connsiteX87" fmla="*/ 161417 w 1681861"/>
                <a:gd name="connsiteY87" fmla="*/ 570738 h 1510538"/>
                <a:gd name="connsiteX88" fmla="*/ 114554 w 1681861"/>
                <a:gd name="connsiteY88" fmla="*/ 787908 h 1510538"/>
                <a:gd name="connsiteX89" fmla="*/ 182499 w 1681861"/>
                <a:gd name="connsiteY89" fmla="*/ 859409 h 1510538"/>
                <a:gd name="connsiteX90" fmla="*/ 224917 w 1681861"/>
                <a:gd name="connsiteY90" fmla="*/ 823849 h 1510538"/>
                <a:gd name="connsiteX91" fmla="*/ 224536 w 1681861"/>
                <a:gd name="connsiteY91" fmla="*/ 600837 h 1510538"/>
                <a:gd name="connsiteX92" fmla="*/ 161417 w 1681861"/>
                <a:gd name="connsiteY92" fmla="*/ 570738 h 1510538"/>
                <a:gd name="connsiteX93" fmla="*/ 1039622 w 1681861"/>
                <a:gd name="connsiteY93" fmla="*/ 567055 h 1510538"/>
                <a:gd name="connsiteX94" fmla="*/ 1037717 w 1681861"/>
                <a:gd name="connsiteY94" fmla="*/ 860679 h 1510538"/>
                <a:gd name="connsiteX95" fmla="*/ 1039622 w 1681861"/>
                <a:gd name="connsiteY95" fmla="*/ 567055 h 1510538"/>
                <a:gd name="connsiteX96" fmla="*/ 1648333 w 1681861"/>
                <a:gd name="connsiteY96" fmla="*/ 953897 h 1510538"/>
                <a:gd name="connsiteX97" fmla="*/ 1654810 w 1681861"/>
                <a:gd name="connsiteY97" fmla="*/ 801878 h 1510538"/>
                <a:gd name="connsiteX98" fmla="*/ 1655191 w 1681861"/>
                <a:gd name="connsiteY98" fmla="*/ 663194 h 1510538"/>
                <a:gd name="connsiteX99" fmla="*/ 1654683 w 1681861"/>
                <a:gd name="connsiteY99" fmla="*/ 575183 h 1510538"/>
                <a:gd name="connsiteX100" fmla="*/ 1371092 w 1681861"/>
                <a:gd name="connsiteY100" fmla="*/ 915543 h 1510538"/>
                <a:gd name="connsiteX101" fmla="*/ 1249807 w 1681861"/>
                <a:gd name="connsiteY101" fmla="*/ 1027303 h 1510538"/>
                <a:gd name="connsiteX102" fmla="*/ 1261618 w 1681861"/>
                <a:gd name="connsiteY102" fmla="*/ 956945 h 1510538"/>
                <a:gd name="connsiteX103" fmla="*/ 1208151 w 1681861"/>
                <a:gd name="connsiteY103" fmla="*/ 969391 h 1510538"/>
                <a:gd name="connsiteX104" fmla="*/ 1338961 w 1681861"/>
                <a:gd name="connsiteY104" fmla="*/ 1181862 h 1510538"/>
                <a:gd name="connsiteX105" fmla="*/ 1462913 w 1681861"/>
                <a:gd name="connsiteY105" fmla="*/ 935609 h 1510538"/>
                <a:gd name="connsiteX106" fmla="*/ 1387475 w 1681861"/>
                <a:gd name="connsiteY106" fmla="*/ 1028573 h 1510538"/>
                <a:gd name="connsiteX107" fmla="*/ 1427988 w 1681861"/>
                <a:gd name="connsiteY107" fmla="*/ 922528 h 1510538"/>
                <a:gd name="connsiteX108" fmla="*/ 1371092 w 1681861"/>
                <a:gd name="connsiteY108" fmla="*/ 915543 h 1510538"/>
                <a:gd name="connsiteX109" fmla="*/ 1081532 w 1681861"/>
                <a:gd name="connsiteY109" fmla="*/ 1197610 h 1510538"/>
                <a:gd name="connsiteX110" fmla="*/ 1025652 w 1681861"/>
                <a:gd name="connsiteY110" fmla="*/ 1218311 h 1510538"/>
                <a:gd name="connsiteX111" fmla="*/ 1042035 w 1681861"/>
                <a:gd name="connsiteY111" fmla="*/ 1193673 h 1510538"/>
                <a:gd name="connsiteX112" fmla="*/ 913638 w 1681861"/>
                <a:gd name="connsiteY112" fmla="*/ 1115441 h 1510538"/>
                <a:gd name="connsiteX113" fmla="*/ 964057 w 1681861"/>
                <a:gd name="connsiteY113" fmla="*/ 1364361 h 1510538"/>
                <a:gd name="connsiteX114" fmla="*/ 1097915 w 1681861"/>
                <a:gd name="connsiteY114" fmla="*/ 1391920 h 1510538"/>
                <a:gd name="connsiteX115" fmla="*/ 1340866 w 1681861"/>
                <a:gd name="connsiteY115" fmla="*/ 1211199 h 1510538"/>
                <a:gd name="connsiteX116" fmla="*/ 1181608 w 1681861"/>
                <a:gd name="connsiteY116" fmla="*/ 1096645 h 1510538"/>
                <a:gd name="connsiteX117" fmla="*/ 1081532 w 1681861"/>
                <a:gd name="connsiteY117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224407 w 1681861"/>
                <a:gd name="connsiteY54" fmla="*/ 86233 h 1510538"/>
                <a:gd name="connsiteX55" fmla="*/ 1235710 w 1681861"/>
                <a:gd name="connsiteY55" fmla="*/ 60071 h 1510538"/>
                <a:gd name="connsiteX56" fmla="*/ 1415161 w 1681861"/>
                <a:gd name="connsiteY56" fmla="*/ 56261 h 1510538"/>
                <a:gd name="connsiteX57" fmla="*/ 1427353 w 1681861"/>
                <a:gd name="connsiteY57" fmla="*/ 10287 h 1510538"/>
                <a:gd name="connsiteX58" fmla="*/ 1249680 w 1681861"/>
                <a:gd name="connsiteY58" fmla="*/ 82804 h 1510538"/>
                <a:gd name="connsiteX59" fmla="*/ 1249807 w 1681861"/>
                <a:gd name="connsiteY59" fmla="*/ 132842 h 1510538"/>
                <a:gd name="connsiteX60" fmla="*/ 1249934 w 1681861"/>
                <a:gd name="connsiteY60" fmla="*/ 251206 h 1510538"/>
                <a:gd name="connsiteX61" fmla="*/ 1111631 w 1681861"/>
                <a:gd name="connsiteY61" fmla="*/ 401574 h 1510538"/>
                <a:gd name="connsiteX62" fmla="*/ 1502918 w 1681861"/>
                <a:gd name="connsiteY62" fmla="*/ 402209 h 1510538"/>
                <a:gd name="connsiteX63" fmla="*/ 1498473 w 1681861"/>
                <a:gd name="connsiteY63" fmla="*/ 329438 h 1510538"/>
                <a:gd name="connsiteX64" fmla="*/ 1391920 w 1681861"/>
                <a:gd name="connsiteY64" fmla="*/ 134493 h 1510538"/>
                <a:gd name="connsiteX65" fmla="*/ 1392047 w 1681861"/>
                <a:gd name="connsiteY65" fmla="*/ 83312 h 1510538"/>
                <a:gd name="connsiteX66" fmla="*/ 1249680 w 1681861"/>
                <a:gd name="connsiteY66" fmla="*/ 82804 h 1510538"/>
                <a:gd name="connsiteX67" fmla="*/ 1522730 w 1681861"/>
                <a:gd name="connsiteY67" fmla="*/ 368935 h 1510538"/>
                <a:gd name="connsiteX68" fmla="*/ 1567561 w 1681861"/>
                <a:gd name="connsiteY68" fmla="*/ 314452 h 1510538"/>
                <a:gd name="connsiteX69" fmla="*/ 1522730 w 1681861"/>
                <a:gd name="connsiteY69" fmla="*/ 368935 h 1510538"/>
                <a:gd name="connsiteX70" fmla="*/ 378191 w 1681861"/>
                <a:gd name="connsiteY70" fmla="*/ 335211 h 1510538"/>
                <a:gd name="connsiteX71" fmla="*/ 198247 w 1681861"/>
                <a:gd name="connsiteY71" fmla="*/ 541782 h 1510538"/>
                <a:gd name="connsiteX72" fmla="*/ 221869 w 1681861"/>
                <a:gd name="connsiteY72" fmla="*/ 552196 h 1510538"/>
                <a:gd name="connsiteX73" fmla="*/ 262001 w 1681861"/>
                <a:gd name="connsiteY73" fmla="*/ 635381 h 1510538"/>
                <a:gd name="connsiteX74" fmla="*/ 231648 w 1681861"/>
                <a:gd name="connsiteY74" fmla="*/ 861695 h 1510538"/>
                <a:gd name="connsiteX75" fmla="*/ 196850 w 1681861"/>
                <a:gd name="connsiteY75" fmla="*/ 882523 h 1510538"/>
                <a:gd name="connsiteX76" fmla="*/ 310642 w 1681861"/>
                <a:gd name="connsiteY76" fmla="*/ 983234 h 1510538"/>
                <a:gd name="connsiteX77" fmla="*/ 735076 w 1681861"/>
                <a:gd name="connsiteY77" fmla="*/ 1050544 h 1510538"/>
                <a:gd name="connsiteX78" fmla="*/ 985774 w 1681861"/>
                <a:gd name="connsiteY78" fmla="*/ 893572 h 1510538"/>
                <a:gd name="connsiteX79" fmla="*/ 991489 w 1681861"/>
                <a:gd name="connsiteY79" fmla="*/ 891286 h 1510538"/>
                <a:gd name="connsiteX80" fmla="*/ 941956 w 1681861"/>
                <a:gd name="connsiteY80" fmla="*/ 426795 h 1510538"/>
                <a:gd name="connsiteX81" fmla="*/ 655811 w 1681861"/>
                <a:gd name="connsiteY81" fmla="*/ 275466 h 1510538"/>
                <a:gd name="connsiteX82" fmla="*/ 372956 w 1681861"/>
                <a:gd name="connsiteY82" fmla="*/ 333954 h 1510538"/>
                <a:gd name="connsiteX83" fmla="*/ 1107186 w 1681861"/>
                <a:gd name="connsiteY83" fmla="*/ 427482 h 1510538"/>
                <a:gd name="connsiteX84" fmla="*/ 1530731 w 1681861"/>
                <a:gd name="connsiteY84" fmla="*/ 427355 h 1510538"/>
                <a:gd name="connsiteX85" fmla="*/ 1107186 w 1681861"/>
                <a:gd name="connsiteY85" fmla="*/ 427482 h 1510538"/>
                <a:gd name="connsiteX86" fmla="*/ 161417 w 1681861"/>
                <a:gd name="connsiteY86" fmla="*/ 570738 h 1510538"/>
                <a:gd name="connsiteX87" fmla="*/ 114554 w 1681861"/>
                <a:gd name="connsiteY87" fmla="*/ 787908 h 1510538"/>
                <a:gd name="connsiteX88" fmla="*/ 182499 w 1681861"/>
                <a:gd name="connsiteY88" fmla="*/ 859409 h 1510538"/>
                <a:gd name="connsiteX89" fmla="*/ 224917 w 1681861"/>
                <a:gd name="connsiteY89" fmla="*/ 823849 h 1510538"/>
                <a:gd name="connsiteX90" fmla="*/ 224536 w 1681861"/>
                <a:gd name="connsiteY90" fmla="*/ 600837 h 1510538"/>
                <a:gd name="connsiteX91" fmla="*/ 161417 w 1681861"/>
                <a:gd name="connsiteY91" fmla="*/ 570738 h 1510538"/>
                <a:gd name="connsiteX92" fmla="*/ 1039622 w 1681861"/>
                <a:gd name="connsiteY92" fmla="*/ 567055 h 1510538"/>
                <a:gd name="connsiteX93" fmla="*/ 1037717 w 1681861"/>
                <a:gd name="connsiteY93" fmla="*/ 860679 h 1510538"/>
                <a:gd name="connsiteX94" fmla="*/ 1039622 w 1681861"/>
                <a:gd name="connsiteY94" fmla="*/ 567055 h 1510538"/>
                <a:gd name="connsiteX95" fmla="*/ 1648333 w 1681861"/>
                <a:gd name="connsiteY95" fmla="*/ 953897 h 1510538"/>
                <a:gd name="connsiteX96" fmla="*/ 1654810 w 1681861"/>
                <a:gd name="connsiteY96" fmla="*/ 801878 h 1510538"/>
                <a:gd name="connsiteX97" fmla="*/ 1655191 w 1681861"/>
                <a:gd name="connsiteY97" fmla="*/ 663194 h 1510538"/>
                <a:gd name="connsiteX98" fmla="*/ 1654683 w 1681861"/>
                <a:gd name="connsiteY98" fmla="*/ 575183 h 1510538"/>
                <a:gd name="connsiteX99" fmla="*/ 1371092 w 1681861"/>
                <a:gd name="connsiteY99" fmla="*/ 915543 h 1510538"/>
                <a:gd name="connsiteX100" fmla="*/ 1249807 w 1681861"/>
                <a:gd name="connsiteY100" fmla="*/ 1027303 h 1510538"/>
                <a:gd name="connsiteX101" fmla="*/ 1261618 w 1681861"/>
                <a:gd name="connsiteY101" fmla="*/ 956945 h 1510538"/>
                <a:gd name="connsiteX102" fmla="*/ 1208151 w 1681861"/>
                <a:gd name="connsiteY102" fmla="*/ 969391 h 1510538"/>
                <a:gd name="connsiteX103" fmla="*/ 1338961 w 1681861"/>
                <a:gd name="connsiteY103" fmla="*/ 1181862 h 1510538"/>
                <a:gd name="connsiteX104" fmla="*/ 1462913 w 1681861"/>
                <a:gd name="connsiteY104" fmla="*/ 935609 h 1510538"/>
                <a:gd name="connsiteX105" fmla="*/ 1387475 w 1681861"/>
                <a:gd name="connsiteY105" fmla="*/ 1028573 h 1510538"/>
                <a:gd name="connsiteX106" fmla="*/ 1427988 w 1681861"/>
                <a:gd name="connsiteY106" fmla="*/ 922528 h 1510538"/>
                <a:gd name="connsiteX107" fmla="*/ 1371092 w 1681861"/>
                <a:gd name="connsiteY107" fmla="*/ 915543 h 1510538"/>
                <a:gd name="connsiteX108" fmla="*/ 1081532 w 1681861"/>
                <a:gd name="connsiteY108" fmla="*/ 1197610 h 1510538"/>
                <a:gd name="connsiteX109" fmla="*/ 1025652 w 1681861"/>
                <a:gd name="connsiteY109" fmla="*/ 1218311 h 1510538"/>
                <a:gd name="connsiteX110" fmla="*/ 1042035 w 1681861"/>
                <a:gd name="connsiteY110" fmla="*/ 1193673 h 1510538"/>
                <a:gd name="connsiteX111" fmla="*/ 913638 w 1681861"/>
                <a:gd name="connsiteY111" fmla="*/ 1115441 h 1510538"/>
                <a:gd name="connsiteX112" fmla="*/ 964057 w 1681861"/>
                <a:gd name="connsiteY112" fmla="*/ 1364361 h 1510538"/>
                <a:gd name="connsiteX113" fmla="*/ 1097915 w 1681861"/>
                <a:gd name="connsiteY113" fmla="*/ 1391920 h 1510538"/>
                <a:gd name="connsiteX114" fmla="*/ 1340866 w 1681861"/>
                <a:gd name="connsiteY114" fmla="*/ 1211199 h 1510538"/>
                <a:gd name="connsiteX115" fmla="*/ 1181608 w 1681861"/>
                <a:gd name="connsiteY115" fmla="*/ 1096645 h 1510538"/>
                <a:gd name="connsiteX116" fmla="*/ 1081532 w 1681861"/>
                <a:gd name="connsiteY116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224407 w 1681861"/>
                <a:gd name="connsiteY54" fmla="*/ 86233 h 1510538"/>
                <a:gd name="connsiteX55" fmla="*/ 1415161 w 1681861"/>
                <a:gd name="connsiteY55" fmla="*/ 56261 h 1510538"/>
                <a:gd name="connsiteX56" fmla="*/ 1427353 w 1681861"/>
                <a:gd name="connsiteY56" fmla="*/ 10287 h 1510538"/>
                <a:gd name="connsiteX57" fmla="*/ 1249680 w 1681861"/>
                <a:gd name="connsiteY57" fmla="*/ 82804 h 1510538"/>
                <a:gd name="connsiteX58" fmla="*/ 1249807 w 1681861"/>
                <a:gd name="connsiteY58" fmla="*/ 132842 h 1510538"/>
                <a:gd name="connsiteX59" fmla="*/ 1249934 w 1681861"/>
                <a:gd name="connsiteY59" fmla="*/ 251206 h 1510538"/>
                <a:gd name="connsiteX60" fmla="*/ 1111631 w 1681861"/>
                <a:gd name="connsiteY60" fmla="*/ 401574 h 1510538"/>
                <a:gd name="connsiteX61" fmla="*/ 1502918 w 1681861"/>
                <a:gd name="connsiteY61" fmla="*/ 402209 h 1510538"/>
                <a:gd name="connsiteX62" fmla="*/ 1498473 w 1681861"/>
                <a:gd name="connsiteY62" fmla="*/ 329438 h 1510538"/>
                <a:gd name="connsiteX63" fmla="*/ 1391920 w 1681861"/>
                <a:gd name="connsiteY63" fmla="*/ 134493 h 1510538"/>
                <a:gd name="connsiteX64" fmla="*/ 1392047 w 1681861"/>
                <a:gd name="connsiteY64" fmla="*/ 83312 h 1510538"/>
                <a:gd name="connsiteX65" fmla="*/ 1249680 w 1681861"/>
                <a:gd name="connsiteY65" fmla="*/ 82804 h 1510538"/>
                <a:gd name="connsiteX66" fmla="*/ 1522730 w 1681861"/>
                <a:gd name="connsiteY66" fmla="*/ 368935 h 1510538"/>
                <a:gd name="connsiteX67" fmla="*/ 1567561 w 1681861"/>
                <a:gd name="connsiteY67" fmla="*/ 314452 h 1510538"/>
                <a:gd name="connsiteX68" fmla="*/ 1522730 w 1681861"/>
                <a:gd name="connsiteY68" fmla="*/ 368935 h 1510538"/>
                <a:gd name="connsiteX69" fmla="*/ 378191 w 1681861"/>
                <a:gd name="connsiteY69" fmla="*/ 335211 h 1510538"/>
                <a:gd name="connsiteX70" fmla="*/ 198247 w 1681861"/>
                <a:gd name="connsiteY70" fmla="*/ 541782 h 1510538"/>
                <a:gd name="connsiteX71" fmla="*/ 221869 w 1681861"/>
                <a:gd name="connsiteY71" fmla="*/ 552196 h 1510538"/>
                <a:gd name="connsiteX72" fmla="*/ 262001 w 1681861"/>
                <a:gd name="connsiteY72" fmla="*/ 635381 h 1510538"/>
                <a:gd name="connsiteX73" fmla="*/ 231648 w 1681861"/>
                <a:gd name="connsiteY73" fmla="*/ 861695 h 1510538"/>
                <a:gd name="connsiteX74" fmla="*/ 196850 w 1681861"/>
                <a:gd name="connsiteY74" fmla="*/ 882523 h 1510538"/>
                <a:gd name="connsiteX75" fmla="*/ 310642 w 1681861"/>
                <a:gd name="connsiteY75" fmla="*/ 983234 h 1510538"/>
                <a:gd name="connsiteX76" fmla="*/ 735076 w 1681861"/>
                <a:gd name="connsiteY76" fmla="*/ 1050544 h 1510538"/>
                <a:gd name="connsiteX77" fmla="*/ 985774 w 1681861"/>
                <a:gd name="connsiteY77" fmla="*/ 893572 h 1510538"/>
                <a:gd name="connsiteX78" fmla="*/ 991489 w 1681861"/>
                <a:gd name="connsiteY78" fmla="*/ 891286 h 1510538"/>
                <a:gd name="connsiteX79" fmla="*/ 941956 w 1681861"/>
                <a:gd name="connsiteY79" fmla="*/ 426795 h 1510538"/>
                <a:gd name="connsiteX80" fmla="*/ 655811 w 1681861"/>
                <a:gd name="connsiteY80" fmla="*/ 275466 h 1510538"/>
                <a:gd name="connsiteX81" fmla="*/ 372956 w 1681861"/>
                <a:gd name="connsiteY81" fmla="*/ 333954 h 1510538"/>
                <a:gd name="connsiteX82" fmla="*/ 1107186 w 1681861"/>
                <a:gd name="connsiteY82" fmla="*/ 427482 h 1510538"/>
                <a:gd name="connsiteX83" fmla="*/ 1530731 w 1681861"/>
                <a:gd name="connsiteY83" fmla="*/ 427355 h 1510538"/>
                <a:gd name="connsiteX84" fmla="*/ 1107186 w 1681861"/>
                <a:gd name="connsiteY84" fmla="*/ 427482 h 1510538"/>
                <a:gd name="connsiteX85" fmla="*/ 161417 w 1681861"/>
                <a:gd name="connsiteY85" fmla="*/ 570738 h 1510538"/>
                <a:gd name="connsiteX86" fmla="*/ 114554 w 1681861"/>
                <a:gd name="connsiteY86" fmla="*/ 787908 h 1510538"/>
                <a:gd name="connsiteX87" fmla="*/ 182499 w 1681861"/>
                <a:gd name="connsiteY87" fmla="*/ 859409 h 1510538"/>
                <a:gd name="connsiteX88" fmla="*/ 224917 w 1681861"/>
                <a:gd name="connsiteY88" fmla="*/ 823849 h 1510538"/>
                <a:gd name="connsiteX89" fmla="*/ 224536 w 1681861"/>
                <a:gd name="connsiteY89" fmla="*/ 600837 h 1510538"/>
                <a:gd name="connsiteX90" fmla="*/ 161417 w 1681861"/>
                <a:gd name="connsiteY90" fmla="*/ 570738 h 1510538"/>
                <a:gd name="connsiteX91" fmla="*/ 1039622 w 1681861"/>
                <a:gd name="connsiteY91" fmla="*/ 567055 h 1510538"/>
                <a:gd name="connsiteX92" fmla="*/ 1037717 w 1681861"/>
                <a:gd name="connsiteY92" fmla="*/ 860679 h 1510538"/>
                <a:gd name="connsiteX93" fmla="*/ 1039622 w 1681861"/>
                <a:gd name="connsiteY93" fmla="*/ 567055 h 1510538"/>
                <a:gd name="connsiteX94" fmla="*/ 1648333 w 1681861"/>
                <a:gd name="connsiteY94" fmla="*/ 953897 h 1510538"/>
                <a:gd name="connsiteX95" fmla="*/ 1654810 w 1681861"/>
                <a:gd name="connsiteY95" fmla="*/ 801878 h 1510538"/>
                <a:gd name="connsiteX96" fmla="*/ 1655191 w 1681861"/>
                <a:gd name="connsiteY96" fmla="*/ 663194 h 1510538"/>
                <a:gd name="connsiteX97" fmla="*/ 1654683 w 1681861"/>
                <a:gd name="connsiteY97" fmla="*/ 575183 h 1510538"/>
                <a:gd name="connsiteX98" fmla="*/ 1371092 w 1681861"/>
                <a:gd name="connsiteY98" fmla="*/ 915543 h 1510538"/>
                <a:gd name="connsiteX99" fmla="*/ 1249807 w 1681861"/>
                <a:gd name="connsiteY99" fmla="*/ 1027303 h 1510538"/>
                <a:gd name="connsiteX100" fmla="*/ 1261618 w 1681861"/>
                <a:gd name="connsiteY100" fmla="*/ 956945 h 1510538"/>
                <a:gd name="connsiteX101" fmla="*/ 1208151 w 1681861"/>
                <a:gd name="connsiteY101" fmla="*/ 969391 h 1510538"/>
                <a:gd name="connsiteX102" fmla="*/ 1338961 w 1681861"/>
                <a:gd name="connsiteY102" fmla="*/ 1181862 h 1510538"/>
                <a:gd name="connsiteX103" fmla="*/ 1462913 w 1681861"/>
                <a:gd name="connsiteY103" fmla="*/ 935609 h 1510538"/>
                <a:gd name="connsiteX104" fmla="*/ 1387475 w 1681861"/>
                <a:gd name="connsiteY104" fmla="*/ 1028573 h 1510538"/>
                <a:gd name="connsiteX105" fmla="*/ 1427988 w 1681861"/>
                <a:gd name="connsiteY105" fmla="*/ 922528 h 1510538"/>
                <a:gd name="connsiteX106" fmla="*/ 1371092 w 1681861"/>
                <a:gd name="connsiteY106" fmla="*/ 915543 h 1510538"/>
                <a:gd name="connsiteX107" fmla="*/ 1081532 w 1681861"/>
                <a:gd name="connsiteY107" fmla="*/ 1197610 h 1510538"/>
                <a:gd name="connsiteX108" fmla="*/ 1025652 w 1681861"/>
                <a:gd name="connsiteY108" fmla="*/ 1218311 h 1510538"/>
                <a:gd name="connsiteX109" fmla="*/ 1042035 w 1681861"/>
                <a:gd name="connsiteY109" fmla="*/ 1193673 h 1510538"/>
                <a:gd name="connsiteX110" fmla="*/ 913638 w 1681861"/>
                <a:gd name="connsiteY110" fmla="*/ 1115441 h 1510538"/>
                <a:gd name="connsiteX111" fmla="*/ 964057 w 1681861"/>
                <a:gd name="connsiteY111" fmla="*/ 1364361 h 1510538"/>
                <a:gd name="connsiteX112" fmla="*/ 1097915 w 1681861"/>
                <a:gd name="connsiteY112" fmla="*/ 1391920 h 1510538"/>
                <a:gd name="connsiteX113" fmla="*/ 1340866 w 1681861"/>
                <a:gd name="connsiteY113" fmla="*/ 1211199 h 1510538"/>
                <a:gd name="connsiteX114" fmla="*/ 1181608 w 1681861"/>
                <a:gd name="connsiteY114" fmla="*/ 1096645 h 1510538"/>
                <a:gd name="connsiteX115" fmla="*/ 1081532 w 1681861"/>
                <a:gd name="connsiteY115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807 w 1681861"/>
                <a:gd name="connsiteY57" fmla="*/ 132842 h 1510538"/>
                <a:gd name="connsiteX58" fmla="*/ 1249934 w 1681861"/>
                <a:gd name="connsiteY58" fmla="*/ 251206 h 1510538"/>
                <a:gd name="connsiteX59" fmla="*/ 1111631 w 1681861"/>
                <a:gd name="connsiteY59" fmla="*/ 401574 h 1510538"/>
                <a:gd name="connsiteX60" fmla="*/ 1502918 w 1681861"/>
                <a:gd name="connsiteY60" fmla="*/ 402209 h 1510538"/>
                <a:gd name="connsiteX61" fmla="*/ 1498473 w 1681861"/>
                <a:gd name="connsiteY61" fmla="*/ 329438 h 1510538"/>
                <a:gd name="connsiteX62" fmla="*/ 1391920 w 1681861"/>
                <a:gd name="connsiteY62" fmla="*/ 134493 h 1510538"/>
                <a:gd name="connsiteX63" fmla="*/ 1392047 w 1681861"/>
                <a:gd name="connsiteY63" fmla="*/ 83312 h 1510538"/>
                <a:gd name="connsiteX64" fmla="*/ 1249680 w 1681861"/>
                <a:gd name="connsiteY64" fmla="*/ 82804 h 1510538"/>
                <a:gd name="connsiteX65" fmla="*/ 1522730 w 1681861"/>
                <a:gd name="connsiteY65" fmla="*/ 368935 h 1510538"/>
                <a:gd name="connsiteX66" fmla="*/ 1567561 w 1681861"/>
                <a:gd name="connsiteY66" fmla="*/ 314452 h 1510538"/>
                <a:gd name="connsiteX67" fmla="*/ 1522730 w 1681861"/>
                <a:gd name="connsiteY67" fmla="*/ 368935 h 1510538"/>
                <a:gd name="connsiteX68" fmla="*/ 378191 w 1681861"/>
                <a:gd name="connsiteY68" fmla="*/ 335211 h 1510538"/>
                <a:gd name="connsiteX69" fmla="*/ 198247 w 1681861"/>
                <a:gd name="connsiteY69" fmla="*/ 541782 h 1510538"/>
                <a:gd name="connsiteX70" fmla="*/ 221869 w 1681861"/>
                <a:gd name="connsiteY70" fmla="*/ 552196 h 1510538"/>
                <a:gd name="connsiteX71" fmla="*/ 262001 w 1681861"/>
                <a:gd name="connsiteY71" fmla="*/ 635381 h 1510538"/>
                <a:gd name="connsiteX72" fmla="*/ 231648 w 1681861"/>
                <a:gd name="connsiteY72" fmla="*/ 861695 h 1510538"/>
                <a:gd name="connsiteX73" fmla="*/ 196850 w 1681861"/>
                <a:gd name="connsiteY73" fmla="*/ 882523 h 1510538"/>
                <a:gd name="connsiteX74" fmla="*/ 310642 w 1681861"/>
                <a:gd name="connsiteY74" fmla="*/ 983234 h 1510538"/>
                <a:gd name="connsiteX75" fmla="*/ 735076 w 1681861"/>
                <a:gd name="connsiteY75" fmla="*/ 1050544 h 1510538"/>
                <a:gd name="connsiteX76" fmla="*/ 985774 w 1681861"/>
                <a:gd name="connsiteY76" fmla="*/ 893572 h 1510538"/>
                <a:gd name="connsiteX77" fmla="*/ 991489 w 1681861"/>
                <a:gd name="connsiteY77" fmla="*/ 891286 h 1510538"/>
                <a:gd name="connsiteX78" fmla="*/ 941956 w 1681861"/>
                <a:gd name="connsiteY78" fmla="*/ 426795 h 1510538"/>
                <a:gd name="connsiteX79" fmla="*/ 655811 w 1681861"/>
                <a:gd name="connsiteY79" fmla="*/ 275466 h 1510538"/>
                <a:gd name="connsiteX80" fmla="*/ 372956 w 1681861"/>
                <a:gd name="connsiteY80" fmla="*/ 333954 h 1510538"/>
                <a:gd name="connsiteX81" fmla="*/ 1107186 w 1681861"/>
                <a:gd name="connsiteY81" fmla="*/ 427482 h 1510538"/>
                <a:gd name="connsiteX82" fmla="*/ 1530731 w 1681861"/>
                <a:gd name="connsiteY82" fmla="*/ 427355 h 1510538"/>
                <a:gd name="connsiteX83" fmla="*/ 1107186 w 1681861"/>
                <a:gd name="connsiteY83" fmla="*/ 427482 h 1510538"/>
                <a:gd name="connsiteX84" fmla="*/ 161417 w 1681861"/>
                <a:gd name="connsiteY84" fmla="*/ 570738 h 1510538"/>
                <a:gd name="connsiteX85" fmla="*/ 114554 w 1681861"/>
                <a:gd name="connsiteY85" fmla="*/ 787908 h 1510538"/>
                <a:gd name="connsiteX86" fmla="*/ 182499 w 1681861"/>
                <a:gd name="connsiteY86" fmla="*/ 859409 h 1510538"/>
                <a:gd name="connsiteX87" fmla="*/ 224917 w 1681861"/>
                <a:gd name="connsiteY87" fmla="*/ 823849 h 1510538"/>
                <a:gd name="connsiteX88" fmla="*/ 224536 w 1681861"/>
                <a:gd name="connsiteY88" fmla="*/ 600837 h 1510538"/>
                <a:gd name="connsiteX89" fmla="*/ 161417 w 1681861"/>
                <a:gd name="connsiteY89" fmla="*/ 570738 h 1510538"/>
                <a:gd name="connsiteX90" fmla="*/ 1039622 w 1681861"/>
                <a:gd name="connsiteY90" fmla="*/ 567055 h 1510538"/>
                <a:gd name="connsiteX91" fmla="*/ 1037717 w 1681861"/>
                <a:gd name="connsiteY91" fmla="*/ 860679 h 1510538"/>
                <a:gd name="connsiteX92" fmla="*/ 1039622 w 1681861"/>
                <a:gd name="connsiteY92" fmla="*/ 567055 h 1510538"/>
                <a:gd name="connsiteX93" fmla="*/ 1648333 w 1681861"/>
                <a:gd name="connsiteY93" fmla="*/ 953897 h 1510538"/>
                <a:gd name="connsiteX94" fmla="*/ 1654810 w 1681861"/>
                <a:gd name="connsiteY94" fmla="*/ 801878 h 1510538"/>
                <a:gd name="connsiteX95" fmla="*/ 1655191 w 1681861"/>
                <a:gd name="connsiteY95" fmla="*/ 663194 h 1510538"/>
                <a:gd name="connsiteX96" fmla="*/ 1654683 w 1681861"/>
                <a:gd name="connsiteY96" fmla="*/ 575183 h 1510538"/>
                <a:gd name="connsiteX97" fmla="*/ 1371092 w 1681861"/>
                <a:gd name="connsiteY97" fmla="*/ 915543 h 1510538"/>
                <a:gd name="connsiteX98" fmla="*/ 1249807 w 1681861"/>
                <a:gd name="connsiteY98" fmla="*/ 1027303 h 1510538"/>
                <a:gd name="connsiteX99" fmla="*/ 1261618 w 1681861"/>
                <a:gd name="connsiteY99" fmla="*/ 956945 h 1510538"/>
                <a:gd name="connsiteX100" fmla="*/ 1208151 w 1681861"/>
                <a:gd name="connsiteY100" fmla="*/ 969391 h 1510538"/>
                <a:gd name="connsiteX101" fmla="*/ 1338961 w 1681861"/>
                <a:gd name="connsiteY101" fmla="*/ 1181862 h 1510538"/>
                <a:gd name="connsiteX102" fmla="*/ 1462913 w 1681861"/>
                <a:gd name="connsiteY102" fmla="*/ 935609 h 1510538"/>
                <a:gd name="connsiteX103" fmla="*/ 1387475 w 1681861"/>
                <a:gd name="connsiteY103" fmla="*/ 1028573 h 1510538"/>
                <a:gd name="connsiteX104" fmla="*/ 1427988 w 1681861"/>
                <a:gd name="connsiteY104" fmla="*/ 922528 h 1510538"/>
                <a:gd name="connsiteX105" fmla="*/ 1371092 w 1681861"/>
                <a:gd name="connsiteY105" fmla="*/ 915543 h 1510538"/>
                <a:gd name="connsiteX106" fmla="*/ 1081532 w 1681861"/>
                <a:gd name="connsiteY106" fmla="*/ 1197610 h 1510538"/>
                <a:gd name="connsiteX107" fmla="*/ 1025652 w 1681861"/>
                <a:gd name="connsiteY107" fmla="*/ 1218311 h 1510538"/>
                <a:gd name="connsiteX108" fmla="*/ 1042035 w 1681861"/>
                <a:gd name="connsiteY108" fmla="*/ 1193673 h 1510538"/>
                <a:gd name="connsiteX109" fmla="*/ 913638 w 1681861"/>
                <a:gd name="connsiteY109" fmla="*/ 1115441 h 1510538"/>
                <a:gd name="connsiteX110" fmla="*/ 964057 w 1681861"/>
                <a:gd name="connsiteY110" fmla="*/ 1364361 h 1510538"/>
                <a:gd name="connsiteX111" fmla="*/ 1097915 w 1681861"/>
                <a:gd name="connsiteY111" fmla="*/ 1391920 h 1510538"/>
                <a:gd name="connsiteX112" fmla="*/ 1340866 w 1681861"/>
                <a:gd name="connsiteY112" fmla="*/ 1211199 h 1510538"/>
                <a:gd name="connsiteX113" fmla="*/ 1181608 w 1681861"/>
                <a:gd name="connsiteY113" fmla="*/ 1096645 h 1510538"/>
                <a:gd name="connsiteX114" fmla="*/ 1081532 w 1681861"/>
                <a:gd name="connsiteY114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807 w 1681861"/>
                <a:gd name="connsiteY57" fmla="*/ 132842 h 1510538"/>
                <a:gd name="connsiteX58" fmla="*/ 1249934 w 1681861"/>
                <a:gd name="connsiteY58" fmla="*/ 251206 h 1510538"/>
                <a:gd name="connsiteX59" fmla="*/ 1111631 w 1681861"/>
                <a:gd name="connsiteY59" fmla="*/ 401574 h 1510538"/>
                <a:gd name="connsiteX60" fmla="*/ 1502918 w 1681861"/>
                <a:gd name="connsiteY60" fmla="*/ 402209 h 1510538"/>
                <a:gd name="connsiteX61" fmla="*/ 1498473 w 1681861"/>
                <a:gd name="connsiteY61" fmla="*/ 329438 h 1510538"/>
                <a:gd name="connsiteX62" fmla="*/ 1391920 w 1681861"/>
                <a:gd name="connsiteY62" fmla="*/ 134493 h 1510538"/>
                <a:gd name="connsiteX63" fmla="*/ 1392047 w 1681861"/>
                <a:gd name="connsiteY63" fmla="*/ 83312 h 1510538"/>
                <a:gd name="connsiteX64" fmla="*/ 1522730 w 1681861"/>
                <a:gd name="connsiteY64" fmla="*/ 368935 h 1510538"/>
                <a:gd name="connsiteX65" fmla="*/ 1567561 w 1681861"/>
                <a:gd name="connsiteY65" fmla="*/ 314452 h 1510538"/>
                <a:gd name="connsiteX66" fmla="*/ 1522730 w 1681861"/>
                <a:gd name="connsiteY66" fmla="*/ 368935 h 1510538"/>
                <a:gd name="connsiteX67" fmla="*/ 378191 w 1681861"/>
                <a:gd name="connsiteY67" fmla="*/ 335211 h 1510538"/>
                <a:gd name="connsiteX68" fmla="*/ 198247 w 1681861"/>
                <a:gd name="connsiteY68" fmla="*/ 541782 h 1510538"/>
                <a:gd name="connsiteX69" fmla="*/ 221869 w 1681861"/>
                <a:gd name="connsiteY69" fmla="*/ 552196 h 1510538"/>
                <a:gd name="connsiteX70" fmla="*/ 262001 w 1681861"/>
                <a:gd name="connsiteY70" fmla="*/ 635381 h 1510538"/>
                <a:gd name="connsiteX71" fmla="*/ 231648 w 1681861"/>
                <a:gd name="connsiteY71" fmla="*/ 861695 h 1510538"/>
                <a:gd name="connsiteX72" fmla="*/ 196850 w 1681861"/>
                <a:gd name="connsiteY72" fmla="*/ 882523 h 1510538"/>
                <a:gd name="connsiteX73" fmla="*/ 310642 w 1681861"/>
                <a:gd name="connsiteY73" fmla="*/ 983234 h 1510538"/>
                <a:gd name="connsiteX74" fmla="*/ 735076 w 1681861"/>
                <a:gd name="connsiteY74" fmla="*/ 1050544 h 1510538"/>
                <a:gd name="connsiteX75" fmla="*/ 985774 w 1681861"/>
                <a:gd name="connsiteY75" fmla="*/ 893572 h 1510538"/>
                <a:gd name="connsiteX76" fmla="*/ 991489 w 1681861"/>
                <a:gd name="connsiteY76" fmla="*/ 891286 h 1510538"/>
                <a:gd name="connsiteX77" fmla="*/ 941956 w 1681861"/>
                <a:gd name="connsiteY77" fmla="*/ 426795 h 1510538"/>
                <a:gd name="connsiteX78" fmla="*/ 655811 w 1681861"/>
                <a:gd name="connsiteY78" fmla="*/ 275466 h 1510538"/>
                <a:gd name="connsiteX79" fmla="*/ 372956 w 1681861"/>
                <a:gd name="connsiteY79" fmla="*/ 333954 h 1510538"/>
                <a:gd name="connsiteX80" fmla="*/ 1107186 w 1681861"/>
                <a:gd name="connsiteY80" fmla="*/ 427482 h 1510538"/>
                <a:gd name="connsiteX81" fmla="*/ 1530731 w 1681861"/>
                <a:gd name="connsiteY81" fmla="*/ 427355 h 1510538"/>
                <a:gd name="connsiteX82" fmla="*/ 1107186 w 1681861"/>
                <a:gd name="connsiteY82" fmla="*/ 427482 h 1510538"/>
                <a:gd name="connsiteX83" fmla="*/ 161417 w 1681861"/>
                <a:gd name="connsiteY83" fmla="*/ 570738 h 1510538"/>
                <a:gd name="connsiteX84" fmla="*/ 114554 w 1681861"/>
                <a:gd name="connsiteY84" fmla="*/ 787908 h 1510538"/>
                <a:gd name="connsiteX85" fmla="*/ 182499 w 1681861"/>
                <a:gd name="connsiteY85" fmla="*/ 859409 h 1510538"/>
                <a:gd name="connsiteX86" fmla="*/ 224917 w 1681861"/>
                <a:gd name="connsiteY86" fmla="*/ 823849 h 1510538"/>
                <a:gd name="connsiteX87" fmla="*/ 224536 w 1681861"/>
                <a:gd name="connsiteY87" fmla="*/ 600837 h 1510538"/>
                <a:gd name="connsiteX88" fmla="*/ 161417 w 1681861"/>
                <a:gd name="connsiteY88" fmla="*/ 570738 h 1510538"/>
                <a:gd name="connsiteX89" fmla="*/ 1039622 w 1681861"/>
                <a:gd name="connsiteY89" fmla="*/ 567055 h 1510538"/>
                <a:gd name="connsiteX90" fmla="*/ 1037717 w 1681861"/>
                <a:gd name="connsiteY90" fmla="*/ 860679 h 1510538"/>
                <a:gd name="connsiteX91" fmla="*/ 1039622 w 1681861"/>
                <a:gd name="connsiteY91" fmla="*/ 567055 h 1510538"/>
                <a:gd name="connsiteX92" fmla="*/ 1648333 w 1681861"/>
                <a:gd name="connsiteY92" fmla="*/ 953897 h 1510538"/>
                <a:gd name="connsiteX93" fmla="*/ 1654810 w 1681861"/>
                <a:gd name="connsiteY93" fmla="*/ 801878 h 1510538"/>
                <a:gd name="connsiteX94" fmla="*/ 1655191 w 1681861"/>
                <a:gd name="connsiteY94" fmla="*/ 663194 h 1510538"/>
                <a:gd name="connsiteX95" fmla="*/ 1654683 w 1681861"/>
                <a:gd name="connsiteY95" fmla="*/ 575183 h 1510538"/>
                <a:gd name="connsiteX96" fmla="*/ 1371092 w 1681861"/>
                <a:gd name="connsiteY96" fmla="*/ 915543 h 1510538"/>
                <a:gd name="connsiteX97" fmla="*/ 1249807 w 1681861"/>
                <a:gd name="connsiteY97" fmla="*/ 1027303 h 1510538"/>
                <a:gd name="connsiteX98" fmla="*/ 1261618 w 1681861"/>
                <a:gd name="connsiteY98" fmla="*/ 956945 h 1510538"/>
                <a:gd name="connsiteX99" fmla="*/ 1208151 w 1681861"/>
                <a:gd name="connsiteY99" fmla="*/ 969391 h 1510538"/>
                <a:gd name="connsiteX100" fmla="*/ 1338961 w 1681861"/>
                <a:gd name="connsiteY100" fmla="*/ 1181862 h 1510538"/>
                <a:gd name="connsiteX101" fmla="*/ 1462913 w 1681861"/>
                <a:gd name="connsiteY101" fmla="*/ 935609 h 1510538"/>
                <a:gd name="connsiteX102" fmla="*/ 1387475 w 1681861"/>
                <a:gd name="connsiteY102" fmla="*/ 1028573 h 1510538"/>
                <a:gd name="connsiteX103" fmla="*/ 1427988 w 1681861"/>
                <a:gd name="connsiteY103" fmla="*/ 922528 h 1510538"/>
                <a:gd name="connsiteX104" fmla="*/ 1371092 w 1681861"/>
                <a:gd name="connsiteY104" fmla="*/ 915543 h 1510538"/>
                <a:gd name="connsiteX105" fmla="*/ 1081532 w 1681861"/>
                <a:gd name="connsiteY105" fmla="*/ 1197610 h 1510538"/>
                <a:gd name="connsiteX106" fmla="*/ 1025652 w 1681861"/>
                <a:gd name="connsiteY106" fmla="*/ 1218311 h 1510538"/>
                <a:gd name="connsiteX107" fmla="*/ 1042035 w 1681861"/>
                <a:gd name="connsiteY107" fmla="*/ 1193673 h 1510538"/>
                <a:gd name="connsiteX108" fmla="*/ 913638 w 1681861"/>
                <a:gd name="connsiteY108" fmla="*/ 1115441 h 1510538"/>
                <a:gd name="connsiteX109" fmla="*/ 964057 w 1681861"/>
                <a:gd name="connsiteY109" fmla="*/ 1364361 h 1510538"/>
                <a:gd name="connsiteX110" fmla="*/ 1097915 w 1681861"/>
                <a:gd name="connsiteY110" fmla="*/ 1391920 h 1510538"/>
                <a:gd name="connsiteX111" fmla="*/ 1340866 w 1681861"/>
                <a:gd name="connsiteY111" fmla="*/ 1211199 h 1510538"/>
                <a:gd name="connsiteX112" fmla="*/ 1181608 w 1681861"/>
                <a:gd name="connsiteY112" fmla="*/ 1096645 h 1510538"/>
                <a:gd name="connsiteX113" fmla="*/ 1081532 w 1681861"/>
                <a:gd name="connsiteY113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502918 w 1681861"/>
                <a:gd name="connsiteY59" fmla="*/ 402209 h 1510538"/>
                <a:gd name="connsiteX60" fmla="*/ 1498473 w 1681861"/>
                <a:gd name="connsiteY60" fmla="*/ 329438 h 1510538"/>
                <a:gd name="connsiteX61" fmla="*/ 1391920 w 1681861"/>
                <a:gd name="connsiteY61" fmla="*/ 134493 h 1510538"/>
                <a:gd name="connsiteX62" fmla="*/ 1392047 w 1681861"/>
                <a:gd name="connsiteY62" fmla="*/ 83312 h 1510538"/>
                <a:gd name="connsiteX63" fmla="*/ 1522730 w 1681861"/>
                <a:gd name="connsiteY63" fmla="*/ 368935 h 1510538"/>
                <a:gd name="connsiteX64" fmla="*/ 1567561 w 1681861"/>
                <a:gd name="connsiteY64" fmla="*/ 314452 h 1510538"/>
                <a:gd name="connsiteX65" fmla="*/ 1522730 w 1681861"/>
                <a:gd name="connsiteY65" fmla="*/ 368935 h 1510538"/>
                <a:gd name="connsiteX66" fmla="*/ 378191 w 1681861"/>
                <a:gd name="connsiteY66" fmla="*/ 335211 h 1510538"/>
                <a:gd name="connsiteX67" fmla="*/ 198247 w 1681861"/>
                <a:gd name="connsiteY67" fmla="*/ 541782 h 1510538"/>
                <a:gd name="connsiteX68" fmla="*/ 221869 w 1681861"/>
                <a:gd name="connsiteY68" fmla="*/ 552196 h 1510538"/>
                <a:gd name="connsiteX69" fmla="*/ 262001 w 1681861"/>
                <a:gd name="connsiteY69" fmla="*/ 635381 h 1510538"/>
                <a:gd name="connsiteX70" fmla="*/ 231648 w 1681861"/>
                <a:gd name="connsiteY70" fmla="*/ 861695 h 1510538"/>
                <a:gd name="connsiteX71" fmla="*/ 196850 w 1681861"/>
                <a:gd name="connsiteY71" fmla="*/ 882523 h 1510538"/>
                <a:gd name="connsiteX72" fmla="*/ 310642 w 1681861"/>
                <a:gd name="connsiteY72" fmla="*/ 983234 h 1510538"/>
                <a:gd name="connsiteX73" fmla="*/ 735076 w 1681861"/>
                <a:gd name="connsiteY73" fmla="*/ 1050544 h 1510538"/>
                <a:gd name="connsiteX74" fmla="*/ 985774 w 1681861"/>
                <a:gd name="connsiteY74" fmla="*/ 893572 h 1510538"/>
                <a:gd name="connsiteX75" fmla="*/ 991489 w 1681861"/>
                <a:gd name="connsiteY75" fmla="*/ 891286 h 1510538"/>
                <a:gd name="connsiteX76" fmla="*/ 941956 w 1681861"/>
                <a:gd name="connsiteY76" fmla="*/ 426795 h 1510538"/>
                <a:gd name="connsiteX77" fmla="*/ 655811 w 1681861"/>
                <a:gd name="connsiteY77" fmla="*/ 275466 h 1510538"/>
                <a:gd name="connsiteX78" fmla="*/ 372956 w 1681861"/>
                <a:gd name="connsiteY78" fmla="*/ 333954 h 1510538"/>
                <a:gd name="connsiteX79" fmla="*/ 1107186 w 1681861"/>
                <a:gd name="connsiteY79" fmla="*/ 427482 h 1510538"/>
                <a:gd name="connsiteX80" fmla="*/ 1530731 w 1681861"/>
                <a:gd name="connsiteY80" fmla="*/ 427355 h 1510538"/>
                <a:gd name="connsiteX81" fmla="*/ 1107186 w 1681861"/>
                <a:gd name="connsiteY81" fmla="*/ 427482 h 1510538"/>
                <a:gd name="connsiteX82" fmla="*/ 161417 w 1681861"/>
                <a:gd name="connsiteY82" fmla="*/ 570738 h 1510538"/>
                <a:gd name="connsiteX83" fmla="*/ 114554 w 1681861"/>
                <a:gd name="connsiteY83" fmla="*/ 787908 h 1510538"/>
                <a:gd name="connsiteX84" fmla="*/ 182499 w 1681861"/>
                <a:gd name="connsiteY84" fmla="*/ 859409 h 1510538"/>
                <a:gd name="connsiteX85" fmla="*/ 224917 w 1681861"/>
                <a:gd name="connsiteY85" fmla="*/ 823849 h 1510538"/>
                <a:gd name="connsiteX86" fmla="*/ 224536 w 1681861"/>
                <a:gd name="connsiteY86" fmla="*/ 600837 h 1510538"/>
                <a:gd name="connsiteX87" fmla="*/ 161417 w 1681861"/>
                <a:gd name="connsiteY87" fmla="*/ 570738 h 1510538"/>
                <a:gd name="connsiteX88" fmla="*/ 1039622 w 1681861"/>
                <a:gd name="connsiteY88" fmla="*/ 567055 h 1510538"/>
                <a:gd name="connsiteX89" fmla="*/ 1037717 w 1681861"/>
                <a:gd name="connsiteY89" fmla="*/ 860679 h 1510538"/>
                <a:gd name="connsiteX90" fmla="*/ 1039622 w 1681861"/>
                <a:gd name="connsiteY90" fmla="*/ 567055 h 1510538"/>
                <a:gd name="connsiteX91" fmla="*/ 1648333 w 1681861"/>
                <a:gd name="connsiteY91" fmla="*/ 953897 h 1510538"/>
                <a:gd name="connsiteX92" fmla="*/ 1654810 w 1681861"/>
                <a:gd name="connsiteY92" fmla="*/ 801878 h 1510538"/>
                <a:gd name="connsiteX93" fmla="*/ 1655191 w 1681861"/>
                <a:gd name="connsiteY93" fmla="*/ 663194 h 1510538"/>
                <a:gd name="connsiteX94" fmla="*/ 1654683 w 1681861"/>
                <a:gd name="connsiteY94" fmla="*/ 575183 h 1510538"/>
                <a:gd name="connsiteX95" fmla="*/ 1371092 w 1681861"/>
                <a:gd name="connsiteY95" fmla="*/ 915543 h 1510538"/>
                <a:gd name="connsiteX96" fmla="*/ 1249807 w 1681861"/>
                <a:gd name="connsiteY96" fmla="*/ 1027303 h 1510538"/>
                <a:gd name="connsiteX97" fmla="*/ 1261618 w 1681861"/>
                <a:gd name="connsiteY97" fmla="*/ 956945 h 1510538"/>
                <a:gd name="connsiteX98" fmla="*/ 1208151 w 1681861"/>
                <a:gd name="connsiteY98" fmla="*/ 969391 h 1510538"/>
                <a:gd name="connsiteX99" fmla="*/ 1338961 w 1681861"/>
                <a:gd name="connsiteY99" fmla="*/ 1181862 h 1510538"/>
                <a:gd name="connsiteX100" fmla="*/ 1462913 w 1681861"/>
                <a:gd name="connsiteY100" fmla="*/ 935609 h 1510538"/>
                <a:gd name="connsiteX101" fmla="*/ 1387475 w 1681861"/>
                <a:gd name="connsiteY101" fmla="*/ 1028573 h 1510538"/>
                <a:gd name="connsiteX102" fmla="*/ 1427988 w 1681861"/>
                <a:gd name="connsiteY102" fmla="*/ 922528 h 1510538"/>
                <a:gd name="connsiteX103" fmla="*/ 1371092 w 1681861"/>
                <a:gd name="connsiteY103" fmla="*/ 915543 h 1510538"/>
                <a:gd name="connsiteX104" fmla="*/ 1081532 w 1681861"/>
                <a:gd name="connsiteY104" fmla="*/ 1197610 h 1510538"/>
                <a:gd name="connsiteX105" fmla="*/ 1025652 w 1681861"/>
                <a:gd name="connsiteY105" fmla="*/ 1218311 h 1510538"/>
                <a:gd name="connsiteX106" fmla="*/ 1042035 w 1681861"/>
                <a:gd name="connsiteY106" fmla="*/ 1193673 h 1510538"/>
                <a:gd name="connsiteX107" fmla="*/ 913638 w 1681861"/>
                <a:gd name="connsiteY107" fmla="*/ 1115441 h 1510538"/>
                <a:gd name="connsiteX108" fmla="*/ 964057 w 1681861"/>
                <a:gd name="connsiteY108" fmla="*/ 1364361 h 1510538"/>
                <a:gd name="connsiteX109" fmla="*/ 1097915 w 1681861"/>
                <a:gd name="connsiteY109" fmla="*/ 1391920 h 1510538"/>
                <a:gd name="connsiteX110" fmla="*/ 1340866 w 1681861"/>
                <a:gd name="connsiteY110" fmla="*/ 1211199 h 1510538"/>
                <a:gd name="connsiteX111" fmla="*/ 1181608 w 1681861"/>
                <a:gd name="connsiteY111" fmla="*/ 1096645 h 1510538"/>
                <a:gd name="connsiteX112" fmla="*/ 1081532 w 1681861"/>
                <a:gd name="connsiteY112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502918 w 1681861"/>
                <a:gd name="connsiteY59" fmla="*/ 402209 h 1510538"/>
                <a:gd name="connsiteX60" fmla="*/ 1498473 w 1681861"/>
                <a:gd name="connsiteY60" fmla="*/ 329438 h 1510538"/>
                <a:gd name="connsiteX61" fmla="*/ 1391920 w 1681861"/>
                <a:gd name="connsiteY61" fmla="*/ 134493 h 1510538"/>
                <a:gd name="connsiteX62" fmla="*/ 1392047 w 1681861"/>
                <a:gd name="connsiteY62" fmla="*/ 83312 h 1510538"/>
                <a:gd name="connsiteX63" fmla="*/ 1522730 w 1681861"/>
                <a:gd name="connsiteY63" fmla="*/ 368935 h 1510538"/>
                <a:gd name="connsiteX64" fmla="*/ 1567561 w 1681861"/>
                <a:gd name="connsiteY64" fmla="*/ 314452 h 1510538"/>
                <a:gd name="connsiteX65" fmla="*/ 1522730 w 1681861"/>
                <a:gd name="connsiteY65" fmla="*/ 368935 h 1510538"/>
                <a:gd name="connsiteX66" fmla="*/ 378191 w 1681861"/>
                <a:gd name="connsiteY66" fmla="*/ 335211 h 1510538"/>
                <a:gd name="connsiteX67" fmla="*/ 198247 w 1681861"/>
                <a:gd name="connsiteY67" fmla="*/ 541782 h 1510538"/>
                <a:gd name="connsiteX68" fmla="*/ 221869 w 1681861"/>
                <a:gd name="connsiteY68" fmla="*/ 552196 h 1510538"/>
                <a:gd name="connsiteX69" fmla="*/ 262001 w 1681861"/>
                <a:gd name="connsiteY69" fmla="*/ 635381 h 1510538"/>
                <a:gd name="connsiteX70" fmla="*/ 231648 w 1681861"/>
                <a:gd name="connsiteY70" fmla="*/ 861695 h 1510538"/>
                <a:gd name="connsiteX71" fmla="*/ 196850 w 1681861"/>
                <a:gd name="connsiteY71" fmla="*/ 882523 h 1510538"/>
                <a:gd name="connsiteX72" fmla="*/ 310642 w 1681861"/>
                <a:gd name="connsiteY72" fmla="*/ 983234 h 1510538"/>
                <a:gd name="connsiteX73" fmla="*/ 735076 w 1681861"/>
                <a:gd name="connsiteY73" fmla="*/ 1050544 h 1510538"/>
                <a:gd name="connsiteX74" fmla="*/ 985774 w 1681861"/>
                <a:gd name="connsiteY74" fmla="*/ 893572 h 1510538"/>
                <a:gd name="connsiteX75" fmla="*/ 991489 w 1681861"/>
                <a:gd name="connsiteY75" fmla="*/ 891286 h 1510538"/>
                <a:gd name="connsiteX76" fmla="*/ 941956 w 1681861"/>
                <a:gd name="connsiteY76" fmla="*/ 426795 h 1510538"/>
                <a:gd name="connsiteX77" fmla="*/ 655811 w 1681861"/>
                <a:gd name="connsiteY77" fmla="*/ 275466 h 1510538"/>
                <a:gd name="connsiteX78" fmla="*/ 372956 w 1681861"/>
                <a:gd name="connsiteY78" fmla="*/ 333954 h 1510538"/>
                <a:gd name="connsiteX79" fmla="*/ 1107186 w 1681861"/>
                <a:gd name="connsiteY79" fmla="*/ 427482 h 1510538"/>
                <a:gd name="connsiteX80" fmla="*/ 1107186 w 1681861"/>
                <a:gd name="connsiteY80" fmla="*/ 427482 h 1510538"/>
                <a:gd name="connsiteX81" fmla="*/ 161417 w 1681861"/>
                <a:gd name="connsiteY81" fmla="*/ 570738 h 1510538"/>
                <a:gd name="connsiteX82" fmla="*/ 114554 w 1681861"/>
                <a:gd name="connsiteY82" fmla="*/ 787908 h 1510538"/>
                <a:gd name="connsiteX83" fmla="*/ 182499 w 1681861"/>
                <a:gd name="connsiteY83" fmla="*/ 859409 h 1510538"/>
                <a:gd name="connsiteX84" fmla="*/ 224917 w 1681861"/>
                <a:gd name="connsiteY84" fmla="*/ 823849 h 1510538"/>
                <a:gd name="connsiteX85" fmla="*/ 224536 w 1681861"/>
                <a:gd name="connsiteY85" fmla="*/ 600837 h 1510538"/>
                <a:gd name="connsiteX86" fmla="*/ 161417 w 1681861"/>
                <a:gd name="connsiteY86" fmla="*/ 570738 h 1510538"/>
                <a:gd name="connsiteX87" fmla="*/ 1039622 w 1681861"/>
                <a:gd name="connsiteY87" fmla="*/ 567055 h 1510538"/>
                <a:gd name="connsiteX88" fmla="*/ 1037717 w 1681861"/>
                <a:gd name="connsiteY88" fmla="*/ 860679 h 1510538"/>
                <a:gd name="connsiteX89" fmla="*/ 1039622 w 1681861"/>
                <a:gd name="connsiteY89" fmla="*/ 567055 h 1510538"/>
                <a:gd name="connsiteX90" fmla="*/ 1648333 w 1681861"/>
                <a:gd name="connsiteY90" fmla="*/ 953897 h 1510538"/>
                <a:gd name="connsiteX91" fmla="*/ 1654810 w 1681861"/>
                <a:gd name="connsiteY91" fmla="*/ 801878 h 1510538"/>
                <a:gd name="connsiteX92" fmla="*/ 1655191 w 1681861"/>
                <a:gd name="connsiteY92" fmla="*/ 663194 h 1510538"/>
                <a:gd name="connsiteX93" fmla="*/ 1654683 w 1681861"/>
                <a:gd name="connsiteY93" fmla="*/ 575183 h 1510538"/>
                <a:gd name="connsiteX94" fmla="*/ 1371092 w 1681861"/>
                <a:gd name="connsiteY94" fmla="*/ 915543 h 1510538"/>
                <a:gd name="connsiteX95" fmla="*/ 1249807 w 1681861"/>
                <a:gd name="connsiteY95" fmla="*/ 1027303 h 1510538"/>
                <a:gd name="connsiteX96" fmla="*/ 1261618 w 1681861"/>
                <a:gd name="connsiteY96" fmla="*/ 956945 h 1510538"/>
                <a:gd name="connsiteX97" fmla="*/ 1208151 w 1681861"/>
                <a:gd name="connsiteY97" fmla="*/ 969391 h 1510538"/>
                <a:gd name="connsiteX98" fmla="*/ 1338961 w 1681861"/>
                <a:gd name="connsiteY98" fmla="*/ 1181862 h 1510538"/>
                <a:gd name="connsiteX99" fmla="*/ 1462913 w 1681861"/>
                <a:gd name="connsiteY99" fmla="*/ 935609 h 1510538"/>
                <a:gd name="connsiteX100" fmla="*/ 1387475 w 1681861"/>
                <a:gd name="connsiteY100" fmla="*/ 1028573 h 1510538"/>
                <a:gd name="connsiteX101" fmla="*/ 1427988 w 1681861"/>
                <a:gd name="connsiteY101" fmla="*/ 922528 h 1510538"/>
                <a:gd name="connsiteX102" fmla="*/ 1371092 w 1681861"/>
                <a:gd name="connsiteY102" fmla="*/ 915543 h 1510538"/>
                <a:gd name="connsiteX103" fmla="*/ 1081532 w 1681861"/>
                <a:gd name="connsiteY103" fmla="*/ 1197610 h 1510538"/>
                <a:gd name="connsiteX104" fmla="*/ 1025652 w 1681861"/>
                <a:gd name="connsiteY104" fmla="*/ 1218311 h 1510538"/>
                <a:gd name="connsiteX105" fmla="*/ 1042035 w 1681861"/>
                <a:gd name="connsiteY105" fmla="*/ 1193673 h 1510538"/>
                <a:gd name="connsiteX106" fmla="*/ 913638 w 1681861"/>
                <a:gd name="connsiteY106" fmla="*/ 1115441 h 1510538"/>
                <a:gd name="connsiteX107" fmla="*/ 964057 w 1681861"/>
                <a:gd name="connsiteY107" fmla="*/ 1364361 h 1510538"/>
                <a:gd name="connsiteX108" fmla="*/ 1097915 w 1681861"/>
                <a:gd name="connsiteY108" fmla="*/ 1391920 h 1510538"/>
                <a:gd name="connsiteX109" fmla="*/ 1340866 w 1681861"/>
                <a:gd name="connsiteY109" fmla="*/ 1211199 h 1510538"/>
                <a:gd name="connsiteX110" fmla="*/ 1181608 w 1681861"/>
                <a:gd name="connsiteY110" fmla="*/ 1096645 h 1510538"/>
                <a:gd name="connsiteX111" fmla="*/ 1081532 w 1681861"/>
                <a:gd name="connsiteY111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498473 w 1681861"/>
                <a:gd name="connsiteY59" fmla="*/ 329438 h 1510538"/>
                <a:gd name="connsiteX60" fmla="*/ 1391920 w 1681861"/>
                <a:gd name="connsiteY60" fmla="*/ 134493 h 1510538"/>
                <a:gd name="connsiteX61" fmla="*/ 1392047 w 1681861"/>
                <a:gd name="connsiteY61" fmla="*/ 83312 h 1510538"/>
                <a:gd name="connsiteX62" fmla="*/ 1522730 w 1681861"/>
                <a:gd name="connsiteY62" fmla="*/ 368935 h 1510538"/>
                <a:gd name="connsiteX63" fmla="*/ 1567561 w 1681861"/>
                <a:gd name="connsiteY63" fmla="*/ 314452 h 1510538"/>
                <a:gd name="connsiteX64" fmla="*/ 1522730 w 1681861"/>
                <a:gd name="connsiteY64" fmla="*/ 368935 h 1510538"/>
                <a:gd name="connsiteX65" fmla="*/ 378191 w 1681861"/>
                <a:gd name="connsiteY65" fmla="*/ 335211 h 1510538"/>
                <a:gd name="connsiteX66" fmla="*/ 198247 w 1681861"/>
                <a:gd name="connsiteY66" fmla="*/ 541782 h 1510538"/>
                <a:gd name="connsiteX67" fmla="*/ 221869 w 1681861"/>
                <a:gd name="connsiteY67" fmla="*/ 552196 h 1510538"/>
                <a:gd name="connsiteX68" fmla="*/ 262001 w 1681861"/>
                <a:gd name="connsiteY68" fmla="*/ 635381 h 1510538"/>
                <a:gd name="connsiteX69" fmla="*/ 231648 w 1681861"/>
                <a:gd name="connsiteY69" fmla="*/ 861695 h 1510538"/>
                <a:gd name="connsiteX70" fmla="*/ 196850 w 1681861"/>
                <a:gd name="connsiteY70" fmla="*/ 882523 h 1510538"/>
                <a:gd name="connsiteX71" fmla="*/ 310642 w 1681861"/>
                <a:gd name="connsiteY71" fmla="*/ 983234 h 1510538"/>
                <a:gd name="connsiteX72" fmla="*/ 735076 w 1681861"/>
                <a:gd name="connsiteY72" fmla="*/ 1050544 h 1510538"/>
                <a:gd name="connsiteX73" fmla="*/ 985774 w 1681861"/>
                <a:gd name="connsiteY73" fmla="*/ 893572 h 1510538"/>
                <a:gd name="connsiteX74" fmla="*/ 991489 w 1681861"/>
                <a:gd name="connsiteY74" fmla="*/ 891286 h 1510538"/>
                <a:gd name="connsiteX75" fmla="*/ 941956 w 1681861"/>
                <a:gd name="connsiteY75" fmla="*/ 426795 h 1510538"/>
                <a:gd name="connsiteX76" fmla="*/ 655811 w 1681861"/>
                <a:gd name="connsiteY76" fmla="*/ 275466 h 1510538"/>
                <a:gd name="connsiteX77" fmla="*/ 372956 w 1681861"/>
                <a:gd name="connsiteY77" fmla="*/ 333954 h 1510538"/>
                <a:gd name="connsiteX78" fmla="*/ 1107186 w 1681861"/>
                <a:gd name="connsiteY78" fmla="*/ 427482 h 1510538"/>
                <a:gd name="connsiteX79" fmla="*/ 1107186 w 1681861"/>
                <a:gd name="connsiteY79" fmla="*/ 427482 h 1510538"/>
                <a:gd name="connsiteX80" fmla="*/ 161417 w 1681861"/>
                <a:gd name="connsiteY80" fmla="*/ 570738 h 1510538"/>
                <a:gd name="connsiteX81" fmla="*/ 114554 w 1681861"/>
                <a:gd name="connsiteY81" fmla="*/ 787908 h 1510538"/>
                <a:gd name="connsiteX82" fmla="*/ 182499 w 1681861"/>
                <a:gd name="connsiteY82" fmla="*/ 859409 h 1510538"/>
                <a:gd name="connsiteX83" fmla="*/ 224917 w 1681861"/>
                <a:gd name="connsiteY83" fmla="*/ 823849 h 1510538"/>
                <a:gd name="connsiteX84" fmla="*/ 224536 w 1681861"/>
                <a:gd name="connsiteY84" fmla="*/ 600837 h 1510538"/>
                <a:gd name="connsiteX85" fmla="*/ 161417 w 1681861"/>
                <a:gd name="connsiteY85" fmla="*/ 570738 h 1510538"/>
                <a:gd name="connsiteX86" fmla="*/ 1039622 w 1681861"/>
                <a:gd name="connsiteY86" fmla="*/ 567055 h 1510538"/>
                <a:gd name="connsiteX87" fmla="*/ 1037717 w 1681861"/>
                <a:gd name="connsiteY87" fmla="*/ 860679 h 1510538"/>
                <a:gd name="connsiteX88" fmla="*/ 1039622 w 1681861"/>
                <a:gd name="connsiteY88" fmla="*/ 567055 h 1510538"/>
                <a:gd name="connsiteX89" fmla="*/ 1648333 w 1681861"/>
                <a:gd name="connsiteY89" fmla="*/ 953897 h 1510538"/>
                <a:gd name="connsiteX90" fmla="*/ 1654810 w 1681861"/>
                <a:gd name="connsiteY90" fmla="*/ 801878 h 1510538"/>
                <a:gd name="connsiteX91" fmla="*/ 1655191 w 1681861"/>
                <a:gd name="connsiteY91" fmla="*/ 663194 h 1510538"/>
                <a:gd name="connsiteX92" fmla="*/ 1654683 w 1681861"/>
                <a:gd name="connsiteY92" fmla="*/ 575183 h 1510538"/>
                <a:gd name="connsiteX93" fmla="*/ 1371092 w 1681861"/>
                <a:gd name="connsiteY93" fmla="*/ 915543 h 1510538"/>
                <a:gd name="connsiteX94" fmla="*/ 1249807 w 1681861"/>
                <a:gd name="connsiteY94" fmla="*/ 1027303 h 1510538"/>
                <a:gd name="connsiteX95" fmla="*/ 1261618 w 1681861"/>
                <a:gd name="connsiteY95" fmla="*/ 956945 h 1510538"/>
                <a:gd name="connsiteX96" fmla="*/ 1208151 w 1681861"/>
                <a:gd name="connsiteY96" fmla="*/ 969391 h 1510538"/>
                <a:gd name="connsiteX97" fmla="*/ 1338961 w 1681861"/>
                <a:gd name="connsiteY97" fmla="*/ 1181862 h 1510538"/>
                <a:gd name="connsiteX98" fmla="*/ 1462913 w 1681861"/>
                <a:gd name="connsiteY98" fmla="*/ 935609 h 1510538"/>
                <a:gd name="connsiteX99" fmla="*/ 1387475 w 1681861"/>
                <a:gd name="connsiteY99" fmla="*/ 1028573 h 1510538"/>
                <a:gd name="connsiteX100" fmla="*/ 1427988 w 1681861"/>
                <a:gd name="connsiteY100" fmla="*/ 922528 h 1510538"/>
                <a:gd name="connsiteX101" fmla="*/ 1371092 w 1681861"/>
                <a:gd name="connsiteY101" fmla="*/ 915543 h 1510538"/>
                <a:gd name="connsiteX102" fmla="*/ 1081532 w 1681861"/>
                <a:gd name="connsiteY102" fmla="*/ 1197610 h 1510538"/>
                <a:gd name="connsiteX103" fmla="*/ 1025652 w 1681861"/>
                <a:gd name="connsiteY103" fmla="*/ 1218311 h 1510538"/>
                <a:gd name="connsiteX104" fmla="*/ 1042035 w 1681861"/>
                <a:gd name="connsiteY104" fmla="*/ 1193673 h 1510538"/>
                <a:gd name="connsiteX105" fmla="*/ 913638 w 1681861"/>
                <a:gd name="connsiteY105" fmla="*/ 1115441 h 1510538"/>
                <a:gd name="connsiteX106" fmla="*/ 964057 w 1681861"/>
                <a:gd name="connsiteY106" fmla="*/ 1364361 h 1510538"/>
                <a:gd name="connsiteX107" fmla="*/ 1097915 w 1681861"/>
                <a:gd name="connsiteY107" fmla="*/ 1391920 h 1510538"/>
                <a:gd name="connsiteX108" fmla="*/ 1340866 w 1681861"/>
                <a:gd name="connsiteY108" fmla="*/ 1211199 h 1510538"/>
                <a:gd name="connsiteX109" fmla="*/ 1181608 w 1681861"/>
                <a:gd name="connsiteY109" fmla="*/ 1096645 h 1510538"/>
                <a:gd name="connsiteX110" fmla="*/ 1081532 w 1681861"/>
                <a:gd name="connsiteY110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498473 w 1681861"/>
                <a:gd name="connsiteY59" fmla="*/ 329438 h 1510538"/>
                <a:gd name="connsiteX60" fmla="*/ 1391920 w 1681861"/>
                <a:gd name="connsiteY60" fmla="*/ 134493 h 1510538"/>
                <a:gd name="connsiteX61" fmla="*/ 1392047 w 1681861"/>
                <a:gd name="connsiteY61" fmla="*/ 83312 h 1510538"/>
                <a:gd name="connsiteX62" fmla="*/ 1522730 w 1681861"/>
                <a:gd name="connsiteY62" fmla="*/ 368935 h 1510538"/>
                <a:gd name="connsiteX63" fmla="*/ 1567561 w 1681861"/>
                <a:gd name="connsiteY63" fmla="*/ 314452 h 1510538"/>
                <a:gd name="connsiteX64" fmla="*/ 378191 w 1681861"/>
                <a:gd name="connsiteY64" fmla="*/ 335211 h 1510538"/>
                <a:gd name="connsiteX65" fmla="*/ 198247 w 1681861"/>
                <a:gd name="connsiteY65" fmla="*/ 541782 h 1510538"/>
                <a:gd name="connsiteX66" fmla="*/ 221869 w 1681861"/>
                <a:gd name="connsiteY66" fmla="*/ 552196 h 1510538"/>
                <a:gd name="connsiteX67" fmla="*/ 262001 w 1681861"/>
                <a:gd name="connsiteY67" fmla="*/ 635381 h 1510538"/>
                <a:gd name="connsiteX68" fmla="*/ 231648 w 1681861"/>
                <a:gd name="connsiteY68" fmla="*/ 861695 h 1510538"/>
                <a:gd name="connsiteX69" fmla="*/ 196850 w 1681861"/>
                <a:gd name="connsiteY69" fmla="*/ 882523 h 1510538"/>
                <a:gd name="connsiteX70" fmla="*/ 310642 w 1681861"/>
                <a:gd name="connsiteY70" fmla="*/ 983234 h 1510538"/>
                <a:gd name="connsiteX71" fmla="*/ 735076 w 1681861"/>
                <a:gd name="connsiteY71" fmla="*/ 1050544 h 1510538"/>
                <a:gd name="connsiteX72" fmla="*/ 985774 w 1681861"/>
                <a:gd name="connsiteY72" fmla="*/ 893572 h 1510538"/>
                <a:gd name="connsiteX73" fmla="*/ 991489 w 1681861"/>
                <a:gd name="connsiteY73" fmla="*/ 891286 h 1510538"/>
                <a:gd name="connsiteX74" fmla="*/ 941956 w 1681861"/>
                <a:gd name="connsiteY74" fmla="*/ 426795 h 1510538"/>
                <a:gd name="connsiteX75" fmla="*/ 655811 w 1681861"/>
                <a:gd name="connsiteY75" fmla="*/ 275466 h 1510538"/>
                <a:gd name="connsiteX76" fmla="*/ 372956 w 1681861"/>
                <a:gd name="connsiteY76" fmla="*/ 333954 h 1510538"/>
                <a:gd name="connsiteX77" fmla="*/ 1107186 w 1681861"/>
                <a:gd name="connsiteY77" fmla="*/ 427482 h 1510538"/>
                <a:gd name="connsiteX78" fmla="*/ 1107186 w 1681861"/>
                <a:gd name="connsiteY78" fmla="*/ 427482 h 1510538"/>
                <a:gd name="connsiteX79" fmla="*/ 161417 w 1681861"/>
                <a:gd name="connsiteY79" fmla="*/ 570738 h 1510538"/>
                <a:gd name="connsiteX80" fmla="*/ 114554 w 1681861"/>
                <a:gd name="connsiteY80" fmla="*/ 787908 h 1510538"/>
                <a:gd name="connsiteX81" fmla="*/ 182499 w 1681861"/>
                <a:gd name="connsiteY81" fmla="*/ 859409 h 1510538"/>
                <a:gd name="connsiteX82" fmla="*/ 224917 w 1681861"/>
                <a:gd name="connsiteY82" fmla="*/ 823849 h 1510538"/>
                <a:gd name="connsiteX83" fmla="*/ 224536 w 1681861"/>
                <a:gd name="connsiteY83" fmla="*/ 600837 h 1510538"/>
                <a:gd name="connsiteX84" fmla="*/ 161417 w 1681861"/>
                <a:gd name="connsiteY84" fmla="*/ 570738 h 1510538"/>
                <a:gd name="connsiteX85" fmla="*/ 1039622 w 1681861"/>
                <a:gd name="connsiteY85" fmla="*/ 567055 h 1510538"/>
                <a:gd name="connsiteX86" fmla="*/ 1037717 w 1681861"/>
                <a:gd name="connsiteY86" fmla="*/ 860679 h 1510538"/>
                <a:gd name="connsiteX87" fmla="*/ 1039622 w 1681861"/>
                <a:gd name="connsiteY87" fmla="*/ 567055 h 1510538"/>
                <a:gd name="connsiteX88" fmla="*/ 1648333 w 1681861"/>
                <a:gd name="connsiteY88" fmla="*/ 953897 h 1510538"/>
                <a:gd name="connsiteX89" fmla="*/ 1654810 w 1681861"/>
                <a:gd name="connsiteY89" fmla="*/ 801878 h 1510538"/>
                <a:gd name="connsiteX90" fmla="*/ 1655191 w 1681861"/>
                <a:gd name="connsiteY90" fmla="*/ 663194 h 1510538"/>
                <a:gd name="connsiteX91" fmla="*/ 1654683 w 1681861"/>
                <a:gd name="connsiteY91" fmla="*/ 575183 h 1510538"/>
                <a:gd name="connsiteX92" fmla="*/ 1371092 w 1681861"/>
                <a:gd name="connsiteY92" fmla="*/ 915543 h 1510538"/>
                <a:gd name="connsiteX93" fmla="*/ 1249807 w 1681861"/>
                <a:gd name="connsiteY93" fmla="*/ 1027303 h 1510538"/>
                <a:gd name="connsiteX94" fmla="*/ 1261618 w 1681861"/>
                <a:gd name="connsiteY94" fmla="*/ 956945 h 1510538"/>
                <a:gd name="connsiteX95" fmla="*/ 1208151 w 1681861"/>
                <a:gd name="connsiteY95" fmla="*/ 969391 h 1510538"/>
                <a:gd name="connsiteX96" fmla="*/ 1338961 w 1681861"/>
                <a:gd name="connsiteY96" fmla="*/ 1181862 h 1510538"/>
                <a:gd name="connsiteX97" fmla="*/ 1462913 w 1681861"/>
                <a:gd name="connsiteY97" fmla="*/ 935609 h 1510538"/>
                <a:gd name="connsiteX98" fmla="*/ 1387475 w 1681861"/>
                <a:gd name="connsiteY98" fmla="*/ 1028573 h 1510538"/>
                <a:gd name="connsiteX99" fmla="*/ 1427988 w 1681861"/>
                <a:gd name="connsiteY99" fmla="*/ 922528 h 1510538"/>
                <a:gd name="connsiteX100" fmla="*/ 1371092 w 1681861"/>
                <a:gd name="connsiteY100" fmla="*/ 915543 h 1510538"/>
                <a:gd name="connsiteX101" fmla="*/ 1081532 w 1681861"/>
                <a:gd name="connsiteY101" fmla="*/ 1197610 h 1510538"/>
                <a:gd name="connsiteX102" fmla="*/ 1025652 w 1681861"/>
                <a:gd name="connsiteY102" fmla="*/ 1218311 h 1510538"/>
                <a:gd name="connsiteX103" fmla="*/ 1042035 w 1681861"/>
                <a:gd name="connsiteY103" fmla="*/ 1193673 h 1510538"/>
                <a:gd name="connsiteX104" fmla="*/ 913638 w 1681861"/>
                <a:gd name="connsiteY104" fmla="*/ 1115441 h 1510538"/>
                <a:gd name="connsiteX105" fmla="*/ 964057 w 1681861"/>
                <a:gd name="connsiteY105" fmla="*/ 1364361 h 1510538"/>
                <a:gd name="connsiteX106" fmla="*/ 1097915 w 1681861"/>
                <a:gd name="connsiteY106" fmla="*/ 1391920 h 1510538"/>
                <a:gd name="connsiteX107" fmla="*/ 1340866 w 1681861"/>
                <a:gd name="connsiteY107" fmla="*/ 1211199 h 1510538"/>
                <a:gd name="connsiteX108" fmla="*/ 1181608 w 1681861"/>
                <a:gd name="connsiteY108" fmla="*/ 1096645 h 1510538"/>
                <a:gd name="connsiteX109" fmla="*/ 1081532 w 1681861"/>
                <a:gd name="connsiteY109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391920 w 1681861"/>
                <a:gd name="connsiteY59" fmla="*/ 134493 h 1510538"/>
                <a:gd name="connsiteX60" fmla="*/ 1392047 w 1681861"/>
                <a:gd name="connsiteY60" fmla="*/ 83312 h 1510538"/>
                <a:gd name="connsiteX61" fmla="*/ 1522730 w 1681861"/>
                <a:gd name="connsiteY61" fmla="*/ 368935 h 1510538"/>
                <a:gd name="connsiteX62" fmla="*/ 1567561 w 1681861"/>
                <a:gd name="connsiteY62" fmla="*/ 314452 h 1510538"/>
                <a:gd name="connsiteX63" fmla="*/ 378191 w 1681861"/>
                <a:gd name="connsiteY63" fmla="*/ 335211 h 1510538"/>
                <a:gd name="connsiteX64" fmla="*/ 198247 w 1681861"/>
                <a:gd name="connsiteY64" fmla="*/ 541782 h 1510538"/>
                <a:gd name="connsiteX65" fmla="*/ 221869 w 1681861"/>
                <a:gd name="connsiteY65" fmla="*/ 552196 h 1510538"/>
                <a:gd name="connsiteX66" fmla="*/ 262001 w 1681861"/>
                <a:gd name="connsiteY66" fmla="*/ 635381 h 1510538"/>
                <a:gd name="connsiteX67" fmla="*/ 231648 w 1681861"/>
                <a:gd name="connsiteY67" fmla="*/ 861695 h 1510538"/>
                <a:gd name="connsiteX68" fmla="*/ 196850 w 1681861"/>
                <a:gd name="connsiteY68" fmla="*/ 882523 h 1510538"/>
                <a:gd name="connsiteX69" fmla="*/ 310642 w 1681861"/>
                <a:gd name="connsiteY69" fmla="*/ 983234 h 1510538"/>
                <a:gd name="connsiteX70" fmla="*/ 735076 w 1681861"/>
                <a:gd name="connsiteY70" fmla="*/ 1050544 h 1510538"/>
                <a:gd name="connsiteX71" fmla="*/ 985774 w 1681861"/>
                <a:gd name="connsiteY71" fmla="*/ 893572 h 1510538"/>
                <a:gd name="connsiteX72" fmla="*/ 991489 w 1681861"/>
                <a:gd name="connsiteY72" fmla="*/ 891286 h 1510538"/>
                <a:gd name="connsiteX73" fmla="*/ 941956 w 1681861"/>
                <a:gd name="connsiteY73" fmla="*/ 426795 h 1510538"/>
                <a:gd name="connsiteX74" fmla="*/ 655811 w 1681861"/>
                <a:gd name="connsiteY74" fmla="*/ 275466 h 1510538"/>
                <a:gd name="connsiteX75" fmla="*/ 372956 w 1681861"/>
                <a:gd name="connsiteY75" fmla="*/ 333954 h 1510538"/>
                <a:gd name="connsiteX76" fmla="*/ 1107186 w 1681861"/>
                <a:gd name="connsiteY76" fmla="*/ 427482 h 1510538"/>
                <a:gd name="connsiteX77" fmla="*/ 1107186 w 1681861"/>
                <a:gd name="connsiteY77" fmla="*/ 427482 h 1510538"/>
                <a:gd name="connsiteX78" fmla="*/ 161417 w 1681861"/>
                <a:gd name="connsiteY78" fmla="*/ 570738 h 1510538"/>
                <a:gd name="connsiteX79" fmla="*/ 114554 w 1681861"/>
                <a:gd name="connsiteY79" fmla="*/ 787908 h 1510538"/>
                <a:gd name="connsiteX80" fmla="*/ 182499 w 1681861"/>
                <a:gd name="connsiteY80" fmla="*/ 859409 h 1510538"/>
                <a:gd name="connsiteX81" fmla="*/ 224917 w 1681861"/>
                <a:gd name="connsiteY81" fmla="*/ 823849 h 1510538"/>
                <a:gd name="connsiteX82" fmla="*/ 224536 w 1681861"/>
                <a:gd name="connsiteY82" fmla="*/ 600837 h 1510538"/>
                <a:gd name="connsiteX83" fmla="*/ 161417 w 1681861"/>
                <a:gd name="connsiteY83" fmla="*/ 570738 h 1510538"/>
                <a:gd name="connsiteX84" fmla="*/ 1039622 w 1681861"/>
                <a:gd name="connsiteY84" fmla="*/ 567055 h 1510538"/>
                <a:gd name="connsiteX85" fmla="*/ 1037717 w 1681861"/>
                <a:gd name="connsiteY85" fmla="*/ 860679 h 1510538"/>
                <a:gd name="connsiteX86" fmla="*/ 1039622 w 1681861"/>
                <a:gd name="connsiteY86" fmla="*/ 567055 h 1510538"/>
                <a:gd name="connsiteX87" fmla="*/ 1648333 w 1681861"/>
                <a:gd name="connsiteY87" fmla="*/ 953897 h 1510538"/>
                <a:gd name="connsiteX88" fmla="*/ 1654810 w 1681861"/>
                <a:gd name="connsiteY88" fmla="*/ 801878 h 1510538"/>
                <a:gd name="connsiteX89" fmla="*/ 1655191 w 1681861"/>
                <a:gd name="connsiteY89" fmla="*/ 663194 h 1510538"/>
                <a:gd name="connsiteX90" fmla="*/ 1654683 w 1681861"/>
                <a:gd name="connsiteY90" fmla="*/ 575183 h 1510538"/>
                <a:gd name="connsiteX91" fmla="*/ 1371092 w 1681861"/>
                <a:gd name="connsiteY91" fmla="*/ 915543 h 1510538"/>
                <a:gd name="connsiteX92" fmla="*/ 1249807 w 1681861"/>
                <a:gd name="connsiteY92" fmla="*/ 1027303 h 1510538"/>
                <a:gd name="connsiteX93" fmla="*/ 1261618 w 1681861"/>
                <a:gd name="connsiteY93" fmla="*/ 956945 h 1510538"/>
                <a:gd name="connsiteX94" fmla="*/ 1208151 w 1681861"/>
                <a:gd name="connsiteY94" fmla="*/ 969391 h 1510538"/>
                <a:gd name="connsiteX95" fmla="*/ 1338961 w 1681861"/>
                <a:gd name="connsiteY95" fmla="*/ 1181862 h 1510538"/>
                <a:gd name="connsiteX96" fmla="*/ 1462913 w 1681861"/>
                <a:gd name="connsiteY96" fmla="*/ 935609 h 1510538"/>
                <a:gd name="connsiteX97" fmla="*/ 1387475 w 1681861"/>
                <a:gd name="connsiteY97" fmla="*/ 1028573 h 1510538"/>
                <a:gd name="connsiteX98" fmla="*/ 1427988 w 1681861"/>
                <a:gd name="connsiteY98" fmla="*/ 922528 h 1510538"/>
                <a:gd name="connsiteX99" fmla="*/ 1371092 w 1681861"/>
                <a:gd name="connsiteY99" fmla="*/ 915543 h 1510538"/>
                <a:gd name="connsiteX100" fmla="*/ 1081532 w 1681861"/>
                <a:gd name="connsiteY100" fmla="*/ 1197610 h 1510538"/>
                <a:gd name="connsiteX101" fmla="*/ 1025652 w 1681861"/>
                <a:gd name="connsiteY101" fmla="*/ 1218311 h 1510538"/>
                <a:gd name="connsiteX102" fmla="*/ 1042035 w 1681861"/>
                <a:gd name="connsiteY102" fmla="*/ 1193673 h 1510538"/>
                <a:gd name="connsiteX103" fmla="*/ 913638 w 1681861"/>
                <a:gd name="connsiteY103" fmla="*/ 1115441 h 1510538"/>
                <a:gd name="connsiteX104" fmla="*/ 964057 w 1681861"/>
                <a:gd name="connsiteY104" fmla="*/ 1364361 h 1510538"/>
                <a:gd name="connsiteX105" fmla="*/ 1097915 w 1681861"/>
                <a:gd name="connsiteY105" fmla="*/ 1391920 h 1510538"/>
                <a:gd name="connsiteX106" fmla="*/ 1340866 w 1681861"/>
                <a:gd name="connsiteY106" fmla="*/ 1211199 h 1510538"/>
                <a:gd name="connsiteX107" fmla="*/ 1181608 w 1681861"/>
                <a:gd name="connsiteY107" fmla="*/ 1096645 h 1510538"/>
                <a:gd name="connsiteX108" fmla="*/ 1081532 w 1681861"/>
                <a:gd name="connsiteY108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92580 w 1681861"/>
                <a:gd name="connsiteY3" fmla="*/ 300609 h 1510538"/>
                <a:gd name="connsiteX4" fmla="*/ 1622933 w 1681861"/>
                <a:gd name="connsiteY4" fmla="*/ 406781 h 1510538"/>
                <a:gd name="connsiteX5" fmla="*/ 1559179 w 1681861"/>
                <a:gd name="connsiteY5" fmla="*/ 434086 h 1510538"/>
                <a:gd name="connsiteX6" fmla="*/ 1681861 w 1681861"/>
                <a:gd name="connsiteY6" fmla="*/ 578739 h 1510538"/>
                <a:gd name="connsiteX7" fmla="*/ 1681353 w 1681861"/>
                <a:gd name="connsiteY7" fmla="*/ 922782 h 1510538"/>
                <a:gd name="connsiteX8" fmla="*/ 1657731 w 1681861"/>
                <a:gd name="connsiteY8" fmla="*/ 993013 h 1510538"/>
                <a:gd name="connsiteX9" fmla="*/ 1517142 w 1681861"/>
                <a:gd name="connsiteY9" fmla="*/ 999998 h 1510538"/>
                <a:gd name="connsiteX10" fmla="*/ 1383030 w 1681861"/>
                <a:gd name="connsiteY10" fmla="*/ 1205865 h 1510538"/>
                <a:gd name="connsiteX11" fmla="*/ 1096137 w 1681861"/>
                <a:gd name="connsiteY11" fmla="*/ 1418209 h 1510538"/>
                <a:gd name="connsiteX12" fmla="*/ 969010 w 1681861"/>
                <a:gd name="connsiteY12" fmla="*/ 1396365 h 1510538"/>
                <a:gd name="connsiteX13" fmla="*/ 968375 w 1681861"/>
                <a:gd name="connsiteY13" fmla="*/ 1493139 h 1510538"/>
                <a:gd name="connsiteX14" fmla="*/ 957580 w 1681861"/>
                <a:gd name="connsiteY14" fmla="*/ 1505839 h 1510538"/>
                <a:gd name="connsiteX15" fmla="*/ 942721 w 1681861"/>
                <a:gd name="connsiteY15" fmla="*/ 1503045 h 1510538"/>
                <a:gd name="connsiteX16" fmla="*/ 940562 w 1681861"/>
                <a:gd name="connsiteY16" fmla="*/ 1399540 h 1510538"/>
                <a:gd name="connsiteX17" fmla="*/ 914908 w 1681861"/>
                <a:gd name="connsiteY17" fmla="*/ 1199769 h 1510538"/>
                <a:gd name="connsiteX18" fmla="*/ 854202 w 1681861"/>
                <a:gd name="connsiteY18" fmla="*/ 1086739 h 1510538"/>
                <a:gd name="connsiteX19" fmla="*/ 678561 w 1681861"/>
                <a:gd name="connsiteY19" fmla="*/ 1080643 h 1510538"/>
                <a:gd name="connsiteX20" fmla="*/ 448437 w 1681861"/>
                <a:gd name="connsiteY20" fmla="*/ 1062609 h 1510538"/>
                <a:gd name="connsiteX21" fmla="*/ 402209 w 1681861"/>
                <a:gd name="connsiteY21" fmla="*/ 1085469 h 1510538"/>
                <a:gd name="connsiteX22" fmla="*/ 338963 w 1681861"/>
                <a:gd name="connsiteY22" fmla="*/ 1105535 h 1510538"/>
                <a:gd name="connsiteX23" fmla="*/ 376047 w 1681861"/>
                <a:gd name="connsiteY23" fmla="*/ 1200912 h 1510538"/>
                <a:gd name="connsiteX24" fmla="*/ 342900 w 1681861"/>
                <a:gd name="connsiteY24" fmla="*/ 1332611 h 1510538"/>
                <a:gd name="connsiteX25" fmla="*/ 265811 w 1681861"/>
                <a:gd name="connsiteY25" fmla="*/ 1501267 h 1510538"/>
                <a:gd name="connsiteX26" fmla="*/ 240157 w 1681861"/>
                <a:gd name="connsiteY26" fmla="*/ 1504569 h 1510538"/>
                <a:gd name="connsiteX27" fmla="*/ 349377 w 1681861"/>
                <a:gd name="connsiteY27" fmla="*/ 1218692 h 1510538"/>
                <a:gd name="connsiteX28" fmla="*/ 311531 w 1681861"/>
                <a:gd name="connsiteY28" fmla="*/ 1116965 h 1510538"/>
                <a:gd name="connsiteX29" fmla="*/ 20955 w 1681861"/>
                <a:gd name="connsiteY29" fmla="*/ 1499997 h 1510538"/>
                <a:gd name="connsiteX30" fmla="*/ 0 w 1681861"/>
                <a:gd name="connsiteY30" fmla="*/ 1510538 h 1510538"/>
                <a:gd name="connsiteX31" fmla="*/ 133223 w 1681861"/>
                <a:gd name="connsiteY31" fmla="*/ 1244219 h 1510538"/>
                <a:gd name="connsiteX32" fmla="*/ 412369 w 1681861"/>
                <a:gd name="connsiteY32" fmla="*/ 1055243 h 1510538"/>
                <a:gd name="connsiteX33" fmla="*/ 198247 w 1681861"/>
                <a:gd name="connsiteY33" fmla="*/ 919353 h 1510538"/>
                <a:gd name="connsiteX34" fmla="*/ 101981 w 1681861"/>
                <a:gd name="connsiteY34" fmla="*/ 829437 h 1510538"/>
                <a:gd name="connsiteX35" fmla="*/ 175895 w 1681861"/>
                <a:gd name="connsiteY35" fmla="*/ 534035 h 1510538"/>
                <a:gd name="connsiteX36" fmla="*/ 379792 w 1681861"/>
                <a:gd name="connsiteY36" fmla="*/ 298477 h 1510538"/>
                <a:gd name="connsiteX37" fmla="*/ 672816 w 1681861"/>
                <a:gd name="connsiteY37" fmla="*/ 253707 h 1510538"/>
                <a:gd name="connsiteX38" fmla="*/ 972991 w 1681861"/>
                <a:gd name="connsiteY38" fmla="*/ 416267 h 1510538"/>
                <a:gd name="connsiteX39" fmla="*/ 1049655 w 1681861"/>
                <a:gd name="connsiteY39" fmla="*/ 552450 h 1510538"/>
                <a:gd name="connsiteX40" fmla="*/ 1114679 w 1681861"/>
                <a:gd name="connsiteY40" fmla="*/ 647700 h 1510538"/>
                <a:gd name="connsiteX41" fmla="*/ 1042924 w 1681861"/>
                <a:gd name="connsiteY41" fmla="*/ 877697 h 1510538"/>
                <a:gd name="connsiteX42" fmla="*/ 1025906 w 1681861"/>
                <a:gd name="connsiteY42" fmla="*/ 887603 h 1510538"/>
                <a:gd name="connsiteX43" fmla="*/ 832358 w 1681861"/>
                <a:gd name="connsiteY43" fmla="*/ 1050163 h 1510538"/>
                <a:gd name="connsiteX44" fmla="*/ 1063879 w 1681861"/>
                <a:gd name="connsiteY44" fmla="*/ 1180338 h 1510538"/>
                <a:gd name="connsiteX45" fmla="*/ 1164717 w 1681861"/>
                <a:gd name="connsiteY45" fmla="*/ 1067308 h 1510538"/>
                <a:gd name="connsiteX46" fmla="*/ 1175385 w 1681861"/>
                <a:gd name="connsiteY46" fmla="*/ 978535 h 1510538"/>
                <a:gd name="connsiteX47" fmla="*/ 1226693 w 1681861"/>
                <a:gd name="connsiteY47" fmla="*/ 925195 h 1510538"/>
                <a:gd name="connsiteX48" fmla="*/ 1282700 w 1681861"/>
                <a:gd name="connsiteY48" fmla="*/ 942594 h 1510538"/>
                <a:gd name="connsiteX49" fmla="*/ 1388745 w 1681861"/>
                <a:gd name="connsiteY49" fmla="*/ 883666 h 1510538"/>
                <a:gd name="connsiteX50" fmla="*/ 1489583 w 1681861"/>
                <a:gd name="connsiteY50" fmla="*/ 927862 h 1510538"/>
                <a:gd name="connsiteX51" fmla="*/ 1083183 w 1681861"/>
                <a:gd name="connsiteY51" fmla="*/ 422021 h 1510538"/>
                <a:gd name="connsiteX52" fmla="*/ 1224407 w 1681861"/>
                <a:gd name="connsiteY52" fmla="*/ 235331 h 1510538"/>
                <a:gd name="connsiteX53" fmla="*/ 1415161 w 1681861"/>
                <a:gd name="connsiteY53" fmla="*/ 56261 h 1510538"/>
                <a:gd name="connsiteX54" fmla="*/ 1427353 w 1681861"/>
                <a:gd name="connsiteY54" fmla="*/ 10287 h 1510538"/>
                <a:gd name="connsiteX55" fmla="*/ 1249680 w 1681861"/>
                <a:gd name="connsiteY55" fmla="*/ 82804 h 1510538"/>
                <a:gd name="connsiteX56" fmla="*/ 1249934 w 1681861"/>
                <a:gd name="connsiteY56" fmla="*/ 251206 h 1510538"/>
                <a:gd name="connsiteX57" fmla="*/ 1111631 w 1681861"/>
                <a:gd name="connsiteY57" fmla="*/ 401574 h 1510538"/>
                <a:gd name="connsiteX58" fmla="*/ 1391920 w 1681861"/>
                <a:gd name="connsiteY58" fmla="*/ 134493 h 1510538"/>
                <a:gd name="connsiteX59" fmla="*/ 1392047 w 1681861"/>
                <a:gd name="connsiteY59" fmla="*/ 83312 h 1510538"/>
                <a:gd name="connsiteX60" fmla="*/ 1522730 w 1681861"/>
                <a:gd name="connsiteY60" fmla="*/ 368935 h 1510538"/>
                <a:gd name="connsiteX61" fmla="*/ 1567561 w 1681861"/>
                <a:gd name="connsiteY61" fmla="*/ 314452 h 1510538"/>
                <a:gd name="connsiteX62" fmla="*/ 378191 w 1681861"/>
                <a:gd name="connsiteY62" fmla="*/ 335211 h 1510538"/>
                <a:gd name="connsiteX63" fmla="*/ 198247 w 1681861"/>
                <a:gd name="connsiteY63" fmla="*/ 541782 h 1510538"/>
                <a:gd name="connsiteX64" fmla="*/ 221869 w 1681861"/>
                <a:gd name="connsiteY64" fmla="*/ 552196 h 1510538"/>
                <a:gd name="connsiteX65" fmla="*/ 262001 w 1681861"/>
                <a:gd name="connsiteY65" fmla="*/ 635381 h 1510538"/>
                <a:gd name="connsiteX66" fmla="*/ 231648 w 1681861"/>
                <a:gd name="connsiteY66" fmla="*/ 861695 h 1510538"/>
                <a:gd name="connsiteX67" fmla="*/ 196850 w 1681861"/>
                <a:gd name="connsiteY67" fmla="*/ 882523 h 1510538"/>
                <a:gd name="connsiteX68" fmla="*/ 310642 w 1681861"/>
                <a:gd name="connsiteY68" fmla="*/ 983234 h 1510538"/>
                <a:gd name="connsiteX69" fmla="*/ 735076 w 1681861"/>
                <a:gd name="connsiteY69" fmla="*/ 1050544 h 1510538"/>
                <a:gd name="connsiteX70" fmla="*/ 985774 w 1681861"/>
                <a:gd name="connsiteY70" fmla="*/ 893572 h 1510538"/>
                <a:gd name="connsiteX71" fmla="*/ 991489 w 1681861"/>
                <a:gd name="connsiteY71" fmla="*/ 891286 h 1510538"/>
                <a:gd name="connsiteX72" fmla="*/ 941956 w 1681861"/>
                <a:gd name="connsiteY72" fmla="*/ 426795 h 1510538"/>
                <a:gd name="connsiteX73" fmla="*/ 655811 w 1681861"/>
                <a:gd name="connsiteY73" fmla="*/ 275466 h 1510538"/>
                <a:gd name="connsiteX74" fmla="*/ 372956 w 1681861"/>
                <a:gd name="connsiteY74" fmla="*/ 333954 h 1510538"/>
                <a:gd name="connsiteX75" fmla="*/ 1107186 w 1681861"/>
                <a:gd name="connsiteY75" fmla="*/ 427482 h 1510538"/>
                <a:gd name="connsiteX76" fmla="*/ 1107186 w 1681861"/>
                <a:gd name="connsiteY76" fmla="*/ 427482 h 1510538"/>
                <a:gd name="connsiteX77" fmla="*/ 161417 w 1681861"/>
                <a:gd name="connsiteY77" fmla="*/ 570738 h 1510538"/>
                <a:gd name="connsiteX78" fmla="*/ 114554 w 1681861"/>
                <a:gd name="connsiteY78" fmla="*/ 787908 h 1510538"/>
                <a:gd name="connsiteX79" fmla="*/ 182499 w 1681861"/>
                <a:gd name="connsiteY79" fmla="*/ 859409 h 1510538"/>
                <a:gd name="connsiteX80" fmla="*/ 224917 w 1681861"/>
                <a:gd name="connsiteY80" fmla="*/ 823849 h 1510538"/>
                <a:gd name="connsiteX81" fmla="*/ 224536 w 1681861"/>
                <a:gd name="connsiteY81" fmla="*/ 600837 h 1510538"/>
                <a:gd name="connsiteX82" fmla="*/ 161417 w 1681861"/>
                <a:gd name="connsiteY82" fmla="*/ 570738 h 1510538"/>
                <a:gd name="connsiteX83" fmla="*/ 1039622 w 1681861"/>
                <a:gd name="connsiteY83" fmla="*/ 567055 h 1510538"/>
                <a:gd name="connsiteX84" fmla="*/ 1037717 w 1681861"/>
                <a:gd name="connsiteY84" fmla="*/ 860679 h 1510538"/>
                <a:gd name="connsiteX85" fmla="*/ 1039622 w 1681861"/>
                <a:gd name="connsiteY85" fmla="*/ 567055 h 1510538"/>
                <a:gd name="connsiteX86" fmla="*/ 1648333 w 1681861"/>
                <a:gd name="connsiteY86" fmla="*/ 953897 h 1510538"/>
                <a:gd name="connsiteX87" fmla="*/ 1654810 w 1681861"/>
                <a:gd name="connsiteY87" fmla="*/ 801878 h 1510538"/>
                <a:gd name="connsiteX88" fmla="*/ 1655191 w 1681861"/>
                <a:gd name="connsiteY88" fmla="*/ 663194 h 1510538"/>
                <a:gd name="connsiteX89" fmla="*/ 1654683 w 1681861"/>
                <a:gd name="connsiteY89" fmla="*/ 575183 h 1510538"/>
                <a:gd name="connsiteX90" fmla="*/ 1371092 w 1681861"/>
                <a:gd name="connsiteY90" fmla="*/ 915543 h 1510538"/>
                <a:gd name="connsiteX91" fmla="*/ 1249807 w 1681861"/>
                <a:gd name="connsiteY91" fmla="*/ 1027303 h 1510538"/>
                <a:gd name="connsiteX92" fmla="*/ 1261618 w 1681861"/>
                <a:gd name="connsiteY92" fmla="*/ 956945 h 1510538"/>
                <a:gd name="connsiteX93" fmla="*/ 1208151 w 1681861"/>
                <a:gd name="connsiteY93" fmla="*/ 969391 h 1510538"/>
                <a:gd name="connsiteX94" fmla="*/ 1338961 w 1681861"/>
                <a:gd name="connsiteY94" fmla="*/ 1181862 h 1510538"/>
                <a:gd name="connsiteX95" fmla="*/ 1462913 w 1681861"/>
                <a:gd name="connsiteY95" fmla="*/ 935609 h 1510538"/>
                <a:gd name="connsiteX96" fmla="*/ 1387475 w 1681861"/>
                <a:gd name="connsiteY96" fmla="*/ 1028573 h 1510538"/>
                <a:gd name="connsiteX97" fmla="*/ 1427988 w 1681861"/>
                <a:gd name="connsiteY97" fmla="*/ 922528 h 1510538"/>
                <a:gd name="connsiteX98" fmla="*/ 1371092 w 1681861"/>
                <a:gd name="connsiteY98" fmla="*/ 915543 h 1510538"/>
                <a:gd name="connsiteX99" fmla="*/ 1081532 w 1681861"/>
                <a:gd name="connsiteY99" fmla="*/ 1197610 h 1510538"/>
                <a:gd name="connsiteX100" fmla="*/ 1025652 w 1681861"/>
                <a:gd name="connsiteY100" fmla="*/ 1218311 h 1510538"/>
                <a:gd name="connsiteX101" fmla="*/ 1042035 w 1681861"/>
                <a:gd name="connsiteY101" fmla="*/ 1193673 h 1510538"/>
                <a:gd name="connsiteX102" fmla="*/ 913638 w 1681861"/>
                <a:gd name="connsiteY102" fmla="*/ 1115441 h 1510538"/>
                <a:gd name="connsiteX103" fmla="*/ 964057 w 1681861"/>
                <a:gd name="connsiteY103" fmla="*/ 1364361 h 1510538"/>
                <a:gd name="connsiteX104" fmla="*/ 1097915 w 1681861"/>
                <a:gd name="connsiteY104" fmla="*/ 1391920 h 1510538"/>
                <a:gd name="connsiteX105" fmla="*/ 1340866 w 1681861"/>
                <a:gd name="connsiteY105" fmla="*/ 1211199 h 1510538"/>
                <a:gd name="connsiteX106" fmla="*/ 1181608 w 1681861"/>
                <a:gd name="connsiteY106" fmla="*/ 1096645 h 1510538"/>
                <a:gd name="connsiteX107" fmla="*/ 1081532 w 1681861"/>
                <a:gd name="connsiteY107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415161 w 1681861"/>
                <a:gd name="connsiteY52" fmla="*/ 56261 h 1510538"/>
                <a:gd name="connsiteX53" fmla="*/ 1427353 w 1681861"/>
                <a:gd name="connsiteY53" fmla="*/ 10287 h 1510538"/>
                <a:gd name="connsiteX54" fmla="*/ 1249680 w 1681861"/>
                <a:gd name="connsiteY54" fmla="*/ 82804 h 1510538"/>
                <a:gd name="connsiteX55" fmla="*/ 1249934 w 1681861"/>
                <a:gd name="connsiteY55" fmla="*/ 251206 h 1510538"/>
                <a:gd name="connsiteX56" fmla="*/ 1111631 w 1681861"/>
                <a:gd name="connsiteY56" fmla="*/ 401574 h 1510538"/>
                <a:gd name="connsiteX57" fmla="*/ 1391920 w 1681861"/>
                <a:gd name="connsiteY57" fmla="*/ 134493 h 1510538"/>
                <a:gd name="connsiteX58" fmla="*/ 1392047 w 1681861"/>
                <a:gd name="connsiteY58" fmla="*/ 83312 h 1510538"/>
                <a:gd name="connsiteX59" fmla="*/ 1522730 w 1681861"/>
                <a:gd name="connsiteY59" fmla="*/ 368935 h 1510538"/>
                <a:gd name="connsiteX60" fmla="*/ 1567561 w 1681861"/>
                <a:gd name="connsiteY60" fmla="*/ 314452 h 1510538"/>
                <a:gd name="connsiteX61" fmla="*/ 378191 w 1681861"/>
                <a:gd name="connsiteY61" fmla="*/ 335211 h 1510538"/>
                <a:gd name="connsiteX62" fmla="*/ 198247 w 1681861"/>
                <a:gd name="connsiteY62" fmla="*/ 541782 h 1510538"/>
                <a:gd name="connsiteX63" fmla="*/ 221869 w 1681861"/>
                <a:gd name="connsiteY63" fmla="*/ 552196 h 1510538"/>
                <a:gd name="connsiteX64" fmla="*/ 262001 w 1681861"/>
                <a:gd name="connsiteY64" fmla="*/ 635381 h 1510538"/>
                <a:gd name="connsiteX65" fmla="*/ 231648 w 1681861"/>
                <a:gd name="connsiteY65" fmla="*/ 861695 h 1510538"/>
                <a:gd name="connsiteX66" fmla="*/ 196850 w 1681861"/>
                <a:gd name="connsiteY66" fmla="*/ 882523 h 1510538"/>
                <a:gd name="connsiteX67" fmla="*/ 310642 w 1681861"/>
                <a:gd name="connsiteY67" fmla="*/ 983234 h 1510538"/>
                <a:gd name="connsiteX68" fmla="*/ 735076 w 1681861"/>
                <a:gd name="connsiteY68" fmla="*/ 1050544 h 1510538"/>
                <a:gd name="connsiteX69" fmla="*/ 985774 w 1681861"/>
                <a:gd name="connsiteY69" fmla="*/ 893572 h 1510538"/>
                <a:gd name="connsiteX70" fmla="*/ 991489 w 1681861"/>
                <a:gd name="connsiteY70" fmla="*/ 891286 h 1510538"/>
                <a:gd name="connsiteX71" fmla="*/ 941956 w 1681861"/>
                <a:gd name="connsiteY71" fmla="*/ 426795 h 1510538"/>
                <a:gd name="connsiteX72" fmla="*/ 655811 w 1681861"/>
                <a:gd name="connsiteY72" fmla="*/ 275466 h 1510538"/>
                <a:gd name="connsiteX73" fmla="*/ 372956 w 1681861"/>
                <a:gd name="connsiteY73" fmla="*/ 333954 h 1510538"/>
                <a:gd name="connsiteX74" fmla="*/ 1107186 w 1681861"/>
                <a:gd name="connsiteY74" fmla="*/ 427482 h 1510538"/>
                <a:gd name="connsiteX75" fmla="*/ 1107186 w 1681861"/>
                <a:gd name="connsiteY75" fmla="*/ 427482 h 1510538"/>
                <a:gd name="connsiteX76" fmla="*/ 161417 w 1681861"/>
                <a:gd name="connsiteY76" fmla="*/ 570738 h 1510538"/>
                <a:gd name="connsiteX77" fmla="*/ 114554 w 1681861"/>
                <a:gd name="connsiteY77" fmla="*/ 787908 h 1510538"/>
                <a:gd name="connsiteX78" fmla="*/ 182499 w 1681861"/>
                <a:gd name="connsiteY78" fmla="*/ 859409 h 1510538"/>
                <a:gd name="connsiteX79" fmla="*/ 224917 w 1681861"/>
                <a:gd name="connsiteY79" fmla="*/ 823849 h 1510538"/>
                <a:gd name="connsiteX80" fmla="*/ 224536 w 1681861"/>
                <a:gd name="connsiteY80" fmla="*/ 600837 h 1510538"/>
                <a:gd name="connsiteX81" fmla="*/ 161417 w 1681861"/>
                <a:gd name="connsiteY81" fmla="*/ 570738 h 1510538"/>
                <a:gd name="connsiteX82" fmla="*/ 1039622 w 1681861"/>
                <a:gd name="connsiteY82" fmla="*/ 567055 h 1510538"/>
                <a:gd name="connsiteX83" fmla="*/ 1037717 w 1681861"/>
                <a:gd name="connsiteY83" fmla="*/ 860679 h 1510538"/>
                <a:gd name="connsiteX84" fmla="*/ 1039622 w 1681861"/>
                <a:gd name="connsiteY84" fmla="*/ 567055 h 1510538"/>
                <a:gd name="connsiteX85" fmla="*/ 1648333 w 1681861"/>
                <a:gd name="connsiteY85" fmla="*/ 953897 h 1510538"/>
                <a:gd name="connsiteX86" fmla="*/ 1654810 w 1681861"/>
                <a:gd name="connsiteY86" fmla="*/ 801878 h 1510538"/>
                <a:gd name="connsiteX87" fmla="*/ 1655191 w 1681861"/>
                <a:gd name="connsiteY87" fmla="*/ 663194 h 1510538"/>
                <a:gd name="connsiteX88" fmla="*/ 1654683 w 1681861"/>
                <a:gd name="connsiteY88" fmla="*/ 575183 h 1510538"/>
                <a:gd name="connsiteX89" fmla="*/ 1371092 w 1681861"/>
                <a:gd name="connsiteY89" fmla="*/ 915543 h 1510538"/>
                <a:gd name="connsiteX90" fmla="*/ 1249807 w 1681861"/>
                <a:gd name="connsiteY90" fmla="*/ 1027303 h 1510538"/>
                <a:gd name="connsiteX91" fmla="*/ 1261618 w 1681861"/>
                <a:gd name="connsiteY91" fmla="*/ 956945 h 1510538"/>
                <a:gd name="connsiteX92" fmla="*/ 1208151 w 1681861"/>
                <a:gd name="connsiteY92" fmla="*/ 969391 h 1510538"/>
                <a:gd name="connsiteX93" fmla="*/ 1338961 w 1681861"/>
                <a:gd name="connsiteY93" fmla="*/ 1181862 h 1510538"/>
                <a:gd name="connsiteX94" fmla="*/ 1462913 w 1681861"/>
                <a:gd name="connsiteY94" fmla="*/ 935609 h 1510538"/>
                <a:gd name="connsiteX95" fmla="*/ 1387475 w 1681861"/>
                <a:gd name="connsiteY95" fmla="*/ 1028573 h 1510538"/>
                <a:gd name="connsiteX96" fmla="*/ 1427988 w 1681861"/>
                <a:gd name="connsiteY96" fmla="*/ 922528 h 1510538"/>
                <a:gd name="connsiteX97" fmla="*/ 1371092 w 1681861"/>
                <a:gd name="connsiteY97" fmla="*/ 915543 h 1510538"/>
                <a:gd name="connsiteX98" fmla="*/ 1081532 w 1681861"/>
                <a:gd name="connsiteY98" fmla="*/ 1197610 h 1510538"/>
                <a:gd name="connsiteX99" fmla="*/ 1025652 w 1681861"/>
                <a:gd name="connsiteY99" fmla="*/ 1218311 h 1510538"/>
                <a:gd name="connsiteX100" fmla="*/ 1042035 w 1681861"/>
                <a:gd name="connsiteY100" fmla="*/ 1193673 h 1510538"/>
                <a:gd name="connsiteX101" fmla="*/ 913638 w 1681861"/>
                <a:gd name="connsiteY101" fmla="*/ 1115441 h 1510538"/>
                <a:gd name="connsiteX102" fmla="*/ 964057 w 1681861"/>
                <a:gd name="connsiteY102" fmla="*/ 1364361 h 1510538"/>
                <a:gd name="connsiteX103" fmla="*/ 1097915 w 1681861"/>
                <a:gd name="connsiteY103" fmla="*/ 1391920 h 1510538"/>
                <a:gd name="connsiteX104" fmla="*/ 1340866 w 1681861"/>
                <a:gd name="connsiteY104" fmla="*/ 1211199 h 1510538"/>
                <a:gd name="connsiteX105" fmla="*/ 1181608 w 1681861"/>
                <a:gd name="connsiteY105" fmla="*/ 1096645 h 1510538"/>
                <a:gd name="connsiteX106" fmla="*/ 1081532 w 1681861"/>
                <a:gd name="connsiteY106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415161 w 1681861"/>
                <a:gd name="connsiteY52" fmla="*/ 56261 h 1510538"/>
                <a:gd name="connsiteX53" fmla="*/ 1427353 w 1681861"/>
                <a:gd name="connsiteY53" fmla="*/ 10287 h 1510538"/>
                <a:gd name="connsiteX54" fmla="*/ 1249680 w 1681861"/>
                <a:gd name="connsiteY54" fmla="*/ 82804 h 1510538"/>
                <a:gd name="connsiteX55" fmla="*/ 1249934 w 1681861"/>
                <a:gd name="connsiteY55" fmla="*/ 251206 h 1510538"/>
                <a:gd name="connsiteX56" fmla="*/ 1111631 w 1681861"/>
                <a:gd name="connsiteY56" fmla="*/ 401574 h 1510538"/>
                <a:gd name="connsiteX57" fmla="*/ 1392047 w 1681861"/>
                <a:gd name="connsiteY57" fmla="*/ 83312 h 1510538"/>
                <a:gd name="connsiteX58" fmla="*/ 1522730 w 1681861"/>
                <a:gd name="connsiteY58" fmla="*/ 368935 h 1510538"/>
                <a:gd name="connsiteX59" fmla="*/ 1567561 w 1681861"/>
                <a:gd name="connsiteY59" fmla="*/ 314452 h 1510538"/>
                <a:gd name="connsiteX60" fmla="*/ 378191 w 1681861"/>
                <a:gd name="connsiteY60" fmla="*/ 335211 h 1510538"/>
                <a:gd name="connsiteX61" fmla="*/ 198247 w 1681861"/>
                <a:gd name="connsiteY61" fmla="*/ 541782 h 1510538"/>
                <a:gd name="connsiteX62" fmla="*/ 221869 w 1681861"/>
                <a:gd name="connsiteY62" fmla="*/ 552196 h 1510538"/>
                <a:gd name="connsiteX63" fmla="*/ 262001 w 1681861"/>
                <a:gd name="connsiteY63" fmla="*/ 635381 h 1510538"/>
                <a:gd name="connsiteX64" fmla="*/ 231648 w 1681861"/>
                <a:gd name="connsiteY64" fmla="*/ 861695 h 1510538"/>
                <a:gd name="connsiteX65" fmla="*/ 196850 w 1681861"/>
                <a:gd name="connsiteY65" fmla="*/ 882523 h 1510538"/>
                <a:gd name="connsiteX66" fmla="*/ 310642 w 1681861"/>
                <a:gd name="connsiteY66" fmla="*/ 983234 h 1510538"/>
                <a:gd name="connsiteX67" fmla="*/ 735076 w 1681861"/>
                <a:gd name="connsiteY67" fmla="*/ 1050544 h 1510538"/>
                <a:gd name="connsiteX68" fmla="*/ 985774 w 1681861"/>
                <a:gd name="connsiteY68" fmla="*/ 893572 h 1510538"/>
                <a:gd name="connsiteX69" fmla="*/ 991489 w 1681861"/>
                <a:gd name="connsiteY69" fmla="*/ 891286 h 1510538"/>
                <a:gd name="connsiteX70" fmla="*/ 941956 w 1681861"/>
                <a:gd name="connsiteY70" fmla="*/ 426795 h 1510538"/>
                <a:gd name="connsiteX71" fmla="*/ 655811 w 1681861"/>
                <a:gd name="connsiteY71" fmla="*/ 275466 h 1510538"/>
                <a:gd name="connsiteX72" fmla="*/ 372956 w 1681861"/>
                <a:gd name="connsiteY72" fmla="*/ 333954 h 1510538"/>
                <a:gd name="connsiteX73" fmla="*/ 1107186 w 1681861"/>
                <a:gd name="connsiteY73" fmla="*/ 427482 h 1510538"/>
                <a:gd name="connsiteX74" fmla="*/ 1107186 w 1681861"/>
                <a:gd name="connsiteY74" fmla="*/ 427482 h 1510538"/>
                <a:gd name="connsiteX75" fmla="*/ 161417 w 1681861"/>
                <a:gd name="connsiteY75" fmla="*/ 570738 h 1510538"/>
                <a:gd name="connsiteX76" fmla="*/ 114554 w 1681861"/>
                <a:gd name="connsiteY76" fmla="*/ 787908 h 1510538"/>
                <a:gd name="connsiteX77" fmla="*/ 182499 w 1681861"/>
                <a:gd name="connsiteY77" fmla="*/ 859409 h 1510538"/>
                <a:gd name="connsiteX78" fmla="*/ 224917 w 1681861"/>
                <a:gd name="connsiteY78" fmla="*/ 823849 h 1510538"/>
                <a:gd name="connsiteX79" fmla="*/ 224536 w 1681861"/>
                <a:gd name="connsiteY79" fmla="*/ 600837 h 1510538"/>
                <a:gd name="connsiteX80" fmla="*/ 161417 w 1681861"/>
                <a:gd name="connsiteY80" fmla="*/ 570738 h 1510538"/>
                <a:gd name="connsiteX81" fmla="*/ 1039622 w 1681861"/>
                <a:gd name="connsiteY81" fmla="*/ 567055 h 1510538"/>
                <a:gd name="connsiteX82" fmla="*/ 1037717 w 1681861"/>
                <a:gd name="connsiteY82" fmla="*/ 860679 h 1510538"/>
                <a:gd name="connsiteX83" fmla="*/ 1039622 w 1681861"/>
                <a:gd name="connsiteY83" fmla="*/ 567055 h 1510538"/>
                <a:gd name="connsiteX84" fmla="*/ 1648333 w 1681861"/>
                <a:gd name="connsiteY84" fmla="*/ 953897 h 1510538"/>
                <a:gd name="connsiteX85" fmla="*/ 1654810 w 1681861"/>
                <a:gd name="connsiteY85" fmla="*/ 801878 h 1510538"/>
                <a:gd name="connsiteX86" fmla="*/ 1655191 w 1681861"/>
                <a:gd name="connsiteY86" fmla="*/ 663194 h 1510538"/>
                <a:gd name="connsiteX87" fmla="*/ 1654683 w 1681861"/>
                <a:gd name="connsiteY87" fmla="*/ 575183 h 1510538"/>
                <a:gd name="connsiteX88" fmla="*/ 1371092 w 1681861"/>
                <a:gd name="connsiteY88" fmla="*/ 915543 h 1510538"/>
                <a:gd name="connsiteX89" fmla="*/ 1249807 w 1681861"/>
                <a:gd name="connsiteY89" fmla="*/ 1027303 h 1510538"/>
                <a:gd name="connsiteX90" fmla="*/ 1261618 w 1681861"/>
                <a:gd name="connsiteY90" fmla="*/ 956945 h 1510538"/>
                <a:gd name="connsiteX91" fmla="*/ 1208151 w 1681861"/>
                <a:gd name="connsiteY91" fmla="*/ 969391 h 1510538"/>
                <a:gd name="connsiteX92" fmla="*/ 1338961 w 1681861"/>
                <a:gd name="connsiteY92" fmla="*/ 1181862 h 1510538"/>
                <a:gd name="connsiteX93" fmla="*/ 1462913 w 1681861"/>
                <a:gd name="connsiteY93" fmla="*/ 935609 h 1510538"/>
                <a:gd name="connsiteX94" fmla="*/ 1387475 w 1681861"/>
                <a:gd name="connsiteY94" fmla="*/ 1028573 h 1510538"/>
                <a:gd name="connsiteX95" fmla="*/ 1427988 w 1681861"/>
                <a:gd name="connsiteY95" fmla="*/ 922528 h 1510538"/>
                <a:gd name="connsiteX96" fmla="*/ 1371092 w 1681861"/>
                <a:gd name="connsiteY96" fmla="*/ 915543 h 1510538"/>
                <a:gd name="connsiteX97" fmla="*/ 1081532 w 1681861"/>
                <a:gd name="connsiteY97" fmla="*/ 1197610 h 1510538"/>
                <a:gd name="connsiteX98" fmla="*/ 1025652 w 1681861"/>
                <a:gd name="connsiteY98" fmla="*/ 1218311 h 1510538"/>
                <a:gd name="connsiteX99" fmla="*/ 1042035 w 1681861"/>
                <a:gd name="connsiteY99" fmla="*/ 1193673 h 1510538"/>
                <a:gd name="connsiteX100" fmla="*/ 913638 w 1681861"/>
                <a:gd name="connsiteY100" fmla="*/ 1115441 h 1510538"/>
                <a:gd name="connsiteX101" fmla="*/ 964057 w 1681861"/>
                <a:gd name="connsiteY101" fmla="*/ 1364361 h 1510538"/>
                <a:gd name="connsiteX102" fmla="*/ 1097915 w 1681861"/>
                <a:gd name="connsiteY102" fmla="*/ 1391920 h 1510538"/>
                <a:gd name="connsiteX103" fmla="*/ 1340866 w 1681861"/>
                <a:gd name="connsiteY103" fmla="*/ 1211199 h 1510538"/>
                <a:gd name="connsiteX104" fmla="*/ 1181608 w 1681861"/>
                <a:gd name="connsiteY104" fmla="*/ 1096645 h 1510538"/>
                <a:gd name="connsiteX105" fmla="*/ 1081532 w 1681861"/>
                <a:gd name="connsiteY105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415161 w 1681861"/>
                <a:gd name="connsiteY52" fmla="*/ 56261 h 1510538"/>
                <a:gd name="connsiteX53" fmla="*/ 1427353 w 1681861"/>
                <a:gd name="connsiteY53" fmla="*/ 10287 h 1510538"/>
                <a:gd name="connsiteX54" fmla="*/ 1249680 w 1681861"/>
                <a:gd name="connsiteY54" fmla="*/ 82804 h 1510538"/>
                <a:gd name="connsiteX55" fmla="*/ 1249934 w 1681861"/>
                <a:gd name="connsiteY55" fmla="*/ 251206 h 1510538"/>
                <a:gd name="connsiteX56" fmla="*/ 1111631 w 1681861"/>
                <a:gd name="connsiteY56" fmla="*/ 401574 h 1510538"/>
                <a:gd name="connsiteX57" fmla="*/ 1522730 w 1681861"/>
                <a:gd name="connsiteY57" fmla="*/ 368935 h 1510538"/>
                <a:gd name="connsiteX58" fmla="*/ 1567561 w 1681861"/>
                <a:gd name="connsiteY58" fmla="*/ 314452 h 1510538"/>
                <a:gd name="connsiteX59" fmla="*/ 378191 w 1681861"/>
                <a:gd name="connsiteY59" fmla="*/ 335211 h 1510538"/>
                <a:gd name="connsiteX60" fmla="*/ 198247 w 1681861"/>
                <a:gd name="connsiteY60" fmla="*/ 541782 h 1510538"/>
                <a:gd name="connsiteX61" fmla="*/ 221869 w 1681861"/>
                <a:gd name="connsiteY61" fmla="*/ 552196 h 1510538"/>
                <a:gd name="connsiteX62" fmla="*/ 262001 w 1681861"/>
                <a:gd name="connsiteY62" fmla="*/ 635381 h 1510538"/>
                <a:gd name="connsiteX63" fmla="*/ 231648 w 1681861"/>
                <a:gd name="connsiteY63" fmla="*/ 861695 h 1510538"/>
                <a:gd name="connsiteX64" fmla="*/ 196850 w 1681861"/>
                <a:gd name="connsiteY64" fmla="*/ 882523 h 1510538"/>
                <a:gd name="connsiteX65" fmla="*/ 310642 w 1681861"/>
                <a:gd name="connsiteY65" fmla="*/ 983234 h 1510538"/>
                <a:gd name="connsiteX66" fmla="*/ 735076 w 1681861"/>
                <a:gd name="connsiteY66" fmla="*/ 1050544 h 1510538"/>
                <a:gd name="connsiteX67" fmla="*/ 985774 w 1681861"/>
                <a:gd name="connsiteY67" fmla="*/ 893572 h 1510538"/>
                <a:gd name="connsiteX68" fmla="*/ 991489 w 1681861"/>
                <a:gd name="connsiteY68" fmla="*/ 891286 h 1510538"/>
                <a:gd name="connsiteX69" fmla="*/ 941956 w 1681861"/>
                <a:gd name="connsiteY69" fmla="*/ 426795 h 1510538"/>
                <a:gd name="connsiteX70" fmla="*/ 655811 w 1681861"/>
                <a:gd name="connsiteY70" fmla="*/ 275466 h 1510538"/>
                <a:gd name="connsiteX71" fmla="*/ 372956 w 1681861"/>
                <a:gd name="connsiteY71" fmla="*/ 333954 h 1510538"/>
                <a:gd name="connsiteX72" fmla="*/ 1107186 w 1681861"/>
                <a:gd name="connsiteY72" fmla="*/ 427482 h 1510538"/>
                <a:gd name="connsiteX73" fmla="*/ 1107186 w 1681861"/>
                <a:gd name="connsiteY73" fmla="*/ 427482 h 1510538"/>
                <a:gd name="connsiteX74" fmla="*/ 161417 w 1681861"/>
                <a:gd name="connsiteY74" fmla="*/ 570738 h 1510538"/>
                <a:gd name="connsiteX75" fmla="*/ 114554 w 1681861"/>
                <a:gd name="connsiteY75" fmla="*/ 787908 h 1510538"/>
                <a:gd name="connsiteX76" fmla="*/ 182499 w 1681861"/>
                <a:gd name="connsiteY76" fmla="*/ 859409 h 1510538"/>
                <a:gd name="connsiteX77" fmla="*/ 224917 w 1681861"/>
                <a:gd name="connsiteY77" fmla="*/ 823849 h 1510538"/>
                <a:gd name="connsiteX78" fmla="*/ 224536 w 1681861"/>
                <a:gd name="connsiteY78" fmla="*/ 600837 h 1510538"/>
                <a:gd name="connsiteX79" fmla="*/ 161417 w 1681861"/>
                <a:gd name="connsiteY79" fmla="*/ 570738 h 1510538"/>
                <a:gd name="connsiteX80" fmla="*/ 1039622 w 1681861"/>
                <a:gd name="connsiteY80" fmla="*/ 567055 h 1510538"/>
                <a:gd name="connsiteX81" fmla="*/ 1037717 w 1681861"/>
                <a:gd name="connsiteY81" fmla="*/ 860679 h 1510538"/>
                <a:gd name="connsiteX82" fmla="*/ 1039622 w 1681861"/>
                <a:gd name="connsiteY82" fmla="*/ 567055 h 1510538"/>
                <a:gd name="connsiteX83" fmla="*/ 1648333 w 1681861"/>
                <a:gd name="connsiteY83" fmla="*/ 953897 h 1510538"/>
                <a:gd name="connsiteX84" fmla="*/ 1654810 w 1681861"/>
                <a:gd name="connsiteY84" fmla="*/ 801878 h 1510538"/>
                <a:gd name="connsiteX85" fmla="*/ 1655191 w 1681861"/>
                <a:gd name="connsiteY85" fmla="*/ 663194 h 1510538"/>
                <a:gd name="connsiteX86" fmla="*/ 1654683 w 1681861"/>
                <a:gd name="connsiteY86" fmla="*/ 575183 h 1510538"/>
                <a:gd name="connsiteX87" fmla="*/ 1371092 w 1681861"/>
                <a:gd name="connsiteY87" fmla="*/ 915543 h 1510538"/>
                <a:gd name="connsiteX88" fmla="*/ 1249807 w 1681861"/>
                <a:gd name="connsiteY88" fmla="*/ 1027303 h 1510538"/>
                <a:gd name="connsiteX89" fmla="*/ 1261618 w 1681861"/>
                <a:gd name="connsiteY89" fmla="*/ 956945 h 1510538"/>
                <a:gd name="connsiteX90" fmla="*/ 1208151 w 1681861"/>
                <a:gd name="connsiteY90" fmla="*/ 969391 h 1510538"/>
                <a:gd name="connsiteX91" fmla="*/ 1338961 w 1681861"/>
                <a:gd name="connsiteY91" fmla="*/ 1181862 h 1510538"/>
                <a:gd name="connsiteX92" fmla="*/ 1462913 w 1681861"/>
                <a:gd name="connsiteY92" fmla="*/ 935609 h 1510538"/>
                <a:gd name="connsiteX93" fmla="*/ 1387475 w 1681861"/>
                <a:gd name="connsiteY93" fmla="*/ 1028573 h 1510538"/>
                <a:gd name="connsiteX94" fmla="*/ 1427988 w 1681861"/>
                <a:gd name="connsiteY94" fmla="*/ 922528 h 1510538"/>
                <a:gd name="connsiteX95" fmla="*/ 1371092 w 1681861"/>
                <a:gd name="connsiteY95" fmla="*/ 915543 h 1510538"/>
                <a:gd name="connsiteX96" fmla="*/ 1081532 w 1681861"/>
                <a:gd name="connsiteY96" fmla="*/ 1197610 h 1510538"/>
                <a:gd name="connsiteX97" fmla="*/ 1025652 w 1681861"/>
                <a:gd name="connsiteY97" fmla="*/ 1218311 h 1510538"/>
                <a:gd name="connsiteX98" fmla="*/ 1042035 w 1681861"/>
                <a:gd name="connsiteY98" fmla="*/ 1193673 h 1510538"/>
                <a:gd name="connsiteX99" fmla="*/ 913638 w 1681861"/>
                <a:gd name="connsiteY99" fmla="*/ 1115441 h 1510538"/>
                <a:gd name="connsiteX100" fmla="*/ 964057 w 1681861"/>
                <a:gd name="connsiteY100" fmla="*/ 1364361 h 1510538"/>
                <a:gd name="connsiteX101" fmla="*/ 1097915 w 1681861"/>
                <a:gd name="connsiteY101" fmla="*/ 1391920 h 1510538"/>
                <a:gd name="connsiteX102" fmla="*/ 1340866 w 1681861"/>
                <a:gd name="connsiteY102" fmla="*/ 1211199 h 1510538"/>
                <a:gd name="connsiteX103" fmla="*/ 1181608 w 1681861"/>
                <a:gd name="connsiteY103" fmla="*/ 1096645 h 1510538"/>
                <a:gd name="connsiteX104" fmla="*/ 1081532 w 1681861"/>
                <a:gd name="connsiteY104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249680 w 1681861"/>
                <a:gd name="connsiteY52" fmla="*/ 82804 h 1510538"/>
                <a:gd name="connsiteX53" fmla="*/ 1249934 w 1681861"/>
                <a:gd name="connsiteY53" fmla="*/ 251206 h 1510538"/>
                <a:gd name="connsiteX54" fmla="*/ 1111631 w 1681861"/>
                <a:gd name="connsiteY54" fmla="*/ 401574 h 1510538"/>
                <a:gd name="connsiteX55" fmla="*/ 1522730 w 1681861"/>
                <a:gd name="connsiteY55" fmla="*/ 368935 h 1510538"/>
                <a:gd name="connsiteX56" fmla="*/ 1567561 w 1681861"/>
                <a:gd name="connsiteY56" fmla="*/ 314452 h 1510538"/>
                <a:gd name="connsiteX57" fmla="*/ 378191 w 1681861"/>
                <a:gd name="connsiteY57" fmla="*/ 335211 h 1510538"/>
                <a:gd name="connsiteX58" fmla="*/ 198247 w 1681861"/>
                <a:gd name="connsiteY58" fmla="*/ 541782 h 1510538"/>
                <a:gd name="connsiteX59" fmla="*/ 221869 w 1681861"/>
                <a:gd name="connsiteY59" fmla="*/ 552196 h 1510538"/>
                <a:gd name="connsiteX60" fmla="*/ 262001 w 1681861"/>
                <a:gd name="connsiteY60" fmla="*/ 635381 h 1510538"/>
                <a:gd name="connsiteX61" fmla="*/ 231648 w 1681861"/>
                <a:gd name="connsiteY61" fmla="*/ 861695 h 1510538"/>
                <a:gd name="connsiteX62" fmla="*/ 196850 w 1681861"/>
                <a:gd name="connsiteY62" fmla="*/ 882523 h 1510538"/>
                <a:gd name="connsiteX63" fmla="*/ 310642 w 1681861"/>
                <a:gd name="connsiteY63" fmla="*/ 983234 h 1510538"/>
                <a:gd name="connsiteX64" fmla="*/ 735076 w 1681861"/>
                <a:gd name="connsiteY64" fmla="*/ 1050544 h 1510538"/>
                <a:gd name="connsiteX65" fmla="*/ 985774 w 1681861"/>
                <a:gd name="connsiteY65" fmla="*/ 893572 h 1510538"/>
                <a:gd name="connsiteX66" fmla="*/ 991489 w 1681861"/>
                <a:gd name="connsiteY66" fmla="*/ 891286 h 1510538"/>
                <a:gd name="connsiteX67" fmla="*/ 941956 w 1681861"/>
                <a:gd name="connsiteY67" fmla="*/ 426795 h 1510538"/>
                <a:gd name="connsiteX68" fmla="*/ 655811 w 1681861"/>
                <a:gd name="connsiteY68" fmla="*/ 275466 h 1510538"/>
                <a:gd name="connsiteX69" fmla="*/ 372956 w 1681861"/>
                <a:gd name="connsiteY69" fmla="*/ 333954 h 1510538"/>
                <a:gd name="connsiteX70" fmla="*/ 1107186 w 1681861"/>
                <a:gd name="connsiteY70" fmla="*/ 427482 h 1510538"/>
                <a:gd name="connsiteX71" fmla="*/ 1107186 w 1681861"/>
                <a:gd name="connsiteY71" fmla="*/ 427482 h 1510538"/>
                <a:gd name="connsiteX72" fmla="*/ 161417 w 1681861"/>
                <a:gd name="connsiteY72" fmla="*/ 570738 h 1510538"/>
                <a:gd name="connsiteX73" fmla="*/ 114554 w 1681861"/>
                <a:gd name="connsiteY73" fmla="*/ 787908 h 1510538"/>
                <a:gd name="connsiteX74" fmla="*/ 182499 w 1681861"/>
                <a:gd name="connsiteY74" fmla="*/ 859409 h 1510538"/>
                <a:gd name="connsiteX75" fmla="*/ 224917 w 1681861"/>
                <a:gd name="connsiteY75" fmla="*/ 823849 h 1510538"/>
                <a:gd name="connsiteX76" fmla="*/ 224536 w 1681861"/>
                <a:gd name="connsiteY76" fmla="*/ 600837 h 1510538"/>
                <a:gd name="connsiteX77" fmla="*/ 161417 w 1681861"/>
                <a:gd name="connsiteY77" fmla="*/ 570738 h 1510538"/>
                <a:gd name="connsiteX78" fmla="*/ 1039622 w 1681861"/>
                <a:gd name="connsiteY78" fmla="*/ 567055 h 1510538"/>
                <a:gd name="connsiteX79" fmla="*/ 1037717 w 1681861"/>
                <a:gd name="connsiteY79" fmla="*/ 860679 h 1510538"/>
                <a:gd name="connsiteX80" fmla="*/ 1039622 w 1681861"/>
                <a:gd name="connsiteY80" fmla="*/ 567055 h 1510538"/>
                <a:gd name="connsiteX81" fmla="*/ 1648333 w 1681861"/>
                <a:gd name="connsiteY81" fmla="*/ 953897 h 1510538"/>
                <a:gd name="connsiteX82" fmla="*/ 1654810 w 1681861"/>
                <a:gd name="connsiteY82" fmla="*/ 801878 h 1510538"/>
                <a:gd name="connsiteX83" fmla="*/ 1655191 w 1681861"/>
                <a:gd name="connsiteY83" fmla="*/ 663194 h 1510538"/>
                <a:gd name="connsiteX84" fmla="*/ 1654683 w 1681861"/>
                <a:gd name="connsiteY84" fmla="*/ 575183 h 1510538"/>
                <a:gd name="connsiteX85" fmla="*/ 1371092 w 1681861"/>
                <a:gd name="connsiteY85" fmla="*/ 915543 h 1510538"/>
                <a:gd name="connsiteX86" fmla="*/ 1249807 w 1681861"/>
                <a:gd name="connsiteY86" fmla="*/ 1027303 h 1510538"/>
                <a:gd name="connsiteX87" fmla="*/ 1261618 w 1681861"/>
                <a:gd name="connsiteY87" fmla="*/ 956945 h 1510538"/>
                <a:gd name="connsiteX88" fmla="*/ 1208151 w 1681861"/>
                <a:gd name="connsiteY88" fmla="*/ 969391 h 1510538"/>
                <a:gd name="connsiteX89" fmla="*/ 1338961 w 1681861"/>
                <a:gd name="connsiteY89" fmla="*/ 1181862 h 1510538"/>
                <a:gd name="connsiteX90" fmla="*/ 1462913 w 1681861"/>
                <a:gd name="connsiteY90" fmla="*/ 935609 h 1510538"/>
                <a:gd name="connsiteX91" fmla="*/ 1387475 w 1681861"/>
                <a:gd name="connsiteY91" fmla="*/ 1028573 h 1510538"/>
                <a:gd name="connsiteX92" fmla="*/ 1427988 w 1681861"/>
                <a:gd name="connsiteY92" fmla="*/ 922528 h 1510538"/>
                <a:gd name="connsiteX93" fmla="*/ 1371092 w 1681861"/>
                <a:gd name="connsiteY93" fmla="*/ 915543 h 1510538"/>
                <a:gd name="connsiteX94" fmla="*/ 1081532 w 1681861"/>
                <a:gd name="connsiteY94" fmla="*/ 1197610 h 1510538"/>
                <a:gd name="connsiteX95" fmla="*/ 1025652 w 1681861"/>
                <a:gd name="connsiteY95" fmla="*/ 1218311 h 1510538"/>
                <a:gd name="connsiteX96" fmla="*/ 1042035 w 1681861"/>
                <a:gd name="connsiteY96" fmla="*/ 1193673 h 1510538"/>
                <a:gd name="connsiteX97" fmla="*/ 913638 w 1681861"/>
                <a:gd name="connsiteY97" fmla="*/ 1115441 h 1510538"/>
                <a:gd name="connsiteX98" fmla="*/ 964057 w 1681861"/>
                <a:gd name="connsiteY98" fmla="*/ 1364361 h 1510538"/>
                <a:gd name="connsiteX99" fmla="*/ 1097915 w 1681861"/>
                <a:gd name="connsiteY99" fmla="*/ 1391920 h 1510538"/>
                <a:gd name="connsiteX100" fmla="*/ 1340866 w 1681861"/>
                <a:gd name="connsiteY100" fmla="*/ 1211199 h 1510538"/>
                <a:gd name="connsiteX101" fmla="*/ 1181608 w 1681861"/>
                <a:gd name="connsiteY101" fmla="*/ 1096645 h 1510538"/>
                <a:gd name="connsiteX102" fmla="*/ 1081532 w 1681861"/>
                <a:gd name="connsiteY102" fmla="*/ 1197610 h 1510538"/>
                <a:gd name="connsiteX0" fmla="*/ 1418463 w 1681861"/>
                <a:gd name="connsiteY0" fmla="*/ 1143 h 1427734"/>
                <a:gd name="connsiteX1" fmla="*/ 1592580 w 1681861"/>
                <a:gd name="connsiteY1" fmla="*/ 217805 h 1427734"/>
                <a:gd name="connsiteX2" fmla="*/ 1622933 w 1681861"/>
                <a:gd name="connsiteY2" fmla="*/ 323977 h 1427734"/>
                <a:gd name="connsiteX3" fmla="*/ 1559179 w 1681861"/>
                <a:gd name="connsiteY3" fmla="*/ 351282 h 1427734"/>
                <a:gd name="connsiteX4" fmla="*/ 1681861 w 1681861"/>
                <a:gd name="connsiteY4" fmla="*/ 495935 h 1427734"/>
                <a:gd name="connsiteX5" fmla="*/ 1681353 w 1681861"/>
                <a:gd name="connsiteY5" fmla="*/ 839978 h 1427734"/>
                <a:gd name="connsiteX6" fmla="*/ 1657731 w 1681861"/>
                <a:gd name="connsiteY6" fmla="*/ 910209 h 1427734"/>
                <a:gd name="connsiteX7" fmla="*/ 1517142 w 1681861"/>
                <a:gd name="connsiteY7" fmla="*/ 917194 h 1427734"/>
                <a:gd name="connsiteX8" fmla="*/ 1383030 w 1681861"/>
                <a:gd name="connsiteY8" fmla="*/ 1123061 h 1427734"/>
                <a:gd name="connsiteX9" fmla="*/ 1096137 w 1681861"/>
                <a:gd name="connsiteY9" fmla="*/ 1335405 h 1427734"/>
                <a:gd name="connsiteX10" fmla="*/ 969010 w 1681861"/>
                <a:gd name="connsiteY10" fmla="*/ 1313561 h 1427734"/>
                <a:gd name="connsiteX11" fmla="*/ 968375 w 1681861"/>
                <a:gd name="connsiteY11" fmla="*/ 1410335 h 1427734"/>
                <a:gd name="connsiteX12" fmla="*/ 957580 w 1681861"/>
                <a:gd name="connsiteY12" fmla="*/ 1423035 h 1427734"/>
                <a:gd name="connsiteX13" fmla="*/ 942721 w 1681861"/>
                <a:gd name="connsiteY13" fmla="*/ 1420241 h 1427734"/>
                <a:gd name="connsiteX14" fmla="*/ 940562 w 1681861"/>
                <a:gd name="connsiteY14" fmla="*/ 1316736 h 1427734"/>
                <a:gd name="connsiteX15" fmla="*/ 914908 w 1681861"/>
                <a:gd name="connsiteY15" fmla="*/ 1116965 h 1427734"/>
                <a:gd name="connsiteX16" fmla="*/ 854202 w 1681861"/>
                <a:gd name="connsiteY16" fmla="*/ 1003935 h 1427734"/>
                <a:gd name="connsiteX17" fmla="*/ 678561 w 1681861"/>
                <a:gd name="connsiteY17" fmla="*/ 997839 h 1427734"/>
                <a:gd name="connsiteX18" fmla="*/ 448437 w 1681861"/>
                <a:gd name="connsiteY18" fmla="*/ 979805 h 1427734"/>
                <a:gd name="connsiteX19" fmla="*/ 402209 w 1681861"/>
                <a:gd name="connsiteY19" fmla="*/ 1002665 h 1427734"/>
                <a:gd name="connsiteX20" fmla="*/ 338963 w 1681861"/>
                <a:gd name="connsiteY20" fmla="*/ 1022731 h 1427734"/>
                <a:gd name="connsiteX21" fmla="*/ 376047 w 1681861"/>
                <a:gd name="connsiteY21" fmla="*/ 1118108 h 1427734"/>
                <a:gd name="connsiteX22" fmla="*/ 342900 w 1681861"/>
                <a:gd name="connsiteY22" fmla="*/ 1249807 h 1427734"/>
                <a:gd name="connsiteX23" fmla="*/ 265811 w 1681861"/>
                <a:gd name="connsiteY23" fmla="*/ 1418463 h 1427734"/>
                <a:gd name="connsiteX24" fmla="*/ 240157 w 1681861"/>
                <a:gd name="connsiteY24" fmla="*/ 1421765 h 1427734"/>
                <a:gd name="connsiteX25" fmla="*/ 349377 w 1681861"/>
                <a:gd name="connsiteY25" fmla="*/ 1135888 h 1427734"/>
                <a:gd name="connsiteX26" fmla="*/ 311531 w 1681861"/>
                <a:gd name="connsiteY26" fmla="*/ 1034161 h 1427734"/>
                <a:gd name="connsiteX27" fmla="*/ 20955 w 1681861"/>
                <a:gd name="connsiteY27" fmla="*/ 1417193 h 1427734"/>
                <a:gd name="connsiteX28" fmla="*/ 0 w 1681861"/>
                <a:gd name="connsiteY28" fmla="*/ 1427734 h 1427734"/>
                <a:gd name="connsiteX29" fmla="*/ 133223 w 1681861"/>
                <a:gd name="connsiteY29" fmla="*/ 1161415 h 1427734"/>
                <a:gd name="connsiteX30" fmla="*/ 412369 w 1681861"/>
                <a:gd name="connsiteY30" fmla="*/ 972439 h 1427734"/>
                <a:gd name="connsiteX31" fmla="*/ 198247 w 1681861"/>
                <a:gd name="connsiteY31" fmla="*/ 836549 h 1427734"/>
                <a:gd name="connsiteX32" fmla="*/ 101981 w 1681861"/>
                <a:gd name="connsiteY32" fmla="*/ 746633 h 1427734"/>
                <a:gd name="connsiteX33" fmla="*/ 175895 w 1681861"/>
                <a:gd name="connsiteY33" fmla="*/ 451231 h 1427734"/>
                <a:gd name="connsiteX34" fmla="*/ 379792 w 1681861"/>
                <a:gd name="connsiteY34" fmla="*/ 215673 h 1427734"/>
                <a:gd name="connsiteX35" fmla="*/ 672816 w 1681861"/>
                <a:gd name="connsiteY35" fmla="*/ 170903 h 1427734"/>
                <a:gd name="connsiteX36" fmla="*/ 972991 w 1681861"/>
                <a:gd name="connsiteY36" fmla="*/ 333463 h 1427734"/>
                <a:gd name="connsiteX37" fmla="*/ 1049655 w 1681861"/>
                <a:gd name="connsiteY37" fmla="*/ 469646 h 1427734"/>
                <a:gd name="connsiteX38" fmla="*/ 1114679 w 1681861"/>
                <a:gd name="connsiteY38" fmla="*/ 564896 h 1427734"/>
                <a:gd name="connsiteX39" fmla="*/ 1042924 w 1681861"/>
                <a:gd name="connsiteY39" fmla="*/ 794893 h 1427734"/>
                <a:gd name="connsiteX40" fmla="*/ 1025906 w 1681861"/>
                <a:gd name="connsiteY40" fmla="*/ 804799 h 1427734"/>
                <a:gd name="connsiteX41" fmla="*/ 832358 w 1681861"/>
                <a:gd name="connsiteY41" fmla="*/ 967359 h 1427734"/>
                <a:gd name="connsiteX42" fmla="*/ 1063879 w 1681861"/>
                <a:gd name="connsiteY42" fmla="*/ 1097534 h 1427734"/>
                <a:gd name="connsiteX43" fmla="*/ 1164717 w 1681861"/>
                <a:gd name="connsiteY43" fmla="*/ 984504 h 1427734"/>
                <a:gd name="connsiteX44" fmla="*/ 1175385 w 1681861"/>
                <a:gd name="connsiteY44" fmla="*/ 895731 h 1427734"/>
                <a:gd name="connsiteX45" fmla="*/ 1226693 w 1681861"/>
                <a:gd name="connsiteY45" fmla="*/ 842391 h 1427734"/>
                <a:gd name="connsiteX46" fmla="*/ 1282700 w 1681861"/>
                <a:gd name="connsiteY46" fmla="*/ 859790 h 1427734"/>
                <a:gd name="connsiteX47" fmla="*/ 1388745 w 1681861"/>
                <a:gd name="connsiteY47" fmla="*/ 800862 h 1427734"/>
                <a:gd name="connsiteX48" fmla="*/ 1489583 w 1681861"/>
                <a:gd name="connsiteY48" fmla="*/ 845058 h 1427734"/>
                <a:gd name="connsiteX49" fmla="*/ 1083183 w 1681861"/>
                <a:gd name="connsiteY49" fmla="*/ 339217 h 1427734"/>
                <a:gd name="connsiteX50" fmla="*/ 1224407 w 1681861"/>
                <a:gd name="connsiteY50" fmla="*/ 152527 h 1427734"/>
                <a:gd name="connsiteX51" fmla="*/ 1249680 w 1681861"/>
                <a:gd name="connsiteY51" fmla="*/ 0 h 1427734"/>
                <a:gd name="connsiteX52" fmla="*/ 1249934 w 1681861"/>
                <a:gd name="connsiteY52" fmla="*/ 168402 h 1427734"/>
                <a:gd name="connsiteX53" fmla="*/ 1111631 w 1681861"/>
                <a:gd name="connsiteY53" fmla="*/ 318770 h 1427734"/>
                <a:gd name="connsiteX54" fmla="*/ 1522730 w 1681861"/>
                <a:gd name="connsiteY54" fmla="*/ 286131 h 1427734"/>
                <a:gd name="connsiteX55" fmla="*/ 1567561 w 1681861"/>
                <a:gd name="connsiteY55" fmla="*/ 231648 h 1427734"/>
                <a:gd name="connsiteX56" fmla="*/ 378191 w 1681861"/>
                <a:gd name="connsiteY56" fmla="*/ 252407 h 1427734"/>
                <a:gd name="connsiteX57" fmla="*/ 198247 w 1681861"/>
                <a:gd name="connsiteY57" fmla="*/ 458978 h 1427734"/>
                <a:gd name="connsiteX58" fmla="*/ 221869 w 1681861"/>
                <a:gd name="connsiteY58" fmla="*/ 469392 h 1427734"/>
                <a:gd name="connsiteX59" fmla="*/ 262001 w 1681861"/>
                <a:gd name="connsiteY59" fmla="*/ 552577 h 1427734"/>
                <a:gd name="connsiteX60" fmla="*/ 231648 w 1681861"/>
                <a:gd name="connsiteY60" fmla="*/ 778891 h 1427734"/>
                <a:gd name="connsiteX61" fmla="*/ 196850 w 1681861"/>
                <a:gd name="connsiteY61" fmla="*/ 799719 h 1427734"/>
                <a:gd name="connsiteX62" fmla="*/ 310642 w 1681861"/>
                <a:gd name="connsiteY62" fmla="*/ 900430 h 1427734"/>
                <a:gd name="connsiteX63" fmla="*/ 735076 w 1681861"/>
                <a:gd name="connsiteY63" fmla="*/ 967740 h 1427734"/>
                <a:gd name="connsiteX64" fmla="*/ 985774 w 1681861"/>
                <a:gd name="connsiteY64" fmla="*/ 810768 h 1427734"/>
                <a:gd name="connsiteX65" fmla="*/ 991489 w 1681861"/>
                <a:gd name="connsiteY65" fmla="*/ 808482 h 1427734"/>
                <a:gd name="connsiteX66" fmla="*/ 941956 w 1681861"/>
                <a:gd name="connsiteY66" fmla="*/ 343991 h 1427734"/>
                <a:gd name="connsiteX67" fmla="*/ 655811 w 1681861"/>
                <a:gd name="connsiteY67" fmla="*/ 192662 h 1427734"/>
                <a:gd name="connsiteX68" fmla="*/ 372956 w 1681861"/>
                <a:gd name="connsiteY68" fmla="*/ 251150 h 1427734"/>
                <a:gd name="connsiteX69" fmla="*/ 1107186 w 1681861"/>
                <a:gd name="connsiteY69" fmla="*/ 344678 h 1427734"/>
                <a:gd name="connsiteX70" fmla="*/ 1107186 w 1681861"/>
                <a:gd name="connsiteY70" fmla="*/ 344678 h 1427734"/>
                <a:gd name="connsiteX71" fmla="*/ 161417 w 1681861"/>
                <a:gd name="connsiteY71" fmla="*/ 487934 h 1427734"/>
                <a:gd name="connsiteX72" fmla="*/ 114554 w 1681861"/>
                <a:gd name="connsiteY72" fmla="*/ 705104 h 1427734"/>
                <a:gd name="connsiteX73" fmla="*/ 182499 w 1681861"/>
                <a:gd name="connsiteY73" fmla="*/ 776605 h 1427734"/>
                <a:gd name="connsiteX74" fmla="*/ 224917 w 1681861"/>
                <a:gd name="connsiteY74" fmla="*/ 741045 h 1427734"/>
                <a:gd name="connsiteX75" fmla="*/ 224536 w 1681861"/>
                <a:gd name="connsiteY75" fmla="*/ 518033 h 1427734"/>
                <a:gd name="connsiteX76" fmla="*/ 161417 w 1681861"/>
                <a:gd name="connsiteY76" fmla="*/ 487934 h 1427734"/>
                <a:gd name="connsiteX77" fmla="*/ 1039622 w 1681861"/>
                <a:gd name="connsiteY77" fmla="*/ 484251 h 1427734"/>
                <a:gd name="connsiteX78" fmla="*/ 1037717 w 1681861"/>
                <a:gd name="connsiteY78" fmla="*/ 777875 h 1427734"/>
                <a:gd name="connsiteX79" fmla="*/ 1039622 w 1681861"/>
                <a:gd name="connsiteY79" fmla="*/ 484251 h 1427734"/>
                <a:gd name="connsiteX80" fmla="*/ 1648333 w 1681861"/>
                <a:gd name="connsiteY80" fmla="*/ 871093 h 1427734"/>
                <a:gd name="connsiteX81" fmla="*/ 1654810 w 1681861"/>
                <a:gd name="connsiteY81" fmla="*/ 719074 h 1427734"/>
                <a:gd name="connsiteX82" fmla="*/ 1655191 w 1681861"/>
                <a:gd name="connsiteY82" fmla="*/ 580390 h 1427734"/>
                <a:gd name="connsiteX83" fmla="*/ 1654683 w 1681861"/>
                <a:gd name="connsiteY83" fmla="*/ 492379 h 1427734"/>
                <a:gd name="connsiteX84" fmla="*/ 1371092 w 1681861"/>
                <a:gd name="connsiteY84" fmla="*/ 832739 h 1427734"/>
                <a:gd name="connsiteX85" fmla="*/ 1249807 w 1681861"/>
                <a:gd name="connsiteY85" fmla="*/ 944499 h 1427734"/>
                <a:gd name="connsiteX86" fmla="*/ 1261618 w 1681861"/>
                <a:gd name="connsiteY86" fmla="*/ 874141 h 1427734"/>
                <a:gd name="connsiteX87" fmla="*/ 1208151 w 1681861"/>
                <a:gd name="connsiteY87" fmla="*/ 886587 h 1427734"/>
                <a:gd name="connsiteX88" fmla="*/ 1338961 w 1681861"/>
                <a:gd name="connsiteY88" fmla="*/ 1099058 h 1427734"/>
                <a:gd name="connsiteX89" fmla="*/ 1462913 w 1681861"/>
                <a:gd name="connsiteY89" fmla="*/ 852805 h 1427734"/>
                <a:gd name="connsiteX90" fmla="*/ 1387475 w 1681861"/>
                <a:gd name="connsiteY90" fmla="*/ 945769 h 1427734"/>
                <a:gd name="connsiteX91" fmla="*/ 1427988 w 1681861"/>
                <a:gd name="connsiteY91" fmla="*/ 839724 h 1427734"/>
                <a:gd name="connsiteX92" fmla="*/ 1371092 w 1681861"/>
                <a:gd name="connsiteY92" fmla="*/ 832739 h 1427734"/>
                <a:gd name="connsiteX93" fmla="*/ 1081532 w 1681861"/>
                <a:gd name="connsiteY93" fmla="*/ 1114806 h 1427734"/>
                <a:gd name="connsiteX94" fmla="*/ 1025652 w 1681861"/>
                <a:gd name="connsiteY94" fmla="*/ 1135507 h 1427734"/>
                <a:gd name="connsiteX95" fmla="*/ 1042035 w 1681861"/>
                <a:gd name="connsiteY95" fmla="*/ 1110869 h 1427734"/>
                <a:gd name="connsiteX96" fmla="*/ 913638 w 1681861"/>
                <a:gd name="connsiteY96" fmla="*/ 1032637 h 1427734"/>
                <a:gd name="connsiteX97" fmla="*/ 964057 w 1681861"/>
                <a:gd name="connsiteY97" fmla="*/ 1281557 h 1427734"/>
                <a:gd name="connsiteX98" fmla="*/ 1097915 w 1681861"/>
                <a:gd name="connsiteY98" fmla="*/ 1309116 h 1427734"/>
                <a:gd name="connsiteX99" fmla="*/ 1340866 w 1681861"/>
                <a:gd name="connsiteY99" fmla="*/ 1128395 h 1427734"/>
                <a:gd name="connsiteX100" fmla="*/ 1181608 w 1681861"/>
                <a:gd name="connsiteY100" fmla="*/ 1013841 h 1427734"/>
                <a:gd name="connsiteX101" fmla="*/ 1081532 w 1681861"/>
                <a:gd name="connsiteY101" fmla="*/ 1114806 h 1427734"/>
                <a:gd name="connsiteX0" fmla="*/ 1592580 w 1681861"/>
                <a:gd name="connsiteY0" fmla="*/ 217805 h 1427734"/>
                <a:gd name="connsiteX1" fmla="*/ 1622933 w 1681861"/>
                <a:gd name="connsiteY1" fmla="*/ 323977 h 1427734"/>
                <a:gd name="connsiteX2" fmla="*/ 1559179 w 1681861"/>
                <a:gd name="connsiteY2" fmla="*/ 351282 h 1427734"/>
                <a:gd name="connsiteX3" fmla="*/ 1681861 w 1681861"/>
                <a:gd name="connsiteY3" fmla="*/ 495935 h 1427734"/>
                <a:gd name="connsiteX4" fmla="*/ 1681353 w 1681861"/>
                <a:gd name="connsiteY4" fmla="*/ 839978 h 1427734"/>
                <a:gd name="connsiteX5" fmla="*/ 1657731 w 1681861"/>
                <a:gd name="connsiteY5" fmla="*/ 910209 h 1427734"/>
                <a:gd name="connsiteX6" fmla="*/ 1517142 w 1681861"/>
                <a:gd name="connsiteY6" fmla="*/ 917194 h 1427734"/>
                <a:gd name="connsiteX7" fmla="*/ 1383030 w 1681861"/>
                <a:gd name="connsiteY7" fmla="*/ 1123061 h 1427734"/>
                <a:gd name="connsiteX8" fmla="*/ 1096137 w 1681861"/>
                <a:gd name="connsiteY8" fmla="*/ 1335405 h 1427734"/>
                <a:gd name="connsiteX9" fmla="*/ 969010 w 1681861"/>
                <a:gd name="connsiteY9" fmla="*/ 1313561 h 1427734"/>
                <a:gd name="connsiteX10" fmla="*/ 968375 w 1681861"/>
                <a:gd name="connsiteY10" fmla="*/ 1410335 h 1427734"/>
                <a:gd name="connsiteX11" fmla="*/ 957580 w 1681861"/>
                <a:gd name="connsiteY11" fmla="*/ 1423035 h 1427734"/>
                <a:gd name="connsiteX12" fmla="*/ 942721 w 1681861"/>
                <a:gd name="connsiteY12" fmla="*/ 1420241 h 1427734"/>
                <a:gd name="connsiteX13" fmla="*/ 940562 w 1681861"/>
                <a:gd name="connsiteY13" fmla="*/ 1316736 h 1427734"/>
                <a:gd name="connsiteX14" fmla="*/ 914908 w 1681861"/>
                <a:gd name="connsiteY14" fmla="*/ 1116965 h 1427734"/>
                <a:gd name="connsiteX15" fmla="*/ 854202 w 1681861"/>
                <a:gd name="connsiteY15" fmla="*/ 1003935 h 1427734"/>
                <a:gd name="connsiteX16" fmla="*/ 678561 w 1681861"/>
                <a:gd name="connsiteY16" fmla="*/ 997839 h 1427734"/>
                <a:gd name="connsiteX17" fmla="*/ 448437 w 1681861"/>
                <a:gd name="connsiteY17" fmla="*/ 979805 h 1427734"/>
                <a:gd name="connsiteX18" fmla="*/ 402209 w 1681861"/>
                <a:gd name="connsiteY18" fmla="*/ 1002665 h 1427734"/>
                <a:gd name="connsiteX19" fmla="*/ 338963 w 1681861"/>
                <a:gd name="connsiteY19" fmla="*/ 1022731 h 1427734"/>
                <a:gd name="connsiteX20" fmla="*/ 376047 w 1681861"/>
                <a:gd name="connsiteY20" fmla="*/ 1118108 h 1427734"/>
                <a:gd name="connsiteX21" fmla="*/ 342900 w 1681861"/>
                <a:gd name="connsiteY21" fmla="*/ 1249807 h 1427734"/>
                <a:gd name="connsiteX22" fmla="*/ 265811 w 1681861"/>
                <a:gd name="connsiteY22" fmla="*/ 1418463 h 1427734"/>
                <a:gd name="connsiteX23" fmla="*/ 240157 w 1681861"/>
                <a:gd name="connsiteY23" fmla="*/ 1421765 h 1427734"/>
                <a:gd name="connsiteX24" fmla="*/ 349377 w 1681861"/>
                <a:gd name="connsiteY24" fmla="*/ 1135888 h 1427734"/>
                <a:gd name="connsiteX25" fmla="*/ 311531 w 1681861"/>
                <a:gd name="connsiteY25" fmla="*/ 1034161 h 1427734"/>
                <a:gd name="connsiteX26" fmla="*/ 20955 w 1681861"/>
                <a:gd name="connsiteY26" fmla="*/ 1417193 h 1427734"/>
                <a:gd name="connsiteX27" fmla="*/ 0 w 1681861"/>
                <a:gd name="connsiteY27" fmla="*/ 1427734 h 1427734"/>
                <a:gd name="connsiteX28" fmla="*/ 133223 w 1681861"/>
                <a:gd name="connsiteY28" fmla="*/ 1161415 h 1427734"/>
                <a:gd name="connsiteX29" fmla="*/ 412369 w 1681861"/>
                <a:gd name="connsiteY29" fmla="*/ 972439 h 1427734"/>
                <a:gd name="connsiteX30" fmla="*/ 198247 w 1681861"/>
                <a:gd name="connsiteY30" fmla="*/ 836549 h 1427734"/>
                <a:gd name="connsiteX31" fmla="*/ 101981 w 1681861"/>
                <a:gd name="connsiteY31" fmla="*/ 746633 h 1427734"/>
                <a:gd name="connsiteX32" fmla="*/ 175895 w 1681861"/>
                <a:gd name="connsiteY32" fmla="*/ 451231 h 1427734"/>
                <a:gd name="connsiteX33" fmla="*/ 379792 w 1681861"/>
                <a:gd name="connsiteY33" fmla="*/ 215673 h 1427734"/>
                <a:gd name="connsiteX34" fmla="*/ 672816 w 1681861"/>
                <a:gd name="connsiteY34" fmla="*/ 170903 h 1427734"/>
                <a:gd name="connsiteX35" fmla="*/ 972991 w 1681861"/>
                <a:gd name="connsiteY35" fmla="*/ 333463 h 1427734"/>
                <a:gd name="connsiteX36" fmla="*/ 1049655 w 1681861"/>
                <a:gd name="connsiteY36" fmla="*/ 469646 h 1427734"/>
                <a:gd name="connsiteX37" fmla="*/ 1114679 w 1681861"/>
                <a:gd name="connsiteY37" fmla="*/ 564896 h 1427734"/>
                <a:gd name="connsiteX38" fmla="*/ 1042924 w 1681861"/>
                <a:gd name="connsiteY38" fmla="*/ 794893 h 1427734"/>
                <a:gd name="connsiteX39" fmla="*/ 1025906 w 1681861"/>
                <a:gd name="connsiteY39" fmla="*/ 804799 h 1427734"/>
                <a:gd name="connsiteX40" fmla="*/ 832358 w 1681861"/>
                <a:gd name="connsiteY40" fmla="*/ 967359 h 1427734"/>
                <a:gd name="connsiteX41" fmla="*/ 1063879 w 1681861"/>
                <a:gd name="connsiteY41" fmla="*/ 1097534 h 1427734"/>
                <a:gd name="connsiteX42" fmla="*/ 1164717 w 1681861"/>
                <a:gd name="connsiteY42" fmla="*/ 984504 h 1427734"/>
                <a:gd name="connsiteX43" fmla="*/ 1175385 w 1681861"/>
                <a:gd name="connsiteY43" fmla="*/ 895731 h 1427734"/>
                <a:gd name="connsiteX44" fmla="*/ 1226693 w 1681861"/>
                <a:gd name="connsiteY44" fmla="*/ 842391 h 1427734"/>
                <a:gd name="connsiteX45" fmla="*/ 1282700 w 1681861"/>
                <a:gd name="connsiteY45" fmla="*/ 859790 h 1427734"/>
                <a:gd name="connsiteX46" fmla="*/ 1388745 w 1681861"/>
                <a:gd name="connsiteY46" fmla="*/ 800862 h 1427734"/>
                <a:gd name="connsiteX47" fmla="*/ 1489583 w 1681861"/>
                <a:gd name="connsiteY47" fmla="*/ 845058 h 1427734"/>
                <a:gd name="connsiteX48" fmla="*/ 1083183 w 1681861"/>
                <a:gd name="connsiteY48" fmla="*/ 339217 h 1427734"/>
                <a:gd name="connsiteX49" fmla="*/ 1224407 w 1681861"/>
                <a:gd name="connsiteY49" fmla="*/ 152527 h 1427734"/>
                <a:gd name="connsiteX50" fmla="*/ 1249680 w 1681861"/>
                <a:gd name="connsiteY50" fmla="*/ 0 h 1427734"/>
                <a:gd name="connsiteX51" fmla="*/ 1249934 w 1681861"/>
                <a:gd name="connsiteY51" fmla="*/ 168402 h 1427734"/>
                <a:gd name="connsiteX52" fmla="*/ 1111631 w 1681861"/>
                <a:gd name="connsiteY52" fmla="*/ 318770 h 1427734"/>
                <a:gd name="connsiteX53" fmla="*/ 1522730 w 1681861"/>
                <a:gd name="connsiteY53" fmla="*/ 286131 h 1427734"/>
                <a:gd name="connsiteX54" fmla="*/ 1567561 w 1681861"/>
                <a:gd name="connsiteY54" fmla="*/ 231648 h 1427734"/>
                <a:gd name="connsiteX55" fmla="*/ 378191 w 1681861"/>
                <a:gd name="connsiteY55" fmla="*/ 252407 h 1427734"/>
                <a:gd name="connsiteX56" fmla="*/ 198247 w 1681861"/>
                <a:gd name="connsiteY56" fmla="*/ 458978 h 1427734"/>
                <a:gd name="connsiteX57" fmla="*/ 221869 w 1681861"/>
                <a:gd name="connsiteY57" fmla="*/ 469392 h 1427734"/>
                <a:gd name="connsiteX58" fmla="*/ 262001 w 1681861"/>
                <a:gd name="connsiteY58" fmla="*/ 552577 h 1427734"/>
                <a:gd name="connsiteX59" fmla="*/ 231648 w 1681861"/>
                <a:gd name="connsiteY59" fmla="*/ 778891 h 1427734"/>
                <a:gd name="connsiteX60" fmla="*/ 196850 w 1681861"/>
                <a:gd name="connsiteY60" fmla="*/ 799719 h 1427734"/>
                <a:gd name="connsiteX61" fmla="*/ 310642 w 1681861"/>
                <a:gd name="connsiteY61" fmla="*/ 900430 h 1427734"/>
                <a:gd name="connsiteX62" fmla="*/ 735076 w 1681861"/>
                <a:gd name="connsiteY62" fmla="*/ 967740 h 1427734"/>
                <a:gd name="connsiteX63" fmla="*/ 985774 w 1681861"/>
                <a:gd name="connsiteY63" fmla="*/ 810768 h 1427734"/>
                <a:gd name="connsiteX64" fmla="*/ 991489 w 1681861"/>
                <a:gd name="connsiteY64" fmla="*/ 808482 h 1427734"/>
                <a:gd name="connsiteX65" fmla="*/ 941956 w 1681861"/>
                <a:gd name="connsiteY65" fmla="*/ 343991 h 1427734"/>
                <a:gd name="connsiteX66" fmla="*/ 655811 w 1681861"/>
                <a:gd name="connsiteY66" fmla="*/ 192662 h 1427734"/>
                <a:gd name="connsiteX67" fmla="*/ 372956 w 1681861"/>
                <a:gd name="connsiteY67" fmla="*/ 251150 h 1427734"/>
                <a:gd name="connsiteX68" fmla="*/ 1107186 w 1681861"/>
                <a:gd name="connsiteY68" fmla="*/ 344678 h 1427734"/>
                <a:gd name="connsiteX69" fmla="*/ 1107186 w 1681861"/>
                <a:gd name="connsiteY69" fmla="*/ 344678 h 1427734"/>
                <a:gd name="connsiteX70" fmla="*/ 161417 w 1681861"/>
                <a:gd name="connsiteY70" fmla="*/ 487934 h 1427734"/>
                <a:gd name="connsiteX71" fmla="*/ 114554 w 1681861"/>
                <a:gd name="connsiteY71" fmla="*/ 705104 h 1427734"/>
                <a:gd name="connsiteX72" fmla="*/ 182499 w 1681861"/>
                <a:gd name="connsiteY72" fmla="*/ 776605 h 1427734"/>
                <a:gd name="connsiteX73" fmla="*/ 224917 w 1681861"/>
                <a:gd name="connsiteY73" fmla="*/ 741045 h 1427734"/>
                <a:gd name="connsiteX74" fmla="*/ 224536 w 1681861"/>
                <a:gd name="connsiteY74" fmla="*/ 518033 h 1427734"/>
                <a:gd name="connsiteX75" fmla="*/ 161417 w 1681861"/>
                <a:gd name="connsiteY75" fmla="*/ 487934 h 1427734"/>
                <a:gd name="connsiteX76" fmla="*/ 1039622 w 1681861"/>
                <a:gd name="connsiteY76" fmla="*/ 484251 h 1427734"/>
                <a:gd name="connsiteX77" fmla="*/ 1037717 w 1681861"/>
                <a:gd name="connsiteY77" fmla="*/ 777875 h 1427734"/>
                <a:gd name="connsiteX78" fmla="*/ 1039622 w 1681861"/>
                <a:gd name="connsiteY78" fmla="*/ 484251 h 1427734"/>
                <a:gd name="connsiteX79" fmla="*/ 1648333 w 1681861"/>
                <a:gd name="connsiteY79" fmla="*/ 871093 h 1427734"/>
                <a:gd name="connsiteX80" fmla="*/ 1654810 w 1681861"/>
                <a:gd name="connsiteY80" fmla="*/ 719074 h 1427734"/>
                <a:gd name="connsiteX81" fmla="*/ 1655191 w 1681861"/>
                <a:gd name="connsiteY81" fmla="*/ 580390 h 1427734"/>
                <a:gd name="connsiteX82" fmla="*/ 1654683 w 1681861"/>
                <a:gd name="connsiteY82" fmla="*/ 492379 h 1427734"/>
                <a:gd name="connsiteX83" fmla="*/ 1371092 w 1681861"/>
                <a:gd name="connsiteY83" fmla="*/ 832739 h 1427734"/>
                <a:gd name="connsiteX84" fmla="*/ 1249807 w 1681861"/>
                <a:gd name="connsiteY84" fmla="*/ 944499 h 1427734"/>
                <a:gd name="connsiteX85" fmla="*/ 1261618 w 1681861"/>
                <a:gd name="connsiteY85" fmla="*/ 874141 h 1427734"/>
                <a:gd name="connsiteX86" fmla="*/ 1208151 w 1681861"/>
                <a:gd name="connsiteY86" fmla="*/ 886587 h 1427734"/>
                <a:gd name="connsiteX87" fmla="*/ 1338961 w 1681861"/>
                <a:gd name="connsiteY87" fmla="*/ 1099058 h 1427734"/>
                <a:gd name="connsiteX88" fmla="*/ 1462913 w 1681861"/>
                <a:gd name="connsiteY88" fmla="*/ 852805 h 1427734"/>
                <a:gd name="connsiteX89" fmla="*/ 1387475 w 1681861"/>
                <a:gd name="connsiteY89" fmla="*/ 945769 h 1427734"/>
                <a:gd name="connsiteX90" fmla="*/ 1427988 w 1681861"/>
                <a:gd name="connsiteY90" fmla="*/ 839724 h 1427734"/>
                <a:gd name="connsiteX91" fmla="*/ 1371092 w 1681861"/>
                <a:gd name="connsiteY91" fmla="*/ 832739 h 1427734"/>
                <a:gd name="connsiteX92" fmla="*/ 1081532 w 1681861"/>
                <a:gd name="connsiteY92" fmla="*/ 1114806 h 1427734"/>
                <a:gd name="connsiteX93" fmla="*/ 1025652 w 1681861"/>
                <a:gd name="connsiteY93" fmla="*/ 1135507 h 1427734"/>
                <a:gd name="connsiteX94" fmla="*/ 1042035 w 1681861"/>
                <a:gd name="connsiteY94" fmla="*/ 1110869 h 1427734"/>
                <a:gd name="connsiteX95" fmla="*/ 913638 w 1681861"/>
                <a:gd name="connsiteY95" fmla="*/ 1032637 h 1427734"/>
                <a:gd name="connsiteX96" fmla="*/ 964057 w 1681861"/>
                <a:gd name="connsiteY96" fmla="*/ 1281557 h 1427734"/>
                <a:gd name="connsiteX97" fmla="*/ 1097915 w 1681861"/>
                <a:gd name="connsiteY97" fmla="*/ 1309116 h 1427734"/>
                <a:gd name="connsiteX98" fmla="*/ 1340866 w 1681861"/>
                <a:gd name="connsiteY98" fmla="*/ 1128395 h 1427734"/>
                <a:gd name="connsiteX99" fmla="*/ 1181608 w 1681861"/>
                <a:gd name="connsiteY99" fmla="*/ 1013841 h 1427734"/>
                <a:gd name="connsiteX100" fmla="*/ 1081532 w 1681861"/>
                <a:gd name="connsiteY100" fmla="*/ 1114806 h 1427734"/>
                <a:gd name="connsiteX0" fmla="*/ 1592580 w 1681861"/>
                <a:gd name="connsiteY0" fmla="*/ 217805 h 1427734"/>
                <a:gd name="connsiteX1" fmla="*/ 1622933 w 1681861"/>
                <a:gd name="connsiteY1" fmla="*/ 323977 h 1427734"/>
                <a:gd name="connsiteX2" fmla="*/ 1559179 w 1681861"/>
                <a:gd name="connsiteY2" fmla="*/ 351282 h 1427734"/>
                <a:gd name="connsiteX3" fmla="*/ 1681861 w 1681861"/>
                <a:gd name="connsiteY3" fmla="*/ 495935 h 1427734"/>
                <a:gd name="connsiteX4" fmla="*/ 1681353 w 1681861"/>
                <a:gd name="connsiteY4" fmla="*/ 839978 h 1427734"/>
                <a:gd name="connsiteX5" fmla="*/ 1657731 w 1681861"/>
                <a:gd name="connsiteY5" fmla="*/ 910209 h 1427734"/>
                <a:gd name="connsiteX6" fmla="*/ 1517142 w 1681861"/>
                <a:gd name="connsiteY6" fmla="*/ 917194 h 1427734"/>
                <a:gd name="connsiteX7" fmla="*/ 1383030 w 1681861"/>
                <a:gd name="connsiteY7" fmla="*/ 1123061 h 1427734"/>
                <a:gd name="connsiteX8" fmla="*/ 1096137 w 1681861"/>
                <a:gd name="connsiteY8" fmla="*/ 1335405 h 1427734"/>
                <a:gd name="connsiteX9" fmla="*/ 969010 w 1681861"/>
                <a:gd name="connsiteY9" fmla="*/ 1313561 h 1427734"/>
                <a:gd name="connsiteX10" fmla="*/ 968375 w 1681861"/>
                <a:gd name="connsiteY10" fmla="*/ 1410335 h 1427734"/>
                <a:gd name="connsiteX11" fmla="*/ 957580 w 1681861"/>
                <a:gd name="connsiteY11" fmla="*/ 1423035 h 1427734"/>
                <a:gd name="connsiteX12" fmla="*/ 942721 w 1681861"/>
                <a:gd name="connsiteY12" fmla="*/ 1420241 h 1427734"/>
                <a:gd name="connsiteX13" fmla="*/ 940562 w 1681861"/>
                <a:gd name="connsiteY13" fmla="*/ 1316736 h 1427734"/>
                <a:gd name="connsiteX14" fmla="*/ 914908 w 1681861"/>
                <a:gd name="connsiteY14" fmla="*/ 1116965 h 1427734"/>
                <a:gd name="connsiteX15" fmla="*/ 854202 w 1681861"/>
                <a:gd name="connsiteY15" fmla="*/ 1003935 h 1427734"/>
                <a:gd name="connsiteX16" fmla="*/ 678561 w 1681861"/>
                <a:gd name="connsiteY16" fmla="*/ 997839 h 1427734"/>
                <a:gd name="connsiteX17" fmla="*/ 448437 w 1681861"/>
                <a:gd name="connsiteY17" fmla="*/ 979805 h 1427734"/>
                <a:gd name="connsiteX18" fmla="*/ 402209 w 1681861"/>
                <a:gd name="connsiteY18" fmla="*/ 1002665 h 1427734"/>
                <a:gd name="connsiteX19" fmla="*/ 338963 w 1681861"/>
                <a:gd name="connsiteY19" fmla="*/ 1022731 h 1427734"/>
                <a:gd name="connsiteX20" fmla="*/ 376047 w 1681861"/>
                <a:gd name="connsiteY20" fmla="*/ 1118108 h 1427734"/>
                <a:gd name="connsiteX21" fmla="*/ 342900 w 1681861"/>
                <a:gd name="connsiteY21" fmla="*/ 1249807 h 1427734"/>
                <a:gd name="connsiteX22" fmla="*/ 265811 w 1681861"/>
                <a:gd name="connsiteY22" fmla="*/ 1418463 h 1427734"/>
                <a:gd name="connsiteX23" fmla="*/ 240157 w 1681861"/>
                <a:gd name="connsiteY23" fmla="*/ 1421765 h 1427734"/>
                <a:gd name="connsiteX24" fmla="*/ 349377 w 1681861"/>
                <a:gd name="connsiteY24" fmla="*/ 1135888 h 1427734"/>
                <a:gd name="connsiteX25" fmla="*/ 311531 w 1681861"/>
                <a:gd name="connsiteY25" fmla="*/ 1034161 h 1427734"/>
                <a:gd name="connsiteX26" fmla="*/ 20955 w 1681861"/>
                <a:gd name="connsiteY26" fmla="*/ 1417193 h 1427734"/>
                <a:gd name="connsiteX27" fmla="*/ 0 w 1681861"/>
                <a:gd name="connsiteY27" fmla="*/ 1427734 h 1427734"/>
                <a:gd name="connsiteX28" fmla="*/ 133223 w 1681861"/>
                <a:gd name="connsiteY28" fmla="*/ 1161415 h 1427734"/>
                <a:gd name="connsiteX29" fmla="*/ 412369 w 1681861"/>
                <a:gd name="connsiteY29" fmla="*/ 972439 h 1427734"/>
                <a:gd name="connsiteX30" fmla="*/ 198247 w 1681861"/>
                <a:gd name="connsiteY30" fmla="*/ 836549 h 1427734"/>
                <a:gd name="connsiteX31" fmla="*/ 101981 w 1681861"/>
                <a:gd name="connsiteY31" fmla="*/ 746633 h 1427734"/>
                <a:gd name="connsiteX32" fmla="*/ 175895 w 1681861"/>
                <a:gd name="connsiteY32" fmla="*/ 451231 h 1427734"/>
                <a:gd name="connsiteX33" fmla="*/ 379792 w 1681861"/>
                <a:gd name="connsiteY33" fmla="*/ 215673 h 1427734"/>
                <a:gd name="connsiteX34" fmla="*/ 672816 w 1681861"/>
                <a:gd name="connsiteY34" fmla="*/ 170903 h 1427734"/>
                <a:gd name="connsiteX35" fmla="*/ 972991 w 1681861"/>
                <a:gd name="connsiteY35" fmla="*/ 333463 h 1427734"/>
                <a:gd name="connsiteX36" fmla="*/ 1049655 w 1681861"/>
                <a:gd name="connsiteY36" fmla="*/ 469646 h 1427734"/>
                <a:gd name="connsiteX37" fmla="*/ 1114679 w 1681861"/>
                <a:gd name="connsiteY37" fmla="*/ 564896 h 1427734"/>
                <a:gd name="connsiteX38" fmla="*/ 1042924 w 1681861"/>
                <a:gd name="connsiteY38" fmla="*/ 794893 h 1427734"/>
                <a:gd name="connsiteX39" fmla="*/ 1025906 w 1681861"/>
                <a:gd name="connsiteY39" fmla="*/ 804799 h 1427734"/>
                <a:gd name="connsiteX40" fmla="*/ 832358 w 1681861"/>
                <a:gd name="connsiteY40" fmla="*/ 967359 h 1427734"/>
                <a:gd name="connsiteX41" fmla="*/ 1063879 w 1681861"/>
                <a:gd name="connsiteY41" fmla="*/ 1097534 h 1427734"/>
                <a:gd name="connsiteX42" fmla="*/ 1164717 w 1681861"/>
                <a:gd name="connsiteY42" fmla="*/ 984504 h 1427734"/>
                <a:gd name="connsiteX43" fmla="*/ 1175385 w 1681861"/>
                <a:gd name="connsiteY43" fmla="*/ 895731 h 1427734"/>
                <a:gd name="connsiteX44" fmla="*/ 1226693 w 1681861"/>
                <a:gd name="connsiteY44" fmla="*/ 842391 h 1427734"/>
                <a:gd name="connsiteX45" fmla="*/ 1282700 w 1681861"/>
                <a:gd name="connsiteY45" fmla="*/ 859790 h 1427734"/>
                <a:gd name="connsiteX46" fmla="*/ 1388745 w 1681861"/>
                <a:gd name="connsiteY46" fmla="*/ 800862 h 1427734"/>
                <a:gd name="connsiteX47" fmla="*/ 1489583 w 1681861"/>
                <a:gd name="connsiteY47" fmla="*/ 845058 h 1427734"/>
                <a:gd name="connsiteX48" fmla="*/ 1083183 w 1681861"/>
                <a:gd name="connsiteY48" fmla="*/ 339217 h 1427734"/>
                <a:gd name="connsiteX49" fmla="*/ 1224407 w 1681861"/>
                <a:gd name="connsiteY49" fmla="*/ 152527 h 1427734"/>
                <a:gd name="connsiteX50" fmla="*/ 1249680 w 1681861"/>
                <a:gd name="connsiteY50" fmla="*/ 0 h 1427734"/>
                <a:gd name="connsiteX51" fmla="*/ 1111631 w 1681861"/>
                <a:gd name="connsiteY51" fmla="*/ 318770 h 1427734"/>
                <a:gd name="connsiteX52" fmla="*/ 1522730 w 1681861"/>
                <a:gd name="connsiteY52" fmla="*/ 286131 h 1427734"/>
                <a:gd name="connsiteX53" fmla="*/ 1567561 w 1681861"/>
                <a:gd name="connsiteY53" fmla="*/ 231648 h 1427734"/>
                <a:gd name="connsiteX54" fmla="*/ 378191 w 1681861"/>
                <a:gd name="connsiteY54" fmla="*/ 252407 h 1427734"/>
                <a:gd name="connsiteX55" fmla="*/ 198247 w 1681861"/>
                <a:gd name="connsiteY55" fmla="*/ 458978 h 1427734"/>
                <a:gd name="connsiteX56" fmla="*/ 221869 w 1681861"/>
                <a:gd name="connsiteY56" fmla="*/ 469392 h 1427734"/>
                <a:gd name="connsiteX57" fmla="*/ 262001 w 1681861"/>
                <a:gd name="connsiteY57" fmla="*/ 552577 h 1427734"/>
                <a:gd name="connsiteX58" fmla="*/ 231648 w 1681861"/>
                <a:gd name="connsiteY58" fmla="*/ 778891 h 1427734"/>
                <a:gd name="connsiteX59" fmla="*/ 196850 w 1681861"/>
                <a:gd name="connsiteY59" fmla="*/ 799719 h 1427734"/>
                <a:gd name="connsiteX60" fmla="*/ 310642 w 1681861"/>
                <a:gd name="connsiteY60" fmla="*/ 900430 h 1427734"/>
                <a:gd name="connsiteX61" fmla="*/ 735076 w 1681861"/>
                <a:gd name="connsiteY61" fmla="*/ 967740 h 1427734"/>
                <a:gd name="connsiteX62" fmla="*/ 985774 w 1681861"/>
                <a:gd name="connsiteY62" fmla="*/ 810768 h 1427734"/>
                <a:gd name="connsiteX63" fmla="*/ 991489 w 1681861"/>
                <a:gd name="connsiteY63" fmla="*/ 808482 h 1427734"/>
                <a:gd name="connsiteX64" fmla="*/ 941956 w 1681861"/>
                <a:gd name="connsiteY64" fmla="*/ 343991 h 1427734"/>
                <a:gd name="connsiteX65" fmla="*/ 655811 w 1681861"/>
                <a:gd name="connsiteY65" fmla="*/ 192662 h 1427734"/>
                <a:gd name="connsiteX66" fmla="*/ 372956 w 1681861"/>
                <a:gd name="connsiteY66" fmla="*/ 251150 h 1427734"/>
                <a:gd name="connsiteX67" fmla="*/ 1107186 w 1681861"/>
                <a:gd name="connsiteY67" fmla="*/ 344678 h 1427734"/>
                <a:gd name="connsiteX68" fmla="*/ 1107186 w 1681861"/>
                <a:gd name="connsiteY68" fmla="*/ 344678 h 1427734"/>
                <a:gd name="connsiteX69" fmla="*/ 161417 w 1681861"/>
                <a:gd name="connsiteY69" fmla="*/ 487934 h 1427734"/>
                <a:gd name="connsiteX70" fmla="*/ 114554 w 1681861"/>
                <a:gd name="connsiteY70" fmla="*/ 705104 h 1427734"/>
                <a:gd name="connsiteX71" fmla="*/ 182499 w 1681861"/>
                <a:gd name="connsiteY71" fmla="*/ 776605 h 1427734"/>
                <a:gd name="connsiteX72" fmla="*/ 224917 w 1681861"/>
                <a:gd name="connsiteY72" fmla="*/ 741045 h 1427734"/>
                <a:gd name="connsiteX73" fmla="*/ 224536 w 1681861"/>
                <a:gd name="connsiteY73" fmla="*/ 518033 h 1427734"/>
                <a:gd name="connsiteX74" fmla="*/ 161417 w 1681861"/>
                <a:gd name="connsiteY74" fmla="*/ 487934 h 1427734"/>
                <a:gd name="connsiteX75" fmla="*/ 1039622 w 1681861"/>
                <a:gd name="connsiteY75" fmla="*/ 484251 h 1427734"/>
                <a:gd name="connsiteX76" fmla="*/ 1037717 w 1681861"/>
                <a:gd name="connsiteY76" fmla="*/ 777875 h 1427734"/>
                <a:gd name="connsiteX77" fmla="*/ 1039622 w 1681861"/>
                <a:gd name="connsiteY77" fmla="*/ 484251 h 1427734"/>
                <a:gd name="connsiteX78" fmla="*/ 1648333 w 1681861"/>
                <a:gd name="connsiteY78" fmla="*/ 871093 h 1427734"/>
                <a:gd name="connsiteX79" fmla="*/ 1654810 w 1681861"/>
                <a:gd name="connsiteY79" fmla="*/ 719074 h 1427734"/>
                <a:gd name="connsiteX80" fmla="*/ 1655191 w 1681861"/>
                <a:gd name="connsiteY80" fmla="*/ 580390 h 1427734"/>
                <a:gd name="connsiteX81" fmla="*/ 1654683 w 1681861"/>
                <a:gd name="connsiteY81" fmla="*/ 492379 h 1427734"/>
                <a:gd name="connsiteX82" fmla="*/ 1371092 w 1681861"/>
                <a:gd name="connsiteY82" fmla="*/ 832739 h 1427734"/>
                <a:gd name="connsiteX83" fmla="*/ 1249807 w 1681861"/>
                <a:gd name="connsiteY83" fmla="*/ 944499 h 1427734"/>
                <a:gd name="connsiteX84" fmla="*/ 1261618 w 1681861"/>
                <a:gd name="connsiteY84" fmla="*/ 874141 h 1427734"/>
                <a:gd name="connsiteX85" fmla="*/ 1208151 w 1681861"/>
                <a:gd name="connsiteY85" fmla="*/ 886587 h 1427734"/>
                <a:gd name="connsiteX86" fmla="*/ 1338961 w 1681861"/>
                <a:gd name="connsiteY86" fmla="*/ 1099058 h 1427734"/>
                <a:gd name="connsiteX87" fmla="*/ 1462913 w 1681861"/>
                <a:gd name="connsiteY87" fmla="*/ 852805 h 1427734"/>
                <a:gd name="connsiteX88" fmla="*/ 1387475 w 1681861"/>
                <a:gd name="connsiteY88" fmla="*/ 945769 h 1427734"/>
                <a:gd name="connsiteX89" fmla="*/ 1427988 w 1681861"/>
                <a:gd name="connsiteY89" fmla="*/ 839724 h 1427734"/>
                <a:gd name="connsiteX90" fmla="*/ 1371092 w 1681861"/>
                <a:gd name="connsiteY90" fmla="*/ 832739 h 1427734"/>
                <a:gd name="connsiteX91" fmla="*/ 1081532 w 1681861"/>
                <a:gd name="connsiteY91" fmla="*/ 1114806 h 1427734"/>
                <a:gd name="connsiteX92" fmla="*/ 1025652 w 1681861"/>
                <a:gd name="connsiteY92" fmla="*/ 1135507 h 1427734"/>
                <a:gd name="connsiteX93" fmla="*/ 1042035 w 1681861"/>
                <a:gd name="connsiteY93" fmla="*/ 1110869 h 1427734"/>
                <a:gd name="connsiteX94" fmla="*/ 913638 w 1681861"/>
                <a:gd name="connsiteY94" fmla="*/ 1032637 h 1427734"/>
                <a:gd name="connsiteX95" fmla="*/ 964057 w 1681861"/>
                <a:gd name="connsiteY95" fmla="*/ 1281557 h 1427734"/>
                <a:gd name="connsiteX96" fmla="*/ 1097915 w 1681861"/>
                <a:gd name="connsiteY96" fmla="*/ 1309116 h 1427734"/>
                <a:gd name="connsiteX97" fmla="*/ 1340866 w 1681861"/>
                <a:gd name="connsiteY97" fmla="*/ 1128395 h 1427734"/>
                <a:gd name="connsiteX98" fmla="*/ 1181608 w 1681861"/>
                <a:gd name="connsiteY98" fmla="*/ 1013841 h 1427734"/>
                <a:gd name="connsiteX99" fmla="*/ 1081532 w 1681861"/>
                <a:gd name="connsiteY99" fmla="*/ 1114806 h 1427734"/>
                <a:gd name="connsiteX0" fmla="*/ 1592580 w 1681861"/>
                <a:gd name="connsiteY0" fmla="*/ 217805 h 1427734"/>
                <a:gd name="connsiteX1" fmla="*/ 1622933 w 1681861"/>
                <a:gd name="connsiteY1" fmla="*/ 323977 h 1427734"/>
                <a:gd name="connsiteX2" fmla="*/ 1559179 w 1681861"/>
                <a:gd name="connsiteY2" fmla="*/ 351282 h 1427734"/>
                <a:gd name="connsiteX3" fmla="*/ 1681861 w 1681861"/>
                <a:gd name="connsiteY3" fmla="*/ 495935 h 1427734"/>
                <a:gd name="connsiteX4" fmla="*/ 1681353 w 1681861"/>
                <a:gd name="connsiteY4" fmla="*/ 839978 h 1427734"/>
                <a:gd name="connsiteX5" fmla="*/ 1657731 w 1681861"/>
                <a:gd name="connsiteY5" fmla="*/ 910209 h 1427734"/>
                <a:gd name="connsiteX6" fmla="*/ 1517142 w 1681861"/>
                <a:gd name="connsiteY6" fmla="*/ 917194 h 1427734"/>
                <a:gd name="connsiteX7" fmla="*/ 1383030 w 1681861"/>
                <a:gd name="connsiteY7" fmla="*/ 1123061 h 1427734"/>
                <a:gd name="connsiteX8" fmla="*/ 1096137 w 1681861"/>
                <a:gd name="connsiteY8" fmla="*/ 1335405 h 1427734"/>
                <a:gd name="connsiteX9" fmla="*/ 969010 w 1681861"/>
                <a:gd name="connsiteY9" fmla="*/ 1313561 h 1427734"/>
                <a:gd name="connsiteX10" fmla="*/ 968375 w 1681861"/>
                <a:gd name="connsiteY10" fmla="*/ 1410335 h 1427734"/>
                <a:gd name="connsiteX11" fmla="*/ 957580 w 1681861"/>
                <a:gd name="connsiteY11" fmla="*/ 1423035 h 1427734"/>
                <a:gd name="connsiteX12" fmla="*/ 942721 w 1681861"/>
                <a:gd name="connsiteY12" fmla="*/ 1420241 h 1427734"/>
                <a:gd name="connsiteX13" fmla="*/ 940562 w 1681861"/>
                <a:gd name="connsiteY13" fmla="*/ 1316736 h 1427734"/>
                <a:gd name="connsiteX14" fmla="*/ 914908 w 1681861"/>
                <a:gd name="connsiteY14" fmla="*/ 1116965 h 1427734"/>
                <a:gd name="connsiteX15" fmla="*/ 854202 w 1681861"/>
                <a:gd name="connsiteY15" fmla="*/ 1003935 h 1427734"/>
                <a:gd name="connsiteX16" fmla="*/ 678561 w 1681861"/>
                <a:gd name="connsiteY16" fmla="*/ 997839 h 1427734"/>
                <a:gd name="connsiteX17" fmla="*/ 448437 w 1681861"/>
                <a:gd name="connsiteY17" fmla="*/ 979805 h 1427734"/>
                <a:gd name="connsiteX18" fmla="*/ 402209 w 1681861"/>
                <a:gd name="connsiteY18" fmla="*/ 1002665 h 1427734"/>
                <a:gd name="connsiteX19" fmla="*/ 338963 w 1681861"/>
                <a:gd name="connsiteY19" fmla="*/ 1022731 h 1427734"/>
                <a:gd name="connsiteX20" fmla="*/ 376047 w 1681861"/>
                <a:gd name="connsiteY20" fmla="*/ 1118108 h 1427734"/>
                <a:gd name="connsiteX21" fmla="*/ 342900 w 1681861"/>
                <a:gd name="connsiteY21" fmla="*/ 1249807 h 1427734"/>
                <a:gd name="connsiteX22" fmla="*/ 265811 w 1681861"/>
                <a:gd name="connsiteY22" fmla="*/ 1418463 h 1427734"/>
                <a:gd name="connsiteX23" fmla="*/ 240157 w 1681861"/>
                <a:gd name="connsiteY23" fmla="*/ 1421765 h 1427734"/>
                <a:gd name="connsiteX24" fmla="*/ 349377 w 1681861"/>
                <a:gd name="connsiteY24" fmla="*/ 1135888 h 1427734"/>
                <a:gd name="connsiteX25" fmla="*/ 311531 w 1681861"/>
                <a:gd name="connsiteY25" fmla="*/ 1034161 h 1427734"/>
                <a:gd name="connsiteX26" fmla="*/ 20955 w 1681861"/>
                <a:gd name="connsiteY26" fmla="*/ 1417193 h 1427734"/>
                <a:gd name="connsiteX27" fmla="*/ 0 w 1681861"/>
                <a:gd name="connsiteY27" fmla="*/ 1427734 h 1427734"/>
                <a:gd name="connsiteX28" fmla="*/ 133223 w 1681861"/>
                <a:gd name="connsiteY28" fmla="*/ 1161415 h 1427734"/>
                <a:gd name="connsiteX29" fmla="*/ 412369 w 1681861"/>
                <a:gd name="connsiteY29" fmla="*/ 972439 h 1427734"/>
                <a:gd name="connsiteX30" fmla="*/ 198247 w 1681861"/>
                <a:gd name="connsiteY30" fmla="*/ 836549 h 1427734"/>
                <a:gd name="connsiteX31" fmla="*/ 101981 w 1681861"/>
                <a:gd name="connsiteY31" fmla="*/ 746633 h 1427734"/>
                <a:gd name="connsiteX32" fmla="*/ 175895 w 1681861"/>
                <a:gd name="connsiteY32" fmla="*/ 451231 h 1427734"/>
                <a:gd name="connsiteX33" fmla="*/ 379792 w 1681861"/>
                <a:gd name="connsiteY33" fmla="*/ 215673 h 1427734"/>
                <a:gd name="connsiteX34" fmla="*/ 672816 w 1681861"/>
                <a:gd name="connsiteY34" fmla="*/ 170903 h 1427734"/>
                <a:gd name="connsiteX35" fmla="*/ 972991 w 1681861"/>
                <a:gd name="connsiteY35" fmla="*/ 333463 h 1427734"/>
                <a:gd name="connsiteX36" fmla="*/ 1049655 w 1681861"/>
                <a:gd name="connsiteY36" fmla="*/ 469646 h 1427734"/>
                <a:gd name="connsiteX37" fmla="*/ 1114679 w 1681861"/>
                <a:gd name="connsiteY37" fmla="*/ 564896 h 1427734"/>
                <a:gd name="connsiteX38" fmla="*/ 1042924 w 1681861"/>
                <a:gd name="connsiteY38" fmla="*/ 794893 h 1427734"/>
                <a:gd name="connsiteX39" fmla="*/ 1025906 w 1681861"/>
                <a:gd name="connsiteY39" fmla="*/ 804799 h 1427734"/>
                <a:gd name="connsiteX40" fmla="*/ 832358 w 1681861"/>
                <a:gd name="connsiteY40" fmla="*/ 967359 h 1427734"/>
                <a:gd name="connsiteX41" fmla="*/ 1063879 w 1681861"/>
                <a:gd name="connsiteY41" fmla="*/ 1097534 h 1427734"/>
                <a:gd name="connsiteX42" fmla="*/ 1164717 w 1681861"/>
                <a:gd name="connsiteY42" fmla="*/ 984504 h 1427734"/>
                <a:gd name="connsiteX43" fmla="*/ 1175385 w 1681861"/>
                <a:gd name="connsiteY43" fmla="*/ 895731 h 1427734"/>
                <a:gd name="connsiteX44" fmla="*/ 1226693 w 1681861"/>
                <a:gd name="connsiteY44" fmla="*/ 842391 h 1427734"/>
                <a:gd name="connsiteX45" fmla="*/ 1282700 w 1681861"/>
                <a:gd name="connsiteY45" fmla="*/ 859790 h 1427734"/>
                <a:gd name="connsiteX46" fmla="*/ 1388745 w 1681861"/>
                <a:gd name="connsiteY46" fmla="*/ 800862 h 1427734"/>
                <a:gd name="connsiteX47" fmla="*/ 1489583 w 1681861"/>
                <a:gd name="connsiteY47" fmla="*/ 845058 h 1427734"/>
                <a:gd name="connsiteX48" fmla="*/ 1083183 w 1681861"/>
                <a:gd name="connsiteY48" fmla="*/ 339217 h 1427734"/>
                <a:gd name="connsiteX49" fmla="*/ 1249680 w 1681861"/>
                <a:gd name="connsiteY49" fmla="*/ 0 h 1427734"/>
                <a:gd name="connsiteX50" fmla="*/ 1111631 w 1681861"/>
                <a:gd name="connsiteY50" fmla="*/ 318770 h 1427734"/>
                <a:gd name="connsiteX51" fmla="*/ 1522730 w 1681861"/>
                <a:gd name="connsiteY51" fmla="*/ 286131 h 1427734"/>
                <a:gd name="connsiteX52" fmla="*/ 1567561 w 1681861"/>
                <a:gd name="connsiteY52" fmla="*/ 231648 h 1427734"/>
                <a:gd name="connsiteX53" fmla="*/ 378191 w 1681861"/>
                <a:gd name="connsiteY53" fmla="*/ 252407 h 1427734"/>
                <a:gd name="connsiteX54" fmla="*/ 198247 w 1681861"/>
                <a:gd name="connsiteY54" fmla="*/ 458978 h 1427734"/>
                <a:gd name="connsiteX55" fmla="*/ 221869 w 1681861"/>
                <a:gd name="connsiteY55" fmla="*/ 469392 h 1427734"/>
                <a:gd name="connsiteX56" fmla="*/ 262001 w 1681861"/>
                <a:gd name="connsiteY56" fmla="*/ 552577 h 1427734"/>
                <a:gd name="connsiteX57" fmla="*/ 231648 w 1681861"/>
                <a:gd name="connsiteY57" fmla="*/ 778891 h 1427734"/>
                <a:gd name="connsiteX58" fmla="*/ 196850 w 1681861"/>
                <a:gd name="connsiteY58" fmla="*/ 799719 h 1427734"/>
                <a:gd name="connsiteX59" fmla="*/ 310642 w 1681861"/>
                <a:gd name="connsiteY59" fmla="*/ 900430 h 1427734"/>
                <a:gd name="connsiteX60" fmla="*/ 735076 w 1681861"/>
                <a:gd name="connsiteY60" fmla="*/ 967740 h 1427734"/>
                <a:gd name="connsiteX61" fmla="*/ 985774 w 1681861"/>
                <a:gd name="connsiteY61" fmla="*/ 810768 h 1427734"/>
                <a:gd name="connsiteX62" fmla="*/ 991489 w 1681861"/>
                <a:gd name="connsiteY62" fmla="*/ 808482 h 1427734"/>
                <a:gd name="connsiteX63" fmla="*/ 941956 w 1681861"/>
                <a:gd name="connsiteY63" fmla="*/ 343991 h 1427734"/>
                <a:gd name="connsiteX64" fmla="*/ 655811 w 1681861"/>
                <a:gd name="connsiteY64" fmla="*/ 192662 h 1427734"/>
                <a:gd name="connsiteX65" fmla="*/ 372956 w 1681861"/>
                <a:gd name="connsiteY65" fmla="*/ 251150 h 1427734"/>
                <a:gd name="connsiteX66" fmla="*/ 1107186 w 1681861"/>
                <a:gd name="connsiteY66" fmla="*/ 344678 h 1427734"/>
                <a:gd name="connsiteX67" fmla="*/ 1107186 w 1681861"/>
                <a:gd name="connsiteY67" fmla="*/ 344678 h 1427734"/>
                <a:gd name="connsiteX68" fmla="*/ 161417 w 1681861"/>
                <a:gd name="connsiteY68" fmla="*/ 487934 h 1427734"/>
                <a:gd name="connsiteX69" fmla="*/ 114554 w 1681861"/>
                <a:gd name="connsiteY69" fmla="*/ 705104 h 1427734"/>
                <a:gd name="connsiteX70" fmla="*/ 182499 w 1681861"/>
                <a:gd name="connsiteY70" fmla="*/ 776605 h 1427734"/>
                <a:gd name="connsiteX71" fmla="*/ 224917 w 1681861"/>
                <a:gd name="connsiteY71" fmla="*/ 741045 h 1427734"/>
                <a:gd name="connsiteX72" fmla="*/ 224536 w 1681861"/>
                <a:gd name="connsiteY72" fmla="*/ 518033 h 1427734"/>
                <a:gd name="connsiteX73" fmla="*/ 161417 w 1681861"/>
                <a:gd name="connsiteY73" fmla="*/ 487934 h 1427734"/>
                <a:gd name="connsiteX74" fmla="*/ 1039622 w 1681861"/>
                <a:gd name="connsiteY74" fmla="*/ 484251 h 1427734"/>
                <a:gd name="connsiteX75" fmla="*/ 1037717 w 1681861"/>
                <a:gd name="connsiteY75" fmla="*/ 777875 h 1427734"/>
                <a:gd name="connsiteX76" fmla="*/ 1039622 w 1681861"/>
                <a:gd name="connsiteY76" fmla="*/ 484251 h 1427734"/>
                <a:gd name="connsiteX77" fmla="*/ 1648333 w 1681861"/>
                <a:gd name="connsiteY77" fmla="*/ 871093 h 1427734"/>
                <a:gd name="connsiteX78" fmla="*/ 1654810 w 1681861"/>
                <a:gd name="connsiteY78" fmla="*/ 719074 h 1427734"/>
                <a:gd name="connsiteX79" fmla="*/ 1655191 w 1681861"/>
                <a:gd name="connsiteY79" fmla="*/ 580390 h 1427734"/>
                <a:gd name="connsiteX80" fmla="*/ 1654683 w 1681861"/>
                <a:gd name="connsiteY80" fmla="*/ 492379 h 1427734"/>
                <a:gd name="connsiteX81" fmla="*/ 1371092 w 1681861"/>
                <a:gd name="connsiteY81" fmla="*/ 832739 h 1427734"/>
                <a:gd name="connsiteX82" fmla="*/ 1249807 w 1681861"/>
                <a:gd name="connsiteY82" fmla="*/ 944499 h 1427734"/>
                <a:gd name="connsiteX83" fmla="*/ 1261618 w 1681861"/>
                <a:gd name="connsiteY83" fmla="*/ 874141 h 1427734"/>
                <a:gd name="connsiteX84" fmla="*/ 1208151 w 1681861"/>
                <a:gd name="connsiteY84" fmla="*/ 886587 h 1427734"/>
                <a:gd name="connsiteX85" fmla="*/ 1338961 w 1681861"/>
                <a:gd name="connsiteY85" fmla="*/ 1099058 h 1427734"/>
                <a:gd name="connsiteX86" fmla="*/ 1462913 w 1681861"/>
                <a:gd name="connsiteY86" fmla="*/ 852805 h 1427734"/>
                <a:gd name="connsiteX87" fmla="*/ 1387475 w 1681861"/>
                <a:gd name="connsiteY87" fmla="*/ 945769 h 1427734"/>
                <a:gd name="connsiteX88" fmla="*/ 1427988 w 1681861"/>
                <a:gd name="connsiteY88" fmla="*/ 839724 h 1427734"/>
                <a:gd name="connsiteX89" fmla="*/ 1371092 w 1681861"/>
                <a:gd name="connsiteY89" fmla="*/ 832739 h 1427734"/>
                <a:gd name="connsiteX90" fmla="*/ 1081532 w 1681861"/>
                <a:gd name="connsiteY90" fmla="*/ 1114806 h 1427734"/>
                <a:gd name="connsiteX91" fmla="*/ 1025652 w 1681861"/>
                <a:gd name="connsiteY91" fmla="*/ 1135507 h 1427734"/>
                <a:gd name="connsiteX92" fmla="*/ 1042035 w 1681861"/>
                <a:gd name="connsiteY92" fmla="*/ 1110869 h 1427734"/>
                <a:gd name="connsiteX93" fmla="*/ 913638 w 1681861"/>
                <a:gd name="connsiteY93" fmla="*/ 1032637 h 1427734"/>
                <a:gd name="connsiteX94" fmla="*/ 964057 w 1681861"/>
                <a:gd name="connsiteY94" fmla="*/ 1281557 h 1427734"/>
                <a:gd name="connsiteX95" fmla="*/ 1097915 w 1681861"/>
                <a:gd name="connsiteY95" fmla="*/ 1309116 h 1427734"/>
                <a:gd name="connsiteX96" fmla="*/ 1340866 w 1681861"/>
                <a:gd name="connsiteY96" fmla="*/ 1128395 h 1427734"/>
                <a:gd name="connsiteX97" fmla="*/ 1181608 w 1681861"/>
                <a:gd name="connsiteY97" fmla="*/ 1013841 h 1427734"/>
                <a:gd name="connsiteX98" fmla="*/ 1081532 w 1681861"/>
                <a:gd name="connsiteY98" fmla="*/ 1114806 h 1427734"/>
                <a:gd name="connsiteX0" fmla="*/ 1592580 w 1681861"/>
                <a:gd name="connsiteY0" fmla="*/ 52180 h 1262109"/>
                <a:gd name="connsiteX1" fmla="*/ 1622933 w 1681861"/>
                <a:gd name="connsiteY1" fmla="*/ 158352 h 1262109"/>
                <a:gd name="connsiteX2" fmla="*/ 1559179 w 1681861"/>
                <a:gd name="connsiteY2" fmla="*/ 185657 h 1262109"/>
                <a:gd name="connsiteX3" fmla="*/ 1681861 w 1681861"/>
                <a:gd name="connsiteY3" fmla="*/ 330310 h 1262109"/>
                <a:gd name="connsiteX4" fmla="*/ 1681353 w 1681861"/>
                <a:gd name="connsiteY4" fmla="*/ 674353 h 1262109"/>
                <a:gd name="connsiteX5" fmla="*/ 1657731 w 1681861"/>
                <a:gd name="connsiteY5" fmla="*/ 744584 h 1262109"/>
                <a:gd name="connsiteX6" fmla="*/ 1517142 w 1681861"/>
                <a:gd name="connsiteY6" fmla="*/ 751569 h 1262109"/>
                <a:gd name="connsiteX7" fmla="*/ 1383030 w 1681861"/>
                <a:gd name="connsiteY7" fmla="*/ 957436 h 1262109"/>
                <a:gd name="connsiteX8" fmla="*/ 1096137 w 1681861"/>
                <a:gd name="connsiteY8" fmla="*/ 1169780 h 1262109"/>
                <a:gd name="connsiteX9" fmla="*/ 969010 w 1681861"/>
                <a:gd name="connsiteY9" fmla="*/ 1147936 h 1262109"/>
                <a:gd name="connsiteX10" fmla="*/ 968375 w 1681861"/>
                <a:gd name="connsiteY10" fmla="*/ 1244710 h 1262109"/>
                <a:gd name="connsiteX11" fmla="*/ 957580 w 1681861"/>
                <a:gd name="connsiteY11" fmla="*/ 1257410 h 1262109"/>
                <a:gd name="connsiteX12" fmla="*/ 942721 w 1681861"/>
                <a:gd name="connsiteY12" fmla="*/ 1254616 h 1262109"/>
                <a:gd name="connsiteX13" fmla="*/ 940562 w 1681861"/>
                <a:gd name="connsiteY13" fmla="*/ 1151111 h 1262109"/>
                <a:gd name="connsiteX14" fmla="*/ 914908 w 1681861"/>
                <a:gd name="connsiteY14" fmla="*/ 951340 h 1262109"/>
                <a:gd name="connsiteX15" fmla="*/ 854202 w 1681861"/>
                <a:gd name="connsiteY15" fmla="*/ 838310 h 1262109"/>
                <a:gd name="connsiteX16" fmla="*/ 678561 w 1681861"/>
                <a:gd name="connsiteY16" fmla="*/ 832214 h 1262109"/>
                <a:gd name="connsiteX17" fmla="*/ 448437 w 1681861"/>
                <a:gd name="connsiteY17" fmla="*/ 814180 h 1262109"/>
                <a:gd name="connsiteX18" fmla="*/ 402209 w 1681861"/>
                <a:gd name="connsiteY18" fmla="*/ 837040 h 1262109"/>
                <a:gd name="connsiteX19" fmla="*/ 338963 w 1681861"/>
                <a:gd name="connsiteY19" fmla="*/ 857106 h 1262109"/>
                <a:gd name="connsiteX20" fmla="*/ 376047 w 1681861"/>
                <a:gd name="connsiteY20" fmla="*/ 952483 h 1262109"/>
                <a:gd name="connsiteX21" fmla="*/ 342900 w 1681861"/>
                <a:gd name="connsiteY21" fmla="*/ 1084182 h 1262109"/>
                <a:gd name="connsiteX22" fmla="*/ 265811 w 1681861"/>
                <a:gd name="connsiteY22" fmla="*/ 1252838 h 1262109"/>
                <a:gd name="connsiteX23" fmla="*/ 240157 w 1681861"/>
                <a:gd name="connsiteY23" fmla="*/ 1256140 h 1262109"/>
                <a:gd name="connsiteX24" fmla="*/ 349377 w 1681861"/>
                <a:gd name="connsiteY24" fmla="*/ 970263 h 1262109"/>
                <a:gd name="connsiteX25" fmla="*/ 311531 w 1681861"/>
                <a:gd name="connsiteY25" fmla="*/ 868536 h 1262109"/>
                <a:gd name="connsiteX26" fmla="*/ 20955 w 1681861"/>
                <a:gd name="connsiteY26" fmla="*/ 1251568 h 1262109"/>
                <a:gd name="connsiteX27" fmla="*/ 0 w 1681861"/>
                <a:gd name="connsiteY27" fmla="*/ 1262109 h 1262109"/>
                <a:gd name="connsiteX28" fmla="*/ 133223 w 1681861"/>
                <a:gd name="connsiteY28" fmla="*/ 995790 h 1262109"/>
                <a:gd name="connsiteX29" fmla="*/ 412369 w 1681861"/>
                <a:gd name="connsiteY29" fmla="*/ 806814 h 1262109"/>
                <a:gd name="connsiteX30" fmla="*/ 198247 w 1681861"/>
                <a:gd name="connsiteY30" fmla="*/ 670924 h 1262109"/>
                <a:gd name="connsiteX31" fmla="*/ 101981 w 1681861"/>
                <a:gd name="connsiteY31" fmla="*/ 581008 h 1262109"/>
                <a:gd name="connsiteX32" fmla="*/ 175895 w 1681861"/>
                <a:gd name="connsiteY32" fmla="*/ 285606 h 1262109"/>
                <a:gd name="connsiteX33" fmla="*/ 379792 w 1681861"/>
                <a:gd name="connsiteY33" fmla="*/ 50048 h 1262109"/>
                <a:gd name="connsiteX34" fmla="*/ 672816 w 1681861"/>
                <a:gd name="connsiteY34" fmla="*/ 5278 h 1262109"/>
                <a:gd name="connsiteX35" fmla="*/ 972991 w 1681861"/>
                <a:gd name="connsiteY35" fmla="*/ 167838 h 1262109"/>
                <a:gd name="connsiteX36" fmla="*/ 1049655 w 1681861"/>
                <a:gd name="connsiteY36" fmla="*/ 304021 h 1262109"/>
                <a:gd name="connsiteX37" fmla="*/ 1114679 w 1681861"/>
                <a:gd name="connsiteY37" fmla="*/ 399271 h 1262109"/>
                <a:gd name="connsiteX38" fmla="*/ 1042924 w 1681861"/>
                <a:gd name="connsiteY38" fmla="*/ 629268 h 1262109"/>
                <a:gd name="connsiteX39" fmla="*/ 1025906 w 1681861"/>
                <a:gd name="connsiteY39" fmla="*/ 639174 h 1262109"/>
                <a:gd name="connsiteX40" fmla="*/ 832358 w 1681861"/>
                <a:gd name="connsiteY40" fmla="*/ 801734 h 1262109"/>
                <a:gd name="connsiteX41" fmla="*/ 1063879 w 1681861"/>
                <a:gd name="connsiteY41" fmla="*/ 931909 h 1262109"/>
                <a:gd name="connsiteX42" fmla="*/ 1164717 w 1681861"/>
                <a:gd name="connsiteY42" fmla="*/ 818879 h 1262109"/>
                <a:gd name="connsiteX43" fmla="*/ 1175385 w 1681861"/>
                <a:gd name="connsiteY43" fmla="*/ 730106 h 1262109"/>
                <a:gd name="connsiteX44" fmla="*/ 1226693 w 1681861"/>
                <a:gd name="connsiteY44" fmla="*/ 676766 h 1262109"/>
                <a:gd name="connsiteX45" fmla="*/ 1282700 w 1681861"/>
                <a:gd name="connsiteY45" fmla="*/ 694165 h 1262109"/>
                <a:gd name="connsiteX46" fmla="*/ 1388745 w 1681861"/>
                <a:gd name="connsiteY46" fmla="*/ 635237 h 1262109"/>
                <a:gd name="connsiteX47" fmla="*/ 1489583 w 1681861"/>
                <a:gd name="connsiteY47" fmla="*/ 679433 h 1262109"/>
                <a:gd name="connsiteX48" fmla="*/ 1083183 w 1681861"/>
                <a:gd name="connsiteY48" fmla="*/ 173592 h 1262109"/>
                <a:gd name="connsiteX49" fmla="*/ 1522730 w 1681861"/>
                <a:gd name="connsiteY49" fmla="*/ 120506 h 1262109"/>
                <a:gd name="connsiteX50" fmla="*/ 1567561 w 1681861"/>
                <a:gd name="connsiteY50" fmla="*/ 66023 h 1262109"/>
                <a:gd name="connsiteX51" fmla="*/ 378191 w 1681861"/>
                <a:gd name="connsiteY51" fmla="*/ 86782 h 1262109"/>
                <a:gd name="connsiteX52" fmla="*/ 198247 w 1681861"/>
                <a:gd name="connsiteY52" fmla="*/ 293353 h 1262109"/>
                <a:gd name="connsiteX53" fmla="*/ 221869 w 1681861"/>
                <a:gd name="connsiteY53" fmla="*/ 303767 h 1262109"/>
                <a:gd name="connsiteX54" fmla="*/ 262001 w 1681861"/>
                <a:gd name="connsiteY54" fmla="*/ 386952 h 1262109"/>
                <a:gd name="connsiteX55" fmla="*/ 231648 w 1681861"/>
                <a:gd name="connsiteY55" fmla="*/ 613266 h 1262109"/>
                <a:gd name="connsiteX56" fmla="*/ 196850 w 1681861"/>
                <a:gd name="connsiteY56" fmla="*/ 634094 h 1262109"/>
                <a:gd name="connsiteX57" fmla="*/ 310642 w 1681861"/>
                <a:gd name="connsiteY57" fmla="*/ 734805 h 1262109"/>
                <a:gd name="connsiteX58" fmla="*/ 735076 w 1681861"/>
                <a:gd name="connsiteY58" fmla="*/ 802115 h 1262109"/>
                <a:gd name="connsiteX59" fmla="*/ 985774 w 1681861"/>
                <a:gd name="connsiteY59" fmla="*/ 645143 h 1262109"/>
                <a:gd name="connsiteX60" fmla="*/ 991489 w 1681861"/>
                <a:gd name="connsiteY60" fmla="*/ 642857 h 1262109"/>
                <a:gd name="connsiteX61" fmla="*/ 941956 w 1681861"/>
                <a:gd name="connsiteY61" fmla="*/ 178366 h 1262109"/>
                <a:gd name="connsiteX62" fmla="*/ 655811 w 1681861"/>
                <a:gd name="connsiteY62" fmla="*/ 27037 h 1262109"/>
                <a:gd name="connsiteX63" fmla="*/ 372956 w 1681861"/>
                <a:gd name="connsiteY63" fmla="*/ 85525 h 1262109"/>
                <a:gd name="connsiteX64" fmla="*/ 1107186 w 1681861"/>
                <a:gd name="connsiteY64" fmla="*/ 179053 h 1262109"/>
                <a:gd name="connsiteX65" fmla="*/ 1107186 w 1681861"/>
                <a:gd name="connsiteY65" fmla="*/ 179053 h 1262109"/>
                <a:gd name="connsiteX66" fmla="*/ 161417 w 1681861"/>
                <a:gd name="connsiteY66" fmla="*/ 322309 h 1262109"/>
                <a:gd name="connsiteX67" fmla="*/ 114554 w 1681861"/>
                <a:gd name="connsiteY67" fmla="*/ 539479 h 1262109"/>
                <a:gd name="connsiteX68" fmla="*/ 182499 w 1681861"/>
                <a:gd name="connsiteY68" fmla="*/ 610980 h 1262109"/>
                <a:gd name="connsiteX69" fmla="*/ 224917 w 1681861"/>
                <a:gd name="connsiteY69" fmla="*/ 575420 h 1262109"/>
                <a:gd name="connsiteX70" fmla="*/ 224536 w 1681861"/>
                <a:gd name="connsiteY70" fmla="*/ 352408 h 1262109"/>
                <a:gd name="connsiteX71" fmla="*/ 161417 w 1681861"/>
                <a:gd name="connsiteY71" fmla="*/ 322309 h 1262109"/>
                <a:gd name="connsiteX72" fmla="*/ 1039622 w 1681861"/>
                <a:gd name="connsiteY72" fmla="*/ 318626 h 1262109"/>
                <a:gd name="connsiteX73" fmla="*/ 1037717 w 1681861"/>
                <a:gd name="connsiteY73" fmla="*/ 612250 h 1262109"/>
                <a:gd name="connsiteX74" fmla="*/ 1039622 w 1681861"/>
                <a:gd name="connsiteY74" fmla="*/ 318626 h 1262109"/>
                <a:gd name="connsiteX75" fmla="*/ 1648333 w 1681861"/>
                <a:gd name="connsiteY75" fmla="*/ 705468 h 1262109"/>
                <a:gd name="connsiteX76" fmla="*/ 1654810 w 1681861"/>
                <a:gd name="connsiteY76" fmla="*/ 553449 h 1262109"/>
                <a:gd name="connsiteX77" fmla="*/ 1655191 w 1681861"/>
                <a:gd name="connsiteY77" fmla="*/ 414765 h 1262109"/>
                <a:gd name="connsiteX78" fmla="*/ 1654683 w 1681861"/>
                <a:gd name="connsiteY78" fmla="*/ 326754 h 1262109"/>
                <a:gd name="connsiteX79" fmla="*/ 1371092 w 1681861"/>
                <a:gd name="connsiteY79" fmla="*/ 667114 h 1262109"/>
                <a:gd name="connsiteX80" fmla="*/ 1249807 w 1681861"/>
                <a:gd name="connsiteY80" fmla="*/ 778874 h 1262109"/>
                <a:gd name="connsiteX81" fmla="*/ 1261618 w 1681861"/>
                <a:gd name="connsiteY81" fmla="*/ 708516 h 1262109"/>
                <a:gd name="connsiteX82" fmla="*/ 1208151 w 1681861"/>
                <a:gd name="connsiteY82" fmla="*/ 720962 h 1262109"/>
                <a:gd name="connsiteX83" fmla="*/ 1338961 w 1681861"/>
                <a:gd name="connsiteY83" fmla="*/ 933433 h 1262109"/>
                <a:gd name="connsiteX84" fmla="*/ 1462913 w 1681861"/>
                <a:gd name="connsiteY84" fmla="*/ 687180 h 1262109"/>
                <a:gd name="connsiteX85" fmla="*/ 1387475 w 1681861"/>
                <a:gd name="connsiteY85" fmla="*/ 780144 h 1262109"/>
                <a:gd name="connsiteX86" fmla="*/ 1427988 w 1681861"/>
                <a:gd name="connsiteY86" fmla="*/ 674099 h 1262109"/>
                <a:gd name="connsiteX87" fmla="*/ 1371092 w 1681861"/>
                <a:gd name="connsiteY87" fmla="*/ 667114 h 1262109"/>
                <a:gd name="connsiteX88" fmla="*/ 1081532 w 1681861"/>
                <a:gd name="connsiteY88" fmla="*/ 949181 h 1262109"/>
                <a:gd name="connsiteX89" fmla="*/ 1025652 w 1681861"/>
                <a:gd name="connsiteY89" fmla="*/ 969882 h 1262109"/>
                <a:gd name="connsiteX90" fmla="*/ 1042035 w 1681861"/>
                <a:gd name="connsiteY90" fmla="*/ 945244 h 1262109"/>
                <a:gd name="connsiteX91" fmla="*/ 913638 w 1681861"/>
                <a:gd name="connsiteY91" fmla="*/ 867012 h 1262109"/>
                <a:gd name="connsiteX92" fmla="*/ 964057 w 1681861"/>
                <a:gd name="connsiteY92" fmla="*/ 1115932 h 1262109"/>
                <a:gd name="connsiteX93" fmla="*/ 1097915 w 1681861"/>
                <a:gd name="connsiteY93" fmla="*/ 1143491 h 1262109"/>
                <a:gd name="connsiteX94" fmla="*/ 1340866 w 1681861"/>
                <a:gd name="connsiteY94" fmla="*/ 962770 h 1262109"/>
                <a:gd name="connsiteX95" fmla="*/ 1181608 w 1681861"/>
                <a:gd name="connsiteY95" fmla="*/ 848216 h 1262109"/>
                <a:gd name="connsiteX96" fmla="*/ 1081532 w 1681861"/>
                <a:gd name="connsiteY96" fmla="*/ 949181 h 1262109"/>
                <a:gd name="connsiteX0" fmla="*/ 1592580 w 1681861"/>
                <a:gd name="connsiteY0" fmla="*/ 52180 h 1262109"/>
                <a:gd name="connsiteX1" fmla="*/ 1622933 w 1681861"/>
                <a:gd name="connsiteY1" fmla="*/ 158352 h 1262109"/>
                <a:gd name="connsiteX2" fmla="*/ 1559179 w 1681861"/>
                <a:gd name="connsiteY2" fmla="*/ 185657 h 1262109"/>
                <a:gd name="connsiteX3" fmla="*/ 1681861 w 1681861"/>
                <a:gd name="connsiteY3" fmla="*/ 330310 h 1262109"/>
                <a:gd name="connsiteX4" fmla="*/ 1681353 w 1681861"/>
                <a:gd name="connsiteY4" fmla="*/ 674353 h 1262109"/>
                <a:gd name="connsiteX5" fmla="*/ 1657731 w 1681861"/>
                <a:gd name="connsiteY5" fmla="*/ 744584 h 1262109"/>
                <a:gd name="connsiteX6" fmla="*/ 1517142 w 1681861"/>
                <a:gd name="connsiteY6" fmla="*/ 751569 h 1262109"/>
                <a:gd name="connsiteX7" fmla="*/ 1383030 w 1681861"/>
                <a:gd name="connsiteY7" fmla="*/ 957436 h 1262109"/>
                <a:gd name="connsiteX8" fmla="*/ 1096137 w 1681861"/>
                <a:gd name="connsiteY8" fmla="*/ 1169780 h 1262109"/>
                <a:gd name="connsiteX9" fmla="*/ 969010 w 1681861"/>
                <a:gd name="connsiteY9" fmla="*/ 1147936 h 1262109"/>
                <a:gd name="connsiteX10" fmla="*/ 968375 w 1681861"/>
                <a:gd name="connsiteY10" fmla="*/ 1244710 h 1262109"/>
                <a:gd name="connsiteX11" fmla="*/ 957580 w 1681861"/>
                <a:gd name="connsiteY11" fmla="*/ 1257410 h 1262109"/>
                <a:gd name="connsiteX12" fmla="*/ 942721 w 1681861"/>
                <a:gd name="connsiteY12" fmla="*/ 1254616 h 1262109"/>
                <a:gd name="connsiteX13" fmla="*/ 940562 w 1681861"/>
                <a:gd name="connsiteY13" fmla="*/ 1151111 h 1262109"/>
                <a:gd name="connsiteX14" fmla="*/ 914908 w 1681861"/>
                <a:gd name="connsiteY14" fmla="*/ 951340 h 1262109"/>
                <a:gd name="connsiteX15" fmla="*/ 854202 w 1681861"/>
                <a:gd name="connsiteY15" fmla="*/ 838310 h 1262109"/>
                <a:gd name="connsiteX16" fmla="*/ 678561 w 1681861"/>
                <a:gd name="connsiteY16" fmla="*/ 832214 h 1262109"/>
                <a:gd name="connsiteX17" fmla="*/ 448437 w 1681861"/>
                <a:gd name="connsiteY17" fmla="*/ 814180 h 1262109"/>
                <a:gd name="connsiteX18" fmla="*/ 402209 w 1681861"/>
                <a:gd name="connsiteY18" fmla="*/ 837040 h 1262109"/>
                <a:gd name="connsiteX19" fmla="*/ 338963 w 1681861"/>
                <a:gd name="connsiteY19" fmla="*/ 857106 h 1262109"/>
                <a:gd name="connsiteX20" fmla="*/ 376047 w 1681861"/>
                <a:gd name="connsiteY20" fmla="*/ 952483 h 1262109"/>
                <a:gd name="connsiteX21" fmla="*/ 342900 w 1681861"/>
                <a:gd name="connsiteY21" fmla="*/ 1084182 h 1262109"/>
                <a:gd name="connsiteX22" fmla="*/ 265811 w 1681861"/>
                <a:gd name="connsiteY22" fmla="*/ 1252838 h 1262109"/>
                <a:gd name="connsiteX23" fmla="*/ 240157 w 1681861"/>
                <a:gd name="connsiteY23" fmla="*/ 1256140 h 1262109"/>
                <a:gd name="connsiteX24" fmla="*/ 349377 w 1681861"/>
                <a:gd name="connsiteY24" fmla="*/ 970263 h 1262109"/>
                <a:gd name="connsiteX25" fmla="*/ 311531 w 1681861"/>
                <a:gd name="connsiteY25" fmla="*/ 868536 h 1262109"/>
                <a:gd name="connsiteX26" fmla="*/ 20955 w 1681861"/>
                <a:gd name="connsiteY26" fmla="*/ 1251568 h 1262109"/>
                <a:gd name="connsiteX27" fmla="*/ 0 w 1681861"/>
                <a:gd name="connsiteY27" fmla="*/ 1262109 h 1262109"/>
                <a:gd name="connsiteX28" fmla="*/ 133223 w 1681861"/>
                <a:gd name="connsiteY28" fmla="*/ 995790 h 1262109"/>
                <a:gd name="connsiteX29" fmla="*/ 412369 w 1681861"/>
                <a:gd name="connsiteY29" fmla="*/ 806814 h 1262109"/>
                <a:gd name="connsiteX30" fmla="*/ 198247 w 1681861"/>
                <a:gd name="connsiteY30" fmla="*/ 670924 h 1262109"/>
                <a:gd name="connsiteX31" fmla="*/ 101981 w 1681861"/>
                <a:gd name="connsiteY31" fmla="*/ 581008 h 1262109"/>
                <a:gd name="connsiteX32" fmla="*/ 175895 w 1681861"/>
                <a:gd name="connsiteY32" fmla="*/ 285606 h 1262109"/>
                <a:gd name="connsiteX33" fmla="*/ 379792 w 1681861"/>
                <a:gd name="connsiteY33" fmla="*/ 50048 h 1262109"/>
                <a:gd name="connsiteX34" fmla="*/ 672816 w 1681861"/>
                <a:gd name="connsiteY34" fmla="*/ 5278 h 1262109"/>
                <a:gd name="connsiteX35" fmla="*/ 972991 w 1681861"/>
                <a:gd name="connsiteY35" fmla="*/ 167838 h 1262109"/>
                <a:gd name="connsiteX36" fmla="*/ 1049655 w 1681861"/>
                <a:gd name="connsiteY36" fmla="*/ 304021 h 1262109"/>
                <a:gd name="connsiteX37" fmla="*/ 1114679 w 1681861"/>
                <a:gd name="connsiteY37" fmla="*/ 399271 h 1262109"/>
                <a:gd name="connsiteX38" fmla="*/ 1042924 w 1681861"/>
                <a:gd name="connsiteY38" fmla="*/ 629268 h 1262109"/>
                <a:gd name="connsiteX39" fmla="*/ 1025906 w 1681861"/>
                <a:gd name="connsiteY39" fmla="*/ 639174 h 1262109"/>
                <a:gd name="connsiteX40" fmla="*/ 832358 w 1681861"/>
                <a:gd name="connsiteY40" fmla="*/ 801734 h 1262109"/>
                <a:gd name="connsiteX41" fmla="*/ 1063879 w 1681861"/>
                <a:gd name="connsiteY41" fmla="*/ 931909 h 1262109"/>
                <a:gd name="connsiteX42" fmla="*/ 1164717 w 1681861"/>
                <a:gd name="connsiteY42" fmla="*/ 818879 h 1262109"/>
                <a:gd name="connsiteX43" fmla="*/ 1175385 w 1681861"/>
                <a:gd name="connsiteY43" fmla="*/ 730106 h 1262109"/>
                <a:gd name="connsiteX44" fmla="*/ 1226693 w 1681861"/>
                <a:gd name="connsiteY44" fmla="*/ 676766 h 1262109"/>
                <a:gd name="connsiteX45" fmla="*/ 1282700 w 1681861"/>
                <a:gd name="connsiteY45" fmla="*/ 694165 h 1262109"/>
                <a:gd name="connsiteX46" fmla="*/ 1388745 w 1681861"/>
                <a:gd name="connsiteY46" fmla="*/ 635237 h 1262109"/>
                <a:gd name="connsiteX47" fmla="*/ 1489583 w 1681861"/>
                <a:gd name="connsiteY47" fmla="*/ 679433 h 1262109"/>
                <a:gd name="connsiteX48" fmla="*/ 1083183 w 1681861"/>
                <a:gd name="connsiteY48" fmla="*/ 173592 h 1262109"/>
                <a:gd name="connsiteX49" fmla="*/ 1522730 w 1681861"/>
                <a:gd name="connsiteY49" fmla="*/ 120506 h 1262109"/>
                <a:gd name="connsiteX50" fmla="*/ 1567561 w 1681861"/>
                <a:gd name="connsiteY50" fmla="*/ 66023 h 1262109"/>
                <a:gd name="connsiteX51" fmla="*/ 378191 w 1681861"/>
                <a:gd name="connsiteY51" fmla="*/ 86782 h 1262109"/>
                <a:gd name="connsiteX52" fmla="*/ 198247 w 1681861"/>
                <a:gd name="connsiteY52" fmla="*/ 293353 h 1262109"/>
                <a:gd name="connsiteX53" fmla="*/ 221869 w 1681861"/>
                <a:gd name="connsiteY53" fmla="*/ 303767 h 1262109"/>
                <a:gd name="connsiteX54" fmla="*/ 262001 w 1681861"/>
                <a:gd name="connsiteY54" fmla="*/ 386952 h 1262109"/>
                <a:gd name="connsiteX55" fmla="*/ 231648 w 1681861"/>
                <a:gd name="connsiteY55" fmla="*/ 613266 h 1262109"/>
                <a:gd name="connsiteX56" fmla="*/ 196850 w 1681861"/>
                <a:gd name="connsiteY56" fmla="*/ 634094 h 1262109"/>
                <a:gd name="connsiteX57" fmla="*/ 310642 w 1681861"/>
                <a:gd name="connsiteY57" fmla="*/ 734805 h 1262109"/>
                <a:gd name="connsiteX58" fmla="*/ 735076 w 1681861"/>
                <a:gd name="connsiteY58" fmla="*/ 802115 h 1262109"/>
                <a:gd name="connsiteX59" fmla="*/ 985774 w 1681861"/>
                <a:gd name="connsiteY59" fmla="*/ 645143 h 1262109"/>
                <a:gd name="connsiteX60" fmla="*/ 991489 w 1681861"/>
                <a:gd name="connsiteY60" fmla="*/ 642857 h 1262109"/>
                <a:gd name="connsiteX61" fmla="*/ 941956 w 1681861"/>
                <a:gd name="connsiteY61" fmla="*/ 178366 h 1262109"/>
                <a:gd name="connsiteX62" fmla="*/ 655811 w 1681861"/>
                <a:gd name="connsiteY62" fmla="*/ 27037 h 1262109"/>
                <a:gd name="connsiteX63" fmla="*/ 372956 w 1681861"/>
                <a:gd name="connsiteY63" fmla="*/ 85525 h 1262109"/>
                <a:gd name="connsiteX64" fmla="*/ 161417 w 1681861"/>
                <a:gd name="connsiteY64" fmla="*/ 322309 h 1262109"/>
                <a:gd name="connsiteX65" fmla="*/ 114554 w 1681861"/>
                <a:gd name="connsiteY65" fmla="*/ 539479 h 1262109"/>
                <a:gd name="connsiteX66" fmla="*/ 182499 w 1681861"/>
                <a:gd name="connsiteY66" fmla="*/ 610980 h 1262109"/>
                <a:gd name="connsiteX67" fmla="*/ 224917 w 1681861"/>
                <a:gd name="connsiteY67" fmla="*/ 575420 h 1262109"/>
                <a:gd name="connsiteX68" fmla="*/ 224536 w 1681861"/>
                <a:gd name="connsiteY68" fmla="*/ 352408 h 1262109"/>
                <a:gd name="connsiteX69" fmla="*/ 161417 w 1681861"/>
                <a:gd name="connsiteY69" fmla="*/ 322309 h 1262109"/>
                <a:gd name="connsiteX70" fmla="*/ 1039622 w 1681861"/>
                <a:gd name="connsiteY70" fmla="*/ 318626 h 1262109"/>
                <a:gd name="connsiteX71" fmla="*/ 1037717 w 1681861"/>
                <a:gd name="connsiteY71" fmla="*/ 612250 h 1262109"/>
                <a:gd name="connsiteX72" fmla="*/ 1039622 w 1681861"/>
                <a:gd name="connsiteY72" fmla="*/ 318626 h 1262109"/>
                <a:gd name="connsiteX73" fmla="*/ 1648333 w 1681861"/>
                <a:gd name="connsiteY73" fmla="*/ 705468 h 1262109"/>
                <a:gd name="connsiteX74" fmla="*/ 1654810 w 1681861"/>
                <a:gd name="connsiteY74" fmla="*/ 553449 h 1262109"/>
                <a:gd name="connsiteX75" fmla="*/ 1655191 w 1681861"/>
                <a:gd name="connsiteY75" fmla="*/ 414765 h 1262109"/>
                <a:gd name="connsiteX76" fmla="*/ 1654683 w 1681861"/>
                <a:gd name="connsiteY76" fmla="*/ 326754 h 1262109"/>
                <a:gd name="connsiteX77" fmla="*/ 1371092 w 1681861"/>
                <a:gd name="connsiteY77" fmla="*/ 667114 h 1262109"/>
                <a:gd name="connsiteX78" fmla="*/ 1249807 w 1681861"/>
                <a:gd name="connsiteY78" fmla="*/ 778874 h 1262109"/>
                <a:gd name="connsiteX79" fmla="*/ 1261618 w 1681861"/>
                <a:gd name="connsiteY79" fmla="*/ 708516 h 1262109"/>
                <a:gd name="connsiteX80" fmla="*/ 1208151 w 1681861"/>
                <a:gd name="connsiteY80" fmla="*/ 720962 h 1262109"/>
                <a:gd name="connsiteX81" fmla="*/ 1338961 w 1681861"/>
                <a:gd name="connsiteY81" fmla="*/ 933433 h 1262109"/>
                <a:gd name="connsiteX82" fmla="*/ 1462913 w 1681861"/>
                <a:gd name="connsiteY82" fmla="*/ 687180 h 1262109"/>
                <a:gd name="connsiteX83" fmla="*/ 1387475 w 1681861"/>
                <a:gd name="connsiteY83" fmla="*/ 780144 h 1262109"/>
                <a:gd name="connsiteX84" fmla="*/ 1427988 w 1681861"/>
                <a:gd name="connsiteY84" fmla="*/ 674099 h 1262109"/>
                <a:gd name="connsiteX85" fmla="*/ 1371092 w 1681861"/>
                <a:gd name="connsiteY85" fmla="*/ 667114 h 1262109"/>
                <a:gd name="connsiteX86" fmla="*/ 1081532 w 1681861"/>
                <a:gd name="connsiteY86" fmla="*/ 949181 h 1262109"/>
                <a:gd name="connsiteX87" fmla="*/ 1025652 w 1681861"/>
                <a:gd name="connsiteY87" fmla="*/ 969882 h 1262109"/>
                <a:gd name="connsiteX88" fmla="*/ 1042035 w 1681861"/>
                <a:gd name="connsiteY88" fmla="*/ 945244 h 1262109"/>
                <a:gd name="connsiteX89" fmla="*/ 913638 w 1681861"/>
                <a:gd name="connsiteY89" fmla="*/ 867012 h 1262109"/>
                <a:gd name="connsiteX90" fmla="*/ 964057 w 1681861"/>
                <a:gd name="connsiteY90" fmla="*/ 1115932 h 1262109"/>
                <a:gd name="connsiteX91" fmla="*/ 1097915 w 1681861"/>
                <a:gd name="connsiteY91" fmla="*/ 1143491 h 1262109"/>
                <a:gd name="connsiteX92" fmla="*/ 1340866 w 1681861"/>
                <a:gd name="connsiteY92" fmla="*/ 962770 h 1262109"/>
                <a:gd name="connsiteX93" fmla="*/ 1181608 w 1681861"/>
                <a:gd name="connsiteY93" fmla="*/ 848216 h 1262109"/>
                <a:gd name="connsiteX94" fmla="*/ 1081532 w 1681861"/>
                <a:gd name="connsiteY94" fmla="*/ 949181 h 1262109"/>
                <a:gd name="connsiteX0" fmla="*/ 1592580 w 1681861"/>
                <a:gd name="connsiteY0" fmla="*/ 52180 h 1262109"/>
                <a:gd name="connsiteX1" fmla="*/ 1622933 w 1681861"/>
                <a:gd name="connsiteY1" fmla="*/ 158352 h 1262109"/>
                <a:gd name="connsiteX2" fmla="*/ 1559179 w 1681861"/>
                <a:gd name="connsiteY2" fmla="*/ 185657 h 1262109"/>
                <a:gd name="connsiteX3" fmla="*/ 1681861 w 1681861"/>
                <a:gd name="connsiteY3" fmla="*/ 330310 h 1262109"/>
                <a:gd name="connsiteX4" fmla="*/ 1681353 w 1681861"/>
                <a:gd name="connsiteY4" fmla="*/ 674353 h 1262109"/>
                <a:gd name="connsiteX5" fmla="*/ 1657731 w 1681861"/>
                <a:gd name="connsiteY5" fmla="*/ 744584 h 1262109"/>
                <a:gd name="connsiteX6" fmla="*/ 1517142 w 1681861"/>
                <a:gd name="connsiteY6" fmla="*/ 751569 h 1262109"/>
                <a:gd name="connsiteX7" fmla="*/ 1383030 w 1681861"/>
                <a:gd name="connsiteY7" fmla="*/ 957436 h 1262109"/>
                <a:gd name="connsiteX8" fmla="*/ 1096137 w 1681861"/>
                <a:gd name="connsiteY8" fmla="*/ 1169780 h 1262109"/>
                <a:gd name="connsiteX9" fmla="*/ 969010 w 1681861"/>
                <a:gd name="connsiteY9" fmla="*/ 1147936 h 1262109"/>
                <a:gd name="connsiteX10" fmla="*/ 968375 w 1681861"/>
                <a:gd name="connsiteY10" fmla="*/ 1244710 h 1262109"/>
                <a:gd name="connsiteX11" fmla="*/ 957580 w 1681861"/>
                <a:gd name="connsiteY11" fmla="*/ 1257410 h 1262109"/>
                <a:gd name="connsiteX12" fmla="*/ 942721 w 1681861"/>
                <a:gd name="connsiteY12" fmla="*/ 1254616 h 1262109"/>
                <a:gd name="connsiteX13" fmla="*/ 940562 w 1681861"/>
                <a:gd name="connsiteY13" fmla="*/ 1151111 h 1262109"/>
                <a:gd name="connsiteX14" fmla="*/ 914908 w 1681861"/>
                <a:gd name="connsiteY14" fmla="*/ 951340 h 1262109"/>
                <a:gd name="connsiteX15" fmla="*/ 854202 w 1681861"/>
                <a:gd name="connsiteY15" fmla="*/ 838310 h 1262109"/>
                <a:gd name="connsiteX16" fmla="*/ 678561 w 1681861"/>
                <a:gd name="connsiteY16" fmla="*/ 832214 h 1262109"/>
                <a:gd name="connsiteX17" fmla="*/ 448437 w 1681861"/>
                <a:gd name="connsiteY17" fmla="*/ 814180 h 1262109"/>
                <a:gd name="connsiteX18" fmla="*/ 402209 w 1681861"/>
                <a:gd name="connsiteY18" fmla="*/ 837040 h 1262109"/>
                <a:gd name="connsiteX19" fmla="*/ 338963 w 1681861"/>
                <a:gd name="connsiteY19" fmla="*/ 857106 h 1262109"/>
                <a:gd name="connsiteX20" fmla="*/ 376047 w 1681861"/>
                <a:gd name="connsiteY20" fmla="*/ 952483 h 1262109"/>
                <a:gd name="connsiteX21" fmla="*/ 342900 w 1681861"/>
                <a:gd name="connsiteY21" fmla="*/ 1084182 h 1262109"/>
                <a:gd name="connsiteX22" fmla="*/ 265811 w 1681861"/>
                <a:gd name="connsiteY22" fmla="*/ 1252838 h 1262109"/>
                <a:gd name="connsiteX23" fmla="*/ 240157 w 1681861"/>
                <a:gd name="connsiteY23" fmla="*/ 1256140 h 1262109"/>
                <a:gd name="connsiteX24" fmla="*/ 349377 w 1681861"/>
                <a:gd name="connsiteY24" fmla="*/ 970263 h 1262109"/>
                <a:gd name="connsiteX25" fmla="*/ 311531 w 1681861"/>
                <a:gd name="connsiteY25" fmla="*/ 868536 h 1262109"/>
                <a:gd name="connsiteX26" fmla="*/ 20955 w 1681861"/>
                <a:gd name="connsiteY26" fmla="*/ 1251568 h 1262109"/>
                <a:gd name="connsiteX27" fmla="*/ 0 w 1681861"/>
                <a:gd name="connsiteY27" fmla="*/ 1262109 h 1262109"/>
                <a:gd name="connsiteX28" fmla="*/ 133223 w 1681861"/>
                <a:gd name="connsiteY28" fmla="*/ 995790 h 1262109"/>
                <a:gd name="connsiteX29" fmla="*/ 412369 w 1681861"/>
                <a:gd name="connsiteY29" fmla="*/ 806814 h 1262109"/>
                <a:gd name="connsiteX30" fmla="*/ 198247 w 1681861"/>
                <a:gd name="connsiteY30" fmla="*/ 670924 h 1262109"/>
                <a:gd name="connsiteX31" fmla="*/ 101981 w 1681861"/>
                <a:gd name="connsiteY31" fmla="*/ 581008 h 1262109"/>
                <a:gd name="connsiteX32" fmla="*/ 175895 w 1681861"/>
                <a:gd name="connsiteY32" fmla="*/ 285606 h 1262109"/>
                <a:gd name="connsiteX33" fmla="*/ 379792 w 1681861"/>
                <a:gd name="connsiteY33" fmla="*/ 50048 h 1262109"/>
                <a:gd name="connsiteX34" fmla="*/ 672816 w 1681861"/>
                <a:gd name="connsiteY34" fmla="*/ 5278 h 1262109"/>
                <a:gd name="connsiteX35" fmla="*/ 972991 w 1681861"/>
                <a:gd name="connsiteY35" fmla="*/ 167838 h 1262109"/>
                <a:gd name="connsiteX36" fmla="*/ 1049655 w 1681861"/>
                <a:gd name="connsiteY36" fmla="*/ 304021 h 1262109"/>
                <a:gd name="connsiteX37" fmla="*/ 1114679 w 1681861"/>
                <a:gd name="connsiteY37" fmla="*/ 399271 h 1262109"/>
                <a:gd name="connsiteX38" fmla="*/ 1042924 w 1681861"/>
                <a:gd name="connsiteY38" fmla="*/ 629268 h 1262109"/>
                <a:gd name="connsiteX39" fmla="*/ 1025906 w 1681861"/>
                <a:gd name="connsiteY39" fmla="*/ 639174 h 1262109"/>
                <a:gd name="connsiteX40" fmla="*/ 832358 w 1681861"/>
                <a:gd name="connsiteY40" fmla="*/ 801734 h 1262109"/>
                <a:gd name="connsiteX41" fmla="*/ 1063879 w 1681861"/>
                <a:gd name="connsiteY41" fmla="*/ 931909 h 1262109"/>
                <a:gd name="connsiteX42" fmla="*/ 1164717 w 1681861"/>
                <a:gd name="connsiteY42" fmla="*/ 818879 h 1262109"/>
                <a:gd name="connsiteX43" fmla="*/ 1175385 w 1681861"/>
                <a:gd name="connsiteY43" fmla="*/ 730106 h 1262109"/>
                <a:gd name="connsiteX44" fmla="*/ 1226693 w 1681861"/>
                <a:gd name="connsiteY44" fmla="*/ 676766 h 1262109"/>
                <a:gd name="connsiteX45" fmla="*/ 1282700 w 1681861"/>
                <a:gd name="connsiteY45" fmla="*/ 694165 h 1262109"/>
                <a:gd name="connsiteX46" fmla="*/ 1388745 w 1681861"/>
                <a:gd name="connsiteY46" fmla="*/ 635237 h 1262109"/>
                <a:gd name="connsiteX47" fmla="*/ 1489583 w 1681861"/>
                <a:gd name="connsiteY47" fmla="*/ 679433 h 1262109"/>
                <a:gd name="connsiteX48" fmla="*/ 1522730 w 1681861"/>
                <a:gd name="connsiteY48" fmla="*/ 120506 h 1262109"/>
                <a:gd name="connsiteX49" fmla="*/ 1567561 w 1681861"/>
                <a:gd name="connsiteY49" fmla="*/ 66023 h 1262109"/>
                <a:gd name="connsiteX50" fmla="*/ 378191 w 1681861"/>
                <a:gd name="connsiteY50" fmla="*/ 86782 h 1262109"/>
                <a:gd name="connsiteX51" fmla="*/ 198247 w 1681861"/>
                <a:gd name="connsiteY51" fmla="*/ 293353 h 1262109"/>
                <a:gd name="connsiteX52" fmla="*/ 221869 w 1681861"/>
                <a:gd name="connsiteY52" fmla="*/ 303767 h 1262109"/>
                <a:gd name="connsiteX53" fmla="*/ 262001 w 1681861"/>
                <a:gd name="connsiteY53" fmla="*/ 386952 h 1262109"/>
                <a:gd name="connsiteX54" fmla="*/ 231648 w 1681861"/>
                <a:gd name="connsiteY54" fmla="*/ 613266 h 1262109"/>
                <a:gd name="connsiteX55" fmla="*/ 196850 w 1681861"/>
                <a:gd name="connsiteY55" fmla="*/ 634094 h 1262109"/>
                <a:gd name="connsiteX56" fmla="*/ 310642 w 1681861"/>
                <a:gd name="connsiteY56" fmla="*/ 734805 h 1262109"/>
                <a:gd name="connsiteX57" fmla="*/ 735076 w 1681861"/>
                <a:gd name="connsiteY57" fmla="*/ 802115 h 1262109"/>
                <a:gd name="connsiteX58" fmla="*/ 985774 w 1681861"/>
                <a:gd name="connsiteY58" fmla="*/ 645143 h 1262109"/>
                <a:gd name="connsiteX59" fmla="*/ 991489 w 1681861"/>
                <a:gd name="connsiteY59" fmla="*/ 642857 h 1262109"/>
                <a:gd name="connsiteX60" fmla="*/ 941956 w 1681861"/>
                <a:gd name="connsiteY60" fmla="*/ 178366 h 1262109"/>
                <a:gd name="connsiteX61" fmla="*/ 655811 w 1681861"/>
                <a:gd name="connsiteY61" fmla="*/ 27037 h 1262109"/>
                <a:gd name="connsiteX62" fmla="*/ 372956 w 1681861"/>
                <a:gd name="connsiteY62" fmla="*/ 85525 h 1262109"/>
                <a:gd name="connsiteX63" fmla="*/ 161417 w 1681861"/>
                <a:gd name="connsiteY63" fmla="*/ 322309 h 1262109"/>
                <a:gd name="connsiteX64" fmla="*/ 114554 w 1681861"/>
                <a:gd name="connsiteY64" fmla="*/ 539479 h 1262109"/>
                <a:gd name="connsiteX65" fmla="*/ 182499 w 1681861"/>
                <a:gd name="connsiteY65" fmla="*/ 610980 h 1262109"/>
                <a:gd name="connsiteX66" fmla="*/ 224917 w 1681861"/>
                <a:gd name="connsiteY66" fmla="*/ 575420 h 1262109"/>
                <a:gd name="connsiteX67" fmla="*/ 224536 w 1681861"/>
                <a:gd name="connsiteY67" fmla="*/ 352408 h 1262109"/>
                <a:gd name="connsiteX68" fmla="*/ 161417 w 1681861"/>
                <a:gd name="connsiteY68" fmla="*/ 322309 h 1262109"/>
                <a:gd name="connsiteX69" fmla="*/ 1039622 w 1681861"/>
                <a:gd name="connsiteY69" fmla="*/ 318626 h 1262109"/>
                <a:gd name="connsiteX70" fmla="*/ 1037717 w 1681861"/>
                <a:gd name="connsiteY70" fmla="*/ 612250 h 1262109"/>
                <a:gd name="connsiteX71" fmla="*/ 1039622 w 1681861"/>
                <a:gd name="connsiteY71" fmla="*/ 318626 h 1262109"/>
                <a:gd name="connsiteX72" fmla="*/ 1648333 w 1681861"/>
                <a:gd name="connsiteY72" fmla="*/ 705468 h 1262109"/>
                <a:gd name="connsiteX73" fmla="*/ 1654810 w 1681861"/>
                <a:gd name="connsiteY73" fmla="*/ 553449 h 1262109"/>
                <a:gd name="connsiteX74" fmla="*/ 1655191 w 1681861"/>
                <a:gd name="connsiteY74" fmla="*/ 414765 h 1262109"/>
                <a:gd name="connsiteX75" fmla="*/ 1654683 w 1681861"/>
                <a:gd name="connsiteY75" fmla="*/ 326754 h 1262109"/>
                <a:gd name="connsiteX76" fmla="*/ 1371092 w 1681861"/>
                <a:gd name="connsiteY76" fmla="*/ 667114 h 1262109"/>
                <a:gd name="connsiteX77" fmla="*/ 1249807 w 1681861"/>
                <a:gd name="connsiteY77" fmla="*/ 778874 h 1262109"/>
                <a:gd name="connsiteX78" fmla="*/ 1261618 w 1681861"/>
                <a:gd name="connsiteY78" fmla="*/ 708516 h 1262109"/>
                <a:gd name="connsiteX79" fmla="*/ 1208151 w 1681861"/>
                <a:gd name="connsiteY79" fmla="*/ 720962 h 1262109"/>
                <a:gd name="connsiteX80" fmla="*/ 1338961 w 1681861"/>
                <a:gd name="connsiteY80" fmla="*/ 933433 h 1262109"/>
                <a:gd name="connsiteX81" fmla="*/ 1462913 w 1681861"/>
                <a:gd name="connsiteY81" fmla="*/ 687180 h 1262109"/>
                <a:gd name="connsiteX82" fmla="*/ 1387475 w 1681861"/>
                <a:gd name="connsiteY82" fmla="*/ 780144 h 1262109"/>
                <a:gd name="connsiteX83" fmla="*/ 1427988 w 1681861"/>
                <a:gd name="connsiteY83" fmla="*/ 674099 h 1262109"/>
                <a:gd name="connsiteX84" fmla="*/ 1371092 w 1681861"/>
                <a:gd name="connsiteY84" fmla="*/ 667114 h 1262109"/>
                <a:gd name="connsiteX85" fmla="*/ 1081532 w 1681861"/>
                <a:gd name="connsiteY85" fmla="*/ 949181 h 1262109"/>
                <a:gd name="connsiteX86" fmla="*/ 1025652 w 1681861"/>
                <a:gd name="connsiteY86" fmla="*/ 969882 h 1262109"/>
                <a:gd name="connsiteX87" fmla="*/ 1042035 w 1681861"/>
                <a:gd name="connsiteY87" fmla="*/ 945244 h 1262109"/>
                <a:gd name="connsiteX88" fmla="*/ 913638 w 1681861"/>
                <a:gd name="connsiteY88" fmla="*/ 867012 h 1262109"/>
                <a:gd name="connsiteX89" fmla="*/ 964057 w 1681861"/>
                <a:gd name="connsiteY89" fmla="*/ 1115932 h 1262109"/>
                <a:gd name="connsiteX90" fmla="*/ 1097915 w 1681861"/>
                <a:gd name="connsiteY90" fmla="*/ 1143491 h 1262109"/>
                <a:gd name="connsiteX91" fmla="*/ 1340866 w 1681861"/>
                <a:gd name="connsiteY91" fmla="*/ 962770 h 1262109"/>
                <a:gd name="connsiteX92" fmla="*/ 1181608 w 1681861"/>
                <a:gd name="connsiteY92" fmla="*/ 848216 h 1262109"/>
                <a:gd name="connsiteX93" fmla="*/ 1081532 w 1681861"/>
                <a:gd name="connsiteY93" fmla="*/ 949181 h 1262109"/>
                <a:gd name="connsiteX0" fmla="*/ 1622933 w 1681861"/>
                <a:gd name="connsiteY0" fmla="*/ 158352 h 1262109"/>
                <a:gd name="connsiteX1" fmla="*/ 1559179 w 1681861"/>
                <a:gd name="connsiteY1" fmla="*/ 185657 h 1262109"/>
                <a:gd name="connsiteX2" fmla="*/ 1681861 w 1681861"/>
                <a:gd name="connsiteY2" fmla="*/ 330310 h 1262109"/>
                <a:gd name="connsiteX3" fmla="*/ 1681353 w 1681861"/>
                <a:gd name="connsiteY3" fmla="*/ 674353 h 1262109"/>
                <a:gd name="connsiteX4" fmla="*/ 1657731 w 1681861"/>
                <a:gd name="connsiteY4" fmla="*/ 744584 h 1262109"/>
                <a:gd name="connsiteX5" fmla="*/ 1517142 w 1681861"/>
                <a:gd name="connsiteY5" fmla="*/ 751569 h 1262109"/>
                <a:gd name="connsiteX6" fmla="*/ 1383030 w 1681861"/>
                <a:gd name="connsiteY6" fmla="*/ 957436 h 1262109"/>
                <a:gd name="connsiteX7" fmla="*/ 1096137 w 1681861"/>
                <a:gd name="connsiteY7" fmla="*/ 1169780 h 1262109"/>
                <a:gd name="connsiteX8" fmla="*/ 969010 w 1681861"/>
                <a:gd name="connsiteY8" fmla="*/ 1147936 h 1262109"/>
                <a:gd name="connsiteX9" fmla="*/ 968375 w 1681861"/>
                <a:gd name="connsiteY9" fmla="*/ 1244710 h 1262109"/>
                <a:gd name="connsiteX10" fmla="*/ 957580 w 1681861"/>
                <a:gd name="connsiteY10" fmla="*/ 1257410 h 1262109"/>
                <a:gd name="connsiteX11" fmla="*/ 942721 w 1681861"/>
                <a:gd name="connsiteY11" fmla="*/ 1254616 h 1262109"/>
                <a:gd name="connsiteX12" fmla="*/ 940562 w 1681861"/>
                <a:gd name="connsiteY12" fmla="*/ 1151111 h 1262109"/>
                <a:gd name="connsiteX13" fmla="*/ 914908 w 1681861"/>
                <a:gd name="connsiteY13" fmla="*/ 951340 h 1262109"/>
                <a:gd name="connsiteX14" fmla="*/ 854202 w 1681861"/>
                <a:gd name="connsiteY14" fmla="*/ 838310 h 1262109"/>
                <a:gd name="connsiteX15" fmla="*/ 678561 w 1681861"/>
                <a:gd name="connsiteY15" fmla="*/ 832214 h 1262109"/>
                <a:gd name="connsiteX16" fmla="*/ 448437 w 1681861"/>
                <a:gd name="connsiteY16" fmla="*/ 814180 h 1262109"/>
                <a:gd name="connsiteX17" fmla="*/ 402209 w 1681861"/>
                <a:gd name="connsiteY17" fmla="*/ 837040 h 1262109"/>
                <a:gd name="connsiteX18" fmla="*/ 338963 w 1681861"/>
                <a:gd name="connsiteY18" fmla="*/ 857106 h 1262109"/>
                <a:gd name="connsiteX19" fmla="*/ 376047 w 1681861"/>
                <a:gd name="connsiteY19" fmla="*/ 952483 h 1262109"/>
                <a:gd name="connsiteX20" fmla="*/ 342900 w 1681861"/>
                <a:gd name="connsiteY20" fmla="*/ 1084182 h 1262109"/>
                <a:gd name="connsiteX21" fmla="*/ 265811 w 1681861"/>
                <a:gd name="connsiteY21" fmla="*/ 1252838 h 1262109"/>
                <a:gd name="connsiteX22" fmla="*/ 240157 w 1681861"/>
                <a:gd name="connsiteY22" fmla="*/ 1256140 h 1262109"/>
                <a:gd name="connsiteX23" fmla="*/ 349377 w 1681861"/>
                <a:gd name="connsiteY23" fmla="*/ 970263 h 1262109"/>
                <a:gd name="connsiteX24" fmla="*/ 311531 w 1681861"/>
                <a:gd name="connsiteY24" fmla="*/ 868536 h 1262109"/>
                <a:gd name="connsiteX25" fmla="*/ 20955 w 1681861"/>
                <a:gd name="connsiteY25" fmla="*/ 1251568 h 1262109"/>
                <a:gd name="connsiteX26" fmla="*/ 0 w 1681861"/>
                <a:gd name="connsiteY26" fmla="*/ 1262109 h 1262109"/>
                <a:gd name="connsiteX27" fmla="*/ 133223 w 1681861"/>
                <a:gd name="connsiteY27" fmla="*/ 995790 h 1262109"/>
                <a:gd name="connsiteX28" fmla="*/ 412369 w 1681861"/>
                <a:gd name="connsiteY28" fmla="*/ 806814 h 1262109"/>
                <a:gd name="connsiteX29" fmla="*/ 198247 w 1681861"/>
                <a:gd name="connsiteY29" fmla="*/ 670924 h 1262109"/>
                <a:gd name="connsiteX30" fmla="*/ 101981 w 1681861"/>
                <a:gd name="connsiteY30" fmla="*/ 581008 h 1262109"/>
                <a:gd name="connsiteX31" fmla="*/ 175895 w 1681861"/>
                <a:gd name="connsiteY31" fmla="*/ 285606 h 1262109"/>
                <a:gd name="connsiteX32" fmla="*/ 379792 w 1681861"/>
                <a:gd name="connsiteY32" fmla="*/ 50048 h 1262109"/>
                <a:gd name="connsiteX33" fmla="*/ 672816 w 1681861"/>
                <a:gd name="connsiteY33" fmla="*/ 5278 h 1262109"/>
                <a:gd name="connsiteX34" fmla="*/ 972991 w 1681861"/>
                <a:gd name="connsiteY34" fmla="*/ 167838 h 1262109"/>
                <a:gd name="connsiteX35" fmla="*/ 1049655 w 1681861"/>
                <a:gd name="connsiteY35" fmla="*/ 304021 h 1262109"/>
                <a:gd name="connsiteX36" fmla="*/ 1114679 w 1681861"/>
                <a:gd name="connsiteY36" fmla="*/ 399271 h 1262109"/>
                <a:gd name="connsiteX37" fmla="*/ 1042924 w 1681861"/>
                <a:gd name="connsiteY37" fmla="*/ 629268 h 1262109"/>
                <a:gd name="connsiteX38" fmla="*/ 1025906 w 1681861"/>
                <a:gd name="connsiteY38" fmla="*/ 639174 h 1262109"/>
                <a:gd name="connsiteX39" fmla="*/ 832358 w 1681861"/>
                <a:gd name="connsiteY39" fmla="*/ 801734 h 1262109"/>
                <a:gd name="connsiteX40" fmla="*/ 1063879 w 1681861"/>
                <a:gd name="connsiteY40" fmla="*/ 931909 h 1262109"/>
                <a:gd name="connsiteX41" fmla="*/ 1164717 w 1681861"/>
                <a:gd name="connsiteY41" fmla="*/ 818879 h 1262109"/>
                <a:gd name="connsiteX42" fmla="*/ 1175385 w 1681861"/>
                <a:gd name="connsiteY42" fmla="*/ 730106 h 1262109"/>
                <a:gd name="connsiteX43" fmla="*/ 1226693 w 1681861"/>
                <a:gd name="connsiteY43" fmla="*/ 676766 h 1262109"/>
                <a:gd name="connsiteX44" fmla="*/ 1282700 w 1681861"/>
                <a:gd name="connsiteY44" fmla="*/ 694165 h 1262109"/>
                <a:gd name="connsiteX45" fmla="*/ 1388745 w 1681861"/>
                <a:gd name="connsiteY45" fmla="*/ 635237 h 1262109"/>
                <a:gd name="connsiteX46" fmla="*/ 1489583 w 1681861"/>
                <a:gd name="connsiteY46" fmla="*/ 679433 h 1262109"/>
                <a:gd name="connsiteX47" fmla="*/ 1522730 w 1681861"/>
                <a:gd name="connsiteY47" fmla="*/ 120506 h 1262109"/>
                <a:gd name="connsiteX48" fmla="*/ 1567561 w 1681861"/>
                <a:gd name="connsiteY48" fmla="*/ 66023 h 1262109"/>
                <a:gd name="connsiteX49" fmla="*/ 378191 w 1681861"/>
                <a:gd name="connsiteY49" fmla="*/ 86782 h 1262109"/>
                <a:gd name="connsiteX50" fmla="*/ 198247 w 1681861"/>
                <a:gd name="connsiteY50" fmla="*/ 293353 h 1262109"/>
                <a:gd name="connsiteX51" fmla="*/ 221869 w 1681861"/>
                <a:gd name="connsiteY51" fmla="*/ 303767 h 1262109"/>
                <a:gd name="connsiteX52" fmla="*/ 262001 w 1681861"/>
                <a:gd name="connsiteY52" fmla="*/ 386952 h 1262109"/>
                <a:gd name="connsiteX53" fmla="*/ 231648 w 1681861"/>
                <a:gd name="connsiteY53" fmla="*/ 613266 h 1262109"/>
                <a:gd name="connsiteX54" fmla="*/ 196850 w 1681861"/>
                <a:gd name="connsiteY54" fmla="*/ 634094 h 1262109"/>
                <a:gd name="connsiteX55" fmla="*/ 310642 w 1681861"/>
                <a:gd name="connsiteY55" fmla="*/ 734805 h 1262109"/>
                <a:gd name="connsiteX56" fmla="*/ 735076 w 1681861"/>
                <a:gd name="connsiteY56" fmla="*/ 802115 h 1262109"/>
                <a:gd name="connsiteX57" fmla="*/ 985774 w 1681861"/>
                <a:gd name="connsiteY57" fmla="*/ 645143 h 1262109"/>
                <a:gd name="connsiteX58" fmla="*/ 991489 w 1681861"/>
                <a:gd name="connsiteY58" fmla="*/ 642857 h 1262109"/>
                <a:gd name="connsiteX59" fmla="*/ 941956 w 1681861"/>
                <a:gd name="connsiteY59" fmla="*/ 178366 h 1262109"/>
                <a:gd name="connsiteX60" fmla="*/ 655811 w 1681861"/>
                <a:gd name="connsiteY60" fmla="*/ 27037 h 1262109"/>
                <a:gd name="connsiteX61" fmla="*/ 372956 w 1681861"/>
                <a:gd name="connsiteY61" fmla="*/ 85525 h 1262109"/>
                <a:gd name="connsiteX62" fmla="*/ 161417 w 1681861"/>
                <a:gd name="connsiteY62" fmla="*/ 322309 h 1262109"/>
                <a:gd name="connsiteX63" fmla="*/ 114554 w 1681861"/>
                <a:gd name="connsiteY63" fmla="*/ 539479 h 1262109"/>
                <a:gd name="connsiteX64" fmla="*/ 182499 w 1681861"/>
                <a:gd name="connsiteY64" fmla="*/ 610980 h 1262109"/>
                <a:gd name="connsiteX65" fmla="*/ 224917 w 1681861"/>
                <a:gd name="connsiteY65" fmla="*/ 575420 h 1262109"/>
                <a:gd name="connsiteX66" fmla="*/ 224536 w 1681861"/>
                <a:gd name="connsiteY66" fmla="*/ 352408 h 1262109"/>
                <a:gd name="connsiteX67" fmla="*/ 161417 w 1681861"/>
                <a:gd name="connsiteY67" fmla="*/ 322309 h 1262109"/>
                <a:gd name="connsiteX68" fmla="*/ 1039622 w 1681861"/>
                <a:gd name="connsiteY68" fmla="*/ 318626 h 1262109"/>
                <a:gd name="connsiteX69" fmla="*/ 1037717 w 1681861"/>
                <a:gd name="connsiteY69" fmla="*/ 612250 h 1262109"/>
                <a:gd name="connsiteX70" fmla="*/ 1039622 w 1681861"/>
                <a:gd name="connsiteY70" fmla="*/ 318626 h 1262109"/>
                <a:gd name="connsiteX71" fmla="*/ 1648333 w 1681861"/>
                <a:gd name="connsiteY71" fmla="*/ 705468 h 1262109"/>
                <a:gd name="connsiteX72" fmla="*/ 1654810 w 1681861"/>
                <a:gd name="connsiteY72" fmla="*/ 553449 h 1262109"/>
                <a:gd name="connsiteX73" fmla="*/ 1655191 w 1681861"/>
                <a:gd name="connsiteY73" fmla="*/ 414765 h 1262109"/>
                <a:gd name="connsiteX74" fmla="*/ 1654683 w 1681861"/>
                <a:gd name="connsiteY74" fmla="*/ 326754 h 1262109"/>
                <a:gd name="connsiteX75" fmla="*/ 1371092 w 1681861"/>
                <a:gd name="connsiteY75" fmla="*/ 667114 h 1262109"/>
                <a:gd name="connsiteX76" fmla="*/ 1249807 w 1681861"/>
                <a:gd name="connsiteY76" fmla="*/ 778874 h 1262109"/>
                <a:gd name="connsiteX77" fmla="*/ 1261618 w 1681861"/>
                <a:gd name="connsiteY77" fmla="*/ 708516 h 1262109"/>
                <a:gd name="connsiteX78" fmla="*/ 1208151 w 1681861"/>
                <a:gd name="connsiteY78" fmla="*/ 720962 h 1262109"/>
                <a:gd name="connsiteX79" fmla="*/ 1338961 w 1681861"/>
                <a:gd name="connsiteY79" fmla="*/ 933433 h 1262109"/>
                <a:gd name="connsiteX80" fmla="*/ 1462913 w 1681861"/>
                <a:gd name="connsiteY80" fmla="*/ 687180 h 1262109"/>
                <a:gd name="connsiteX81" fmla="*/ 1387475 w 1681861"/>
                <a:gd name="connsiteY81" fmla="*/ 780144 h 1262109"/>
                <a:gd name="connsiteX82" fmla="*/ 1427988 w 1681861"/>
                <a:gd name="connsiteY82" fmla="*/ 674099 h 1262109"/>
                <a:gd name="connsiteX83" fmla="*/ 1371092 w 1681861"/>
                <a:gd name="connsiteY83" fmla="*/ 667114 h 1262109"/>
                <a:gd name="connsiteX84" fmla="*/ 1081532 w 1681861"/>
                <a:gd name="connsiteY84" fmla="*/ 949181 h 1262109"/>
                <a:gd name="connsiteX85" fmla="*/ 1025652 w 1681861"/>
                <a:gd name="connsiteY85" fmla="*/ 969882 h 1262109"/>
                <a:gd name="connsiteX86" fmla="*/ 1042035 w 1681861"/>
                <a:gd name="connsiteY86" fmla="*/ 945244 h 1262109"/>
                <a:gd name="connsiteX87" fmla="*/ 913638 w 1681861"/>
                <a:gd name="connsiteY87" fmla="*/ 867012 h 1262109"/>
                <a:gd name="connsiteX88" fmla="*/ 964057 w 1681861"/>
                <a:gd name="connsiteY88" fmla="*/ 1115932 h 1262109"/>
                <a:gd name="connsiteX89" fmla="*/ 1097915 w 1681861"/>
                <a:gd name="connsiteY89" fmla="*/ 1143491 h 1262109"/>
                <a:gd name="connsiteX90" fmla="*/ 1340866 w 1681861"/>
                <a:gd name="connsiteY90" fmla="*/ 962770 h 1262109"/>
                <a:gd name="connsiteX91" fmla="*/ 1181608 w 1681861"/>
                <a:gd name="connsiteY91" fmla="*/ 848216 h 1262109"/>
                <a:gd name="connsiteX92" fmla="*/ 1081532 w 1681861"/>
                <a:gd name="connsiteY92" fmla="*/ 949181 h 1262109"/>
                <a:gd name="connsiteX0" fmla="*/ 1622933 w 1681861"/>
                <a:gd name="connsiteY0" fmla="*/ 158352 h 1262109"/>
                <a:gd name="connsiteX1" fmla="*/ 1559179 w 1681861"/>
                <a:gd name="connsiteY1" fmla="*/ 185657 h 1262109"/>
                <a:gd name="connsiteX2" fmla="*/ 1681861 w 1681861"/>
                <a:gd name="connsiteY2" fmla="*/ 330310 h 1262109"/>
                <a:gd name="connsiteX3" fmla="*/ 1681353 w 1681861"/>
                <a:gd name="connsiteY3" fmla="*/ 674353 h 1262109"/>
                <a:gd name="connsiteX4" fmla="*/ 1657731 w 1681861"/>
                <a:gd name="connsiteY4" fmla="*/ 744584 h 1262109"/>
                <a:gd name="connsiteX5" fmla="*/ 1517142 w 1681861"/>
                <a:gd name="connsiteY5" fmla="*/ 751569 h 1262109"/>
                <a:gd name="connsiteX6" fmla="*/ 1383030 w 1681861"/>
                <a:gd name="connsiteY6" fmla="*/ 957436 h 1262109"/>
                <a:gd name="connsiteX7" fmla="*/ 1096137 w 1681861"/>
                <a:gd name="connsiteY7" fmla="*/ 1169780 h 1262109"/>
                <a:gd name="connsiteX8" fmla="*/ 969010 w 1681861"/>
                <a:gd name="connsiteY8" fmla="*/ 1147936 h 1262109"/>
                <a:gd name="connsiteX9" fmla="*/ 968375 w 1681861"/>
                <a:gd name="connsiteY9" fmla="*/ 1244710 h 1262109"/>
                <a:gd name="connsiteX10" fmla="*/ 957580 w 1681861"/>
                <a:gd name="connsiteY10" fmla="*/ 1257410 h 1262109"/>
                <a:gd name="connsiteX11" fmla="*/ 942721 w 1681861"/>
                <a:gd name="connsiteY11" fmla="*/ 1254616 h 1262109"/>
                <a:gd name="connsiteX12" fmla="*/ 940562 w 1681861"/>
                <a:gd name="connsiteY12" fmla="*/ 1151111 h 1262109"/>
                <a:gd name="connsiteX13" fmla="*/ 914908 w 1681861"/>
                <a:gd name="connsiteY13" fmla="*/ 951340 h 1262109"/>
                <a:gd name="connsiteX14" fmla="*/ 854202 w 1681861"/>
                <a:gd name="connsiteY14" fmla="*/ 838310 h 1262109"/>
                <a:gd name="connsiteX15" fmla="*/ 678561 w 1681861"/>
                <a:gd name="connsiteY15" fmla="*/ 832214 h 1262109"/>
                <a:gd name="connsiteX16" fmla="*/ 448437 w 1681861"/>
                <a:gd name="connsiteY16" fmla="*/ 814180 h 1262109"/>
                <a:gd name="connsiteX17" fmla="*/ 402209 w 1681861"/>
                <a:gd name="connsiteY17" fmla="*/ 837040 h 1262109"/>
                <a:gd name="connsiteX18" fmla="*/ 338963 w 1681861"/>
                <a:gd name="connsiteY18" fmla="*/ 857106 h 1262109"/>
                <a:gd name="connsiteX19" fmla="*/ 376047 w 1681861"/>
                <a:gd name="connsiteY19" fmla="*/ 952483 h 1262109"/>
                <a:gd name="connsiteX20" fmla="*/ 342900 w 1681861"/>
                <a:gd name="connsiteY20" fmla="*/ 1084182 h 1262109"/>
                <a:gd name="connsiteX21" fmla="*/ 265811 w 1681861"/>
                <a:gd name="connsiteY21" fmla="*/ 1252838 h 1262109"/>
                <a:gd name="connsiteX22" fmla="*/ 240157 w 1681861"/>
                <a:gd name="connsiteY22" fmla="*/ 1256140 h 1262109"/>
                <a:gd name="connsiteX23" fmla="*/ 349377 w 1681861"/>
                <a:gd name="connsiteY23" fmla="*/ 970263 h 1262109"/>
                <a:gd name="connsiteX24" fmla="*/ 311531 w 1681861"/>
                <a:gd name="connsiteY24" fmla="*/ 868536 h 1262109"/>
                <a:gd name="connsiteX25" fmla="*/ 20955 w 1681861"/>
                <a:gd name="connsiteY25" fmla="*/ 1251568 h 1262109"/>
                <a:gd name="connsiteX26" fmla="*/ 0 w 1681861"/>
                <a:gd name="connsiteY26" fmla="*/ 1262109 h 1262109"/>
                <a:gd name="connsiteX27" fmla="*/ 133223 w 1681861"/>
                <a:gd name="connsiteY27" fmla="*/ 995790 h 1262109"/>
                <a:gd name="connsiteX28" fmla="*/ 412369 w 1681861"/>
                <a:gd name="connsiteY28" fmla="*/ 806814 h 1262109"/>
                <a:gd name="connsiteX29" fmla="*/ 198247 w 1681861"/>
                <a:gd name="connsiteY29" fmla="*/ 670924 h 1262109"/>
                <a:gd name="connsiteX30" fmla="*/ 101981 w 1681861"/>
                <a:gd name="connsiteY30" fmla="*/ 581008 h 1262109"/>
                <a:gd name="connsiteX31" fmla="*/ 175895 w 1681861"/>
                <a:gd name="connsiteY31" fmla="*/ 285606 h 1262109"/>
                <a:gd name="connsiteX32" fmla="*/ 379792 w 1681861"/>
                <a:gd name="connsiteY32" fmla="*/ 50048 h 1262109"/>
                <a:gd name="connsiteX33" fmla="*/ 672816 w 1681861"/>
                <a:gd name="connsiteY33" fmla="*/ 5278 h 1262109"/>
                <a:gd name="connsiteX34" fmla="*/ 972991 w 1681861"/>
                <a:gd name="connsiteY34" fmla="*/ 167838 h 1262109"/>
                <a:gd name="connsiteX35" fmla="*/ 1049655 w 1681861"/>
                <a:gd name="connsiteY35" fmla="*/ 304021 h 1262109"/>
                <a:gd name="connsiteX36" fmla="*/ 1114679 w 1681861"/>
                <a:gd name="connsiteY36" fmla="*/ 399271 h 1262109"/>
                <a:gd name="connsiteX37" fmla="*/ 1042924 w 1681861"/>
                <a:gd name="connsiteY37" fmla="*/ 629268 h 1262109"/>
                <a:gd name="connsiteX38" fmla="*/ 1025906 w 1681861"/>
                <a:gd name="connsiteY38" fmla="*/ 639174 h 1262109"/>
                <a:gd name="connsiteX39" fmla="*/ 832358 w 1681861"/>
                <a:gd name="connsiteY39" fmla="*/ 801734 h 1262109"/>
                <a:gd name="connsiteX40" fmla="*/ 1063879 w 1681861"/>
                <a:gd name="connsiteY40" fmla="*/ 931909 h 1262109"/>
                <a:gd name="connsiteX41" fmla="*/ 1164717 w 1681861"/>
                <a:gd name="connsiteY41" fmla="*/ 818879 h 1262109"/>
                <a:gd name="connsiteX42" fmla="*/ 1175385 w 1681861"/>
                <a:gd name="connsiteY42" fmla="*/ 730106 h 1262109"/>
                <a:gd name="connsiteX43" fmla="*/ 1226693 w 1681861"/>
                <a:gd name="connsiteY43" fmla="*/ 676766 h 1262109"/>
                <a:gd name="connsiteX44" fmla="*/ 1282700 w 1681861"/>
                <a:gd name="connsiteY44" fmla="*/ 694165 h 1262109"/>
                <a:gd name="connsiteX45" fmla="*/ 1388745 w 1681861"/>
                <a:gd name="connsiteY45" fmla="*/ 635237 h 1262109"/>
                <a:gd name="connsiteX46" fmla="*/ 1489583 w 1681861"/>
                <a:gd name="connsiteY46" fmla="*/ 679433 h 1262109"/>
                <a:gd name="connsiteX47" fmla="*/ 378191 w 1681861"/>
                <a:gd name="connsiteY47" fmla="*/ 86782 h 1262109"/>
                <a:gd name="connsiteX48" fmla="*/ 198247 w 1681861"/>
                <a:gd name="connsiteY48" fmla="*/ 293353 h 1262109"/>
                <a:gd name="connsiteX49" fmla="*/ 221869 w 1681861"/>
                <a:gd name="connsiteY49" fmla="*/ 303767 h 1262109"/>
                <a:gd name="connsiteX50" fmla="*/ 262001 w 1681861"/>
                <a:gd name="connsiteY50" fmla="*/ 386952 h 1262109"/>
                <a:gd name="connsiteX51" fmla="*/ 231648 w 1681861"/>
                <a:gd name="connsiteY51" fmla="*/ 613266 h 1262109"/>
                <a:gd name="connsiteX52" fmla="*/ 196850 w 1681861"/>
                <a:gd name="connsiteY52" fmla="*/ 634094 h 1262109"/>
                <a:gd name="connsiteX53" fmla="*/ 310642 w 1681861"/>
                <a:gd name="connsiteY53" fmla="*/ 734805 h 1262109"/>
                <a:gd name="connsiteX54" fmla="*/ 735076 w 1681861"/>
                <a:gd name="connsiteY54" fmla="*/ 802115 h 1262109"/>
                <a:gd name="connsiteX55" fmla="*/ 985774 w 1681861"/>
                <a:gd name="connsiteY55" fmla="*/ 645143 h 1262109"/>
                <a:gd name="connsiteX56" fmla="*/ 991489 w 1681861"/>
                <a:gd name="connsiteY56" fmla="*/ 642857 h 1262109"/>
                <a:gd name="connsiteX57" fmla="*/ 941956 w 1681861"/>
                <a:gd name="connsiteY57" fmla="*/ 178366 h 1262109"/>
                <a:gd name="connsiteX58" fmla="*/ 655811 w 1681861"/>
                <a:gd name="connsiteY58" fmla="*/ 27037 h 1262109"/>
                <a:gd name="connsiteX59" fmla="*/ 372956 w 1681861"/>
                <a:gd name="connsiteY59" fmla="*/ 85525 h 1262109"/>
                <a:gd name="connsiteX60" fmla="*/ 161417 w 1681861"/>
                <a:gd name="connsiteY60" fmla="*/ 322309 h 1262109"/>
                <a:gd name="connsiteX61" fmla="*/ 114554 w 1681861"/>
                <a:gd name="connsiteY61" fmla="*/ 539479 h 1262109"/>
                <a:gd name="connsiteX62" fmla="*/ 182499 w 1681861"/>
                <a:gd name="connsiteY62" fmla="*/ 610980 h 1262109"/>
                <a:gd name="connsiteX63" fmla="*/ 224917 w 1681861"/>
                <a:gd name="connsiteY63" fmla="*/ 575420 h 1262109"/>
                <a:gd name="connsiteX64" fmla="*/ 224536 w 1681861"/>
                <a:gd name="connsiteY64" fmla="*/ 352408 h 1262109"/>
                <a:gd name="connsiteX65" fmla="*/ 161417 w 1681861"/>
                <a:gd name="connsiteY65" fmla="*/ 322309 h 1262109"/>
                <a:gd name="connsiteX66" fmla="*/ 1039622 w 1681861"/>
                <a:gd name="connsiteY66" fmla="*/ 318626 h 1262109"/>
                <a:gd name="connsiteX67" fmla="*/ 1037717 w 1681861"/>
                <a:gd name="connsiteY67" fmla="*/ 612250 h 1262109"/>
                <a:gd name="connsiteX68" fmla="*/ 1039622 w 1681861"/>
                <a:gd name="connsiteY68" fmla="*/ 318626 h 1262109"/>
                <a:gd name="connsiteX69" fmla="*/ 1648333 w 1681861"/>
                <a:gd name="connsiteY69" fmla="*/ 705468 h 1262109"/>
                <a:gd name="connsiteX70" fmla="*/ 1654810 w 1681861"/>
                <a:gd name="connsiteY70" fmla="*/ 553449 h 1262109"/>
                <a:gd name="connsiteX71" fmla="*/ 1655191 w 1681861"/>
                <a:gd name="connsiteY71" fmla="*/ 414765 h 1262109"/>
                <a:gd name="connsiteX72" fmla="*/ 1654683 w 1681861"/>
                <a:gd name="connsiteY72" fmla="*/ 326754 h 1262109"/>
                <a:gd name="connsiteX73" fmla="*/ 1371092 w 1681861"/>
                <a:gd name="connsiteY73" fmla="*/ 667114 h 1262109"/>
                <a:gd name="connsiteX74" fmla="*/ 1249807 w 1681861"/>
                <a:gd name="connsiteY74" fmla="*/ 778874 h 1262109"/>
                <a:gd name="connsiteX75" fmla="*/ 1261618 w 1681861"/>
                <a:gd name="connsiteY75" fmla="*/ 708516 h 1262109"/>
                <a:gd name="connsiteX76" fmla="*/ 1208151 w 1681861"/>
                <a:gd name="connsiteY76" fmla="*/ 720962 h 1262109"/>
                <a:gd name="connsiteX77" fmla="*/ 1338961 w 1681861"/>
                <a:gd name="connsiteY77" fmla="*/ 933433 h 1262109"/>
                <a:gd name="connsiteX78" fmla="*/ 1462913 w 1681861"/>
                <a:gd name="connsiteY78" fmla="*/ 687180 h 1262109"/>
                <a:gd name="connsiteX79" fmla="*/ 1387475 w 1681861"/>
                <a:gd name="connsiteY79" fmla="*/ 780144 h 1262109"/>
                <a:gd name="connsiteX80" fmla="*/ 1427988 w 1681861"/>
                <a:gd name="connsiteY80" fmla="*/ 674099 h 1262109"/>
                <a:gd name="connsiteX81" fmla="*/ 1371092 w 1681861"/>
                <a:gd name="connsiteY81" fmla="*/ 667114 h 1262109"/>
                <a:gd name="connsiteX82" fmla="*/ 1081532 w 1681861"/>
                <a:gd name="connsiteY82" fmla="*/ 949181 h 1262109"/>
                <a:gd name="connsiteX83" fmla="*/ 1025652 w 1681861"/>
                <a:gd name="connsiteY83" fmla="*/ 969882 h 1262109"/>
                <a:gd name="connsiteX84" fmla="*/ 1042035 w 1681861"/>
                <a:gd name="connsiteY84" fmla="*/ 945244 h 1262109"/>
                <a:gd name="connsiteX85" fmla="*/ 913638 w 1681861"/>
                <a:gd name="connsiteY85" fmla="*/ 867012 h 1262109"/>
                <a:gd name="connsiteX86" fmla="*/ 964057 w 1681861"/>
                <a:gd name="connsiteY86" fmla="*/ 1115932 h 1262109"/>
                <a:gd name="connsiteX87" fmla="*/ 1097915 w 1681861"/>
                <a:gd name="connsiteY87" fmla="*/ 1143491 h 1262109"/>
                <a:gd name="connsiteX88" fmla="*/ 1340866 w 1681861"/>
                <a:gd name="connsiteY88" fmla="*/ 962770 h 1262109"/>
                <a:gd name="connsiteX89" fmla="*/ 1181608 w 1681861"/>
                <a:gd name="connsiteY89" fmla="*/ 848216 h 1262109"/>
                <a:gd name="connsiteX90" fmla="*/ 1081532 w 1681861"/>
                <a:gd name="connsiteY90" fmla="*/ 949181 h 1262109"/>
                <a:gd name="connsiteX0" fmla="*/ 1622933 w 1681861"/>
                <a:gd name="connsiteY0" fmla="*/ 158352 h 1262109"/>
                <a:gd name="connsiteX1" fmla="*/ 1681861 w 1681861"/>
                <a:gd name="connsiteY1" fmla="*/ 330310 h 1262109"/>
                <a:gd name="connsiteX2" fmla="*/ 1681353 w 1681861"/>
                <a:gd name="connsiteY2" fmla="*/ 674353 h 1262109"/>
                <a:gd name="connsiteX3" fmla="*/ 1657731 w 1681861"/>
                <a:gd name="connsiteY3" fmla="*/ 744584 h 1262109"/>
                <a:gd name="connsiteX4" fmla="*/ 1517142 w 1681861"/>
                <a:gd name="connsiteY4" fmla="*/ 751569 h 1262109"/>
                <a:gd name="connsiteX5" fmla="*/ 1383030 w 1681861"/>
                <a:gd name="connsiteY5" fmla="*/ 957436 h 1262109"/>
                <a:gd name="connsiteX6" fmla="*/ 1096137 w 1681861"/>
                <a:gd name="connsiteY6" fmla="*/ 1169780 h 1262109"/>
                <a:gd name="connsiteX7" fmla="*/ 969010 w 1681861"/>
                <a:gd name="connsiteY7" fmla="*/ 1147936 h 1262109"/>
                <a:gd name="connsiteX8" fmla="*/ 968375 w 1681861"/>
                <a:gd name="connsiteY8" fmla="*/ 1244710 h 1262109"/>
                <a:gd name="connsiteX9" fmla="*/ 957580 w 1681861"/>
                <a:gd name="connsiteY9" fmla="*/ 1257410 h 1262109"/>
                <a:gd name="connsiteX10" fmla="*/ 942721 w 1681861"/>
                <a:gd name="connsiteY10" fmla="*/ 1254616 h 1262109"/>
                <a:gd name="connsiteX11" fmla="*/ 940562 w 1681861"/>
                <a:gd name="connsiteY11" fmla="*/ 1151111 h 1262109"/>
                <a:gd name="connsiteX12" fmla="*/ 914908 w 1681861"/>
                <a:gd name="connsiteY12" fmla="*/ 951340 h 1262109"/>
                <a:gd name="connsiteX13" fmla="*/ 854202 w 1681861"/>
                <a:gd name="connsiteY13" fmla="*/ 838310 h 1262109"/>
                <a:gd name="connsiteX14" fmla="*/ 678561 w 1681861"/>
                <a:gd name="connsiteY14" fmla="*/ 832214 h 1262109"/>
                <a:gd name="connsiteX15" fmla="*/ 448437 w 1681861"/>
                <a:gd name="connsiteY15" fmla="*/ 814180 h 1262109"/>
                <a:gd name="connsiteX16" fmla="*/ 402209 w 1681861"/>
                <a:gd name="connsiteY16" fmla="*/ 837040 h 1262109"/>
                <a:gd name="connsiteX17" fmla="*/ 338963 w 1681861"/>
                <a:gd name="connsiteY17" fmla="*/ 857106 h 1262109"/>
                <a:gd name="connsiteX18" fmla="*/ 376047 w 1681861"/>
                <a:gd name="connsiteY18" fmla="*/ 952483 h 1262109"/>
                <a:gd name="connsiteX19" fmla="*/ 342900 w 1681861"/>
                <a:gd name="connsiteY19" fmla="*/ 1084182 h 1262109"/>
                <a:gd name="connsiteX20" fmla="*/ 265811 w 1681861"/>
                <a:gd name="connsiteY20" fmla="*/ 1252838 h 1262109"/>
                <a:gd name="connsiteX21" fmla="*/ 240157 w 1681861"/>
                <a:gd name="connsiteY21" fmla="*/ 1256140 h 1262109"/>
                <a:gd name="connsiteX22" fmla="*/ 349377 w 1681861"/>
                <a:gd name="connsiteY22" fmla="*/ 970263 h 1262109"/>
                <a:gd name="connsiteX23" fmla="*/ 311531 w 1681861"/>
                <a:gd name="connsiteY23" fmla="*/ 868536 h 1262109"/>
                <a:gd name="connsiteX24" fmla="*/ 20955 w 1681861"/>
                <a:gd name="connsiteY24" fmla="*/ 1251568 h 1262109"/>
                <a:gd name="connsiteX25" fmla="*/ 0 w 1681861"/>
                <a:gd name="connsiteY25" fmla="*/ 1262109 h 1262109"/>
                <a:gd name="connsiteX26" fmla="*/ 133223 w 1681861"/>
                <a:gd name="connsiteY26" fmla="*/ 995790 h 1262109"/>
                <a:gd name="connsiteX27" fmla="*/ 412369 w 1681861"/>
                <a:gd name="connsiteY27" fmla="*/ 806814 h 1262109"/>
                <a:gd name="connsiteX28" fmla="*/ 198247 w 1681861"/>
                <a:gd name="connsiteY28" fmla="*/ 670924 h 1262109"/>
                <a:gd name="connsiteX29" fmla="*/ 101981 w 1681861"/>
                <a:gd name="connsiteY29" fmla="*/ 581008 h 1262109"/>
                <a:gd name="connsiteX30" fmla="*/ 175895 w 1681861"/>
                <a:gd name="connsiteY30" fmla="*/ 285606 h 1262109"/>
                <a:gd name="connsiteX31" fmla="*/ 379792 w 1681861"/>
                <a:gd name="connsiteY31" fmla="*/ 50048 h 1262109"/>
                <a:gd name="connsiteX32" fmla="*/ 672816 w 1681861"/>
                <a:gd name="connsiteY32" fmla="*/ 5278 h 1262109"/>
                <a:gd name="connsiteX33" fmla="*/ 972991 w 1681861"/>
                <a:gd name="connsiteY33" fmla="*/ 167838 h 1262109"/>
                <a:gd name="connsiteX34" fmla="*/ 1049655 w 1681861"/>
                <a:gd name="connsiteY34" fmla="*/ 304021 h 1262109"/>
                <a:gd name="connsiteX35" fmla="*/ 1114679 w 1681861"/>
                <a:gd name="connsiteY35" fmla="*/ 399271 h 1262109"/>
                <a:gd name="connsiteX36" fmla="*/ 1042924 w 1681861"/>
                <a:gd name="connsiteY36" fmla="*/ 629268 h 1262109"/>
                <a:gd name="connsiteX37" fmla="*/ 1025906 w 1681861"/>
                <a:gd name="connsiteY37" fmla="*/ 639174 h 1262109"/>
                <a:gd name="connsiteX38" fmla="*/ 832358 w 1681861"/>
                <a:gd name="connsiteY38" fmla="*/ 801734 h 1262109"/>
                <a:gd name="connsiteX39" fmla="*/ 1063879 w 1681861"/>
                <a:gd name="connsiteY39" fmla="*/ 931909 h 1262109"/>
                <a:gd name="connsiteX40" fmla="*/ 1164717 w 1681861"/>
                <a:gd name="connsiteY40" fmla="*/ 818879 h 1262109"/>
                <a:gd name="connsiteX41" fmla="*/ 1175385 w 1681861"/>
                <a:gd name="connsiteY41" fmla="*/ 730106 h 1262109"/>
                <a:gd name="connsiteX42" fmla="*/ 1226693 w 1681861"/>
                <a:gd name="connsiteY42" fmla="*/ 676766 h 1262109"/>
                <a:gd name="connsiteX43" fmla="*/ 1282700 w 1681861"/>
                <a:gd name="connsiteY43" fmla="*/ 694165 h 1262109"/>
                <a:gd name="connsiteX44" fmla="*/ 1388745 w 1681861"/>
                <a:gd name="connsiteY44" fmla="*/ 635237 h 1262109"/>
                <a:gd name="connsiteX45" fmla="*/ 1489583 w 1681861"/>
                <a:gd name="connsiteY45" fmla="*/ 679433 h 1262109"/>
                <a:gd name="connsiteX46" fmla="*/ 378191 w 1681861"/>
                <a:gd name="connsiteY46" fmla="*/ 86782 h 1262109"/>
                <a:gd name="connsiteX47" fmla="*/ 198247 w 1681861"/>
                <a:gd name="connsiteY47" fmla="*/ 293353 h 1262109"/>
                <a:gd name="connsiteX48" fmla="*/ 221869 w 1681861"/>
                <a:gd name="connsiteY48" fmla="*/ 303767 h 1262109"/>
                <a:gd name="connsiteX49" fmla="*/ 262001 w 1681861"/>
                <a:gd name="connsiteY49" fmla="*/ 386952 h 1262109"/>
                <a:gd name="connsiteX50" fmla="*/ 231648 w 1681861"/>
                <a:gd name="connsiteY50" fmla="*/ 613266 h 1262109"/>
                <a:gd name="connsiteX51" fmla="*/ 196850 w 1681861"/>
                <a:gd name="connsiteY51" fmla="*/ 634094 h 1262109"/>
                <a:gd name="connsiteX52" fmla="*/ 310642 w 1681861"/>
                <a:gd name="connsiteY52" fmla="*/ 734805 h 1262109"/>
                <a:gd name="connsiteX53" fmla="*/ 735076 w 1681861"/>
                <a:gd name="connsiteY53" fmla="*/ 802115 h 1262109"/>
                <a:gd name="connsiteX54" fmla="*/ 985774 w 1681861"/>
                <a:gd name="connsiteY54" fmla="*/ 645143 h 1262109"/>
                <a:gd name="connsiteX55" fmla="*/ 991489 w 1681861"/>
                <a:gd name="connsiteY55" fmla="*/ 642857 h 1262109"/>
                <a:gd name="connsiteX56" fmla="*/ 941956 w 1681861"/>
                <a:gd name="connsiteY56" fmla="*/ 178366 h 1262109"/>
                <a:gd name="connsiteX57" fmla="*/ 655811 w 1681861"/>
                <a:gd name="connsiteY57" fmla="*/ 27037 h 1262109"/>
                <a:gd name="connsiteX58" fmla="*/ 372956 w 1681861"/>
                <a:gd name="connsiteY58" fmla="*/ 85525 h 1262109"/>
                <a:gd name="connsiteX59" fmla="*/ 161417 w 1681861"/>
                <a:gd name="connsiteY59" fmla="*/ 322309 h 1262109"/>
                <a:gd name="connsiteX60" fmla="*/ 114554 w 1681861"/>
                <a:gd name="connsiteY60" fmla="*/ 539479 h 1262109"/>
                <a:gd name="connsiteX61" fmla="*/ 182499 w 1681861"/>
                <a:gd name="connsiteY61" fmla="*/ 610980 h 1262109"/>
                <a:gd name="connsiteX62" fmla="*/ 224917 w 1681861"/>
                <a:gd name="connsiteY62" fmla="*/ 575420 h 1262109"/>
                <a:gd name="connsiteX63" fmla="*/ 224536 w 1681861"/>
                <a:gd name="connsiteY63" fmla="*/ 352408 h 1262109"/>
                <a:gd name="connsiteX64" fmla="*/ 161417 w 1681861"/>
                <a:gd name="connsiteY64" fmla="*/ 322309 h 1262109"/>
                <a:gd name="connsiteX65" fmla="*/ 1039622 w 1681861"/>
                <a:gd name="connsiteY65" fmla="*/ 318626 h 1262109"/>
                <a:gd name="connsiteX66" fmla="*/ 1037717 w 1681861"/>
                <a:gd name="connsiteY66" fmla="*/ 612250 h 1262109"/>
                <a:gd name="connsiteX67" fmla="*/ 1039622 w 1681861"/>
                <a:gd name="connsiteY67" fmla="*/ 318626 h 1262109"/>
                <a:gd name="connsiteX68" fmla="*/ 1648333 w 1681861"/>
                <a:gd name="connsiteY68" fmla="*/ 705468 h 1262109"/>
                <a:gd name="connsiteX69" fmla="*/ 1654810 w 1681861"/>
                <a:gd name="connsiteY69" fmla="*/ 553449 h 1262109"/>
                <a:gd name="connsiteX70" fmla="*/ 1655191 w 1681861"/>
                <a:gd name="connsiteY70" fmla="*/ 414765 h 1262109"/>
                <a:gd name="connsiteX71" fmla="*/ 1654683 w 1681861"/>
                <a:gd name="connsiteY71" fmla="*/ 326754 h 1262109"/>
                <a:gd name="connsiteX72" fmla="*/ 1371092 w 1681861"/>
                <a:gd name="connsiteY72" fmla="*/ 667114 h 1262109"/>
                <a:gd name="connsiteX73" fmla="*/ 1249807 w 1681861"/>
                <a:gd name="connsiteY73" fmla="*/ 778874 h 1262109"/>
                <a:gd name="connsiteX74" fmla="*/ 1261618 w 1681861"/>
                <a:gd name="connsiteY74" fmla="*/ 708516 h 1262109"/>
                <a:gd name="connsiteX75" fmla="*/ 1208151 w 1681861"/>
                <a:gd name="connsiteY75" fmla="*/ 720962 h 1262109"/>
                <a:gd name="connsiteX76" fmla="*/ 1338961 w 1681861"/>
                <a:gd name="connsiteY76" fmla="*/ 933433 h 1262109"/>
                <a:gd name="connsiteX77" fmla="*/ 1462913 w 1681861"/>
                <a:gd name="connsiteY77" fmla="*/ 687180 h 1262109"/>
                <a:gd name="connsiteX78" fmla="*/ 1387475 w 1681861"/>
                <a:gd name="connsiteY78" fmla="*/ 780144 h 1262109"/>
                <a:gd name="connsiteX79" fmla="*/ 1427988 w 1681861"/>
                <a:gd name="connsiteY79" fmla="*/ 674099 h 1262109"/>
                <a:gd name="connsiteX80" fmla="*/ 1371092 w 1681861"/>
                <a:gd name="connsiteY80" fmla="*/ 667114 h 1262109"/>
                <a:gd name="connsiteX81" fmla="*/ 1081532 w 1681861"/>
                <a:gd name="connsiteY81" fmla="*/ 949181 h 1262109"/>
                <a:gd name="connsiteX82" fmla="*/ 1025652 w 1681861"/>
                <a:gd name="connsiteY82" fmla="*/ 969882 h 1262109"/>
                <a:gd name="connsiteX83" fmla="*/ 1042035 w 1681861"/>
                <a:gd name="connsiteY83" fmla="*/ 945244 h 1262109"/>
                <a:gd name="connsiteX84" fmla="*/ 913638 w 1681861"/>
                <a:gd name="connsiteY84" fmla="*/ 867012 h 1262109"/>
                <a:gd name="connsiteX85" fmla="*/ 964057 w 1681861"/>
                <a:gd name="connsiteY85" fmla="*/ 1115932 h 1262109"/>
                <a:gd name="connsiteX86" fmla="*/ 1097915 w 1681861"/>
                <a:gd name="connsiteY86" fmla="*/ 1143491 h 1262109"/>
                <a:gd name="connsiteX87" fmla="*/ 1340866 w 1681861"/>
                <a:gd name="connsiteY87" fmla="*/ 962770 h 1262109"/>
                <a:gd name="connsiteX88" fmla="*/ 1181608 w 1681861"/>
                <a:gd name="connsiteY88" fmla="*/ 848216 h 1262109"/>
                <a:gd name="connsiteX89" fmla="*/ 1081532 w 1681861"/>
                <a:gd name="connsiteY89" fmla="*/ 949181 h 1262109"/>
                <a:gd name="connsiteX0" fmla="*/ 1622933 w 1681861"/>
                <a:gd name="connsiteY0" fmla="*/ 158352 h 1262109"/>
                <a:gd name="connsiteX1" fmla="*/ 1681861 w 1681861"/>
                <a:gd name="connsiteY1" fmla="*/ 330310 h 1262109"/>
                <a:gd name="connsiteX2" fmla="*/ 1681353 w 1681861"/>
                <a:gd name="connsiteY2" fmla="*/ 674353 h 1262109"/>
                <a:gd name="connsiteX3" fmla="*/ 1657731 w 1681861"/>
                <a:gd name="connsiteY3" fmla="*/ 744584 h 1262109"/>
                <a:gd name="connsiteX4" fmla="*/ 1517142 w 1681861"/>
                <a:gd name="connsiteY4" fmla="*/ 751569 h 1262109"/>
                <a:gd name="connsiteX5" fmla="*/ 1383030 w 1681861"/>
                <a:gd name="connsiteY5" fmla="*/ 957436 h 1262109"/>
                <a:gd name="connsiteX6" fmla="*/ 1096137 w 1681861"/>
                <a:gd name="connsiteY6" fmla="*/ 1169780 h 1262109"/>
                <a:gd name="connsiteX7" fmla="*/ 969010 w 1681861"/>
                <a:gd name="connsiteY7" fmla="*/ 1147936 h 1262109"/>
                <a:gd name="connsiteX8" fmla="*/ 968375 w 1681861"/>
                <a:gd name="connsiteY8" fmla="*/ 1244710 h 1262109"/>
                <a:gd name="connsiteX9" fmla="*/ 957580 w 1681861"/>
                <a:gd name="connsiteY9" fmla="*/ 1257410 h 1262109"/>
                <a:gd name="connsiteX10" fmla="*/ 942721 w 1681861"/>
                <a:gd name="connsiteY10" fmla="*/ 1254616 h 1262109"/>
                <a:gd name="connsiteX11" fmla="*/ 940562 w 1681861"/>
                <a:gd name="connsiteY11" fmla="*/ 1151111 h 1262109"/>
                <a:gd name="connsiteX12" fmla="*/ 914908 w 1681861"/>
                <a:gd name="connsiteY12" fmla="*/ 951340 h 1262109"/>
                <a:gd name="connsiteX13" fmla="*/ 854202 w 1681861"/>
                <a:gd name="connsiteY13" fmla="*/ 838310 h 1262109"/>
                <a:gd name="connsiteX14" fmla="*/ 678561 w 1681861"/>
                <a:gd name="connsiteY14" fmla="*/ 832214 h 1262109"/>
                <a:gd name="connsiteX15" fmla="*/ 448437 w 1681861"/>
                <a:gd name="connsiteY15" fmla="*/ 814180 h 1262109"/>
                <a:gd name="connsiteX16" fmla="*/ 402209 w 1681861"/>
                <a:gd name="connsiteY16" fmla="*/ 837040 h 1262109"/>
                <a:gd name="connsiteX17" fmla="*/ 338963 w 1681861"/>
                <a:gd name="connsiteY17" fmla="*/ 857106 h 1262109"/>
                <a:gd name="connsiteX18" fmla="*/ 376047 w 1681861"/>
                <a:gd name="connsiteY18" fmla="*/ 952483 h 1262109"/>
                <a:gd name="connsiteX19" fmla="*/ 342900 w 1681861"/>
                <a:gd name="connsiteY19" fmla="*/ 1084182 h 1262109"/>
                <a:gd name="connsiteX20" fmla="*/ 265811 w 1681861"/>
                <a:gd name="connsiteY20" fmla="*/ 1252838 h 1262109"/>
                <a:gd name="connsiteX21" fmla="*/ 240157 w 1681861"/>
                <a:gd name="connsiteY21" fmla="*/ 1256140 h 1262109"/>
                <a:gd name="connsiteX22" fmla="*/ 349377 w 1681861"/>
                <a:gd name="connsiteY22" fmla="*/ 970263 h 1262109"/>
                <a:gd name="connsiteX23" fmla="*/ 311531 w 1681861"/>
                <a:gd name="connsiteY23" fmla="*/ 868536 h 1262109"/>
                <a:gd name="connsiteX24" fmla="*/ 20955 w 1681861"/>
                <a:gd name="connsiteY24" fmla="*/ 1251568 h 1262109"/>
                <a:gd name="connsiteX25" fmla="*/ 0 w 1681861"/>
                <a:gd name="connsiteY25" fmla="*/ 1262109 h 1262109"/>
                <a:gd name="connsiteX26" fmla="*/ 133223 w 1681861"/>
                <a:gd name="connsiteY26" fmla="*/ 995790 h 1262109"/>
                <a:gd name="connsiteX27" fmla="*/ 412369 w 1681861"/>
                <a:gd name="connsiteY27" fmla="*/ 806814 h 1262109"/>
                <a:gd name="connsiteX28" fmla="*/ 198247 w 1681861"/>
                <a:gd name="connsiteY28" fmla="*/ 670924 h 1262109"/>
                <a:gd name="connsiteX29" fmla="*/ 101981 w 1681861"/>
                <a:gd name="connsiteY29" fmla="*/ 581008 h 1262109"/>
                <a:gd name="connsiteX30" fmla="*/ 175895 w 1681861"/>
                <a:gd name="connsiteY30" fmla="*/ 285606 h 1262109"/>
                <a:gd name="connsiteX31" fmla="*/ 379792 w 1681861"/>
                <a:gd name="connsiteY31" fmla="*/ 50048 h 1262109"/>
                <a:gd name="connsiteX32" fmla="*/ 672816 w 1681861"/>
                <a:gd name="connsiteY32" fmla="*/ 5278 h 1262109"/>
                <a:gd name="connsiteX33" fmla="*/ 972991 w 1681861"/>
                <a:gd name="connsiteY33" fmla="*/ 167838 h 1262109"/>
                <a:gd name="connsiteX34" fmla="*/ 1049655 w 1681861"/>
                <a:gd name="connsiteY34" fmla="*/ 304021 h 1262109"/>
                <a:gd name="connsiteX35" fmla="*/ 1114679 w 1681861"/>
                <a:gd name="connsiteY35" fmla="*/ 399271 h 1262109"/>
                <a:gd name="connsiteX36" fmla="*/ 1042924 w 1681861"/>
                <a:gd name="connsiteY36" fmla="*/ 629268 h 1262109"/>
                <a:gd name="connsiteX37" fmla="*/ 1025906 w 1681861"/>
                <a:gd name="connsiteY37" fmla="*/ 639174 h 1262109"/>
                <a:gd name="connsiteX38" fmla="*/ 832358 w 1681861"/>
                <a:gd name="connsiteY38" fmla="*/ 801734 h 1262109"/>
                <a:gd name="connsiteX39" fmla="*/ 1063879 w 1681861"/>
                <a:gd name="connsiteY39" fmla="*/ 931909 h 1262109"/>
                <a:gd name="connsiteX40" fmla="*/ 1164717 w 1681861"/>
                <a:gd name="connsiteY40" fmla="*/ 818879 h 1262109"/>
                <a:gd name="connsiteX41" fmla="*/ 1175385 w 1681861"/>
                <a:gd name="connsiteY41" fmla="*/ 730106 h 1262109"/>
                <a:gd name="connsiteX42" fmla="*/ 1226693 w 1681861"/>
                <a:gd name="connsiteY42" fmla="*/ 676766 h 1262109"/>
                <a:gd name="connsiteX43" fmla="*/ 1282700 w 1681861"/>
                <a:gd name="connsiteY43" fmla="*/ 694165 h 1262109"/>
                <a:gd name="connsiteX44" fmla="*/ 1388745 w 1681861"/>
                <a:gd name="connsiteY44" fmla="*/ 635237 h 1262109"/>
                <a:gd name="connsiteX45" fmla="*/ 1489583 w 1681861"/>
                <a:gd name="connsiteY45" fmla="*/ 679433 h 1262109"/>
                <a:gd name="connsiteX46" fmla="*/ 378191 w 1681861"/>
                <a:gd name="connsiteY46" fmla="*/ 86782 h 1262109"/>
                <a:gd name="connsiteX47" fmla="*/ 198247 w 1681861"/>
                <a:gd name="connsiteY47" fmla="*/ 293353 h 1262109"/>
                <a:gd name="connsiteX48" fmla="*/ 221869 w 1681861"/>
                <a:gd name="connsiteY48" fmla="*/ 303767 h 1262109"/>
                <a:gd name="connsiteX49" fmla="*/ 262001 w 1681861"/>
                <a:gd name="connsiteY49" fmla="*/ 386952 h 1262109"/>
                <a:gd name="connsiteX50" fmla="*/ 231648 w 1681861"/>
                <a:gd name="connsiteY50" fmla="*/ 613266 h 1262109"/>
                <a:gd name="connsiteX51" fmla="*/ 196850 w 1681861"/>
                <a:gd name="connsiteY51" fmla="*/ 634094 h 1262109"/>
                <a:gd name="connsiteX52" fmla="*/ 310642 w 1681861"/>
                <a:gd name="connsiteY52" fmla="*/ 734805 h 1262109"/>
                <a:gd name="connsiteX53" fmla="*/ 735076 w 1681861"/>
                <a:gd name="connsiteY53" fmla="*/ 802115 h 1262109"/>
                <a:gd name="connsiteX54" fmla="*/ 985774 w 1681861"/>
                <a:gd name="connsiteY54" fmla="*/ 645143 h 1262109"/>
                <a:gd name="connsiteX55" fmla="*/ 991489 w 1681861"/>
                <a:gd name="connsiteY55" fmla="*/ 642857 h 1262109"/>
                <a:gd name="connsiteX56" fmla="*/ 941956 w 1681861"/>
                <a:gd name="connsiteY56" fmla="*/ 178366 h 1262109"/>
                <a:gd name="connsiteX57" fmla="*/ 655811 w 1681861"/>
                <a:gd name="connsiteY57" fmla="*/ 27037 h 1262109"/>
                <a:gd name="connsiteX58" fmla="*/ 372956 w 1681861"/>
                <a:gd name="connsiteY58" fmla="*/ 85525 h 1262109"/>
                <a:gd name="connsiteX59" fmla="*/ 161417 w 1681861"/>
                <a:gd name="connsiteY59" fmla="*/ 322309 h 1262109"/>
                <a:gd name="connsiteX60" fmla="*/ 114554 w 1681861"/>
                <a:gd name="connsiteY60" fmla="*/ 539479 h 1262109"/>
                <a:gd name="connsiteX61" fmla="*/ 182499 w 1681861"/>
                <a:gd name="connsiteY61" fmla="*/ 610980 h 1262109"/>
                <a:gd name="connsiteX62" fmla="*/ 224917 w 1681861"/>
                <a:gd name="connsiteY62" fmla="*/ 575420 h 1262109"/>
                <a:gd name="connsiteX63" fmla="*/ 224536 w 1681861"/>
                <a:gd name="connsiteY63" fmla="*/ 352408 h 1262109"/>
                <a:gd name="connsiteX64" fmla="*/ 161417 w 1681861"/>
                <a:gd name="connsiteY64" fmla="*/ 322309 h 1262109"/>
                <a:gd name="connsiteX65" fmla="*/ 1039622 w 1681861"/>
                <a:gd name="connsiteY65" fmla="*/ 318626 h 1262109"/>
                <a:gd name="connsiteX66" fmla="*/ 1037717 w 1681861"/>
                <a:gd name="connsiteY66" fmla="*/ 612250 h 1262109"/>
                <a:gd name="connsiteX67" fmla="*/ 1039622 w 1681861"/>
                <a:gd name="connsiteY67" fmla="*/ 318626 h 1262109"/>
                <a:gd name="connsiteX68" fmla="*/ 1648333 w 1681861"/>
                <a:gd name="connsiteY68" fmla="*/ 705468 h 1262109"/>
                <a:gd name="connsiteX69" fmla="*/ 1654810 w 1681861"/>
                <a:gd name="connsiteY69" fmla="*/ 553449 h 1262109"/>
                <a:gd name="connsiteX70" fmla="*/ 1655191 w 1681861"/>
                <a:gd name="connsiteY70" fmla="*/ 414765 h 1262109"/>
                <a:gd name="connsiteX71" fmla="*/ 1371092 w 1681861"/>
                <a:gd name="connsiteY71" fmla="*/ 667114 h 1262109"/>
                <a:gd name="connsiteX72" fmla="*/ 1249807 w 1681861"/>
                <a:gd name="connsiteY72" fmla="*/ 778874 h 1262109"/>
                <a:gd name="connsiteX73" fmla="*/ 1261618 w 1681861"/>
                <a:gd name="connsiteY73" fmla="*/ 708516 h 1262109"/>
                <a:gd name="connsiteX74" fmla="*/ 1208151 w 1681861"/>
                <a:gd name="connsiteY74" fmla="*/ 720962 h 1262109"/>
                <a:gd name="connsiteX75" fmla="*/ 1338961 w 1681861"/>
                <a:gd name="connsiteY75" fmla="*/ 933433 h 1262109"/>
                <a:gd name="connsiteX76" fmla="*/ 1462913 w 1681861"/>
                <a:gd name="connsiteY76" fmla="*/ 687180 h 1262109"/>
                <a:gd name="connsiteX77" fmla="*/ 1387475 w 1681861"/>
                <a:gd name="connsiteY77" fmla="*/ 780144 h 1262109"/>
                <a:gd name="connsiteX78" fmla="*/ 1427988 w 1681861"/>
                <a:gd name="connsiteY78" fmla="*/ 674099 h 1262109"/>
                <a:gd name="connsiteX79" fmla="*/ 1371092 w 1681861"/>
                <a:gd name="connsiteY79" fmla="*/ 667114 h 1262109"/>
                <a:gd name="connsiteX80" fmla="*/ 1081532 w 1681861"/>
                <a:gd name="connsiteY80" fmla="*/ 949181 h 1262109"/>
                <a:gd name="connsiteX81" fmla="*/ 1025652 w 1681861"/>
                <a:gd name="connsiteY81" fmla="*/ 969882 h 1262109"/>
                <a:gd name="connsiteX82" fmla="*/ 1042035 w 1681861"/>
                <a:gd name="connsiteY82" fmla="*/ 945244 h 1262109"/>
                <a:gd name="connsiteX83" fmla="*/ 913638 w 1681861"/>
                <a:gd name="connsiteY83" fmla="*/ 867012 h 1262109"/>
                <a:gd name="connsiteX84" fmla="*/ 964057 w 1681861"/>
                <a:gd name="connsiteY84" fmla="*/ 1115932 h 1262109"/>
                <a:gd name="connsiteX85" fmla="*/ 1097915 w 1681861"/>
                <a:gd name="connsiteY85" fmla="*/ 1143491 h 1262109"/>
                <a:gd name="connsiteX86" fmla="*/ 1340866 w 1681861"/>
                <a:gd name="connsiteY86" fmla="*/ 962770 h 1262109"/>
                <a:gd name="connsiteX87" fmla="*/ 1181608 w 1681861"/>
                <a:gd name="connsiteY87" fmla="*/ 848216 h 1262109"/>
                <a:gd name="connsiteX88" fmla="*/ 1081532 w 1681861"/>
                <a:gd name="connsiteY88" fmla="*/ 949181 h 1262109"/>
                <a:gd name="connsiteX0" fmla="*/ 1622933 w 1681354"/>
                <a:gd name="connsiteY0" fmla="*/ 158352 h 1262109"/>
                <a:gd name="connsiteX1" fmla="*/ 1681353 w 1681354"/>
                <a:gd name="connsiteY1" fmla="*/ 674353 h 1262109"/>
                <a:gd name="connsiteX2" fmla="*/ 1657731 w 1681354"/>
                <a:gd name="connsiteY2" fmla="*/ 744584 h 1262109"/>
                <a:gd name="connsiteX3" fmla="*/ 1517142 w 1681354"/>
                <a:gd name="connsiteY3" fmla="*/ 751569 h 1262109"/>
                <a:gd name="connsiteX4" fmla="*/ 1383030 w 1681354"/>
                <a:gd name="connsiteY4" fmla="*/ 957436 h 1262109"/>
                <a:gd name="connsiteX5" fmla="*/ 1096137 w 1681354"/>
                <a:gd name="connsiteY5" fmla="*/ 1169780 h 1262109"/>
                <a:gd name="connsiteX6" fmla="*/ 969010 w 1681354"/>
                <a:gd name="connsiteY6" fmla="*/ 1147936 h 1262109"/>
                <a:gd name="connsiteX7" fmla="*/ 968375 w 1681354"/>
                <a:gd name="connsiteY7" fmla="*/ 1244710 h 1262109"/>
                <a:gd name="connsiteX8" fmla="*/ 957580 w 1681354"/>
                <a:gd name="connsiteY8" fmla="*/ 1257410 h 1262109"/>
                <a:gd name="connsiteX9" fmla="*/ 942721 w 1681354"/>
                <a:gd name="connsiteY9" fmla="*/ 1254616 h 1262109"/>
                <a:gd name="connsiteX10" fmla="*/ 940562 w 1681354"/>
                <a:gd name="connsiteY10" fmla="*/ 1151111 h 1262109"/>
                <a:gd name="connsiteX11" fmla="*/ 914908 w 1681354"/>
                <a:gd name="connsiteY11" fmla="*/ 951340 h 1262109"/>
                <a:gd name="connsiteX12" fmla="*/ 854202 w 1681354"/>
                <a:gd name="connsiteY12" fmla="*/ 838310 h 1262109"/>
                <a:gd name="connsiteX13" fmla="*/ 678561 w 1681354"/>
                <a:gd name="connsiteY13" fmla="*/ 832214 h 1262109"/>
                <a:gd name="connsiteX14" fmla="*/ 448437 w 1681354"/>
                <a:gd name="connsiteY14" fmla="*/ 814180 h 1262109"/>
                <a:gd name="connsiteX15" fmla="*/ 402209 w 1681354"/>
                <a:gd name="connsiteY15" fmla="*/ 837040 h 1262109"/>
                <a:gd name="connsiteX16" fmla="*/ 338963 w 1681354"/>
                <a:gd name="connsiteY16" fmla="*/ 857106 h 1262109"/>
                <a:gd name="connsiteX17" fmla="*/ 376047 w 1681354"/>
                <a:gd name="connsiteY17" fmla="*/ 952483 h 1262109"/>
                <a:gd name="connsiteX18" fmla="*/ 342900 w 1681354"/>
                <a:gd name="connsiteY18" fmla="*/ 1084182 h 1262109"/>
                <a:gd name="connsiteX19" fmla="*/ 265811 w 1681354"/>
                <a:gd name="connsiteY19" fmla="*/ 1252838 h 1262109"/>
                <a:gd name="connsiteX20" fmla="*/ 240157 w 1681354"/>
                <a:gd name="connsiteY20" fmla="*/ 1256140 h 1262109"/>
                <a:gd name="connsiteX21" fmla="*/ 349377 w 1681354"/>
                <a:gd name="connsiteY21" fmla="*/ 970263 h 1262109"/>
                <a:gd name="connsiteX22" fmla="*/ 311531 w 1681354"/>
                <a:gd name="connsiteY22" fmla="*/ 868536 h 1262109"/>
                <a:gd name="connsiteX23" fmla="*/ 20955 w 1681354"/>
                <a:gd name="connsiteY23" fmla="*/ 1251568 h 1262109"/>
                <a:gd name="connsiteX24" fmla="*/ 0 w 1681354"/>
                <a:gd name="connsiteY24" fmla="*/ 1262109 h 1262109"/>
                <a:gd name="connsiteX25" fmla="*/ 133223 w 1681354"/>
                <a:gd name="connsiteY25" fmla="*/ 995790 h 1262109"/>
                <a:gd name="connsiteX26" fmla="*/ 412369 w 1681354"/>
                <a:gd name="connsiteY26" fmla="*/ 806814 h 1262109"/>
                <a:gd name="connsiteX27" fmla="*/ 198247 w 1681354"/>
                <a:gd name="connsiteY27" fmla="*/ 670924 h 1262109"/>
                <a:gd name="connsiteX28" fmla="*/ 101981 w 1681354"/>
                <a:gd name="connsiteY28" fmla="*/ 581008 h 1262109"/>
                <a:gd name="connsiteX29" fmla="*/ 175895 w 1681354"/>
                <a:gd name="connsiteY29" fmla="*/ 285606 h 1262109"/>
                <a:gd name="connsiteX30" fmla="*/ 379792 w 1681354"/>
                <a:gd name="connsiteY30" fmla="*/ 50048 h 1262109"/>
                <a:gd name="connsiteX31" fmla="*/ 672816 w 1681354"/>
                <a:gd name="connsiteY31" fmla="*/ 5278 h 1262109"/>
                <a:gd name="connsiteX32" fmla="*/ 972991 w 1681354"/>
                <a:gd name="connsiteY32" fmla="*/ 167838 h 1262109"/>
                <a:gd name="connsiteX33" fmla="*/ 1049655 w 1681354"/>
                <a:gd name="connsiteY33" fmla="*/ 304021 h 1262109"/>
                <a:gd name="connsiteX34" fmla="*/ 1114679 w 1681354"/>
                <a:gd name="connsiteY34" fmla="*/ 399271 h 1262109"/>
                <a:gd name="connsiteX35" fmla="*/ 1042924 w 1681354"/>
                <a:gd name="connsiteY35" fmla="*/ 629268 h 1262109"/>
                <a:gd name="connsiteX36" fmla="*/ 1025906 w 1681354"/>
                <a:gd name="connsiteY36" fmla="*/ 639174 h 1262109"/>
                <a:gd name="connsiteX37" fmla="*/ 832358 w 1681354"/>
                <a:gd name="connsiteY37" fmla="*/ 801734 h 1262109"/>
                <a:gd name="connsiteX38" fmla="*/ 1063879 w 1681354"/>
                <a:gd name="connsiteY38" fmla="*/ 931909 h 1262109"/>
                <a:gd name="connsiteX39" fmla="*/ 1164717 w 1681354"/>
                <a:gd name="connsiteY39" fmla="*/ 818879 h 1262109"/>
                <a:gd name="connsiteX40" fmla="*/ 1175385 w 1681354"/>
                <a:gd name="connsiteY40" fmla="*/ 730106 h 1262109"/>
                <a:gd name="connsiteX41" fmla="*/ 1226693 w 1681354"/>
                <a:gd name="connsiteY41" fmla="*/ 676766 h 1262109"/>
                <a:gd name="connsiteX42" fmla="*/ 1282700 w 1681354"/>
                <a:gd name="connsiteY42" fmla="*/ 694165 h 1262109"/>
                <a:gd name="connsiteX43" fmla="*/ 1388745 w 1681354"/>
                <a:gd name="connsiteY43" fmla="*/ 635237 h 1262109"/>
                <a:gd name="connsiteX44" fmla="*/ 1489583 w 1681354"/>
                <a:gd name="connsiteY44" fmla="*/ 679433 h 1262109"/>
                <a:gd name="connsiteX45" fmla="*/ 378191 w 1681354"/>
                <a:gd name="connsiteY45" fmla="*/ 86782 h 1262109"/>
                <a:gd name="connsiteX46" fmla="*/ 198247 w 1681354"/>
                <a:gd name="connsiteY46" fmla="*/ 293353 h 1262109"/>
                <a:gd name="connsiteX47" fmla="*/ 221869 w 1681354"/>
                <a:gd name="connsiteY47" fmla="*/ 303767 h 1262109"/>
                <a:gd name="connsiteX48" fmla="*/ 262001 w 1681354"/>
                <a:gd name="connsiteY48" fmla="*/ 386952 h 1262109"/>
                <a:gd name="connsiteX49" fmla="*/ 231648 w 1681354"/>
                <a:gd name="connsiteY49" fmla="*/ 613266 h 1262109"/>
                <a:gd name="connsiteX50" fmla="*/ 196850 w 1681354"/>
                <a:gd name="connsiteY50" fmla="*/ 634094 h 1262109"/>
                <a:gd name="connsiteX51" fmla="*/ 310642 w 1681354"/>
                <a:gd name="connsiteY51" fmla="*/ 734805 h 1262109"/>
                <a:gd name="connsiteX52" fmla="*/ 735076 w 1681354"/>
                <a:gd name="connsiteY52" fmla="*/ 802115 h 1262109"/>
                <a:gd name="connsiteX53" fmla="*/ 985774 w 1681354"/>
                <a:gd name="connsiteY53" fmla="*/ 645143 h 1262109"/>
                <a:gd name="connsiteX54" fmla="*/ 991489 w 1681354"/>
                <a:gd name="connsiteY54" fmla="*/ 642857 h 1262109"/>
                <a:gd name="connsiteX55" fmla="*/ 941956 w 1681354"/>
                <a:gd name="connsiteY55" fmla="*/ 178366 h 1262109"/>
                <a:gd name="connsiteX56" fmla="*/ 655811 w 1681354"/>
                <a:gd name="connsiteY56" fmla="*/ 27037 h 1262109"/>
                <a:gd name="connsiteX57" fmla="*/ 372956 w 1681354"/>
                <a:gd name="connsiteY57" fmla="*/ 85525 h 1262109"/>
                <a:gd name="connsiteX58" fmla="*/ 161417 w 1681354"/>
                <a:gd name="connsiteY58" fmla="*/ 322309 h 1262109"/>
                <a:gd name="connsiteX59" fmla="*/ 114554 w 1681354"/>
                <a:gd name="connsiteY59" fmla="*/ 539479 h 1262109"/>
                <a:gd name="connsiteX60" fmla="*/ 182499 w 1681354"/>
                <a:gd name="connsiteY60" fmla="*/ 610980 h 1262109"/>
                <a:gd name="connsiteX61" fmla="*/ 224917 w 1681354"/>
                <a:gd name="connsiteY61" fmla="*/ 575420 h 1262109"/>
                <a:gd name="connsiteX62" fmla="*/ 224536 w 1681354"/>
                <a:gd name="connsiteY62" fmla="*/ 352408 h 1262109"/>
                <a:gd name="connsiteX63" fmla="*/ 161417 w 1681354"/>
                <a:gd name="connsiteY63" fmla="*/ 322309 h 1262109"/>
                <a:gd name="connsiteX64" fmla="*/ 1039622 w 1681354"/>
                <a:gd name="connsiteY64" fmla="*/ 318626 h 1262109"/>
                <a:gd name="connsiteX65" fmla="*/ 1037717 w 1681354"/>
                <a:gd name="connsiteY65" fmla="*/ 612250 h 1262109"/>
                <a:gd name="connsiteX66" fmla="*/ 1039622 w 1681354"/>
                <a:gd name="connsiteY66" fmla="*/ 318626 h 1262109"/>
                <a:gd name="connsiteX67" fmla="*/ 1648333 w 1681354"/>
                <a:gd name="connsiteY67" fmla="*/ 705468 h 1262109"/>
                <a:gd name="connsiteX68" fmla="*/ 1654810 w 1681354"/>
                <a:gd name="connsiteY68" fmla="*/ 553449 h 1262109"/>
                <a:gd name="connsiteX69" fmla="*/ 1655191 w 1681354"/>
                <a:gd name="connsiteY69" fmla="*/ 414765 h 1262109"/>
                <a:gd name="connsiteX70" fmla="*/ 1371092 w 1681354"/>
                <a:gd name="connsiteY70" fmla="*/ 667114 h 1262109"/>
                <a:gd name="connsiteX71" fmla="*/ 1249807 w 1681354"/>
                <a:gd name="connsiteY71" fmla="*/ 778874 h 1262109"/>
                <a:gd name="connsiteX72" fmla="*/ 1261618 w 1681354"/>
                <a:gd name="connsiteY72" fmla="*/ 708516 h 1262109"/>
                <a:gd name="connsiteX73" fmla="*/ 1208151 w 1681354"/>
                <a:gd name="connsiteY73" fmla="*/ 720962 h 1262109"/>
                <a:gd name="connsiteX74" fmla="*/ 1338961 w 1681354"/>
                <a:gd name="connsiteY74" fmla="*/ 933433 h 1262109"/>
                <a:gd name="connsiteX75" fmla="*/ 1462913 w 1681354"/>
                <a:gd name="connsiteY75" fmla="*/ 687180 h 1262109"/>
                <a:gd name="connsiteX76" fmla="*/ 1387475 w 1681354"/>
                <a:gd name="connsiteY76" fmla="*/ 780144 h 1262109"/>
                <a:gd name="connsiteX77" fmla="*/ 1427988 w 1681354"/>
                <a:gd name="connsiteY77" fmla="*/ 674099 h 1262109"/>
                <a:gd name="connsiteX78" fmla="*/ 1371092 w 1681354"/>
                <a:gd name="connsiteY78" fmla="*/ 667114 h 1262109"/>
                <a:gd name="connsiteX79" fmla="*/ 1081532 w 1681354"/>
                <a:gd name="connsiteY79" fmla="*/ 949181 h 1262109"/>
                <a:gd name="connsiteX80" fmla="*/ 1025652 w 1681354"/>
                <a:gd name="connsiteY80" fmla="*/ 969882 h 1262109"/>
                <a:gd name="connsiteX81" fmla="*/ 1042035 w 1681354"/>
                <a:gd name="connsiteY81" fmla="*/ 945244 h 1262109"/>
                <a:gd name="connsiteX82" fmla="*/ 913638 w 1681354"/>
                <a:gd name="connsiteY82" fmla="*/ 867012 h 1262109"/>
                <a:gd name="connsiteX83" fmla="*/ 964057 w 1681354"/>
                <a:gd name="connsiteY83" fmla="*/ 1115932 h 1262109"/>
                <a:gd name="connsiteX84" fmla="*/ 1097915 w 1681354"/>
                <a:gd name="connsiteY84" fmla="*/ 1143491 h 1262109"/>
                <a:gd name="connsiteX85" fmla="*/ 1340866 w 1681354"/>
                <a:gd name="connsiteY85" fmla="*/ 962770 h 1262109"/>
                <a:gd name="connsiteX86" fmla="*/ 1181608 w 1681354"/>
                <a:gd name="connsiteY86" fmla="*/ 848216 h 1262109"/>
                <a:gd name="connsiteX87" fmla="*/ 1081532 w 1681354"/>
                <a:gd name="connsiteY87" fmla="*/ 949181 h 1262109"/>
                <a:gd name="connsiteX0" fmla="*/ 1681353 w 1681353"/>
                <a:gd name="connsiteY0" fmla="*/ 674353 h 1262109"/>
                <a:gd name="connsiteX1" fmla="*/ 1657731 w 1681353"/>
                <a:gd name="connsiteY1" fmla="*/ 744584 h 1262109"/>
                <a:gd name="connsiteX2" fmla="*/ 1517142 w 1681353"/>
                <a:gd name="connsiteY2" fmla="*/ 751569 h 1262109"/>
                <a:gd name="connsiteX3" fmla="*/ 1383030 w 1681353"/>
                <a:gd name="connsiteY3" fmla="*/ 957436 h 1262109"/>
                <a:gd name="connsiteX4" fmla="*/ 1096137 w 1681353"/>
                <a:gd name="connsiteY4" fmla="*/ 1169780 h 1262109"/>
                <a:gd name="connsiteX5" fmla="*/ 969010 w 1681353"/>
                <a:gd name="connsiteY5" fmla="*/ 1147936 h 1262109"/>
                <a:gd name="connsiteX6" fmla="*/ 968375 w 1681353"/>
                <a:gd name="connsiteY6" fmla="*/ 1244710 h 1262109"/>
                <a:gd name="connsiteX7" fmla="*/ 957580 w 1681353"/>
                <a:gd name="connsiteY7" fmla="*/ 1257410 h 1262109"/>
                <a:gd name="connsiteX8" fmla="*/ 942721 w 1681353"/>
                <a:gd name="connsiteY8" fmla="*/ 1254616 h 1262109"/>
                <a:gd name="connsiteX9" fmla="*/ 940562 w 1681353"/>
                <a:gd name="connsiteY9" fmla="*/ 1151111 h 1262109"/>
                <a:gd name="connsiteX10" fmla="*/ 914908 w 1681353"/>
                <a:gd name="connsiteY10" fmla="*/ 951340 h 1262109"/>
                <a:gd name="connsiteX11" fmla="*/ 854202 w 1681353"/>
                <a:gd name="connsiteY11" fmla="*/ 838310 h 1262109"/>
                <a:gd name="connsiteX12" fmla="*/ 678561 w 1681353"/>
                <a:gd name="connsiteY12" fmla="*/ 832214 h 1262109"/>
                <a:gd name="connsiteX13" fmla="*/ 448437 w 1681353"/>
                <a:gd name="connsiteY13" fmla="*/ 814180 h 1262109"/>
                <a:gd name="connsiteX14" fmla="*/ 402209 w 1681353"/>
                <a:gd name="connsiteY14" fmla="*/ 837040 h 1262109"/>
                <a:gd name="connsiteX15" fmla="*/ 338963 w 1681353"/>
                <a:gd name="connsiteY15" fmla="*/ 857106 h 1262109"/>
                <a:gd name="connsiteX16" fmla="*/ 376047 w 1681353"/>
                <a:gd name="connsiteY16" fmla="*/ 952483 h 1262109"/>
                <a:gd name="connsiteX17" fmla="*/ 342900 w 1681353"/>
                <a:gd name="connsiteY17" fmla="*/ 1084182 h 1262109"/>
                <a:gd name="connsiteX18" fmla="*/ 265811 w 1681353"/>
                <a:gd name="connsiteY18" fmla="*/ 1252838 h 1262109"/>
                <a:gd name="connsiteX19" fmla="*/ 240157 w 1681353"/>
                <a:gd name="connsiteY19" fmla="*/ 1256140 h 1262109"/>
                <a:gd name="connsiteX20" fmla="*/ 349377 w 1681353"/>
                <a:gd name="connsiteY20" fmla="*/ 970263 h 1262109"/>
                <a:gd name="connsiteX21" fmla="*/ 311531 w 1681353"/>
                <a:gd name="connsiteY21" fmla="*/ 868536 h 1262109"/>
                <a:gd name="connsiteX22" fmla="*/ 20955 w 1681353"/>
                <a:gd name="connsiteY22" fmla="*/ 1251568 h 1262109"/>
                <a:gd name="connsiteX23" fmla="*/ 0 w 1681353"/>
                <a:gd name="connsiteY23" fmla="*/ 1262109 h 1262109"/>
                <a:gd name="connsiteX24" fmla="*/ 133223 w 1681353"/>
                <a:gd name="connsiteY24" fmla="*/ 995790 h 1262109"/>
                <a:gd name="connsiteX25" fmla="*/ 412369 w 1681353"/>
                <a:gd name="connsiteY25" fmla="*/ 806814 h 1262109"/>
                <a:gd name="connsiteX26" fmla="*/ 198247 w 1681353"/>
                <a:gd name="connsiteY26" fmla="*/ 670924 h 1262109"/>
                <a:gd name="connsiteX27" fmla="*/ 101981 w 1681353"/>
                <a:gd name="connsiteY27" fmla="*/ 581008 h 1262109"/>
                <a:gd name="connsiteX28" fmla="*/ 175895 w 1681353"/>
                <a:gd name="connsiteY28" fmla="*/ 285606 h 1262109"/>
                <a:gd name="connsiteX29" fmla="*/ 379792 w 1681353"/>
                <a:gd name="connsiteY29" fmla="*/ 50048 h 1262109"/>
                <a:gd name="connsiteX30" fmla="*/ 672816 w 1681353"/>
                <a:gd name="connsiteY30" fmla="*/ 5278 h 1262109"/>
                <a:gd name="connsiteX31" fmla="*/ 972991 w 1681353"/>
                <a:gd name="connsiteY31" fmla="*/ 167838 h 1262109"/>
                <a:gd name="connsiteX32" fmla="*/ 1049655 w 1681353"/>
                <a:gd name="connsiteY32" fmla="*/ 304021 h 1262109"/>
                <a:gd name="connsiteX33" fmla="*/ 1114679 w 1681353"/>
                <a:gd name="connsiteY33" fmla="*/ 399271 h 1262109"/>
                <a:gd name="connsiteX34" fmla="*/ 1042924 w 1681353"/>
                <a:gd name="connsiteY34" fmla="*/ 629268 h 1262109"/>
                <a:gd name="connsiteX35" fmla="*/ 1025906 w 1681353"/>
                <a:gd name="connsiteY35" fmla="*/ 639174 h 1262109"/>
                <a:gd name="connsiteX36" fmla="*/ 832358 w 1681353"/>
                <a:gd name="connsiteY36" fmla="*/ 801734 h 1262109"/>
                <a:gd name="connsiteX37" fmla="*/ 1063879 w 1681353"/>
                <a:gd name="connsiteY37" fmla="*/ 931909 h 1262109"/>
                <a:gd name="connsiteX38" fmla="*/ 1164717 w 1681353"/>
                <a:gd name="connsiteY38" fmla="*/ 818879 h 1262109"/>
                <a:gd name="connsiteX39" fmla="*/ 1175385 w 1681353"/>
                <a:gd name="connsiteY39" fmla="*/ 730106 h 1262109"/>
                <a:gd name="connsiteX40" fmla="*/ 1226693 w 1681353"/>
                <a:gd name="connsiteY40" fmla="*/ 676766 h 1262109"/>
                <a:gd name="connsiteX41" fmla="*/ 1282700 w 1681353"/>
                <a:gd name="connsiteY41" fmla="*/ 694165 h 1262109"/>
                <a:gd name="connsiteX42" fmla="*/ 1388745 w 1681353"/>
                <a:gd name="connsiteY42" fmla="*/ 635237 h 1262109"/>
                <a:gd name="connsiteX43" fmla="*/ 1489583 w 1681353"/>
                <a:gd name="connsiteY43" fmla="*/ 679433 h 1262109"/>
                <a:gd name="connsiteX44" fmla="*/ 378191 w 1681353"/>
                <a:gd name="connsiteY44" fmla="*/ 86782 h 1262109"/>
                <a:gd name="connsiteX45" fmla="*/ 198247 w 1681353"/>
                <a:gd name="connsiteY45" fmla="*/ 293353 h 1262109"/>
                <a:gd name="connsiteX46" fmla="*/ 221869 w 1681353"/>
                <a:gd name="connsiteY46" fmla="*/ 303767 h 1262109"/>
                <a:gd name="connsiteX47" fmla="*/ 262001 w 1681353"/>
                <a:gd name="connsiteY47" fmla="*/ 386952 h 1262109"/>
                <a:gd name="connsiteX48" fmla="*/ 231648 w 1681353"/>
                <a:gd name="connsiteY48" fmla="*/ 613266 h 1262109"/>
                <a:gd name="connsiteX49" fmla="*/ 196850 w 1681353"/>
                <a:gd name="connsiteY49" fmla="*/ 634094 h 1262109"/>
                <a:gd name="connsiteX50" fmla="*/ 310642 w 1681353"/>
                <a:gd name="connsiteY50" fmla="*/ 734805 h 1262109"/>
                <a:gd name="connsiteX51" fmla="*/ 735076 w 1681353"/>
                <a:gd name="connsiteY51" fmla="*/ 802115 h 1262109"/>
                <a:gd name="connsiteX52" fmla="*/ 985774 w 1681353"/>
                <a:gd name="connsiteY52" fmla="*/ 645143 h 1262109"/>
                <a:gd name="connsiteX53" fmla="*/ 991489 w 1681353"/>
                <a:gd name="connsiteY53" fmla="*/ 642857 h 1262109"/>
                <a:gd name="connsiteX54" fmla="*/ 941956 w 1681353"/>
                <a:gd name="connsiteY54" fmla="*/ 178366 h 1262109"/>
                <a:gd name="connsiteX55" fmla="*/ 655811 w 1681353"/>
                <a:gd name="connsiteY55" fmla="*/ 27037 h 1262109"/>
                <a:gd name="connsiteX56" fmla="*/ 372956 w 1681353"/>
                <a:gd name="connsiteY56" fmla="*/ 85525 h 1262109"/>
                <a:gd name="connsiteX57" fmla="*/ 161417 w 1681353"/>
                <a:gd name="connsiteY57" fmla="*/ 322309 h 1262109"/>
                <a:gd name="connsiteX58" fmla="*/ 114554 w 1681353"/>
                <a:gd name="connsiteY58" fmla="*/ 539479 h 1262109"/>
                <a:gd name="connsiteX59" fmla="*/ 182499 w 1681353"/>
                <a:gd name="connsiteY59" fmla="*/ 610980 h 1262109"/>
                <a:gd name="connsiteX60" fmla="*/ 224917 w 1681353"/>
                <a:gd name="connsiteY60" fmla="*/ 575420 h 1262109"/>
                <a:gd name="connsiteX61" fmla="*/ 224536 w 1681353"/>
                <a:gd name="connsiteY61" fmla="*/ 352408 h 1262109"/>
                <a:gd name="connsiteX62" fmla="*/ 161417 w 1681353"/>
                <a:gd name="connsiteY62" fmla="*/ 322309 h 1262109"/>
                <a:gd name="connsiteX63" fmla="*/ 1039622 w 1681353"/>
                <a:gd name="connsiteY63" fmla="*/ 318626 h 1262109"/>
                <a:gd name="connsiteX64" fmla="*/ 1037717 w 1681353"/>
                <a:gd name="connsiteY64" fmla="*/ 612250 h 1262109"/>
                <a:gd name="connsiteX65" fmla="*/ 1039622 w 1681353"/>
                <a:gd name="connsiteY65" fmla="*/ 318626 h 1262109"/>
                <a:gd name="connsiteX66" fmla="*/ 1648333 w 1681353"/>
                <a:gd name="connsiteY66" fmla="*/ 705468 h 1262109"/>
                <a:gd name="connsiteX67" fmla="*/ 1654810 w 1681353"/>
                <a:gd name="connsiteY67" fmla="*/ 553449 h 1262109"/>
                <a:gd name="connsiteX68" fmla="*/ 1655191 w 1681353"/>
                <a:gd name="connsiteY68" fmla="*/ 414765 h 1262109"/>
                <a:gd name="connsiteX69" fmla="*/ 1371092 w 1681353"/>
                <a:gd name="connsiteY69" fmla="*/ 667114 h 1262109"/>
                <a:gd name="connsiteX70" fmla="*/ 1249807 w 1681353"/>
                <a:gd name="connsiteY70" fmla="*/ 778874 h 1262109"/>
                <a:gd name="connsiteX71" fmla="*/ 1261618 w 1681353"/>
                <a:gd name="connsiteY71" fmla="*/ 708516 h 1262109"/>
                <a:gd name="connsiteX72" fmla="*/ 1208151 w 1681353"/>
                <a:gd name="connsiteY72" fmla="*/ 720962 h 1262109"/>
                <a:gd name="connsiteX73" fmla="*/ 1338961 w 1681353"/>
                <a:gd name="connsiteY73" fmla="*/ 933433 h 1262109"/>
                <a:gd name="connsiteX74" fmla="*/ 1462913 w 1681353"/>
                <a:gd name="connsiteY74" fmla="*/ 687180 h 1262109"/>
                <a:gd name="connsiteX75" fmla="*/ 1387475 w 1681353"/>
                <a:gd name="connsiteY75" fmla="*/ 780144 h 1262109"/>
                <a:gd name="connsiteX76" fmla="*/ 1427988 w 1681353"/>
                <a:gd name="connsiteY76" fmla="*/ 674099 h 1262109"/>
                <a:gd name="connsiteX77" fmla="*/ 1371092 w 1681353"/>
                <a:gd name="connsiteY77" fmla="*/ 667114 h 1262109"/>
                <a:gd name="connsiteX78" fmla="*/ 1081532 w 1681353"/>
                <a:gd name="connsiteY78" fmla="*/ 949181 h 1262109"/>
                <a:gd name="connsiteX79" fmla="*/ 1025652 w 1681353"/>
                <a:gd name="connsiteY79" fmla="*/ 969882 h 1262109"/>
                <a:gd name="connsiteX80" fmla="*/ 1042035 w 1681353"/>
                <a:gd name="connsiteY80" fmla="*/ 945244 h 1262109"/>
                <a:gd name="connsiteX81" fmla="*/ 913638 w 1681353"/>
                <a:gd name="connsiteY81" fmla="*/ 867012 h 1262109"/>
                <a:gd name="connsiteX82" fmla="*/ 964057 w 1681353"/>
                <a:gd name="connsiteY82" fmla="*/ 1115932 h 1262109"/>
                <a:gd name="connsiteX83" fmla="*/ 1097915 w 1681353"/>
                <a:gd name="connsiteY83" fmla="*/ 1143491 h 1262109"/>
                <a:gd name="connsiteX84" fmla="*/ 1340866 w 1681353"/>
                <a:gd name="connsiteY84" fmla="*/ 962770 h 1262109"/>
                <a:gd name="connsiteX85" fmla="*/ 1181608 w 1681353"/>
                <a:gd name="connsiteY85" fmla="*/ 848216 h 1262109"/>
                <a:gd name="connsiteX86" fmla="*/ 1081532 w 1681353"/>
                <a:gd name="connsiteY86" fmla="*/ 949181 h 1262109"/>
                <a:gd name="connsiteX0" fmla="*/ 1681353 w 1681353"/>
                <a:gd name="connsiteY0" fmla="*/ 674353 h 1262109"/>
                <a:gd name="connsiteX1" fmla="*/ 1657731 w 1681353"/>
                <a:gd name="connsiteY1" fmla="*/ 744584 h 1262109"/>
                <a:gd name="connsiteX2" fmla="*/ 1517142 w 1681353"/>
                <a:gd name="connsiteY2" fmla="*/ 751569 h 1262109"/>
                <a:gd name="connsiteX3" fmla="*/ 1383030 w 1681353"/>
                <a:gd name="connsiteY3" fmla="*/ 957436 h 1262109"/>
                <a:gd name="connsiteX4" fmla="*/ 1096137 w 1681353"/>
                <a:gd name="connsiteY4" fmla="*/ 1169780 h 1262109"/>
                <a:gd name="connsiteX5" fmla="*/ 969010 w 1681353"/>
                <a:gd name="connsiteY5" fmla="*/ 1147936 h 1262109"/>
                <a:gd name="connsiteX6" fmla="*/ 968375 w 1681353"/>
                <a:gd name="connsiteY6" fmla="*/ 1244710 h 1262109"/>
                <a:gd name="connsiteX7" fmla="*/ 957580 w 1681353"/>
                <a:gd name="connsiteY7" fmla="*/ 1257410 h 1262109"/>
                <a:gd name="connsiteX8" fmla="*/ 942721 w 1681353"/>
                <a:gd name="connsiteY8" fmla="*/ 1254616 h 1262109"/>
                <a:gd name="connsiteX9" fmla="*/ 940562 w 1681353"/>
                <a:gd name="connsiteY9" fmla="*/ 1151111 h 1262109"/>
                <a:gd name="connsiteX10" fmla="*/ 914908 w 1681353"/>
                <a:gd name="connsiteY10" fmla="*/ 951340 h 1262109"/>
                <a:gd name="connsiteX11" fmla="*/ 854202 w 1681353"/>
                <a:gd name="connsiteY11" fmla="*/ 838310 h 1262109"/>
                <a:gd name="connsiteX12" fmla="*/ 678561 w 1681353"/>
                <a:gd name="connsiteY12" fmla="*/ 832214 h 1262109"/>
                <a:gd name="connsiteX13" fmla="*/ 448437 w 1681353"/>
                <a:gd name="connsiteY13" fmla="*/ 814180 h 1262109"/>
                <a:gd name="connsiteX14" fmla="*/ 402209 w 1681353"/>
                <a:gd name="connsiteY14" fmla="*/ 837040 h 1262109"/>
                <a:gd name="connsiteX15" fmla="*/ 338963 w 1681353"/>
                <a:gd name="connsiteY15" fmla="*/ 857106 h 1262109"/>
                <a:gd name="connsiteX16" fmla="*/ 376047 w 1681353"/>
                <a:gd name="connsiteY16" fmla="*/ 952483 h 1262109"/>
                <a:gd name="connsiteX17" fmla="*/ 342900 w 1681353"/>
                <a:gd name="connsiteY17" fmla="*/ 1084182 h 1262109"/>
                <a:gd name="connsiteX18" fmla="*/ 265811 w 1681353"/>
                <a:gd name="connsiteY18" fmla="*/ 1252838 h 1262109"/>
                <a:gd name="connsiteX19" fmla="*/ 240157 w 1681353"/>
                <a:gd name="connsiteY19" fmla="*/ 1256140 h 1262109"/>
                <a:gd name="connsiteX20" fmla="*/ 349377 w 1681353"/>
                <a:gd name="connsiteY20" fmla="*/ 970263 h 1262109"/>
                <a:gd name="connsiteX21" fmla="*/ 311531 w 1681353"/>
                <a:gd name="connsiteY21" fmla="*/ 868536 h 1262109"/>
                <a:gd name="connsiteX22" fmla="*/ 20955 w 1681353"/>
                <a:gd name="connsiteY22" fmla="*/ 1251568 h 1262109"/>
                <a:gd name="connsiteX23" fmla="*/ 0 w 1681353"/>
                <a:gd name="connsiteY23" fmla="*/ 1262109 h 1262109"/>
                <a:gd name="connsiteX24" fmla="*/ 133223 w 1681353"/>
                <a:gd name="connsiteY24" fmla="*/ 995790 h 1262109"/>
                <a:gd name="connsiteX25" fmla="*/ 412369 w 1681353"/>
                <a:gd name="connsiteY25" fmla="*/ 806814 h 1262109"/>
                <a:gd name="connsiteX26" fmla="*/ 198247 w 1681353"/>
                <a:gd name="connsiteY26" fmla="*/ 670924 h 1262109"/>
                <a:gd name="connsiteX27" fmla="*/ 101981 w 1681353"/>
                <a:gd name="connsiteY27" fmla="*/ 581008 h 1262109"/>
                <a:gd name="connsiteX28" fmla="*/ 175895 w 1681353"/>
                <a:gd name="connsiteY28" fmla="*/ 285606 h 1262109"/>
                <a:gd name="connsiteX29" fmla="*/ 379792 w 1681353"/>
                <a:gd name="connsiteY29" fmla="*/ 50048 h 1262109"/>
                <a:gd name="connsiteX30" fmla="*/ 672816 w 1681353"/>
                <a:gd name="connsiteY30" fmla="*/ 5278 h 1262109"/>
                <a:gd name="connsiteX31" fmla="*/ 972991 w 1681353"/>
                <a:gd name="connsiteY31" fmla="*/ 167838 h 1262109"/>
                <a:gd name="connsiteX32" fmla="*/ 1049655 w 1681353"/>
                <a:gd name="connsiteY32" fmla="*/ 304021 h 1262109"/>
                <a:gd name="connsiteX33" fmla="*/ 1114679 w 1681353"/>
                <a:gd name="connsiteY33" fmla="*/ 399271 h 1262109"/>
                <a:gd name="connsiteX34" fmla="*/ 1042924 w 1681353"/>
                <a:gd name="connsiteY34" fmla="*/ 629268 h 1262109"/>
                <a:gd name="connsiteX35" fmla="*/ 1025906 w 1681353"/>
                <a:gd name="connsiteY35" fmla="*/ 639174 h 1262109"/>
                <a:gd name="connsiteX36" fmla="*/ 832358 w 1681353"/>
                <a:gd name="connsiteY36" fmla="*/ 801734 h 1262109"/>
                <a:gd name="connsiteX37" fmla="*/ 1063879 w 1681353"/>
                <a:gd name="connsiteY37" fmla="*/ 931909 h 1262109"/>
                <a:gd name="connsiteX38" fmla="*/ 1164717 w 1681353"/>
                <a:gd name="connsiteY38" fmla="*/ 818879 h 1262109"/>
                <a:gd name="connsiteX39" fmla="*/ 1175385 w 1681353"/>
                <a:gd name="connsiteY39" fmla="*/ 730106 h 1262109"/>
                <a:gd name="connsiteX40" fmla="*/ 1226693 w 1681353"/>
                <a:gd name="connsiteY40" fmla="*/ 676766 h 1262109"/>
                <a:gd name="connsiteX41" fmla="*/ 1282700 w 1681353"/>
                <a:gd name="connsiteY41" fmla="*/ 694165 h 1262109"/>
                <a:gd name="connsiteX42" fmla="*/ 1388745 w 1681353"/>
                <a:gd name="connsiteY42" fmla="*/ 635237 h 1262109"/>
                <a:gd name="connsiteX43" fmla="*/ 1489583 w 1681353"/>
                <a:gd name="connsiteY43" fmla="*/ 679433 h 1262109"/>
                <a:gd name="connsiteX44" fmla="*/ 378191 w 1681353"/>
                <a:gd name="connsiteY44" fmla="*/ 86782 h 1262109"/>
                <a:gd name="connsiteX45" fmla="*/ 198247 w 1681353"/>
                <a:gd name="connsiteY45" fmla="*/ 293353 h 1262109"/>
                <a:gd name="connsiteX46" fmla="*/ 221869 w 1681353"/>
                <a:gd name="connsiteY46" fmla="*/ 303767 h 1262109"/>
                <a:gd name="connsiteX47" fmla="*/ 262001 w 1681353"/>
                <a:gd name="connsiteY47" fmla="*/ 386952 h 1262109"/>
                <a:gd name="connsiteX48" fmla="*/ 231648 w 1681353"/>
                <a:gd name="connsiteY48" fmla="*/ 613266 h 1262109"/>
                <a:gd name="connsiteX49" fmla="*/ 196850 w 1681353"/>
                <a:gd name="connsiteY49" fmla="*/ 634094 h 1262109"/>
                <a:gd name="connsiteX50" fmla="*/ 310642 w 1681353"/>
                <a:gd name="connsiteY50" fmla="*/ 734805 h 1262109"/>
                <a:gd name="connsiteX51" fmla="*/ 735076 w 1681353"/>
                <a:gd name="connsiteY51" fmla="*/ 802115 h 1262109"/>
                <a:gd name="connsiteX52" fmla="*/ 985774 w 1681353"/>
                <a:gd name="connsiteY52" fmla="*/ 645143 h 1262109"/>
                <a:gd name="connsiteX53" fmla="*/ 991489 w 1681353"/>
                <a:gd name="connsiteY53" fmla="*/ 642857 h 1262109"/>
                <a:gd name="connsiteX54" fmla="*/ 941956 w 1681353"/>
                <a:gd name="connsiteY54" fmla="*/ 178366 h 1262109"/>
                <a:gd name="connsiteX55" fmla="*/ 655811 w 1681353"/>
                <a:gd name="connsiteY55" fmla="*/ 27037 h 1262109"/>
                <a:gd name="connsiteX56" fmla="*/ 372956 w 1681353"/>
                <a:gd name="connsiteY56" fmla="*/ 85525 h 1262109"/>
                <a:gd name="connsiteX57" fmla="*/ 161417 w 1681353"/>
                <a:gd name="connsiteY57" fmla="*/ 322309 h 1262109"/>
                <a:gd name="connsiteX58" fmla="*/ 114554 w 1681353"/>
                <a:gd name="connsiteY58" fmla="*/ 539479 h 1262109"/>
                <a:gd name="connsiteX59" fmla="*/ 182499 w 1681353"/>
                <a:gd name="connsiteY59" fmla="*/ 610980 h 1262109"/>
                <a:gd name="connsiteX60" fmla="*/ 224917 w 1681353"/>
                <a:gd name="connsiteY60" fmla="*/ 575420 h 1262109"/>
                <a:gd name="connsiteX61" fmla="*/ 224536 w 1681353"/>
                <a:gd name="connsiteY61" fmla="*/ 352408 h 1262109"/>
                <a:gd name="connsiteX62" fmla="*/ 161417 w 1681353"/>
                <a:gd name="connsiteY62" fmla="*/ 322309 h 1262109"/>
                <a:gd name="connsiteX63" fmla="*/ 1039622 w 1681353"/>
                <a:gd name="connsiteY63" fmla="*/ 318626 h 1262109"/>
                <a:gd name="connsiteX64" fmla="*/ 1037717 w 1681353"/>
                <a:gd name="connsiteY64" fmla="*/ 612250 h 1262109"/>
                <a:gd name="connsiteX65" fmla="*/ 1039622 w 1681353"/>
                <a:gd name="connsiteY65" fmla="*/ 318626 h 1262109"/>
                <a:gd name="connsiteX66" fmla="*/ 1654810 w 1681353"/>
                <a:gd name="connsiteY66" fmla="*/ 553449 h 1262109"/>
                <a:gd name="connsiteX67" fmla="*/ 1655191 w 1681353"/>
                <a:gd name="connsiteY67" fmla="*/ 414765 h 1262109"/>
                <a:gd name="connsiteX68" fmla="*/ 1371092 w 1681353"/>
                <a:gd name="connsiteY68" fmla="*/ 667114 h 1262109"/>
                <a:gd name="connsiteX69" fmla="*/ 1249807 w 1681353"/>
                <a:gd name="connsiteY69" fmla="*/ 778874 h 1262109"/>
                <a:gd name="connsiteX70" fmla="*/ 1261618 w 1681353"/>
                <a:gd name="connsiteY70" fmla="*/ 708516 h 1262109"/>
                <a:gd name="connsiteX71" fmla="*/ 1208151 w 1681353"/>
                <a:gd name="connsiteY71" fmla="*/ 720962 h 1262109"/>
                <a:gd name="connsiteX72" fmla="*/ 1338961 w 1681353"/>
                <a:gd name="connsiteY72" fmla="*/ 933433 h 1262109"/>
                <a:gd name="connsiteX73" fmla="*/ 1462913 w 1681353"/>
                <a:gd name="connsiteY73" fmla="*/ 687180 h 1262109"/>
                <a:gd name="connsiteX74" fmla="*/ 1387475 w 1681353"/>
                <a:gd name="connsiteY74" fmla="*/ 780144 h 1262109"/>
                <a:gd name="connsiteX75" fmla="*/ 1427988 w 1681353"/>
                <a:gd name="connsiteY75" fmla="*/ 674099 h 1262109"/>
                <a:gd name="connsiteX76" fmla="*/ 1371092 w 1681353"/>
                <a:gd name="connsiteY76" fmla="*/ 667114 h 1262109"/>
                <a:gd name="connsiteX77" fmla="*/ 1081532 w 1681353"/>
                <a:gd name="connsiteY77" fmla="*/ 949181 h 1262109"/>
                <a:gd name="connsiteX78" fmla="*/ 1025652 w 1681353"/>
                <a:gd name="connsiteY78" fmla="*/ 969882 h 1262109"/>
                <a:gd name="connsiteX79" fmla="*/ 1042035 w 1681353"/>
                <a:gd name="connsiteY79" fmla="*/ 945244 h 1262109"/>
                <a:gd name="connsiteX80" fmla="*/ 913638 w 1681353"/>
                <a:gd name="connsiteY80" fmla="*/ 867012 h 1262109"/>
                <a:gd name="connsiteX81" fmla="*/ 964057 w 1681353"/>
                <a:gd name="connsiteY81" fmla="*/ 1115932 h 1262109"/>
                <a:gd name="connsiteX82" fmla="*/ 1097915 w 1681353"/>
                <a:gd name="connsiteY82" fmla="*/ 1143491 h 1262109"/>
                <a:gd name="connsiteX83" fmla="*/ 1340866 w 1681353"/>
                <a:gd name="connsiteY83" fmla="*/ 962770 h 1262109"/>
                <a:gd name="connsiteX84" fmla="*/ 1181608 w 1681353"/>
                <a:gd name="connsiteY84" fmla="*/ 848216 h 1262109"/>
                <a:gd name="connsiteX85" fmla="*/ 1081532 w 1681353"/>
                <a:gd name="connsiteY85" fmla="*/ 949181 h 1262109"/>
                <a:gd name="connsiteX0" fmla="*/ 1681353 w 1681353"/>
                <a:gd name="connsiteY0" fmla="*/ 674353 h 1262109"/>
                <a:gd name="connsiteX1" fmla="*/ 1657731 w 1681353"/>
                <a:gd name="connsiteY1" fmla="*/ 744584 h 1262109"/>
                <a:gd name="connsiteX2" fmla="*/ 1517142 w 1681353"/>
                <a:gd name="connsiteY2" fmla="*/ 751569 h 1262109"/>
                <a:gd name="connsiteX3" fmla="*/ 1383030 w 1681353"/>
                <a:gd name="connsiteY3" fmla="*/ 957436 h 1262109"/>
                <a:gd name="connsiteX4" fmla="*/ 1096137 w 1681353"/>
                <a:gd name="connsiteY4" fmla="*/ 1169780 h 1262109"/>
                <a:gd name="connsiteX5" fmla="*/ 969010 w 1681353"/>
                <a:gd name="connsiteY5" fmla="*/ 1147936 h 1262109"/>
                <a:gd name="connsiteX6" fmla="*/ 968375 w 1681353"/>
                <a:gd name="connsiteY6" fmla="*/ 1244710 h 1262109"/>
                <a:gd name="connsiteX7" fmla="*/ 957580 w 1681353"/>
                <a:gd name="connsiteY7" fmla="*/ 1257410 h 1262109"/>
                <a:gd name="connsiteX8" fmla="*/ 942721 w 1681353"/>
                <a:gd name="connsiteY8" fmla="*/ 1254616 h 1262109"/>
                <a:gd name="connsiteX9" fmla="*/ 940562 w 1681353"/>
                <a:gd name="connsiteY9" fmla="*/ 1151111 h 1262109"/>
                <a:gd name="connsiteX10" fmla="*/ 914908 w 1681353"/>
                <a:gd name="connsiteY10" fmla="*/ 951340 h 1262109"/>
                <a:gd name="connsiteX11" fmla="*/ 854202 w 1681353"/>
                <a:gd name="connsiteY11" fmla="*/ 838310 h 1262109"/>
                <a:gd name="connsiteX12" fmla="*/ 678561 w 1681353"/>
                <a:gd name="connsiteY12" fmla="*/ 832214 h 1262109"/>
                <a:gd name="connsiteX13" fmla="*/ 448437 w 1681353"/>
                <a:gd name="connsiteY13" fmla="*/ 814180 h 1262109"/>
                <a:gd name="connsiteX14" fmla="*/ 402209 w 1681353"/>
                <a:gd name="connsiteY14" fmla="*/ 837040 h 1262109"/>
                <a:gd name="connsiteX15" fmla="*/ 338963 w 1681353"/>
                <a:gd name="connsiteY15" fmla="*/ 857106 h 1262109"/>
                <a:gd name="connsiteX16" fmla="*/ 376047 w 1681353"/>
                <a:gd name="connsiteY16" fmla="*/ 952483 h 1262109"/>
                <a:gd name="connsiteX17" fmla="*/ 342900 w 1681353"/>
                <a:gd name="connsiteY17" fmla="*/ 1084182 h 1262109"/>
                <a:gd name="connsiteX18" fmla="*/ 265811 w 1681353"/>
                <a:gd name="connsiteY18" fmla="*/ 1252838 h 1262109"/>
                <a:gd name="connsiteX19" fmla="*/ 240157 w 1681353"/>
                <a:gd name="connsiteY19" fmla="*/ 1256140 h 1262109"/>
                <a:gd name="connsiteX20" fmla="*/ 349377 w 1681353"/>
                <a:gd name="connsiteY20" fmla="*/ 970263 h 1262109"/>
                <a:gd name="connsiteX21" fmla="*/ 311531 w 1681353"/>
                <a:gd name="connsiteY21" fmla="*/ 868536 h 1262109"/>
                <a:gd name="connsiteX22" fmla="*/ 20955 w 1681353"/>
                <a:gd name="connsiteY22" fmla="*/ 1251568 h 1262109"/>
                <a:gd name="connsiteX23" fmla="*/ 0 w 1681353"/>
                <a:gd name="connsiteY23" fmla="*/ 1262109 h 1262109"/>
                <a:gd name="connsiteX24" fmla="*/ 133223 w 1681353"/>
                <a:gd name="connsiteY24" fmla="*/ 995790 h 1262109"/>
                <a:gd name="connsiteX25" fmla="*/ 412369 w 1681353"/>
                <a:gd name="connsiteY25" fmla="*/ 806814 h 1262109"/>
                <a:gd name="connsiteX26" fmla="*/ 198247 w 1681353"/>
                <a:gd name="connsiteY26" fmla="*/ 670924 h 1262109"/>
                <a:gd name="connsiteX27" fmla="*/ 101981 w 1681353"/>
                <a:gd name="connsiteY27" fmla="*/ 581008 h 1262109"/>
                <a:gd name="connsiteX28" fmla="*/ 175895 w 1681353"/>
                <a:gd name="connsiteY28" fmla="*/ 285606 h 1262109"/>
                <a:gd name="connsiteX29" fmla="*/ 379792 w 1681353"/>
                <a:gd name="connsiteY29" fmla="*/ 50048 h 1262109"/>
                <a:gd name="connsiteX30" fmla="*/ 672816 w 1681353"/>
                <a:gd name="connsiteY30" fmla="*/ 5278 h 1262109"/>
                <a:gd name="connsiteX31" fmla="*/ 972991 w 1681353"/>
                <a:gd name="connsiteY31" fmla="*/ 167838 h 1262109"/>
                <a:gd name="connsiteX32" fmla="*/ 1049655 w 1681353"/>
                <a:gd name="connsiteY32" fmla="*/ 304021 h 1262109"/>
                <a:gd name="connsiteX33" fmla="*/ 1114679 w 1681353"/>
                <a:gd name="connsiteY33" fmla="*/ 399271 h 1262109"/>
                <a:gd name="connsiteX34" fmla="*/ 1042924 w 1681353"/>
                <a:gd name="connsiteY34" fmla="*/ 629268 h 1262109"/>
                <a:gd name="connsiteX35" fmla="*/ 1025906 w 1681353"/>
                <a:gd name="connsiteY35" fmla="*/ 639174 h 1262109"/>
                <a:gd name="connsiteX36" fmla="*/ 832358 w 1681353"/>
                <a:gd name="connsiteY36" fmla="*/ 801734 h 1262109"/>
                <a:gd name="connsiteX37" fmla="*/ 1063879 w 1681353"/>
                <a:gd name="connsiteY37" fmla="*/ 931909 h 1262109"/>
                <a:gd name="connsiteX38" fmla="*/ 1164717 w 1681353"/>
                <a:gd name="connsiteY38" fmla="*/ 818879 h 1262109"/>
                <a:gd name="connsiteX39" fmla="*/ 1175385 w 1681353"/>
                <a:gd name="connsiteY39" fmla="*/ 730106 h 1262109"/>
                <a:gd name="connsiteX40" fmla="*/ 1226693 w 1681353"/>
                <a:gd name="connsiteY40" fmla="*/ 676766 h 1262109"/>
                <a:gd name="connsiteX41" fmla="*/ 1282700 w 1681353"/>
                <a:gd name="connsiteY41" fmla="*/ 694165 h 1262109"/>
                <a:gd name="connsiteX42" fmla="*/ 1388745 w 1681353"/>
                <a:gd name="connsiteY42" fmla="*/ 635237 h 1262109"/>
                <a:gd name="connsiteX43" fmla="*/ 1489583 w 1681353"/>
                <a:gd name="connsiteY43" fmla="*/ 679433 h 1262109"/>
                <a:gd name="connsiteX44" fmla="*/ 378191 w 1681353"/>
                <a:gd name="connsiteY44" fmla="*/ 86782 h 1262109"/>
                <a:gd name="connsiteX45" fmla="*/ 198247 w 1681353"/>
                <a:gd name="connsiteY45" fmla="*/ 293353 h 1262109"/>
                <a:gd name="connsiteX46" fmla="*/ 221869 w 1681353"/>
                <a:gd name="connsiteY46" fmla="*/ 303767 h 1262109"/>
                <a:gd name="connsiteX47" fmla="*/ 262001 w 1681353"/>
                <a:gd name="connsiteY47" fmla="*/ 386952 h 1262109"/>
                <a:gd name="connsiteX48" fmla="*/ 231648 w 1681353"/>
                <a:gd name="connsiteY48" fmla="*/ 613266 h 1262109"/>
                <a:gd name="connsiteX49" fmla="*/ 196850 w 1681353"/>
                <a:gd name="connsiteY49" fmla="*/ 634094 h 1262109"/>
                <a:gd name="connsiteX50" fmla="*/ 310642 w 1681353"/>
                <a:gd name="connsiteY50" fmla="*/ 734805 h 1262109"/>
                <a:gd name="connsiteX51" fmla="*/ 735076 w 1681353"/>
                <a:gd name="connsiteY51" fmla="*/ 802115 h 1262109"/>
                <a:gd name="connsiteX52" fmla="*/ 985774 w 1681353"/>
                <a:gd name="connsiteY52" fmla="*/ 645143 h 1262109"/>
                <a:gd name="connsiteX53" fmla="*/ 991489 w 1681353"/>
                <a:gd name="connsiteY53" fmla="*/ 642857 h 1262109"/>
                <a:gd name="connsiteX54" fmla="*/ 941956 w 1681353"/>
                <a:gd name="connsiteY54" fmla="*/ 178366 h 1262109"/>
                <a:gd name="connsiteX55" fmla="*/ 655811 w 1681353"/>
                <a:gd name="connsiteY55" fmla="*/ 27037 h 1262109"/>
                <a:gd name="connsiteX56" fmla="*/ 372956 w 1681353"/>
                <a:gd name="connsiteY56" fmla="*/ 85525 h 1262109"/>
                <a:gd name="connsiteX57" fmla="*/ 161417 w 1681353"/>
                <a:gd name="connsiteY57" fmla="*/ 322309 h 1262109"/>
                <a:gd name="connsiteX58" fmla="*/ 114554 w 1681353"/>
                <a:gd name="connsiteY58" fmla="*/ 539479 h 1262109"/>
                <a:gd name="connsiteX59" fmla="*/ 182499 w 1681353"/>
                <a:gd name="connsiteY59" fmla="*/ 610980 h 1262109"/>
                <a:gd name="connsiteX60" fmla="*/ 224917 w 1681353"/>
                <a:gd name="connsiteY60" fmla="*/ 575420 h 1262109"/>
                <a:gd name="connsiteX61" fmla="*/ 224536 w 1681353"/>
                <a:gd name="connsiteY61" fmla="*/ 352408 h 1262109"/>
                <a:gd name="connsiteX62" fmla="*/ 161417 w 1681353"/>
                <a:gd name="connsiteY62" fmla="*/ 322309 h 1262109"/>
                <a:gd name="connsiteX63" fmla="*/ 1039622 w 1681353"/>
                <a:gd name="connsiteY63" fmla="*/ 318626 h 1262109"/>
                <a:gd name="connsiteX64" fmla="*/ 1037717 w 1681353"/>
                <a:gd name="connsiteY64" fmla="*/ 612250 h 1262109"/>
                <a:gd name="connsiteX65" fmla="*/ 1039622 w 1681353"/>
                <a:gd name="connsiteY65" fmla="*/ 318626 h 1262109"/>
                <a:gd name="connsiteX66" fmla="*/ 1371092 w 1681353"/>
                <a:gd name="connsiteY66" fmla="*/ 667114 h 1262109"/>
                <a:gd name="connsiteX67" fmla="*/ 1249807 w 1681353"/>
                <a:gd name="connsiteY67" fmla="*/ 778874 h 1262109"/>
                <a:gd name="connsiteX68" fmla="*/ 1261618 w 1681353"/>
                <a:gd name="connsiteY68" fmla="*/ 708516 h 1262109"/>
                <a:gd name="connsiteX69" fmla="*/ 1208151 w 1681353"/>
                <a:gd name="connsiteY69" fmla="*/ 720962 h 1262109"/>
                <a:gd name="connsiteX70" fmla="*/ 1338961 w 1681353"/>
                <a:gd name="connsiteY70" fmla="*/ 933433 h 1262109"/>
                <a:gd name="connsiteX71" fmla="*/ 1462913 w 1681353"/>
                <a:gd name="connsiteY71" fmla="*/ 687180 h 1262109"/>
                <a:gd name="connsiteX72" fmla="*/ 1387475 w 1681353"/>
                <a:gd name="connsiteY72" fmla="*/ 780144 h 1262109"/>
                <a:gd name="connsiteX73" fmla="*/ 1427988 w 1681353"/>
                <a:gd name="connsiteY73" fmla="*/ 674099 h 1262109"/>
                <a:gd name="connsiteX74" fmla="*/ 1371092 w 1681353"/>
                <a:gd name="connsiteY74" fmla="*/ 667114 h 1262109"/>
                <a:gd name="connsiteX75" fmla="*/ 1081532 w 1681353"/>
                <a:gd name="connsiteY75" fmla="*/ 949181 h 1262109"/>
                <a:gd name="connsiteX76" fmla="*/ 1025652 w 1681353"/>
                <a:gd name="connsiteY76" fmla="*/ 969882 h 1262109"/>
                <a:gd name="connsiteX77" fmla="*/ 1042035 w 1681353"/>
                <a:gd name="connsiteY77" fmla="*/ 945244 h 1262109"/>
                <a:gd name="connsiteX78" fmla="*/ 913638 w 1681353"/>
                <a:gd name="connsiteY78" fmla="*/ 867012 h 1262109"/>
                <a:gd name="connsiteX79" fmla="*/ 964057 w 1681353"/>
                <a:gd name="connsiteY79" fmla="*/ 1115932 h 1262109"/>
                <a:gd name="connsiteX80" fmla="*/ 1097915 w 1681353"/>
                <a:gd name="connsiteY80" fmla="*/ 1143491 h 1262109"/>
                <a:gd name="connsiteX81" fmla="*/ 1340866 w 1681353"/>
                <a:gd name="connsiteY81" fmla="*/ 962770 h 1262109"/>
                <a:gd name="connsiteX82" fmla="*/ 1181608 w 1681353"/>
                <a:gd name="connsiteY82" fmla="*/ 848216 h 1262109"/>
                <a:gd name="connsiteX83" fmla="*/ 1081532 w 1681353"/>
                <a:gd name="connsiteY83" fmla="*/ 949181 h 1262109"/>
                <a:gd name="connsiteX0" fmla="*/ 1657731 w 1657731"/>
                <a:gd name="connsiteY0" fmla="*/ 744584 h 1262109"/>
                <a:gd name="connsiteX1" fmla="*/ 1517142 w 1657731"/>
                <a:gd name="connsiteY1" fmla="*/ 751569 h 1262109"/>
                <a:gd name="connsiteX2" fmla="*/ 1383030 w 1657731"/>
                <a:gd name="connsiteY2" fmla="*/ 957436 h 1262109"/>
                <a:gd name="connsiteX3" fmla="*/ 1096137 w 1657731"/>
                <a:gd name="connsiteY3" fmla="*/ 1169780 h 1262109"/>
                <a:gd name="connsiteX4" fmla="*/ 969010 w 1657731"/>
                <a:gd name="connsiteY4" fmla="*/ 1147936 h 1262109"/>
                <a:gd name="connsiteX5" fmla="*/ 968375 w 1657731"/>
                <a:gd name="connsiteY5" fmla="*/ 1244710 h 1262109"/>
                <a:gd name="connsiteX6" fmla="*/ 957580 w 1657731"/>
                <a:gd name="connsiteY6" fmla="*/ 1257410 h 1262109"/>
                <a:gd name="connsiteX7" fmla="*/ 942721 w 1657731"/>
                <a:gd name="connsiteY7" fmla="*/ 1254616 h 1262109"/>
                <a:gd name="connsiteX8" fmla="*/ 940562 w 1657731"/>
                <a:gd name="connsiteY8" fmla="*/ 1151111 h 1262109"/>
                <a:gd name="connsiteX9" fmla="*/ 914908 w 1657731"/>
                <a:gd name="connsiteY9" fmla="*/ 951340 h 1262109"/>
                <a:gd name="connsiteX10" fmla="*/ 854202 w 1657731"/>
                <a:gd name="connsiteY10" fmla="*/ 838310 h 1262109"/>
                <a:gd name="connsiteX11" fmla="*/ 678561 w 1657731"/>
                <a:gd name="connsiteY11" fmla="*/ 832214 h 1262109"/>
                <a:gd name="connsiteX12" fmla="*/ 448437 w 1657731"/>
                <a:gd name="connsiteY12" fmla="*/ 814180 h 1262109"/>
                <a:gd name="connsiteX13" fmla="*/ 402209 w 1657731"/>
                <a:gd name="connsiteY13" fmla="*/ 837040 h 1262109"/>
                <a:gd name="connsiteX14" fmla="*/ 338963 w 1657731"/>
                <a:gd name="connsiteY14" fmla="*/ 857106 h 1262109"/>
                <a:gd name="connsiteX15" fmla="*/ 376047 w 1657731"/>
                <a:gd name="connsiteY15" fmla="*/ 952483 h 1262109"/>
                <a:gd name="connsiteX16" fmla="*/ 342900 w 1657731"/>
                <a:gd name="connsiteY16" fmla="*/ 1084182 h 1262109"/>
                <a:gd name="connsiteX17" fmla="*/ 265811 w 1657731"/>
                <a:gd name="connsiteY17" fmla="*/ 1252838 h 1262109"/>
                <a:gd name="connsiteX18" fmla="*/ 240157 w 1657731"/>
                <a:gd name="connsiteY18" fmla="*/ 1256140 h 1262109"/>
                <a:gd name="connsiteX19" fmla="*/ 349377 w 1657731"/>
                <a:gd name="connsiteY19" fmla="*/ 970263 h 1262109"/>
                <a:gd name="connsiteX20" fmla="*/ 311531 w 1657731"/>
                <a:gd name="connsiteY20" fmla="*/ 868536 h 1262109"/>
                <a:gd name="connsiteX21" fmla="*/ 20955 w 1657731"/>
                <a:gd name="connsiteY21" fmla="*/ 1251568 h 1262109"/>
                <a:gd name="connsiteX22" fmla="*/ 0 w 1657731"/>
                <a:gd name="connsiteY22" fmla="*/ 1262109 h 1262109"/>
                <a:gd name="connsiteX23" fmla="*/ 133223 w 1657731"/>
                <a:gd name="connsiteY23" fmla="*/ 995790 h 1262109"/>
                <a:gd name="connsiteX24" fmla="*/ 412369 w 1657731"/>
                <a:gd name="connsiteY24" fmla="*/ 806814 h 1262109"/>
                <a:gd name="connsiteX25" fmla="*/ 198247 w 1657731"/>
                <a:gd name="connsiteY25" fmla="*/ 670924 h 1262109"/>
                <a:gd name="connsiteX26" fmla="*/ 101981 w 1657731"/>
                <a:gd name="connsiteY26" fmla="*/ 581008 h 1262109"/>
                <a:gd name="connsiteX27" fmla="*/ 175895 w 1657731"/>
                <a:gd name="connsiteY27" fmla="*/ 285606 h 1262109"/>
                <a:gd name="connsiteX28" fmla="*/ 379792 w 1657731"/>
                <a:gd name="connsiteY28" fmla="*/ 50048 h 1262109"/>
                <a:gd name="connsiteX29" fmla="*/ 672816 w 1657731"/>
                <a:gd name="connsiteY29" fmla="*/ 5278 h 1262109"/>
                <a:gd name="connsiteX30" fmla="*/ 972991 w 1657731"/>
                <a:gd name="connsiteY30" fmla="*/ 167838 h 1262109"/>
                <a:gd name="connsiteX31" fmla="*/ 1049655 w 1657731"/>
                <a:gd name="connsiteY31" fmla="*/ 304021 h 1262109"/>
                <a:gd name="connsiteX32" fmla="*/ 1114679 w 1657731"/>
                <a:gd name="connsiteY32" fmla="*/ 399271 h 1262109"/>
                <a:gd name="connsiteX33" fmla="*/ 1042924 w 1657731"/>
                <a:gd name="connsiteY33" fmla="*/ 629268 h 1262109"/>
                <a:gd name="connsiteX34" fmla="*/ 1025906 w 1657731"/>
                <a:gd name="connsiteY34" fmla="*/ 639174 h 1262109"/>
                <a:gd name="connsiteX35" fmla="*/ 832358 w 1657731"/>
                <a:gd name="connsiteY35" fmla="*/ 801734 h 1262109"/>
                <a:gd name="connsiteX36" fmla="*/ 1063879 w 1657731"/>
                <a:gd name="connsiteY36" fmla="*/ 931909 h 1262109"/>
                <a:gd name="connsiteX37" fmla="*/ 1164717 w 1657731"/>
                <a:gd name="connsiteY37" fmla="*/ 818879 h 1262109"/>
                <a:gd name="connsiteX38" fmla="*/ 1175385 w 1657731"/>
                <a:gd name="connsiteY38" fmla="*/ 730106 h 1262109"/>
                <a:gd name="connsiteX39" fmla="*/ 1226693 w 1657731"/>
                <a:gd name="connsiteY39" fmla="*/ 676766 h 1262109"/>
                <a:gd name="connsiteX40" fmla="*/ 1282700 w 1657731"/>
                <a:gd name="connsiteY40" fmla="*/ 694165 h 1262109"/>
                <a:gd name="connsiteX41" fmla="*/ 1388745 w 1657731"/>
                <a:gd name="connsiteY41" fmla="*/ 635237 h 1262109"/>
                <a:gd name="connsiteX42" fmla="*/ 1489583 w 1657731"/>
                <a:gd name="connsiteY42" fmla="*/ 679433 h 1262109"/>
                <a:gd name="connsiteX43" fmla="*/ 378191 w 1657731"/>
                <a:gd name="connsiteY43" fmla="*/ 86782 h 1262109"/>
                <a:gd name="connsiteX44" fmla="*/ 198247 w 1657731"/>
                <a:gd name="connsiteY44" fmla="*/ 293353 h 1262109"/>
                <a:gd name="connsiteX45" fmla="*/ 221869 w 1657731"/>
                <a:gd name="connsiteY45" fmla="*/ 303767 h 1262109"/>
                <a:gd name="connsiteX46" fmla="*/ 262001 w 1657731"/>
                <a:gd name="connsiteY46" fmla="*/ 386952 h 1262109"/>
                <a:gd name="connsiteX47" fmla="*/ 231648 w 1657731"/>
                <a:gd name="connsiteY47" fmla="*/ 613266 h 1262109"/>
                <a:gd name="connsiteX48" fmla="*/ 196850 w 1657731"/>
                <a:gd name="connsiteY48" fmla="*/ 634094 h 1262109"/>
                <a:gd name="connsiteX49" fmla="*/ 310642 w 1657731"/>
                <a:gd name="connsiteY49" fmla="*/ 734805 h 1262109"/>
                <a:gd name="connsiteX50" fmla="*/ 735076 w 1657731"/>
                <a:gd name="connsiteY50" fmla="*/ 802115 h 1262109"/>
                <a:gd name="connsiteX51" fmla="*/ 985774 w 1657731"/>
                <a:gd name="connsiteY51" fmla="*/ 645143 h 1262109"/>
                <a:gd name="connsiteX52" fmla="*/ 991489 w 1657731"/>
                <a:gd name="connsiteY52" fmla="*/ 642857 h 1262109"/>
                <a:gd name="connsiteX53" fmla="*/ 941956 w 1657731"/>
                <a:gd name="connsiteY53" fmla="*/ 178366 h 1262109"/>
                <a:gd name="connsiteX54" fmla="*/ 655811 w 1657731"/>
                <a:gd name="connsiteY54" fmla="*/ 27037 h 1262109"/>
                <a:gd name="connsiteX55" fmla="*/ 372956 w 1657731"/>
                <a:gd name="connsiteY55" fmla="*/ 85525 h 1262109"/>
                <a:gd name="connsiteX56" fmla="*/ 161417 w 1657731"/>
                <a:gd name="connsiteY56" fmla="*/ 322309 h 1262109"/>
                <a:gd name="connsiteX57" fmla="*/ 114554 w 1657731"/>
                <a:gd name="connsiteY57" fmla="*/ 539479 h 1262109"/>
                <a:gd name="connsiteX58" fmla="*/ 182499 w 1657731"/>
                <a:gd name="connsiteY58" fmla="*/ 610980 h 1262109"/>
                <a:gd name="connsiteX59" fmla="*/ 224917 w 1657731"/>
                <a:gd name="connsiteY59" fmla="*/ 575420 h 1262109"/>
                <a:gd name="connsiteX60" fmla="*/ 224536 w 1657731"/>
                <a:gd name="connsiteY60" fmla="*/ 352408 h 1262109"/>
                <a:gd name="connsiteX61" fmla="*/ 161417 w 1657731"/>
                <a:gd name="connsiteY61" fmla="*/ 322309 h 1262109"/>
                <a:gd name="connsiteX62" fmla="*/ 1039622 w 1657731"/>
                <a:gd name="connsiteY62" fmla="*/ 318626 h 1262109"/>
                <a:gd name="connsiteX63" fmla="*/ 1037717 w 1657731"/>
                <a:gd name="connsiteY63" fmla="*/ 612250 h 1262109"/>
                <a:gd name="connsiteX64" fmla="*/ 1039622 w 1657731"/>
                <a:gd name="connsiteY64" fmla="*/ 318626 h 1262109"/>
                <a:gd name="connsiteX65" fmla="*/ 1371092 w 1657731"/>
                <a:gd name="connsiteY65" fmla="*/ 667114 h 1262109"/>
                <a:gd name="connsiteX66" fmla="*/ 1249807 w 1657731"/>
                <a:gd name="connsiteY66" fmla="*/ 778874 h 1262109"/>
                <a:gd name="connsiteX67" fmla="*/ 1261618 w 1657731"/>
                <a:gd name="connsiteY67" fmla="*/ 708516 h 1262109"/>
                <a:gd name="connsiteX68" fmla="*/ 1208151 w 1657731"/>
                <a:gd name="connsiteY68" fmla="*/ 720962 h 1262109"/>
                <a:gd name="connsiteX69" fmla="*/ 1338961 w 1657731"/>
                <a:gd name="connsiteY69" fmla="*/ 933433 h 1262109"/>
                <a:gd name="connsiteX70" fmla="*/ 1462913 w 1657731"/>
                <a:gd name="connsiteY70" fmla="*/ 687180 h 1262109"/>
                <a:gd name="connsiteX71" fmla="*/ 1387475 w 1657731"/>
                <a:gd name="connsiteY71" fmla="*/ 780144 h 1262109"/>
                <a:gd name="connsiteX72" fmla="*/ 1427988 w 1657731"/>
                <a:gd name="connsiteY72" fmla="*/ 674099 h 1262109"/>
                <a:gd name="connsiteX73" fmla="*/ 1371092 w 1657731"/>
                <a:gd name="connsiteY73" fmla="*/ 667114 h 1262109"/>
                <a:gd name="connsiteX74" fmla="*/ 1081532 w 1657731"/>
                <a:gd name="connsiteY74" fmla="*/ 949181 h 1262109"/>
                <a:gd name="connsiteX75" fmla="*/ 1025652 w 1657731"/>
                <a:gd name="connsiteY75" fmla="*/ 969882 h 1262109"/>
                <a:gd name="connsiteX76" fmla="*/ 1042035 w 1657731"/>
                <a:gd name="connsiteY76" fmla="*/ 945244 h 1262109"/>
                <a:gd name="connsiteX77" fmla="*/ 913638 w 1657731"/>
                <a:gd name="connsiteY77" fmla="*/ 867012 h 1262109"/>
                <a:gd name="connsiteX78" fmla="*/ 964057 w 1657731"/>
                <a:gd name="connsiteY78" fmla="*/ 1115932 h 1262109"/>
                <a:gd name="connsiteX79" fmla="*/ 1097915 w 1657731"/>
                <a:gd name="connsiteY79" fmla="*/ 1143491 h 1262109"/>
                <a:gd name="connsiteX80" fmla="*/ 1340866 w 1657731"/>
                <a:gd name="connsiteY80" fmla="*/ 962770 h 1262109"/>
                <a:gd name="connsiteX81" fmla="*/ 1181608 w 1657731"/>
                <a:gd name="connsiteY81" fmla="*/ 848216 h 1262109"/>
                <a:gd name="connsiteX82" fmla="*/ 1081532 w 1657731"/>
                <a:gd name="connsiteY82" fmla="*/ 949181 h 1262109"/>
                <a:gd name="connsiteX0" fmla="*/ 1514513 w 1529271"/>
                <a:gd name="connsiteY0" fmla="*/ 716736 h 1262109"/>
                <a:gd name="connsiteX1" fmla="*/ 1517142 w 1529271"/>
                <a:gd name="connsiteY1" fmla="*/ 751569 h 1262109"/>
                <a:gd name="connsiteX2" fmla="*/ 1383030 w 1529271"/>
                <a:gd name="connsiteY2" fmla="*/ 957436 h 1262109"/>
                <a:gd name="connsiteX3" fmla="*/ 1096137 w 1529271"/>
                <a:gd name="connsiteY3" fmla="*/ 1169780 h 1262109"/>
                <a:gd name="connsiteX4" fmla="*/ 969010 w 1529271"/>
                <a:gd name="connsiteY4" fmla="*/ 1147936 h 1262109"/>
                <a:gd name="connsiteX5" fmla="*/ 968375 w 1529271"/>
                <a:gd name="connsiteY5" fmla="*/ 1244710 h 1262109"/>
                <a:gd name="connsiteX6" fmla="*/ 957580 w 1529271"/>
                <a:gd name="connsiteY6" fmla="*/ 1257410 h 1262109"/>
                <a:gd name="connsiteX7" fmla="*/ 942721 w 1529271"/>
                <a:gd name="connsiteY7" fmla="*/ 1254616 h 1262109"/>
                <a:gd name="connsiteX8" fmla="*/ 940562 w 1529271"/>
                <a:gd name="connsiteY8" fmla="*/ 1151111 h 1262109"/>
                <a:gd name="connsiteX9" fmla="*/ 914908 w 1529271"/>
                <a:gd name="connsiteY9" fmla="*/ 951340 h 1262109"/>
                <a:gd name="connsiteX10" fmla="*/ 854202 w 1529271"/>
                <a:gd name="connsiteY10" fmla="*/ 838310 h 1262109"/>
                <a:gd name="connsiteX11" fmla="*/ 678561 w 1529271"/>
                <a:gd name="connsiteY11" fmla="*/ 832214 h 1262109"/>
                <a:gd name="connsiteX12" fmla="*/ 448437 w 1529271"/>
                <a:gd name="connsiteY12" fmla="*/ 814180 h 1262109"/>
                <a:gd name="connsiteX13" fmla="*/ 402209 w 1529271"/>
                <a:gd name="connsiteY13" fmla="*/ 837040 h 1262109"/>
                <a:gd name="connsiteX14" fmla="*/ 338963 w 1529271"/>
                <a:gd name="connsiteY14" fmla="*/ 857106 h 1262109"/>
                <a:gd name="connsiteX15" fmla="*/ 376047 w 1529271"/>
                <a:gd name="connsiteY15" fmla="*/ 952483 h 1262109"/>
                <a:gd name="connsiteX16" fmla="*/ 342900 w 1529271"/>
                <a:gd name="connsiteY16" fmla="*/ 1084182 h 1262109"/>
                <a:gd name="connsiteX17" fmla="*/ 265811 w 1529271"/>
                <a:gd name="connsiteY17" fmla="*/ 1252838 h 1262109"/>
                <a:gd name="connsiteX18" fmla="*/ 240157 w 1529271"/>
                <a:gd name="connsiteY18" fmla="*/ 1256140 h 1262109"/>
                <a:gd name="connsiteX19" fmla="*/ 349377 w 1529271"/>
                <a:gd name="connsiteY19" fmla="*/ 970263 h 1262109"/>
                <a:gd name="connsiteX20" fmla="*/ 311531 w 1529271"/>
                <a:gd name="connsiteY20" fmla="*/ 868536 h 1262109"/>
                <a:gd name="connsiteX21" fmla="*/ 20955 w 1529271"/>
                <a:gd name="connsiteY21" fmla="*/ 1251568 h 1262109"/>
                <a:gd name="connsiteX22" fmla="*/ 0 w 1529271"/>
                <a:gd name="connsiteY22" fmla="*/ 1262109 h 1262109"/>
                <a:gd name="connsiteX23" fmla="*/ 133223 w 1529271"/>
                <a:gd name="connsiteY23" fmla="*/ 995790 h 1262109"/>
                <a:gd name="connsiteX24" fmla="*/ 412369 w 1529271"/>
                <a:gd name="connsiteY24" fmla="*/ 806814 h 1262109"/>
                <a:gd name="connsiteX25" fmla="*/ 198247 w 1529271"/>
                <a:gd name="connsiteY25" fmla="*/ 670924 h 1262109"/>
                <a:gd name="connsiteX26" fmla="*/ 101981 w 1529271"/>
                <a:gd name="connsiteY26" fmla="*/ 581008 h 1262109"/>
                <a:gd name="connsiteX27" fmla="*/ 175895 w 1529271"/>
                <a:gd name="connsiteY27" fmla="*/ 285606 h 1262109"/>
                <a:gd name="connsiteX28" fmla="*/ 379792 w 1529271"/>
                <a:gd name="connsiteY28" fmla="*/ 50048 h 1262109"/>
                <a:gd name="connsiteX29" fmla="*/ 672816 w 1529271"/>
                <a:gd name="connsiteY29" fmla="*/ 5278 h 1262109"/>
                <a:gd name="connsiteX30" fmla="*/ 972991 w 1529271"/>
                <a:gd name="connsiteY30" fmla="*/ 167838 h 1262109"/>
                <a:gd name="connsiteX31" fmla="*/ 1049655 w 1529271"/>
                <a:gd name="connsiteY31" fmla="*/ 304021 h 1262109"/>
                <a:gd name="connsiteX32" fmla="*/ 1114679 w 1529271"/>
                <a:gd name="connsiteY32" fmla="*/ 399271 h 1262109"/>
                <a:gd name="connsiteX33" fmla="*/ 1042924 w 1529271"/>
                <a:gd name="connsiteY33" fmla="*/ 629268 h 1262109"/>
                <a:gd name="connsiteX34" fmla="*/ 1025906 w 1529271"/>
                <a:gd name="connsiteY34" fmla="*/ 639174 h 1262109"/>
                <a:gd name="connsiteX35" fmla="*/ 832358 w 1529271"/>
                <a:gd name="connsiteY35" fmla="*/ 801734 h 1262109"/>
                <a:gd name="connsiteX36" fmla="*/ 1063879 w 1529271"/>
                <a:gd name="connsiteY36" fmla="*/ 931909 h 1262109"/>
                <a:gd name="connsiteX37" fmla="*/ 1164717 w 1529271"/>
                <a:gd name="connsiteY37" fmla="*/ 818879 h 1262109"/>
                <a:gd name="connsiteX38" fmla="*/ 1175385 w 1529271"/>
                <a:gd name="connsiteY38" fmla="*/ 730106 h 1262109"/>
                <a:gd name="connsiteX39" fmla="*/ 1226693 w 1529271"/>
                <a:gd name="connsiteY39" fmla="*/ 676766 h 1262109"/>
                <a:gd name="connsiteX40" fmla="*/ 1282700 w 1529271"/>
                <a:gd name="connsiteY40" fmla="*/ 694165 h 1262109"/>
                <a:gd name="connsiteX41" fmla="*/ 1388745 w 1529271"/>
                <a:gd name="connsiteY41" fmla="*/ 635237 h 1262109"/>
                <a:gd name="connsiteX42" fmla="*/ 1489583 w 1529271"/>
                <a:gd name="connsiteY42" fmla="*/ 679433 h 1262109"/>
                <a:gd name="connsiteX43" fmla="*/ 378191 w 1529271"/>
                <a:gd name="connsiteY43" fmla="*/ 86782 h 1262109"/>
                <a:gd name="connsiteX44" fmla="*/ 198247 w 1529271"/>
                <a:gd name="connsiteY44" fmla="*/ 293353 h 1262109"/>
                <a:gd name="connsiteX45" fmla="*/ 221869 w 1529271"/>
                <a:gd name="connsiteY45" fmla="*/ 303767 h 1262109"/>
                <a:gd name="connsiteX46" fmla="*/ 262001 w 1529271"/>
                <a:gd name="connsiteY46" fmla="*/ 386952 h 1262109"/>
                <a:gd name="connsiteX47" fmla="*/ 231648 w 1529271"/>
                <a:gd name="connsiteY47" fmla="*/ 613266 h 1262109"/>
                <a:gd name="connsiteX48" fmla="*/ 196850 w 1529271"/>
                <a:gd name="connsiteY48" fmla="*/ 634094 h 1262109"/>
                <a:gd name="connsiteX49" fmla="*/ 310642 w 1529271"/>
                <a:gd name="connsiteY49" fmla="*/ 734805 h 1262109"/>
                <a:gd name="connsiteX50" fmla="*/ 735076 w 1529271"/>
                <a:gd name="connsiteY50" fmla="*/ 802115 h 1262109"/>
                <a:gd name="connsiteX51" fmla="*/ 985774 w 1529271"/>
                <a:gd name="connsiteY51" fmla="*/ 645143 h 1262109"/>
                <a:gd name="connsiteX52" fmla="*/ 991489 w 1529271"/>
                <a:gd name="connsiteY52" fmla="*/ 642857 h 1262109"/>
                <a:gd name="connsiteX53" fmla="*/ 941956 w 1529271"/>
                <a:gd name="connsiteY53" fmla="*/ 178366 h 1262109"/>
                <a:gd name="connsiteX54" fmla="*/ 655811 w 1529271"/>
                <a:gd name="connsiteY54" fmla="*/ 27037 h 1262109"/>
                <a:gd name="connsiteX55" fmla="*/ 372956 w 1529271"/>
                <a:gd name="connsiteY55" fmla="*/ 85525 h 1262109"/>
                <a:gd name="connsiteX56" fmla="*/ 161417 w 1529271"/>
                <a:gd name="connsiteY56" fmla="*/ 322309 h 1262109"/>
                <a:gd name="connsiteX57" fmla="*/ 114554 w 1529271"/>
                <a:gd name="connsiteY57" fmla="*/ 539479 h 1262109"/>
                <a:gd name="connsiteX58" fmla="*/ 182499 w 1529271"/>
                <a:gd name="connsiteY58" fmla="*/ 610980 h 1262109"/>
                <a:gd name="connsiteX59" fmla="*/ 224917 w 1529271"/>
                <a:gd name="connsiteY59" fmla="*/ 575420 h 1262109"/>
                <a:gd name="connsiteX60" fmla="*/ 224536 w 1529271"/>
                <a:gd name="connsiteY60" fmla="*/ 352408 h 1262109"/>
                <a:gd name="connsiteX61" fmla="*/ 161417 w 1529271"/>
                <a:gd name="connsiteY61" fmla="*/ 322309 h 1262109"/>
                <a:gd name="connsiteX62" fmla="*/ 1039622 w 1529271"/>
                <a:gd name="connsiteY62" fmla="*/ 318626 h 1262109"/>
                <a:gd name="connsiteX63" fmla="*/ 1037717 w 1529271"/>
                <a:gd name="connsiteY63" fmla="*/ 612250 h 1262109"/>
                <a:gd name="connsiteX64" fmla="*/ 1039622 w 1529271"/>
                <a:gd name="connsiteY64" fmla="*/ 318626 h 1262109"/>
                <a:gd name="connsiteX65" fmla="*/ 1371092 w 1529271"/>
                <a:gd name="connsiteY65" fmla="*/ 667114 h 1262109"/>
                <a:gd name="connsiteX66" fmla="*/ 1249807 w 1529271"/>
                <a:gd name="connsiteY66" fmla="*/ 778874 h 1262109"/>
                <a:gd name="connsiteX67" fmla="*/ 1261618 w 1529271"/>
                <a:gd name="connsiteY67" fmla="*/ 708516 h 1262109"/>
                <a:gd name="connsiteX68" fmla="*/ 1208151 w 1529271"/>
                <a:gd name="connsiteY68" fmla="*/ 720962 h 1262109"/>
                <a:gd name="connsiteX69" fmla="*/ 1338961 w 1529271"/>
                <a:gd name="connsiteY69" fmla="*/ 933433 h 1262109"/>
                <a:gd name="connsiteX70" fmla="*/ 1462913 w 1529271"/>
                <a:gd name="connsiteY70" fmla="*/ 687180 h 1262109"/>
                <a:gd name="connsiteX71" fmla="*/ 1387475 w 1529271"/>
                <a:gd name="connsiteY71" fmla="*/ 780144 h 1262109"/>
                <a:gd name="connsiteX72" fmla="*/ 1427988 w 1529271"/>
                <a:gd name="connsiteY72" fmla="*/ 674099 h 1262109"/>
                <a:gd name="connsiteX73" fmla="*/ 1371092 w 1529271"/>
                <a:gd name="connsiteY73" fmla="*/ 667114 h 1262109"/>
                <a:gd name="connsiteX74" fmla="*/ 1081532 w 1529271"/>
                <a:gd name="connsiteY74" fmla="*/ 949181 h 1262109"/>
                <a:gd name="connsiteX75" fmla="*/ 1025652 w 1529271"/>
                <a:gd name="connsiteY75" fmla="*/ 969882 h 1262109"/>
                <a:gd name="connsiteX76" fmla="*/ 1042035 w 1529271"/>
                <a:gd name="connsiteY76" fmla="*/ 945244 h 1262109"/>
                <a:gd name="connsiteX77" fmla="*/ 913638 w 1529271"/>
                <a:gd name="connsiteY77" fmla="*/ 867012 h 1262109"/>
                <a:gd name="connsiteX78" fmla="*/ 964057 w 1529271"/>
                <a:gd name="connsiteY78" fmla="*/ 1115932 h 1262109"/>
                <a:gd name="connsiteX79" fmla="*/ 1097915 w 1529271"/>
                <a:gd name="connsiteY79" fmla="*/ 1143491 h 1262109"/>
                <a:gd name="connsiteX80" fmla="*/ 1340866 w 1529271"/>
                <a:gd name="connsiteY80" fmla="*/ 962770 h 1262109"/>
                <a:gd name="connsiteX81" fmla="*/ 1181608 w 1529271"/>
                <a:gd name="connsiteY81" fmla="*/ 848216 h 1262109"/>
                <a:gd name="connsiteX82" fmla="*/ 1081532 w 1529271"/>
                <a:gd name="connsiteY82" fmla="*/ 949181 h 1262109"/>
                <a:gd name="connsiteX0" fmla="*/ 1514513 w 1537324"/>
                <a:gd name="connsiteY0" fmla="*/ 716736 h 1262109"/>
                <a:gd name="connsiteX1" fmla="*/ 1517142 w 1537324"/>
                <a:gd name="connsiteY1" fmla="*/ 751569 h 1262109"/>
                <a:gd name="connsiteX2" fmla="*/ 1383030 w 1537324"/>
                <a:gd name="connsiteY2" fmla="*/ 957436 h 1262109"/>
                <a:gd name="connsiteX3" fmla="*/ 1096137 w 1537324"/>
                <a:gd name="connsiteY3" fmla="*/ 1169780 h 1262109"/>
                <a:gd name="connsiteX4" fmla="*/ 969010 w 1537324"/>
                <a:gd name="connsiteY4" fmla="*/ 1147936 h 1262109"/>
                <a:gd name="connsiteX5" fmla="*/ 968375 w 1537324"/>
                <a:gd name="connsiteY5" fmla="*/ 1244710 h 1262109"/>
                <a:gd name="connsiteX6" fmla="*/ 957580 w 1537324"/>
                <a:gd name="connsiteY6" fmla="*/ 1257410 h 1262109"/>
                <a:gd name="connsiteX7" fmla="*/ 942721 w 1537324"/>
                <a:gd name="connsiteY7" fmla="*/ 1254616 h 1262109"/>
                <a:gd name="connsiteX8" fmla="*/ 940562 w 1537324"/>
                <a:gd name="connsiteY8" fmla="*/ 1151111 h 1262109"/>
                <a:gd name="connsiteX9" fmla="*/ 914908 w 1537324"/>
                <a:gd name="connsiteY9" fmla="*/ 951340 h 1262109"/>
                <a:gd name="connsiteX10" fmla="*/ 854202 w 1537324"/>
                <a:gd name="connsiteY10" fmla="*/ 838310 h 1262109"/>
                <a:gd name="connsiteX11" fmla="*/ 678561 w 1537324"/>
                <a:gd name="connsiteY11" fmla="*/ 832214 h 1262109"/>
                <a:gd name="connsiteX12" fmla="*/ 448437 w 1537324"/>
                <a:gd name="connsiteY12" fmla="*/ 814180 h 1262109"/>
                <a:gd name="connsiteX13" fmla="*/ 402209 w 1537324"/>
                <a:gd name="connsiteY13" fmla="*/ 837040 h 1262109"/>
                <a:gd name="connsiteX14" fmla="*/ 338963 w 1537324"/>
                <a:gd name="connsiteY14" fmla="*/ 857106 h 1262109"/>
                <a:gd name="connsiteX15" fmla="*/ 376047 w 1537324"/>
                <a:gd name="connsiteY15" fmla="*/ 952483 h 1262109"/>
                <a:gd name="connsiteX16" fmla="*/ 342900 w 1537324"/>
                <a:gd name="connsiteY16" fmla="*/ 1084182 h 1262109"/>
                <a:gd name="connsiteX17" fmla="*/ 265811 w 1537324"/>
                <a:gd name="connsiteY17" fmla="*/ 1252838 h 1262109"/>
                <a:gd name="connsiteX18" fmla="*/ 240157 w 1537324"/>
                <a:gd name="connsiteY18" fmla="*/ 1256140 h 1262109"/>
                <a:gd name="connsiteX19" fmla="*/ 349377 w 1537324"/>
                <a:gd name="connsiteY19" fmla="*/ 970263 h 1262109"/>
                <a:gd name="connsiteX20" fmla="*/ 311531 w 1537324"/>
                <a:gd name="connsiteY20" fmla="*/ 868536 h 1262109"/>
                <a:gd name="connsiteX21" fmla="*/ 20955 w 1537324"/>
                <a:gd name="connsiteY21" fmla="*/ 1251568 h 1262109"/>
                <a:gd name="connsiteX22" fmla="*/ 0 w 1537324"/>
                <a:gd name="connsiteY22" fmla="*/ 1262109 h 1262109"/>
                <a:gd name="connsiteX23" fmla="*/ 133223 w 1537324"/>
                <a:gd name="connsiteY23" fmla="*/ 995790 h 1262109"/>
                <a:gd name="connsiteX24" fmla="*/ 412369 w 1537324"/>
                <a:gd name="connsiteY24" fmla="*/ 806814 h 1262109"/>
                <a:gd name="connsiteX25" fmla="*/ 198247 w 1537324"/>
                <a:gd name="connsiteY25" fmla="*/ 670924 h 1262109"/>
                <a:gd name="connsiteX26" fmla="*/ 101981 w 1537324"/>
                <a:gd name="connsiteY26" fmla="*/ 581008 h 1262109"/>
                <a:gd name="connsiteX27" fmla="*/ 175895 w 1537324"/>
                <a:gd name="connsiteY27" fmla="*/ 285606 h 1262109"/>
                <a:gd name="connsiteX28" fmla="*/ 379792 w 1537324"/>
                <a:gd name="connsiteY28" fmla="*/ 50048 h 1262109"/>
                <a:gd name="connsiteX29" fmla="*/ 672816 w 1537324"/>
                <a:gd name="connsiteY29" fmla="*/ 5278 h 1262109"/>
                <a:gd name="connsiteX30" fmla="*/ 972991 w 1537324"/>
                <a:gd name="connsiteY30" fmla="*/ 167838 h 1262109"/>
                <a:gd name="connsiteX31" fmla="*/ 1049655 w 1537324"/>
                <a:gd name="connsiteY31" fmla="*/ 304021 h 1262109"/>
                <a:gd name="connsiteX32" fmla="*/ 1114679 w 1537324"/>
                <a:gd name="connsiteY32" fmla="*/ 399271 h 1262109"/>
                <a:gd name="connsiteX33" fmla="*/ 1042924 w 1537324"/>
                <a:gd name="connsiteY33" fmla="*/ 629268 h 1262109"/>
                <a:gd name="connsiteX34" fmla="*/ 1025906 w 1537324"/>
                <a:gd name="connsiteY34" fmla="*/ 639174 h 1262109"/>
                <a:gd name="connsiteX35" fmla="*/ 832358 w 1537324"/>
                <a:gd name="connsiteY35" fmla="*/ 801734 h 1262109"/>
                <a:gd name="connsiteX36" fmla="*/ 1063879 w 1537324"/>
                <a:gd name="connsiteY36" fmla="*/ 931909 h 1262109"/>
                <a:gd name="connsiteX37" fmla="*/ 1164717 w 1537324"/>
                <a:gd name="connsiteY37" fmla="*/ 818879 h 1262109"/>
                <a:gd name="connsiteX38" fmla="*/ 1175385 w 1537324"/>
                <a:gd name="connsiteY38" fmla="*/ 730106 h 1262109"/>
                <a:gd name="connsiteX39" fmla="*/ 1226693 w 1537324"/>
                <a:gd name="connsiteY39" fmla="*/ 676766 h 1262109"/>
                <a:gd name="connsiteX40" fmla="*/ 1282700 w 1537324"/>
                <a:gd name="connsiteY40" fmla="*/ 694165 h 1262109"/>
                <a:gd name="connsiteX41" fmla="*/ 1388745 w 1537324"/>
                <a:gd name="connsiteY41" fmla="*/ 635237 h 1262109"/>
                <a:gd name="connsiteX42" fmla="*/ 1489583 w 1537324"/>
                <a:gd name="connsiteY42" fmla="*/ 679433 h 1262109"/>
                <a:gd name="connsiteX43" fmla="*/ 378191 w 1537324"/>
                <a:gd name="connsiteY43" fmla="*/ 86782 h 1262109"/>
                <a:gd name="connsiteX44" fmla="*/ 198247 w 1537324"/>
                <a:gd name="connsiteY44" fmla="*/ 293353 h 1262109"/>
                <a:gd name="connsiteX45" fmla="*/ 221869 w 1537324"/>
                <a:gd name="connsiteY45" fmla="*/ 303767 h 1262109"/>
                <a:gd name="connsiteX46" fmla="*/ 262001 w 1537324"/>
                <a:gd name="connsiteY46" fmla="*/ 386952 h 1262109"/>
                <a:gd name="connsiteX47" fmla="*/ 231648 w 1537324"/>
                <a:gd name="connsiteY47" fmla="*/ 613266 h 1262109"/>
                <a:gd name="connsiteX48" fmla="*/ 196850 w 1537324"/>
                <a:gd name="connsiteY48" fmla="*/ 634094 h 1262109"/>
                <a:gd name="connsiteX49" fmla="*/ 310642 w 1537324"/>
                <a:gd name="connsiteY49" fmla="*/ 734805 h 1262109"/>
                <a:gd name="connsiteX50" fmla="*/ 735076 w 1537324"/>
                <a:gd name="connsiteY50" fmla="*/ 802115 h 1262109"/>
                <a:gd name="connsiteX51" fmla="*/ 985774 w 1537324"/>
                <a:gd name="connsiteY51" fmla="*/ 645143 h 1262109"/>
                <a:gd name="connsiteX52" fmla="*/ 991489 w 1537324"/>
                <a:gd name="connsiteY52" fmla="*/ 642857 h 1262109"/>
                <a:gd name="connsiteX53" fmla="*/ 941956 w 1537324"/>
                <a:gd name="connsiteY53" fmla="*/ 178366 h 1262109"/>
                <a:gd name="connsiteX54" fmla="*/ 655811 w 1537324"/>
                <a:gd name="connsiteY54" fmla="*/ 27037 h 1262109"/>
                <a:gd name="connsiteX55" fmla="*/ 372956 w 1537324"/>
                <a:gd name="connsiteY55" fmla="*/ 85525 h 1262109"/>
                <a:gd name="connsiteX56" fmla="*/ 161417 w 1537324"/>
                <a:gd name="connsiteY56" fmla="*/ 322309 h 1262109"/>
                <a:gd name="connsiteX57" fmla="*/ 114554 w 1537324"/>
                <a:gd name="connsiteY57" fmla="*/ 539479 h 1262109"/>
                <a:gd name="connsiteX58" fmla="*/ 182499 w 1537324"/>
                <a:gd name="connsiteY58" fmla="*/ 610980 h 1262109"/>
                <a:gd name="connsiteX59" fmla="*/ 224917 w 1537324"/>
                <a:gd name="connsiteY59" fmla="*/ 575420 h 1262109"/>
                <a:gd name="connsiteX60" fmla="*/ 224536 w 1537324"/>
                <a:gd name="connsiteY60" fmla="*/ 352408 h 1262109"/>
                <a:gd name="connsiteX61" fmla="*/ 161417 w 1537324"/>
                <a:gd name="connsiteY61" fmla="*/ 322309 h 1262109"/>
                <a:gd name="connsiteX62" fmla="*/ 1039622 w 1537324"/>
                <a:gd name="connsiteY62" fmla="*/ 318626 h 1262109"/>
                <a:gd name="connsiteX63" fmla="*/ 1037717 w 1537324"/>
                <a:gd name="connsiteY63" fmla="*/ 612250 h 1262109"/>
                <a:gd name="connsiteX64" fmla="*/ 1039622 w 1537324"/>
                <a:gd name="connsiteY64" fmla="*/ 318626 h 1262109"/>
                <a:gd name="connsiteX65" fmla="*/ 1371092 w 1537324"/>
                <a:gd name="connsiteY65" fmla="*/ 667114 h 1262109"/>
                <a:gd name="connsiteX66" fmla="*/ 1249807 w 1537324"/>
                <a:gd name="connsiteY66" fmla="*/ 778874 h 1262109"/>
                <a:gd name="connsiteX67" fmla="*/ 1261618 w 1537324"/>
                <a:gd name="connsiteY67" fmla="*/ 708516 h 1262109"/>
                <a:gd name="connsiteX68" fmla="*/ 1208151 w 1537324"/>
                <a:gd name="connsiteY68" fmla="*/ 720962 h 1262109"/>
                <a:gd name="connsiteX69" fmla="*/ 1338961 w 1537324"/>
                <a:gd name="connsiteY69" fmla="*/ 933433 h 1262109"/>
                <a:gd name="connsiteX70" fmla="*/ 1462913 w 1537324"/>
                <a:gd name="connsiteY70" fmla="*/ 687180 h 1262109"/>
                <a:gd name="connsiteX71" fmla="*/ 1387475 w 1537324"/>
                <a:gd name="connsiteY71" fmla="*/ 780144 h 1262109"/>
                <a:gd name="connsiteX72" fmla="*/ 1427988 w 1537324"/>
                <a:gd name="connsiteY72" fmla="*/ 674099 h 1262109"/>
                <a:gd name="connsiteX73" fmla="*/ 1371092 w 1537324"/>
                <a:gd name="connsiteY73" fmla="*/ 667114 h 1262109"/>
                <a:gd name="connsiteX74" fmla="*/ 1081532 w 1537324"/>
                <a:gd name="connsiteY74" fmla="*/ 949181 h 1262109"/>
                <a:gd name="connsiteX75" fmla="*/ 1025652 w 1537324"/>
                <a:gd name="connsiteY75" fmla="*/ 969882 h 1262109"/>
                <a:gd name="connsiteX76" fmla="*/ 1042035 w 1537324"/>
                <a:gd name="connsiteY76" fmla="*/ 945244 h 1262109"/>
                <a:gd name="connsiteX77" fmla="*/ 913638 w 1537324"/>
                <a:gd name="connsiteY77" fmla="*/ 867012 h 1262109"/>
                <a:gd name="connsiteX78" fmla="*/ 964057 w 1537324"/>
                <a:gd name="connsiteY78" fmla="*/ 1115932 h 1262109"/>
                <a:gd name="connsiteX79" fmla="*/ 1097915 w 1537324"/>
                <a:gd name="connsiteY79" fmla="*/ 1143491 h 1262109"/>
                <a:gd name="connsiteX80" fmla="*/ 1340866 w 1537324"/>
                <a:gd name="connsiteY80" fmla="*/ 962770 h 1262109"/>
                <a:gd name="connsiteX81" fmla="*/ 1181608 w 1537324"/>
                <a:gd name="connsiteY81" fmla="*/ 848216 h 1262109"/>
                <a:gd name="connsiteX82" fmla="*/ 1081532 w 1537324"/>
                <a:gd name="connsiteY82" fmla="*/ 949181 h 126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537324" h="1262109">
                  <a:moveTo>
                    <a:pt x="1514513" y="716736"/>
                  </a:moveTo>
                  <a:cubicBezTo>
                    <a:pt x="1524914" y="755344"/>
                    <a:pt x="1558671" y="784716"/>
                    <a:pt x="1517142" y="751569"/>
                  </a:cubicBezTo>
                  <a:cubicBezTo>
                    <a:pt x="1515110" y="839707"/>
                    <a:pt x="1455420" y="913367"/>
                    <a:pt x="1383030" y="957436"/>
                  </a:cubicBezTo>
                  <a:cubicBezTo>
                    <a:pt x="1301750" y="1044177"/>
                    <a:pt x="1215771" y="1139173"/>
                    <a:pt x="1096137" y="1169780"/>
                  </a:cubicBezTo>
                  <a:cubicBezTo>
                    <a:pt x="1052449" y="1183369"/>
                    <a:pt x="1009015" y="1163811"/>
                    <a:pt x="969010" y="1147936"/>
                  </a:cubicBezTo>
                  <a:cubicBezTo>
                    <a:pt x="969010" y="1180194"/>
                    <a:pt x="969645" y="1212452"/>
                    <a:pt x="968375" y="1244710"/>
                  </a:cubicBezTo>
                  <a:cubicBezTo>
                    <a:pt x="965581" y="1247885"/>
                    <a:pt x="960247" y="1254235"/>
                    <a:pt x="957580" y="1257410"/>
                  </a:cubicBezTo>
                  <a:cubicBezTo>
                    <a:pt x="953897" y="1256648"/>
                    <a:pt x="946404" y="1255251"/>
                    <a:pt x="942721" y="1254616"/>
                  </a:cubicBezTo>
                  <a:cubicBezTo>
                    <a:pt x="941705" y="1220072"/>
                    <a:pt x="942340" y="1185528"/>
                    <a:pt x="940562" y="1151111"/>
                  </a:cubicBezTo>
                  <a:cubicBezTo>
                    <a:pt x="937387" y="1083928"/>
                    <a:pt x="925957" y="1017634"/>
                    <a:pt x="914908" y="951340"/>
                  </a:cubicBezTo>
                  <a:cubicBezTo>
                    <a:pt x="907415" y="908795"/>
                    <a:pt x="892302" y="862948"/>
                    <a:pt x="854202" y="838310"/>
                  </a:cubicBezTo>
                  <a:cubicBezTo>
                    <a:pt x="799211" y="805290"/>
                    <a:pt x="737362" y="830309"/>
                    <a:pt x="678561" y="832214"/>
                  </a:cubicBezTo>
                  <a:cubicBezTo>
                    <a:pt x="601472" y="835135"/>
                    <a:pt x="523621" y="831579"/>
                    <a:pt x="448437" y="814180"/>
                  </a:cubicBezTo>
                  <a:cubicBezTo>
                    <a:pt x="433070" y="821927"/>
                    <a:pt x="417830" y="829801"/>
                    <a:pt x="402209" y="837040"/>
                  </a:cubicBezTo>
                  <a:lnTo>
                    <a:pt x="338963" y="857106"/>
                  </a:lnTo>
                  <a:cubicBezTo>
                    <a:pt x="354965" y="886951"/>
                    <a:pt x="377698" y="916669"/>
                    <a:pt x="376047" y="952483"/>
                  </a:cubicBezTo>
                  <a:cubicBezTo>
                    <a:pt x="376809" y="998584"/>
                    <a:pt x="358648" y="1041764"/>
                    <a:pt x="342900" y="1084182"/>
                  </a:cubicBezTo>
                  <a:cubicBezTo>
                    <a:pt x="315976" y="1139808"/>
                    <a:pt x="292608" y="1197085"/>
                    <a:pt x="265811" y="1252838"/>
                  </a:cubicBezTo>
                  <a:cubicBezTo>
                    <a:pt x="259461" y="1253727"/>
                    <a:pt x="246634" y="1255378"/>
                    <a:pt x="240157" y="1256140"/>
                  </a:cubicBezTo>
                  <a:cubicBezTo>
                    <a:pt x="272161" y="1159112"/>
                    <a:pt x="332105" y="1071990"/>
                    <a:pt x="349377" y="970263"/>
                  </a:cubicBezTo>
                  <a:cubicBezTo>
                    <a:pt x="358013" y="931401"/>
                    <a:pt x="334391" y="897238"/>
                    <a:pt x="311531" y="868536"/>
                  </a:cubicBezTo>
                  <a:cubicBezTo>
                    <a:pt x="162814" y="946895"/>
                    <a:pt x="92710" y="1108947"/>
                    <a:pt x="20955" y="1251568"/>
                  </a:cubicBezTo>
                  <a:lnTo>
                    <a:pt x="0" y="1262109"/>
                  </a:lnTo>
                  <a:cubicBezTo>
                    <a:pt x="23622" y="1165081"/>
                    <a:pt x="78740" y="1078340"/>
                    <a:pt x="133223" y="995790"/>
                  </a:cubicBezTo>
                  <a:cubicBezTo>
                    <a:pt x="199263" y="900921"/>
                    <a:pt x="297053" y="827515"/>
                    <a:pt x="412369" y="806814"/>
                  </a:cubicBezTo>
                  <a:cubicBezTo>
                    <a:pt x="330962" y="780906"/>
                    <a:pt x="251714" y="739504"/>
                    <a:pt x="198247" y="670924"/>
                  </a:cubicBezTo>
                  <a:cubicBezTo>
                    <a:pt x="173736" y="631935"/>
                    <a:pt x="118872" y="625585"/>
                    <a:pt x="101981" y="581008"/>
                  </a:cubicBezTo>
                  <a:cubicBezTo>
                    <a:pt x="61468" y="483472"/>
                    <a:pt x="64897" y="334374"/>
                    <a:pt x="175895" y="285606"/>
                  </a:cubicBezTo>
                  <a:cubicBezTo>
                    <a:pt x="217043" y="191880"/>
                    <a:pt x="285050" y="86878"/>
                    <a:pt x="379792" y="50048"/>
                  </a:cubicBezTo>
                  <a:cubicBezTo>
                    <a:pt x="464755" y="10043"/>
                    <a:pt x="534168" y="-10376"/>
                    <a:pt x="672816" y="5278"/>
                  </a:cubicBezTo>
                  <a:cubicBezTo>
                    <a:pt x="772977" y="16587"/>
                    <a:pt x="900220" y="69921"/>
                    <a:pt x="972991" y="167838"/>
                  </a:cubicBezTo>
                  <a:cubicBezTo>
                    <a:pt x="1019974" y="241190"/>
                    <a:pt x="1026040" y="265449"/>
                    <a:pt x="1049655" y="304021"/>
                  </a:cubicBezTo>
                  <a:cubicBezTo>
                    <a:pt x="1073270" y="342593"/>
                    <a:pt x="1101217" y="362949"/>
                    <a:pt x="1114679" y="399271"/>
                  </a:cubicBezTo>
                  <a:cubicBezTo>
                    <a:pt x="1138301" y="479154"/>
                    <a:pt x="1125093" y="588501"/>
                    <a:pt x="1042924" y="629268"/>
                  </a:cubicBezTo>
                  <a:lnTo>
                    <a:pt x="1025906" y="639174"/>
                  </a:lnTo>
                  <a:cubicBezTo>
                    <a:pt x="978154" y="710548"/>
                    <a:pt x="913257" y="770238"/>
                    <a:pt x="832358" y="801734"/>
                  </a:cubicBezTo>
                  <a:cubicBezTo>
                    <a:pt x="917067" y="830944"/>
                    <a:pt x="988822" y="884792"/>
                    <a:pt x="1063879" y="931909"/>
                  </a:cubicBezTo>
                  <a:cubicBezTo>
                    <a:pt x="1101598" y="898508"/>
                    <a:pt x="1141984" y="864726"/>
                    <a:pt x="1164717" y="818879"/>
                  </a:cubicBezTo>
                  <a:cubicBezTo>
                    <a:pt x="1169924" y="789415"/>
                    <a:pt x="1169924" y="759443"/>
                    <a:pt x="1175385" y="730106"/>
                  </a:cubicBezTo>
                  <a:cubicBezTo>
                    <a:pt x="1186942" y="708643"/>
                    <a:pt x="1198626" y="679306"/>
                    <a:pt x="1226693" y="676766"/>
                  </a:cubicBezTo>
                  <a:cubicBezTo>
                    <a:pt x="1246759" y="675750"/>
                    <a:pt x="1264539" y="687307"/>
                    <a:pt x="1282700" y="694165"/>
                  </a:cubicBezTo>
                  <a:cubicBezTo>
                    <a:pt x="1315339" y="670416"/>
                    <a:pt x="1348105" y="643238"/>
                    <a:pt x="1388745" y="635237"/>
                  </a:cubicBezTo>
                  <a:cubicBezTo>
                    <a:pt x="1427226" y="633967"/>
                    <a:pt x="1459357" y="659113"/>
                    <a:pt x="1489583" y="679433"/>
                  </a:cubicBezTo>
                  <a:moveTo>
                    <a:pt x="378191" y="86782"/>
                  </a:moveTo>
                  <a:cubicBezTo>
                    <a:pt x="293517" y="132074"/>
                    <a:pt x="251079" y="190864"/>
                    <a:pt x="198247" y="293353"/>
                  </a:cubicBezTo>
                  <a:cubicBezTo>
                    <a:pt x="204216" y="295893"/>
                    <a:pt x="216027" y="301100"/>
                    <a:pt x="221869" y="303767"/>
                  </a:cubicBezTo>
                  <a:cubicBezTo>
                    <a:pt x="240792" y="328405"/>
                    <a:pt x="257683" y="355583"/>
                    <a:pt x="262001" y="386952"/>
                  </a:cubicBezTo>
                  <a:cubicBezTo>
                    <a:pt x="275336" y="462390"/>
                    <a:pt x="276987" y="547607"/>
                    <a:pt x="231648" y="613266"/>
                  </a:cubicBezTo>
                  <a:lnTo>
                    <a:pt x="196850" y="634094"/>
                  </a:lnTo>
                  <a:cubicBezTo>
                    <a:pt x="229743" y="672829"/>
                    <a:pt x="265811" y="709913"/>
                    <a:pt x="310642" y="734805"/>
                  </a:cubicBezTo>
                  <a:cubicBezTo>
                    <a:pt x="438023" y="808592"/>
                    <a:pt x="591947" y="815831"/>
                    <a:pt x="735076" y="802115"/>
                  </a:cubicBezTo>
                  <a:cubicBezTo>
                    <a:pt x="833882" y="785859"/>
                    <a:pt x="933831" y="733408"/>
                    <a:pt x="985774" y="645143"/>
                  </a:cubicBezTo>
                  <a:lnTo>
                    <a:pt x="991489" y="642857"/>
                  </a:lnTo>
                  <a:cubicBezTo>
                    <a:pt x="1074166" y="501252"/>
                    <a:pt x="1053843" y="294952"/>
                    <a:pt x="941956" y="178366"/>
                  </a:cubicBezTo>
                  <a:cubicBezTo>
                    <a:pt x="892873" y="84762"/>
                    <a:pt x="746108" y="36943"/>
                    <a:pt x="655811" y="27037"/>
                  </a:cubicBezTo>
                  <a:cubicBezTo>
                    <a:pt x="580119" y="24243"/>
                    <a:pt x="456090" y="30706"/>
                    <a:pt x="372956" y="85525"/>
                  </a:cubicBezTo>
                  <a:moveTo>
                    <a:pt x="161417" y="322309"/>
                  </a:moveTo>
                  <a:cubicBezTo>
                    <a:pt x="95758" y="371712"/>
                    <a:pt x="98425" y="466835"/>
                    <a:pt x="114554" y="539479"/>
                  </a:cubicBezTo>
                  <a:cubicBezTo>
                    <a:pt x="123952" y="570721"/>
                    <a:pt x="142240" y="616314"/>
                    <a:pt x="182499" y="610980"/>
                  </a:cubicBezTo>
                  <a:cubicBezTo>
                    <a:pt x="202692" y="611107"/>
                    <a:pt x="215773" y="590914"/>
                    <a:pt x="224917" y="575420"/>
                  </a:cubicBezTo>
                  <a:cubicBezTo>
                    <a:pt x="252857" y="504427"/>
                    <a:pt x="249047" y="423782"/>
                    <a:pt x="224536" y="352408"/>
                  </a:cubicBezTo>
                  <a:cubicBezTo>
                    <a:pt x="217043" y="325738"/>
                    <a:pt x="187071" y="309482"/>
                    <a:pt x="161417" y="322309"/>
                  </a:cubicBezTo>
                  <a:moveTo>
                    <a:pt x="1039622" y="318626"/>
                  </a:moveTo>
                  <a:cubicBezTo>
                    <a:pt x="1071626" y="413495"/>
                    <a:pt x="1073277" y="518016"/>
                    <a:pt x="1037717" y="612250"/>
                  </a:cubicBezTo>
                  <a:cubicBezTo>
                    <a:pt x="1119886" y="537193"/>
                    <a:pt x="1112266" y="397366"/>
                    <a:pt x="1039622" y="318626"/>
                  </a:cubicBezTo>
                  <a:moveTo>
                    <a:pt x="1371092" y="667114"/>
                  </a:moveTo>
                  <a:cubicBezTo>
                    <a:pt x="1317117" y="687942"/>
                    <a:pt x="1288796" y="740012"/>
                    <a:pt x="1249807" y="778874"/>
                  </a:cubicBezTo>
                  <a:cubicBezTo>
                    <a:pt x="1250569" y="754871"/>
                    <a:pt x="1255268" y="731503"/>
                    <a:pt x="1261618" y="708516"/>
                  </a:cubicBezTo>
                  <a:cubicBezTo>
                    <a:pt x="1242441" y="703055"/>
                    <a:pt x="1217803" y="696832"/>
                    <a:pt x="1208151" y="720962"/>
                  </a:cubicBezTo>
                  <a:cubicBezTo>
                    <a:pt x="1158113" y="810624"/>
                    <a:pt x="1244092" y="926067"/>
                    <a:pt x="1338961" y="933433"/>
                  </a:cubicBezTo>
                  <a:cubicBezTo>
                    <a:pt x="1447673" y="924924"/>
                    <a:pt x="1528953" y="780144"/>
                    <a:pt x="1462913" y="687180"/>
                  </a:cubicBezTo>
                  <a:cubicBezTo>
                    <a:pt x="1431417" y="713596"/>
                    <a:pt x="1428623" y="765412"/>
                    <a:pt x="1387475" y="780144"/>
                  </a:cubicBezTo>
                  <a:cubicBezTo>
                    <a:pt x="1393444" y="742171"/>
                    <a:pt x="1411224" y="708135"/>
                    <a:pt x="1427988" y="674099"/>
                  </a:cubicBezTo>
                  <a:cubicBezTo>
                    <a:pt x="1409446" y="668511"/>
                    <a:pt x="1389634" y="652890"/>
                    <a:pt x="1371092" y="667114"/>
                  </a:cubicBezTo>
                  <a:moveTo>
                    <a:pt x="1081532" y="949181"/>
                  </a:moveTo>
                  <a:cubicBezTo>
                    <a:pt x="1065276" y="960484"/>
                    <a:pt x="1048131" y="979153"/>
                    <a:pt x="1025652" y="969882"/>
                  </a:cubicBezTo>
                  <a:cubicBezTo>
                    <a:pt x="1029843" y="963659"/>
                    <a:pt x="1037971" y="951467"/>
                    <a:pt x="1042035" y="945244"/>
                  </a:cubicBezTo>
                  <a:cubicBezTo>
                    <a:pt x="999363" y="918828"/>
                    <a:pt x="956945" y="892158"/>
                    <a:pt x="913638" y="867012"/>
                  </a:cubicBezTo>
                  <a:cubicBezTo>
                    <a:pt x="951230" y="944482"/>
                    <a:pt x="951357" y="1032366"/>
                    <a:pt x="964057" y="1115932"/>
                  </a:cubicBezTo>
                  <a:cubicBezTo>
                    <a:pt x="1005840" y="1134093"/>
                    <a:pt x="1051179" y="1159239"/>
                    <a:pt x="1097915" y="1143491"/>
                  </a:cubicBezTo>
                  <a:cubicBezTo>
                    <a:pt x="1197229" y="1114154"/>
                    <a:pt x="1275207" y="1039859"/>
                    <a:pt x="1340866" y="962770"/>
                  </a:cubicBezTo>
                  <a:cubicBezTo>
                    <a:pt x="1271143" y="956420"/>
                    <a:pt x="1215136" y="906763"/>
                    <a:pt x="1181608" y="848216"/>
                  </a:cubicBezTo>
                  <a:cubicBezTo>
                    <a:pt x="1149604" y="883141"/>
                    <a:pt x="1119759" y="920479"/>
                    <a:pt x="1081532" y="949181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53" name="任意形状 1052">
              <a:extLst>
                <a:ext uri="{FF2B5EF4-FFF2-40B4-BE49-F238E27FC236}">
                  <a16:creationId xmlns:a16="http://schemas.microsoft.com/office/drawing/2014/main" id="{CE2D7451-9DC9-9EC9-14F7-382D37EDA9FC}"/>
                </a:ext>
              </a:extLst>
            </p:cNvPr>
            <p:cNvSpPr/>
            <p:nvPr/>
          </p:nvSpPr>
          <p:spPr>
            <a:xfrm rot="21335936">
              <a:off x="6945492" y="4744608"/>
              <a:ext cx="275064" cy="216415"/>
            </a:xfrm>
            <a:custGeom>
              <a:avLst/>
              <a:gdLst>
                <a:gd name="connsiteX0" fmla="*/ 1373 w 344019"/>
                <a:gd name="connsiteY0" fmla="*/ 83653 h 270666"/>
                <a:gd name="connsiteX1" fmla="*/ 63349 w 344019"/>
                <a:gd name="connsiteY1" fmla="*/ 87 h 270666"/>
                <a:gd name="connsiteX2" fmla="*/ 105513 w 344019"/>
                <a:gd name="connsiteY2" fmla="*/ 45807 h 270666"/>
                <a:gd name="connsiteX3" fmla="*/ 175363 w 344019"/>
                <a:gd name="connsiteY3" fmla="*/ 216241 h 270666"/>
                <a:gd name="connsiteX4" fmla="*/ 235561 w 344019"/>
                <a:gd name="connsiteY4" fmla="*/ 85558 h 270666"/>
                <a:gd name="connsiteX5" fmla="*/ 282551 w 344019"/>
                <a:gd name="connsiteY5" fmla="*/ 7326 h 270666"/>
                <a:gd name="connsiteX6" fmla="*/ 344019 w 344019"/>
                <a:gd name="connsiteY6" fmla="*/ 58888 h 270666"/>
                <a:gd name="connsiteX7" fmla="*/ 204065 w 344019"/>
                <a:gd name="connsiteY7" fmla="*/ 260818 h 270666"/>
                <a:gd name="connsiteX8" fmla="*/ 91289 w 344019"/>
                <a:gd name="connsiteY8" fmla="*/ 236307 h 270666"/>
                <a:gd name="connsiteX9" fmla="*/ 1373 w 344019"/>
                <a:gd name="connsiteY9" fmla="*/ 83653 h 270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019" h="270666">
                  <a:moveTo>
                    <a:pt x="1373" y="83653"/>
                  </a:moveTo>
                  <a:cubicBezTo>
                    <a:pt x="5691" y="49363"/>
                    <a:pt x="22582" y="2246"/>
                    <a:pt x="63349" y="87"/>
                  </a:cubicBezTo>
                  <a:cubicBezTo>
                    <a:pt x="88368" y="-1818"/>
                    <a:pt x="96115" y="28154"/>
                    <a:pt x="105513" y="45807"/>
                  </a:cubicBezTo>
                  <a:cubicBezTo>
                    <a:pt x="122023" y="104608"/>
                    <a:pt x="127103" y="172553"/>
                    <a:pt x="175363" y="216241"/>
                  </a:cubicBezTo>
                  <a:cubicBezTo>
                    <a:pt x="200255" y="175093"/>
                    <a:pt x="221972" y="131786"/>
                    <a:pt x="235561" y="85558"/>
                  </a:cubicBezTo>
                  <a:cubicBezTo>
                    <a:pt x="245213" y="56729"/>
                    <a:pt x="257532" y="26249"/>
                    <a:pt x="282551" y="7326"/>
                  </a:cubicBezTo>
                  <a:cubicBezTo>
                    <a:pt x="313031" y="-6771"/>
                    <a:pt x="343130" y="30948"/>
                    <a:pt x="344019" y="58888"/>
                  </a:cubicBezTo>
                  <a:cubicBezTo>
                    <a:pt x="330938" y="142454"/>
                    <a:pt x="275693" y="217257"/>
                    <a:pt x="204065" y="260818"/>
                  </a:cubicBezTo>
                  <a:cubicBezTo>
                    <a:pt x="165965" y="284948"/>
                    <a:pt x="122404" y="260056"/>
                    <a:pt x="91289" y="236307"/>
                  </a:cubicBezTo>
                  <a:cubicBezTo>
                    <a:pt x="42902" y="200874"/>
                    <a:pt x="-9168" y="149566"/>
                    <a:pt x="1373" y="83653"/>
                  </a:cubicBezTo>
                  <a:close/>
                </a:path>
              </a:pathLst>
            </a:custGeom>
            <a:solidFill>
              <a:srgbClr val="4FBFE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</p:grpSp>
      <p:sp>
        <p:nvSpPr>
          <p:cNvPr id="1055" name="文本框 1054">
            <a:extLst>
              <a:ext uri="{FF2B5EF4-FFF2-40B4-BE49-F238E27FC236}">
                <a16:creationId xmlns:a16="http://schemas.microsoft.com/office/drawing/2014/main" id="{5076D38C-9B6B-8BC4-613D-E8AF7B0CF7BA}"/>
              </a:ext>
            </a:extLst>
          </p:cNvPr>
          <p:cNvSpPr txBox="1"/>
          <p:nvPr/>
        </p:nvSpPr>
        <p:spPr>
          <a:xfrm>
            <a:off x="6697988" y="2269187"/>
            <a:ext cx="1395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b="1" dirty="0">
                <a:latin typeface="STIX Two Text SemiBold" pitchFamily="2" charset="0"/>
              </a:rPr>
              <a:t>Automatic Promotion</a:t>
            </a:r>
            <a:endParaRPr kumimoji="1" lang="zh-CN" altLang="en-US" sz="1400" b="1" dirty="0">
              <a:latin typeface="STIX Two Text SemiBold" pitchFamily="2" charset="0"/>
            </a:endParaRPr>
          </a:p>
        </p:txBody>
      </p:sp>
      <p:pic>
        <p:nvPicPr>
          <p:cNvPr id="1056" name="图片 1055">
            <a:extLst>
              <a:ext uri="{FF2B5EF4-FFF2-40B4-BE49-F238E27FC236}">
                <a16:creationId xmlns:a16="http://schemas.microsoft.com/office/drawing/2014/main" id="{7D7D48A7-E4C2-6121-7092-ABC9C8A19BD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81490" y="2813706"/>
            <a:ext cx="466361" cy="466361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7C81C1C6-5559-5C0D-09C8-DC2D0D242A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800000">
            <a:off x="7065297" y="4553914"/>
            <a:ext cx="514572" cy="514572"/>
          </a:xfrm>
          <a:prstGeom prst="rect">
            <a:avLst/>
          </a:prstGeom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8A9DE4CC-591B-5123-B580-AABA8D665F6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59260" y="4591656"/>
            <a:ext cx="507377" cy="507377"/>
          </a:xfrm>
          <a:prstGeom prst="rect">
            <a:avLst/>
          </a:prstGeom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E4755DAE-1C95-5E5E-5C89-78298E03FA7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35724" y="4470585"/>
            <a:ext cx="344524" cy="344524"/>
          </a:xfrm>
          <a:prstGeom prst="rect">
            <a:avLst/>
          </a:prstGeom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9745D486-D5BF-7F23-AEF2-C48924A027A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flipH="1">
            <a:off x="7500470" y="4993805"/>
            <a:ext cx="359417" cy="359417"/>
          </a:xfrm>
          <a:prstGeom prst="rect">
            <a:avLst/>
          </a:prstGeom>
        </p:spPr>
      </p:pic>
      <p:pic>
        <p:nvPicPr>
          <p:cNvPr id="1061" name="图片 1060">
            <a:extLst>
              <a:ext uri="{FF2B5EF4-FFF2-40B4-BE49-F238E27FC236}">
                <a16:creationId xmlns:a16="http://schemas.microsoft.com/office/drawing/2014/main" id="{4B033C23-A18A-D950-DE63-03982D6E8AC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64092" y="5131896"/>
            <a:ext cx="253076" cy="253076"/>
          </a:xfrm>
          <a:prstGeom prst="rect">
            <a:avLst/>
          </a:prstGeom>
        </p:spPr>
      </p:pic>
      <p:cxnSp>
        <p:nvCxnSpPr>
          <p:cNvPr id="1062" name="直线箭头连接符 1061">
            <a:extLst>
              <a:ext uri="{FF2B5EF4-FFF2-40B4-BE49-F238E27FC236}">
                <a16:creationId xmlns:a16="http://schemas.microsoft.com/office/drawing/2014/main" id="{53CE996B-0E7B-A2C6-FAFC-30A9459913BC}"/>
              </a:ext>
            </a:extLst>
          </p:cNvPr>
          <p:cNvCxnSpPr/>
          <p:nvPr/>
        </p:nvCxnSpPr>
        <p:spPr>
          <a:xfrm flipV="1">
            <a:off x="5858120" y="4789415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直线箭头连接符 1062">
            <a:extLst>
              <a:ext uri="{FF2B5EF4-FFF2-40B4-BE49-F238E27FC236}">
                <a16:creationId xmlns:a16="http://schemas.microsoft.com/office/drawing/2014/main" id="{4714F26A-03D4-6DE8-803A-DF5CBE7B3798}"/>
              </a:ext>
            </a:extLst>
          </p:cNvPr>
          <p:cNvCxnSpPr/>
          <p:nvPr/>
        </p:nvCxnSpPr>
        <p:spPr>
          <a:xfrm flipV="1">
            <a:off x="7936345" y="4791606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E9BA90BB-76A8-9F83-4883-EE92FC7A6BF9}"/>
              </a:ext>
            </a:extLst>
          </p:cNvPr>
          <p:cNvSpPr/>
          <p:nvPr/>
        </p:nvSpPr>
        <p:spPr>
          <a:xfrm>
            <a:off x="2813103" y="3525419"/>
            <a:ext cx="1222709" cy="4978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02943B-7B8A-4A6C-9CF3-FC98013537C6}"/>
              </a:ext>
            </a:extLst>
          </p:cNvPr>
          <p:cNvSpPr/>
          <p:nvPr/>
        </p:nvSpPr>
        <p:spPr>
          <a:xfrm>
            <a:off x="2883085" y="3602918"/>
            <a:ext cx="144000" cy="144000"/>
          </a:xfrm>
          <a:prstGeom prst="rect">
            <a:avLst/>
          </a:prstGeom>
          <a:solidFill>
            <a:srgbClr val="5757A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B33BCC-F02A-8928-D8FE-793CDBFEB878}"/>
              </a:ext>
            </a:extLst>
          </p:cNvPr>
          <p:cNvSpPr/>
          <p:nvPr/>
        </p:nvSpPr>
        <p:spPr>
          <a:xfrm>
            <a:off x="2883085" y="3800015"/>
            <a:ext cx="144000" cy="144000"/>
          </a:xfrm>
          <a:prstGeom prst="rect">
            <a:avLst/>
          </a:prstGeom>
          <a:solidFill>
            <a:srgbClr val="4EF0A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23E168-30C9-AF0F-436F-0460E319EA95}"/>
              </a:ext>
            </a:extLst>
          </p:cNvPr>
          <p:cNvSpPr txBox="1"/>
          <p:nvPr/>
        </p:nvSpPr>
        <p:spPr>
          <a:xfrm>
            <a:off x="2994573" y="3732607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Paper w/o PR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2C2F94-7ED0-5CB1-0E89-A743AA3A56FD}"/>
              </a:ext>
            </a:extLst>
          </p:cNvPr>
          <p:cNvSpPr txBox="1"/>
          <p:nvPr/>
        </p:nvSpPr>
        <p:spPr>
          <a:xfrm>
            <a:off x="3027085" y="3532398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Paper w/ PR</a:t>
            </a:r>
          </a:p>
        </p:txBody>
      </p:sp>
    </p:spTree>
    <p:extLst>
      <p:ext uri="{BB962C8B-B14F-4D97-AF65-F5344CB8AC3E}">
        <p14:creationId xmlns:p14="http://schemas.microsoft.com/office/powerpoint/2010/main" val="2183275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C706BEA9-C740-45ED-8B0F-E8673FEED50B}"/>
              </a:ext>
            </a:extLst>
          </p:cNvPr>
          <p:cNvSpPr/>
          <p:nvPr/>
        </p:nvSpPr>
        <p:spPr>
          <a:xfrm>
            <a:off x="4433192" y="452662"/>
            <a:ext cx="5858290" cy="1431998"/>
          </a:xfrm>
          <a:prstGeom prst="roundRect">
            <a:avLst>
              <a:gd name="adj" fmla="val 2244"/>
            </a:avLst>
          </a:prstGeom>
          <a:solidFill>
            <a:schemeClr val="accent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BFBCD4EE-9A7E-17AD-9E39-3EF955CF9DD5}"/>
              </a:ext>
            </a:extLst>
          </p:cNvPr>
          <p:cNvSpPr/>
          <p:nvPr/>
        </p:nvSpPr>
        <p:spPr>
          <a:xfrm>
            <a:off x="4433192" y="3889864"/>
            <a:ext cx="5858289" cy="1549759"/>
          </a:xfrm>
          <a:prstGeom prst="roundRect">
            <a:avLst>
              <a:gd name="adj" fmla="val 2244"/>
            </a:avLst>
          </a:prstGeom>
          <a:solidFill>
            <a:srgbClr val="E5E5FB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F2231F99-8D61-7B3F-CB22-AD64EDAC69F1}"/>
              </a:ext>
            </a:extLst>
          </p:cNvPr>
          <p:cNvSpPr/>
          <p:nvPr/>
        </p:nvSpPr>
        <p:spPr>
          <a:xfrm>
            <a:off x="4433192" y="2172974"/>
            <a:ext cx="5858289" cy="1439073"/>
          </a:xfrm>
          <a:prstGeom prst="roundRect">
            <a:avLst>
              <a:gd name="adj" fmla="val 2244"/>
            </a:avLst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sp>
        <p:nvSpPr>
          <p:cNvPr id="1114" name="圆角矩形 1113">
            <a:extLst>
              <a:ext uri="{FF2B5EF4-FFF2-40B4-BE49-F238E27FC236}">
                <a16:creationId xmlns:a16="http://schemas.microsoft.com/office/drawing/2014/main" id="{1AC9C70E-864B-8B53-5997-1BA61F75A3AA}"/>
              </a:ext>
            </a:extLst>
          </p:cNvPr>
          <p:cNvSpPr/>
          <p:nvPr/>
        </p:nvSpPr>
        <p:spPr>
          <a:xfrm>
            <a:off x="5961496" y="583350"/>
            <a:ext cx="744609" cy="1248458"/>
          </a:xfrm>
          <a:prstGeom prst="roundRect">
            <a:avLst>
              <a:gd name="adj" fmla="val 555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9F2F0284-4681-A923-8D7F-9A5087D2EE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5359484"/>
              </p:ext>
            </p:extLst>
          </p:nvPr>
        </p:nvGraphicFramePr>
        <p:xfrm>
          <a:off x="402257" y="315851"/>
          <a:ext cx="3889348" cy="3060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199F4E16-A9C4-DAF9-9234-915B3C63F4BB}"/>
              </a:ext>
            </a:extLst>
          </p:cNvPr>
          <p:cNvCxnSpPr>
            <a:cxnSpLocks/>
          </p:cNvCxnSpPr>
          <p:nvPr/>
        </p:nvCxnSpPr>
        <p:spPr>
          <a:xfrm flipV="1">
            <a:off x="1582485" y="1671771"/>
            <a:ext cx="908925" cy="264897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171CED7C-7E42-7CF7-EFAE-A93A7F3F4AE3}"/>
              </a:ext>
            </a:extLst>
          </p:cNvPr>
          <p:cNvCxnSpPr>
            <a:cxnSpLocks/>
          </p:cNvCxnSpPr>
          <p:nvPr/>
        </p:nvCxnSpPr>
        <p:spPr>
          <a:xfrm flipV="1">
            <a:off x="2506625" y="1370452"/>
            <a:ext cx="948783" cy="28081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37C8D49-26FB-FE30-2D6C-103F93518C12}"/>
              </a:ext>
            </a:extLst>
          </p:cNvPr>
          <p:cNvSpPr txBox="1"/>
          <p:nvPr/>
        </p:nvSpPr>
        <p:spPr>
          <a:xfrm>
            <a:off x="2216268" y="2510472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Year</a:t>
            </a:r>
            <a:endParaRPr kumimoji="1" lang="zh-CN" altLang="en-US" sz="1200" dirty="0">
              <a:latin typeface="STIX Two Text" pitchFamily="2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101ADD-158A-8D68-AAE2-B12D259C8E5D}"/>
              </a:ext>
            </a:extLst>
          </p:cNvPr>
          <p:cNvSpPr txBox="1"/>
          <p:nvPr/>
        </p:nvSpPr>
        <p:spPr>
          <a:xfrm>
            <a:off x="331845" y="2725756"/>
            <a:ext cx="3990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The trend of the number of publications from various conferences from 2018 to 2024.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4C1274-F4CC-7BF6-8470-931FE1C74480}"/>
              </a:ext>
            </a:extLst>
          </p:cNvPr>
          <p:cNvSpPr txBox="1"/>
          <p:nvPr/>
        </p:nvSpPr>
        <p:spPr>
          <a:xfrm>
            <a:off x="331845" y="5229082"/>
            <a:ext cx="3990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kumimoji="1"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trend of citations brought by promotions of 20 researchers with 200 papers (2023-2025).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8893784-3B69-337A-71A4-46CDB1D9470B}"/>
              </a:ext>
            </a:extLst>
          </p:cNvPr>
          <p:cNvSpPr/>
          <p:nvPr/>
        </p:nvSpPr>
        <p:spPr>
          <a:xfrm>
            <a:off x="4548165" y="522334"/>
            <a:ext cx="1184429" cy="1309061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pic>
        <p:nvPicPr>
          <p:cNvPr id="1110" name="图片 1109">
            <a:extLst>
              <a:ext uri="{FF2B5EF4-FFF2-40B4-BE49-F238E27FC236}">
                <a16:creationId xmlns:a16="http://schemas.microsoft.com/office/drawing/2014/main" id="{6C741099-1FBC-7BDA-0573-60D72903B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729" y="1241862"/>
            <a:ext cx="515974" cy="515974"/>
          </a:xfrm>
          <a:prstGeom prst="rect">
            <a:avLst/>
          </a:prstGeom>
        </p:spPr>
      </p:pic>
      <p:pic>
        <p:nvPicPr>
          <p:cNvPr id="1116" name="图片 1115">
            <a:extLst>
              <a:ext uri="{FF2B5EF4-FFF2-40B4-BE49-F238E27FC236}">
                <a16:creationId xmlns:a16="http://schemas.microsoft.com/office/drawing/2014/main" id="{5CF6701C-E86F-E376-B7B7-0DE71A632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859" y="493919"/>
            <a:ext cx="577204" cy="577204"/>
          </a:xfrm>
          <a:prstGeom prst="rect">
            <a:avLst/>
          </a:prstGeom>
        </p:spPr>
      </p:pic>
      <p:pic>
        <p:nvPicPr>
          <p:cNvPr id="1117" name="图片 1116">
            <a:extLst>
              <a:ext uri="{FF2B5EF4-FFF2-40B4-BE49-F238E27FC236}">
                <a16:creationId xmlns:a16="http://schemas.microsoft.com/office/drawing/2014/main" id="{E65791F1-4B1A-6B97-9EF7-89F51ED3A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159" y="529140"/>
            <a:ext cx="512720" cy="512720"/>
          </a:xfrm>
          <a:prstGeom prst="rect">
            <a:avLst/>
          </a:prstGeom>
        </p:spPr>
      </p:pic>
      <p:sp>
        <p:nvSpPr>
          <p:cNvPr id="1118" name="禁止符 1117">
            <a:extLst>
              <a:ext uri="{FF2B5EF4-FFF2-40B4-BE49-F238E27FC236}">
                <a16:creationId xmlns:a16="http://schemas.microsoft.com/office/drawing/2014/main" id="{B021FDDD-DC98-3815-8540-57F0B23C84FB}"/>
              </a:ext>
            </a:extLst>
          </p:cNvPr>
          <p:cNvSpPr/>
          <p:nvPr/>
        </p:nvSpPr>
        <p:spPr>
          <a:xfrm>
            <a:off x="6990142" y="530386"/>
            <a:ext cx="540737" cy="540737"/>
          </a:xfrm>
          <a:prstGeom prst="noSmoking">
            <a:avLst>
              <a:gd name="adj" fmla="val 95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solidFill>
                <a:schemeClr val="tx1"/>
              </a:solidFill>
            </a:endParaRPr>
          </a:p>
        </p:txBody>
      </p:sp>
      <p:pic>
        <p:nvPicPr>
          <p:cNvPr id="1125" name="图片 1124">
            <a:extLst>
              <a:ext uri="{FF2B5EF4-FFF2-40B4-BE49-F238E27FC236}">
                <a16:creationId xmlns:a16="http://schemas.microsoft.com/office/drawing/2014/main" id="{8B89AC63-0066-BB34-620D-DD629041E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1308" y="1165307"/>
            <a:ext cx="612974" cy="612974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C6E03734-6B2D-B77F-1457-586B66B23722}"/>
              </a:ext>
            </a:extLst>
          </p:cNvPr>
          <p:cNvSpPr txBox="1"/>
          <p:nvPr/>
        </p:nvSpPr>
        <p:spPr>
          <a:xfrm>
            <a:off x="5550497" y="3594331"/>
            <a:ext cx="3275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Automatic Promotion Task &amp; </a:t>
            </a:r>
            <a:r>
              <a:rPr kumimoji="1" lang="en-US" altLang="zh-CN" sz="14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PRBench</a:t>
            </a:r>
            <a:endParaRPr kumimoji="1" lang="zh-CN" altLang="en-US" sz="1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7" name="文本框 1076">
            <a:extLst>
              <a:ext uri="{FF2B5EF4-FFF2-40B4-BE49-F238E27FC236}">
                <a16:creationId xmlns:a16="http://schemas.microsoft.com/office/drawing/2014/main" id="{45BFBD9E-188B-7C09-65BA-A5383CB75441}"/>
              </a:ext>
            </a:extLst>
          </p:cNvPr>
          <p:cNvSpPr txBox="1"/>
          <p:nvPr/>
        </p:nvSpPr>
        <p:spPr>
          <a:xfrm>
            <a:off x="5784580" y="1867390"/>
            <a:ext cx="2611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Traditional Manual Promotion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8" name="文本框 1077">
            <a:extLst>
              <a:ext uri="{FF2B5EF4-FFF2-40B4-BE49-F238E27FC236}">
                <a16:creationId xmlns:a16="http://schemas.microsoft.com/office/drawing/2014/main" id="{7A32612F-E1A1-3F6E-40A7-D780931B329A}"/>
              </a:ext>
            </a:extLst>
          </p:cNvPr>
          <p:cNvSpPr txBox="1"/>
          <p:nvPr/>
        </p:nvSpPr>
        <p:spPr>
          <a:xfrm>
            <a:off x="6110823" y="5425726"/>
            <a:ext cx="1959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kumimoji="1" lang="en-US" altLang="zh-CN" sz="1400" dirty="0" err="1">
                <a:solidFill>
                  <a:srgbClr val="5757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PRAgent</a:t>
            </a:r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7" name="文本框 1126">
            <a:extLst>
              <a:ext uri="{FF2B5EF4-FFF2-40B4-BE49-F238E27FC236}">
                <a16:creationId xmlns:a16="http://schemas.microsoft.com/office/drawing/2014/main" id="{21873DCF-320A-1921-A34B-C69F5FD81B8B}"/>
              </a:ext>
            </a:extLst>
          </p:cNvPr>
          <p:cNvSpPr txBox="1"/>
          <p:nvPr/>
        </p:nvSpPr>
        <p:spPr>
          <a:xfrm>
            <a:off x="4569827" y="1308175"/>
            <a:ext cx="1162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b="1" dirty="0">
                <a:solidFill>
                  <a:schemeClr val="tx1"/>
                </a:solidFill>
                <a:latin typeface="STIX Two Text SemiBold" pitchFamily="2" charset="0"/>
                <a:ea typeface="Microsoft YaHei" panose="020B0503020204020204" pitchFamily="34" charset="-122"/>
                <a:cs typeface="Sitka Display" panose="020F0502020204030204" pitchFamily="34" charset="0"/>
              </a:rPr>
              <a:t>Human Writing</a:t>
            </a:r>
            <a:endParaRPr kumimoji="1" lang="zh-CN" altLang="en-US" sz="1400" b="1" dirty="0">
              <a:solidFill>
                <a:schemeClr val="tx1"/>
              </a:solidFill>
              <a:latin typeface="STIX Two Text SemiBold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sp>
        <p:nvSpPr>
          <p:cNvPr id="1128" name="圆角矩形 1127">
            <a:extLst>
              <a:ext uri="{FF2B5EF4-FFF2-40B4-BE49-F238E27FC236}">
                <a16:creationId xmlns:a16="http://schemas.microsoft.com/office/drawing/2014/main" id="{8922313D-F4E7-E92C-BDAA-4E48CFBFF121}"/>
              </a:ext>
            </a:extLst>
          </p:cNvPr>
          <p:cNvSpPr/>
          <p:nvPr/>
        </p:nvSpPr>
        <p:spPr>
          <a:xfrm>
            <a:off x="4548165" y="2245601"/>
            <a:ext cx="1184429" cy="1260940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sp>
        <p:nvSpPr>
          <p:cNvPr id="1130" name="文本框 1129">
            <a:extLst>
              <a:ext uri="{FF2B5EF4-FFF2-40B4-BE49-F238E27FC236}">
                <a16:creationId xmlns:a16="http://schemas.microsoft.com/office/drawing/2014/main" id="{DAD95D3F-4897-ED30-BD99-51D90318C670}"/>
              </a:ext>
            </a:extLst>
          </p:cNvPr>
          <p:cNvSpPr txBox="1"/>
          <p:nvPr/>
        </p:nvSpPr>
        <p:spPr>
          <a:xfrm>
            <a:off x="4655918" y="3213688"/>
            <a:ext cx="934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 err="1">
                <a:solidFill>
                  <a:schemeClr val="accent1"/>
                </a:solidFill>
                <a:latin typeface="STIX Two Text SemiBold" pitchFamily="2" charset="0"/>
              </a:rPr>
              <a:t>PRBench</a:t>
            </a:r>
            <a:endParaRPr kumimoji="1" lang="en-US" altLang="zh-CN" sz="1400" b="1" dirty="0">
              <a:solidFill>
                <a:schemeClr val="accent1"/>
              </a:solidFill>
              <a:latin typeface="STIX Two Text SemiBold" pitchFamily="2" charset="0"/>
            </a:endParaRPr>
          </a:p>
        </p:txBody>
      </p:sp>
      <p:grpSp>
        <p:nvGrpSpPr>
          <p:cNvPr id="1131" name="组合 1130">
            <a:extLst>
              <a:ext uri="{FF2B5EF4-FFF2-40B4-BE49-F238E27FC236}">
                <a16:creationId xmlns:a16="http://schemas.microsoft.com/office/drawing/2014/main" id="{8170BDB7-5744-0E3D-54B6-F12E2FBD4AFA}"/>
              </a:ext>
            </a:extLst>
          </p:cNvPr>
          <p:cNvGrpSpPr/>
          <p:nvPr/>
        </p:nvGrpSpPr>
        <p:grpSpPr>
          <a:xfrm>
            <a:off x="4635216" y="2328727"/>
            <a:ext cx="1040424" cy="914046"/>
            <a:chOff x="555676" y="2542099"/>
            <a:chExt cx="890367" cy="768513"/>
          </a:xfrm>
        </p:grpSpPr>
        <p:sp>
          <p:nvSpPr>
            <p:cNvPr id="1133" name="椭圆 1132">
              <a:extLst>
                <a:ext uri="{FF2B5EF4-FFF2-40B4-BE49-F238E27FC236}">
                  <a16:creationId xmlns:a16="http://schemas.microsoft.com/office/drawing/2014/main" id="{D9E13007-BE8F-F8BC-BE02-16AB3CD8152C}"/>
                </a:ext>
              </a:extLst>
            </p:cNvPr>
            <p:cNvSpPr/>
            <p:nvPr/>
          </p:nvSpPr>
          <p:spPr>
            <a:xfrm>
              <a:off x="568030" y="2542099"/>
              <a:ext cx="878013" cy="7630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34" name="椭圆 1133">
              <a:extLst>
                <a:ext uri="{FF2B5EF4-FFF2-40B4-BE49-F238E27FC236}">
                  <a16:creationId xmlns:a16="http://schemas.microsoft.com/office/drawing/2014/main" id="{8A56DD20-4B9E-F91A-7E71-C617DFBB1D8A}"/>
                </a:ext>
              </a:extLst>
            </p:cNvPr>
            <p:cNvSpPr/>
            <p:nvPr/>
          </p:nvSpPr>
          <p:spPr>
            <a:xfrm>
              <a:off x="555676" y="2660020"/>
              <a:ext cx="773200" cy="519009"/>
            </a:xfrm>
            <a:prstGeom prst="ellipse">
              <a:avLst/>
            </a:prstGeom>
            <a:solidFill>
              <a:srgbClr val="A7C3D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grpSp>
          <p:nvGrpSpPr>
            <p:cNvPr id="1135" name="组合 1134">
              <a:extLst>
                <a:ext uri="{FF2B5EF4-FFF2-40B4-BE49-F238E27FC236}">
                  <a16:creationId xmlns:a16="http://schemas.microsoft.com/office/drawing/2014/main" id="{A226C802-2DA8-113A-4E1E-FBDECD104AFF}"/>
                </a:ext>
              </a:extLst>
            </p:cNvPr>
            <p:cNvGrpSpPr/>
            <p:nvPr/>
          </p:nvGrpSpPr>
          <p:grpSpPr>
            <a:xfrm>
              <a:off x="603910" y="2668084"/>
              <a:ext cx="698203" cy="642528"/>
              <a:chOff x="6866292" y="3687321"/>
              <a:chExt cx="1041109" cy="958089"/>
            </a:xfrm>
          </p:grpSpPr>
          <p:sp>
            <p:nvSpPr>
              <p:cNvPr id="1138" name="任意形状 1137">
                <a:extLst>
                  <a:ext uri="{FF2B5EF4-FFF2-40B4-BE49-F238E27FC236}">
                    <a16:creationId xmlns:a16="http://schemas.microsoft.com/office/drawing/2014/main" id="{4FEC9585-48FA-1FFB-DACD-B6C54C34B402}"/>
                  </a:ext>
                </a:extLst>
              </p:cNvPr>
              <p:cNvSpPr/>
              <p:nvPr/>
            </p:nvSpPr>
            <p:spPr>
              <a:xfrm>
                <a:off x="6866292" y="3687321"/>
                <a:ext cx="1041109" cy="958089"/>
              </a:xfrm>
              <a:custGeom>
                <a:avLst/>
                <a:gdLst>
                  <a:gd name="connsiteX0" fmla="*/ 0 w 1453388"/>
                  <a:gd name="connsiteY0" fmla="*/ 45399 h 1472497"/>
                  <a:gd name="connsiteX1" fmla="*/ 124206 w 1453388"/>
                  <a:gd name="connsiteY1" fmla="*/ 9203 h 1472497"/>
                  <a:gd name="connsiteX2" fmla="*/ 282194 w 1453388"/>
                  <a:gd name="connsiteY2" fmla="*/ 86293 h 1472497"/>
                  <a:gd name="connsiteX3" fmla="*/ 303784 w 1453388"/>
                  <a:gd name="connsiteY3" fmla="*/ 143188 h 1472497"/>
                  <a:gd name="connsiteX4" fmla="*/ 147193 w 1453388"/>
                  <a:gd name="connsiteY4" fmla="*/ 125155 h 1472497"/>
                  <a:gd name="connsiteX5" fmla="*/ 196977 w 1453388"/>
                  <a:gd name="connsiteY5" fmla="*/ 181034 h 1472497"/>
                  <a:gd name="connsiteX6" fmla="*/ 195326 w 1453388"/>
                  <a:gd name="connsiteY6" fmla="*/ 241740 h 1472497"/>
                  <a:gd name="connsiteX7" fmla="*/ 488950 w 1453388"/>
                  <a:gd name="connsiteY7" fmla="*/ 345245 h 1472497"/>
                  <a:gd name="connsiteX8" fmla="*/ 603758 w 1453388"/>
                  <a:gd name="connsiteY8" fmla="*/ 328482 h 1472497"/>
                  <a:gd name="connsiteX9" fmla="*/ 708787 w 1453388"/>
                  <a:gd name="connsiteY9" fmla="*/ 280476 h 1472497"/>
                  <a:gd name="connsiteX10" fmla="*/ 694817 w 1453388"/>
                  <a:gd name="connsiteY10" fmla="*/ 182685 h 1472497"/>
                  <a:gd name="connsiteX11" fmla="*/ 744220 w 1453388"/>
                  <a:gd name="connsiteY11" fmla="*/ 62924 h 1472497"/>
                  <a:gd name="connsiteX12" fmla="*/ 972566 w 1453388"/>
                  <a:gd name="connsiteY12" fmla="*/ 17077 h 1472497"/>
                  <a:gd name="connsiteX13" fmla="*/ 1092200 w 1453388"/>
                  <a:gd name="connsiteY13" fmla="*/ 236533 h 1472497"/>
                  <a:gd name="connsiteX14" fmla="*/ 1222375 w 1453388"/>
                  <a:gd name="connsiteY14" fmla="*/ 281364 h 1472497"/>
                  <a:gd name="connsiteX15" fmla="*/ 1285367 w 1453388"/>
                  <a:gd name="connsiteY15" fmla="*/ 255330 h 1472497"/>
                  <a:gd name="connsiteX16" fmla="*/ 1166114 w 1453388"/>
                  <a:gd name="connsiteY16" fmla="*/ 154364 h 1472497"/>
                  <a:gd name="connsiteX17" fmla="*/ 1306703 w 1453388"/>
                  <a:gd name="connsiteY17" fmla="*/ 149920 h 1472497"/>
                  <a:gd name="connsiteX18" fmla="*/ 1414653 w 1453388"/>
                  <a:gd name="connsiteY18" fmla="*/ 279206 h 1472497"/>
                  <a:gd name="connsiteX19" fmla="*/ 1394587 w 1453388"/>
                  <a:gd name="connsiteY19" fmla="*/ 290255 h 1472497"/>
                  <a:gd name="connsiteX20" fmla="*/ 1297559 w 1453388"/>
                  <a:gd name="connsiteY20" fmla="*/ 256981 h 1472497"/>
                  <a:gd name="connsiteX21" fmla="*/ 1349121 w 1453388"/>
                  <a:gd name="connsiteY21" fmla="*/ 319338 h 1472497"/>
                  <a:gd name="connsiteX22" fmla="*/ 1338961 w 1453388"/>
                  <a:gd name="connsiteY22" fmla="*/ 386520 h 1472497"/>
                  <a:gd name="connsiteX23" fmla="*/ 1206754 w 1453388"/>
                  <a:gd name="connsiteY23" fmla="*/ 380044 h 1472497"/>
                  <a:gd name="connsiteX24" fmla="*/ 1190244 w 1453388"/>
                  <a:gd name="connsiteY24" fmla="*/ 344357 h 1472497"/>
                  <a:gd name="connsiteX25" fmla="*/ 1201801 w 1453388"/>
                  <a:gd name="connsiteY25" fmla="*/ 303844 h 1472497"/>
                  <a:gd name="connsiteX26" fmla="*/ 1082294 w 1453388"/>
                  <a:gd name="connsiteY26" fmla="*/ 261426 h 1472497"/>
                  <a:gd name="connsiteX27" fmla="*/ 945007 w 1453388"/>
                  <a:gd name="connsiteY27" fmla="*/ 390712 h 1472497"/>
                  <a:gd name="connsiteX28" fmla="*/ 895604 w 1453388"/>
                  <a:gd name="connsiteY28" fmla="*/ 397570 h 1472497"/>
                  <a:gd name="connsiteX29" fmla="*/ 895350 w 1453388"/>
                  <a:gd name="connsiteY29" fmla="*/ 515171 h 1472497"/>
                  <a:gd name="connsiteX30" fmla="*/ 1144651 w 1453388"/>
                  <a:gd name="connsiteY30" fmla="*/ 586800 h 1472497"/>
                  <a:gd name="connsiteX31" fmla="*/ 1251204 w 1453388"/>
                  <a:gd name="connsiteY31" fmla="*/ 704528 h 1472497"/>
                  <a:gd name="connsiteX32" fmla="*/ 1340993 w 1453388"/>
                  <a:gd name="connsiteY32" fmla="*/ 779713 h 1472497"/>
                  <a:gd name="connsiteX33" fmla="*/ 1256030 w 1453388"/>
                  <a:gd name="connsiteY33" fmla="*/ 1014155 h 1472497"/>
                  <a:gd name="connsiteX34" fmla="*/ 1237361 w 1453388"/>
                  <a:gd name="connsiteY34" fmla="*/ 1043111 h 1472497"/>
                  <a:gd name="connsiteX35" fmla="*/ 1122934 w 1453388"/>
                  <a:gd name="connsiteY35" fmla="*/ 1135439 h 1472497"/>
                  <a:gd name="connsiteX36" fmla="*/ 1246632 w 1453388"/>
                  <a:gd name="connsiteY36" fmla="*/ 1210624 h 1472497"/>
                  <a:gd name="connsiteX37" fmla="*/ 1310640 w 1453388"/>
                  <a:gd name="connsiteY37" fmla="*/ 1137345 h 1472497"/>
                  <a:gd name="connsiteX38" fmla="*/ 1410843 w 1453388"/>
                  <a:gd name="connsiteY38" fmla="*/ 1154108 h 1472497"/>
                  <a:gd name="connsiteX39" fmla="*/ 1453388 w 1453388"/>
                  <a:gd name="connsiteY39" fmla="*/ 1224720 h 1472497"/>
                  <a:gd name="connsiteX40" fmla="*/ 1383665 w 1453388"/>
                  <a:gd name="connsiteY40" fmla="*/ 1462338 h 1472497"/>
                  <a:gd name="connsiteX41" fmla="*/ 1360424 w 1453388"/>
                  <a:gd name="connsiteY41" fmla="*/ 1465005 h 1472497"/>
                  <a:gd name="connsiteX42" fmla="*/ 1413637 w 1453388"/>
                  <a:gd name="connsiteY42" fmla="*/ 1314509 h 1472497"/>
                  <a:gd name="connsiteX43" fmla="*/ 1331468 w 1453388"/>
                  <a:gd name="connsiteY43" fmla="*/ 1334068 h 1472497"/>
                  <a:gd name="connsiteX44" fmla="*/ 1247394 w 1453388"/>
                  <a:gd name="connsiteY44" fmla="*/ 1274251 h 1472497"/>
                  <a:gd name="connsiteX45" fmla="*/ 1194054 w 1453388"/>
                  <a:gd name="connsiteY45" fmla="*/ 1459036 h 1472497"/>
                  <a:gd name="connsiteX46" fmla="*/ 1192022 w 1453388"/>
                  <a:gd name="connsiteY46" fmla="*/ 1472498 h 1472497"/>
                  <a:gd name="connsiteX47" fmla="*/ 1176909 w 1453388"/>
                  <a:gd name="connsiteY47" fmla="*/ 1457257 h 1472497"/>
                  <a:gd name="connsiteX48" fmla="*/ 1165606 w 1453388"/>
                  <a:gd name="connsiteY48" fmla="*/ 1370136 h 1472497"/>
                  <a:gd name="connsiteX49" fmla="*/ 1128776 w 1453388"/>
                  <a:gd name="connsiteY49" fmla="*/ 1185986 h 1472497"/>
                  <a:gd name="connsiteX50" fmla="*/ 1121791 w 1453388"/>
                  <a:gd name="connsiteY50" fmla="*/ 1162618 h 1472497"/>
                  <a:gd name="connsiteX51" fmla="*/ 950214 w 1453388"/>
                  <a:gd name="connsiteY51" fmla="*/ 1166427 h 1472497"/>
                  <a:gd name="connsiteX52" fmla="*/ 685927 w 1453388"/>
                  <a:gd name="connsiteY52" fmla="*/ 1159062 h 1472497"/>
                  <a:gd name="connsiteX53" fmla="*/ 645795 w 1453388"/>
                  <a:gd name="connsiteY53" fmla="*/ 1182302 h 1472497"/>
                  <a:gd name="connsiteX54" fmla="*/ 599694 w 1453388"/>
                  <a:gd name="connsiteY54" fmla="*/ 1461830 h 1472497"/>
                  <a:gd name="connsiteX55" fmla="*/ 574929 w 1453388"/>
                  <a:gd name="connsiteY55" fmla="*/ 1466020 h 1472497"/>
                  <a:gd name="connsiteX56" fmla="*/ 614299 w 1453388"/>
                  <a:gd name="connsiteY56" fmla="*/ 1184207 h 1472497"/>
                  <a:gd name="connsiteX57" fmla="*/ 481711 w 1453388"/>
                  <a:gd name="connsiteY57" fmla="*/ 1325051 h 1472497"/>
                  <a:gd name="connsiteX58" fmla="*/ 439166 w 1453388"/>
                  <a:gd name="connsiteY58" fmla="*/ 1458527 h 1472497"/>
                  <a:gd name="connsiteX59" fmla="*/ 413258 w 1453388"/>
                  <a:gd name="connsiteY59" fmla="*/ 1468814 h 1472497"/>
                  <a:gd name="connsiteX60" fmla="*/ 520319 w 1453388"/>
                  <a:gd name="connsiteY60" fmla="*/ 1228657 h 1472497"/>
                  <a:gd name="connsiteX61" fmla="*/ 650621 w 1453388"/>
                  <a:gd name="connsiteY61" fmla="*/ 1136963 h 1472497"/>
                  <a:gd name="connsiteX62" fmla="*/ 524637 w 1453388"/>
                  <a:gd name="connsiteY62" fmla="*/ 1011361 h 1472497"/>
                  <a:gd name="connsiteX63" fmla="*/ 446024 w 1453388"/>
                  <a:gd name="connsiteY63" fmla="*/ 970720 h 1472497"/>
                  <a:gd name="connsiteX64" fmla="*/ 414147 w 1453388"/>
                  <a:gd name="connsiteY64" fmla="*/ 824925 h 1472497"/>
                  <a:gd name="connsiteX65" fmla="*/ 513842 w 1453388"/>
                  <a:gd name="connsiteY65" fmla="*/ 724849 h 1472497"/>
                  <a:gd name="connsiteX66" fmla="*/ 691896 w 1453388"/>
                  <a:gd name="connsiteY66" fmla="*/ 550477 h 1472497"/>
                  <a:gd name="connsiteX67" fmla="*/ 869061 w 1453388"/>
                  <a:gd name="connsiteY67" fmla="*/ 514409 h 1472497"/>
                  <a:gd name="connsiteX68" fmla="*/ 869061 w 1453388"/>
                  <a:gd name="connsiteY68" fmla="*/ 398458 h 1472497"/>
                  <a:gd name="connsiteX69" fmla="*/ 722757 w 1453388"/>
                  <a:gd name="connsiteY69" fmla="*/ 301684 h 1472497"/>
                  <a:gd name="connsiteX70" fmla="*/ 610616 w 1453388"/>
                  <a:gd name="connsiteY70" fmla="*/ 358453 h 1472497"/>
                  <a:gd name="connsiteX71" fmla="*/ 598932 w 1453388"/>
                  <a:gd name="connsiteY71" fmla="*/ 438082 h 1472497"/>
                  <a:gd name="connsiteX72" fmla="*/ 511556 w 1453388"/>
                  <a:gd name="connsiteY72" fmla="*/ 439860 h 1472497"/>
                  <a:gd name="connsiteX73" fmla="*/ 475615 w 1453388"/>
                  <a:gd name="connsiteY73" fmla="*/ 374328 h 1472497"/>
                  <a:gd name="connsiteX74" fmla="*/ 395224 w 1453388"/>
                  <a:gd name="connsiteY74" fmla="*/ 348801 h 1472497"/>
                  <a:gd name="connsiteX75" fmla="*/ 326771 w 1453388"/>
                  <a:gd name="connsiteY75" fmla="*/ 533713 h 1472497"/>
                  <a:gd name="connsiteX76" fmla="*/ 356489 w 1453388"/>
                  <a:gd name="connsiteY76" fmla="*/ 561400 h 1472497"/>
                  <a:gd name="connsiteX77" fmla="*/ 290703 w 1453388"/>
                  <a:gd name="connsiteY77" fmla="*/ 659189 h 1472497"/>
                  <a:gd name="connsiteX78" fmla="*/ 241808 w 1453388"/>
                  <a:gd name="connsiteY78" fmla="*/ 552890 h 1472497"/>
                  <a:gd name="connsiteX79" fmla="*/ 300228 w 1453388"/>
                  <a:gd name="connsiteY79" fmla="*/ 527871 h 1472497"/>
                  <a:gd name="connsiteX80" fmla="*/ 349250 w 1453388"/>
                  <a:gd name="connsiteY80" fmla="*/ 400871 h 1472497"/>
                  <a:gd name="connsiteX81" fmla="*/ 372999 w 1453388"/>
                  <a:gd name="connsiteY81" fmla="*/ 338895 h 1472497"/>
                  <a:gd name="connsiteX82" fmla="*/ 180721 w 1453388"/>
                  <a:gd name="connsiteY82" fmla="*/ 261933 h 1472497"/>
                  <a:gd name="connsiteX83" fmla="*/ 131445 w 1453388"/>
                  <a:gd name="connsiteY83" fmla="*/ 300288 h 1472497"/>
                  <a:gd name="connsiteX84" fmla="*/ 34798 w 1453388"/>
                  <a:gd name="connsiteY84" fmla="*/ 262441 h 1472497"/>
                  <a:gd name="connsiteX85" fmla="*/ 62103 w 1453388"/>
                  <a:gd name="connsiteY85" fmla="*/ 148014 h 1472497"/>
                  <a:gd name="connsiteX86" fmla="*/ 130175 w 1453388"/>
                  <a:gd name="connsiteY86" fmla="*/ 143696 h 1472497"/>
                  <a:gd name="connsiteX87" fmla="*/ 124587 w 1453388"/>
                  <a:gd name="connsiteY87" fmla="*/ 109660 h 1472497"/>
                  <a:gd name="connsiteX88" fmla="*/ 0 w 1453388"/>
                  <a:gd name="connsiteY88" fmla="*/ 45399 h 1472497"/>
                  <a:gd name="connsiteX89" fmla="*/ 32893 w 1453388"/>
                  <a:gd name="connsiteY89" fmla="*/ 36127 h 1472497"/>
                  <a:gd name="connsiteX90" fmla="*/ 65278 w 1453388"/>
                  <a:gd name="connsiteY90" fmla="*/ 60765 h 1472497"/>
                  <a:gd name="connsiteX91" fmla="*/ 280543 w 1453388"/>
                  <a:gd name="connsiteY91" fmla="*/ 123757 h 1472497"/>
                  <a:gd name="connsiteX92" fmla="*/ 32893 w 1453388"/>
                  <a:gd name="connsiteY92" fmla="*/ 36127 h 1472497"/>
                  <a:gd name="connsiteX93" fmla="*/ 839978 w 1453388"/>
                  <a:gd name="connsiteY93" fmla="*/ 33334 h 1472497"/>
                  <a:gd name="connsiteX94" fmla="*/ 729488 w 1453388"/>
                  <a:gd name="connsiteY94" fmla="*/ 140649 h 1472497"/>
                  <a:gd name="connsiteX95" fmla="*/ 886968 w 1453388"/>
                  <a:gd name="connsiteY95" fmla="*/ 369883 h 1472497"/>
                  <a:gd name="connsiteX96" fmla="*/ 1055370 w 1453388"/>
                  <a:gd name="connsiteY96" fmla="*/ 257362 h 1472497"/>
                  <a:gd name="connsiteX97" fmla="*/ 993902 w 1453388"/>
                  <a:gd name="connsiteY97" fmla="*/ 60765 h 1472497"/>
                  <a:gd name="connsiteX98" fmla="*/ 839978 w 1453388"/>
                  <a:gd name="connsiteY98" fmla="*/ 33334 h 1472497"/>
                  <a:gd name="connsiteX99" fmla="*/ 1186180 w 1453388"/>
                  <a:gd name="connsiteY99" fmla="*/ 144205 h 1472497"/>
                  <a:gd name="connsiteX100" fmla="*/ 1402334 w 1453388"/>
                  <a:gd name="connsiteY100" fmla="*/ 271205 h 1472497"/>
                  <a:gd name="connsiteX101" fmla="*/ 1186180 w 1453388"/>
                  <a:gd name="connsiteY101" fmla="*/ 144205 h 1472497"/>
                  <a:gd name="connsiteX102" fmla="*/ 77851 w 1453388"/>
                  <a:gd name="connsiteY102" fmla="*/ 172526 h 1472497"/>
                  <a:gd name="connsiteX103" fmla="*/ 54356 w 1453388"/>
                  <a:gd name="connsiteY103" fmla="*/ 238565 h 1472497"/>
                  <a:gd name="connsiteX104" fmla="*/ 125984 w 1453388"/>
                  <a:gd name="connsiteY104" fmla="*/ 274126 h 1472497"/>
                  <a:gd name="connsiteX105" fmla="*/ 170180 w 1453388"/>
                  <a:gd name="connsiteY105" fmla="*/ 225484 h 1472497"/>
                  <a:gd name="connsiteX106" fmla="*/ 77851 w 1453388"/>
                  <a:gd name="connsiteY106" fmla="*/ 172526 h 1472497"/>
                  <a:gd name="connsiteX107" fmla="*/ 1245489 w 1453388"/>
                  <a:gd name="connsiteY107" fmla="*/ 298890 h 1472497"/>
                  <a:gd name="connsiteX108" fmla="*/ 1229868 w 1453388"/>
                  <a:gd name="connsiteY108" fmla="*/ 369502 h 1472497"/>
                  <a:gd name="connsiteX109" fmla="*/ 1323594 w 1453388"/>
                  <a:gd name="connsiteY109" fmla="*/ 351722 h 1472497"/>
                  <a:gd name="connsiteX110" fmla="*/ 1245489 w 1453388"/>
                  <a:gd name="connsiteY110" fmla="*/ 298890 h 1472497"/>
                  <a:gd name="connsiteX111" fmla="*/ 517779 w 1453388"/>
                  <a:gd name="connsiteY111" fmla="*/ 356040 h 1472497"/>
                  <a:gd name="connsiteX112" fmla="*/ 557530 w 1453388"/>
                  <a:gd name="connsiteY112" fmla="*/ 422081 h 1472497"/>
                  <a:gd name="connsiteX113" fmla="*/ 581279 w 1453388"/>
                  <a:gd name="connsiteY113" fmla="*/ 355406 h 1472497"/>
                  <a:gd name="connsiteX114" fmla="*/ 517779 w 1453388"/>
                  <a:gd name="connsiteY114" fmla="*/ 356040 h 1472497"/>
                  <a:gd name="connsiteX115" fmla="*/ 787400 w 1453388"/>
                  <a:gd name="connsiteY115" fmla="*/ 550224 h 1472497"/>
                  <a:gd name="connsiteX116" fmla="*/ 551561 w 1453388"/>
                  <a:gd name="connsiteY116" fmla="*/ 708084 h 1472497"/>
                  <a:gd name="connsiteX117" fmla="*/ 521081 w 1453388"/>
                  <a:gd name="connsiteY117" fmla="*/ 910269 h 1472497"/>
                  <a:gd name="connsiteX118" fmla="*/ 656336 w 1453388"/>
                  <a:gd name="connsiteY118" fmla="*/ 1108643 h 1472497"/>
                  <a:gd name="connsiteX119" fmla="*/ 885698 w 1453388"/>
                  <a:gd name="connsiteY119" fmla="*/ 1143059 h 1472497"/>
                  <a:gd name="connsiteX120" fmla="*/ 1167257 w 1453388"/>
                  <a:gd name="connsiteY120" fmla="*/ 1081464 h 1472497"/>
                  <a:gd name="connsiteX121" fmla="*/ 1254379 w 1453388"/>
                  <a:gd name="connsiteY121" fmla="*/ 789745 h 1472497"/>
                  <a:gd name="connsiteX122" fmla="*/ 1073404 w 1453388"/>
                  <a:gd name="connsiteY122" fmla="*/ 576766 h 1472497"/>
                  <a:gd name="connsiteX123" fmla="*/ 787400 w 1453388"/>
                  <a:gd name="connsiteY123" fmla="*/ 550224 h 1472497"/>
                  <a:gd name="connsiteX124" fmla="*/ 266700 w 1453388"/>
                  <a:gd name="connsiteY124" fmla="*/ 566480 h 1472497"/>
                  <a:gd name="connsiteX125" fmla="*/ 314071 w 1453388"/>
                  <a:gd name="connsiteY125" fmla="*/ 625407 h 1472497"/>
                  <a:gd name="connsiteX126" fmla="*/ 266700 w 1453388"/>
                  <a:gd name="connsiteY126" fmla="*/ 566480 h 1472497"/>
                  <a:gd name="connsiteX127" fmla="*/ 508508 w 1453388"/>
                  <a:gd name="connsiteY127" fmla="*/ 984309 h 1472497"/>
                  <a:gd name="connsiteX128" fmla="*/ 500888 w 1453388"/>
                  <a:gd name="connsiteY128" fmla="*/ 753677 h 1472497"/>
                  <a:gd name="connsiteX129" fmla="*/ 508508 w 1453388"/>
                  <a:gd name="connsiteY129" fmla="*/ 984309 h 1472497"/>
                  <a:gd name="connsiteX130" fmla="*/ 1274572 w 1453388"/>
                  <a:gd name="connsiteY130" fmla="*/ 752662 h 1472497"/>
                  <a:gd name="connsiteX131" fmla="*/ 1273048 w 1453388"/>
                  <a:gd name="connsiteY131" fmla="*/ 989008 h 1472497"/>
                  <a:gd name="connsiteX132" fmla="*/ 1274572 w 1453388"/>
                  <a:gd name="connsiteY132" fmla="*/ 752662 h 1472497"/>
                  <a:gd name="connsiteX133" fmla="*/ 1310640 w 1453388"/>
                  <a:gd name="connsiteY133" fmla="*/ 1163761 h 1472497"/>
                  <a:gd name="connsiteX134" fmla="*/ 1312418 w 1453388"/>
                  <a:gd name="connsiteY134" fmla="*/ 1303461 h 1472497"/>
                  <a:gd name="connsiteX135" fmla="*/ 1425702 w 1453388"/>
                  <a:gd name="connsiteY135" fmla="*/ 1234119 h 1472497"/>
                  <a:gd name="connsiteX136" fmla="*/ 1310640 w 1453388"/>
                  <a:gd name="connsiteY136" fmla="*/ 1163761 h 1472497"/>
                  <a:gd name="connsiteX137" fmla="*/ 1154557 w 1453388"/>
                  <a:gd name="connsiteY137" fmla="*/ 1181540 h 1472497"/>
                  <a:gd name="connsiteX138" fmla="*/ 1189609 w 1453388"/>
                  <a:gd name="connsiteY138" fmla="*/ 1338005 h 1472497"/>
                  <a:gd name="connsiteX139" fmla="*/ 1241806 w 1453388"/>
                  <a:gd name="connsiteY139" fmla="*/ 1235643 h 1472497"/>
                  <a:gd name="connsiteX140" fmla="*/ 1154557 w 1453388"/>
                  <a:gd name="connsiteY140" fmla="*/ 1181540 h 1472497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285367 w 1453388"/>
                  <a:gd name="connsiteY15" fmla="*/ 255330 h 1472498"/>
                  <a:gd name="connsiteX16" fmla="*/ 1166114 w 1453388"/>
                  <a:gd name="connsiteY16" fmla="*/ 154364 h 1472498"/>
                  <a:gd name="connsiteX17" fmla="*/ 1306703 w 1453388"/>
                  <a:gd name="connsiteY17" fmla="*/ 149920 h 1472498"/>
                  <a:gd name="connsiteX18" fmla="*/ 1414653 w 1453388"/>
                  <a:gd name="connsiteY18" fmla="*/ 279206 h 1472498"/>
                  <a:gd name="connsiteX19" fmla="*/ 1394587 w 1453388"/>
                  <a:gd name="connsiteY19" fmla="*/ 290255 h 1472498"/>
                  <a:gd name="connsiteX20" fmla="*/ 1349121 w 1453388"/>
                  <a:gd name="connsiteY20" fmla="*/ 319338 h 1472498"/>
                  <a:gd name="connsiteX21" fmla="*/ 1338961 w 1453388"/>
                  <a:gd name="connsiteY21" fmla="*/ 386520 h 1472498"/>
                  <a:gd name="connsiteX22" fmla="*/ 1206754 w 1453388"/>
                  <a:gd name="connsiteY22" fmla="*/ 380044 h 1472498"/>
                  <a:gd name="connsiteX23" fmla="*/ 1190244 w 1453388"/>
                  <a:gd name="connsiteY23" fmla="*/ 344357 h 1472498"/>
                  <a:gd name="connsiteX24" fmla="*/ 1201801 w 1453388"/>
                  <a:gd name="connsiteY24" fmla="*/ 303844 h 1472498"/>
                  <a:gd name="connsiteX25" fmla="*/ 1082294 w 1453388"/>
                  <a:gd name="connsiteY25" fmla="*/ 261426 h 1472498"/>
                  <a:gd name="connsiteX26" fmla="*/ 945007 w 1453388"/>
                  <a:gd name="connsiteY26" fmla="*/ 390712 h 1472498"/>
                  <a:gd name="connsiteX27" fmla="*/ 895604 w 1453388"/>
                  <a:gd name="connsiteY27" fmla="*/ 397570 h 1472498"/>
                  <a:gd name="connsiteX28" fmla="*/ 895350 w 1453388"/>
                  <a:gd name="connsiteY28" fmla="*/ 515171 h 1472498"/>
                  <a:gd name="connsiteX29" fmla="*/ 1144651 w 1453388"/>
                  <a:gd name="connsiteY29" fmla="*/ 586800 h 1472498"/>
                  <a:gd name="connsiteX30" fmla="*/ 1251204 w 1453388"/>
                  <a:gd name="connsiteY30" fmla="*/ 704528 h 1472498"/>
                  <a:gd name="connsiteX31" fmla="*/ 1340993 w 1453388"/>
                  <a:gd name="connsiteY31" fmla="*/ 779713 h 1472498"/>
                  <a:gd name="connsiteX32" fmla="*/ 1256030 w 1453388"/>
                  <a:gd name="connsiteY32" fmla="*/ 1014155 h 1472498"/>
                  <a:gd name="connsiteX33" fmla="*/ 1237361 w 1453388"/>
                  <a:gd name="connsiteY33" fmla="*/ 1043111 h 1472498"/>
                  <a:gd name="connsiteX34" fmla="*/ 1122934 w 1453388"/>
                  <a:gd name="connsiteY34" fmla="*/ 1135439 h 1472498"/>
                  <a:gd name="connsiteX35" fmla="*/ 1246632 w 1453388"/>
                  <a:gd name="connsiteY35" fmla="*/ 1210624 h 1472498"/>
                  <a:gd name="connsiteX36" fmla="*/ 1310640 w 1453388"/>
                  <a:gd name="connsiteY36" fmla="*/ 1137345 h 1472498"/>
                  <a:gd name="connsiteX37" fmla="*/ 1410843 w 1453388"/>
                  <a:gd name="connsiteY37" fmla="*/ 1154108 h 1472498"/>
                  <a:gd name="connsiteX38" fmla="*/ 1453388 w 1453388"/>
                  <a:gd name="connsiteY38" fmla="*/ 1224720 h 1472498"/>
                  <a:gd name="connsiteX39" fmla="*/ 1383665 w 1453388"/>
                  <a:gd name="connsiteY39" fmla="*/ 1462338 h 1472498"/>
                  <a:gd name="connsiteX40" fmla="*/ 1360424 w 1453388"/>
                  <a:gd name="connsiteY40" fmla="*/ 1465005 h 1472498"/>
                  <a:gd name="connsiteX41" fmla="*/ 1413637 w 1453388"/>
                  <a:gd name="connsiteY41" fmla="*/ 1314509 h 1472498"/>
                  <a:gd name="connsiteX42" fmla="*/ 1331468 w 1453388"/>
                  <a:gd name="connsiteY42" fmla="*/ 1334068 h 1472498"/>
                  <a:gd name="connsiteX43" fmla="*/ 1247394 w 1453388"/>
                  <a:gd name="connsiteY43" fmla="*/ 1274251 h 1472498"/>
                  <a:gd name="connsiteX44" fmla="*/ 1194054 w 1453388"/>
                  <a:gd name="connsiteY44" fmla="*/ 1459036 h 1472498"/>
                  <a:gd name="connsiteX45" fmla="*/ 1192022 w 1453388"/>
                  <a:gd name="connsiteY45" fmla="*/ 1472498 h 1472498"/>
                  <a:gd name="connsiteX46" fmla="*/ 1176909 w 1453388"/>
                  <a:gd name="connsiteY46" fmla="*/ 1457257 h 1472498"/>
                  <a:gd name="connsiteX47" fmla="*/ 1165606 w 1453388"/>
                  <a:gd name="connsiteY47" fmla="*/ 1370136 h 1472498"/>
                  <a:gd name="connsiteX48" fmla="*/ 1128776 w 1453388"/>
                  <a:gd name="connsiteY48" fmla="*/ 1185986 h 1472498"/>
                  <a:gd name="connsiteX49" fmla="*/ 1121791 w 1453388"/>
                  <a:gd name="connsiteY49" fmla="*/ 1162618 h 1472498"/>
                  <a:gd name="connsiteX50" fmla="*/ 950214 w 1453388"/>
                  <a:gd name="connsiteY50" fmla="*/ 1166427 h 1472498"/>
                  <a:gd name="connsiteX51" fmla="*/ 685927 w 1453388"/>
                  <a:gd name="connsiteY51" fmla="*/ 1159062 h 1472498"/>
                  <a:gd name="connsiteX52" fmla="*/ 645795 w 1453388"/>
                  <a:gd name="connsiteY52" fmla="*/ 1182302 h 1472498"/>
                  <a:gd name="connsiteX53" fmla="*/ 599694 w 1453388"/>
                  <a:gd name="connsiteY53" fmla="*/ 1461830 h 1472498"/>
                  <a:gd name="connsiteX54" fmla="*/ 574929 w 1453388"/>
                  <a:gd name="connsiteY54" fmla="*/ 1466020 h 1472498"/>
                  <a:gd name="connsiteX55" fmla="*/ 614299 w 1453388"/>
                  <a:gd name="connsiteY55" fmla="*/ 1184207 h 1472498"/>
                  <a:gd name="connsiteX56" fmla="*/ 481711 w 1453388"/>
                  <a:gd name="connsiteY56" fmla="*/ 1325051 h 1472498"/>
                  <a:gd name="connsiteX57" fmla="*/ 439166 w 1453388"/>
                  <a:gd name="connsiteY57" fmla="*/ 1458527 h 1472498"/>
                  <a:gd name="connsiteX58" fmla="*/ 413258 w 1453388"/>
                  <a:gd name="connsiteY58" fmla="*/ 1468814 h 1472498"/>
                  <a:gd name="connsiteX59" fmla="*/ 520319 w 1453388"/>
                  <a:gd name="connsiteY59" fmla="*/ 1228657 h 1472498"/>
                  <a:gd name="connsiteX60" fmla="*/ 650621 w 1453388"/>
                  <a:gd name="connsiteY60" fmla="*/ 1136963 h 1472498"/>
                  <a:gd name="connsiteX61" fmla="*/ 524637 w 1453388"/>
                  <a:gd name="connsiteY61" fmla="*/ 1011361 h 1472498"/>
                  <a:gd name="connsiteX62" fmla="*/ 446024 w 1453388"/>
                  <a:gd name="connsiteY62" fmla="*/ 970720 h 1472498"/>
                  <a:gd name="connsiteX63" fmla="*/ 414147 w 1453388"/>
                  <a:gd name="connsiteY63" fmla="*/ 824925 h 1472498"/>
                  <a:gd name="connsiteX64" fmla="*/ 513842 w 1453388"/>
                  <a:gd name="connsiteY64" fmla="*/ 724849 h 1472498"/>
                  <a:gd name="connsiteX65" fmla="*/ 691896 w 1453388"/>
                  <a:gd name="connsiteY65" fmla="*/ 550477 h 1472498"/>
                  <a:gd name="connsiteX66" fmla="*/ 869061 w 1453388"/>
                  <a:gd name="connsiteY66" fmla="*/ 514409 h 1472498"/>
                  <a:gd name="connsiteX67" fmla="*/ 869061 w 1453388"/>
                  <a:gd name="connsiteY67" fmla="*/ 398458 h 1472498"/>
                  <a:gd name="connsiteX68" fmla="*/ 722757 w 1453388"/>
                  <a:gd name="connsiteY68" fmla="*/ 301684 h 1472498"/>
                  <a:gd name="connsiteX69" fmla="*/ 610616 w 1453388"/>
                  <a:gd name="connsiteY69" fmla="*/ 358453 h 1472498"/>
                  <a:gd name="connsiteX70" fmla="*/ 598932 w 1453388"/>
                  <a:gd name="connsiteY70" fmla="*/ 438082 h 1472498"/>
                  <a:gd name="connsiteX71" fmla="*/ 511556 w 1453388"/>
                  <a:gd name="connsiteY71" fmla="*/ 439860 h 1472498"/>
                  <a:gd name="connsiteX72" fmla="*/ 475615 w 1453388"/>
                  <a:gd name="connsiteY72" fmla="*/ 374328 h 1472498"/>
                  <a:gd name="connsiteX73" fmla="*/ 395224 w 1453388"/>
                  <a:gd name="connsiteY73" fmla="*/ 348801 h 1472498"/>
                  <a:gd name="connsiteX74" fmla="*/ 326771 w 1453388"/>
                  <a:gd name="connsiteY74" fmla="*/ 533713 h 1472498"/>
                  <a:gd name="connsiteX75" fmla="*/ 356489 w 1453388"/>
                  <a:gd name="connsiteY75" fmla="*/ 561400 h 1472498"/>
                  <a:gd name="connsiteX76" fmla="*/ 290703 w 1453388"/>
                  <a:gd name="connsiteY76" fmla="*/ 659189 h 1472498"/>
                  <a:gd name="connsiteX77" fmla="*/ 241808 w 1453388"/>
                  <a:gd name="connsiteY77" fmla="*/ 552890 h 1472498"/>
                  <a:gd name="connsiteX78" fmla="*/ 300228 w 1453388"/>
                  <a:gd name="connsiteY78" fmla="*/ 527871 h 1472498"/>
                  <a:gd name="connsiteX79" fmla="*/ 349250 w 1453388"/>
                  <a:gd name="connsiteY79" fmla="*/ 400871 h 1472498"/>
                  <a:gd name="connsiteX80" fmla="*/ 372999 w 1453388"/>
                  <a:gd name="connsiteY80" fmla="*/ 338895 h 1472498"/>
                  <a:gd name="connsiteX81" fmla="*/ 180721 w 1453388"/>
                  <a:gd name="connsiteY81" fmla="*/ 261933 h 1472498"/>
                  <a:gd name="connsiteX82" fmla="*/ 131445 w 1453388"/>
                  <a:gd name="connsiteY82" fmla="*/ 300288 h 1472498"/>
                  <a:gd name="connsiteX83" fmla="*/ 34798 w 1453388"/>
                  <a:gd name="connsiteY83" fmla="*/ 262441 h 1472498"/>
                  <a:gd name="connsiteX84" fmla="*/ 62103 w 1453388"/>
                  <a:gd name="connsiteY84" fmla="*/ 148014 h 1472498"/>
                  <a:gd name="connsiteX85" fmla="*/ 130175 w 1453388"/>
                  <a:gd name="connsiteY85" fmla="*/ 143696 h 1472498"/>
                  <a:gd name="connsiteX86" fmla="*/ 124587 w 1453388"/>
                  <a:gd name="connsiteY86" fmla="*/ 109660 h 1472498"/>
                  <a:gd name="connsiteX87" fmla="*/ 0 w 1453388"/>
                  <a:gd name="connsiteY87" fmla="*/ 45399 h 1472498"/>
                  <a:gd name="connsiteX88" fmla="*/ 32893 w 1453388"/>
                  <a:gd name="connsiteY88" fmla="*/ 36127 h 1472498"/>
                  <a:gd name="connsiteX89" fmla="*/ 65278 w 1453388"/>
                  <a:gd name="connsiteY89" fmla="*/ 60765 h 1472498"/>
                  <a:gd name="connsiteX90" fmla="*/ 280543 w 1453388"/>
                  <a:gd name="connsiteY90" fmla="*/ 123757 h 1472498"/>
                  <a:gd name="connsiteX91" fmla="*/ 32893 w 1453388"/>
                  <a:gd name="connsiteY91" fmla="*/ 36127 h 1472498"/>
                  <a:gd name="connsiteX92" fmla="*/ 839978 w 1453388"/>
                  <a:gd name="connsiteY92" fmla="*/ 33334 h 1472498"/>
                  <a:gd name="connsiteX93" fmla="*/ 729488 w 1453388"/>
                  <a:gd name="connsiteY93" fmla="*/ 140649 h 1472498"/>
                  <a:gd name="connsiteX94" fmla="*/ 886968 w 1453388"/>
                  <a:gd name="connsiteY94" fmla="*/ 369883 h 1472498"/>
                  <a:gd name="connsiteX95" fmla="*/ 1055370 w 1453388"/>
                  <a:gd name="connsiteY95" fmla="*/ 257362 h 1472498"/>
                  <a:gd name="connsiteX96" fmla="*/ 993902 w 1453388"/>
                  <a:gd name="connsiteY96" fmla="*/ 60765 h 1472498"/>
                  <a:gd name="connsiteX97" fmla="*/ 839978 w 1453388"/>
                  <a:gd name="connsiteY97" fmla="*/ 33334 h 1472498"/>
                  <a:gd name="connsiteX98" fmla="*/ 1186180 w 1453388"/>
                  <a:gd name="connsiteY98" fmla="*/ 144205 h 1472498"/>
                  <a:gd name="connsiteX99" fmla="*/ 1402334 w 1453388"/>
                  <a:gd name="connsiteY99" fmla="*/ 271205 h 1472498"/>
                  <a:gd name="connsiteX100" fmla="*/ 1186180 w 1453388"/>
                  <a:gd name="connsiteY100" fmla="*/ 144205 h 1472498"/>
                  <a:gd name="connsiteX101" fmla="*/ 77851 w 1453388"/>
                  <a:gd name="connsiteY101" fmla="*/ 172526 h 1472498"/>
                  <a:gd name="connsiteX102" fmla="*/ 54356 w 1453388"/>
                  <a:gd name="connsiteY102" fmla="*/ 238565 h 1472498"/>
                  <a:gd name="connsiteX103" fmla="*/ 125984 w 1453388"/>
                  <a:gd name="connsiteY103" fmla="*/ 274126 h 1472498"/>
                  <a:gd name="connsiteX104" fmla="*/ 170180 w 1453388"/>
                  <a:gd name="connsiteY104" fmla="*/ 225484 h 1472498"/>
                  <a:gd name="connsiteX105" fmla="*/ 77851 w 1453388"/>
                  <a:gd name="connsiteY105" fmla="*/ 172526 h 1472498"/>
                  <a:gd name="connsiteX106" fmla="*/ 1245489 w 1453388"/>
                  <a:gd name="connsiteY106" fmla="*/ 298890 h 1472498"/>
                  <a:gd name="connsiteX107" fmla="*/ 1229868 w 1453388"/>
                  <a:gd name="connsiteY107" fmla="*/ 369502 h 1472498"/>
                  <a:gd name="connsiteX108" fmla="*/ 1323594 w 1453388"/>
                  <a:gd name="connsiteY108" fmla="*/ 351722 h 1472498"/>
                  <a:gd name="connsiteX109" fmla="*/ 1245489 w 1453388"/>
                  <a:gd name="connsiteY109" fmla="*/ 298890 h 1472498"/>
                  <a:gd name="connsiteX110" fmla="*/ 517779 w 1453388"/>
                  <a:gd name="connsiteY110" fmla="*/ 356040 h 1472498"/>
                  <a:gd name="connsiteX111" fmla="*/ 557530 w 1453388"/>
                  <a:gd name="connsiteY111" fmla="*/ 422081 h 1472498"/>
                  <a:gd name="connsiteX112" fmla="*/ 581279 w 1453388"/>
                  <a:gd name="connsiteY112" fmla="*/ 355406 h 1472498"/>
                  <a:gd name="connsiteX113" fmla="*/ 517779 w 1453388"/>
                  <a:gd name="connsiteY113" fmla="*/ 356040 h 1472498"/>
                  <a:gd name="connsiteX114" fmla="*/ 787400 w 1453388"/>
                  <a:gd name="connsiteY114" fmla="*/ 550224 h 1472498"/>
                  <a:gd name="connsiteX115" fmla="*/ 551561 w 1453388"/>
                  <a:gd name="connsiteY115" fmla="*/ 708084 h 1472498"/>
                  <a:gd name="connsiteX116" fmla="*/ 521081 w 1453388"/>
                  <a:gd name="connsiteY116" fmla="*/ 910269 h 1472498"/>
                  <a:gd name="connsiteX117" fmla="*/ 656336 w 1453388"/>
                  <a:gd name="connsiteY117" fmla="*/ 1108643 h 1472498"/>
                  <a:gd name="connsiteX118" fmla="*/ 885698 w 1453388"/>
                  <a:gd name="connsiteY118" fmla="*/ 1143059 h 1472498"/>
                  <a:gd name="connsiteX119" fmla="*/ 1167257 w 1453388"/>
                  <a:gd name="connsiteY119" fmla="*/ 1081464 h 1472498"/>
                  <a:gd name="connsiteX120" fmla="*/ 1254379 w 1453388"/>
                  <a:gd name="connsiteY120" fmla="*/ 789745 h 1472498"/>
                  <a:gd name="connsiteX121" fmla="*/ 1073404 w 1453388"/>
                  <a:gd name="connsiteY121" fmla="*/ 576766 h 1472498"/>
                  <a:gd name="connsiteX122" fmla="*/ 787400 w 1453388"/>
                  <a:gd name="connsiteY122" fmla="*/ 550224 h 1472498"/>
                  <a:gd name="connsiteX123" fmla="*/ 266700 w 1453388"/>
                  <a:gd name="connsiteY123" fmla="*/ 566480 h 1472498"/>
                  <a:gd name="connsiteX124" fmla="*/ 314071 w 1453388"/>
                  <a:gd name="connsiteY124" fmla="*/ 625407 h 1472498"/>
                  <a:gd name="connsiteX125" fmla="*/ 266700 w 1453388"/>
                  <a:gd name="connsiteY125" fmla="*/ 566480 h 1472498"/>
                  <a:gd name="connsiteX126" fmla="*/ 508508 w 1453388"/>
                  <a:gd name="connsiteY126" fmla="*/ 984309 h 1472498"/>
                  <a:gd name="connsiteX127" fmla="*/ 500888 w 1453388"/>
                  <a:gd name="connsiteY127" fmla="*/ 753677 h 1472498"/>
                  <a:gd name="connsiteX128" fmla="*/ 508508 w 1453388"/>
                  <a:gd name="connsiteY128" fmla="*/ 984309 h 1472498"/>
                  <a:gd name="connsiteX129" fmla="*/ 1274572 w 1453388"/>
                  <a:gd name="connsiteY129" fmla="*/ 752662 h 1472498"/>
                  <a:gd name="connsiteX130" fmla="*/ 1273048 w 1453388"/>
                  <a:gd name="connsiteY130" fmla="*/ 989008 h 1472498"/>
                  <a:gd name="connsiteX131" fmla="*/ 1274572 w 1453388"/>
                  <a:gd name="connsiteY131" fmla="*/ 752662 h 1472498"/>
                  <a:gd name="connsiteX132" fmla="*/ 1310640 w 1453388"/>
                  <a:gd name="connsiteY132" fmla="*/ 1163761 h 1472498"/>
                  <a:gd name="connsiteX133" fmla="*/ 1312418 w 1453388"/>
                  <a:gd name="connsiteY133" fmla="*/ 1303461 h 1472498"/>
                  <a:gd name="connsiteX134" fmla="*/ 1425702 w 1453388"/>
                  <a:gd name="connsiteY134" fmla="*/ 1234119 h 1472498"/>
                  <a:gd name="connsiteX135" fmla="*/ 1310640 w 1453388"/>
                  <a:gd name="connsiteY135" fmla="*/ 1163761 h 1472498"/>
                  <a:gd name="connsiteX136" fmla="*/ 1154557 w 1453388"/>
                  <a:gd name="connsiteY136" fmla="*/ 1181540 h 1472498"/>
                  <a:gd name="connsiteX137" fmla="*/ 1189609 w 1453388"/>
                  <a:gd name="connsiteY137" fmla="*/ 1338005 h 1472498"/>
                  <a:gd name="connsiteX138" fmla="*/ 1241806 w 1453388"/>
                  <a:gd name="connsiteY138" fmla="*/ 1235643 h 1472498"/>
                  <a:gd name="connsiteX139" fmla="*/ 1154557 w 1453388"/>
                  <a:gd name="connsiteY139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166114 w 1453388"/>
                  <a:gd name="connsiteY15" fmla="*/ 154364 h 1472498"/>
                  <a:gd name="connsiteX16" fmla="*/ 1306703 w 1453388"/>
                  <a:gd name="connsiteY16" fmla="*/ 149920 h 1472498"/>
                  <a:gd name="connsiteX17" fmla="*/ 1414653 w 1453388"/>
                  <a:gd name="connsiteY17" fmla="*/ 279206 h 1472498"/>
                  <a:gd name="connsiteX18" fmla="*/ 1394587 w 1453388"/>
                  <a:gd name="connsiteY18" fmla="*/ 290255 h 1472498"/>
                  <a:gd name="connsiteX19" fmla="*/ 1349121 w 1453388"/>
                  <a:gd name="connsiteY19" fmla="*/ 319338 h 1472498"/>
                  <a:gd name="connsiteX20" fmla="*/ 1338961 w 1453388"/>
                  <a:gd name="connsiteY20" fmla="*/ 386520 h 1472498"/>
                  <a:gd name="connsiteX21" fmla="*/ 1206754 w 1453388"/>
                  <a:gd name="connsiteY21" fmla="*/ 380044 h 1472498"/>
                  <a:gd name="connsiteX22" fmla="*/ 1190244 w 1453388"/>
                  <a:gd name="connsiteY22" fmla="*/ 344357 h 1472498"/>
                  <a:gd name="connsiteX23" fmla="*/ 1201801 w 1453388"/>
                  <a:gd name="connsiteY23" fmla="*/ 303844 h 1472498"/>
                  <a:gd name="connsiteX24" fmla="*/ 1082294 w 1453388"/>
                  <a:gd name="connsiteY24" fmla="*/ 261426 h 1472498"/>
                  <a:gd name="connsiteX25" fmla="*/ 945007 w 1453388"/>
                  <a:gd name="connsiteY25" fmla="*/ 390712 h 1472498"/>
                  <a:gd name="connsiteX26" fmla="*/ 895604 w 1453388"/>
                  <a:gd name="connsiteY26" fmla="*/ 397570 h 1472498"/>
                  <a:gd name="connsiteX27" fmla="*/ 895350 w 1453388"/>
                  <a:gd name="connsiteY27" fmla="*/ 515171 h 1472498"/>
                  <a:gd name="connsiteX28" fmla="*/ 1144651 w 1453388"/>
                  <a:gd name="connsiteY28" fmla="*/ 586800 h 1472498"/>
                  <a:gd name="connsiteX29" fmla="*/ 1251204 w 1453388"/>
                  <a:gd name="connsiteY29" fmla="*/ 704528 h 1472498"/>
                  <a:gd name="connsiteX30" fmla="*/ 1340993 w 1453388"/>
                  <a:gd name="connsiteY30" fmla="*/ 779713 h 1472498"/>
                  <a:gd name="connsiteX31" fmla="*/ 1256030 w 1453388"/>
                  <a:gd name="connsiteY31" fmla="*/ 1014155 h 1472498"/>
                  <a:gd name="connsiteX32" fmla="*/ 1237361 w 1453388"/>
                  <a:gd name="connsiteY32" fmla="*/ 1043111 h 1472498"/>
                  <a:gd name="connsiteX33" fmla="*/ 1122934 w 1453388"/>
                  <a:gd name="connsiteY33" fmla="*/ 1135439 h 1472498"/>
                  <a:gd name="connsiteX34" fmla="*/ 1246632 w 1453388"/>
                  <a:gd name="connsiteY34" fmla="*/ 1210624 h 1472498"/>
                  <a:gd name="connsiteX35" fmla="*/ 1310640 w 1453388"/>
                  <a:gd name="connsiteY35" fmla="*/ 1137345 h 1472498"/>
                  <a:gd name="connsiteX36" fmla="*/ 1410843 w 1453388"/>
                  <a:gd name="connsiteY36" fmla="*/ 1154108 h 1472498"/>
                  <a:gd name="connsiteX37" fmla="*/ 1453388 w 1453388"/>
                  <a:gd name="connsiteY37" fmla="*/ 1224720 h 1472498"/>
                  <a:gd name="connsiteX38" fmla="*/ 1383665 w 1453388"/>
                  <a:gd name="connsiteY38" fmla="*/ 1462338 h 1472498"/>
                  <a:gd name="connsiteX39" fmla="*/ 1360424 w 1453388"/>
                  <a:gd name="connsiteY39" fmla="*/ 1465005 h 1472498"/>
                  <a:gd name="connsiteX40" fmla="*/ 1413637 w 1453388"/>
                  <a:gd name="connsiteY40" fmla="*/ 1314509 h 1472498"/>
                  <a:gd name="connsiteX41" fmla="*/ 1331468 w 1453388"/>
                  <a:gd name="connsiteY41" fmla="*/ 1334068 h 1472498"/>
                  <a:gd name="connsiteX42" fmla="*/ 1247394 w 1453388"/>
                  <a:gd name="connsiteY42" fmla="*/ 1274251 h 1472498"/>
                  <a:gd name="connsiteX43" fmla="*/ 1194054 w 1453388"/>
                  <a:gd name="connsiteY43" fmla="*/ 1459036 h 1472498"/>
                  <a:gd name="connsiteX44" fmla="*/ 1192022 w 1453388"/>
                  <a:gd name="connsiteY44" fmla="*/ 1472498 h 1472498"/>
                  <a:gd name="connsiteX45" fmla="*/ 1176909 w 1453388"/>
                  <a:gd name="connsiteY45" fmla="*/ 1457257 h 1472498"/>
                  <a:gd name="connsiteX46" fmla="*/ 1165606 w 1453388"/>
                  <a:gd name="connsiteY46" fmla="*/ 1370136 h 1472498"/>
                  <a:gd name="connsiteX47" fmla="*/ 1128776 w 1453388"/>
                  <a:gd name="connsiteY47" fmla="*/ 1185986 h 1472498"/>
                  <a:gd name="connsiteX48" fmla="*/ 1121791 w 1453388"/>
                  <a:gd name="connsiteY48" fmla="*/ 1162618 h 1472498"/>
                  <a:gd name="connsiteX49" fmla="*/ 950214 w 1453388"/>
                  <a:gd name="connsiteY49" fmla="*/ 1166427 h 1472498"/>
                  <a:gd name="connsiteX50" fmla="*/ 685927 w 1453388"/>
                  <a:gd name="connsiteY50" fmla="*/ 1159062 h 1472498"/>
                  <a:gd name="connsiteX51" fmla="*/ 645795 w 1453388"/>
                  <a:gd name="connsiteY51" fmla="*/ 1182302 h 1472498"/>
                  <a:gd name="connsiteX52" fmla="*/ 599694 w 1453388"/>
                  <a:gd name="connsiteY52" fmla="*/ 1461830 h 1472498"/>
                  <a:gd name="connsiteX53" fmla="*/ 574929 w 1453388"/>
                  <a:gd name="connsiteY53" fmla="*/ 1466020 h 1472498"/>
                  <a:gd name="connsiteX54" fmla="*/ 614299 w 1453388"/>
                  <a:gd name="connsiteY54" fmla="*/ 1184207 h 1472498"/>
                  <a:gd name="connsiteX55" fmla="*/ 481711 w 1453388"/>
                  <a:gd name="connsiteY55" fmla="*/ 1325051 h 1472498"/>
                  <a:gd name="connsiteX56" fmla="*/ 439166 w 1453388"/>
                  <a:gd name="connsiteY56" fmla="*/ 1458527 h 1472498"/>
                  <a:gd name="connsiteX57" fmla="*/ 413258 w 1453388"/>
                  <a:gd name="connsiteY57" fmla="*/ 1468814 h 1472498"/>
                  <a:gd name="connsiteX58" fmla="*/ 520319 w 1453388"/>
                  <a:gd name="connsiteY58" fmla="*/ 1228657 h 1472498"/>
                  <a:gd name="connsiteX59" fmla="*/ 650621 w 1453388"/>
                  <a:gd name="connsiteY59" fmla="*/ 1136963 h 1472498"/>
                  <a:gd name="connsiteX60" fmla="*/ 524637 w 1453388"/>
                  <a:gd name="connsiteY60" fmla="*/ 1011361 h 1472498"/>
                  <a:gd name="connsiteX61" fmla="*/ 446024 w 1453388"/>
                  <a:gd name="connsiteY61" fmla="*/ 970720 h 1472498"/>
                  <a:gd name="connsiteX62" fmla="*/ 414147 w 1453388"/>
                  <a:gd name="connsiteY62" fmla="*/ 824925 h 1472498"/>
                  <a:gd name="connsiteX63" fmla="*/ 513842 w 1453388"/>
                  <a:gd name="connsiteY63" fmla="*/ 724849 h 1472498"/>
                  <a:gd name="connsiteX64" fmla="*/ 691896 w 1453388"/>
                  <a:gd name="connsiteY64" fmla="*/ 550477 h 1472498"/>
                  <a:gd name="connsiteX65" fmla="*/ 869061 w 1453388"/>
                  <a:gd name="connsiteY65" fmla="*/ 514409 h 1472498"/>
                  <a:gd name="connsiteX66" fmla="*/ 869061 w 1453388"/>
                  <a:gd name="connsiteY66" fmla="*/ 398458 h 1472498"/>
                  <a:gd name="connsiteX67" fmla="*/ 722757 w 1453388"/>
                  <a:gd name="connsiteY67" fmla="*/ 301684 h 1472498"/>
                  <a:gd name="connsiteX68" fmla="*/ 610616 w 1453388"/>
                  <a:gd name="connsiteY68" fmla="*/ 358453 h 1472498"/>
                  <a:gd name="connsiteX69" fmla="*/ 598932 w 1453388"/>
                  <a:gd name="connsiteY69" fmla="*/ 438082 h 1472498"/>
                  <a:gd name="connsiteX70" fmla="*/ 511556 w 1453388"/>
                  <a:gd name="connsiteY70" fmla="*/ 439860 h 1472498"/>
                  <a:gd name="connsiteX71" fmla="*/ 475615 w 1453388"/>
                  <a:gd name="connsiteY71" fmla="*/ 374328 h 1472498"/>
                  <a:gd name="connsiteX72" fmla="*/ 395224 w 1453388"/>
                  <a:gd name="connsiteY72" fmla="*/ 348801 h 1472498"/>
                  <a:gd name="connsiteX73" fmla="*/ 326771 w 1453388"/>
                  <a:gd name="connsiteY73" fmla="*/ 533713 h 1472498"/>
                  <a:gd name="connsiteX74" fmla="*/ 356489 w 1453388"/>
                  <a:gd name="connsiteY74" fmla="*/ 561400 h 1472498"/>
                  <a:gd name="connsiteX75" fmla="*/ 290703 w 1453388"/>
                  <a:gd name="connsiteY75" fmla="*/ 659189 h 1472498"/>
                  <a:gd name="connsiteX76" fmla="*/ 241808 w 1453388"/>
                  <a:gd name="connsiteY76" fmla="*/ 552890 h 1472498"/>
                  <a:gd name="connsiteX77" fmla="*/ 300228 w 1453388"/>
                  <a:gd name="connsiteY77" fmla="*/ 527871 h 1472498"/>
                  <a:gd name="connsiteX78" fmla="*/ 349250 w 1453388"/>
                  <a:gd name="connsiteY78" fmla="*/ 400871 h 1472498"/>
                  <a:gd name="connsiteX79" fmla="*/ 372999 w 1453388"/>
                  <a:gd name="connsiteY79" fmla="*/ 338895 h 1472498"/>
                  <a:gd name="connsiteX80" fmla="*/ 180721 w 1453388"/>
                  <a:gd name="connsiteY80" fmla="*/ 261933 h 1472498"/>
                  <a:gd name="connsiteX81" fmla="*/ 131445 w 1453388"/>
                  <a:gd name="connsiteY81" fmla="*/ 300288 h 1472498"/>
                  <a:gd name="connsiteX82" fmla="*/ 34798 w 1453388"/>
                  <a:gd name="connsiteY82" fmla="*/ 262441 h 1472498"/>
                  <a:gd name="connsiteX83" fmla="*/ 62103 w 1453388"/>
                  <a:gd name="connsiteY83" fmla="*/ 148014 h 1472498"/>
                  <a:gd name="connsiteX84" fmla="*/ 130175 w 1453388"/>
                  <a:gd name="connsiteY84" fmla="*/ 143696 h 1472498"/>
                  <a:gd name="connsiteX85" fmla="*/ 124587 w 1453388"/>
                  <a:gd name="connsiteY85" fmla="*/ 109660 h 1472498"/>
                  <a:gd name="connsiteX86" fmla="*/ 0 w 1453388"/>
                  <a:gd name="connsiteY86" fmla="*/ 45399 h 1472498"/>
                  <a:gd name="connsiteX87" fmla="*/ 32893 w 1453388"/>
                  <a:gd name="connsiteY87" fmla="*/ 36127 h 1472498"/>
                  <a:gd name="connsiteX88" fmla="*/ 65278 w 1453388"/>
                  <a:gd name="connsiteY88" fmla="*/ 60765 h 1472498"/>
                  <a:gd name="connsiteX89" fmla="*/ 280543 w 1453388"/>
                  <a:gd name="connsiteY89" fmla="*/ 123757 h 1472498"/>
                  <a:gd name="connsiteX90" fmla="*/ 32893 w 1453388"/>
                  <a:gd name="connsiteY90" fmla="*/ 36127 h 1472498"/>
                  <a:gd name="connsiteX91" fmla="*/ 839978 w 1453388"/>
                  <a:gd name="connsiteY91" fmla="*/ 33334 h 1472498"/>
                  <a:gd name="connsiteX92" fmla="*/ 729488 w 1453388"/>
                  <a:gd name="connsiteY92" fmla="*/ 140649 h 1472498"/>
                  <a:gd name="connsiteX93" fmla="*/ 886968 w 1453388"/>
                  <a:gd name="connsiteY93" fmla="*/ 369883 h 1472498"/>
                  <a:gd name="connsiteX94" fmla="*/ 1055370 w 1453388"/>
                  <a:gd name="connsiteY94" fmla="*/ 257362 h 1472498"/>
                  <a:gd name="connsiteX95" fmla="*/ 993902 w 1453388"/>
                  <a:gd name="connsiteY95" fmla="*/ 60765 h 1472498"/>
                  <a:gd name="connsiteX96" fmla="*/ 839978 w 1453388"/>
                  <a:gd name="connsiteY96" fmla="*/ 33334 h 1472498"/>
                  <a:gd name="connsiteX97" fmla="*/ 1186180 w 1453388"/>
                  <a:gd name="connsiteY97" fmla="*/ 144205 h 1472498"/>
                  <a:gd name="connsiteX98" fmla="*/ 1402334 w 1453388"/>
                  <a:gd name="connsiteY98" fmla="*/ 271205 h 1472498"/>
                  <a:gd name="connsiteX99" fmla="*/ 1186180 w 1453388"/>
                  <a:gd name="connsiteY99" fmla="*/ 144205 h 1472498"/>
                  <a:gd name="connsiteX100" fmla="*/ 77851 w 1453388"/>
                  <a:gd name="connsiteY100" fmla="*/ 172526 h 1472498"/>
                  <a:gd name="connsiteX101" fmla="*/ 54356 w 1453388"/>
                  <a:gd name="connsiteY101" fmla="*/ 238565 h 1472498"/>
                  <a:gd name="connsiteX102" fmla="*/ 125984 w 1453388"/>
                  <a:gd name="connsiteY102" fmla="*/ 274126 h 1472498"/>
                  <a:gd name="connsiteX103" fmla="*/ 170180 w 1453388"/>
                  <a:gd name="connsiteY103" fmla="*/ 225484 h 1472498"/>
                  <a:gd name="connsiteX104" fmla="*/ 77851 w 1453388"/>
                  <a:gd name="connsiteY104" fmla="*/ 172526 h 1472498"/>
                  <a:gd name="connsiteX105" fmla="*/ 1245489 w 1453388"/>
                  <a:gd name="connsiteY105" fmla="*/ 298890 h 1472498"/>
                  <a:gd name="connsiteX106" fmla="*/ 1229868 w 1453388"/>
                  <a:gd name="connsiteY106" fmla="*/ 369502 h 1472498"/>
                  <a:gd name="connsiteX107" fmla="*/ 1323594 w 1453388"/>
                  <a:gd name="connsiteY107" fmla="*/ 351722 h 1472498"/>
                  <a:gd name="connsiteX108" fmla="*/ 1245489 w 1453388"/>
                  <a:gd name="connsiteY108" fmla="*/ 298890 h 1472498"/>
                  <a:gd name="connsiteX109" fmla="*/ 517779 w 1453388"/>
                  <a:gd name="connsiteY109" fmla="*/ 356040 h 1472498"/>
                  <a:gd name="connsiteX110" fmla="*/ 557530 w 1453388"/>
                  <a:gd name="connsiteY110" fmla="*/ 422081 h 1472498"/>
                  <a:gd name="connsiteX111" fmla="*/ 581279 w 1453388"/>
                  <a:gd name="connsiteY111" fmla="*/ 355406 h 1472498"/>
                  <a:gd name="connsiteX112" fmla="*/ 517779 w 1453388"/>
                  <a:gd name="connsiteY112" fmla="*/ 356040 h 1472498"/>
                  <a:gd name="connsiteX113" fmla="*/ 787400 w 1453388"/>
                  <a:gd name="connsiteY113" fmla="*/ 550224 h 1472498"/>
                  <a:gd name="connsiteX114" fmla="*/ 551561 w 1453388"/>
                  <a:gd name="connsiteY114" fmla="*/ 708084 h 1472498"/>
                  <a:gd name="connsiteX115" fmla="*/ 521081 w 1453388"/>
                  <a:gd name="connsiteY115" fmla="*/ 910269 h 1472498"/>
                  <a:gd name="connsiteX116" fmla="*/ 656336 w 1453388"/>
                  <a:gd name="connsiteY116" fmla="*/ 1108643 h 1472498"/>
                  <a:gd name="connsiteX117" fmla="*/ 885698 w 1453388"/>
                  <a:gd name="connsiteY117" fmla="*/ 1143059 h 1472498"/>
                  <a:gd name="connsiteX118" fmla="*/ 1167257 w 1453388"/>
                  <a:gd name="connsiteY118" fmla="*/ 1081464 h 1472498"/>
                  <a:gd name="connsiteX119" fmla="*/ 1254379 w 1453388"/>
                  <a:gd name="connsiteY119" fmla="*/ 789745 h 1472498"/>
                  <a:gd name="connsiteX120" fmla="*/ 1073404 w 1453388"/>
                  <a:gd name="connsiteY120" fmla="*/ 576766 h 1472498"/>
                  <a:gd name="connsiteX121" fmla="*/ 787400 w 1453388"/>
                  <a:gd name="connsiteY121" fmla="*/ 550224 h 1472498"/>
                  <a:gd name="connsiteX122" fmla="*/ 266700 w 1453388"/>
                  <a:gd name="connsiteY122" fmla="*/ 566480 h 1472498"/>
                  <a:gd name="connsiteX123" fmla="*/ 314071 w 1453388"/>
                  <a:gd name="connsiteY123" fmla="*/ 625407 h 1472498"/>
                  <a:gd name="connsiteX124" fmla="*/ 266700 w 1453388"/>
                  <a:gd name="connsiteY124" fmla="*/ 566480 h 1472498"/>
                  <a:gd name="connsiteX125" fmla="*/ 508508 w 1453388"/>
                  <a:gd name="connsiteY125" fmla="*/ 984309 h 1472498"/>
                  <a:gd name="connsiteX126" fmla="*/ 500888 w 1453388"/>
                  <a:gd name="connsiteY126" fmla="*/ 753677 h 1472498"/>
                  <a:gd name="connsiteX127" fmla="*/ 508508 w 1453388"/>
                  <a:gd name="connsiteY127" fmla="*/ 984309 h 1472498"/>
                  <a:gd name="connsiteX128" fmla="*/ 1274572 w 1453388"/>
                  <a:gd name="connsiteY128" fmla="*/ 752662 h 1472498"/>
                  <a:gd name="connsiteX129" fmla="*/ 1273048 w 1453388"/>
                  <a:gd name="connsiteY129" fmla="*/ 989008 h 1472498"/>
                  <a:gd name="connsiteX130" fmla="*/ 1274572 w 1453388"/>
                  <a:gd name="connsiteY130" fmla="*/ 752662 h 1472498"/>
                  <a:gd name="connsiteX131" fmla="*/ 1310640 w 1453388"/>
                  <a:gd name="connsiteY131" fmla="*/ 1163761 h 1472498"/>
                  <a:gd name="connsiteX132" fmla="*/ 1312418 w 1453388"/>
                  <a:gd name="connsiteY132" fmla="*/ 1303461 h 1472498"/>
                  <a:gd name="connsiteX133" fmla="*/ 1425702 w 1453388"/>
                  <a:gd name="connsiteY133" fmla="*/ 1234119 h 1472498"/>
                  <a:gd name="connsiteX134" fmla="*/ 1310640 w 1453388"/>
                  <a:gd name="connsiteY134" fmla="*/ 1163761 h 1472498"/>
                  <a:gd name="connsiteX135" fmla="*/ 1154557 w 1453388"/>
                  <a:gd name="connsiteY135" fmla="*/ 1181540 h 1472498"/>
                  <a:gd name="connsiteX136" fmla="*/ 1189609 w 1453388"/>
                  <a:gd name="connsiteY136" fmla="*/ 1338005 h 1472498"/>
                  <a:gd name="connsiteX137" fmla="*/ 1241806 w 1453388"/>
                  <a:gd name="connsiteY137" fmla="*/ 1235643 h 1472498"/>
                  <a:gd name="connsiteX138" fmla="*/ 1154557 w 1453388"/>
                  <a:gd name="connsiteY138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166114 w 1453388"/>
                  <a:gd name="connsiteY15" fmla="*/ 154364 h 1472498"/>
                  <a:gd name="connsiteX16" fmla="*/ 1306703 w 1453388"/>
                  <a:gd name="connsiteY16" fmla="*/ 149920 h 1472498"/>
                  <a:gd name="connsiteX17" fmla="*/ 1414653 w 1453388"/>
                  <a:gd name="connsiteY17" fmla="*/ 279206 h 1472498"/>
                  <a:gd name="connsiteX18" fmla="*/ 1394587 w 1453388"/>
                  <a:gd name="connsiteY18" fmla="*/ 290255 h 1472498"/>
                  <a:gd name="connsiteX19" fmla="*/ 1349121 w 1453388"/>
                  <a:gd name="connsiteY19" fmla="*/ 319338 h 1472498"/>
                  <a:gd name="connsiteX20" fmla="*/ 1338961 w 1453388"/>
                  <a:gd name="connsiteY20" fmla="*/ 386520 h 1472498"/>
                  <a:gd name="connsiteX21" fmla="*/ 1206754 w 1453388"/>
                  <a:gd name="connsiteY21" fmla="*/ 380044 h 1472498"/>
                  <a:gd name="connsiteX22" fmla="*/ 1190244 w 1453388"/>
                  <a:gd name="connsiteY22" fmla="*/ 344357 h 1472498"/>
                  <a:gd name="connsiteX23" fmla="*/ 1201801 w 1453388"/>
                  <a:gd name="connsiteY23" fmla="*/ 303844 h 1472498"/>
                  <a:gd name="connsiteX24" fmla="*/ 1082294 w 1453388"/>
                  <a:gd name="connsiteY24" fmla="*/ 261426 h 1472498"/>
                  <a:gd name="connsiteX25" fmla="*/ 945007 w 1453388"/>
                  <a:gd name="connsiteY25" fmla="*/ 390712 h 1472498"/>
                  <a:gd name="connsiteX26" fmla="*/ 895604 w 1453388"/>
                  <a:gd name="connsiteY26" fmla="*/ 397570 h 1472498"/>
                  <a:gd name="connsiteX27" fmla="*/ 895350 w 1453388"/>
                  <a:gd name="connsiteY27" fmla="*/ 515171 h 1472498"/>
                  <a:gd name="connsiteX28" fmla="*/ 1144651 w 1453388"/>
                  <a:gd name="connsiteY28" fmla="*/ 586800 h 1472498"/>
                  <a:gd name="connsiteX29" fmla="*/ 1251204 w 1453388"/>
                  <a:gd name="connsiteY29" fmla="*/ 704528 h 1472498"/>
                  <a:gd name="connsiteX30" fmla="*/ 1340993 w 1453388"/>
                  <a:gd name="connsiteY30" fmla="*/ 779713 h 1472498"/>
                  <a:gd name="connsiteX31" fmla="*/ 1256030 w 1453388"/>
                  <a:gd name="connsiteY31" fmla="*/ 1014155 h 1472498"/>
                  <a:gd name="connsiteX32" fmla="*/ 1237361 w 1453388"/>
                  <a:gd name="connsiteY32" fmla="*/ 1043111 h 1472498"/>
                  <a:gd name="connsiteX33" fmla="*/ 1122934 w 1453388"/>
                  <a:gd name="connsiteY33" fmla="*/ 1135439 h 1472498"/>
                  <a:gd name="connsiteX34" fmla="*/ 1246632 w 1453388"/>
                  <a:gd name="connsiteY34" fmla="*/ 1210624 h 1472498"/>
                  <a:gd name="connsiteX35" fmla="*/ 1310640 w 1453388"/>
                  <a:gd name="connsiteY35" fmla="*/ 1137345 h 1472498"/>
                  <a:gd name="connsiteX36" fmla="*/ 1410843 w 1453388"/>
                  <a:gd name="connsiteY36" fmla="*/ 1154108 h 1472498"/>
                  <a:gd name="connsiteX37" fmla="*/ 1453388 w 1453388"/>
                  <a:gd name="connsiteY37" fmla="*/ 1224720 h 1472498"/>
                  <a:gd name="connsiteX38" fmla="*/ 1383665 w 1453388"/>
                  <a:gd name="connsiteY38" fmla="*/ 1462338 h 1472498"/>
                  <a:gd name="connsiteX39" fmla="*/ 1360424 w 1453388"/>
                  <a:gd name="connsiteY39" fmla="*/ 1465005 h 1472498"/>
                  <a:gd name="connsiteX40" fmla="*/ 1413637 w 1453388"/>
                  <a:gd name="connsiteY40" fmla="*/ 1314509 h 1472498"/>
                  <a:gd name="connsiteX41" fmla="*/ 1331468 w 1453388"/>
                  <a:gd name="connsiteY41" fmla="*/ 1334068 h 1472498"/>
                  <a:gd name="connsiteX42" fmla="*/ 1247394 w 1453388"/>
                  <a:gd name="connsiteY42" fmla="*/ 1274251 h 1472498"/>
                  <a:gd name="connsiteX43" fmla="*/ 1194054 w 1453388"/>
                  <a:gd name="connsiteY43" fmla="*/ 1459036 h 1472498"/>
                  <a:gd name="connsiteX44" fmla="*/ 1192022 w 1453388"/>
                  <a:gd name="connsiteY44" fmla="*/ 1472498 h 1472498"/>
                  <a:gd name="connsiteX45" fmla="*/ 1176909 w 1453388"/>
                  <a:gd name="connsiteY45" fmla="*/ 1457257 h 1472498"/>
                  <a:gd name="connsiteX46" fmla="*/ 1165606 w 1453388"/>
                  <a:gd name="connsiteY46" fmla="*/ 1370136 h 1472498"/>
                  <a:gd name="connsiteX47" fmla="*/ 1128776 w 1453388"/>
                  <a:gd name="connsiteY47" fmla="*/ 1185986 h 1472498"/>
                  <a:gd name="connsiteX48" fmla="*/ 1121791 w 1453388"/>
                  <a:gd name="connsiteY48" fmla="*/ 1162618 h 1472498"/>
                  <a:gd name="connsiteX49" fmla="*/ 950214 w 1453388"/>
                  <a:gd name="connsiteY49" fmla="*/ 1166427 h 1472498"/>
                  <a:gd name="connsiteX50" fmla="*/ 685927 w 1453388"/>
                  <a:gd name="connsiteY50" fmla="*/ 1159062 h 1472498"/>
                  <a:gd name="connsiteX51" fmla="*/ 645795 w 1453388"/>
                  <a:gd name="connsiteY51" fmla="*/ 1182302 h 1472498"/>
                  <a:gd name="connsiteX52" fmla="*/ 599694 w 1453388"/>
                  <a:gd name="connsiteY52" fmla="*/ 1461830 h 1472498"/>
                  <a:gd name="connsiteX53" fmla="*/ 574929 w 1453388"/>
                  <a:gd name="connsiteY53" fmla="*/ 1466020 h 1472498"/>
                  <a:gd name="connsiteX54" fmla="*/ 614299 w 1453388"/>
                  <a:gd name="connsiteY54" fmla="*/ 1184207 h 1472498"/>
                  <a:gd name="connsiteX55" fmla="*/ 481711 w 1453388"/>
                  <a:gd name="connsiteY55" fmla="*/ 1325051 h 1472498"/>
                  <a:gd name="connsiteX56" fmla="*/ 439166 w 1453388"/>
                  <a:gd name="connsiteY56" fmla="*/ 1458527 h 1472498"/>
                  <a:gd name="connsiteX57" fmla="*/ 413258 w 1453388"/>
                  <a:gd name="connsiteY57" fmla="*/ 1468814 h 1472498"/>
                  <a:gd name="connsiteX58" fmla="*/ 520319 w 1453388"/>
                  <a:gd name="connsiteY58" fmla="*/ 1228657 h 1472498"/>
                  <a:gd name="connsiteX59" fmla="*/ 650621 w 1453388"/>
                  <a:gd name="connsiteY59" fmla="*/ 1136963 h 1472498"/>
                  <a:gd name="connsiteX60" fmla="*/ 524637 w 1453388"/>
                  <a:gd name="connsiteY60" fmla="*/ 1011361 h 1472498"/>
                  <a:gd name="connsiteX61" fmla="*/ 446024 w 1453388"/>
                  <a:gd name="connsiteY61" fmla="*/ 970720 h 1472498"/>
                  <a:gd name="connsiteX62" fmla="*/ 414147 w 1453388"/>
                  <a:gd name="connsiteY62" fmla="*/ 824925 h 1472498"/>
                  <a:gd name="connsiteX63" fmla="*/ 513842 w 1453388"/>
                  <a:gd name="connsiteY63" fmla="*/ 724849 h 1472498"/>
                  <a:gd name="connsiteX64" fmla="*/ 691896 w 1453388"/>
                  <a:gd name="connsiteY64" fmla="*/ 550477 h 1472498"/>
                  <a:gd name="connsiteX65" fmla="*/ 869061 w 1453388"/>
                  <a:gd name="connsiteY65" fmla="*/ 514409 h 1472498"/>
                  <a:gd name="connsiteX66" fmla="*/ 869061 w 1453388"/>
                  <a:gd name="connsiteY66" fmla="*/ 398458 h 1472498"/>
                  <a:gd name="connsiteX67" fmla="*/ 722757 w 1453388"/>
                  <a:gd name="connsiteY67" fmla="*/ 301684 h 1472498"/>
                  <a:gd name="connsiteX68" fmla="*/ 610616 w 1453388"/>
                  <a:gd name="connsiteY68" fmla="*/ 358453 h 1472498"/>
                  <a:gd name="connsiteX69" fmla="*/ 598932 w 1453388"/>
                  <a:gd name="connsiteY69" fmla="*/ 438082 h 1472498"/>
                  <a:gd name="connsiteX70" fmla="*/ 511556 w 1453388"/>
                  <a:gd name="connsiteY70" fmla="*/ 439860 h 1472498"/>
                  <a:gd name="connsiteX71" fmla="*/ 475615 w 1453388"/>
                  <a:gd name="connsiteY71" fmla="*/ 374328 h 1472498"/>
                  <a:gd name="connsiteX72" fmla="*/ 395224 w 1453388"/>
                  <a:gd name="connsiteY72" fmla="*/ 348801 h 1472498"/>
                  <a:gd name="connsiteX73" fmla="*/ 326771 w 1453388"/>
                  <a:gd name="connsiteY73" fmla="*/ 533713 h 1472498"/>
                  <a:gd name="connsiteX74" fmla="*/ 356489 w 1453388"/>
                  <a:gd name="connsiteY74" fmla="*/ 561400 h 1472498"/>
                  <a:gd name="connsiteX75" fmla="*/ 290703 w 1453388"/>
                  <a:gd name="connsiteY75" fmla="*/ 659189 h 1472498"/>
                  <a:gd name="connsiteX76" fmla="*/ 241808 w 1453388"/>
                  <a:gd name="connsiteY76" fmla="*/ 552890 h 1472498"/>
                  <a:gd name="connsiteX77" fmla="*/ 300228 w 1453388"/>
                  <a:gd name="connsiteY77" fmla="*/ 527871 h 1472498"/>
                  <a:gd name="connsiteX78" fmla="*/ 349250 w 1453388"/>
                  <a:gd name="connsiteY78" fmla="*/ 400871 h 1472498"/>
                  <a:gd name="connsiteX79" fmla="*/ 372999 w 1453388"/>
                  <a:gd name="connsiteY79" fmla="*/ 338895 h 1472498"/>
                  <a:gd name="connsiteX80" fmla="*/ 180721 w 1453388"/>
                  <a:gd name="connsiteY80" fmla="*/ 261933 h 1472498"/>
                  <a:gd name="connsiteX81" fmla="*/ 131445 w 1453388"/>
                  <a:gd name="connsiteY81" fmla="*/ 300288 h 1472498"/>
                  <a:gd name="connsiteX82" fmla="*/ 34798 w 1453388"/>
                  <a:gd name="connsiteY82" fmla="*/ 262441 h 1472498"/>
                  <a:gd name="connsiteX83" fmla="*/ 62103 w 1453388"/>
                  <a:gd name="connsiteY83" fmla="*/ 148014 h 1472498"/>
                  <a:gd name="connsiteX84" fmla="*/ 130175 w 1453388"/>
                  <a:gd name="connsiteY84" fmla="*/ 143696 h 1472498"/>
                  <a:gd name="connsiteX85" fmla="*/ 124587 w 1453388"/>
                  <a:gd name="connsiteY85" fmla="*/ 109660 h 1472498"/>
                  <a:gd name="connsiteX86" fmla="*/ 0 w 1453388"/>
                  <a:gd name="connsiteY86" fmla="*/ 45399 h 1472498"/>
                  <a:gd name="connsiteX87" fmla="*/ 32893 w 1453388"/>
                  <a:gd name="connsiteY87" fmla="*/ 36127 h 1472498"/>
                  <a:gd name="connsiteX88" fmla="*/ 65278 w 1453388"/>
                  <a:gd name="connsiteY88" fmla="*/ 60765 h 1472498"/>
                  <a:gd name="connsiteX89" fmla="*/ 280543 w 1453388"/>
                  <a:gd name="connsiteY89" fmla="*/ 123757 h 1472498"/>
                  <a:gd name="connsiteX90" fmla="*/ 32893 w 1453388"/>
                  <a:gd name="connsiteY90" fmla="*/ 36127 h 1472498"/>
                  <a:gd name="connsiteX91" fmla="*/ 839978 w 1453388"/>
                  <a:gd name="connsiteY91" fmla="*/ 33334 h 1472498"/>
                  <a:gd name="connsiteX92" fmla="*/ 729488 w 1453388"/>
                  <a:gd name="connsiteY92" fmla="*/ 140649 h 1472498"/>
                  <a:gd name="connsiteX93" fmla="*/ 886968 w 1453388"/>
                  <a:gd name="connsiteY93" fmla="*/ 369883 h 1472498"/>
                  <a:gd name="connsiteX94" fmla="*/ 1055370 w 1453388"/>
                  <a:gd name="connsiteY94" fmla="*/ 257362 h 1472498"/>
                  <a:gd name="connsiteX95" fmla="*/ 993902 w 1453388"/>
                  <a:gd name="connsiteY95" fmla="*/ 60765 h 1472498"/>
                  <a:gd name="connsiteX96" fmla="*/ 839978 w 1453388"/>
                  <a:gd name="connsiteY96" fmla="*/ 33334 h 1472498"/>
                  <a:gd name="connsiteX97" fmla="*/ 1186180 w 1453388"/>
                  <a:gd name="connsiteY97" fmla="*/ 144205 h 1472498"/>
                  <a:gd name="connsiteX98" fmla="*/ 1186180 w 1453388"/>
                  <a:gd name="connsiteY98" fmla="*/ 144205 h 1472498"/>
                  <a:gd name="connsiteX99" fmla="*/ 77851 w 1453388"/>
                  <a:gd name="connsiteY99" fmla="*/ 172526 h 1472498"/>
                  <a:gd name="connsiteX100" fmla="*/ 54356 w 1453388"/>
                  <a:gd name="connsiteY100" fmla="*/ 238565 h 1472498"/>
                  <a:gd name="connsiteX101" fmla="*/ 125984 w 1453388"/>
                  <a:gd name="connsiteY101" fmla="*/ 274126 h 1472498"/>
                  <a:gd name="connsiteX102" fmla="*/ 170180 w 1453388"/>
                  <a:gd name="connsiteY102" fmla="*/ 225484 h 1472498"/>
                  <a:gd name="connsiteX103" fmla="*/ 77851 w 1453388"/>
                  <a:gd name="connsiteY103" fmla="*/ 172526 h 1472498"/>
                  <a:gd name="connsiteX104" fmla="*/ 1245489 w 1453388"/>
                  <a:gd name="connsiteY104" fmla="*/ 298890 h 1472498"/>
                  <a:gd name="connsiteX105" fmla="*/ 1229868 w 1453388"/>
                  <a:gd name="connsiteY105" fmla="*/ 369502 h 1472498"/>
                  <a:gd name="connsiteX106" fmla="*/ 1323594 w 1453388"/>
                  <a:gd name="connsiteY106" fmla="*/ 351722 h 1472498"/>
                  <a:gd name="connsiteX107" fmla="*/ 1245489 w 1453388"/>
                  <a:gd name="connsiteY107" fmla="*/ 298890 h 1472498"/>
                  <a:gd name="connsiteX108" fmla="*/ 517779 w 1453388"/>
                  <a:gd name="connsiteY108" fmla="*/ 356040 h 1472498"/>
                  <a:gd name="connsiteX109" fmla="*/ 557530 w 1453388"/>
                  <a:gd name="connsiteY109" fmla="*/ 422081 h 1472498"/>
                  <a:gd name="connsiteX110" fmla="*/ 581279 w 1453388"/>
                  <a:gd name="connsiteY110" fmla="*/ 355406 h 1472498"/>
                  <a:gd name="connsiteX111" fmla="*/ 517779 w 1453388"/>
                  <a:gd name="connsiteY111" fmla="*/ 356040 h 1472498"/>
                  <a:gd name="connsiteX112" fmla="*/ 787400 w 1453388"/>
                  <a:gd name="connsiteY112" fmla="*/ 550224 h 1472498"/>
                  <a:gd name="connsiteX113" fmla="*/ 551561 w 1453388"/>
                  <a:gd name="connsiteY113" fmla="*/ 708084 h 1472498"/>
                  <a:gd name="connsiteX114" fmla="*/ 521081 w 1453388"/>
                  <a:gd name="connsiteY114" fmla="*/ 910269 h 1472498"/>
                  <a:gd name="connsiteX115" fmla="*/ 656336 w 1453388"/>
                  <a:gd name="connsiteY115" fmla="*/ 1108643 h 1472498"/>
                  <a:gd name="connsiteX116" fmla="*/ 885698 w 1453388"/>
                  <a:gd name="connsiteY116" fmla="*/ 1143059 h 1472498"/>
                  <a:gd name="connsiteX117" fmla="*/ 1167257 w 1453388"/>
                  <a:gd name="connsiteY117" fmla="*/ 1081464 h 1472498"/>
                  <a:gd name="connsiteX118" fmla="*/ 1254379 w 1453388"/>
                  <a:gd name="connsiteY118" fmla="*/ 789745 h 1472498"/>
                  <a:gd name="connsiteX119" fmla="*/ 1073404 w 1453388"/>
                  <a:gd name="connsiteY119" fmla="*/ 576766 h 1472498"/>
                  <a:gd name="connsiteX120" fmla="*/ 787400 w 1453388"/>
                  <a:gd name="connsiteY120" fmla="*/ 550224 h 1472498"/>
                  <a:gd name="connsiteX121" fmla="*/ 266700 w 1453388"/>
                  <a:gd name="connsiteY121" fmla="*/ 566480 h 1472498"/>
                  <a:gd name="connsiteX122" fmla="*/ 314071 w 1453388"/>
                  <a:gd name="connsiteY122" fmla="*/ 625407 h 1472498"/>
                  <a:gd name="connsiteX123" fmla="*/ 266700 w 1453388"/>
                  <a:gd name="connsiteY123" fmla="*/ 566480 h 1472498"/>
                  <a:gd name="connsiteX124" fmla="*/ 508508 w 1453388"/>
                  <a:gd name="connsiteY124" fmla="*/ 984309 h 1472498"/>
                  <a:gd name="connsiteX125" fmla="*/ 500888 w 1453388"/>
                  <a:gd name="connsiteY125" fmla="*/ 753677 h 1472498"/>
                  <a:gd name="connsiteX126" fmla="*/ 508508 w 1453388"/>
                  <a:gd name="connsiteY126" fmla="*/ 984309 h 1472498"/>
                  <a:gd name="connsiteX127" fmla="*/ 1274572 w 1453388"/>
                  <a:gd name="connsiteY127" fmla="*/ 752662 h 1472498"/>
                  <a:gd name="connsiteX128" fmla="*/ 1273048 w 1453388"/>
                  <a:gd name="connsiteY128" fmla="*/ 989008 h 1472498"/>
                  <a:gd name="connsiteX129" fmla="*/ 1274572 w 1453388"/>
                  <a:gd name="connsiteY129" fmla="*/ 752662 h 1472498"/>
                  <a:gd name="connsiteX130" fmla="*/ 1310640 w 1453388"/>
                  <a:gd name="connsiteY130" fmla="*/ 1163761 h 1472498"/>
                  <a:gd name="connsiteX131" fmla="*/ 1312418 w 1453388"/>
                  <a:gd name="connsiteY131" fmla="*/ 1303461 h 1472498"/>
                  <a:gd name="connsiteX132" fmla="*/ 1425702 w 1453388"/>
                  <a:gd name="connsiteY132" fmla="*/ 1234119 h 1472498"/>
                  <a:gd name="connsiteX133" fmla="*/ 1310640 w 1453388"/>
                  <a:gd name="connsiteY133" fmla="*/ 1163761 h 1472498"/>
                  <a:gd name="connsiteX134" fmla="*/ 1154557 w 1453388"/>
                  <a:gd name="connsiteY134" fmla="*/ 1181540 h 1472498"/>
                  <a:gd name="connsiteX135" fmla="*/ 1189609 w 1453388"/>
                  <a:gd name="connsiteY135" fmla="*/ 1338005 h 1472498"/>
                  <a:gd name="connsiteX136" fmla="*/ 1241806 w 1453388"/>
                  <a:gd name="connsiteY136" fmla="*/ 1235643 h 1472498"/>
                  <a:gd name="connsiteX137" fmla="*/ 1154557 w 1453388"/>
                  <a:gd name="connsiteY137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166114 w 1453388"/>
                  <a:gd name="connsiteY15" fmla="*/ 154364 h 1472498"/>
                  <a:gd name="connsiteX16" fmla="*/ 1414653 w 1453388"/>
                  <a:gd name="connsiteY16" fmla="*/ 279206 h 1472498"/>
                  <a:gd name="connsiteX17" fmla="*/ 1394587 w 1453388"/>
                  <a:gd name="connsiteY17" fmla="*/ 290255 h 1472498"/>
                  <a:gd name="connsiteX18" fmla="*/ 1349121 w 1453388"/>
                  <a:gd name="connsiteY18" fmla="*/ 319338 h 1472498"/>
                  <a:gd name="connsiteX19" fmla="*/ 1338961 w 1453388"/>
                  <a:gd name="connsiteY19" fmla="*/ 386520 h 1472498"/>
                  <a:gd name="connsiteX20" fmla="*/ 1206754 w 1453388"/>
                  <a:gd name="connsiteY20" fmla="*/ 380044 h 1472498"/>
                  <a:gd name="connsiteX21" fmla="*/ 1190244 w 1453388"/>
                  <a:gd name="connsiteY21" fmla="*/ 344357 h 1472498"/>
                  <a:gd name="connsiteX22" fmla="*/ 1201801 w 1453388"/>
                  <a:gd name="connsiteY22" fmla="*/ 303844 h 1472498"/>
                  <a:gd name="connsiteX23" fmla="*/ 1082294 w 1453388"/>
                  <a:gd name="connsiteY23" fmla="*/ 261426 h 1472498"/>
                  <a:gd name="connsiteX24" fmla="*/ 945007 w 1453388"/>
                  <a:gd name="connsiteY24" fmla="*/ 390712 h 1472498"/>
                  <a:gd name="connsiteX25" fmla="*/ 895604 w 1453388"/>
                  <a:gd name="connsiteY25" fmla="*/ 397570 h 1472498"/>
                  <a:gd name="connsiteX26" fmla="*/ 895350 w 1453388"/>
                  <a:gd name="connsiteY26" fmla="*/ 515171 h 1472498"/>
                  <a:gd name="connsiteX27" fmla="*/ 1144651 w 1453388"/>
                  <a:gd name="connsiteY27" fmla="*/ 586800 h 1472498"/>
                  <a:gd name="connsiteX28" fmla="*/ 1251204 w 1453388"/>
                  <a:gd name="connsiteY28" fmla="*/ 704528 h 1472498"/>
                  <a:gd name="connsiteX29" fmla="*/ 1340993 w 1453388"/>
                  <a:gd name="connsiteY29" fmla="*/ 779713 h 1472498"/>
                  <a:gd name="connsiteX30" fmla="*/ 1256030 w 1453388"/>
                  <a:gd name="connsiteY30" fmla="*/ 1014155 h 1472498"/>
                  <a:gd name="connsiteX31" fmla="*/ 1237361 w 1453388"/>
                  <a:gd name="connsiteY31" fmla="*/ 1043111 h 1472498"/>
                  <a:gd name="connsiteX32" fmla="*/ 1122934 w 1453388"/>
                  <a:gd name="connsiteY32" fmla="*/ 1135439 h 1472498"/>
                  <a:gd name="connsiteX33" fmla="*/ 1246632 w 1453388"/>
                  <a:gd name="connsiteY33" fmla="*/ 1210624 h 1472498"/>
                  <a:gd name="connsiteX34" fmla="*/ 1310640 w 1453388"/>
                  <a:gd name="connsiteY34" fmla="*/ 1137345 h 1472498"/>
                  <a:gd name="connsiteX35" fmla="*/ 1410843 w 1453388"/>
                  <a:gd name="connsiteY35" fmla="*/ 1154108 h 1472498"/>
                  <a:gd name="connsiteX36" fmla="*/ 1453388 w 1453388"/>
                  <a:gd name="connsiteY36" fmla="*/ 1224720 h 1472498"/>
                  <a:gd name="connsiteX37" fmla="*/ 1383665 w 1453388"/>
                  <a:gd name="connsiteY37" fmla="*/ 1462338 h 1472498"/>
                  <a:gd name="connsiteX38" fmla="*/ 1360424 w 1453388"/>
                  <a:gd name="connsiteY38" fmla="*/ 1465005 h 1472498"/>
                  <a:gd name="connsiteX39" fmla="*/ 1413637 w 1453388"/>
                  <a:gd name="connsiteY39" fmla="*/ 1314509 h 1472498"/>
                  <a:gd name="connsiteX40" fmla="*/ 1331468 w 1453388"/>
                  <a:gd name="connsiteY40" fmla="*/ 1334068 h 1472498"/>
                  <a:gd name="connsiteX41" fmla="*/ 1247394 w 1453388"/>
                  <a:gd name="connsiteY41" fmla="*/ 1274251 h 1472498"/>
                  <a:gd name="connsiteX42" fmla="*/ 1194054 w 1453388"/>
                  <a:gd name="connsiteY42" fmla="*/ 1459036 h 1472498"/>
                  <a:gd name="connsiteX43" fmla="*/ 1192022 w 1453388"/>
                  <a:gd name="connsiteY43" fmla="*/ 1472498 h 1472498"/>
                  <a:gd name="connsiteX44" fmla="*/ 1176909 w 1453388"/>
                  <a:gd name="connsiteY44" fmla="*/ 1457257 h 1472498"/>
                  <a:gd name="connsiteX45" fmla="*/ 1165606 w 1453388"/>
                  <a:gd name="connsiteY45" fmla="*/ 1370136 h 1472498"/>
                  <a:gd name="connsiteX46" fmla="*/ 1128776 w 1453388"/>
                  <a:gd name="connsiteY46" fmla="*/ 1185986 h 1472498"/>
                  <a:gd name="connsiteX47" fmla="*/ 1121791 w 1453388"/>
                  <a:gd name="connsiteY47" fmla="*/ 1162618 h 1472498"/>
                  <a:gd name="connsiteX48" fmla="*/ 950214 w 1453388"/>
                  <a:gd name="connsiteY48" fmla="*/ 1166427 h 1472498"/>
                  <a:gd name="connsiteX49" fmla="*/ 685927 w 1453388"/>
                  <a:gd name="connsiteY49" fmla="*/ 1159062 h 1472498"/>
                  <a:gd name="connsiteX50" fmla="*/ 645795 w 1453388"/>
                  <a:gd name="connsiteY50" fmla="*/ 1182302 h 1472498"/>
                  <a:gd name="connsiteX51" fmla="*/ 599694 w 1453388"/>
                  <a:gd name="connsiteY51" fmla="*/ 1461830 h 1472498"/>
                  <a:gd name="connsiteX52" fmla="*/ 574929 w 1453388"/>
                  <a:gd name="connsiteY52" fmla="*/ 1466020 h 1472498"/>
                  <a:gd name="connsiteX53" fmla="*/ 614299 w 1453388"/>
                  <a:gd name="connsiteY53" fmla="*/ 1184207 h 1472498"/>
                  <a:gd name="connsiteX54" fmla="*/ 481711 w 1453388"/>
                  <a:gd name="connsiteY54" fmla="*/ 1325051 h 1472498"/>
                  <a:gd name="connsiteX55" fmla="*/ 439166 w 1453388"/>
                  <a:gd name="connsiteY55" fmla="*/ 1458527 h 1472498"/>
                  <a:gd name="connsiteX56" fmla="*/ 413258 w 1453388"/>
                  <a:gd name="connsiteY56" fmla="*/ 1468814 h 1472498"/>
                  <a:gd name="connsiteX57" fmla="*/ 520319 w 1453388"/>
                  <a:gd name="connsiteY57" fmla="*/ 1228657 h 1472498"/>
                  <a:gd name="connsiteX58" fmla="*/ 650621 w 1453388"/>
                  <a:gd name="connsiteY58" fmla="*/ 1136963 h 1472498"/>
                  <a:gd name="connsiteX59" fmla="*/ 524637 w 1453388"/>
                  <a:gd name="connsiteY59" fmla="*/ 1011361 h 1472498"/>
                  <a:gd name="connsiteX60" fmla="*/ 446024 w 1453388"/>
                  <a:gd name="connsiteY60" fmla="*/ 970720 h 1472498"/>
                  <a:gd name="connsiteX61" fmla="*/ 414147 w 1453388"/>
                  <a:gd name="connsiteY61" fmla="*/ 824925 h 1472498"/>
                  <a:gd name="connsiteX62" fmla="*/ 513842 w 1453388"/>
                  <a:gd name="connsiteY62" fmla="*/ 724849 h 1472498"/>
                  <a:gd name="connsiteX63" fmla="*/ 691896 w 1453388"/>
                  <a:gd name="connsiteY63" fmla="*/ 550477 h 1472498"/>
                  <a:gd name="connsiteX64" fmla="*/ 869061 w 1453388"/>
                  <a:gd name="connsiteY64" fmla="*/ 514409 h 1472498"/>
                  <a:gd name="connsiteX65" fmla="*/ 869061 w 1453388"/>
                  <a:gd name="connsiteY65" fmla="*/ 398458 h 1472498"/>
                  <a:gd name="connsiteX66" fmla="*/ 722757 w 1453388"/>
                  <a:gd name="connsiteY66" fmla="*/ 301684 h 1472498"/>
                  <a:gd name="connsiteX67" fmla="*/ 610616 w 1453388"/>
                  <a:gd name="connsiteY67" fmla="*/ 358453 h 1472498"/>
                  <a:gd name="connsiteX68" fmla="*/ 598932 w 1453388"/>
                  <a:gd name="connsiteY68" fmla="*/ 438082 h 1472498"/>
                  <a:gd name="connsiteX69" fmla="*/ 511556 w 1453388"/>
                  <a:gd name="connsiteY69" fmla="*/ 439860 h 1472498"/>
                  <a:gd name="connsiteX70" fmla="*/ 475615 w 1453388"/>
                  <a:gd name="connsiteY70" fmla="*/ 374328 h 1472498"/>
                  <a:gd name="connsiteX71" fmla="*/ 395224 w 1453388"/>
                  <a:gd name="connsiteY71" fmla="*/ 348801 h 1472498"/>
                  <a:gd name="connsiteX72" fmla="*/ 326771 w 1453388"/>
                  <a:gd name="connsiteY72" fmla="*/ 533713 h 1472498"/>
                  <a:gd name="connsiteX73" fmla="*/ 356489 w 1453388"/>
                  <a:gd name="connsiteY73" fmla="*/ 561400 h 1472498"/>
                  <a:gd name="connsiteX74" fmla="*/ 290703 w 1453388"/>
                  <a:gd name="connsiteY74" fmla="*/ 659189 h 1472498"/>
                  <a:gd name="connsiteX75" fmla="*/ 241808 w 1453388"/>
                  <a:gd name="connsiteY75" fmla="*/ 552890 h 1472498"/>
                  <a:gd name="connsiteX76" fmla="*/ 300228 w 1453388"/>
                  <a:gd name="connsiteY76" fmla="*/ 527871 h 1472498"/>
                  <a:gd name="connsiteX77" fmla="*/ 349250 w 1453388"/>
                  <a:gd name="connsiteY77" fmla="*/ 400871 h 1472498"/>
                  <a:gd name="connsiteX78" fmla="*/ 372999 w 1453388"/>
                  <a:gd name="connsiteY78" fmla="*/ 338895 h 1472498"/>
                  <a:gd name="connsiteX79" fmla="*/ 180721 w 1453388"/>
                  <a:gd name="connsiteY79" fmla="*/ 261933 h 1472498"/>
                  <a:gd name="connsiteX80" fmla="*/ 131445 w 1453388"/>
                  <a:gd name="connsiteY80" fmla="*/ 300288 h 1472498"/>
                  <a:gd name="connsiteX81" fmla="*/ 34798 w 1453388"/>
                  <a:gd name="connsiteY81" fmla="*/ 262441 h 1472498"/>
                  <a:gd name="connsiteX82" fmla="*/ 62103 w 1453388"/>
                  <a:gd name="connsiteY82" fmla="*/ 148014 h 1472498"/>
                  <a:gd name="connsiteX83" fmla="*/ 130175 w 1453388"/>
                  <a:gd name="connsiteY83" fmla="*/ 143696 h 1472498"/>
                  <a:gd name="connsiteX84" fmla="*/ 124587 w 1453388"/>
                  <a:gd name="connsiteY84" fmla="*/ 109660 h 1472498"/>
                  <a:gd name="connsiteX85" fmla="*/ 0 w 1453388"/>
                  <a:gd name="connsiteY85" fmla="*/ 45399 h 1472498"/>
                  <a:gd name="connsiteX86" fmla="*/ 32893 w 1453388"/>
                  <a:gd name="connsiteY86" fmla="*/ 36127 h 1472498"/>
                  <a:gd name="connsiteX87" fmla="*/ 65278 w 1453388"/>
                  <a:gd name="connsiteY87" fmla="*/ 60765 h 1472498"/>
                  <a:gd name="connsiteX88" fmla="*/ 280543 w 1453388"/>
                  <a:gd name="connsiteY88" fmla="*/ 123757 h 1472498"/>
                  <a:gd name="connsiteX89" fmla="*/ 32893 w 1453388"/>
                  <a:gd name="connsiteY89" fmla="*/ 36127 h 1472498"/>
                  <a:gd name="connsiteX90" fmla="*/ 839978 w 1453388"/>
                  <a:gd name="connsiteY90" fmla="*/ 33334 h 1472498"/>
                  <a:gd name="connsiteX91" fmla="*/ 729488 w 1453388"/>
                  <a:gd name="connsiteY91" fmla="*/ 140649 h 1472498"/>
                  <a:gd name="connsiteX92" fmla="*/ 886968 w 1453388"/>
                  <a:gd name="connsiteY92" fmla="*/ 369883 h 1472498"/>
                  <a:gd name="connsiteX93" fmla="*/ 1055370 w 1453388"/>
                  <a:gd name="connsiteY93" fmla="*/ 257362 h 1472498"/>
                  <a:gd name="connsiteX94" fmla="*/ 993902 w 1453388"/>
                  <a:gd name="connsiteY94" fmla="*/ 60765 h 1472498"/>
                  <a:gd name="connsiteX95" fmla="*/ 839978 w 1453388"/>
                  <a:gd name="connsiteY95" fmla="*/ 33334 h 1472498"/>
                  <a:gd name="connsiteX96" fmla="*/ 1186180 w 1453388"/>
                  <a:gd name="connsiteY96" fmla="*/ 144205 h 1472498"/>
                  <a:gd name="connsiteX97" fmla="*/ 1186180 w 1453388"/>
                  <a:gd name="connsiteY97" fmla="*/ 144205 h 1472498"/>
                  <a:gd name="connsiteX98" fmla="*/ 77851 w 1453388"/>
                  <a:gd name="connsiteY98" fmla="*/ 172526 h 1472498"/>
                  <a:gd name="connsiteX99" fmla="*/ 54356 w 1453388"/>
                  <a:gd name="connsiteY99" fmla="*/ 238565 h 1472498"/>
                  <a:gd name="connsiteX100" fmla="*/ 125984 w 1453388"/>
                  <a:gd name="connsiteY100" fmla="*/ 274126 h 1472498"/>
                  <a:gd name="connsiteX101" fmla="*/ 170180 w 1453388"/>
                  <a:gd name="connsiteY101" fmla="*/ 225484 h 1472498"/>
                  <a:gd name="connsiteX102" fmla="*/ 77851 w 1453388"/>
                  <a:gd name="connsiteY102" fmla="*/ 172526 h 1472498"/>
                  <a:gd name="connsiteX103" fmla="*/ 1245489 w 1453388"/>
                  <a:gd name="connsiteY103" fmla="*/ 298890 h 1472498"/>
                  <a:gd name="connsiteX104" fmla="*/ 1229868 w 1453388"/>
                  <a:gd name="connsiteY104" fmla="*/ 369502 h 1472498"/>
                  <a:gd name="connsiteX105" fmla="*/ 1323594 w 1453388"/>
                  <a:gd name="connsiteY105" fmla="*/ 351722 h 1472498"/>
                  <a:gd name="connsiteX106" fmla="*/ 1245489 w 1453388"/>
                  <a:gd name="connsiteY106" fmla="*/ 298890 h 1472498"/>
                  <a:gd name="connsiteX107" fmla="*/ 517779 w 1453388"/>
                  <a:gd name="connsiteY107" fmla="*/ 356040 h 1472498"/>
                  <a:gd name="connsiteX108" fmla="*/ 557530 w 1453388"/>
                  <a:gd name="connsiteY108" fmla="*/ 422081 h 1472498"/>
                  <a:gd name="connsiteX109" fmla="*/ 581279 w 1453388"/>
                  <a:gd name="connsiteY109" fmla="*/ 355406 h 1472498"/>
                  <a:gd name="connsiteX110" fmla="*/ 517779 w 1453388"/>
                  <a:gd name="connsiteY110" fmla="*/ 356040 h 1472498"/>
                  <a:gd name="connsiteX111" fmla="*/ 787400 w 1453388"/>
                  <a:gd name="connsiteY111" fmla="*/ 550224 h 1472498"/>
                  <a:gd name="connsiteX112" fmla="*/ 551561 w 1453388"/>
                  <a:gd name="connsiteY112" fmla="*/ 708084 h 1472498"/>
                  <a:gd name="connsiteX113" fmla="*/ 521081 w 1453388"/>
                  <a:gd name="connsiteY113" fmla="*/ 910269 h 1472498"/>
                  <a:gd name="connsiteX114" fmla="*/ 656336 w 1453388"/>
                  <a:gd name="connsiteY114" fmla="*/ 1108643 h 1472498"/>
                  <a:gd name="connsiteX115" fmla="*/ 885698 w 1453388"/>
                  <a:gd name="connsiteY115" fmla="*/ 1143059 h 1472498"/>
                  <a:gd name="connsiteX116" fmla="*/ 1167257 w 1453388"/>
                  <a:gd name="connsiteY116" fmla="*/ 1081464 h 1472498"/>
                  <a:gd name="connsiteX117" fmla="*/ 1254379 w 1453388"/>
                  <a:gd name="connsiteY117" fmla="*/ 789745 h 1472498"/>
                  <a:gd name="connsiteX118" fmla="*/ 1073404 w 1453388"/>
                  <a:gd name="connsiteY118" fmla="*/ 576766 h 1472498"/>
                  <a:gd name="connsiteX119" fmla="*/ 787400 w 1453388"/>
                  <a:gd name="connsiteY119" fmla="*/ 550224 h 1472498"/>
                  <a:gd name="connsiteX120" fmla="*/ 266700 w 1453388"/>
                  <a:gd name="connsiteY120" fmla="*/ 566480 h 1472498"/>
                  <a:gd name="connsiteX121" fmla="*/ 314071 w 1453388"/>
                  <a:gd name="connsiteY121" fmla="*/ 625407 h 1472498"/>
                  <a:gd name="connsiteX122" fmla="*/ 266700 w 1453388"/>
                  <a:gd name="connsiteY122" fmla="*/ 566480 h 1472498"/>
                  <a:gd name="connsiteX123" fmla="*/ 508508 w 1453388"/>
                  <a:gd name="connsiteY123" fmla="*/ 984309 h 1472498"/>
                  <a:gd name="connsiteX124" fmla="*/ 500888 w 1453388"/>
                  <a:gd name="connsiteY124" fmla="*/ 753677 h 1472498"/>
                  <a:gd name="connsiteX125" fmla="*/ 508508 w 1453388"/>
                  <a:gd name="connsiteY125" fmla="*/ 984309 h 1472498"/>
                  <a:gd name="connsiteX126" fmla="*/ 1274572 w 1453388"/>
                  <a:gd name="connsiteY126" fmla="*/ 752662 h 1472498"/>
                  <a:gd name="connsiteX127" fmla="*/ 1273048 w 1453388"/>
                  <a:gd name="connsiteY127" fmla="*/ 989008 h 1472498"/>
                  <a:gd name="connsiteX128" fmla="*/ 1274572 w 1453388"/>
                  <a:gd name="connsiteY128" fmla="*/ 752662 h 1472498"/>
                  <a:gd name="connsiteX129" fmla="*/ 1310640 w 1453388"/>
                  <a:gd name="connsiteY129" fmla="*/ 1163761 h 1472498"/>
                  <a:gd name="connsiteX130" fmla="*/ 1312418 w 1453388"/>
                  <a:gd name="connsiteY130" fmla="*/ 1303461 h 1472498"/>
                  <a:gd name="connsiteX131" fmla="*/ 1425702 w 1453388"/>
                  <a:gd name="connsiteY131" fmla="*/ 1234119 h 1472498"/>
                  <a:gd name="connsiteX132" fmla="*/ 1310640 w 1453388"/>
                  <a:gd name="connsiteY132" fmla="*/ 1163761 h 1472498"/>
                  <a:gd name="connsiteX133" fmla="*/ 1154557 w 1453388"/>
                  <a:gd name="connsiteY133" fmla="*/ 1181540 h 1472498"/>
                  <a:gd name="connsiteX134" fmla="*/ 1189609 w 1453388"/>
                  <a:gd name="connsiteY134" fmla="*/ 1338005 h 1472498"/>
                  <a:gd name="connsiteX135" fmla="*/ 1241806 w 1453388"/>
                  <a:gd name="connsiteY135" fmla="*/ 1235643 h 1472498"/>
                  <a:gd name="connsiteX136" fmla="*/ 1154557 w 1453388"/>
                  <a:gd name="connsiteY136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166114 w 1453388"/>
                  <a:gd name="connsiteY15" fmla="*/ 154364 h 1472498"/>
                  <a:gd name="connsiteX16" fmla="*/ 1414653 w 1453388"/>
                  <a:gd name="connsiteY16" fmla="*/ 279206 h 1472498"/>
                  <a:gd name="connsiteX17" fmla="*/ 1394587 w 1453388"/>
                  <a:gd name="connsiteY17" fmla="*/ 290255 h 1472498"/>
                  <a:gd name="connsiteX18" fmla="*/ 1349121 w 1453388"/>
                  <a:gd name="connsiteY18" fmla="*/ 319338 h 1472498"/>
                  <a:gd name="connsiteX19" fmla="*/ 1338961 w 1453388"/>
                  <a:gd name="connsiteY19" fmla="*/ 386520 h 1472498"/>
                  <a:gd name="connsiteX20" fmla="*/ 1206754 w 1453388"/>
                  <a:gd name="connsiteY20" fmla="*/ 380044 h 1472498"/>
                  <a:gd name="connsiteX21" fmla="*/ 1190244 w 1453388"/>
                  <a:gd name="connsiteY21" fmla="*/ 344357 h 1472498"/>
                  <a:gd name="connsiteX22" fmla="*/ 1201801 w 1453388"/>
                  <a:gd name="connsiteY22" fmla="*/ 303844 h 1472498"/>
                  <a:gd name="connsiteX23" fmla="*/ 1082294 w 1453388"/>
                  <a:gd name="connsiteY23" fmla="*/ 261426 h 1472498"/>
                  <a:gd name="connsiteX24" fmla="*/ 945007 w 1453388"/>
                  <a:gd name="connsiteY24" fmla="*/ 390712 h 1472498"/>
                  <a:gd name="connsiteX25" fmla="*/ 895604 w 1453388"/>
                  <a:gd name="connsiteY25" fmla="*/ 397570 h 1472498"/>
                  <a:gd name="connsiteX26" fmla="*/ 895350 w 1453388"/>
                  <a:gd name="connsiteY26" fmla="*/ 515171 h 1472498"/>
                  <a:gd name="connsiteX27" fmla="*/ 1144651 w 1453388"/>
                  <a:gd name="connsiteY27" fmla="*/ 586800 h 1472498"/>
                  <a:gd name="connsiteX28" fmla="*/ 1251204 w 1453388"/>
                  <a:gd name="connsiteY28" fmla="*/ 704528 h 1472498"/>
                  <a:gd name="connsiteX29" fmla="*/ 1340993 w 1453388"/>
                  <a:gd name="connsiteY29" fmla="*/ 779713 h 1472498"/>
                  <a:gd name="connsiteX30" fmla="*/ 1256030 w 1453388"/>
                  <a:gd name="connsiteY30" fmla="*/ 1014155 h 1472498"/>
                  <a:gd name="connsiteX31" fmla="*/ 1237361 w 1453388"/>
                  <a:gd name="connsiteY31" fmla="*/ 1043111 h 1472498"/>
                  <a:gd name="connsiteX32" fmla="*/ 1122934 w 1453388"/>
                  <a:gd name="connsiteY32" fmla="*/ 1135439 h 1472498"/>
                  <a:gd name="connsiteX33" fmla="*/ 1246632 w 1453388"/>
                  <a:gd name="connsiteY33" fmla="*/ 1210624 h 1472498"/>
                  <a:gd name="connsiteX34" fmla="*/ 1310640 w 1453388"/>
                  <a:gd name="connsiteY34" fmla="*/ 1137345 h 1472498"/>
                  <a:gd name="connsiteX35" fmla="*/ 1410843 w 1453388"/>
                  <a:gd name="connsiteY35" fmla="*/ 1154108 h 1472498"/>
                  <a:gd name="connsiteX36" fmla="*/ 1453388 w 1453388"/>
                  <a:gd name="connsiteY36" fmla="*/ 1224720 h 1472498"/>
                  <a:gd name="connsiteX37" fmla="*/ 1383665 w 1453388"/>
                  <a:gd name="connsiteY37" fmla="*/ 1462338 h 1472498"/>
                  <a:gd name="connsiteX38" fmla="*/ 1360424 w 1453388"/>
                  <a:gd name="connsiteY38" fmla="*/ 1465005 h 1472498"/>
                  <a:gd name="connsiteX39" fmla="*/ 1413637 w 1453388"/>
                  <a:gd name="connsiteY39" fmla="*/ 1314509 h 1472498"/>
                  <a:gd name="connsiteX40" fmla="*/ 1331468 w 1453388"/>
                  <a:gd name="connsiteY40" fmla="*/ 1334068 h 1472498"/>
                  <a:gd name="connsiteX41" fmla="*/ 1247394 w 1453388"/>
                  <a:gd name="connsiteY41" fmla="*/ 1274251 h 1472498"/>
                  <a:gd name="connsiteX42" fmla="*/ 1194054 w 1453388"/>
                  <a:gd name="connsiteY42" fmla="*/ 1459036 h 1472498"/>
                  <a:gd name="connsiteX43" fmla="*/ 1192022 w 1453388"/>
                  <a:gd name="connsiteY43" fmla="*/ 1472498 h 1472498"/>
                  <a:gd name="connsiteX44" fmla="*/ 1176909 w 1453388"/>
                  <a:gd name="connsiteY44" fmla="*/ 1457257 h 1472498"/>
                  <a:gd name="connsiteX45" fmla="*/ 1165606 w 1453388"/>
                  <a:gd name="connsiteY45" fmla="*/ 1370136 h 1472498"/>
                  <a:gd name="connsiteX46" fmla="*/ 1128776 w 1453388"/>
                  <a:gd name="connsiteY46" fmla="*/ 1185986 h 1472498"/>
                  <a:gd name="connsiteX47" fmla="*/ 1121791 w 1453388"/>
                  <a:gd name="connsiteY47" fmla="*/ 1162618 h 1472498"/>
                  <a:gd name="connsiteX48" fmla="*/ 950214 w 1453388"/>
                  <a:gd name="connsiteY48" fmla="*/ 1166427 h 1472498"/>
                  <a:gd name="connsiteX49" fmla="*/ 685927 w 1453388"/>
                  <a:gd name="connsiteY49" fmla="*/ 1159062 h 1472498"/>
                  <a:gd name="connsiteX50" fmla="*/ 645795 w 1453388"/>
                  <a:gd name="connsiteY50" fmla="*/ 1182302 h 1472498"/>
                  <a:gd name="connsiteX51" fmla="*/ 599694 w 1453388"/>
                  <a:gd name="connsiteY51" fmla="*/ 1461830 h 1472498"/>
                  <a:gd name="connsiteX52" fmla="*/ 574929 w 1453388"/>
                  <a:gd name="connsiteY52" fmla="*/ 1466020 h 1472498"/>
                  <a:gd name="connsiteX53" fmla="*/ 614299 w 1453388"/>
                  <a:gd name="connsiteY53" fmla="*/ 1184207 h 1472498"/>
                  <a:gd name="connsiteX54" fmla="*/ 481711 w 1453388"/>
                  <a:gd name="connsiteY54" fmla="*/ 1325051 h 1472498"/>
                  <a:gd name="connsiteX55" fmla="*/ 439166 w 1453388"/>
                  <a:gd name="connsiteY55" fmla="*/ 1458527 h 1472498"/>
                  <a:gd name="connsiteX56" fmla="*/ 413258 w 1453388"/>
                  <a:gd name="connsiteY56" fmla="*/ 1468814 h 1472498"/>
                  <a:gd name="connsiteX57" fmla="*/ 520319 w 1453388"/>
                  <a:gd name="connsiteY57" fmla="*/ 1228657 h 1472498"/>
                  <a:gd name="connsiteX58" fmla="*/ 650621 w 1453388"/>
                  <a:gd name="connsiteY58" fmla="*/ 1136963 h 1472498"/>
                  <a:gd name="connsiteX59" fmla="*/ 524637 w 1453388"/>
                  <a:gd name="connsiteY59" fmla="*/ 1011361 h 1472498"/>
                  <a:gd name="connsiteX60" fmla="*/ 446024 w 1453388"/>
                  <a:gd name="connsiteY60" fmla="*/ 970720 h 1472498"/>
                  <a:gd name="connsiteX61" fmla="*/ 414147 w 1453388"/>
                  <a:gd name="connsiteY61" fmla="*/ 824925 h 1472498"/>
                  <a:gd name="connsiteX62" fmla="*/ 513842 w 1453388"/>
                  <a:gd name="connsiteY62" fmla="*/ 724849 h 1472498"/>
                  <a:gd name="connsiteX63" fmla="*/ 691896 w 1453388"/>
                  <a:gd name="connsiteY63" fmla="*/ 550477 h 1472498"/>
                  <a:gd name="connsiteX64" fmla="*/ 869061 w 1453388"/>
                  <a:gd name="connsiteY64" fmla="*/ 514409 h 1472498"/>
                  <a:gd name="connsiteX65" fmla="*/ 869061 w 1453388"/>
                  <a:gd name="connsiteY65" fmla="*/ 398458 h 1472498"/>
                  <a:gd name="connsiteX66" fmla="*/ 722757 w 1453388"/>
                  <a:gd name="connsiteY66" fmla="*/ 301684 h 1472498"/>
                  <a:gd name="connsiteX67" fmla="*/ 610616 w 1453388"/>
                  <a:gd name="connsiteY67" fmla="*/ 358453 h 1472498"/>
                  <a:gd name="connsiteX68" fmla="*/ 598932 w 1453388"/>
                  <a:gd name="connsiteY68" fmla="*/ 438082 h 1472498"/>
                  <a:gd name="connsiteX69" fmla="*/ 511556 w 1453388"/>
                  <a:gd name="connsiteY69" fmla="*/ 439860 h 1472498"/>
                  <a:gd name="connsiteX70" fmla="*/ 475615 w 1453388"/>
                  <a:gd name="connsiteY70" fmla="*/ 374328 h 1472498"/>
                  <a:gd name="connsiteX71" fmla="*/ 395224 w 1453388"/>
                  <a:gd name="connsiteY71" fmla="*/ 348801 h 1472498"/>
                  <a:gd name="connsiteX72" fmla="*/ 326771 w 1453388"/>
                  <a:gd name="connsiteY72" fmla="*/ 533713 h 1472498"/>
                  <a:gd name="connsiteX73" fmla="*/ 356489 w 1453388"/>
                  <a:gd name="connsiteY73" fmla="*/ 561400 h 1472498"/>
                  <a:gd name="connsiteX74" fmla="*/ 290703 w 1453388"/>
                  <a:gd name="connsiteY74" fmla="*/ 659189 h 1472498"/>
                  <a:gd name="connsiteX75" fmla="*/ 241808 w 1453388"/>
                  <a:gd name="connsiteY75" fmla="*/ 552890 h 1472498"/>
                  <a:gd name="connsiteX76" fmla="*/ 300228 w 1453388"/>
                  <a:gd name="connsiteY76" fmla="*/ 527871 h 1472498"/>
                  <a:gd name="connsiteX77" fmla="*/ 349250 w 1453388"/>
                  <a:gd name="connsiteY77" fmla="*/ 400871 h 1472498"/>
                  <a:gd name="connsiteX78" fmla="*/ 372999 w 1453388"/>
                  <a:gd name="connsiteY78" fmla="*/ 338895 h 1472498"/>
                  <a:gd name="connsiteX79" fmla="*/ 180721 w 1453388"/>
                  <a:gd name="connsiteY79" fmla="*/ 261933 h 1472498"/>
                  <a:gd name="connsiteX80" fmla="*/ 131445 w 1453388"/>
                  <a:gd name="connsiteY80" fmla="*/ 300288 h 1472498"/>
                  <a:gd name="connsiteX81" fmla="*/ 34798 w 1453388"/>
                  <a:gd name="connsiteY81" fmla="*/ 262441 h 1472498"/>
                  <a:gd name="connsiteX82" fmla="*/ 62103 w 1453388"/>
                  <a:gd name="connsiteY82" fmla="*/ 148014 h 1472498"/>
                  <a:gd name="connsiteX83" fmla="*/ 130175 w 1453388"/>
                  <a:gd name="connsiteY83" fmla="*/ 143696 h 1472498"/>
                  <a:gd name="connsiteX84" fmla="*/ 124587 w 1453388"/>
                  <a:gd name="connsiteY84" fmla="*/ 109660 h 1472498"/>
                  <a:gd name="connsiteX85" fmla="*/ 0 w 1453388"/>
                  <a:gd name="connsiteY85" fmla="*/ 45399 h 1472498"/>
                  <a:gd name="connsiteX86" fmla="*/ 32893 w 1453388"/>
                  <a:gd name="connsiteY86" fmla="*/ 36127 h 1472498"/>
                  <a:gd name="connsiteX87" fmla="*/ 65278 w 1453388"/>
                  <a:gd name="connsiteY87" fmla="*/ 60765 h 1472498"/>
                  <a:gd name="connsiteX88" fmla="*/ 280543 w 1453388"/>
                  <a:gd name="connsiteY88" fmla="*/ 123757 h 1472498"/>
                  <a:gd name="connsiteX89" fmla="*/ 32893 w 1453388"/>
                  <a:gd name="connsiteY89" fmla="*/ 36127 h 1472498"/>
                  <a:gd name="connsiteX90" fmla="*/ 839978 w 1453388"/>
                  <a:gd name="connsiteY90" fmla="*/ 33334 h 1472498"/>
                  <a:gd name="connsiteX91" fmla="*/ 729488 w 1453388"/>
                  <a:gd name="connsiteY91" fmla="*/ 140649 h 1472498"/>
                  <a:gd name="connsiteX92" fmla="*/ 886968 w 1453388"/>
                  <a:gd name="connsiteY92" fmla="*/ 369883 h 1472498"/>
                  <a:gd name="connsiteX93" fmla="*/ 1055370 w 1453388"/>
                  <a:gd name="connsiteY93" fmla="*/ 257362 h 1472498"/>
                  <a:gd name="connsiteX94" fmla="*/ 993902 w 1453388"/>
                  <a:gd name="connsiteY94" fmla="*/ 60765 h 1472498"/>
                  <a:gd name="connsiteX95" fmla="*/ 839978 w 1453388"/>
                  <a:gd name="connsiteY95" fmla="*/ 33334 h 1472498"/>
                  <a:gd name="connsiteX96" fmla="*/ 77851 w 1453388"/>
                  <a:gd name="connsiteY96" fmla="*/ 172526 h 1472498"/>
                  <a:gd name="connsiteX97" fmla="*/ 54356 w 1453388"/>
                  <a:gd name="connsiteY97" fmla="*/ 238565 h 1472498"/>
                  <a:gd name="connsiteX98" fmla="*/ 125984 w 1453388"/>
                  <a:gd name="connsiteY98" fmla="*/ 274126 h 1472498"/>
                  <a:gd name="connsiteX99" fmla="*/ 170180 w 1453388"/>
                  <a:gd name="connsiteY99" fmla="*/ 225484 h 1472498"/>
                  <a:gd name="connsiteX100" fmla="*/ 77851 w 1453388"/>
                  <a:gd name="connsiteY100" fmla="*/ 172526 h 1472498"/>
                  <a:gd name="connsiteX101" fmla="*/ 1245489 w 1453388"/>
                  <a:gd name="connsiteY101" fmla="*/ 298890 h 1472498"/>
                  <a:gd name="connsiteX102" fmla="*/ 1229868 w 1453388"/>
                  <a:gd name="connsiteY102" fmla="*/ 369502 h 1472498"/>
                  <a:gd name="connsiteX103" fmla="*/ 1323594 w 1453388"/>
                  <a:gd name="connsiteY103" fmla="*/ 351722 h 1472498"/>
                  <a:gd name="connsiteX104" fmla="*/ 1245489 w 1453388"/>
                  <a:gd name="connsiteY104" fmla="*/ 298890 h 1472498"/>
                  <a:gd name="connsiteX105" fmla="*/ 517779 w 1453388"/>
                  <a:gd name="connsiteY105" fmla="*/ 356040 h 1472498"/>
                  <a:gd name="connsiteX106" fmla="*/ 557530 w 1453388"/>
                  <a:gd name="connsiteY106" fmla="*/ 422081 h 1472498"/>
                  <a:gd name="connsiteX107" fmla="*/ 581279 w 1453388"/>
                  <a:gd name="connsiteY107" fmla="*/ 355406 h 1472498"/>
                  <a:gd name="connsiteX108" fmla="*/ 517779 w 1453388"/>
                  <a:gd name="connsiteY108" fmla="*/ 356040 h 1472498"/>
                  <a:gd name="connsiteX109" fmla="*/ 787400 w 1453388"/>
                  <a:gd name="connsiteY109" fmla="*/ 550224 h 1472498"/>
                  <a:gd name="connsiteX110" fmla="*/ 551561 w 1453388"/>
                  <a:gd name="connsiteY110" fmla="*/ 708084 h 1472498"/>
                  <a:gd name="connsiteX111" fmla="*/ 521081 w 1453388"/>
                  <a:gd name="connsiteY111" fmla="*/ 910269 h 1472498"/>
                  <a:gd name="connsiteX112" fmla="*/ 656336 w 1453388"/>
                  <a:gd name="connsiteY112" fmla="*/ 1108643 h 1472498"/>
                  <a:gd name="connsiteX113" fmla="*/ 885698 w 1453388"/>
                  <a:gd name="connsiteY113" fmla="*/ 1143059 h 1472498"/>
                  <a:gd name="connsiteX114" fmla="*/ 1167257 w 1453388"/>
                  <a:gd name="connsiteY114" fmla="*/ 1081464 h 1472498"/>
                  <a:gd name="connsiteX115" fmla="*/ 1254379 w 1453388"/>
                  <a:gd name="connsiteY115" fmla="*/ 789745 h 1472498"/>
                  <a:gd name="connsiteX116" fmla="*/ 1073404 w 1453388"/>
                  <a:gd name="connsiteY116" fmla="*/ 576766 h 1472498"/>
                  <a:gd name="connsiteX117" fmla="*/ 787400 w 1453388"/>
                  <a:gd name="connsiteY117" fmla="*/ 550224 h 1472498"/>
                  <a:gd name="connsiteX118" fmla="*/ 266700 w 1453388"/>
                  <a:gd name="connsiteY118" fmla="*/ 566480 h 1472498"/>
                  <a:gd name="connsiteX119" fmla="*/ 314071 w 1453388"/>
                  <a:gd name="connsiteY119" fmla="*/ 625407 h 1472498"/>
                  <a:gd name="connsiteX120" fmla="*/ 266700 w 1453388"/>
                  <a:gd name="connsiteY120" fmla="*/ 566480 h 1472498"/>
                  <a:gd name="connsiteX121" fmla="*/ 508508 w 1453388"/>
                  <a:gd name="connsiteY121" fmla="*/ 984309 h 1472498"/>
                  <a:gd name="connsiteX122" fmla="*/ 500888 w 1453388"/>
                  <a:gd name="connsiteY122" fmla="*/ 753677 h 1472498"/>
                  <a:gd name="connsiteX123" fmla="*/ 508508 w 1453388"/>
                  <a:gd name="connsiteY123" fmla="*/ 984309 h 1472498"/>
                  <a:gd name="connsiteX124" fmla="*/ 1274572 w 1453388"/>
                  <a:gd name="connsiteY124" fmla="*/ 752662 h 1472498"/>
                  <a:gd name="connsiteX125" fmla="*/ 1273048 w 1453388"/>
                  <a:gd name="connsiteY125" fmla="*/ 989008 h 1472498"/>
                  <a:gd name="connsiteX126" fmla="*/ 1274572 w 1453388"/>
                  <a:gd name="connsiteY126" fmla="*/ 752662 h 1472498"/>
                  <a:gd name="connsiteX127" fmla="*/ 1310640 w 1453388"/>
                  <a:gd name="connsiteY127" fmla="*/ 1163761 h 1472498"/>
                  <a:gd name="connsiteX128" fmla="*/ 1312418 w 1453388"/>
                  <a:gd name="connsiteY128" fmla="*/ 1303461 h 1472498"/>
                  <a:gd name="connsiteX129" fmla="*/ 1425702 w 1453388"/>
                  <a:gd name="connsiteY129" fmla="*/ 1234119 h 1472498"/>
                  <a:gd name="connsiteX130" fmla="*/ 1310640 w 1453388"/>
                  <a:gd name="connsiteY130" fmla="*/ 1163761 h 1472498"/>
                  <a:gd name="connsiteX131" fmla="*/ 1154557 w 1453388"/>
                  <a:gd name="connsiteY131" fmla="*/ 1181540 h 1472498"/>
                  <a:gd name="connsiteX132" fmla="*/ 1189609 w 1453388"/>
                  <a:gd name="connsiteY132" fmla="*/ 1338005 h 1472498"/>
                  <a:gd name="connsiteX133" fmla="*/ 1241806 w 1453388"/>
                  <a:gd name="connsiteY133" fmla="*/ 1235643 h 1472498"/>
                  <a:gd name="connsiteX134" fmla="*/ 1154557 w 1453388"/>
                  <a:gd name="connsiteY134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414653 w 1453388"/>
                  <a:gd name="connsiteY15" fmla="*/ 279206 h 1472498"/>
                  <a:gd name="connsiteX16" fmla="*/ 1394587 w 1453388"/>
                  <a:gd name="connsiteY16" fmla="*/ 290255 h 1472498"/>
                  <a:gd name="connsiteX17" fmla="*/ 1349121 w 1453388"/>
                  <a:gd name="connsiteY17" fmla="*/ 319338 h 1472498"/>
                  <a:gd name="connsiteX18" fmla="*/ 1338961 w 1453388"/>
                  <a:gd name="connsiteY18" fmla="*/ 386520 h 1472498"/>
                  <a:gd name="connsiteX19" fmla="*/ 1206754 w 1453388"/>
                  <a:gd name="connsiteY19" fmla="*/ 380044 h 1472498"/>
                  <a:gd name="connsiteX20" fmla="*/ 1190244 w 1453388"/>
                  <a:gd name="connsiteY20" fmla="*/ 344357 h 1472498"/>
                  <a:gd name="connsiteX21" fmla="*/ 1201801 w 1453388"/>
                  <a:gd name="connsiteY21" fmla="*/ 303844 h 1472498"/>
                  <a:gd name="connsiteX22" fmla="*/ 1082294 w 1453388"/>
                  <a:gd name="connsiteY22" fmla="*/ 261426 h 1472498"/>
                  <a:gd name="connsiteX23" fmla="*/ 945007 w 1453388"/>
                  <a:gd name="connsiteY23" fmla="*/ 390712 h 1472498"/>
                  <a:gd name="connsiteX24" fmla="*/ 895604 w 1453388"/>
                  <a:gd name="connsiteY24" fmla="*/ 397570 h 1472498"/>
                  <a:gd name="connsiteX25" fmla="*/ 895350 w 1453388"/>
                  <a:gd name="connsiteY25" fmla="*/ 515171 h 1472498"/>
                  <a:gd name="connsiteX26" fmla="*/ 1144651 w 1453388"/>
                  <a:gd name="connsiteY26" fmla="*/ 586800 h 1472498"/>
                  <a:gd name="connsiteX27" fmla="*/ 1251204 w 1453388"/>
                  <a:gd name="connsiteY27" fmla="*/ 704528 h 1472498"/>
                  <a:gd name="connsiteX28" fmla="*/ 1340993 w 1453388"/>
                  <a:gd name="connsiteY28" fmla="*/ 779713 h 1472498"/>
                  <a:gd name="connsiteX29" fmla="*/ 1256030 w 1453388"/>
                  <a:gd name="connsiteY29" fmla="*/ 1014155 h 1472498"/>
                  <a:gd name="connsiteX30" fmla="*/ 1237361 w 1453388"/>
                  <a:gd name="connsiteY30" fmla="*/ 1043111 h 1472498"/>
                  <a:gd name="connsiteX31" fmla="*/ 1122934 w 1453388"/>
                  <a:gd name="connsiteY31" fmla="*/ 1135439 h 1472498"/>
                  <a:gd name="connsiteX32" fmla="*/ 1246632 w 1453388"/>
                  <a:gd name="connsiteY32" fmla="*/ 1210624 h 1472498"/>
                  <a:gd name="connsiteX33" fmla="*/ 1310640 w 1453388"/>
                  <a:gd name="connsiteY33" fmla="*/ 1137345 h 1472498"/>
                  <a:gd name="connsiteX34" fmla="*/ 1410843 w 1453388"/>
                  <a:gd name="connsiteY34" fmla="*/ 1154108 h 1472498"/>
                  <a:gd name="connsiteX35" fmla="*/ 1453388 w 1453388"/>
                  <a:gd name="connsiteY35" fmla="*/ 1224720 h 1472498"/>
                  <a:gd name="connsiteX36" fmla="*/ 1383665 w 1453388"/>
                  <a:gd name="connsiteY36" fmla="*/ 1462338 h 1472498"/>
                  <a:gd name="connsiteX37" fmla="*/ 1360424 w 1453388"/>
                  <a:gd name="connsiteY37" fmla="*/ 1465005 h 1472498"/>
                  <a:gd name="connsiteX38" fmla="*/ 1413637 w 1453388"/>
                  <a:gd name="connsiteY38" fmla="*/ 1314509 h 1472498"/>
                  <a:gd name="connsiteX39" fmla="*/ 1331468 w 1453388"/>
                  <a:gd name="connsiteY39" fmla="*/ 1334068 h 1472498"/>
                  <a:gd name="connsiteX40" fmla="*/ 1247394 w 1453388"/>
                  <a:gd name="connsiteY40" fmla="*/ 1274251 h 1472498"/>
                  <a:gd name="connsiteX41" fmla="*/ 1194054 w 1453388"/>
                  <a:gd name="connsiteY41" fmla="*/ 1459036 h 1472498"/>
                  <a:gd name="connsiteX42" fmla="*/ 1192022 w 1453388"/>
                  <a:gd name="connsiteY42" fmla="*/ 1472498 h 1472498"/>
                  <a:gd name="connsiteX43" fmla="*/ 1176909 w 1453388"/>
                  <a:gd name="connsiteY43" fmla="*/ 1457257 h 1472498"/>
                  <a:gd name="connsiteX44" fmla="*/ 1165606 w 1453388"/>
                  <a:gd name="connsiteY44" fmla="*/ 1370136 h 1472498"/>
                  <a:gd name="connsiteX45" fmla="*/ 1128776 w 1453388"/>
                  <a:gd name="connsiteY45" fmla="*/ 1185986 h 1472498"/>
                  <a:gd name="connsiteX46" fmla="*/ 1121791 w 1453388"/>
                  <a:gd name="connsiteY46" fmla="*/ 1162618 h 1472498"/>
                  <a:gd name="connsiteX47" fmla="*/ 950214 w 1453388"/>
                  <a:gd name="connsiteY47" fmla="*/ 1166427 h 1472498"/>
                  <a:gd name="connsiteX48" fmla="*/ 685927 w 1453388"/>
                  <a:gd name="connsiteY48" fmla="*/ 1159062 h 1472498"/>
                  <a:gd name="connsiteX49" fmla="*/ 645795 w 1453388"/>
                  <a:gd name="connsiteY49" fmla="*/ 1182302 h 1472498"/>
                  <a:gd name="connsiteX50" fmla="*/ 599694 w 1453388"/>
                  <a:gd name="connsiteY50" fmla="*/ 1461830 h 1472498"/>
                  <a:gd name="connsiteX51" fmla="*/ 574929 w 1453388"/>
                  <a:gd name="connsiteY51" fmla="*/ 1466020 h 1472498"/>
                  <a:gd name="connsiteX52" fmla="*/ 614299 w 1453388"/>
                  <a:gd name="connsiteY52" fmla="*/ 1184207 h 1472498"/>
                  <a:gd name="connsiteX53" fmla="*/ 481711 w 1453388"/>
                  <a:gd name="connsiteY53" fmla="*/ 1325051 h 1472498"/>
                  <a:gd name="connsiteX54" fmla="*/ 439166 w 1453388"/>
                  <a:gd name="connsiteY54" fmla="*/ 1458527 h 1472498"/>
                  <a:gd name="connsiteX55" fmla="*/ 413258 w 1453388"/>
                  <a:gd name="connsiteY55" fmla="*/ 1468814 h 1472498"/>
                  <a:gd name="connsiteX56" fmla="*/ 520319 w 1453388"/>
                  <a:gd name="connsiteY56" fmla="*/ 1228657 h 1472498"/>
                  <a:gd name="connsiteX57" fmla="*/ 650621 w 1453388"/>
                  <a:gd name="connsiteY57" fmla="*/ 1136963 h 1472498"/>
                  <a:gd name="connsiteX58" fmla="*/ 524637 w 1453388"/>
                  <a:gd name="connsiteY58" fmla="*/ 1011361 h 1472498"/>
                  <a:gd name="connsiteX59" fmla="*/ 446024 w 1453388"/>
                  <a:gd name="connsiteY59" fmla="*/ 970720 h 1472498"/>
                  <a:gd name="connsiteX60" fmla="*/ 414147 w 1453388"/>
                  <a:gd name="connsiteY60" fmla="*/ 824925 h 1472498"/>
                  <a:gd name="connsiteX61" fmla="*/ 513842 w 1453388"/>
                  <a:gd name="connsiteY61" fmla="*/ 724849 h 1472498"/>
                  <a:gd name="connsiteX62" fmla="*/ 691896 w 1453388"/>
                  <a:gd name="connsiteY62" fmla="*/ 550477 h 1472498"/>
                  <a:gd name="connsiteX63" fmla="*/ 869061 w 1453388"/>
                  <a:gd name="connsiteY63" fmla="*/ 514409 h 1472498"/>
                  <a:gd name="connsiteX64" fmla="*/ 869061 w 1453388"/>
                  <a:gd name="connsiteY64" fmla="*/ 398458 h 1472498"/>
                  <a:gd name="connsiteX65" fmla="*/ 722757 w 1453388"/>
                  <a:gd name="connsiteY65" fmla="*/ 301684 h 1472498"/>
                  <a:gd name="connsiteX66" fmla="*/ 610616 w 1453388"/>
                  <a:gd name="connsiteY66" fmla="*/ 358453 h 1472498"/>
                  <a:gd name="connsiteX67" fmla="*/ 598932 w 1453388"/>
                  <a:gd name="connsiteY67" fmla="*/ 438082 h 1472498"/>
                  <a:gd name="connsiteX68" fmla="*/ 511556 w 1453388"/>
                  <a:gd name="connsiteY68" fmla="*/ 439860 h 1472498"/>
                  <a:gd name="connsiteX69" fmla="*/ 475615 w 1453388"/>
                  <a:gd name="connsiteY69" fmla="*/ 374328 h 1472498"/>
                  <a:gd name="connsiteX70" fmla="*/ 395224 w 1453388"/>
                  <a:gd name="connsiteY70" fmla="*/ 348801 h 1472498"/>
                  <a:gd name="connsiteX71" fmla="*/ 326771 w 1453388"/>
                  <a:gd name="connsiteY71" fmla="*/ 533713 h 1472498"/>
                  <a:gd name="connsiteX72" fmla="*/ 356489 w 1453388"/>
                  <a:gd name="connsiteY72" fmla="*/ 561400 h 1472498"/>
                  <a:gd name="connsiteX73" fmla="*/ 290703 w 1453388"/>
                  <a:gd name="connsiteY73" fmla="*/ 659189 h 1472498"/>
                  <a:gd name="connsiteX74" fmla="*/ 241808 w 1453388"/>
                  <a:gd name="connsiteY74" fmla="*/ 552890 h 1472498"/>
                  <a:gd name="connsiteX75" fmla="*/ 300228 w 1453388"/>
                  <a:gd name="connsiteY75" fmla="*/ 527871 h 1472498"/>
                  <a:gd name="connsiteX76" fmla="*/ 349250 w 1453388"/>
                  <a:gd name="connsiteY76" fmla="*/ 400871 h 1472498"/>
                  <a:gd name="connsiteX77" fmla="*/ 372999 w 1453388"/>
                  <a:gd name="connsiteY77" fmla="*/ 338895 h 1472498"/>
                  <a:gd name="connsiteX78" fmla="*/ 180721 w 1453388"/>
                  <a:gd name="connsiteY78" fmla="*/ 261933 h 1472498"/>
                  <a:gd name="connsiteX79" fmla="*/ 131445 w 1453388"/>
                  <a:gd name="connsiteY79" fmla="*/ 300288 h 1472498"/>
                  <a:gd name="connsiteX80" fmla="*/ 34798 w 1453388"/>
                  <a:gd name="connsiteY80" fmla="*/ 262441 h 1472498"/>
                  <a:gd name="connsiteX81" fmla="*/ 62103 w 1453388"/>
                  <a:gd name="connsiteY81" fmla="*/ 148014 h 1472498"/>
                  <a:gd name="connsiteX82" fmla="*/ 130175 w 1453388"/>
                  <a:gd name="connsiteY82" fmla="*/ 143696 h 1472498"/>
                  <a:gd name="connsiteX83" fmla="*/ 124587 w 1453388"/>
                  <a:gd name="connsiteY83" fmla="*/ 109660 h 1472498"/>
                  <a:gd name="connsiteX84" fmla="*/ 0 w 1453388"/>
                  <a:gd name="connsiteY84" fmla="*/ 45399 h 1472498"/>
                  <a:gd name="connsiteX85" fmla="*/ 32893 w 1453388"/>
                  <a:gd name="connsiteY85" fmla="*/ 36127 h 1472498"/>
                  <a:gd name="connsiteX86" fmla="*/ 65278 w 1453388"/>
                  <a:gd name="connsiteY86" fmla="*/ 60765 h 1472498"/>
                  <a:gd name="connsiteX87" fmla="*/ 280543 w 1453388"/>
                  <a:gd name="connsiteY87" fmla="*/ 123757 h 1472498"/>
                  <a:gd name="connsiteX88" fmla="*/ 32893 w 1453388"/>
                  <a:gd name="connsiteY88" fmla="*/ 36127 h 1472498"/>
                  <a:gd name="connsiteX89" fmla="*/ 839978 w 1453388"/>
                  <a:gd name="connsiteY89" fmla="*/ 33334 h 1472498"/>
                  <a:gd name="connsiteX90" fmla="*/ 729488 w 1453388"/>
                  <a:gd name="connsiteY90" fmla="*/ 140649 h 1472498"/>
                  <a:gd name="connsiteX91" fmla="*/ 886968 w 1453388"/>
                  <a:gd name="connsiteY91" fmla="*/ 369883 h 1472498"/>
                  <a:gd name="connsiteX92" fmla="*/ 1055370 w 1453388"/>
                  <a:gd name="connsiteY92" fmla="*/ 257362 h 1472498"/>
                  <a:gd name="connsiteX93" fmla="*/ 993902 w 1453388"/>
                  <a:gd name="connsiteY93" fmla="*/ 60765 h 1472498"/>
                  <a:gd name="connsiteX94" fmla="*/ 839978 w 1453388"/>
                  <a:gd name="connsiteY94" fmla="*/ 33334 h 1472498"/>
                  <a:gd name="connsiteX95" fmla="*/ 77851 w 1453388"/>
                  <a:gd name="connsiteY95" fmla="*/ 172526 h 1472498"/>
                  <a:gd name="connsiteX96" fmla="*/ 54356 w 1453388"/>
                  <a:gd name="connsiteY96" fmla="*/ 238565 h 1472498"/>
                  <a:gd name="connsiteX97" fmla="*/ 125984 w 1453388"/>
                  <a:gd name="connsiteY97" fmla="*/ 274126 h 1472498"/>
                  <a:gd name="connsiteX98" fmla="*/ 170180 w 1453388"/>
                  <a:gd name="connsiteY98" fmla="*/ 225484 h 1472498"/>
                  <a:gd name="connsiteX99" fmla="*/ 77851 w 1453388"/>
                  <a:gd name="connsiteY99" fmla="*/ 172526 h 1472498"/>
                  <a:gd name="connsiteX100" fmla="*/ 1245489 w 1453388"/>
                  <a:gd name="connsiteY100" fmla="*/ 298890 h 1472498"/>
                  <a:gd name="connsiteX101" fmla="*/ 1229868 w 1453388"/>
                  <a:gd name="connsiteY101" fmla="*/ 369502 h 1472498"/>
                  <a:gd name="connsiteX102" fmla="*/ 1323594 w 1453388"/>
                  <a:gd name="connsiteY102" fmla="*/ 351722 h 1472498"/>
                  <a:gd name="connsiteX103" fmla="*/ 1245489 w 1453388"/>
                  <a:gd name="connsiteY103" fmla="*/ 298890 h 1472498"/>
                  <a:gd name="connsiteX104" fmla="*/ 517779 w 1453388"/>
                  <a:gd name="connsiteY104" fmla="*/ 356040 h 1472498"/>
                  <a:gd name="connsiteX105" fmla="*/ 557530 w 1453388"/>
                  <a:gd name="connsiteY105" fmla="*/ 422081 h 1472498"/>
                  <a:gd name="connsiteX106" fmla="*/ 581279 w 1453388"/>
                  <a:gd name="connsiteY106" fmla="*/ 355406 h 1472498"/>
                  <a:gd name="connsiteX107" fmla="*/ 517779 w 1453388"/>
                  <a:gd name="connsiteY107" fmla="*/ 356040 h 1472498"/>
                  <a:gd name="connsiteX108" fmla="*/ 787400 w 1453388"/>
                  <a:gd name="connsiteY108" fmla="*/ 550224 h 1472498"/>
                  <a:gd name="connsiteX109" fmla="*/ 551561 w 1453388"/>
                  <a:gd name="connsiteY109" fmla="*/ 708084 h 1472498"/>
                  <a:gd name="connsiteX110" fmla="*/ 521081 w 1453388"/>
                  <a:gd name="connsiteY110" fmla="*/ 910269 h 1472498"/>
                  <a:gd name="connsiteX111" fmla="*/ 656336 w 1453388"/>
                  <a:gd name="connsiteY111" fmla="*/ 1108643 h 1472498"/>
                  <a:gd name="connsiteX112" fmla="*/ 885698 w 1453388"/>
                  <a:gd name="connsiteY112" fmla="*/ 1143059 h 1472498"/>
                  <a:gd name="connsiteX113" fmla="*/ 1167257 w 1453388"/>
                  <a:gd name="connsiteY113" fmla="*/ 1081464 h 1472498"/>
                  <a:gd name="connsiteX114" fmla="*/ 1254379 w 1453388"/>
                  <a:gd name="connsiteY114" fmla="*/ 789745 h 1472498"/>
                  <a:gd name="connsiteX115" fmla="*/ 1073404 w 1453388"/>
                  <a:gd name="connsiteY115" fmla="*/ 576766 h 1472498"/>
                  <a:gd name="connsiteX116" fmla="*/ 787400 w 1453388"/>
                  <a:gd name="connsiteY116" fmla="*/ 550224 h 1472498"/>
                  <a:gd name="connsiteX117" fmla="*/ 266700 w 1453388"/>
                  <a:gd name="connsiteY117" fmla="*/ 566480 h 1472498"/>
                  <a:gd name="connsiteX118" fmla="*/ 314071 w 1453388"/>
                  <a:gd name="connsiteY118" fmla="*/ 625407 h 1472498"/>
                  <a:gd name="connsiteX119" fmla="*/ 266700 w 1453388"/>
                  <a:gd name="connsiteY119" fmla="*/ 566480 h 1472498"/>
                  <a:gd name="connsiteX120" fmla="*/ 508508 w 1453388"/>
                  <a:gd name="connsiteY120" fmla="*/ 984309 h 1472498"/>
                  <a:gd name="connsiteX121" fmla="*/ 500888 w 1453388"/>
                  <a:gd name="connsiteY121" fmla="*/ 753677 h 1472498"/>
                  <a:gd name="connsiteX122" fmla="*/ 508508 w 1453388"/>
                  <a:gd name="connsiteY122" fmla="*/ 984309 h 1472498"/>
                  <a:gd name="connsiteX123" fmla="*/ 1274572 w 1453388"/>
                  <a:gd name="connsiteY123" fmla="*/ 752662 h 1472498"/>
                  <a:gd name="connsiteX124" fmla="*/ 1273048 w 1453388"/>
                  <a:gd name="connsiteY124" fmla="*/ 989008 h 1472498"/>
                  <a:gd name="connsiteX125" fmla="*/ 1274572 w 1453388"/>
                  <a:gd name="connsiteY125" fmla="*/ 752662 h 1472498"/>
                  <a:gd name="connsiteX126" fmla="*/ 1310640 w 1453388"/>
                  <a:gd name="connsiteY126" fmla="*/ 1163761 h 1472498"/>
                  <a:gd name="connsiteX127" fmla="*/ 1312418 w 1453388"/>
                  <a:gd name="connsiteY127" fmla="*/ 1303461 h 1472498"/>
                  <a:gd name="connsiteX128" fmla="*/ 1425702 w 1453388"/>
                  <a:gd name="connsiteY128" fmla="*/ 1234119 h 1472498"/>
                  <a:gd name="connsiteX129" fmla="*/ 1310640 w 1453388"/>
                  <a:gd name="connsiteY129" fmla="*/ 1163761 h 1472498"/>
                  <a:gd name="connsiteX130" fmla="*/ 1154557 w 1453388"/>
                  <a:gd name="connsiteY130" fmla="*/ 1181540 h 1472498"/>
                  <a:gd name="connsiteX131" fmla="*/ 1189609 w 1453388"/>
                  <a:gd name="connsiteY131" fmla="*/ 1338005 h 1472498"/>
                  <a:gd name="connsiteX132" fmla="*/ 1241806 w 1453388"/>
                  <a:gd name="connsiteY132" fmla="*/ 1235643 h 1472498"/>
                  <a:gd name="connsiteX133" fmla="*/ 1154557 w 1453388"/>
                  <a:gd name="connsiteY133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414653 w 1453388"/>
                  <a:gd name="connsiteY15" fmla="*/ 279206 h 1472498"/>
                  <a:gd name="connsiteX16" fmla="*/ 1349121 w 1453388"/>
                  <a:gd name="connsiteY16" fmla="*/ 319338 h 1472498"/>
                  <a:gd name="connsiteX17" fmla="*/ 1338961 w 1453388"/>
                  <a:gd name="connsiteY17" fmla="*/ 386520 h 1472498"/>
                  <a:gd name="connsiteX18" fmla="*/ 1206754 w 1453388"/>
                  <a:gd name="connsiteY18" fmla="*/ 380044 h 1472498"/>
                  <a:gd name="connsiteX19" fmla="*/ 1190244 w 1453388"/>
                  <a:gd name="connsiteY19" fmla="*/ 344357 h 1472498"/>
                  <a:gd name="connsiteX20" fmla="*/ 1201801 w 1453388"/>
                  <a:gd name="connsiteY20" fmla="*/ 303844 h 1472498"/>
                  <a:gd name="connsiteX21" fmla="*/ 1082294 w 1453388"/>
                  <a:gd name="connsiteY21" fmla="*/ 261426 h 1472498"/>
                  <a:gd name="connsiteX22" fmla="*/ 945007 w 1453388"/>
                  <a:gd name="connsiteY22" fmla="*/ 390712 h 1472498"/>
                  <a:gd name="connsiteX23" fmla="*/ 895604 w 1453388"/>
                  <a:gd name="connsiteY23" fmla="*/ 397570 h 1472498"/>
                  <a:gd name="connsiteX24" fmla="*/ 895350 w 1453388"/>
                  <a:gd name="connsiteY24" fmla="*/ 515171 h 1472498"/>
                  <a:gd name="connsiteX25" fmla="*/ 1144651 w 1453388"/>
                  <a:gd name="connsiteY25" fmla="*/ 586800 h 1472498"/>
                  <a:gd name="connsiteX26" fmla="*/ 1251204 w 1453388"/>
                  <a:gd name="connsiteY26" fmla="*/ 704528 h 1472498"/>
                  <a:gd name="connsiteX27" fmla="*/ 1340993 w 1453388"/>
                  <a:gd name="connsiteY27" fmla="*/ 779713 h 1472498"/>
                  <a:gd name="connsiteX28" fmla="*/ 1256030 w 1453388"/>
                  <a:gd name="connsiteY28" fmla="*/ 1014155 h 1472498"/>
                  <a:gd name="connsiteX29" fmla="*/ 1237361 w 1453388"/>
                  <a:gd name="connsiteY29" fmla="*/ 1043111 h 1472498"/>
                  <a:gd name="connsiteX30" fmla="*/ 1122934 w 1453388"/>
                  <a:gd name="connsiteY30" fmla="*/ 1135439 h 1472498"/>
                  <a:gd name="connsiteX31" fmla="*/ 1246632 w 1453388"/>
                  <a:gd name="connsiteY31" fmla="*/ 1210624 h 1472498"/>
                  <a:gd name="connsiteX32" fmla="*/ 1310640 w 1453388"/>
                  <a:gd name="connsiteY32" fmla="*/ 1137345 h 1472498"/>
                  <a:gd name="connsiteX33" fmla="*/ 1410843 w 1453388"/>
                  <a:gd name="connsiteY33" fmla="*/ 1154108 h 1472498"/>
                  <a:gd name="connsiteX34" fmla="*/ 1453388 w 1453388"/>
                  <a:gd name="connsiteY34" fmla="*/ 1224720 h 1472498"/>
                  <a:gd name="connsiteX35" fmla="*/ 1383665 w 1453388"/>
                  <a:gd name="connsiteY35" fmla="*/ 1462338 h 1472498"/>
                  <a:gd name="connsiteX36" fmla="*/ 1360424 w 1453388"/>
                  <a:gd name="connsiteY36" fmla="*/ 1465005 h 1472498"/>
                  <a:gd name="connsiteX37" fmla="*/ 1413637 w 1453388"/>
                  <a:gd name="connsiteY37" fmla="*/ 1314509 h 1472498"/>
                  <a:gd name="connsiteX38" fmla="*/ 1331468 w 1453388"/>
                  <a:gd name="connsiteY38" fmla="*/ 1334068 h 1472498"/>
                  <a:gd name="connsiteX39" fmla="*/ 1247394 w 1453388"/>
                  <a:gd name="connsiteY39" fmla="*/ 1274251 h 1472498"/>
                  <a:gd name="connsiteX40" fmla="*/ 1194054 w 1453388"/>
                  <a:gd name="connsiteY40" fmla="*/ 1459036 h 1472498"/>
                  <a:gd name="connsiteX41" fmla="*/ 1192022 w 1453388"/>
                  <a:gd name="connsiteY41" fmla="*/ 1472498 h 1472498"/>
                  <a:gd name="connsiteX42" fmla="*/ 1176909 w 1453388"/>
                  <a:gd name="connsiteY42" fmla="*/ 1457257 h 1472498"/>
                  <a:gd name="connsiteX43" fmla="*/ 1165606 w 1453388"/>
                  <a:gd name="connsiteY43" fmla="*/ 1370136 h 1472498"/>
                  <a:gd name="connsiteX44" fmla="*/ 1128776 w 1453388"/>
                  <a:gd name="connsiteY44" fmla="*/ 1185986 h 1472498"/>
                  <a:gd name="connsiteX45" fmla="*/ 1121791 w 1453388"/>
                  <a:gd name="connsiteY45" fmla="*/ 1162618 h 1472498"/>
                  <a:gd name="connsiteX46" fmla="*/ 950214 w 1453388"/>
                  <a:gd name="connsiteY46" fmla="*/ 1166427 h 1472498"/>
                  <a:gd name="connsiteX47" fmla="*/ 685927 w 1453388"/>
                  <a:gd name="connsiteY47" fmla="*/ 1159062 h 1472498"/>
                  <a:gd name="connsiteX48" fmla="*/ 645795 w 1453388"/>
                  <a:gd name="connsiteY48" fmla="*/ 1182302 h 1472498"/>
                  <a:gd name="connsiteX49" fmla="*/ 599694 w 1453388"/>
                  <a:gd name="connsiteY49" fmla="*/ 1461830 h 1472498"/>
                  <a:gd name="connsiteX50" fmla="*/ 574929 w 1453388"/>
                  <a:gd name="connsiteY50" fmla="*/ 1466020 h 1472498"/>
                  <a:gd name="connsiteX51" fmla="*/ 614299 w 1453388"/>
                  <a:gd name="connsiteY51" fmla="*/ 1184207 h 1472498"/>
                  <a:gd name="connsiteX52" fmla="*/ 481711 w 1453388"/>
                  <a:gd name="connsiteY52" fmla="*/ 1325051 h 1472498"/>
                  <a:gd name="connsiteX53" fmla="*/ 439166 w 1453388"/>
                  <a:gd name="connsiteY53" fmla="*/ 1458527 h 1472498"/>
                  <a:gd name="connsiteX54" fmla="*/ 413258 w 1453388"/>
                  <a:gd name="connsiteY54" fmla="*/ 1468814 h 1472498"/>
                  <a:gd name="connsiteX55" fmla="*/ 520319 w 1453388"/>
                  <a:gd name="connsiteY55" fmla="*/ 1228657 h 1472498"/>
                  <a:gd name="connsiteX56" fmla="*/ 650621 w 1453388"/>
                  <a:gd name="connsiteY56" fmla="*/ 1136963 h 1472498"/>
                  <a:gd name="connsiteX57" fmla="*/ 524637 w 1453388"/>
                  <a:gd name="connsiteY57" fmla="*/ 1011361 h 1472498"/>
                  <a:gd name="connsiteX58" fmla="*/ 446024 w 1453388"/>
                  <a:gd name="connsiteY58" fmla="*/ 970720 h 1472498"/>
                  <a:gd name="connsiteX59" fmla="*/ 414147 w 1453388"/>
                  <a:gd name="connsiteY59" fmla="*/ 824925 h 1472498"/>
                  <a:gd name="connsiteX60" fmla="*/ 513842 w 1453388"/>
                  <a:gd name="connsiteY60" fmla="*/ 724849 h 1472498"/>
                  <a:gd name="connsiteX61" fmla="*/ 691896 w 1453388"/>
                  <a:gd name="connsiteY61" fmla="*/ 550477 h 1472498"/>
                  <a:gd name="connsiteX62" fmla="*/ 869061 w 1453388"/>
                  <a:gd name="connsiteY62" fmla="*/ 514409 h 1472498"/>
                  <a:gd name="connsiteX63" fmla="*/ 869061 w 1453388"/>
                  <a:gd name="connsiteY63" fmla="*/ 398458 h 1472498"/>
                  <a:gd name="connsiteX64" fmla="*/ 722757 w 1453388"/>
                  <a:gd name="connsiteY64" fmla="*/ 301684 h 1472498"/>
                  <a:gd name="connsiteX65" fmla="*/ 610616 w 1453388"/>
                  <a:gd name="connsiteY65" fmla="*/ 358453 h 1472498"/>
                  <a:gd name="connsiteX66" fmla="*/ 598932 w 1453388"/>
                  <a:gd name="connsiteY66" fmla="*/ 438082 h 1472498"/>
                  <a:gd name="connsiteX67" fmla="*/ 511556 w 1453388"/>
                  <a:gd name="connsiteY67" fmla="*/ 439860 h 1472498"/>
                  <a:gd name="connsiteX68" fmla="*/ 475615 w 1453388"/>
                  <a:gd name="connsiteY68" fmla="*/ 374328 h 1472498"/>
                  <a:gd name="connsiteX69" fmla="*/ 395224 w 1453388"/>
                  <a:gd name="connsiteY69" fmla="*/ 348801 h 1472498"/>
                  <a:gd name="connsiteX70" fmla="*/ 326771 w 1453388"/>
                  <a:gd name="connsiteY70" fmla="*/ 533713 h 1472498"/>
                  <a:gd name="connsiteX71" fmla="*/ 356489 w 1453388"/>
                  <a:gd name="connsiteY71" fmla="*/ 561400 h 1472498"/>
                  <a:gd name="connsiteX72" fmla="*/ 290703 w 1453388"/>
                  <a:gd name="connsiteY72" fmla="*/ 659189 h 1472498"/>
                  <a:gd name="connsiteX73" fmla="*/ 241808 w 1453388"/>
                  <a:gd name="connsiteY73" fmla="*/ 552890 h 1472498"/>
                  <a:gd name="connsiteX74" fmla="*/ 300228 w 1453388"/>
                  <a:gd name="connsiteY74" fmla="*/ 527871 h 1472498"/>
                  <a:gd name="connsiteX75" fmla="*/ 349250 w 1453388"/>
                  <a:gd name="connsiteY75" fmla="*/ 400871 h 1472498"/>
                  <a:gd name="connsiteX76" fmla="*/ 372999 w 1453388"/>
                  <a:gd name="connsiteY76" fmla="*/ 338895 h 1472498"/>
                  <a:gd name="connsiteX77" fmla="*/ 180721 w 1453388"/>
                  <a:gd name="connsiteY77" fmla="*/ 261933 h 1472498"/>
                  <a:gd name="connsiteX78" fmla="*/ 131445 w 1453388"/>
                  <a:gd name="connsiteY78" fmla="*/ 300288 h 1472498"/>
                  <a:gd name="connsiteX79" fmla="*/ 34798 w 1453388"/>
                  <a:gd name="connsiteY79" fmla="*/ 262441 h 1472498"/>
                  <a:gd name="connsiteX80" fmla="*/ 62103 w 1453388"/>
                  <a:gd name="connsiteY80" fmla="*/ 148014 h 1472498"/>
                  <a:gd name="connsiteX81" fmla="*/ 130175 w 1453388"/>
                  <a:gd name="connsiteY81" fmla="*/ 143696 h 1472498"/>
                  <a:gd name="connsiteX82" fmla="*/ 124587 w 1453388"/>
                  <a:gd name="connsiteY82" fmla="*/ 109660 h 1472498"/>
                  <a:gd name="connsiteX83" fmla="*/ 0 w 1453388"/>
                  <a:gd name="connsiteY83" fmla="*/ 45399 h 1472498"/>
                  <a:gd name="connsiteX84" fmla="*/ 32893 w 1453388"/>
                  <a:gd name="connsiteY84" fmla="*/ 36127 h 1472498"/>
                  <a:gd name="connsiteX85" fmla="*/ 65278 w 1453388"/>
                  <a:gd name="connsiteY85" fmla="*/ 60765 h 1472498"/>
                  <a:gd name="connsiteX86" fmla="*/ 280543 w 1453388"/>
                  <a:gd name="connsiteY86" fmla="*/ 123757 h 1472498"/>
                  <a:gd name="connsiteX87" fmla="*/ 32893 w 1453388"/>
                  <a:gd name="connsiteY87" fmla="*/ 36127 h 1472498"/>
                  <a:gd name="connsiteX88" fmla="*/ 839978 w 1453388"/>
                  <a:gd name="connsiteY88" fmla="*/ 33334 h 1472498"/>
                  <a:gd name="connsiteX89" fmla="*/ 729488 w 1453388"/>
                  <a:gd name="connsiteY89" fmla="*/ 140649 h 1472498"/>
                  <a:gd name="connsiteX90" fmla="*/ 886968 w 1453388"/>
                  <a:gd name="connsiteY90" fmla="*/ 369883 h 1472498"/>
                  <a:gd name="connsiteX91" fmla="*/ 1055370 w 1453388"/>
                  <a:gd name="connsiteY91" fmla="*/ 257362 h 1472498"/>
                  <a:gd name="connsiteX92" fmla="*/ 993902 w 1453388"/>
                  <a:gd name="connsiteY92" fmla="*/ 60765 h 1472498"/>
                  <a:gd name="connsiteX93" fmla="*/ 839978 w 1453388"/>
                  <a:gd name="connsiteY93" fmla="*/ 33334 h 1472498"/>
                  <a:gd name="connsiteX94" fmla="*/ 77851 w 1453388"/>
                  <a:gd name="connsiteY94" fmla="*/ 172526 h 1472498"/>
                  <a:gd name="connsiteX95" fmla="*/ 54356 w 1453388"/>
                  <a:gd name="connsiteY95" fmla="*/ 238565 h 1472498"/>
                  <a:gd name="connsiteX96" fmla="*/ 125984 w 1453388"/>
                  <a:gd name="connsiteY96" fmla="*/ 274126 h 1472498"/>
                  <a:gd name="connsiteX97" fmla="*/ 170180 w 1453388"/>
                  <a:gd name="connsiteY97" fmla="*/ 225484 h 1472498"/>
                  <a:gd name="connsiteX98" fmla="*/ 77851 w 1453388"/>
                  <a:gd name="connsiteY98" fmla="*/ 172526 h 1472498"/>
                  <a:gd name="connsiteX99" fmla="*/ 1245489 w 1453388"/>
                  <a:gd name="connsiteY99" fmla="*/ 298890 h 1472498"/>
                  <a:gd name="connsiteX100" fmla="*/ 1229868 w 1453388"/>
                  <a:gd name="connsiteY100" fmla="*/ 369502 h 1472498"/>
                  <a:gd name="connsiteX101" fmla="*/ 1323594 w 1453388"/>
                  <a:gd name="connsiteY101" fmla="*/ 351722 h 1472498"/>
                  <a:gd name="connsiteX102" fmla="*/ 1245489 w 1453388"/>
                  <a:gd name="connsiteY102" fmla="*/ 298890 h 1472498"/>
                  <a:gd name="connsiteX103" fmla="*/ 517779 w 1453388"/>
                  <a:gd name="connsiteY103" fmla="*/ 356040 h 1472498"/>
                  <a:gd name="connsiteX104" fmla="*/ 557530 w 1453388"/>
                  <a:gd name="connsiteY104" fmla="*/ 422081 h 1472498"/>
                  <a:gd name="connsiteX105" fmla="*/ 581279 w 1453388"/>
                  <a:gd name="connsiteY105" fmla="*/ 355406 h 1472498"/>
                  <a:gd name="connsiteX106" fmla="*/ 517779 w 1453388"/>
                  <a:gd name="connsiteY106" fmla="*/ 356040 h 1472498"/>
                  <a:gd name="connsiteX107" fmla="*/ 787400 w 1453388"/>
                  <a:gd name="connsiteY107" fmla="*/ 550224 h 1472498"/>
                  <a:gd name="connsiteX108" fmla="*/ 551561 w 1453388"/>
                  <a:gd name="connsiteY108" fmla="*/ 708084 h 1472498"/>
                  <a:gd name="connsiteX109" fmla="*/ 521081 w 1453388"/>
                  <a:gd name="connsiteY109" fmla="*/ 910269 h 1472498"/>
                  <a:gd name="connsiteX110" fmla="*/ 656336 w 1453388"/>
                  <a:gd name="connsiteY110" fmla="*/ 1108643 h 1472498"/>
                  <a:gd name="connsiteX111" fmla="*/ 885698 w 1453388"/>
                  <a:gd name="connsiteY111" fmla="*/ 1143059 h 1472498"/>
                  <a:gd name="connsiteX112" fmla="*/ 1167257 w 1453388"/>
                  <a:gd name="connsiteY112" fmla="*/ 1081464 h 1472498"/>
                  <a:gd name="connsiteX113" fmla="*/ 1254379 w 1453388"/>
                  <a:gd name="connsiteY113" fmla="*/ 789745 h 1472498"/>
                  <a:gd name="connsiteX114" fmla="*/ 1073404 w 1453388"/>
                  <a:gd name="connsiteY114" fmla="*/ 576766 h 1472498"/>
                  <a:gd name="connsiteX115" fmla="*/ 787400 w 1453388"/>
                  <a:gd name="connsiteY115" fmla="*/ 550224 h 1472498"/>
                  <a:gd name="connsiteX116" fmla="*/ 266700 w 1453388"/>
                  <a:gd name="connsiteY116" fmla="*/ 566480 h 1472498"/>
                  <a:gd name="connsiteX117" fmla="*/ 314071 w 1453388"/>
                  <a:gd name="connsiteY117" fmla="*/ 625407 h 1472498"/>
                  <a:gd name="connsiteX118" fmla="*/ 266700 w 1453388"/>
                  <a:gd name="connsiteY118" fmla="*/ 566480 h 1472498"/>
                  <a:gd name="connsiteX119" fmla="*/ 508508 w 1453388"/>
                  <a:gd name="connsiteY119" fmla="*/ 984309 h 1472498"/>
                  <a:gd name="connsiteX120" fmla="*/ 500888 w 1453388"/>
                  <a:gd name="connsiteY120" fmla="*/ 753677 h 1472498"/>
                  <a:gd name="connsiteX121" fmla="*/ 508508 w 1453388"/>
                  <a:gd name="connsiteY121" fmla="*/ 984309 h 1472498"/>
                  <a:gd name="connsiteX122" fmla="*/ 1274572 w 1453388"/>
                  <a:gd name="connsiteY122" fmla="*/ 752662 h 1472498"/>
                  <a:gd name="connsiteX123" fmla="*/ 1273048 w 1453388"/>
                  <a:gd name="connsiteY123" fmla="*/ 989008 h 1472498"/>
                  <a:gd name="connsiteX124" fmla="*/ 1274572 w 1453388"/>
                  <a:gd name="connsiteY124" fmla="*/ 752662 h 1472498"/>
                  <a:gd name="connsiteX125" fmla="*/ 1310640 w 1453388"/>
                  <a:gd name="connsiteY125" fmla="*/ 1163761 h 1472498"/>
                  <a:gd name="connsiteX126" fmla="*/ 1312418 w 1453388"/>
                  <a:gd name="connsiteY126" fmla="*/ 1303461 h 1472498"/>
                  <a:gd name="connsiteX127" fmla="*/ 1425702 w 1453388"/>
                  <a:gd name="connsiteY127" fmla="*/ 1234119 h 1472498"/>
                  <a:gd name="connsiteX128" fmla="*/ 1310640 w 1453388"/>
                  <a:gd name="connsiteY128" fmla="*/ 1163761 h 1472498"/>
                  <a:gd name="connsiteX129" fmla="*/ 1154557 w 1453388"/>
                  <a:gd name="connsiteY129" fmla="*/ 1181540 h 1472498"/>
                  <a:gd name="connsiteX130" fmla="*/ 1189609 w 1453388"/>
                  <a:gd name="connsiteY130" fmla="*/ 1338005 h 1472498"/>
                  <a:gd name="connsiteX131" fmla="*/ 1241806 w 1453388"/>
                  <a:gd name="connsiteY131" fmla="*/ 1235643 h 1472498"/>
                  <a:gd name="connsiteX132" fmla="*/ 1154557 w 1453388"/>
                  <a:gd name="connsiteY132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22375 w 1453388"/>
                  <a:gd name="connsiteY14" fmla="*/ 281364 h 1472498"/>
                  <a:gd name="connsiteX15" fmla="*/ 1349121 w 1453388"/>
                  <a:gd name="connsiteY15" fmla="*/ 319338 h 1472498"/>
                  <a:gd name="connsiteX16" fmla="*/ 1338961 w 1453388"/>
                  <a:gd name="connsiteY16" fmla="*/ 386520 h 1472498"/>
                  <a:gd name="connsiteX17" fmla="*/ 1206754 w 1453388"/>
                  <a:gd name="connsiteY17" fmla="*/ 380044 h 1472498"/>
                  <a:gd name="connsiteX18" fmla="*/ 1190244 w 1453388"/>
                  <a:gd name="connsiteY18" fmla="*/ 344357 h 1472498"/>
                  <a:gd name="connsiteX19" fmla="*/ 1201801 w 1453388"/>
                  <a:gd name="connsiteY19" fmla="*/ 303844 h 1472498"/>
                  <a:gd name="connsiteX20" fmla="*/ 1082294 w 1453388"/>
                  <a:gd name="connsiteY20" fmla="*/ 261426 h 1472498"/>
                  <a:gd name="connsiteX21" fmla="*/ 945007 w 1453388"/>
                  <a:gd name="connsiteY21" fmla="*/ 390712 h 1472498"/>
                  <a:gd name="connsiteX22" fmla="*/ 895604 w 1453388"/>
                  <a:gd name="connsiteY22" fmla="*/ 397570 h 1472498"/>
                  <a:gd name="connsiteX23" fmla="*/ 895350 w 1453388"/>
                  <a:gd name="connsiteY23" fmla="*/ 515171 h 1472498"/>
                  <a:gd name="connsiteX24" fmla="*/ 1144651 w 1453388"/>
                  <a:gd name="connsiteY24" fmla="*/ 586800 h 1472498"/>
                  <a:gd name="connsiteX25" fmla="*/ 1251204 w 1453388"/>
                  <a:gd name="connsiteY25" fmla="*/ 704528 h 1472498"/>
                  <a:gd name="connsiteX26" fmla="*/ 1340993 w 1453388"/>
                  <a:gd name="connsiteY26" fmla="*/ 779713 h 1472498"/>
                  <a:gd name="connsiteX27" fmla="*/ 1256030 w 1453388"/>
                  <a:gd name="connsiteY27" fmla="*/ 1014155 h 1472498"/>
                  <a:gd name="connsiteX28" fmla="*/ 1237361 w 1453388"/>
                  <a:gd name="connsiteY28" fmla="*/ 1043111 h 1472498"/>
                  <a:gd name="connsiteX29" fmla="*/ 1122934 w 1453388"/>
                  <a:gd name="connsiteY29" fmla="*/ 1135439 h 1472498"/>
                  <a:gd name="connsiteX30" fmla="*/ 1246632 w 1453388"/>
                  <a:gd name="connsiteY30" fmla="*/ 1210624 h 1472498"/>
                  <a:gd name="connsiteX31" fmla="*/ 1310640 w 1453388"/>
                  <a:gd name="connsiteY31" fmla="*/ 1137345 h 1472498"/>
                  <a:gd name="connsiteX32" fmla="*/ 1410843 w 1453388"/>
                  <a:gd name="connsiteY32" fmla="*/ 1154108 h 1472498"/>
                  <a:gd name="connsiteX33" fmla="*/ 1453388 w 1453388"/>
                  <a:gd name="connsiteY33" fmla="*/ 1224720 h 1472498"/>
                  <a:gd name="connsiteX34" fmla="*/ 1383665 w 1453388"/>
                  <a:gd name="connsiteY34" fmla="*/ 1462338 h 1472498"/>
                  <a:gd name="connsiteX35" fmla="*/ 1360424 w 1453388"/>
                  <a:gd name="connsiteY35" fmla="*/ 1465005 h 1472498"/>
                  <a:gd name="connsiteX36" fmla="*/ 1413637 w 1453388"/>
                  <a:gd name="connsiteY36" fmla="*/ 1314509 h 1472498"/>
                  <a:gd name="connsiteX37" fmla="*/ 1331468 w 1453388"/>
                  <a:gd name="connsiteY37" fmla="*/ 1334068 h 1472498"/>
                  <a:gd name="connsiteX38" fmla="*/ 1247394 w 1453388"/>
                  <a:gd name="connsiteY38" fmla="*/ 1274251 h 1472498"/>
                  <a:gd name="connsiteX39" fmla="*/ 1194054 w 1453388"/>
                  <a:gd name="connsiteY39" fmla="*/ 1459036 h 1472498"/>
                  <a:gd name="connsiteX40" fmla="*/ 1192022 w 1453388"/>
                  <a:gd name="connsiteY40" fmla="*/ 1472498 h 1472498"/>
                  <a:gd name="connsiteX41" fmla="*/ 1176909 w 1453388"/>
                  <a:gd name="connsiteY41" fmla="*/ 1457257 h 1472498"/>
                  <a:gd name="connsiteX42" fmla="*/ 1165606 w 1453388"/>
                  <a:gd name="connsiteY42" fmla="*/ 1370136 h 1472498"/>
                  <a:gd name="connsiteX43" fmla="*/ 1128776 w 1453388"/>
                  <a:gd name="connsiteY43" fmla="*/ 1185986 h 1472498"/>
                  <a:gd name="connsiteX44" fmla="*/ 1121791 w 1453388"/>
                  <a:gd name="connsiteY44" fmla="*/ 1162618 h 1472498"/>
                  <a:gd name="connsiteX45" fmla="*/ 950214 w 1453388"/>
                  <a:gd name="connsiteY45" fmla="*/ 1166427 h 1472498"/>
                  <a:gd name="connsiteX46" fmla="*/ 685927 w 1453388"/>
                  <a:gd name="connsiteY46" fmla="*/ 1159062 h 1472498"/>
                  <a:gd name="connsiteX47" fmla="*/ 645795 w 1453388"/>
                  <a:gd name="connsiteY47" fmla="*/ 1182302 h 1472498"/>
                  <a:gd name="connsiteX48" fmla="*/ 599694 w 1453388"/>
                  <a:gd name="connsiteY48" fmla="*/ 1461830 h 1472498"/>
                  <a:gd name="connsiteX49" fmla="*/ 574929 w 1453388"/>
                  <a:gd name="connsiteY49" fmla="*/ 1466020 h 1472498"/>
                  <a:gd name="connsiteX50" fmla="*/ 614299 w 1453388"/>
                  <a:gd name="connsiteY50" fmla="*/ 1184207 h 1472498"/>
                  <a:gd name="connsiteX51" fmla="*/ 481711 w 1453388"/>
                  <a:gd name="connsiteY51" fmla="*/ 1325051 h 1472498"/>
                  <a:gd name="connsiteX52" fmla="*/ 439166 w 1453388"/>
                  <a:gd name="connsiteY52" fmla="*/ 1458527 h 1472498"/>
                  <a:gd name="connsiteX53" fmla="*/ 413258 w 1453388"/>
                  <a:gd name="connsiteY53" fmla="*/ 1468814 h 1472498"/>
                  <a:gd name="connsiteX54" fmla="*/ 520319 w 1453388"/>
                  <a:gd name="connsiteY54" fmla="*/ 1228657 h 1472498"/>
                  <a:gd name="connsiteX55" fmla="*/ 650621 w 1453388"/>
                  <a:gd name="connsiteY55" fmla="*/ 1136963 h 1472498"/>
                  <a:gd name="connsiteX56" fmla="*/ 524637 w 1453388"/>
                  <a:gd name="connsiteY56" fmla="*/ 1011361 h 1472498"/>
                  <a:gd name="connsiteX57" fmla="*/ 446024 w 1453388"/>
                  <a:gd name="connsiteY57" fmla="*/ 970720 h 1472498"/>
                  <a:gd name="connsiteX58" fmla="*/ 414147 w 1453388"/>
                  <a:gd name="connsiteY58" fmla="*/ 824925 h 1472498"/>
                  <a:gd name="connsiteX59" fmla="*/ 513842 w 1453388"/>
                  <a:gd name="connsiteY59" fmla="*/ 724849 h 1472498"/>
                  <a:gd name="connsiteX60" fmla="*/ 691896 w 1453388"/>
                  <a:gd name="connsiteY60" fmla="*/ 550477 h 1472498"/>
                  <a:gd name="connsiteX61" fmla="*/ 869061 w 1453388"/>
                  <a:gd name="connsiteY61" fmla="*/ 514409 h 1472498"/>
                  <a:gd name="connsiteX62" fmla="*/ 869061 w 1453388"/>
                  <a:gd name="connsiteY62" fmla="*/ 398458 h 1472498"/>
                  <a:gd name="connsiteX63" fmla="*/ 722757 w 1453388"/>
                  <a:gd name="connsiteY63" fmla="*/ 301684 h 1472498"/>
                  <a:gd name="connsiteX64" fmla="*/ 610616 w 1453388"/>
                  <a:gd name="connsiteY64" fmla="*/ 358453 h 1472498"/>
                  <a:gd name="connsiteX65" fmla="*/ 598932 w 1453388"/>
                  <a:gd name="connsiteY65" fmla="*/ 438082 h 1472498"/>
                  <a:gd name="connsiteX66" fmla="*/ 511556 w 1453388"/>
                  <a:gd name="connsiteY66" fmla="*/ 439860 h 1472498"/>
                  <a:gd name="connsiteX67" fmla="*/ 475615 w 1453388"/>
                  <a:gd name="connsiteY67" fmla="*/ 374328 h 1472498"/>
                  <a:gd name="connsiteX68" fmla="*/ 395224 w 1453388"/>
                  <a:gd name="connsiteY68" fmla="*/ 348801 h 1472498"/>
                  <a:gd name="connsiteX69" fmla="*/ 326771 w 1453388"/>
                  <a:gd name="connsiteY69" fmla="*/ 533713 h 1472498"/>
                  <a:gd name="connsiteX70" fmla="*/ 356489 w 1453388"/>
                  <a:gd name="connsiteY70" fmla="*/ 561400 h 1472498"/>
                  <a:gd name="connsiteX71" fmla="*/ 290703 w 1453388"/>
                  <a:gd name="connsiteY71" fmla="*/ 659189 h 1472498"/>
                  <a:gd name="connsiteX72" fmla="*/ 241808 w 1453388"/>
                  <a:gd name="connsiteY72" fmla="*/ 552890 h 1472498"/>
                  <a:gd name="connsiteX73" fmla="*/ 300228 w 1453388"/>
                  <a:gd name="connsiteY73" fmla="*/ 527871 h 1472498"/>
                  <a:gd name="connsiteX74" fmla="*/ 349250 w 1453388"/>
                  <a:gd name="connsiteY74" fmla="*/ 400871 h 1472498"/>
                  <a:gd name="connsiteX75" fmla="*/ 372999 w 1453388"/>
                  <a:gd name="connsiteY75" fmla="*/ 338895 h 1472498"/>
                  <a:gd name="connsiteX76" fmla="*/ 180721 w 1453388"/>
                  <a:gd name="connsiteY76" fmla="*/ 261933 h 1472498"/>
                  <a:gd name="connsiteX77" fmla="*/ 131445 w 1453388"/>
                  <a:gd name="connsiteY77" fmla="*/ 300288 h 1472498"/>
                  <a:gd name="connsiteX78" fmla="*/ 34798 w 1453388"/>
                  <a:gd name="connsiteY78" fmla="*/ 262441 h 1472498"/>
                  <a:gd name="connsiteX79" fmla="*/ 62103 w 1453388"/>
                  <a:gd name="connsiteY79" fmla="*/ 148014 h 1472498"/>
                  <a:gd name="connsiteX80" fmla="*/ 130175 w 1453388"/>
                  <a:gd name="connsiteY80" fmla="*/ 143696 h 1472498"/>
                  <a:gd name="connsiteX81" fmla="*/ 124587 w 1453388"/>
                  <a:gd name="connsiteY81" fmla="*/ 109660 h 1472498"/>
                  <a:gd name="connsiteX82" fmla="*/ 0 w 1453388"/>
                  <a:gd name="connsiteY82" fmla="*/ 45399 h 1472498"/>
                  <a:gd name="connsiteX83" fmla="*/ 32893 w 1453388"/>
                  <a:gd name="connsiteY83" fmla="*/ 36127 h 1472498"/>
                  <a:gd name="connsiteX84" fmla="*/ 65278 w 1453388"/>
                  <a:gd name="connsiteY84" fmla="*/ 60765 h 1472498"/>
                  <a:gd name="connsiteX85" fmla="*/ 280543 w 1453388"/>
                  <a:gd name="connsiteY85" fmla="*/ 123757 h 1472498"/>
                  <a:gd name="connsiteX86" fmla="*/ 32893 w 1453388"/>
                  <a:gd name="connsiteY86" fmla="*/ 36127 h 1472498"/>
                  <a:gd name="connsiteX87" fmla="*/ 839978 w 1453388"/>
                  <a:gd name="connsiteY87" fmla="*/ 33334 h 1472498"/>
                  <a:gd name="connsiteX88" fmla="*/ 729488 w 1453388"/>
                  <a:gd name="connsiteY88" fmla="*/ 140649 h 1472498"/>
                  <a:gd name="connsiteX89" fmla="*/ 886968 w 1453388"/>
                  <a:gd name="connsiteY89" fmla="*/ 369883 h 1472498"/>
                  <a:gd name="connsiteX90" fmla="*/ 1055370 w 1453388"/>
                  <a:gd name="connsiteY90" fmla="*/ 257362 h 1472498"/>
                  <a:gd name="connsiteX91" fmla="*/ 993902 w 1453388"/>
                  <a:gd name="connsiteY91" fmla="*/ 60765 h 1472498"/>
                  <a:gd name="connsiteX92" fmla="*/ 839978 w 1453388"/>
                  <a:gd name="connsiteY92" fmla="*/ 33334 h 1472498"/>
                  <a:gd name="connsiteX93" fmla="*/ 77851 w 1453388"/>
                  <a:gd name="connsiteY93" fmla="*/ 172526 h 1472498"/>
                  <a:gd name="connsiteX94" fmla="*/ 54356 w 1453388"/>
                  <a:gd name="connsiteY94" fmla="*/ 238565 h 1472498"/>
                  <a:gd name="connsiteX95" fmla="*/ 125984 w 1453388"/>
                  <a:gd name="connsiteY95" fmla="*/ 274126 h 1472498"/>
                  <a:gd name="connsiteX96" fmla="*/ 170180 w 1453388"/>
                  <a:gd name="connsiteY96" fmla="*/ 225484 h 1472498"/>
                  <a:gd name="connsiteX97" fmla="*/ 77851 w 1453388"/>
                  <a:gd name="connsiteY97" fmla="*/ 172526 h 1472498"/>
                  <a:gd name="connsiteX98" fmla="*/ 1245489 w 1453388"/>
                  <a:gd name="connsiteY98" fmla="*/ 298890 h 1472498"/>
                  <a:gd name="connsiteX99" fmla="*/ 1229868 w 1453388"/>
                  <a:gd name="connsiteY99" fmla="*/ 369502 h 1472498"/>
                  <a:gd name="connsiteX100" fmla="*/ 1323594 w 1453388"/>
                  <a:gd name="connsiteY100" fmla="*/ 351722 h 1472498"/>
                  <a:gd name="connsiteX101" fmla="*/ 1245489 w 1453388"/>
                  <a:gd name="connsiteY101" fmla="*/ 298890 h 1472498"/>
                  <a:gd name="connsiteX102" fmla="*/ 517779 w 1453388"/>
                  <a:gd name="connsiteY102" fmla="*/ 356040 h 1472498"/>
                  <a:gd name="connsiteX103" fmla="*/ 557530 w 1453388"/>
                  <a:gd name="connsiteY103" fmla="*/ 422081 h 1472498"/>
                  <a:gd name="connsiteX104" fmla="*/ 581279 w 1453388"/>
                  <a:gd name="connsiteY104" fmla="*/ 355406 h 1472498"/>
                  <a:gd name="connsiteX105" fmla="*/ 517779 w 1453388"/>
                  <a:gd name="connsiteY105" fmla="*/ 356040 h 1472498"/>
                  <a:gd name="connsiteX106" fmla="*/ 787400 w 1453388"/>
                  <a:gd name="connsiteY106" fmla="*/ 550224 h 1472498"/>
                  <a:gd name="connsiteX107" fmla="*/ 551561 w 1453388"/>
                  <a:gd name="connsiteY107" fmla="*/ 708084 h 1472498"/>
                  <a:gd name="connsiteX108" fmla="*/ 521081 w 1453388"/>
                  <a:gd name="connsiteY108" fmla="*/ 910269 h 1472498"/>
                  <a:gd name="connsiteX109" fmla="*/ 656336 w 1453388"/>
                  <a:gd name="connsiteY109" fmla="*/ 1108643 h 1472498"/>
                  <a:gd name="connsiteX110" fmla="*/ 885698 w 1453388"/>
                  <a:gd name="connsiteY110" fmla="*/ 1143059 h 1472498"/>
                  <a:gd name="connsiteX111" fmla="*/ 1167257 w 1453388"/>
                  <a:gd name="connsiteY111" fmla="*/ 1081464 h 1472498"/>
                  <a:gd name="connsiteX112" fmla="*/ 1254379 w 1453388"/>
                  <a:gd name="connsiteY112" fmla="*/ 789745 h 1472498"/>
                  <a:gd name="connsiteX113" fmla="*/ 1073404 w 1453388"/>
                  <a:gd name="connsiteY113" fmla="*/ 576766 h 1472498"/>
                  <a:gd name="connsiteX114" fmla="*/ 787400 w 1453388"/>
                  <a:gd name="connsiteY114" fmla="*/ 550224 h 1472498"/>
                  <a:gd name="connsiteX115" fmla="*/ 266700 w 1453388"/>
                  <a:gd name="connsiteY115" fmla="*/ 566480 h 1472498"/>
                  <a:gd name="connsiteX116" fmla="*/ 314071 w 1453388"/>
                  <a:gd name="connsiteY116" fmla="*/ 625407 h 1472498"/>
                  <a:gd name="connsiteX117" fmla="*/ 266700 w 1453388"/>
                  <a:gd name="connsiteY117" fmla="*/ 566480 h 1472498"/>
                  <a:gd name="connsiteX118" fmla="*/ 508508 w 1453388"/>
                  <a:gd name="connsiteY118" fmla="*/ 984309 h 1472498"/>
                  <a:gd name="connsiteX119" fmla="*/ 500888 w 1453388"/>
                  <a:gd name="connsiteY119" fmla="*/ 753677 h 1472498"/>
                  <a:gd name="connsiteX120" fmla="*/ 508508 w 1453388"/>
                  <a:gd name="connsiteY120" fmla="*/ 984309 h 1472498"/>
                  <a:gd name="connsiteX121" fmla="*/ 1274572 w 1453388"/>
                  <a:gd name="connsiteY121" fmla="*/ 752662 h 1472498"/>
                  <a:gd name="connsiteX122" fmla="*/ 1273048 w 1453388"/>
                  <a:gd name="connsiteY122" fmla="*/ 989008 h 1472498"/>
                  <a:gd name="connsiteX123" fmla="*/ 1274572 w 1453388"/>
                  <a:gd name="connsiteY123" fmla="*/ 752662 h 1472498"/>
                  <a:gd name="connsiteX124" fmla="*/ 1310640 w 1453388"/>
                  <a:gd name="connsiteY124" fmla="*/ 1163761 h 1472498"/>
                  <a:gd name="connsiteX125" fmla="*/ 1312418 w 1453388"/>
                  <a:gd name="connsiteY125" fmla="*/ 1303461 h 1472498"/>
                  <a:gd name="connsiteX126" fmla="*/ 1425702 w 1453388"/>
                  <a:gd name="connsiteY126" fmla="*/ 1234119 h 1472498"/>
                  <a:gd name="connsiteX127" fmla="*/ 1310640 w 1453388"/>
                  <a:gd name="connsiteY127" fmla="*/ 1163761 h 1472498"/>
                  <a:gd name="connsiteX128" fmla="*/ 1154557 w 1453388"/>
                  <a:gd name="connsiteY128" fmla="*/ 1181540 h 1472498"/>
                  <a:gd name="connsiteX129" fmla="*/ 1189609 w 1453388"/>
                  <a:gd name="connsiteY129" fmla="*/ 1338005 h 1472498"/>
                  <a:gd name="connsiteX130" fmla="*/ 1241806 w 1453388"/>
                  <a:gd name="connsiteY130" fmla="*/ 1235643 h 1472498"/>
                  <a:gd name="connsiteX131" fmla="*/ 1154557 w 1453388"/>
                  <a:gd name="connsiteY131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49121 w 1453388"/>
                  <a:gd name="connsiteY14" fmla="*/ 319338 h 1472498"/>
                  <a:gd name="connsiteX15" fmla="*/ 1338961 w 1453388"/>
                  <a:gd name="connsiteY15" fmla="*/ 386520 h 1472498"/>
                  <a:gd name="connsiteX16" fmla="*/ 1206754 w 1453388"/>
                  <a:gd name="connsiteY16" fmla="*/ 380044 h 1472498"/>
                  <a:gd name="connsiteX17" fmla="*/ 1190244 w 1453388"/>
                  <a:gd name="connsiteY17" fmla="*/ 344357 h 1472498"/>
                  <a:gd name="connsiteX18" fmla="*/ 1201801 w 1453388"/>
                  <a:gd name="connsiteY18" fmla="*/ 303844 h 1472498"/>
                  <a:gd name="connsiteX19" fmla="*/ 1082294 w 1453388"/>
                  <a:gd name="connsiteY19" fmla="*/ 261426 h 1472498"/>
                  <a:gd name="connsiteX20" fmla="*/ 945007 w 1453388"/>
                  <a:gd name="connsiteY20" fmla="*/ 390712 h 1472498"/>
                  <a:gd name="connsiteX21" fmla="*/ 895604 w 1453388"/>
                  <a:gd name="connsiteY21" fmla="*/ 397570 h 1472498"/>
                  <a:gd name="connsiteX22" fmla="*/ 895350 w 1453388"/>
                  <a:gd name="connsiteY22" fmla="*/ 515171 h 1472498"/>
                  <a:gd name="connsiteX23" fmla="*/ 1144651 w 1453388"/>
                  <a:gd name="connsiteY23" fmla="*/ 586800 h 1472498"/>
                  <a:gd name="connsiteX24" fmla="*/ 1251204 w 1453388"/>
                  <a:gd name="connsiteY24" fmla="*/ 704528 h 1472498"/>
                  <a:gd name="connsiteX25" fmla="*/ 1340993 w 1453388"/>
                  <a:gd name="connsiteY25" fmla="*/ 779713 h 1472498"/>
                  <a:gd name="connsiteX26" fmla="*/ 1256030 w 1453388"/>
                  <a:gd name="connsiteY26" fmla="*/ 1014155 h 1472498"/>
                  <a:gd name="connsiteX27" fmla="*/ 1237361 w 1453388"/>
                  <a:gd name="connsiteY27" fmla="*/ 1043111 h 1472498"/>
                  <a:gd name="connsiteX28" fmla="*/ 1122934 w 1453388"/>
                  <a:gd name="connsiteY28" fmla="*/ 1135439 h 1472498"/>
                  <a:gd name="connsiteX29" fmla="*/ 1246632 w 1453388"/>
                  <a:gd name="connsiteY29" fmla="*/ 1210624 h 1472498"/>
                  <a:gd name="connsiteX30" fmla="*/ 1310640 w 1453388"/>
                  <a:gd name="connsiteY30" fmla="*/ 1137345 h 1472498"/>
                  <a:gd name="connsiteX31" fmla="*/ 1410843 w 1453388"/>
                  <a:gd name="connsiteY31" fmla="*/ 1154108 h 1472498"/>
                  <a:gd name="connsiteX32" fmla="*/ 1453388 w 1453388"/>
                  <a:gd name="connsiteY32" fmla="*/ 1224720 h 1472498"/>
                  <a:gd name="connsiteX33" fmla="*/ 1383665 w 1453388"/>
                  <a:gd name="connsiteY33" fmla="*/ 1462338 h 1472498"/>
                  <a:gd name="connsiteX34" fmla="*/ 1360424 w 1453388"/>
                  <a:gd name="connsiteY34" fmla="*/ 1465005 h 1472498"/>
                  <a:gd name="connsiteX35" fmla="*/ 1413637 w 1453388"/>
                  <a:gd name="connsiteY35" fmla="*/ 1314509 h 1472498"/>
                  <a:gd name="connsiteX36" fmla="*/ 1331468 w 1453388"/>
                  <a:gd name="connsiteY36" fmla="*/ 1334068 h 1472498"/>
                  <a:gd name="connsiteX37" fmla="*/ 1247394 w 1453388"/>
                  <a:gd name="connsiteY37" fmla="*/ 1274251 h 1472498"/>
                  <a:gd name="connsiteX38" fmla="*/ 1194054 w 1453388"/>
                  <a:gd name="connsiteY38" fmla="*/ 1459036 h 1472498"/>
                  <a:gd name="connsiteX39" fmla="*/ 1192022 w 1453388"/>
                  <a:gd name="connsiteY39" fmla="*/ 1472498 h 1472498"/>
                  <a:gd name="connsiteX40" fmla="*/ 1176909 w 1453388"/>
                  <a:gd name="connsiteY40" fmla="*/ 1457257 h 1472498"/>
                  <a:gd name="connsiteX41" fmla="*/ 1165606 w 1453388"/>
                  <a:gd name="connsiteY41" fmla="*/ 1370136 h 1472498"/>
                  <a:gd name="connsiteX42" fmla="*/ 1128776 w 1453388"/>
                  <a:gd name="connsiteY42" fmla="*/ 1185986 h 1472498"/>
                  <a:gd name="connsiteX43" fmla="*/ 1121791 w 1453388"/>
                  <a:gd name="connsiteY43" fmla="*/ 1162618 h 1472498"/>
                  <a:gd name="connsiteX44" fmla="*/ 950214 w 1453388"/>
                  <a:gd name="connsiteY44" fmla="*/ 1166427 h 1472498"/>
                  <a:gd name="connsiteX45" fmla="*/ 685927 w 1453388"/>
                  <a:gd name="connsiteY45" fmla="*/ 1159062 h 1472498"/>
                  <a:gd name="connsiteX46" fmla="*/ 645795 w 1453388"/>
                  <a:gd name="connsiteY46" fmla="*/ 1182302 h 1472498"/>
                  <a:gd name="connsiteX47" fmla="*/ 599694 w 1453388"/>
                  <a:gd name="connsiteY47" fmla="*/ 1461830 h 1472498"/>
                  <a:gd name="connsiteX48" fmla="*/ 574929 w 1453388"/>
                  <a:gd name="connsiteY48" fmla="*/ 1466020 h 1472498"/>
                  <a:gd name="connsiteX49" fmla="*/ 614299 w 1453388"/>
                  <a:gd name="connsiteY49" fmla="*/ 1184207 h 1472498"/>
                  <a:gd name="connsiteX50" fmla="*/ 481711 w 1453388"/>
                  <a:gd name="connsiteY50" fmla="*/ 1325051 h 1472498"/>
                  <a:gd name="connsiteX51" fmla="*/ 439166 w 1453388"/>
                  <a:gd name="connsiteY51" fmla="*/ 1458527 h 1472498"/>
                  <a:gd name="connsiteX52" fmla="*/ 413258 w 1453388"/>
                  <a:gd name="connsiteY52" fmla="*/ 1468814 h 1472498"/>
                  <a:gd name="connsiteX53" fmla="*/ 520319 w 1453388"/>
                  <a:gd name="connsiteY53" fmla="*/ 1228657 h 1472498"/>
                  <a:gd name="connsiteX54" fmla="*/ 650621 w 1453388"/>
                  <a:gd name="connsiteY54" fmla="*/ 1136963 h 1472498"/>
                  <a:gd name="connsiteX55" fmla="*/ 524637 w 1453388"/>
                  <a:gd name="connsiteY55" fmla="*/ 1011361 h 1472498"/>
                  <a:gd name="connsiteX56" fmla="*/ 446024 w 1453388"/>
                  <a:gd name="connsiteY56" fmla="*/ 970720 h 1472498"/>
                  <a:gd name="connsiteX57" fmla="*/ 414147 w 1453388"/>
                  <a:gd name="connsiteY57" fmla="*/ 824925 h 1472498"/>
                  <a:gd name="connsiteX58" fmla="*/ 513842 w 1453388"/>
                  <a:gd name="connsiteY58" fmla="*/ 724849 h 1472498"/>
                  <a:gd name="connsiteX59" fmla="*/ 691896 w 1453388"/>
                  <a:gd name="connsiteY59" fmla="*/ 550477 h 1472498"/>
                  <a:gd name="connsiteX60" fmla="*/ 869061 w 1453388"/>
                  <a:gd name="connsiteY60" fmla="*/ 514409 h 1472498"/>
                  <a:gd name="connsiteX61" fmla="*/ 869061 w 1453388"/>
                  <a:gd name="connsiteY61" fmla="*/ 398458 h 1472498"/>
                  <a:gd name="connsiteX62" fmla="*/ 722757 w 1453388"/>
                  <a:gd name="connsiteY62" fmla="*/ 301684 h 1472498"/>
                  <a:gd name="connsiteX63" fmla="*/ 610616 w 1453388"/>
                  <a:gd name="connsiteY63" fmla="*/ 358453 h 1472498"/>
                  <a:gd name="connsiteX64" fmla="*/ 598932 w 1453388"/>
                  <a:gd name="connsiteY64" fmla="*/ 438082 h 1472498"/>
                  <a:gd name="connsiteX65" fmla="*/ 511556 w 1453388"/>
                  <a:gd name="connsiteY65" fmla="*/ 439860 h 1472498"/>
                  <a:gd name="connsiteX66" fmla="*/ 475615 w 1453388"/>
                  <a:gd name="connsiteY66" fmla="*/ 374328 h 1472498"/>
                  <a:gd name="connsiteX67" fmla="*/ 395224 w 1453388"/>
                  <a:gd name="connsiteY67" fmla="*/ 348801 h 1472498"/>
                  <a:gd name="connsiteX68" fmla="*/ 326771 w 1453388"/>
                  <a:gd name="connsiteY68" fmla="*/ 533713 h 1472498"/>
                  <a:gd name="connsiteX69" fmla="*/ 356489 w 1453388"/>
                  <a:gd name="connsiteY69" fmla="*/ 561400 h 1472498"/>
                  <a:gd name="connsiteX70" fmla="*/ 290703 w 1453388"/>
                  <a:gd name="connsiteY70" fmla="*/ 659189 h 1472498"/>
                  <a:gd name="connsiteX71" fmla="*/ 241808 w 1453388"/>
                  <a:gd name="connsiteY71" fmla="*/ 552890 h 1472498"/>
                  <a:gd name="connsiteX72" fmla="*/ 300228 w 1453388"/>
                  <a:gd name="connsiteY72" fmla="*/ 527871 h 1472498"/>
                  <a:gd name="connsiteX73" fmla="*/ 349250 w 1453388"/>
                  <a:gd name="connsiteY73" fmla="*/ 400871 h 1472498"/>
                  <a:gd name="connsiteX74" fmla="*/ 372999 w 1453388"/>
                  <a:gd name="connsiteY74" fmla="*/ 338895 h 1472498"/>
                  <a:gd name="connsiteX75" fmla="*/ 180721 w 1453388"/>
                  <a:gd name="connsiteY75" fmla="*/ 261933 h 1472498"/>
                  <a:gd name="connsiteX76" fmla="*/ 131445 w 1453388"/>
                  <a:gd name="connsiteY76" fmla="*/ 300288 h 1472498"/>
                  <a:gd name="connsiteX77" fmla="*/ 34798 w 1453388"/>
                  <a:gd name="connsiteY77" fmla="*/ 262441 h 1472498"/>
                  <a:gd name="connsiteX78" fmla="*/ 62103 w 1453388"/>
                  <a:gd name="connsiteY78" fmla="*/ 148014 h 1472498"/>
                  <a:gd name="connsiteX79" fmla="*/ 130175 w 1453388"/>
                  <a:gd name="connsiteY79" fmla="*/ 143696 h 1472498"/>
                  <a:gd name="connsiteX80" fmla="*/ 124587 w 1453388"/>
                  <a:gd name="connsiteY80" fmla="*/ 109660 h 1472498"/>
                  <a:gd name="connsiteX81" fmla="*/ 0 w 1453388"/>
                  <a:gd name="connsiteY81" fmla="*/ 45399 h 1472498"/>
                  <a:gd name="connsiteX82" fmla="*/ 32893 w 1453388"/>
                  <a:gd name="connsiteY82" fmla="*/ 36127 h 1472498"/>
                  <a:gd name="connsiteX83" fmla="*/ 65278 w 1453388"/>
                  <a:gd name="connsiteY83" fmla="*/ 60765 h 1472498"/>
                  <a:gd name="connsiteX84" fmla="*/ 280543 w 1453388"/>
                  <a:gd name="connsiteY84" fmla="*/ 123757 h 1472498"/>
                  <a:gd name="connsiteX85" fmla="*/ 32893 w 1453388"/>
                  <a:gd name="connsiteY85" fmla="*/ 36127 h 1472498"/>
                  <a:gd name="connsiteX86" fmla="*/ 839978 w 1453388"/>
                  <a:gd name="connsiteY86" fmla="*/ 33334 h 1472498"/>
                  <a:gd name="connsiteX87" fmla="*/ 729488 w 1453388"/>
                  <a:gd name="connsiteY87" fmla="*/ 140649 h 1472498"/>
                  <a:gd name="connsiteX88" fmla="*/ 886968 w 1453388"/>
                  <a:gd name="connsiteY88" fmla="*/ 369883 h 1472498"/>
                  <a:gd name="connsiteX89" fmla="*/ 1055370 w 1453388"/>
                  <a:gd name="connsiteY89" fmla="*/ 257362 h 1472498"/>
                  <a:gd name="connsiteX90" fmla="*/ 993902 w 1453388"/>
                  <a:gd name="connsiteY90" fmla="*/ 60765 h 1472498"/>
                  <a:gd name="connsiteX91" fmla="*/ 839978 w 1453388"/>
                  <a:gd name="connsiteY91" fmla="*/ 33334 h 1472498"/>
                  <a:gd name="connsiteX92" fmla="*/ 77851 w 1453388"/>
                  <a:gd name="connsiteY92" fmla="*/ 172526 h 1472498"/>
                  <a:gd name="connsiteX93" fmla="*/ 54356 w 1453388"/>
                  <a:gd name="connsiteY93" fmla="*/ 238565 h 1472498"/>
                  <a:gd name="connsiteX94" fmla="*/ 125984 w 1453388"/>
                  <a:gd name="connsiteY94" fmla="*/ 274126 h 1472498"/>
                  <a:gd name="connsiteX95" fmla="*/ 170180 w 1453388"/>
                  <a:gd name="connsiteY95" fmla="*/ 225484 h 1472498"/>
                  <a:gd name="connsiteX96" fmla="*/ 77851 w 1453388"/>
                  <a:gd name="connsiteY96" fmla="*/ 172526 h 1472498"/>
                  <a:gd name="connsiteX97" fmla="*/ 1245489 w 1453388"/>
                  <a:gd name="connsiteY97" fmla="*/ 298890 h 1472498"/>
                  <a:gd name="connsiteX98" fmla="*/ 1229868 w 1453388"/>
                  <a:gd name="connsiteY98" fmla="*/ 369502 h 1472498"/>
                  <a:gd name="connsiteX99" fmla="*/ 1323594 w 1453388"/>
                  <a:gd name="connsiteY99" fmla="*/ 351722 h 1472498"/>
                  <a:gd name="connsiteX100" fmla="*/ 1245489 w 1453388"/>
                  <a:gd name="connsiteY100" fmla="*/ 298890 h 1472498"/>
                  <a:gd name="connsiteX101" fmla="*/ 517779 w 1453388"/>
                  <a:gd name="connsiteY101" fmla="*/ 356040 h 1472498"/>
                  <a:gd name="connsiteX102" fmla="*/ 557530 w 1453388"/>
                  <a:gd name="connsiteY102" fmla="*/ 422081 h 1472498"/>
                  <a:gd name="connsiteX103" fmla="*/ 581279 w 1453388"/>
                  <a:gd name="connsiteY103" fmla="*/ 355406 h 1472498"/>
                  <a:gd name="connsiteX104" fmla="*/ 517779 w 1453388"/>
                  <a:gd name="connsiteY104" fmla="*/ 356040 h 1472498"/>
                  <a:gd name="connsiteX105" fmla="*/ 787400 w 1453388"/>
                  <a:gd name="connsiteY105" fmla="*/ 550224 h 1472498"/>
                  <a:gd name="connsiteX106" fmla="*/ 551561 w 1453388"/>
                  <a:gd name="connsiteY106" fmla="*/ 708084 h 1472498"/>
                  <a:gd name="connsiteX107" fmla="*/ 521081 w 1453388"/>
                  <a:gd name="connsiteY107" fmla="*/ 910269 h 1472498"/>
                  <a:gd name="connsiteX108" fmla="*/ 656336 w 1453388"/>
                  <a:gd name="connsiteY108" fmla="*/ 1108643 h 1472498"/>
                  <a:gd name="connsiteX109" fmla="*/ 885698 w 1453388"/>
                  <a:gd name="connsiteY109" fmla="*/ 1143059 h 1472498"/>
                  <a:gd name="connsiteX110" fmla="*/ 1167257 w 1453388"/>
                  <a:gd name="connsiteY110" fmla="*/ 1081464 h 1472498"/>
                  <a:gd name="connsiteX111" fmla="*/ 1254379 w 1453388"/>
                  <a:gd name="connsiteY111" fmla="*/ 789745 h 1472498"/>
                  <a:gd name="connsiteX112" fmla="*/ 1073404 w 1453388"/>
                  <a:gd name="connsiteY112" fmla="*/ 576766 h 1472498"/>
                  <a:gd name="connsiteX113" fmla="*/ 787400 w 1453388"/>
                  <a:gd name="connsiteY113" fmla="*/ 550224 h 1472498"/>
                  <a:gd name="connsiteX114" fmla="*/ 266700 w 1453388"/>
                  <a:gd name="connsiteY114" fmla="*/ 566480 h 1472498"/>
                  <a:gd name="connsiteX115" fmla="*/ 314071 w 1453388"/>
                  <a:gd name="connsiteY115" fmla="*/ 625407 h 1472498"/>
                  <a:gd name="connsiteX116" fmla="*/ 266700 w 1453388"/>
                  <a:gd name="connsiteY116" fmla="*/ 566480 h 1472498"/>
                  <a:gd name="connsiteX117" fmla="*/ 508508 w 1453388"/>
                  <a:gd name="connsiteY117" fmla="*/ 984309 h 1472498"/>
                  <a:gd name="connsiteX118" fmla="*/ 500888 w 1453388"/>
                  <a:gd name="connsiteY118" fmla="*/ 753677 h 1472498"/>
                  <a:gd name="connsiteX119" fmla="*/ 508508 w 1453388"/>
                  <a:gd name="connsiteY119" fmla="*/ 984309 h 1472498"/>
                  <a:gd name="connsiteX120" fmla="*/ 1274572 w 1453388"/>
                  <a:gd name="connsiteY120" fmla="*/ 752662 h 1472498"/>
                  <a:gd name="connsiteX121" fmla="*/ 1273048 w 1453388"/>
                  <a:gd name="connsiteY121" fmla="*/ 989008 h 1472498"/>
                  <a:gd name="connsiteX122" fmla="*/ 1274572 w 1453388"/>
                  <a:gd name="connsiteY122" fmla="*/ 752662 h 1472498"/>
                  <a:gd name="connsiteX123" fmla="*/ 1310640 w 1453388"/>
                  <a:gd name="connsiteY123" fmla="*/ 1163761 h 1472498"/>
                  <a:gd name="connsiteX124" fmla="*/ 1312418 w 1453388"/>
                  <a:gd name="connsiteY124" fmla="*/ 1303461 h 1472498"/>
                  <a:gd name="connsiteX125" fmla="*/ 1425702 w 1453388"/>
                  <a:gd name="connsiteY125" fmla="*/ 1234119 h 1472498"/>
                  <a:gd name="connsiteX126" fmla="*/ 1310640 w 1453388"/>
                  <a:gd name="connsiteY126" fmla="*/ 1163761 h 1472498"/>
                  <a:gd name="connsiteX127" fmla="*/ 1154557 w 1453388"/>
                  <a:gd name="connsiteY127" fmla="*/ 1181540 h 1472498"/>
                  <a:gd name="connsiteX128" fmla="*/ 1189609 w 1453388"/>
                  <a:gd name="connsiteY128" fmla="*/ 1338005 h 1472498"/>
                  <a:gd name="connsiteX129" fmla="*/ 1241806 w 1453388"/>
                  <a:gd name="connsiteY129" fmla="*/ 1235643 h 1472498"/>
                  <a:gd name="connsiteX130" fmla="*/ 1154557 w 1453388"/>
                  <a:gd name="connsiteY130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49121 w 1453388"/>
                  <a:gd name="connsiteY14" fmla="*/ 319338 h 1472498"/>
                  <a:gd name="connsiteX15" fmla="*/ 1338961 w 1453388"/>
                  <a:gd name="connsiteY15" fmla="*/ 386520 h 1472498"/>
                  <a:gd name="connsiteX16" fmla="*/ 1206754 w 1453388"/>
                  <a:gd name="connsiteY16" fmla="*/ 380044 h 1472498"/>
                  <a:gd name="connsiteX17" fmla="*/ 1190244 w 1453388"/>
                  <a:gd name="connsiteY17" fmla="*/ 344357 h 1472498"/>
                  <a:gd name="connsiteX18" fmla="*/ 1201801 w 1453388"/>
                  <a:gd name="connsiteY18" fmla="*/ 303844 h 1472498"/>
                  <a:gd name="connsiteX19" fmla="*/ 1082294 w 1453388"/>
                  <a:gd name="connsiteY19" fmla="*/ 261426 h 1472498"/>
                  <a:gd name="connsiteX20" fmla="*/ 945007 w 1453388"/>
                  <a:gd name="connsiteY20" fmla="*/ 390712 h 1472498"/>
                  <a:gd name="connsiteX21" fmla="*/ 895604 w 1453388"/>
                  <a:gd name="connsiteY21" fmla="*/ 397570 h 1472498"/>
                  <a:gd name="connsiteX22" fmla="*/ 895350 w 1453388"/>
                  <a:gd name="connsiteY22" fmla="*/ 515171 h 1472498"/>
                  <a:gd name="connsiteX23" fmla="*/ 1144651 w 1453388"/>
                  <a:gd name="connsiteY23" fmla="*/ 586800 h 1472498"/>
                  <a:gd name="connsiteX24" fmla="*/ 1251204 w 1453388"/>
                  <a:gd name="connsiteY24" fmla="*/ 704528 h 1472498"/>
                  <a:gd name="connsiteX25" fmla="*/ 1340993 w 1453388"/>
                  <a:gd name="connsiteY25" fmla="*/ 779713 h 1472498"/>
                  <a:gd name="connsiteX26" fmla="*/ 1256030 w 1453388"/>
                  <a:gd name="connsiteY26" fmla="*/ 1014155 h 1472498"/>
                  <a:gd name="connsiteX27" fmla="*/ 1237361 w 1453388"/>
                  <a:gd name="connsiteY27" fmla="*/ 1043111 h 1472498"/>
                  <a:gd name="connsiteX28" fmla="*/ 1122934 w 1453388"/>
                  <a:gd name="connsiteY28" fmla="*/ 1135439 h 1472498"/>
                  <a:gd name="connsiteX29" fmla="*/ 1246632 w 1453388"/>
                  <a:gd name="connsiteY29" fmla="*/ 1210624 h 1472498"/>
                  <a:gd name="connsiteX30" fmla="*/ 1310640 w 1453388"/>
                  <a:gd name="connsiteY30" fmla="*/ 1137345 h 1472498"/>
                  <a:gd name="connsiteX31" fmla="*/ 1410843 w 1453388"/>
                  <a:gd name="connsiteY31" fmla="*/ 1154108 h 1472498"/>
                  <a:gd name="connsiteX32" fmla="*/ 1453388 w 1453388"/>
                  <a:gd name="connsiteY32" fmla="*/ 1224720 h 1472498"/>
                  <a:gd name="connsiteX33" fmla="*/ 1383665 w 1453388"/>
                  <a:gd name="connsiteY33" fmla="*/ 1462338 h 1472498"/>
                  <a:gd name="connsiteX34" fmla="*/ 1360424 w 1453388"/>
                  <a:gd name="connsiteY34" fmla="*/ 1465005 h 1472498"/>
                  <a:gd name="connsiteX35" fmla="*/ 1413637 w 1453388"/>
                  <a:gd name="connsiteY35" fmla="*/ 1314509 h 1472498"/>
                  <a:gd name="connsiteX36" fmla="*/ 1331468 w 1453388"/>
                  <a:gd name="connsiteY36" fmla="*/ 1334068 h 1472498"/>
                  <a:gd name="connsiteX37" fmla="*/ 1247394 w 1453388"/>
                  <a:gd name="connsiteY37" fmla="*/ 1274251 h 1472498"/>
                  <a:gd name="connsiteX38" fmla="*/ 1194054 w 1453388"/>
                  <a:gd name="connsiteY38" fmla="*/ 1459036 h 1472498"/>
                  <a:gd name="connsiteX39" fmla="*/ 1192022 w 1453388"/>
                  <a:gd name="connsiteY39" fmla="*/ 1472498 h 1472498"/>
                  <a:gd name="connsiteX40" fmla="*/ 1176909 w 1453388"/>
                  <a:gd name="connsiteY40" fmla="*/ 1457257 h 1472498"/>
                  <a:gd name="connsiteX41" fmla="*/ 1165606 w 1453388"/>
                  <a:gd name="connsiteY41" fmla="*/ 1370136 h 1472498"/>
                  <a:gd name="connsiteX42" fmla="*/ 1128776 w 1453388"/>
                  <a:gd name="connsiteY42" fmla="*/ 1185986 h 1472498"/>
                  <a:gd name="connsiteX43" fmla="*/ 1121791 w 1453388"/>
                  <a:gd name="connsiteY43" fmla="*/ 1162618 h 1472498"/>
                  <a:gd name="connsiteX44" fmla="*/ 950214 w 1453388"/>
                  <a:gd name="connsiteY44" fmla="*/ 1166427 h 1472498"/>
                  <a:gd name="connsiteX45" fmla="*/ 685927 w 1453388"/>
                  <a:gd name="connsiteY45" fmla="*/ 1159062 h 1472498"/>
                  <a:gd name="connsiteX46" fmla="*/ 645795 w 1453388"/>
                  <a:gd name="connsiteY46" fmla="*/ 1182302 h 1472498"/>
                  <a:gd name="connsiteX47" fmla="*/ 599694 w 1453388"/>
                  <a:gd name="connsiteY47" fmla="*/ 1461830 h 1472498"/>
                  <a:gd name="connsiteX48" fmla="*/ 574929 w 1453388"/>
                  <a:gd name="connsiteY48" fmla="*/ 1466020 h 1472498"/>
                  <a:gd name="connsiteX49" fmla="*/ 614299 w 1453388"/>
                  <a:gd name="connsiteY49" fmla="*/ 1184207 h 1472498"/>
                  <a:gd name="connsiteX50" fmla="*/ 481711 w 1453388"/>
                  <a:gd name="connsiteY50" fmla="*/ 1325051 h 1472498"/>
                  <a:gd name="connsiteX51" fmla="*/ 439166 w 1453388"/>
                  <a:gd name="connsiteY51" fmla="*/ 1458527 h 1472498"/>
                  <a:gd name="connsiteX52" fmla="*/ 413258 w 1453388"/>
                  <a:gd name="connsiteY52" fmla="*/ 1468814 h 1472498"/>
                  <a:gd name="connsiteX53" fmla="*/ 520319 w 1453388"/>
                  <a:gd name="connsiteY53" fmla="*/ 1228657 h 1472498"/>
                  <a:gd name="connsiteX54" fmla="*/ 650621 w 1453388"/>
                  <a:gd name="connsiteY54" fmla="*/ 1136963 h 1472498"/>
                  <a:gd name="connsiteX55" fmla="*/ 524637 w 1453388"/>
                  <a:gd name="connsiteY55" fmla="*/ 1011361 h 1472498"/>
                  <a:gd name="connsiteX56" fmla="*/ 446024 w 1453388"/>
                  <a:gd name="connsiteY56" fmla="*/ 970720 h 1472498"/>
                  <a:gd name="connsiteX57" fmla="*/ 414147 w 1453388"/>
                  <a:gd name="connsiteY57" fmla="*/ 824925 h 1472498"/>
                  <a:gd name="connsiteX58" fmla="*/ 513842 w 1453388"/>
                  <a:gd name="connsiteY58" fmla="*/ 724849 h 1472498"/>
                  <a:gd name="connsiteX59" fmla="*/ 691896 w 1453388"/>
                  <a:gd name="connsiteY59" fmla="*/ 550477 h 1472498"/>
                  <a:gd name="connsiteX60" fmla="*/ 869061 w 1453388"/>
                  <a:gd name="connsiteY60" fmla="*/ 514409 h 1472498"/>
                  <a:gd name="connsiteX61" fmla="*/ 869061 w 1453388"/>
                  <a:gd name="connsiteY61" fmla="*/ 398458 h 1472498"/>
                  <a:gd name="connsiteX62" fmla="*/ 722757 w 1453388"/>
                  <a:gd name="connsiteY62" fmla="*/ 301684 h 1472498"/>
                  <a:gd name="connsiteX63" fmla="*/ 610616 w 1453388"/>
                  <a:gd name="connsiteY63" fmla="*/ 358453 h 1472498"/>
                  <a:gd name="connsiteX64" fmla="*/ 598932 w 1453388"/>
                  <a:gd name="connsiteY64" fmla="*/ 438082 h 1472498"/>
                  <a:gd name="connsiteX65" fmla="*/ 511556 w 1453388"/>
                  <a:gd name="connsiteY65" fmla="*/ 439860 h 1472498"/>
                  <a:gd name="connsiteX66" fmla="*/ 475615 w 1453388"/>
                  <a:gd name="connsiteY66" fmla="*/ 374328 h 1472498"/>
                  <a:gd name="connsiteX67" fmla="*/ 395224 w 1453388"/>
                  <a:gd name="connsiteY67" fmla="*/ 348801 h 1472498"/>
                  <a:gd name="connsiteX68" fmla="*/ 326771 w 1453388"/>
                  <a:gd name="connsiteY68" fmla="*/ 533713 h 1472498"/>
                  <a:gd name="connsiteX69" fmla="*/ 356489 w 1453388"/>
                  <a:gd name="connsiteY69" fmla="*/ 561400 h 1472498"/>
                  <a:gd name="connsiteX70" fmla="*/ 290703 w 1453388"/>
                  <a:gd name="connsiteY70" fmla="*/ 659189 h 1472498"/>
                  <a:gd name="connsiteX71" fmla="*/ 241808 w 1453388"/>
                  <a:gd name="connsiteY71" fmla="*/ 552890 h 1472498"/>
                  <a:gd name="connsiteX72" fmla="*/ 300228 w 1453388"/>
                  <a:gd name="connsiteY72" fmla="*/ 527871 h 1472498"/>
                  <a:gd name="connsiteX73" fmla="*/ 349250 w 1453388"/>
                  <a:gd name="connsiteY73" fmla="*/ 400871 h 1472498"/>
                  <a:gd name="connsiteX74" fmla="*/ 372999 w 1453388"/>
                  <a:gd name="connsiteY74" fmla="*/ 338895 h 1472498"/>
                  <a:gd name="connsiteX75" fmla="*/ 180721 w 1453388"/>
                  <a:gd name="connsiteY75" fmla="*/ 261933 h 1472498"/>
                  <a:gd name="connsiteX76" fmla="*/ 131445 w 1453388"/>
                  <a:gd name="connsiteY76" fmla="*/ 300288 h 1472498"/>
                  <a:gd name="connsiteX77" fmla="*/ 34798 w 1453388"/>
                  <a:gd name="connsiteY77" fmla="*/ 262441 h 1472498"/>
                  <a:gd name="connsiteX78" fmla="*/ 62103 w 1453388"/>
                  <a:gd name="connsiteY78" fmla="*/ 148014 h 1472498"/>
                  <a:gd name="connsiteX79" fmla="*/ 130175 w 1453388"/>
                  <a:gd name="connsiteY79" fmla="*/ 143696 h 1472498"/>
                  <a:gd name="connsiteX80" fmla="*/ 124587 w 1453388"/>
                  <a:gd name="connsiteY80" fmla="*/ 109660 h 1472498"/>
                  <a:gd name="connsiteX81" fmla="*/ 0 w 1453388"/>
                  <a:gd name="connsiteY81" fmla="*/ 45399 h 1472498"/>
                  <a:gd name="connsiteX82" fmla="*/ 32893 w 1453388"/>
                  <a:gd name="connsiteY82" fmla="*/ 36127 h 1472498"/>
                  <a:gd name="connsiteX83" fmla="*/ 65278 w 1453388"/>
                  <a:gd name="connsiteY83" fmla="*/ 60765 h 1472498"/>
                  <a:gd name="connsiteX84" fmla="*/ 280543 w 1453388"/>
                  <a:gd name="connsiteY84" fmla="*/ 123757 h 1472498"/>
                  <a:gd name="connsiteX85" fmla="*/ 32893 w 1453388"/>
                  <a:gd name="connsiteY85" fmla="*/ 36127 h 1472498"/>
                  <a:gd name="connsiteX86" fmla="*/ 839978 w 1453388"/>
                  <a:gd name="connsiteY86" fmla="*/ 33334 h 1472498"/>
                  <a:gd name="connsiteX87" fmla="*/ 729488 w 1453388"/>
                  <a:gd name="connsiteY87" fmla="*/ 140649 h 1472498"/>
                  <a:gd name="connsiteX88" fmla="*/ 886968 w 1453388"/>
                  <a:gd name="connsiteY88" fmla="*/ 369883 h 1472498"/>
                  <a:gd name="connsiteX89" fmla="*/ 1055370 w 1453388"/>
                  <a:gd name="connsiteY89" fmla="*/ 257362 h 1472498"/>
                  <a:gd name="connsiteX90" fmla="*/ 993902 w 1453388"/>
                  <a:gd name="connsiteY90" fmla="*/ 60765 h 1472498"/>
                  <a:gd name="connsiteX91" fmla="*/ 839978 w 1453388"/>
                  <a:gd name="connsiteY91" fmla="*/ 33334 h 1472498"/>
                  <a:gd name="connsiteX92" fmla="*/ 77851 w 1453388"/>
                  <a:gd name="connsiteY92" fmla="*/ 172526 h 1472498"/>
                  <a:gd name="connsiteX93" fmla="*/ 54356 w 1453388"/>
                  <a:gd name="connsiteY93" fmla="*/ 238565 h 1472498"/>
                  <a:gd name="connsiteX94" fmla="*/ 125984 w 1453388"/>
                  <a:gd name="connsiteY94" fmla="*/ 274126 h 1472498"/>
                  <a:gd name="connsiteX95" fmla="*/ 170180 w 1453388"/>
                  <a:gd name="connsiteY95" fmla="*/ 225484 h 1472498"/>
                  <a:gd name="connsiteX96" fmla="*/ 77851 w 1453388"/>
                  <a:gd name="connsiteY96" fmla="*/ 172526 h 1472498"/>
                  <a:gd name="connsiteX97" fmla="*/ 1245489 w 1453388"/>
                  <a:gd name="connsiteY97" fmla="*/ 298890 h 1472498"/>
                  <a:gd name="connsiteX98" fmla="*/ 1229868 w 1453388"/>
                  <a:gd name="connsiteY98" fmla="*/ 369502 h 1472498"/>
                  <a:gd name="connsiteX99" fmla="*/ 1323594 w 1453388"/>
                  <a:gd name="connsiteY99" fmla="*/ 351722 h 1472498"/>
                  <a:gd name="connsiteX100" fmla="*/ 517779 w 1453388"/>
                  <a:gd name="connsiteY100" fmla="*/ 356040 h 1472498"/>
                  <a:gd name="connsiteX101" fmla="*/ 557530 w 1453388"/>
                  <a:gd name="connsiteY101" fmla="*/ 422081 h 1472498"/>
                  <a:gd name="connsiteX102" fmla="*/ 581279 w 1453388"/>
                  <a:gd name="connsiteY102" fmla="*/ 355406 h 1472498"/>
                  <a:gd name="connsiteX103" fmla="*/ 517779 w 1453388"/>
                  <a:gd name="connsiteY103" fmla="*/ 356040 h 1472498"/>
                  <a:gd name="connsiteX104" fmla="*/ 787400 w 1453388"/>
                  <a:gd name="connsiteY104" fmla="*/ 550224 h 1472498"/>
                  <a:gd name="connsiteX105" fmla="*/ 551561 w 1453388"/>
                  <a:gd name="connsiteY105" fmla="*/ 708084 h 1472498"/>
                  <a:gd name="connsiteX106" fmla="*/ 521081 w 1453388"/>
                  <a:gd name="connsiteY106" fmla="*/ 910269 h 1472498"/>
                  <a:gd name="connsiteX107" fmla="*/ 656336 w 1453388"/>
                  <a:gd name="connsiteY107" fmla="*/ 1108643 h 1472498"/>
                  <a:gd name="connsiteX108" fmla="*/ 885698 w 1453388"/>
                  <a:gd name="connsiteY108" fmla="*/ 1143059 h 1472498"/>
                  <a:gd name="connsiteX109" fmla="*/ 1167257 w 1453388"/>
                  <a:gd name="connsiteY109" fmla="*/ 1081464 h 1472498"/>
                  <a:gd name="connsiteX110" fmla="*/ 1254379 w 1453388"/>
                  <a:gd name="connsiteY110" fmla="*/ 789745 h 1472498"/>
                  <a:gd name="connsiteX111" fmla="*/ 1073404 w 1453388"/>
                  <a:gd name="connsiteY111" fmla="*/ 576766 h 1472498"/>
                  <a:gd name="connsiteX112" fmla="*/ 787400 w 1453388"/>
                  <a:gd name="connsiteY112" fmla="*/ 550224 h 1472498"/>
                  <a:gd name="connsiteX113" fmla="*/ 266700 w 1453388"/>
                  <a:gd name="connsiteY113" fmla="*/ 566480 h 1472498"/>
                  <a:gd name="connsiteX114" fmla="*/ 314071 w 1453388"/>
                  <a:gd name="connsiteY114" fmla="*/ 625407 h 1472498"/>
                  <a:gd name="connsiteX115" fmla="*/ 266700 w 1453388"/>
                  <a:gd name="connsiteY115" fmla="*/ 566480 h 1472498"/>
                  <a:gd name="connsiteX116" fmla="*/ 508508 w 1453388"/>
                  <a:gd name="connsiteY116" fmla="*/ 984309 h 1472498"/>
                  <a:gd name="connsiteX117" fmla="*/ 500888 w 1453388"/>
                  <a:gd name="connsiteY117" fmla="*/ 753677 h 1472498"/>
                  <a:gd name="connsiteX118" fmla="*/ 508508 w 1453388"/>
                  <a:gd name="connsiteY118" fmla="*/ 984309 h 1472498"/>
                  <a:gd name="connsiteX119" fmla="*/ 1274572 w 1453388"/>
                  <a:gd name="connsiteY119" fmla="*/ 752662 h 1472498"/>
                  <a:gd name="connsiteX120" fmla="*/ 1273048 w 1453388"/>
                  <a:gd name="connsiteY120" fmla="*/ 989008 h 1472498"/>
                  <a:gd name="connsiteX121" fmla="*/ 1274572 w 1453388"/>
                  <a:gd name="connsiteY121" fmla="*/ 752662 h 1472498"/>
                  <a:gd name="connsiteX122" fmla="*/ 1310640 w 1453388"/>
                  <a:gd name="connsiteY122" fmla="*/ 1163761 h 1472498"/>
                  <a:gd name="connsiteX123" fmla="*/ 1312418 w 1453388"/>
                  <a:gd name="connsiteY123" fmla="*/ 1303461 h 1472498"/>
                  <a:gd name="connsiteX124" fmla="*/ 1425702 w 1453388"/>
                  <a:gd name="connsiteY124" fmla="*/ 1234119 h 1472498"/>
                  <a:gd name="connsiteX125" fmla="*/ 1310640 w 1453388"/>
                  <a:gd name="connsiteY125" fmla="*/ 1163761 h 1472498"/>
                  <a:gd name="connsiteX126" fmla="*/ 1154557 w 1453388"/>
                  <a:gd name="connsiteY126" fmla="*/ 1181540 h 1472498"/>
                  <a:gd name="connsiteX127" fmla="*/ 1189609 w 1453388"/>
                  <a:gd name="connsiteY127" fmla="*/ 1338005 h 1472498"/>
                  <a:gd name="connsiteX128" fmla="*/ 1241806 w 1453388"/>
                  <a:gd name="connsiteY128" fmla="*/ 1235643 h 1472498"/>
                  <a:gd name="connsiteX129" fmla="*/ 1154557 w 1453388"/>
                  <a:gd name="connsiteY129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38961 w 1453388"/>
                  <a:gd name="connsiteY14" fmla="*/ 386520 h 1472498"/>
                  <a:gd name="connsiteX15" fmla="*/ 1206754 w 1453388"/>
                  <a:gd name="connsiteY15" fmla="*/ 380044 h 1472498"/>
                  <a:gd name="connsiteX16" fmla="*/ 1190244 w 1453388"/>
                  <a:gd name="connsiteY16" fmla="*/ 344357 h 1472498"/>
                  <a:gd name="connsiteX17" fmla="*/ 1201801 w 1453388"/>
                  <a:gd name="connsiteY17" fmla="*/ 303844 h 1472498"/>
                  <a:gd name="connsiteX18" fmla="*/ 1082294 w 1453388"/>
                  <a:gd name="connsiteY18" fmla="*/ 261426 h 1472498"/>
                  <a:gd name="connsiteX19" fmla="*/ 945007 w 1453388"/>
                  <a:gd name="connsiteY19" fmla="*/ 390712 h 1472498"/>
                  <a:gd name="connsiteX20" fmla="*/ 895604 w 1453388"/>
                  <a:gd name="connsiteY20" fmla="*/ 397570 h 1472498"/>
                  <a:gd name="connsiteX21" fmla="*/ 895350 w 1453388"/>
                  <a:gd name="connsiteY21" fmla="*/ 515171 h 1472498"/>
                  <a:gd name="connsiteX22" fmla="*/ 1144651 w 1453388"/>
                  <a:gd name="connsiteY22" fmla="*/ 586800 h 1472498"/>
                  <a:gd name="connsiteX23" fmla="*/ 1251204 w 1453388"/>
                  <a:gd name="connsiteY23" fmla="*/ 704528 h 1472498"/>
                  <a:gd name="connsiteX24" fmla="*/ 1340993 w 1453388"/>
                  <a:gd name="connsiteY24" fmla="*/ 779713 h 1472498"/>
                  <a:gd name="connsiteX25" fmla="*/ 1256030 w 1453388"/>
                  <a:gd name="connsiteY25" fmla="*/ 1014155 h 1472498"/>
                  <a:gd name="connsiteX26" fmla="*/ 1237361 w 1453388"/>
                  <a:gd name="connsiteY26" fmla="*/ 1043111 h 1472498"/>
                  <a:gd name="connsiteX27" fmla="*/ 1122934 w 1453388"/>
                  <a:gd name="connsiteY27" fmla="*/ 1135439 h 1472498"/>
                  <a:gd name="connsiteX28" fmla="*/ 1246632 w 1453388"/>
                  <a:gd name="connsiteY28" fmla="*/ 1210624 h 1472498"/>
                  <a:gd name="connsiteX29" fmla="*/ 1310640 w 1453388"/>
                  <a:gd name="connsiteY29" fmla="*/ 1137345 h 1472498"/>
                  <a:gd name="connsiteX30" fmla="*/ 1410843 w 1453388"/>
                  <a:gd name="connsiteY30" fmla="*/ 1154108 h 1472498"/>
                  <a:gd name="connsiteX31" fmla="*/ 1453388 w 1453388"/>
                  <a:gd name="connsiteY31" fmla="*/ 1224720 h 1472498"/>
                  <a:gd name="connsiteX32" fmla="*/ 1383665 w 1453388"/>
                  <a:gd name="connsiteY32" fmla="*/ 1462338 h 1472498"/>
                  <a:gd name="connsiteX33" fmla="*/ 1360424 w 1453388"/>
                  <a:gd name="connsiteY33" fmla="*/ 1465005 h 1472498"/>
                  <a:gd name="connsiteX34" fmla="*/ 1413637 w 1453388"/>
                  <a:gd name="connsiteY34" fmla="*/ 1314509 h 1472498"/>
                  <a:gd name="connsiteX35" fmla="*/ 1331468 w 1453388"/>
                  <a:gd name="connsiteY35" fmla="*/ 1334068 h 1472498"/>
                  <a:gd name="connsiteX36" fmla="*/ 1247394 w 1453388"/>
                  <a:gd name="connsiteY36" fmla="*/ 1274251 h 1472498"/>
                  <a:gd name="connsiteX37" fmla="*/ 1194054 w 1453388"/>
                  <a:gd name="connsiteY37" fmla="*/ 1459036 h 1472498"/>
                  <a:gd name="connsiteX38" fmla="*/ 1192022 w 1453388"/>
                  <a:gd name="connsiteY38" fmla="*/ 1472498 h 1472498"/>
                  <a:gd name="connsiteX39" fmla="*/ 1176909 w 1453388"/>
                  <a:gd name="connsiteY39" fmla="*/ 1457257 h 1472498"/>
                  <a:gd name="connsiteX40" fmla="*/ 1165606 w 1453388"/>
                  <a:gd name="connsiteY40" fmla="*/ 1370136 h 1472498"/>
                  <a:gd name="connsiteX41" fmla="*/ 1128776 w 1453388"/>
                  <a:gd name="connsiteY41" fmla="*/ 1185986 h 1472498"/>
                  <a:gd name="connsiteX42" fmla="*/ 1121791 w 1453388"/>
                  <a:gd name="connsiteY42" fmla="*/ 1162618 h 1472498"/>
                  <a:gd name="connsiteX43" fmla="*/ 950214 w 1453388"/>
                  <a:gd name="connsiteY43" fmla="*/ 1166427 h 1472498"/>
                  <a:gd name="connsiteX44" fmla="*/ 685927 w 1453388"/>
                  <a:gd name="connsiteY44" fmla="*/ 1159062 h 1472498"/>
                  <a:gd name="connsiteX45" fmla="*/ 645795 w 1453388"/>
                  <a:gd name="connsiteY45" fmla="*/ 1182302 h 1472498"/>
                  <a:gd name="connsiteX46" fmla="*/ 599694 w 1453388"/>
                  <a:gd name="connsiteY46" fmla="*/ 1461830 h 1472498"/>
                  <a:gd name="connsiteX47" fmla="*/ 574929 w 1453388"/>
                  <a:gd name="connsiteY47" fmla="*/ 1466020 h 1472498"/>
                  <a:gd name="connsiteX48" fmla="*/ 614299 w 1453388"/>
                  <a:gd name="connsiteY48" fmla="*/ 1184207 h 1472498"/>
                  <a:gd name="connsiteX49" fmla="*/ 481711 w 1453388"/>
                  <a:gd name="connsiteY49" fmla="*/ 1325051 h 1472498"/>
                  <a:gd name="connsiteX50" fmla="*/ 439166 w 1453388"/>
                  <a:gd name="connsiteY50" fmla="*/ 1458527 h 1472498"/>
                  <a:gd name="connsiteX51" fmla="*/ 413258 w 1453388"/>
                  <a:gd name="connsiteY51" fmla="*/ 1468814 h 1472498"/>
                  <a:gd name="connsiteX52" fmla="*/ 520319 w 1453388"/>
                  <a:gd name="connsiteY52" fmla="*/ 1228657 h 1472498"/>
                  <a:gd name="connsiteX53" fmla="*/ 650621 w 1453388"/>
                  <a:gd name="connsiteY53" fmla="*/ 1136963 h 1472498"/>
                  <a:gd name="connsiteX54" fmla="*/ 524637 w 1453388"/>
                  <a:gd name="connsiteY54" fmla="*/ 1011361 h 1472498"/>
                  <a:gd name="connsiteX55" fmla="*/ 446024 w 1453388"/>
                  <a:gd name="connsiteY55" fmla="*/ 970720 h 1472498"/>
                  <a:gd name="connsiteX56" fmla="*/ 414147 w 1453388"/>
                  <a:gd name="connsiteY56" fmla="*/ 824925 h 1472498"/>
                  <a:gd name="connsiteX57" fmla="*/ 513842 w 1453388"/>
                  <a:gd name="connsiteY57" fmla="*/ 724849 h 1472498"/>
                  <a:gd name="connsiteX58" fmla="*/ 691896 w 1453388"/>
                  <a:gd name="connsiteY58" fmla="*/ 550477 h 1472498"/>
                  <a:gd name="connsiteX59" fmla="*/ 869061 w 1453388"/>
                  <a:gd name="connsiteY59" fmla="*/ 514409 h 1472498"/>
                  <a:gd name="connsiteX60" fmla="*/ 869061 w 1453388"/>
                  <a:gd name="connsiteY60" fmla="*/ 398458 h 1472498"/>
                  <a:gd name="connsiteX61" fmla="*/ 722757 w 1453388"/>
                  <a:gd name="connsiteY61" fmla="*/ 301684 h 1472498"/>
                  <a:gd name="connsiteX62" fmla="*/ 610616 w 1453388"/>
                  <a:gd name="connsiteY62" fmla="*/ 358453 h 1472498"/>
                  <a:gd name="connsiteX63" fmla="*/ 598932 w 1453388"/>
                  <a:gd name="connsiteY63" fmla="*/ 438082 h 1472498"/>
                  <a:gd name="connsiteX64" fmla="*/ 511556 w 1453388"/>
                  <a:gd name="connsiteY64" fmla="*/ 439860 h 1472498"/>
                  <a:gd name="connsiteX65" fmla="*/ 475615 w 1453388"/>
                  <a:gd name="connsiteY65" fmla="*/ 374328 h 1472498"/>
                  <a:gd name="connsiteX66" fmla="*/ 395224 w 1453388"/>
                  <a:gd name="connsiteY66" fmla="*/ 348801 h 1472498"/>
                  <a:gd name="connsiteX67" fmla="*/ 326771 w 1453388"/>
                  <a:gd name="connsiteY67" fmla="*/ 533713 h 1472498"/>
                  <a:gd name="connsiteX68" fmla="*/ 356489 w 1453388"/>
                  <a:gd name="connsiteY68" fmla="*/ 561400 h 1472498"/>
                  <a:gd name="connsiteX69" fmla="*/ 290703 w 1453388"/>
                  <a:gd name="connsiteY69" fmla="*/ 659189 h 1472498"/>
                  <a:gd name="connsiteX70" fmla="*/ 241808 w 1453388"/>
                  <a:gd name="connsiteY70" fmla="*/ 552890 h 1472498"/>
                  <a:gd name="connsiteX71" fmla="*/ 300228 w 1453388"/>
                  <a:gd name="connsiteY71" fmla="*/ 527871 h 1472498"/>
                  <a:gd name="connsiteX72" fmla="*/ 349250 w 1453388"/>
                  <a:gd name="connsiteY72" fmla="*/ 400871 h 1472498"/>
                  <a:gd name="connsiteX73" fmla="*/ 372999 w 1453388"/>
                  <a:gd name="connsiteY73" fmla="*/ 338895 h 1472498"/>
                  <a:gd name="connsiteX74" fmla="*/ 180721 w 1453388"/>
                  <a:gd name="connsiteY74" fmla="*/ 261933 h 1472498"/>
                  <a:gd name="connsiteX75" fmla="*/ 131445 w 1453388"/>
                  <a:gd name="connsiteY75" fmla="*/ 300288 h 1472498"/>
                  <a:gd name="connsiteX76" fmla="*/ 34798 w 1453388"/>
                  <a:gd name="connsiteY76" fmla="*/ 262441 h 1472498"/>
                  <a:gd name="connsiteX77" fmla="*/ 62103 w 1453388"/>
                  <a:gd name="connsiteY77" fmla="*/ 148014 h 1472498"/>
                  <a:gd name="connsiteX78" fmla="*/ 130175 w 1453388"/>
                  <a:gd name="connsiteY78" fmla="*/ 143696 h 1472498"/>
                  <a:gd name="connsiteX79" fmla="*/ 124587 w 1453388"/>
                  <a:gd name="connsiteY79" fmla="*/ 109660 h 1472498"/>
                  <a:gd name="connsiteX80" fmla="*/ 0 w 1453388"/>
                  <a:gd name="connsiteY80" fmla="*/ 45399 h 1472498"/>
                  <a:gd name="connsiteX81" fmla="*/ 32893 w 1453388"/>
                  <a:gd name="connsiteY81" fmla="*/ 36127 h 1472498"/>
                  <a:gd name="connsiteX82" fmla="*/ 65278 w 1453388"/>
                  <a:gd name="connsiteY82" fmla="*/ 60765 h 1472498"/>
                  <a:gd name="connsiteX83" fmla="*/ 280543 w 1453388"/>
                  <a:gd name="connsiteY83" fmla="*/ 123757 h 1472498"/>
                  <a:gd name="connsiteX84" fmla="*/ 32893 w 1453388"/>
                  <a:gd name="connsiteY84" fmla="*/ 36127 h 1472498"/>
                  <a:gd name="connsiteX85" fmla="*/ 839978 w 1453388"/>
                  <a:gd name="connsiteY85" fmla="*/ 33334 h 1472498"/>
                  <a:gd name="connsiteX86" fmla="*/ 729488 w 1453388"/>
                  <a:gd name="connsiteY86" fmla="*/ 140649 h 1472498"/>
                  <a:gd name="connsiteX87" fmla="*/ 886968 w 1453388"/>
                  <a:gd name="connsiteY87" fmla="*/ 369883 h 1472498"/>
                  <a:gd name="connsiteX88" fmla="*/ 1055370 w 1453388"/>
                  <a:gd name="connsiteY88" fmla="*/ 257362 h 1472498"/>
                  <a:gd name="connsiteX89" fmla="*/ 993902 w 1453388"/>
                  <a:gd name="connsiteY89" fmla="*/ 60765 h 1472498"/>
                  <a:gd name="connsiteX90" fmla="*/ 839978 w 1453388"/>
                  <a:gd name="connsiteY90" fmla="*/ 33334 h 1472498"/>
                  <a:gd name="connsiteX91" fmla="*/ 77851 w 1453388"/>
                  <a:gd name="connsiteY91" fmla="*/ 172526 h 1472498"/>
                  <a:gd name="connsiteX92" fmla="*/ 54356 w 1453388"/>
                  <a:gd name="connsiteY92" fmla="*/ 238565 h 1472498"/>
                  <a:gd name="connsiteX93" fmla="*/ 125984 w 1453388"/>
                  <a:gd name="connsiteY93" fmla="*/ 274126 h 1472498"/>
                  <a:gd name="connsiteX94" fmla="*/ 170180 w 1453388"/>
                  <a:gd name="connsiteY94" fmla="*/ 225484 h 1472498"/>
                  <a:gd name="connsiteX95" fmla="*/ 77851 w 1453388"/>
                  <a:gd name="connsiteY95" fmla="*/ 172526 h 1472498"/>
                  <a:gd name="connsiteX96" fmla="*/ 1245489 w 1453388"/>
                  <a:gd name="connsiteY96" fmla="*/ 298890 h 1472498"/>
                  <a:gd name="connsiteX97" fmla="*/ 1229868 w 1453388"/>
                  <a:gd name="connsiteY97" fmla="*/ 369502 h 1472498"/>
                  <a:gd name="connsiteX98" fmla="*/ 1323594 w 1453388"/>
                  <a:gd name="connsiteY98" fmla="*/ 351722 h 1472498"/>
                  <a:gd name="connsiteX99" fmla="*/ 517779 w 1453388"/>
                  <a:gd name="connsiteY99" fmla="*/ 356040 h 1472498"/>
                  <a:gd name="connsiteX100" fmla="*/ 557530 w 1453388"/>
                  <a:gd name="connsiteY100" fmla="*/ 422081 h 1472498"/>
                  <a:gd name="connsiteX101" fmla="*/ 581279 w 1453388"/>
                  <a:gd name="connsiteY101" fmla="*/ 355406 h 1472498"/>
                  <a:gd name="connsiteX102" fmla="*/ 517779 w 1453388"/>
                  <a:gd name="connsiteY102" fmla="*/ 356040 h 1472498"/>
                  <a:gd name="connsiteX103" fmla="*/ 787400 w 1453388"/>
                  <a:gd name="connsiteY103" fmla="*/ 550224 h 1472498"/>
                  <a:gd name="connsiteX104" fmla="*/ 551561 w 1453388"/>
                  <a:gd name="connsiteY104" fmla="*/ 708084 h 1472498"/>
                  <a:gd name="connsiteX105" fmla="*/ 521081 w 1453388"/>
                  <a:gd name="connsiteY105" fmla="*/ 910269 h 1472498"/>
                  <a:gd name="connsiteX106" fmla="*/ 656336 w 1453388"/>
                  <a:gd name="connsiteY106" fmla="*/ 1108643 h 1472498"/>
                  <a:gd name="connsiteX107" fmla="*/ 885698 w 1453388"/>
                  <a:gd name="connsiteY107" fmla="*/ 1143059 h 1472498"/>
                  <a:gd name="connsiteX108" fmla="*/ 1167257 w 1453388"/>
                  <a:gd name="connsiteY108" fmla="*/ 1081464 h 1472498"/>
                  <a:gd name="connsiteX109" fmla="*/ 1254379 w 1453388"/>
                  <a:gd name="connsiteY109" fmla="*/ 789745 h 1472498"/>
                  <a:gd name="connsiteX110" fmla="*/ 1073404 w 1453388"/>
                  <a:gd name="connsiteY110" fmla="*/ 576766 h 1472498"/>
                  <a:gd name="connsiteX111" fmla="*/ 787400 w 1453388"/>
                  <a:gd name="connsiteY111" fmla="*/ 550224 h 1472498"/>
                  <a:gd name="connsiteX112" fmla="*/ 266700 w 1453388"/>
                  <a:gd name="connsiteY112" fmla="*/ 566480 h 1472498"/>
                  <a:gd name="connsiteX113" fmla="*/ 314071 w 1453388"/>
                  <a:gd name="connsiteY113" fmla="*/ 625407 h 1472498"/>
                  <a:gd name="connsiteX114" fmla="*/ 266700 w 1453388"/>
                  <a:gd name="connsiteY114" fmla="*/ 566480 h 1472498"/>
                  <a:gd name="connsiteX115" fmla="*/ 508508 w 1453388"/>
                  <a:gd name="connsiteY115" fmla="*/ 984309 h 1472498"/>
                  <a:gd name="connsiteX116" fmla="*/ 500888 w 1453388"/>
                  <a:gd name="connsiteY116" fmla="*/ 753677 h 1472498"/>
                  <a:gd name="connsiteX117" fmla="*/ 508508 w 1453388"/>
                  <a:gd name="connsiteY117" fmla="*/ 984309 h 1472498"/>
                  <a:gd name="connsiteX118" fmla="*/ 1274572 w 1453388"/>
                  <a:gd name="connsiteY118" fmla="*/ 752662 h 1472498"/>
                  <a:gd name="connsiteX119" fmla="*/ 1273048 w 1453388"/>
                  <a:gd name="connsiteY119" fmla="*/ 989008 h 1472498"/>
                  <a:gd name="connsiteX120" fmla="*/ 1274572 w 1453388"/>
                  <a:gd name="connsiteY120" fmla="*/ 752662 h 1472498"/>
                  <a:gd name="connsiteX121" fmla="*/ 1310640 w 1453388"/>
                  <a:gd name="connsiteY121" fmla="*/ 1163761 h 1472498"/>
                  <a:gd name="connsiteX122" fmla="*/ 1312418 w 1453388"/>
                  <a:gd name="connsiteY122" fmla="*/ 1303461 h 1472498"/>
                  <a:gd name="connsiteX123" fmla="*/ 1425702 w 1453388"/>
                  <a:gd name="connsiteY123" fmla="*/ 1234119 h 1472498"/>
                  <a:gd name="connsiteX124" fmla="*/ 1310640 w 1453388"/>
                  <a:gd name="connsiteY124" fmla="*/ 1163761 h 1472498"/>
                  <a:gd name="connsiteX125" fmla="*/ 1154557 w 1453388"/>
                  <a:gd name="connsiteY125" fmla="*/ 1181540 h 1472498"/>
                  <a:gd name="connsiteX126" fmla="*/ 1189609 w 1453388"/>
                  <a:gd name="connsiteY126" fmla="*/ 1338005 h 1472498"/>
                  <a:gd name="connsiteX127" fmla="*/ 1241806 w 1453388"/>
                  <a:gd name="connsiteY127" fmla="*/ 1235643 h 1472498"/>
                  <a:gd name="connsiteX128" fmla="*/ 1154557 w 1453388"/>
                  <a:gd name="connsiteY128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38961 w 1453388"/>
                  <a:gd name="connsiteY14" fmla="*/ 386520 h 1472498"/>
                  <a:gd name="connsiteX15" fmla="*/ 1206754 w 1453388"/>
                  <a:gd name="connsiteY15" fmla="*/ 380044 h 1472498"/>
                  <a:gd name="connsiteX16" fmla="*/ 1190244 w 1453388"/>
                  <a:gd name="connsiteY16" fmla="*/ 344357 h 1472498"/>
                  <a:gd name="connsiteX17" fmla="*/ 1201801 w 1453388"/>
                  <a:gd name="connsiteY17" fmla="*/ 303844 h 1472498"/>
                  <a:gd name="connsiteX18" fmla="*/ 1082294 w 1453388"/>
                  <a:gd name="connsiteY18" fmla="*/ 261426 h 1472498"/>
                  <a:gd name="connsiteX19" fmla="*/ 945007 w 1453388"/>
                  <a:gd name="connsiteY19" fmla="*/ 390712 h 1472498"/>
                  <a:gd name="connsiteX20" fmla="*/ 895604 w 1453388"/>
                  <a:gd name="connsiteY20" fmla="*/ 397570 h 1472498"/>
                  <a:gd name="connsiteX21" fmla="*/ 895350 w 1453388"/>
                  <a:gd name="connsiteY21" fmla="*/ 515171 h 1472498"/>
                  <a:gd name="connsiteX22" fmla="*/ 1144651 w 1453388"/>
                  <a:gd name="connsiteY22" fmla="*/ 586800 h 1472498"/>
                  <a:gd name="connsiteX23" fmla="*/ 1251204 w 1453388"/>
                  <a:gd name="connsiteY23" fmla="*/ 704528 h 1472498"/>
                  <a:gd name="connsiteX24" fmla="*/ 1340993 w 1453388"/>
                  <a:gd name="connsiteY24" fmla="*/ 779713 h 1472498"/>
                  <a:gd name="connsiteX25" fmla="*/ 1256030 w 1453388"/>
                  <a:gd name="connsiteY25" fmla="*/ 1014155 h 1472498"/>
                  <a:gd name="connsiteX26" fmla="*/ 1237361 w 1453388"/>
                  <a:gd name="connsiteY26" fmla="*/ 1043111 h 1472498"/>
                  <a:gd name="connsiteX27" fmla="*/ 1122934 w 1453388"/>
                  <a:gd name="connsiteY27" fmla="*/ 1135439 h 1472498"/>
                  <a:gd name="connsiteX28" fmla="*/ 1246632 w 1453388"/>
                  <a:gd name="connsiteY28" fmla="*/ 1210624 h 1472498"/>
                  <a:gd name="connsiteX29" fmla="*/ 1310640 w 1453388"/>
                  <a:gd name="connsiteY29" fmla="*/ 1137345 h 1472498"/>
                  <a:gd name="connsiteX30" fmla="*/ 1410843 w 1453388"/>
                  <a:gd name="connsiteY30" fmla="*/ 1154108 h 1472498"/>
                  <a:gd name="connsiteX31" fmla="*/ 1453388 w 1453388"/>
                  <a:gd name="connsiteY31" fmla="*/ 1224720 h 1472498"/>
                  <a:gd name="connsiteX32" fmla="*/ 1383665 w 1453388"/>
                  <a:gd name="connsiteY32" fmla="*/ 1462338 h 1472498"/>
                  <a:gd name="connsiteX33" fmla="*/ 1360424 w 1453388"/>
                  <a:gd name="connsiteY33" fmla="*/ 1465005 h 1472498"/>
                  <a:gd name="connsiteX34" fmla="*/ 1413637 w 1453388"/>
                  <a:gd name="connsiteY34" fmla="*/ 1314509 h 1472498"/>
                  <a:gd name="connsiteX35" fmla="*/ 1331468 w 1453388"/>
                  <a:gd name="connsiteY35" fmla="*/ 1334068 h 1472498"/>
                  <a:gd name="connsiteX36" fmla="*/ 1247394 w 1453388"/>
                  <a:gd name="connsiteY36" fmla="*/ 1274251 h 1472498"/>
                  <a:gd name="connsiteX37" fmla="*/ 1194054 w 1453388"/>
                  <a:gd name="connsiteY37" fmla="*/ 1459036 h 1472498"/>
                  <a:gd name="connsiteX38" fmla="*/ 1192022 w 1453388"/>
                  <a:gd name="connsiteY38" fmla="*/ 1472498 h 1472498"/>
                  <a:gd name="connsiteX39" fmla="*/ 1176909 w 1453388"/>
                  <a:gd name="connsiteY39" fmla="*/ 1457257 h 1472498"/>
                  <a:gd name="connsiteX40" fmla="*/ 1165606 w 1453388"/>
                  <a:gd name="connsiteY40" fmla="*/ 1370136 h 1472498"/>
                  <a:gd name="connsiteX41" fmla="*/ 1128776 w 1453388"/>
                  <a:gd name="connsiteY41" fmla="*/ 1185986 h 1472498"/>
                  <a:gd name="connsiteX42" fmla="*/ 1121791 w 1453388"/>
                  <a:gd name="connsiteY42" fmla="*/ 1162618 h 1472498"/>
                  <a:gd name="connsiteX43" fmla="*/ 950214 w 1453388"/>
                  <a:gd name="connsiteY43" fmla="*/ 1166427 h 1472498"/>
                  <a:gd name="connsiteX44" fmla="*/ 685927 w 1453388"/>
                  <a:gd name="connsiteY44" fmla="*/ 1159062 h 1472498"/>
                  <a:gd name="connsiteX45" fmla="*/ 645795 w 1453388"/>
                  <a:gd name="connsiteY45" fmla="*/ 1182302 h 1472498"/>
                  <a:gd name="connsiteX46" fmla="*/ 599694 w 1453388"/>
                  <a:gd name="connsiteY46" fmla="*/ 1461830 h 1472498"/>
                  <a:gd name="connsiteX47" fmla="*/ 574929 w 1453388"/>
                  <a:gd name="connsiteY47" fmla="*/ 1466020 h 1472498"/>
                  <a:gd name="connsiteX48" fmla="*/ 614299 w 1453388"/>
                  <a:gd name="connsiteY48" fmla="*/ 1184207 h 1472498"/>
                  <a:gd name="connsiteX49" fmla="*/ 481711 w 1453388"/>
                  <a:gd name="connsiteY49" fmla="*/ 1325051 h 1472498"/>
                  <a:gd name="connsiteX50" fmla="*/ 439166 w 1453388"/>
                  <a:gd name="connsiteY50" fmla="*/ 1458527 h 1472498"/>
                  <a:gd name="connsiteX51" fmla="*/ 413258 w 1453388"/>
                  <a:gd name="connsiteY51" fmla="*/ 1468814 h 1472498"/>
                  <a:gd name="connsiteX52" fmla="*/ 520319 w 1453388"/>
                  <a:gd name="connsiteY52" fmla="*/ 1228657 h 1472498"/>
                  <a:gd name="connsiteX53" fmla="*/ 650621 w 1453388"/>
                  <a:gd name="connsiteY53" fmla="*/ 1136963 h 1472498"/>
                  <a:gd name="connsiteX54" fmla="*/ 524637 w 1453388"/>
                  <a:gd name="connsiteY54" fmla="*/ 1011361 h 1472498"/>
                  <a:gd name="connsiteX55" fmla="*/ 446024 w 1453388"/>
                  <a:gd name="connsiteY55" fmla="*/ 970720 h 1472498"/>
                  <a:gd name="connsiteX56" fmla="*/ 414147 w 1453388"/>
                  <a:gd name="connsiteY56" fmla="*/ 824925 h 1472498"/>
                  <a:gd name="connsiteX57" fmla="*/ 513842 w 1453388"/>
                  <a:gd name="connsiteY57" fmla="*/ 724849 h 1472498"/>
                  <a:gd name="connsiteX58" fmla="*/ 691896 w 1453388"/>
                  <a:gd name="connsiteY58" fmla="*/ 550477 h 1472498"/>
                  <a:gd name="connsiteX59" fmla="*/ 869061 w 1453388"/>
                  <a:gd name="connsiteY59" fmla="*/ 514409 h 1472498"/>
                  <a:gd name="connsiteX60" fmla="*/ 869061 w 1453388"/>
                  <a:gd name="connsiteY60" fmla="*/ 398458 h 1472498"/>
                  <a:gd name="connsiteX61" fmla="*/ 722757 w 1453388"/>
                  <a:gd name="connsiteY61" fmla="*/ 301684 h 1472498"/>
                  <a:gd name="connsiteX62" fmla="*/ 610616 w 1453388"/>
                  <a:gd name="connsiteY62" fmla="*/ 358453 h 1472498"/>
                  <a:gd name="connsiteX63" fmla="*/ 598932 w 1453388"/>
                  <a:gd name="connsiteY63" fmla="*/ 438082 h 1472498"/>
                  <a:gd name="connsiteX64" fmla="*/ 511556 w 1453388"/>
                  <a:gd name="connsiteY64" fmla="*/ 439860 h 1472498"/>
                  <a:gd name="connsiteX65" fmla="*/ 475615 w 1453388"/>
                  <a:gd name="connsiteY65" fmla="*/ 374328 h 1472498"/>
                  <a:gd name="connsiteX66" fmla="*/ 395224 w 1453388"/>
                  <a:gd name="connsiteY66" fmla="*/ 348801 h 1472498"/>
                  <a:gd name="connsiteX67" fmla="*/ 326771 w 1453388"/>
                  <a:gd name="connsiteY67" fmla="*/ 533713 h 1472498"/>
                  <a:gd name="connsiteX68" fmla="*/ 356489 w 1453388"/>
                  <a:gd name="connsiteY68" fmla="*/ 561400 h 1472498"/>
                  <a:gd name="connsiteX69" fmla="*/ 290703 w 1453388"/>
                  <a:gd name="connsiteY69" fmla="*/ 659189 h 1472498"/>
                  <a:gd name="connsiteX70" fmla="*/ 241808 w 1453388"/>
                  <a:gd name="connsiteY70" fmla="*/ 552890 h 1472498"/>
                  <a:gd name="connsiteX71" fmla="*/ 300228 w 1453388"/>
                  <a:gd name="connsiteY71" fmla="*/ 527871 h 1472498"/>
                  <a:gd name="connsiteX72" fmla="*/ 349250 w 1453388"/>
                  <a:gd name="connsiteY72" fmla="*/ 400871 h 1472498"/>
                  <a:gd name="connsiteX73" fmla="*/ 372999 w 1453388"/>
                  <a:gd name="connsiteY73" fmla="*/ 338895 h 1472498"/>
                  <a:gd name="connsiteX74" fmla="*/ 180721 w 1453388"/>
                  <a:gd name="connsiteY74" fmla="*/ 261933 h 1472498"/>
                  <a:gd name="connsiteX75" fmla="*/ 131445 w 1453388"/>
                  <a:gd name="connsiteY75" fmla="*/ 300288 h 1472498"/>
                  <a:gd name="connsiteX76" fmla="*/ 34798 w 1453388"/>
                  <a:gd name="connsiteY76" fmla="*/ 262441 h 1472498"/>
                  <a:gd name="connsiteX77" fmla="*/ 62103 w 1453388"/>
                  <a:gd name="connsiteY77" fmla="*/ 148014 h 1472498"/>
                  <a:gd name="connsiteX78" fmla="*/ 130175 w 1453388"/>
                  <a:gd name="connsiteY78" fmla="*/ 143696 h 1472498"/>
                  <a:gd name="connsiteX79" fmla="*/ 124587 w 1453388"/>
                  <a:gd name="connsiteY79" fmla="*/ 109660 h 1472498"/>
                  <a:gd name="connsiteX80" fmla="*/ 0 w 1453388"/>
                  <a:gd name="connsiteY80" fmla="*/ 45399 h 1472498"/>
                  <a:gd name="connsiteX81" fmla="*/ 32893 w 1453388"/>
                  <a:gd name="connsiteY81" fmla="*/ 36127 h 1472498"/>
                  <a:gd name="connsiteX82" fmla="*/ 65278 w 1453388"/>
                  <a:gd name="connsiteY82" fmla="*/ 60765 h 1472498"/>
                  <a:gd name="connsiteX83" fmla="*/ 280543 w 1453388"/>
                  <a:gd name="connsiteY83" fmla="*/ 123757 h 1472498"/>
                  <a:gd name="connsiteX84" fmla="*/ 32893 w 1453388"/>
                  <a:gd name="connsiteY84" fmla="*/ 36127 h 1472498"/>
                  <a:gd name="connsiteX85" fmla="*/ 839978 w 1453388"/>
                  <a:gd name="connsiteY85" fmla="*/ 33334 h 1472498"/>
                  <a:gd name="connsiteX86" fmla="*/ 729488 w 1453388"/>
                  <a:gd name="connsiteY86" fmla="*/ 140649 h 1472498"/>
                  <a:gd name="connsiteX87" fmla="*/ 886968 w 1453388"/>
                  <a:gd name="connsiteY87" fmla="*/ 369883 h 1472498"/>
                  <a:gd name="connsiteX88" fmla="*/ 1055370 w 1453388"/>
                  <a:gd name="connsiteY88" fmla="*/ 257362 h 1472498"/>
                  <a:gd name="connsiteX89" fmla="*/ 993902 w 1453388"/>
                  <a:gd name="connsiteY89" fmla="*/ 60765 h 1472498"/>
                  <a:gd name="connsiteX90" fmla="*/ 839978 w 1453388"/>
                  <a:gd name="connsiteY90" fmla="*/ 33334 h 1472498"/>
                  <a:gd name="connsiteX91" fmla="*/ 77851 w 1453388"/>
                  <a:gd name="connsiteY91" fmla="*/ 172526 h 1472498"/>
                  <a:gd name="connsiteX92" fmla="*/ 54356 w 1453388"/>
                  <a:gd name="connsiteY92" fmla="*/ 238565 h 1472498"/>
                  <a:gd name="connsiteX93" fmla="*/ 125984 w 1453388"/>
                  <a:gd name="connsiteY93" fmla="*/ 274126 h 1472498"/>
                  <a:gd name="connsiteX94" fmla="*/ 170180 w 1453388"/>
                  <a:gd name="connsiteY94" fmla="*/ 225484 h 1472498"/>
                  <a:gd name="connsiteX95" fmla="*/ 77851 w 1453388"/>
                  <a:gd name="connsiteY95" fmla="*/ 172526 h 1472498"/>
                  <a:gd name="connsiteX96" fmla="*/ 1245489 w 1453388"/>
                  <a:gd name="connsiteY96" fmla="*/ 298890 h 1472498"/>
                  <a:gd name="connsiteX97" fmla="*/ 1229868 w 1453388"/>
                  <a:gd name="connsiteY97" fmla="*/ 369502 h 1472498"/>
                  <a:gd name="connsiteX98" fmla="*/ 517779 w 1453388"/>
                  <a:gd name="connsiteY98" fmla="*/ 356040 h 1472498"/>
                  <a:gd name="connsiteX99" fmla="*/ 557530 w 1453388"/>
                  <a:gd name="connsiteY99" fmla="*/ 422081 h 1472498"/>
                  <a:gd name="connsiteX100" fmla="*/ 581279 w 1453388"/>
                  <a:gd name="connsiteY100" fmla="*/ 355406 h 1472498"/>
                  <a:gd name="connsiteX101" fmla="*/ 517779 w 1453388"/>
                  <a:gd name="connsiteY101" fmla="*/ 356040 h 1472498"/>
                  <a:gd name="connsiteX102" fmla="*/ 787400 w 1453388"/>
                  <a:gd name="connsiteY102" fmla="*/ 550224 h 1472498"/>
                  <a:gd name="connsiteX103" fmla="*/ 551561 w 1453388"/>
                  <a:gd name="connsiteY103" fmla="*/ 708084 h 1472498"/>
                  <a:gd name="connsiteX104" fmla="*/ 521081 w 1453388"/>
                  <a:gd name="connsiteY104" fmla="*/ 910269 h 1472498"/>
                  <a:gd name="connsiteX105" fmla="*/ 656336 w 1453388"/>
                  <a:gd name="connsiteY105" fmla="*/ 1108643 h 1472498"/>
                  <a:gd name="connsiteX106" fmla="*/ 885698 w 1453388"/>
                  <a:gd name="connsiteY106" fmla="*/ 1143059 h 1472498"/>
                  <a:gd name="connsiteX107" fmla="*/ 1167257 w 1453388"/>
                  <a:gd name="connsiteY107" fmla="*/ 1081464 h 1472498"/>
                  <a:gd name="connsiteX108" fmla="*/ 1254379 w 1453388"/>
                  <a:gd name="connsiteY108" fmla="*/ 789745 h 1472498"/>
                  <a:gd name="connsiteX109" fmla="*/ 1073404 w 1453388"/>
                  <a:gd name="connsiteY109" fmla="*/ 576766 h 1472498"/>
                  <a:gd name="connsiteX110" fmla="*/ 787400 w 1453388"/>
                  <a:gd name="connsiteY110" fmla="*/ 550224 h 1472498"/>
                  <a:gd name="connsiteX111" fmla="*/ 266700 w 1453388"/>
                  <a:gd name="connsiteY111" fmla="*/ 566480 h 1472498"/>
                  <a:gd name="connsiteX112" fmla="*/ 314071 w 1453388"/>
                  <a:gd name="connsiteY112" fmla="*/ 625407 h 1472498"/>
                  <a:gd name="connsiteX113" fmla="*/ 266700 w 1453388"/>
                  <a:gd name="connsiteY113" fmla="*/ 566480 h 1472498"/>
                  <a:gd name="connsiteX114" fmla="*/ 508508 w 1453388"/>
                  <a:gd name="connsiteY114" fmla="*/ 984309 h 1472498"/>
                  <a:gd name="connsiteX115" fmla="*/ 500888 w 1453388"/>
                  <a:gd name="connsiteY115" fmla="*/ 753677 h 1472498"/>
                  <a:gd name="connsiteX116" fmla="*/ 508508 w 1453388"/>
                  <a:gd name="connsiteY116" fmla="*/ 984309 h 1472498"/>
                  <a:gd name="connsiteX117" fmla="*/ 1274572 w 1453388"/>
                  <a:gd name="connsiteY117" fmla="*/ 752662 h 1472498"/>
                  <a:gd name="connsiteX118" fmla="*/ 1273048 w 1453388"/>
                  <a:gd name="connsiteY118" fmla="*/ 989008 h 1472498"/>
                  <a:gd name="connsiteX119" fmla="*/ 1274572 w 1453388"/>
                  <a:gd name="connsiteY119" fmla="*/ 752662 h 1472498"/>
                  <a:gd name="connsiteX120" fmla="*/ 1310640 w 1453388"/>
                  <a:gd name="connsiteY120" fmla="*/ 1163761 h 1472498"/>
                  <a:gd name="connsiteX121" fmla="*/ 1312418 w 1453388"/>
                  <a:gd name="connsiteY121" fmla="*/ 1303461 h 1472498"/>
                  <a:gd name="connsiteX122" fmla="*/ 1425702 w 1453388"/>
                  <a:gd name="connsiteY122" fmla="*/ 1234119 h 1472498"/>
                  <a:gd name="connsiteX123" fmla="*/ 1310640 w 1453388"/>
                  <a:gd name="connsiteY123" fmla="*/ 1163761 h 1472498"/>
                  <a:gd name="connsiteX124" fmla="*/ 1154557 w 1453388"/>
                  <a:gd name="connsiteY124" fmla="*/ 1181540 h 1472498"/>
                  <a:gd name="connsiteX125" fmla="*/ 1189609 w 1453388"/>
                  <a:gd name="connsiteY125" fmla="*/ 1338005 h 1472498"/>
                  <a:gd name="connsiteX126" fmla="*/ 1241806 w 1453388"/>
                  <a:gd name="connsiteY126" fmla="*/ 1235643 h 1472498"/>
                  <a:gd name="connsiteX127" fmla="*/ 1154557 w 1453388"/>
                  <a:gd name="connsiteY127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338961 w 1453388"/>
                  <a:gd name="connsiteY14" fmla="*/ 386520 h 1472498"/>
                  <a:gd name="connsiteX15" fmla="*/ 1206754 w 1453388"/>
                  <a:gd name="connsiteY15" fmla="*/ 380044 h 1472498"/>
                  <a:gd name="connsiteX16" fmla="*/ 1190244 w 1453388"/>
                  <a:gd name="connsiteY16" fmla="*/ 344357 h 1472498"/>
                  <a:gd name="connsiteX17" fmla="*/ 1201801 w 1453388"/>
                  <a:gd name="connsiteY17" fmla="*/ 303844 h 1472498"/>
                  <a:gd name="connsiteX18" fmla="*/ 1082294 w 1453388"/>
                  <a:gd name="connsiteY18" fmla="*/ 261426 h 1472498"/>
                  <a:gd name="connsiteX19" fmla="*/ 945007 w 1453388"/>
                  <a:gd name="connsiteY19" fmla="*/ 390712 h 1472498"/>
                  <a:gd name="connsiteX20" fmla="*/ 895604 w 1453388"/>
                  <a:gd name="connsiteY20" fmla="*/ 397570 h 1472498"/>
                  <a:gd name="connsiteX21" fmla="*/ 895350 w 1453388"/>
                  <a:gd name="connsiteY21" fmla="*/ 515171 h 1472498"/>
                  <a:gd name="connsiteX22" fmla="*/ 1144651 w 1453388"/>
                  <a:gd name="connsiteY22" fmla="*/ 586800 h 1472498"/>
                  <a:gd name="connsiteX23" fmla="*/ 1251204 w 1453388"/>
                  <a:gd name="connsiteY23" fmla="*/ 704528 h 1472498"/>
                  <a:gd name="connsiteX24" fmla="*/ 1340993 w 1453388"/>
                  <a:gd name="connsiteY24" fmla="*/ 779713 h 1472498"/>
                  <a:gd name="connsiteX25" fmla="*/ 1256030 w 1453388"/>
                  <a:gd name="connsiteY25" fmla="*/ 1014155 h 1472498"/>
                  <a:gd name="connsiteX26" fmla="*/ 1237361 w 1453388"/>
                  <a:gd name="connsiteY26" fmla="*/ 1043111 h 1472498"/>
                  <a:gd name="connsiteX27" fmla="*/ 1122934 w 1453388"/>
                  <a:gd name="connsiteY27" fmla="*/ 1135439 h 1472498"/>
                  <a:gd name="connsiteX28" fmla="*/ 1246632 w 1453388"/>
                  <a:gd name="connsiteY28" fmla="*/ 1210624 h 1472498"/>
                  <a:gd name="connsiteX29" fmla="*/ 1310640 w 1453388"/>
                  <a:gd name="connsiteY29" fmla="*/ 1137345 h 1472498"/>
                  <a:gd name="connsiteX30" fmla="*/ 1410843 w 1453388"/>
                  <a:gd name="connsiteY30" fmla="*/ 1154108 h 1472498"/>
                  <a:gd name="connsiteX31" fmla="*/ 1453388 w 1453388"/>
                  <a:gd name="connsiteY31" fmla="*/ 1224720 h 1472498"/>
                  <a:gd name="connsiteX32" fmla="*/ 1383665 w 1453388"/>
                  <a:gd name="connsiteY32" fmla="*/ 1462338 h 1472498"/>
                  <a:gd name="connsiteX33" fmla="*/ 1360424 w 1453388"/>
                  <a:gd name="connsiteY33" fmla="*/ 1465005 h 1472498"/>
                  <a:gd name="connsiteX34" fmla="*/ 1413637 w 1453388"/>
                  <a:gd name="connsiteY34" fmla="*/ 1314509 h 1472498"/>
                  <a:gd name="connsiteX35" fmla="*/ 1331468 w 1453388"/>
                  <a:gd name="connsiteY35" fmla="*/ 1334068 h 1472498"/>
                  <a:gd name="connsiteX36" fmla="*/ 1247394 w 1453388"/>
                  <a:gd name="connsiteY36" fmla="*/ 1274251 h 1472498"/>
                  <a:gd name="connsiteX37" fmla="*/ 1194054 w 1453388"/>
                  <a:gd name="connsiteY37" fmla="*/ 1459036 h 1472498"/>
                  <a:gd name="connsiteX38" fmla="*/ 1192022 w 1453388"/>
                  <a:gd name="connsiteY38" fmla="*/ 1472498 h 1472498"/>
                  <a:gd name="connsiteX39" fmla="*/ 1176909 w 1453388"/>
                  <a:gd name="connsiteY39" fmla="*/ 1457257 h 1472498"/>
                  <a:gd name="connsiteX40" fmla="*/ 1165606 w 1453388"/>
                  <a:gd name="connsiteY40" fmla="*/ 1370136 h 1472498"/>
                  <a:gd name="connsiteX41" fmla="*/ 1128776 w 1453388"/>
                  <a:gd name="connsiteY41" fmla="*/ 1185986 h 1472498"/>
                  <a:gd name="connsiteX42" fmla="*/ 1121791 w 1453388"/>
                  <a:gd name="connsiteY42" fmla="*/ 1162618 h 1472498"/>
                  <a:gd name="connsiteX43" fmla="*/ 950214 w 1453388"/>
                  <a:gd name="connsiteY43" fmla="*/ 1166427 h 1472498"/>
                  <a:gd name="connsiteX44" fmla="*/ 685927 w 1453388"/>
                  <a:gd name="connsiteY44" fmla="*/ 1159062 h 1472498"/>
                  <a:gd name="connsiteX45" fmla="*/ 645795 w 1453388"/>
                  <a:gd name="connsiteY45" fmla="*/ 1182302 h 1472498"/>
                  <a:gd name="connsiteX46" fmla="*/ 599694 w 1453388"/>
                  <a:gd name="connsiteY46" fmla="*/ 1461830 h 1472498"/>
                  <a:gd name="connsiteX47" fmla="*/ 574929 w 1453388"/>
                  <a:gd name="connsiteY47" fmla="*/ 1466020 h 1472498"/>
                  <a:gd name="connsiteX48" fmla="*/ 614299 w 1453388"/>
                  <a:gd name="connsiteY48" fmla="*/ 1184207 h 1472498"/>
                  <a:gd name="connsiteX49" fmla="*/ 481711 w 1453388"/>
                  <a:gd name="connsiteY49" fmla="*/ 1325051 h 1472498"/>
                  <a:gd name="connsiteX50" fmla="*/ 439166 w 1453388"/>
                  <a:gd name="connsiteY50" fmla="*/ 1458527 h 1472498"/>
                  <a:gd name="connsiteX51" fmla="*/ 413258 w 1453388"/>
                  <a:gd name="connsiteY51" fmla="*/ 1468814 h 1472498"/>
                  <a:gd name="connsiteX52" fmla="*/ 520319 w 1453388"/>
                  <a:gd name="connsiteY52" fmla="*/ 1228657 h 1472498"/>
                  <a:gd name="connsiteX53" fmla="*/ 650621 w 1453388"/>
                  <a:gd name="connsiteY53" fmla="*/ 1136963 h 1472498"/>
                  <a:gd name="connsiteX54" fmla="*/ 524637 w 1453388"/>
                  <a:gd name="connsiteY54" fmla="*/ 1011361 h 1472498"/>
                  <a:gd name="connsiteX55" fmla="*/ 446024 w 1453388"/>
                  <a:gd name="connsiteY55" fmla="*/ 970720 h 1472498"/>
                  <a:gd name="connsiteX56" fmla="*/ 414147 w 1453388"/>
                  <a:gd name="connsiteY56" fmla="*/ 824925 h 1472498"/>
                  <a:gd name="connsiteX57" fmla="*/ 513842 w 1453388"/>
                  <a:gd name="connsiteY57" fmla="*/ 724849 h 1472498"/>
                  <a:gd name="connsiteX58" fmla="*/ 691896 w 1453388"/>
                  <a:gd name="connsiteY58" fmla="*/ 550477 h 1472498"/>
                  <a:gd name="connsiteX59" fmla="*/ 869061 w 1453388"/>
                  <a:gd name="connsiteY59" fmla="*/ 514409 h 1472498"/>
                  <a:gd name="connsiteX60" fmla="*/ 869061 w 1453388"/>
                  <a:gd name="connsiteY60" fmla="*/ 398458 h 1472498"/>
                  <a:gd name="connsiteX61" fmla="*/ 722757 w 1453388"/>
                  <a:gd name="connsiteY61" fmla="*/ 301684 h 1472498"/>
                  <a:gd name="connsiteX62" fmla="*/ 610616 w 1453388"/>
                  <a:gd name="connsiteY62" fmla="*/ 358453 h 1472498"/>
                  <a:gd name="connsiteX63" fmla="*/ 598932 w 1453388"/>
                  <a:gd name="connsiteY63" fmla="*/ 438082 h 1472498"/>
                  <a:gd name="connsiteX64" fmla="*/ 511556 w 1453388"/>
                  <a:gd name="connsiteY64" fmla="*/ 439860 h 1472498"/>
                  <a:gd name="connsiteX65" fmla="*/ 475615 w 1453388"/>
                  <a:gd name="connsiteY65" fmla="*/ 374328 h 1472498"/>
                  <a:gd name="connsiteX66" fmla="*/ 395224 w 1453388"/>
                  <a:gd name="connsiteY66" fmla="*/ 348801 h 1472498"/>
                  <a:gd name="connsiteX67" fmla="*/ 326771 w 1453388"/>
                  <a:gd name="connsiteY67" fmla="*/ 533713 h 1472498"/>
                  <a:gd name="connsiteX68" fmla="*/ 356489 w 1453388"/>
                  <a:gd name="connsiteY68" fmla="*/ 561400 h 1472498"/>
                  <a:gd name="connsiteX69" fmla="*/ 290703 w 1453388"/>
                  <a:gd name="connsiteY69" fmla="*/ 659189 h 1472498"/>
                  <a:gd name="connsiteX70" fmla="*/ 241808 w 1453388"/>
                  <a:gd name="connsiteY70" fmla="*/ 552890 h 1472498"/>
                  <a:gd name="connsiteX71" fmla="*/ 300228 w 1453388"/>
                  <a:gd name="connsiteY71" fmla="*/ 527871 h 1472498"/>
                  <a:gd name="connsiteX72" fmla="*/ 349250 w 1453388"/>
                  <a:gd name="connsiteY72" fmla="*/ 400871 h 1472498"/>
                  <a:gd name="connsiteX73" fmla="*/ 372999 w 1453388"/>
                  <a:gd name="connsiteY73" fmla="*/ 338895 h 1472498"/>
                  <a:gd name="connsiteX74" fmla="*/ 180721 w 1453388"/>
                  <a:gd name="connsiteY74" fmla="*/ 261933 h 1472498"/>
                  <a:gd name="connsiteX75" fmla="*/ 131445 w 1453388"/>
                  <a:gd name="connsiteY75" fmla="*/ 300288 h 1472498"/>
                  <a:gd name="connsiteX76" fmla="*/ 34798 w 1453388"/>
                  <a:gd name="connsiteY76" fmla="*/ 262441 h 1472498"/>
                  <a:gd name="connsiteX77" fmla="*/ 62103 w 1453388"/>
                  <a:gd name="connsiteY77" fmla="*/ 148014 h 1472498"/>
                  <a:gd name="connsiteX78" fmla="*/ 130175 w 1453388"/>
                  <a:gd name="connsiteY78" fmla="*/ 143696 h 1472498"/>
                  <a:gd name="connsiteX79" fmla="*/ 124587 w 1453388"/>
                  <a:gd name="connsiteY79" fmla="*/ 109660 h 1472498"/>
                  <a:gd name="connsiteX80" fmla="*/ 0 w 1453388"/>
                  <a:gd name="connsiteY80" fmla="*/ 45399 h 1472498"/>
                  <a:gd name="connsiteX81" fmla="*/ 32893 w 1453388"/>
                  <a:gd name="connsiteY81" fmla="*/ 36127 h 1472498"/>
                  <a:gd name="connsiteX82" fmla="*/ 65278 w 1453388"/>
                  <a:gd name="connsiteY82" fmla="*/ 60765 h 1472498"/>
                  <a:gd name="connsiteX83" fmla="*/ 280543 w 1453388"/>
                  <a:gd name="connsiteY83" fmla="*/ 123757 h 1472498"/>
                  <a:gd name="connsiteX84" fmla="*/ 32893 w 1453388"/>
                  <a:gd name="connsiteY84" fmla="*/ 36127 h 1472498"/>
                  <a:gd name="connsiteX85" fmla="*/ 839978 w 1453388"/>
                  <a:gd name="connsiteY85" fmla="*/ 33334 h 1472498"/>
                  <a:gd name="connsiteX86" fmla="*/ 729488 w 1453388"/>
                  <a:gd name="connsiteY86" fmla="*/ 140649 h 1472498"/>
                  <a:gd name="connsiteX87" fmla="*/ 886968 w 1453388"/>
                  <a:gd name="connsiteY87" fmla="*/ 369883 h 1472498"/>
                  <a:gd name="connsiteX88" fmla="*/ 1055370 w 1453388"/>
                  <a:gd name="connsiteY88" fmla="*/ 257362 h 1472498"/>
                  <a:gd name="connsiteX89" fmla="*/ 993902 w 1453388"/>
                  <a:gd name="connsiteY89" fmla="*/ 60765 h 1472498"/>
                  <a:gd name="connsiteX90" fmla="*/ 839978 w 1453388"/>
                  <a:gd name="connsiteY90" fmla="*/ 33334 h 1472498"/>
                  <a:gd name="connsiteX91" fmla="*/ 77851 w 1453388"/>
                  <a:gd name="connsiteY91" fmla="*/ 172526 h 1472498"/>
                  <a:gd name="connsiteX92" fmla="*/ 54356 w 1453388"/>
                  <a:gd name="connsiteY92" fmla="*/ 238565 h 1472498"/>
                  <a:gd name="connsiteX93" fmla="*/ 125984 w 1453388"/>
                  <a:gd name="connsiteY93" fmla="*/ 274126 h 1472498"/>
                  <a:gd name="connsiteX94" fmla="*/ 170180 w 1453388"/>
                  <a:gd name="connsiteY94" fmla="*/ 225484 h 1472498"/>
                  <a:gd name="connsiteX95" fmla="*/ 77851 w 1453388"/>
                  <a:gd name="connsiteY95" fmla="*/ 172526 h 1472498"/>
                  <a:gd name="connsiteX96" fmla="*/ 517779 w 1453388"/>
                  <a:gd name="connsiteY96" fmla="*/ 356040 h 1472498"/>
                  <a:gd name="connsiteX97" fmla="*/ 557530 w 1453388"/>
                  <a:gd name="connsiteY97" fmla="*/ 422081 h 1472498"/>
                  <a:gd name="connsiteX98" fmla="*/ 581279 w 1453388"/>
                  <a:gd name="connsiteY98" fmla="*/ 355406 h 1472498"/>
                  <a:gd name="connsiteX99" fmla="*/ 517779 w 1453388"/>
                  <a:gd name="connsiteY99" fmla="*/ 356040 h 1472498"/>
                  <a:gd name="connsiteX100" fmla="*/ 787400 w 1453388"/>
                  <a:gd name="connsiteY100" fmla="*/ 550224 h 1472498"/>
                  <a:gd name="connsiteX101" fmla="*/ 551561 w 1453388"/>
                  <a:gd name="connsiteY101" fmla="*/ 708084 h 1472498"/>
                  <a:gd name="connsiteX102" fmla="*/ 521081 w 1453388"/>
                  <a:gd name="connsiteY102" fmla="*/ 910269 h 1472498"/>
                  <a:gd name="connsiteX103" fmla="*/ 656336 w 1453388"/>
                  <a:gd name="connsiteY103" fmla="*/ 1108643 h 1472498"/>
                  <a:gd name="connsiteX104" fmla="*/ 885698 w 1453388"/>
                  <a:gd name="connsiteY104" fmla="*/ 1143059 h 1472498"/>
                  <a:gd name="connsiteX105" fmla="*/ 1167257 w 1453388"/>
                  <a:gd name="connsiteY105" fmla="*/ 1081464 h 1472498"/>
                  <a:gd name="connsiteX106" fmla="*/ 1254379 w 1453388"/>
                  <a:gd name="connsiteY106" fmla="*/ 789745 h 1472498"/>
                  <a:gd name="connsiteX107" fmla="*/ 1073404 w 1453388"/>
                  <a:gd name="connsiteY107" fmla="*/ 576766 h 1472498"/>
                  <a:gd name="connsiteX108" fmla="*/ 787400 w 1453388"/>
                  <a:gd name="connsiteY108" fmla="*/ 550224 h 1472498"/>
                  <a:gd name="connsiteX109" fmla="*/ 266700 w 1453388"/>
                  <a:gd name="connsiteY109" fmla="*/ 566480 h 1472498"/>
                  <a:gd name="connsiteX110" fmla="*/ 314071 w 1453388"/>
                  <a:gd name="connsiteY110" fmla="*/ 625407 h 1472498"/>
                  <a:gd name="connsiteX111" fmla="*/ 266700 w 1453388"/>
                  <a:gd name="connsiteY111" fmla="*/ 566480 h 1472498"/>
                  <a:gd name="connsiteX112" fmla="*/ 508508 w 1453388"/>
                  <a:gd name="connsiteY112" fmla="*/ 984309 h 1472498"/>
                  <a:gd name="connsiteX113" fmla="*/ 500888 w 1453388"/>
                  <a:gd name="connsiteY113" fmla="*/ 753677 h 1472498"/>
                  <a:gd name="connsiteX114" fmla="*/ 508508 w 1453388"/>
                  <a:gd name="connsiteY114" fmla="*/ 984309 h 1472498"/>
                  <a:gd name="connsiteX115" fmla="*/ 1274572 w 1453388"/>
                  <a:gd name="connsiteY115" fmla="*/ 752662 h 1472498"/>
                  <a:gd name="connsiteX116" fmla="*/ 1273048 w 1453388"/>
                  <a:gd name="connsiteY116" fmla="*/ 989008 h 1472498"/>
                  <a:gd name="connsiteX117" fmla="*/ 1274572 w 1453388"/>
                  <a:gd name="connsiteY117" fmla="*/ 752662 h 1472498"/>
                  <a:gd name="connsiteX118" fmla="*/ 1310640 w 1453388"/>
                  <a:gd name="connsiteY118" fmla="*/ 1163761 h 1472498"/>
                  <a:gd name="connsiteX119" fmla="*/ 1312418 w 1453388"/>
                  <a:gd name="connsiteY119" fmla="*/ 1303461 h 1472498"/>
                  <a:gd name="connsiteX120" fmla="*/ 1425702 w 1453388"/>
                  <a:gd name="connsiteY120" fmla="*/ 1234119 h 1472498"/>
                  <a:gd name="connsiteX121" fmla="*/ 1310640 w 1453388"/>
                  <a:gd name="connsiteY121" fmla="*/ 1163761 h 1472498"/>
                  <a:gd name="connsiteX122" fmla="*/ 1154557 w 1453388"/>
                  <a:gd name="connsiteY122" fmla="*/ 1181540 h 1472498"/>
                  <a:gd name="connsiteX123" fmla="*/ 1189609 w 1453388"/>
                  <a:gd name="connsiteY123" fmla="*/ 1338005 h 1472498"/>
                  <a:gd name="connsiteX124" fmla="*/ 1241806 w 1453388"/>
                  <a:gd name="connsiteY124" fmla="*/ 1235643 h 1472498"/>
                  <a:gd name="connsiteX125" fmla="*/ 1154557 w 1453388"/>
                  <a:gd name="connsiteY125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06754 w 1453388"/>
                  <a:gd name="connsiteY14" fmla="*/ 380044 h 1472498"/>
                  <a:gd name="connsiteX15" fmla="*/ 1190244 w 1453388"/>
                  <a:gd name="connsiteY15" fmla="*/ 344357 h 1472498"/>
                  <a:gd name="connsiteX16" fmla="*/ 1201801 w 1453388"/>
                  <a:gd name="connsiteY16" fmla="*/ 303844 h 1472498"/>
                  <a:gd name="connsiteX17" fmla="*/ 1082294 w 1453388"/>
                  <a:gd name="connsiteY17" fmla="*/ 261426 h 1472498"/>
                  <a:gd name="connsiteX18" fmla="*/ 945007 w 1453388"/>
                  <a:gd name="connsiteY18" fmla="*/ 390712 h 1472498"/>
                  <a:gd name="connsiteX19" fmla="*/ 895604 w 1453388"/>
                  <a:gd name="connsiteY19" fmla="*/ 397570 h 1472498"/>
                  <a:gd name="connsiteX20" fmla="*/ 895350 w 1453388"/>
                  <a:gd name="connsiteY20" fmla="*/ 515171 h 1472498"/>
                  <a:gd name="connsiteX21" fmla="*/ 1144651 w 1453388"/>
                  <a:gd name="connsiteY21" fmla="*/ 586800 h 1472498"/>
                  <a:gd name="connsiteX22" fmla="*/ 1251204 w 1453388"/>
                  <a:gd name="connsiteY22" fmla="*/ 704528 h 1472498"/>
                  <a:gd name="connsiteX23" fmla="*/ 1340993 w 1453388"/>
                  <a:gd name="connsiteY23" fmla="*/ 779713 h 1472498"/>
                  <a:gd name="connsiteX24" fmla="*/ 1256030 w 1453388"/>
                  <a:gd name="connsiteY24" fmla="*/ 1014155 h 1472498"/>
                  <a:gd name="connsiteX25" fmla="*/ 1237361 w 1453388"/>
                  <a:gd name="connsiteY25" fmla="*/ 1043111 h 1472498"/>
                  <a:gd name="connsiteX26" fmla="*/ 1122934 w 1453388"/>
                  <a:gd name="connsiteY26" fmla="*/ 1135439 h 1472498"/>
                  <a:gd name="connsiteX27" fmla="*/ 1246632 w 1453388"/>
                  <a:gd name="connsiteY27" fmla="*/ 1210624 h 1472498"/>
                  <a:gd name="connsiteX28" fmla="*/ 1310640 w 1453388"/>
                  <a:gd name="connsiteY28" fmla="*/ 1137345 h 1472498"/>
                  <a:gd name="connsiteX29" fmla="*/ 1410843 w 1453388"/>
                  <a:gd name="connsiteY29" fmla="*/ 1154108 h 1472498"/>
                  <a:gd name="connsiteX30" fmla="*/ 1453388 w 1453388"/>
                  <a:gd name="connsiteY30" fmla="*/ 1224720 h 1472498"/>
                  <a:gd name="connsiteX31" fmla="*/ 1383665 w 1453388"/>
                  <a:gd name="connsiteY31" fmla="*/ 1462338 h 1472498"/>
                  <a:gd name="connsiteX32" fmla="*/ 1360424 w 1453388"/>
                  <a:gd name="connsiteY32" fmla="*/ 1465005 h 1472498"/>
                  <a:gd name="connsiteX33" fmla="*/ 1413637 w 1453388"/>
                  <a:gd name="connsiteY33" fmla="*/ 1314509 h 1472498"/>
                  <a:gd name="connsiteX34" fmla="*/ 1331468 w 1453388"/>
                  <a:gd name="connsiteY34" fmla="*/ 1334068 h 1472498"/>
                  <a:gd name="connsiteX35" fmla="*/ 1247394 w 1453388"/>
                  <a:gd name="connsiteY35" fmla="*/ 1274251 h 1472498"/>
                  <a:gd name="connsiteX36" fmla="*/ 1194054 w 1453388"/>
                  <a:gd name="connsiteY36" fmla="*/ 1459036 h 1472498"/>
                  <a:gd name="connsiteX37" fmla="*/ 1192022 w 1453388"/>
                  <a:gd name="connsiteY37" fmla="*/ 1472498 h 1472498"/>
                  <a:gd name="connsiteX38" fmla="*/ 1176909 w 1453388"/>
                  <a:gd name="connsiteY38" fmla="*/ 1457257 h 1472498"/>
                  <a:gd name="connsiteX39" fmla="*/ 1165606 w 1453388"/>
                  <a:gd name="connsiteY39" fmla="*/ 1370136 h 1472498"/>
                  <a:gd name="connsiteX40" fmla="*/ 1128776 w 1453388"/>
                  <a:gd name="connsiteY40" fmla="*/ 1185986 h 1472498"/>
                  <a:gd name="connsiteX41" fmla="*/ 1121791 w 1453388"/>
                  <a:gd name="connsiteY41" fmla="*/ 1162618 h 1472498"/>
                  <a:gd name="connsiteX42" fmla="*/ 950214 w 1453388"/>
                  <a:gd name="connsiteY42" fmla="*/ 1166427 h 1472498"/>
                  <a:gd name="connsiteX43" fmla="*/ 685927 w 1453388"/>
                  <a:gd name="connsiteY43" fmla="*/ 1159062 h 1472498"/>
                  <a:gd name="connsiteX44" fmla="*/ 645795 w 1453388"/>
                  <a:gd name="connsiteY44" fmla="*/ 1182302 h 1472498"/>
                  <a:gd name="connsiteX45" fmla="*/ 599694 w 1453388"/>
                  <a:gd name="connsiteY45" fmla="*/ 1461830 h 1472498"/>
                  <a:gd name="connsiteX46" fmla="*/ 574929 w 1453388"/>
                  <a:gd name="connsiteY46" fmla="*/ 1466020 h 1472498"/>
                  <a:gd name="connsiteX47" fmla="*/ 614299 w 1453388"/>
                  <a:gd name="connsiteY47" fmla="*/ 1184207 h 1472498"/>
                  <a:gd name="connsiteX48" fmla="*/ 481711 w 1453388"/>
                  <a:gd name="connsiteY48" fmla="*/ 1325051 h 1472498"/>
                  <a:gd name="connsiteX49" fmla="*/ 439166 w 1453388"/>
                  <a:gd name="connsiteY49" fmla="*/ 1458527 h 1472498"/>
                  <a:gd name="connsiteX50" fmla="*/ 413258 w 1453388"/>
                  <a:gd name="connsiteY50" fmla="*/ 1468814 h 1472498"/>
                  <a:gd name="connsiteX51" fmla="*/ 520319 w 1453388"/>
                  <a:gd name="connsiteY51" fmla="*/ 1228657 h 1472498"/>
                  <a:gd name="connsiteX52" fmla="*/ 650621 w 1453388"/>
                  <a:gd name="connsiteY52" fmla="*/ 1136963 h 1472498"/>
                  <a:gd name="connsiteX53" fmla="*/ 524637 w 1453388"/>
                  <a:gd name="connsiteY53" fmla="*/ 1011361 h 1472498"/>
                  <a:gd name="connsiteX54" fmla="*/ 446024 w 1453388"/>
                  <a:gd name="connsiteY54" fmla="*/ 970720 h 1472498"/>
                  <a:gd name="connsiteX55" fmla="*/ 414147 w 1453388"/>
                  <a:gd name="connsiteY55" fmla="*/ 824925 h 1472498"/>
                  <a:gd name="connsiteX56" fmla="*/ 513842 w 1453388"/>
                  <a:gd name="connsiteY56" fmla="*/ 724849 h 1472498"/>
                  <a:gd name="connsiteX57" fmla="*/ 691896 w 1453388"/>
                  <a:gd name="connsiteY57" fmla="*/ 550477 h 1472498"/>
                  <a:gd name="connsiteX58" fmla="*/ 869061 w 1453388"/>
                  <a:gd name="connsiteY58" fmla="*/ 514409 h 1472498"/>
                  <a:gd name="connsiteX59" fmla="*/ 869061 w 1453388"/>
                  <a:gd name="connsiteY59" fmla="*/ 398458 h 1472498"/>
                  <a:gd name="connsiteX60" fmla="*/ 722757 w 1453388"/>
                  <a:gd name="connsiteY60" fmla="*/ 301684 h 1472498"/>
                  <a:gd name="connsiteX61" fmla="*/ 610616 w 1453388"/>
                  <a:gd name="connsiteY61" fmla="*/ 358453 h 1472498"/>
                  <a:gd name="connsiteX62" fmla="*/ 598932 w 1453388"/>
                  <a:gd name="connsiteY62" fmla="*/ 438082 h 1472498"/>
                  <a:gd name="connsiteX63" fmla="*/ 511556 w 1453388"/>
                  <a:gd name="connsiteY63" fmla="*/ 439860 h 1472498"/>
                  <a:gd name="connsiteX64" fmla="*/ 475615 w 1453388"/>
                  <a:gd name="connsiteY64" fmla="*/ 374328 h 1472498"/>
                  <a:gd name="connsiteX65" fmla="*/ 395224 w 1453388"/>
                  <a:gd name="connsiteY65" fmla="*/ 348801 h 1472498"/>
                  <a:gd name="connsiteX66" fmla="*/ 326771 w 1453388"/>
                  <a:gd name="connsiteY66" fmla="*/ 533713 h 1472498"/>
                  <a:gd name="connsiteX67" fmla="*/ 356489 w 1453388"/>
                  <a:gd name="connsiteY67" fmla="*/ 561400 h 1472498"/>
                  <a:gd name="connsiteX68" fmla="*/ 290703 w 1453388"/>
                  <a:gd name="connsiteY68" fmla="*/ 659189 h 1472498"/>
                  <a:gd name="connsiteX69" fmla="*/ 241808 w 1453388"/>
                  <a:gd name="connsiteY69" fmla="*/ 552890 h 1472498"/>
                  <a:gd name="connsiteX70" fmla="*/ 300228 w 1453388"/>
                  <a:gd name="connsiteY70" fmla="*/ 527871 h 1472498"/>
                  <a:gd name="connsiteX71" fmla="*/ 349250 w 1453388"/>
                  <a:gd name="connsiteY71" fmla="*/ 400871 h 1472498"/>
                  <a:gd name="connsiteX72" fmla="*/ 372999 w 1453388"/>
                  <a:gd name="connsiteY72" fmla="*/ 338895 h 1472498"/>
                  <a:gd name="connsiteX73" fmla="*/ 180721 w 1453388"/>
                  <a:gd name="connsiteY73" fmla="*/ 261933 h 1472498"/>
                  <a:gd name="connsiteX74" fmla="*/ 131445 w 1453388"/>
                  <a:gd name="connsiteY74" fmla="*/ 300288 h 1472498"/>
                  <a:gd name="connsiteX75" fmla="*/ 34798 w 1453388"/>
                  <a:gd name="connsiteY75" fmla="*/ 262441 h 1472498"/>
                  <a:gd name="connsiteX76" fmla="*/ 62103 w 1453388"/>
                  <a:gd name="connsiteY76" fmla="*/ 148014 h 1472498"/>
                  <a:gd name="connsiteX77" fmla="*/ 130175 w 1453388"/>
                  <a:gd name="connsiteY77" fmla="*/ 143696 h 1472498"/>
                  <a:gd name="connsiteX78" fmla="*/ 124587 w 1453388"/>
                  <a:gd name="connsiteY78" fmla="*/ 109660 h 1472498"/>
                  <a:gd name="connsiteX79" fmla="*/ 0 w 1453388"/>
                  <a:gd name="connsiteY79" fmla="*/ 45399 h 1472498"/>
                  <a:gd name="connsiteX80" fmla="*/ 32893 w 1453388"/>
                  <a:gd name="connsiteY80" fmla="*/ 36127 h 1472498"/>
                  <a:gd name="connsiteX81" fmla="*/ 65278 w 1453388"/>
                  <a:gd name="connsiteY81" fmla="*/ 60765 h 1472498"/>
                  <a:gd name="connsiteX82" fmla="*/ 280543 w 1453388"/>
                  <a:gd name="connsiteY82" fmla="*/ 123757 h 1472498"/>
                  <a:gd name="connsiteX83" fmla="*/ 32893 w 1453388"/>
                  <a:gd name="connsiteY83" fmla="*/ 36127 h 1472498"/>
                  <a:gd name="connsiteX84" fmla="*/ 839978 w 1453388"/>
                  <a:gd name="connsiteY84" fmla="*/ 33334 h 1472498"/>
                  <a:gd name="connsiteX85" fmla="*/ 729488 w 1453388"/>
                  <a:gd name="connsiteY85" fmla="*/ 140649 h 1472498"/>
                  <a:gd name="connsiteX86" fmla="*/ 886968 w 1453388"/>
                  <a:gd name="connsiteY86" fmla="*/ 369883 h 1472498"/>
                  <a:gd name="connsiteX87" fmla="*/ 1055370 w 1453388"/>
                  <a:gd name="connsiteY87" fmla="*/ 257362 h 1472498"/>
                  <a:gd name="connsiteX88" fmla="*/ 993902 w 1453388"/>
                  <a:gd name="connsiteY88" fmla="*/ 60765 h 1472498"/>
                  <a:gd name="connsiteX89" fmla="*/ 839978 w 1453388"/>
                  <a:gd name="connsiteY89" fmla="*/ 33334 h 1472498"/>
                  <a:gd name="connsiteX90" fmla="*/ 77851 w 1453388"/>
                  <a:gd name="connsiteY90" fmla="*/ 172526 h 1472498"/>
                  <a:gd name="connsiteX91" fmla="*/ 54356 w 1453388"/>
                  <a:gd name="connsiteY91" fmla="*/ 238565 h 1472498"/>
                  <a:gd name="connsiteX92" fmla="*/ 125984 w 1453388"/>
                  <a:gd name="connsiteY92" fmla="*/ 274126 h 1472498"/>
                  <a:gd name="connsiteX93" fmla="*/ 170180 w 1453388"/>
                  <a:gd name="connsiteY93" fmla="*/ 225484 h 1472498"/>
                  <a:gd name="connsiteX94" fmla="*/ 77851 w 1453388"/>
                  <a:gd name="connsiteY94" fmla="*/ 172526 h 1472498"/>
                  <a:gd name="connsiteX95" fmla="*/ 517779 w 1453388"/>
                  <a:gd name="connsiteY95" fmla="*/ 356040 h 1472498"/>
                  <a:gd name="connsiteX96" fmla="*/ 557530 w 1453388"/>
                  <a:gd name="connsiteY96" fmla="*/ 422081 h 1472498"/>
                  <a:gd name="connsiteX97" fmla="*/ 581279 w 1453388"/>
                  <a:gd name="connsiteY97" fmla="*/ 355406 h 1472498"/>
                  <a:gd name="connsiteX98" fmla="*/ 517779 w 1453388"/>
                  <a:gd name="connsiteY98" fmla="*/ 356040 h 1472498"/>
                  <a:gd name="connsiteX99" fmla="*/ 787400 w 1453388"/>
                  <a:gd name="connsiteY99" fmla="*/ 550224 h 1472498"/>
                  <a:gd name="connsiteX100" fmla="*/ 551561 w 1453388"/>
                  <a:gd name="connsiteY100" fmla="*/ 708084 h 1472498"/>
                  <a:gd name="connsiteX101" fmla="*/ 521081 w 1453388"/>
                  <a:gd name="connsiteY101" fmla="*/ 910269 h 1472498"/>
                  <a:gd name="connsiteX102" fmla="*/ 656336 w 1453388"/>
                  <a:gd name="connsiteY102" fmla="*/ 1108643 h 1472498"/>
                  <a:gd name="connsiteX103" fmla="*/ 885698 w 1453388"/>
                  <a:gd name="connsiteY103" fmla="*/ 1143059 h 1472498"/>
                  <a:gd name="connsiteX104" fmla="*/ 1167257 w 1453388"/>
                  <a:gd name="connsiteY104" fmla="*/ 1081464 h 1472498"/>
                  <a:gd name="connsiteX105" fmla="*/ 1254379 w 1453388"/>
                  <a:gd name="connsiteY105" fmla="*/ 789745 h 1472498"/>
                  <a:gd name="connsiteX106" fmla="*/ 1073404 w 1453388"/>
                  <a:gd name="connsiteY106" fmla="*/ 576766 h 1472498"/>
                  <a:gd name="connsiteX107" fmla="*/ 787400 w 1453388"/>
                  <a:gd name="connsiteY107" fmla="*/ 550224 h 1472498"/>
                  <a:gd name="connsiteX108" fmla="*/ 266700 w 1453388"/>
                  <a:gd name="connsiteY108" fmla="*/ 566480 h 1472498"/>
                  <a:gd name="connsiteX109" fmla="*/ 314071 w 1453388"/>
                  <a:gd name="connsiteY109" fmla="*/ 625407 h 1472498"/>
                  <a:gd name="connsiteX110" fmla="*/ 266700 w 1453388"/>
                  <a:gd name="connsiteY110" fmla="*/ 566480 h 1472498"/>
                  <a:gd name="connsiteX111" fmla="*/ 508508 w 1453388"/>
                  <a:gd name="connsiteY111" fmla="*/ 984309 h 1472498"/>
                  <a:gd name="connsiteX112" fmla="*/ 500888 w 1453388"/>
                  <a:gd name="connsiteY112" fmla="*/ 753677 h 1472498"/>
                  <a:gd name="connsiteX113" fmla="*/ 508508 w 1453388"/>
                  <a:gd name="connsiteY113" fmla="*/ 984309 h 1472498"/>
                  <a:gd name="connsiteX114" fmla="*/ 1274572 w 1453388"/>
                  <a:gd name="connsiteY114" fmla="*/ 752662 h 1472498"/>
                  <a:gd name="connsiteX115" fmla="*/ 1273048 w 1453388"/>
                  <a:gd name="connsiteY115" fmla="*/ 989008 h 1472498"/>
                  <a:gd name="connsiteX116" fmla="*/ 1274572 w 1453388"/>
                  <a:gd name="connsiteY116" fmla="*/ 752662 h 1472498"/>
                  <a:gd name="connsiteX117" fmla="*/ 1310640 w 1453388"/>
                  <a:gd name="connsiteY117" fmla="*/ 1163761 h 1472498"/>
                  <a:gd name="connsiteX118" fmla="*/ 1312418 w 1453388"/>
                  <a:gd name="connsiteY118" fmla="*/ 1303461 h 1472498"/>
                  <a:gd name="connsiteX119" fmla="*/ 1425702 w 1453388"/>
                  <a:gd name="connsiteY119" fmla="*/ 1234119 h 1472498"/>
                  <a:gd name="connsiteX120" fmla="*/ 1310640 w 1453388"/>
                  <a:gd name="connsiteY120" fmla="*/ 1163761 h 1472498"/>
                  <a:gd name="connsiteX121" fmla="*/ 1154557 w 1453388"/>
                  <a:gd name="connsiteY121" fmla="*/ 1181540 h 1472498"/>
                  <a:gd name="connsiteX122" fmla="*/ 1189609 w 1453388"/>
                  <a:gd name="connsiteY122" fmla="*/ 1338005 h 1472498"/>
                  <a:gd name="connsiteX123" fmla="*/ 1241806 w 1453388"/>
                  <a:gd name="connsiteY123" fmla="*/ 1235643 h 1472498"/>
                  <a:gd name="connsiteX124" fmla="*/ 1154557 w 1453388"/>
                  <a:gd name="connsiteY124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190244 w 1453388"/>
                  <a:gd name="connsiteY14" fmla="*/ 344357 h 1472498"/>
                  <a:gd name="connsiteX15" fmla="*/ 1201801 w 1453388"/>
                  <a:gd name="connsiteY15" fmla="*/ 303844 h 1472498"/>
                  <a:gd name="connsiteX16" fmla="*/ 1082294 w 1453388"/>
                  <a:gd name="connsiteY16" fmla="*/ 261426 h 1472498"/>
                  <a:gd name="connsiteX17" fmla="*/ 945007 w 1453388"/>
                  <a:gd name="connsiteY17" fmla="*/ 390712 h 1472498"/>
                  <a:gd name="connsiteX18" fmla="*/ 895604 w 1453388"/>
                  <a:gd name="connsiteY18" fmla="*/ 397570 h 1472498"/>
                  <a:gd name="connsiteX19" fmla="*/ 895350 w 1453388"/>
                  <a:gd name="connsiteY19" fmla="*/ 515171 h 1472498"/>
                  <a:gd name="connsiteX20" fmla="*/ 1144651 w 1453388"/>
                  <a:gd name="connsiteY20" fmla="*/ 586800 h 1472498"/>
                  <a:gd name="connsiteX21" fmla="*/ 1251204 w 1453388"/>
                  <a:gd name="connsiteY21" fmla="*/ 704528 h 1472498"/>
                  <a:gd name="connsiteX22" fmla="*/ 1340993 w 1453388"/>
                  <a:gd name="connsiteY22" fmla="*/ 779713 h 1472498"/>
                  <a:gd name="connsiteX23" fmla="*/ 1256030 w 1453388"/>
                  <a:gd name="connsiteY23" fmla="*/ 1014155 h 1472498"/>
                  <a:gd name="connsiteX24" fmla="*/ 1237361 w 1453388"/>
                  <a:gd name="connsiteY24" fmla="*/ 1043111 h 1472498"/>
                  <a:gd name="connsiteX25" fmla="*/ 1122934 w 1453388"/>
                  <a:gd name="connsiteY25" fmla="*/ 1135439 h 1472498"/>
                  <a:gd name="connsiteX26" fmla="*/ 1246632 w 1453388"/>
                  <a:gd name="connsiteY26" fmla="*/ 1210624 h 1472498"/>
                  <a:gd name="connsiteX27" fmla="*/ 1310640 w 1453388"/>
                  <a:gd name="connsiteY27" fmla="*/ 1137345 h 1472498"/>
                  <a:gd name="connsiteX28" fmla="*/ 1410843 w 1453388"/>
                  <a:gd name="connsiteY28" fmla="*/ 1154108 h 1472498"/>
                  <a:gd name="connsiteX29" fmla="*/ 1453388 w 1453388"/>
                  <a:gd name="connsiteY29" fmla="*/ 1224720 h 1472498"/>
                  <a:gd name="connsiteX30" fmla="*/ 1383665 w 1453388"/>
                  <a:gd name="connsiteY30" fmla="*/ 1462338 h 1472498"/>
                  <a:gd name="connsiteX31" fmla="*/ 1360424 w 1453388"/>
                  <a:gd name="connsiteY31" fmla="*/ 1465005 h 1472498"/>
                  <a:gd name="connsiteX32" fmla="*/ 1413637 w 1453388"/>
                  <a:gd name="connsiteY32" fmla="*/ 1314509 h 1472498"/>
                  <a:gd name="connsiteX33" fmla="*/ 1331468 w 1453388"/>
                  <a:gd name="connsiteY33" fmla="*/ 1334068 h 1472498"/>
                  <a:gd name="connsiteX34" fmla="*/ 1247394 w 1453388"/>
                  <a:gd name="connsiteY34" fmla="*/ 1274251 h 1472498"/>
                  <a:gd name="connsiteX35" fmla="*/ 1194054 w 1453388"/>
                  <a:gd name="connsiteY35" fmla="*/ 1459036 h 1472498"/>
                  <a:gd name="connsiteX36" fmla="*/ 1192022 w 1453388"/>
                  <a:gd name="connsiteY36" fmla="*/ 1472498 h 1472498"/>
                  <a:gd name="connsiteX37" fmla="*/ 1176909 w 1453388"/>
                  <a:gd name="connsiteY37" fmla="*/ 1457257 h 1472498"/>
                  <a:gd name="connsiteX38" fmla="*/ 1165606 w 1453388"/>
                  <a:gd name="connsiteY38" fmla="*/ 1370136 h 1472498"/>
                  <a:gd name="connsiteX39" fmla="*/ 1128776 w 1453388"/>
                  <a:gd name="connsiteY39" fmla="*/ 1185986 h 1472498"/>
                  <a:gd name="connsiteX40" fmla="*/ 1121791 w 1453388"/>
                  <a:gd name="connsiteY40" fmla="*/ 1162618 h 1472498"/>
                  <a:gd name="connsiteX41" fmla="*/ 950214 w 1453388"/>
                  <a:gd name="connsiteY41" fmla="*/ 1166427 h 1472498"/>
                  <a:gd name="connsiteX42" fmla="*/ 685927 w 1453388"/>
                  <a:gd name="connsiteY42" fmla="*/ 1159062 h 1472498"/>
                  <a:gd name="connsiteX43" fmla="*/ 645795 w 1453388"/>
                  <a:gd name="connsiteY43" fmla="*/ 1182302 h 1472498"/>
                  <a:gd name="connsiteX44" fmla="*/ 599694 w 1453388"/>
                  <a:gd name="connsiteY44" fmla="*/ 1461830 h 1472498"/>
                  <a:gd name="connsiteX45" fmla="*/ 574929 w 1453388"/>
                  <a:gd name="connsiteY45" fmla="*/ 1466020 h 1472498"/>
                  <a:gd name="connsiteX46" fmla="*/ 614299 w 1453388"/>
                  <a:gd name="connsiteY46" fmla="*/ 1184207 h 1472498"/>
                  <a:gd name="connsiteX47" fmla="*/ 481711 w 1453388"/>
                  <a:gd name="connsiteY47" fmla="*/ 1325051 h 1472498"/>
                  <a:gd name="connsiteX48" fmla="*/ 439166 w 1453388"/>
                  <a:gd name="connsiteY48" fmla="*/ 1458527 h 1472498"/>
                  <a:gd name="connsiteX49" fmla="*/ 413258 w 1453388"/>
                  <a:gd name="connsiteY49" fmla="*/ 1468814 h 1472498"/>
                  <a:gd name="connsiteX50" fmla="*/ 520319 w 1453388"/>
                  <a:gd name="connsiteY50" fmla="*/ 1228657 h 1472498"/>
                  <a:gd name="connsiteX51" fmla="*/ 650621 w 1453388"/>
                  <a:gd name="connsiteY51" fmla="*/ 1136963 h 1472498"/>
                  <a:gd name="connsiteX52" fmla="*/ 524637 w 1453388"/>
                  <a:gd name="connsiteY52" fmla="*/ 1011361 h 1472498"/>
                  <a:gd name="connsiteX53" fmla="*/ 446024 w 1453388"/>
                  <a:gd name="connsiteY53" fmla="*/ 970720 h 1472498"/>
                  <a:gd name="connsiteX54" fmla="*/ 414147 w 1453388"/>
                  <a:gd name="connsiteY54" fmla="*/ 824925 h 1472498"/>
                  <a:gd name="connsiteX55" fmla="*/ 513842 w 1453388"/>
                  <a:gd name="connsiteY55" fmla="*/ 724849 h 1472498"/>
                  <a:gd name="connsiteX56" fmla="*/ 691896 w 1453388"/>
                  <a:gd name="connsiteY56" fmla="*/ 550477 h 1472498"/>
                  <a:gd name="connsiteX57" fmla="*/ 869061 w 1453388"/>
                  <a:gd name="connsiteY57" fmla="*/ 514409 h 1472498"/>
                  <a:gd name="connsiteX58" fmla="*/ 869061 w 1453388"/>
                  <a:gd name="connsiteY58" fmla="*/ 398458 h 1472498"/>
                  <a:gd name="connsiteX59" fmla="*/ 722757 w 1453388"/>
                  <a:gd name="connsiteY59" fmla="*/ 301684 h 1472498"/>
                  <a:gd name="connsiteX60" fmla="*/ 610616 w 1453388"/>
                  <a:gd name="connsiteY60" fmla="*/ 358453 h 1472498"/>
                  <a:gd name="connsiteX61" fmla="*/ 598932 w 1453388"/>
                  <a:gd name="connsiteY61" fmla="*/ 438082 h 1472498"/>
                  <a:gd name="connsiteX62" fmla="*/ 511556 w 1453388"/>
                  <a:gd name="connsiteY62" fmla="*/ 439860 h 1472498"/>
                  <a:gd name="connsiteX63" fmla="*/ 475615 w 1453388"/>
                  <a:gd name="connsiteY63" fmla="*/ 374328 h 1472498"/>
                  <a:gd name="connsiteX64" fmla="*/ 395224 w 1453388"/>
                  <a:gd name="connsiteY64" fmla="*/ 348801 h 1472498"/>
                  <a:gd name="connsiteX65" fmla="*/ 326771 w 1453388"/>
                  <a:gd name="connsiteY65" fmla="*/ 533713 h 1472498"/>
                  <a:gd name="connsiteX66" fmla="*/ 356489 w 1453388"/>
                  <a:gd name="connsiteY66" fmla="*/ 561400 h 1472498"/>
                  <a:gd name="connsiteX67" fmla="*/ 290703 w 1453388"/>
                  <a:gd name="connsiteY67" fmla="*/ 659189 h 1472498"/>
                  <a:gd name="connsiteX68" fmla="*/ 241808 w 1453388"/>
                  <a:gd name="connsiteY68" fmla="*/ 552890 h 1472498"/>
                  <a:gd name="connsiteX69" fmla="*/ 300228 w 1453388"/>
                  <a:gd name="connsiteY69" fmla="*/ 527871 h 1472498"/>
                  <a:gd name="connsiteX70" fmla="*/ 349250 w 1453388"/>
                  <a:gd name="connsiteY70" fmla="*/ 400871 h 1472498"/>
                  <a:gd name="connsiteX71" fmla="*/ 372999 w 1453388"/>
                  <a:gd name="connsiteY71" fmla="*/ 338895 h 1472498"/>
                  <a:gd name="connsiteX72" fmla="*/ 180721 w 1453388"/>
                  <a:gd name="connsiteY72" fmla="*/ 261933 h 1472498"/>
                  <a:gd name="connsiteX73" fmla="*/ 131445 w 1453388"/>
                  <a:gd name="connsiteY73" fmla="*/ 300288 h 1472498"/>
                  <a:gd name="connsiteX74" fmla="*/ 34798 w 1453388"/>
                  <a:gd name="connsiteY74" fmla="*/ 262441 h 1472498"/>
                  <a:gd name="connsiteX75" fmla="*/ 62103 w 1453388"/>
                  <a:gd name="connsiteY75" fmla="*/ 148014 h 1472498"/>
                  <a:gd name="connsiteX76" fmla="*/ 130175 w 1453388"/>
                  <a:gd name="connsiteY76" fmla="*/ 143696 h 1472498"/>
                  <a:gd name="connsiteX77" fmla="*/ 124587 w 1453388"/>
                  <a:gd name="connsiteY77" fmla="*/ 109660 h 1472498"/>
                  <a:gd name="connsiteX78" fmla="*/ 0 w 1453388"/>
                  <a:gd name="connsiteY78" fmla="*/ 45399 h 1472498"/>
                  <a:gd name="connsiteX79" fmla="*/ 32893 w 1453388"/>
                  <a:gd name="connsiteY79" fmla="*/ 36127 h 1472498"/>
                  <a:gd name="connsiteX80" fmla="*/ 65278 w 1453388"/>
                  <a:gd name="connsiteY80" fmla="*/ 60765 h 1472498"/>
                  <a:gd name="connsiteX81" fmla="*/ 280543 w 1453388"/>
                  <a:gd name="connsiteY81" fmla="*/ 123757 h 1472498"/>
                  <a:gd name="connsiteX82" fmla="*/ 32893 w 1453388"/>
                  <a:gd name="connsiteY82" fmla="*/ 36127 h 1472498"/>
                  <a:gd name="connsiteX83" fmla="*/ 839978 w 1453388"/>
                  <a:gd name="connsiteY83" fmla="*/ 33334 h 1472498"/>
                  <a:gd name="connsiteX84" fmla="*/ 729488 w 1453388"/>
                  <a:gd name="connsiteY84" fmla="*/ 140649 h 1472498"/>
                  <a:gd name="connsiteX85" fmla="*/ 886968 w 1453388"/>
                  <a:gd name="connsiteY85" fmla="*/ 369883 h 1472498"/>
                  <a:gd name="connsiteX86" fmla="*/ 1055370 w 1453388"/>
                  <a:gd name="connsiteY86" fmla="*/ 257362 h 1472498"/>
                  <a:gd name="connsiteX87" fmla="*/ 993902 w 1453388"/>
                  <a:gd name="connsiteY87" fmla="*/ 60765 h 1472498"/>
                  <a:gd name="connsiteX88" fmla="*/ 839978 w 1453388"/>
                  <a:gd name="connsiteY88" fmla="*/ 33334 h 1472498"/>
                  <a:gd name="connsiteX89" fmla="*/ 77851 w 1453388"/>
                  <a:gd name="connsiteY89" fmla="*/ 172526 h 1472498"/>
                  <a:gd name="connsiteX90" fmla="*/ 54356 w 1453388"/>
                  <a:gd name="connsiteY90" fmla="*/ 238565 h 1472498"/>
                  <a:gd name="connsiteX91" fmla="*/ 125984 w 1453388"/>
                  <a:gd name="connsiteY91" fmla="*/ 274126 h 1472498"/>
                  <a:gd name="connsiteX92" fmla="*/ 170180 w 1453388"/>
                  <a:gd name="connsiteY92" fmla="*/ 225484 h 1472498"/>
                  <a:gd name="connsiteX93" fmla="*/ 77851 w 1453388"/>
                  <a:gd name="connsiteY93" fmla="*/ 172526 h 1472498"/>
                  <a:gd name="connsiteX94" fmla="*/ 517779 w 1453388"/>
                  <a:gd name="connsiteY94" fmla="*/ 356040 h 1472498"/>
                  <a:gd name="connsiteX95" fmla="*/ 557530 w 1453388"/>
                  <a:gd name="connsiteY95" fmla="*/ 422081 h 1472498"/>
                  <a:gd name="connsiteX96" fmla="*/ 581279 w 1453388"/>
                  <a:gd name="connsiteY96" fmla="*/ 355406 h 1472498"/>
                  <a:gd name="connsiteX97" fmla="*/ 517779 w 1453388"/>
                  <a:gd name="connsiteY97" fmla="*/ 356040 h 1472498"/>
                  <a:gd name="connsiteX98" fmla="*/ 787400 w 1453388"/>
                  <a:gd name="connsiteY98" fmla="*/ 550224 h 1472498"/>
                  <a:gd name="connsiteX99" fmla="*/ 551561 w 1453388"/>
                  <a:gd name="connsiteY99" fmla="*/ 708084 h 1472498"/>
                  <a:gd name="connsiteX100" fmla="*/ 521081 w 1453388"/>
                  <a:gd name="connsiteY100" fmla="*/ 910269 h 1472498"/>
                  <a:gd name="connsiteX101" fmla="*/ 656336 w 1453388"/>
                  <a:gd name="connsiteY101" fmla="*/ 1108643 h 1472498"/>
                  <a:gd name="connsiteX102" fmla="*/ 885698 w 1453388"/>
                  <a:gd name="connsiteY102" fmla="*/ 1143059 h 1472498"/>
                  <a:gd name="connsiteX103" fmla="*/ 1167257 w 1453388"/>
                  <a:gd name="connsiteY103" fmla="*/ 1081464 h 1472498"/>
                  <a:gd name="connsiteX104" fmla="*/ 1254379 w 1453388"/>
                  <a:gd name="connsiteY104" fmla="*/ 789745 h 1472498"/>
                  <a:gd name="connsiteX105" fmla="*/ 1073404 w 1453388"/>
                  <a:gd name="connsiteY105" fmla="*/ 576766 h 1472498"/>
                  <a:gd name="connsiteX106" fmla="*/ 787400 w 1453388"/>
                  <a:gd name="connsiteY106" fmla="*/ 550224 h 1472498"/>
                  <a:gd name="connsiteX107" fmla="*/ 266700 w 1453388"/>
                  <a:gd name="connsiteY107" fmla="*/ 566480 h 1472498"/>
                  <a:gd name="connsiteX108" fmla="*/ 314071 w 1453388"/>
                  <a:gd name="connsiteY108" fmla="*/ 625407 h 1472498"/>
                  <a:gd name="connsiteX109" fmla="*/ 266700 w 1453388"/>
                  <a:gd name="connsiteY109" fmla="*/ 566480 h 1472498"/>
                  <a:gd name="connsiteX110" fmla="*/ 508508 w 1453388"/>
                  <a:gd name="connsiteY110" fmla="*/ 984309 h 1472498"/>
                  <a:gd name="connsiteX111" fmla="*/ 500888 w 1453388"/>
                  <a:gd name="connsiteY111" fmla="*/ 753677 h 1472498"/>
                  <a:gd name="connsiteX112" fmla="*/ 508508 w 1453388"/>
                  <a:gd name="connsiteY112" fmla="*/ 984309 h 1472498"/>
                  <a:gd name="connsiteX113" fmla="*/ 1274572 w 1453388"/>
                  <a:gd name="connsiteY113" fmla="*/ 752662 h 1472498"/>
                  <a:gd name="connsiteX114" fmla="*/ 1273048 w 1453388"/>
                  <a:gd name="connsiteY114" fmla="*/ 989008 h 1472498"/>
                  <a:gd name="connsiteX115" fmla="*/ 1274572 w 1453388"/>
                  <a:gd name="connsiteY115" fmla="*/ 752662 h 1472498"/>
                  <a:gd name="connsiteX116" fmla="*/ 1310640 w 1453388"/>
                  <a:gd name="connsiteY116" fmla="*/ 1163761 h 1472498"/>
                  <a:gd name="connsiteX117" fmla="*/ 1312418 w 1453388"/>
                  <a:gd name="connsiteY117" fmla="*/ 1303461 h 1472498"/>
                  <a:gd name="connsiteX118" fmla="*/ 1425702 w 1453388"/>
                  <a:gd name="connsiteY118" fmla="*/ 1234119 h 1472498"/>
                  <a:gd name="connsiteX119" fmla="*/ 1310640 w 1453388"/>
                  <a:gd name="connsiteY119" fmla="*/ 1163761 h 1472498"/>
                  <a:gd name="connsiteX120" fmla="*/ 1154557 w 1453388"/>
                  <a:gd name="connsiteY120" fmla="*/ 1181540 h 1472498"/>
                  <a:gd name="connsiteX121" fmla="*/ 1189609 w 1453388"/>
                  <a:gd name="connsiteY121" fmla="*/ 1338005 h 1472498"/>
                  <a:gd name="connsiteX122" fmla="*/ 1241806 w 1453388"/>
                  <a:gd name="connsiteY122" fmla="*/ 1235643 h 1472498"/>
                  <a:gd name="connsiteX123" fmla="*/ 1154557 w 1453388"/>
                  <a:gd name="connsiteY123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201801 w 1453388"/>
                  <a:gd name="connsiteY14" fmla="*/ 303844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475615 w 1453388"/>
                  <a:gd name="connsiteY62" fmla="*/ 374328 h 1472498"/>
                  <a:gd name="connsiteX63" fmla="*/ 395224 w 1453388"/>
                  <a:gd name="connsiteY63" fmla="*/ 348801 h 1472498"/>
                  <a:gd name="connsiteX64" fmla="*/ 326771 w 1453388"/>
                  <a:gd name="connsiteY64" fmla="*/ 533713 h 1472498"/>
                  <a:gd name="connsiteX65" fmla="*/ 356489 w 1453388"/>
                  <a:gd name="connsiteY65" fmla="*/ 561400 h 1472498"/>
                  <a:gd name="connsiteX66" fmla="*/ 290703 w 1453388"/>
                  <a:gd name="connsiteY66" fmla="*/ 659189 h 1472498"/>
                  <a:gd name="connsiteX67" fmla="*/ 241808 w 1453388"/>
                  <a:gd name="connsiteY67" fmla="*/ 552890 h 1472498"/>
                  <a:gd name="connsiteX68" fmla="*/ 300228 w 1453388"/>
                  <a:gd name="connsiteY68" fmla="*/ 527871 h 1472498"/>
                  <a:gd name="connsiteX69" fmla="*/ 349250 w 1453388"/>
                  <a:gd name="connsiteY69" fmla="*/ 400871 h 1472498"/>
                  <a:gd name="connsiteX70" fmla="*/ 372999 w 1453388"/>
                  <a:gd name="connsiteY70" fmla="*/ 338895 h 1472498"/>
                  <a:gd name="connsiteX71" fmla="*/ 180721 w 1453388"/>
                  <a:gd name="connsiteY71" fmla="*/ 261933 h 1472498"/>
                  <a:gd name="connsiteX72" fmla="*/ 131445 w 1453388"/>
                  <a:gd name="connsiteY72" fmla="*/ 300288 h 1472498"/>
                  <a:gd name="connsiteX73" fmla="*/ 34798 w 1453388"/>
                  <a:gd name="connsiteY73" fmla="*/ 262441 h 1472498"/>
                  <a:gd name="connsiteX74" fmla="*/ 62103 w 1453388"/>
                  <a:gd name="connsiteY74" fmla="*/ 148014 h 1472498"/>
                  <a:gd name="connsiteX75" fmla="*/ 130175 w 1453388"/>
                  <a:gd name="connsiteY75" fmla="*/ 143696 h 1472498"/>
                  <a:gd name="connsiteX76" fmla="*/ 124587 w 1453388"/>
                  <a:gd name="connsiteY76" fmla="*/ 109660 h 1472498"/>
                  <a:gd name="connsiteX77" fmla="*/ 0 w 1453388"/>
                  <a:gd name="connsiteY77" fmla="*/ 45399 h 1472498"/>
                  <a:gd name="connsiteX78" fmla="*/ 32893 w 1453388"/>
                  <a:gd name="connsiteY78" fmla="*/ 36127 h 1472498"/>
                  <a:gd name="connsiteX79" fmla="*/ 65278 w 1453388"/>
                  <a:gd name="connsiteY79" fmla="*/ 60765 h 1472498"/>
                  <a:gd name="connsiteX80" fmla="*/ 280543 w 1453388"/>
                  <a:gd name="connsiteY80" fmla="*/ 123757 h 1472498"/>
                  <a:gd name="connsiteX81" fmla="*/ 32893 w 1453388"/>
                  <a:gd name="connsiteY81" fmla="*/ 36127 h 1472498"/>
                  <a:gd name="connsiteX82" fmla="*/ 839978 w 1453388"/>
                  <a:gd name="connsiteY82" fmla="*/ 33334 h 1472498"/>
                  <a:gd name="connsiteX83" fmla="*/ 729488 w 1453388"/>
                  <a:gd name="connsiteY83" fmla="*/ 140649 h 1472498"/>
                  <a:gd name="connsiteX84" fmla="*/ 886968 w 1453388"/>
                  <a:gd name="connsiteY84" fmla="*/ 369883 h 1472498"/>
                  <a:gd name="connsiteX85" fmla="*/ 1055370 w 1453388"/>
                  <a:gd name="connsiteY85" fmla="*/ 257362 h 1472498"/>
                  <a:gd name="connsiteX86" fmla="*/ 993902 w 1453388"/>
                  <a:gd name="connsiteY86" fmla="*/ 60765 h 1472498"/>
                  <a:gd name="connsiteX87" fmla="*/ 839978 w 1453388"/>
                  <a:gd name="connsiteY87" fmla="*/ 33334 h 1472498"/>
                  <a:gd name="connsiteX88" fmla="*/ 77851 w 1453388"/>
                  <a:gd name="connsiteY88" fmla="*/ 172526 h 1472498"/>
                  <a:gd name="connsiteX89" fmla="*/ 54356 w 1453388"/>
                  <a:gd name="connsiteY89" fmla="*/ 238565 h 1472498"/>
                  <a:gd name="connsiteX90" fmla="*/ 125984 w 1453388"/>
                  <a:gd name="connsiteY90" fmla="*/ 274126 h 1472498"/>
                  <a:gd name="connsiteX91" fmla="*/ 170180 w 1453388"/>
                  <a:gd name="connsiteY91" fmla="*/ 225484 h 1472498"/>
                  <a:gd name="connsiteX92" fmla="*/ 77851 w 1453388"/>
                  <a:gd name="connsiteY92" fmla="*/ 172526 h 1472498"/>
                  <a:gd name="connsiteX93" fmla="*/ 517779 w 1453388"/>
                  <a:gd name="connsiteY93" fmla="*/ 356040 h 1472498"/>
                  <a:gd name="connsiteX94" fmla="*/ 557530 w 1453388"/>
                  <a:gd name="connsiteY94" fmla="*/ 422081 h 1472498"/>
                  <a:gd name="connsiteX95" fmla="*/ 581279 w 1453388"/>
                  <a:gd name="connsiteY95" fmla="*/ 355406 h 1472498"/>
                  <a:gd name="connsiteX96" fmla="*/ 517779 w 1453388"/>
                  <a:gd name="connsiteY96" fmla="*/ 356040 h 1472498"/>
                  <a:gd name="connsiteX97" fmla="*/ 787400 w 1453388"/>
                  <a:gd name="connsiteY97" fmla="*/ 550224 h 1472498"/>
                  <a:gd name="connsiteX98" fmla="*/ 551561 w 1453388"/>
                  <a:gd name="connsiteY98" fmla="*/ 708084 h 1472498"/>
                  <a:gd name="connsiteX99" fmla="*/ 521081 w 1453388"/>
                  <a:gd name="connsiteY99" fmla="*/ 910269 h 1472498"/>
                  <a:gd name="connsiteX100" fmla="*/ 656336 w 1453388"/>
                  <a:gd name="connsiteY100" fmla="*/ 1108643 h 1472498"/>
                  <a:gd name="connsiteX101" fmla="*/ 885698 w 1453388"/>
                  <a:gd name="connsiteY101" fmla="*/ 1143059 h 1472498"/>
                  <a:gd name="connsiteX102" fmla="*/ 1167257 w 1453388"/>
                  <a:gd name="connsiteY102" fmla="*/ 1081464 h 1472498"/>
                  <a:gd name="connsiteX103" fmla="*/ 1254379 w 1453388"/>
                  <a:gd name="connsiteY103" fmla="*/ 789745 h 1472498"/>
                  <a:gd name="connsiteX104" fmla="*/ 1073404 w 1453388"/>
                  <a:gd name="connsiteY104" fmla="*/ 576766 h 1472498"/>
                  <a:gd name="connsiteX105" fmla="*/ 787400 w 1453388"/>
                  <a:gd name="connsiteY105" fmla="*/ 550224 h 1472498"/>
                  <a:gd name="connsiteX106" fmla="*/ 266700 w 1453388"/>
                  <a:gd name="connsiteY106" fmla="*/ 566480 h 1472498"/>
                  <a:gd name="connsiteX107" fmla="*/ 314071 w 1453388"/>
                  <a:gd name="connsiteY107" fmla="*/ 625407 h 1472498"/>
                  <a:gd name="connsiteX108" fmla="*/ 266700 w 1453388"/>
                  <a:gd name="connsiteY108" fmla="*/ 566480 h 1472498"/>
                  <a:gd name="connsiteX109" fmla="*/ 508508 w 1453388"/>
                  <a:gd name="connsiteY109" fmla="*/ 984309 h 1472498"/>
                  <a:gd name="connsiteX110" fmla="*/ 500888 w 1453388"/>
                  <a:gd name="connsiteY110" fmla="*/ 753677 h 1472498"/>
                  <a:gd name="connsiteX111" fmla="*/ 508508 w 1453388"/>
                  <a:gd name="connsiteY111" fmla="*/ 984309 h 1472498"/>
                  <a:gd name="connsiteX112" fmla="*/ 1274572 w 1453388"/>
                  <a:gd name="connsiteY112" fmla="*/ 752662 h 1472498"/>
                  <a:gd name="connsiteX113" fmla="*/ 1273048 w 1453388"/>
                  <a:gd name="connsiteY113" fmla="*/ 989008 h 1472498"/>
                  <a:gd name="connsiteX114" fmla="*/ 1274572 w 1453388"/>
                  <a:gd name="connsiteY114" fmla="*/ 752662 h 1472498"/>
                  <a:gd name="connsiteX115" fmla="*/ 1310640 w 1453388"/>
                  <a:gd name="connsiteY115" fmla="*/ 1163761 h 1472498"/>
                  <a:gd name="connsiteX116" fmla="*/ 1312418 w 1453388"/>
                  <a:gd name="connsiteY116" fmla="*/ 1303461 h 1472498"/>
                  <a:gd name="connsiteX117" fmla="*/ 1425702 w 1453388"/>
                  <a:gd name="connsiteY117" fmla="*/ 1234119 h 1472498"/>
                  <a:gd name="connsiteX118" fmla="*/ 1310640 w 1453388"/>
                  <a:gd name="connsiteY118" fmla="*/ 1163761 h 1472498"/>
                  <a:gd name="connsiteX119" fmla="*/ 1154557 w 1453388"/>
                  <a:gd name="connsiteY119" fmla="*/ 1181540 h 1472498"/>
                  <a:gd name="connsiteX120" fmla="*/ 1189609 w 1453388"/>
                  <a:gd name="connsiteY120" fmla="*/ 1338005 h 1472498"/>
                  <a:gd name="connsiteX121" fmla="*/ 1241806 w 1453388"/>
                  <a:gd name="connsiteY121" fmla="*/ 1235643 h 1472498"/>
                  <a:gd name="connsiteX122" fmla="*/ 1154557 w 1453388"/>
                  <a:gd name="connsiteY122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475615 w 1453388"/>
                  <a:gd name="connsiteY62" fmla="*/ 374328 h 1472498"/>
                  <a:gd name="connsiteX63" fmla="*/ 395224 w 1453388"/>
                  <a:gd name="connsiteY63" fmla="*/ 348801 h 1472498"/>
                  <a:gd name="connsiteX64" fmla="*/ 326771 w 1453388"/>
                  <a:gd name="connsiteY64" fmla="*/ 533713 h 1472498"/>
                  <a:gd name="connsiteX65" fmla="*/ 356489 w 1453388"/>
                  <a:gd name="connsiteY65" fmla="*/ 561400 h 1472498"/>
                  <a:gd name="connsiteX66" fmla="*/ 290703 w 1453388"/>
                  <a:gd name="connsiteY66" fmla="*/ 659189 h 1472498"/>
                  <a:gd name="connsiteX67" fmla="*/ 241808 w 1453388"/>
                  <a:gd name="connsiteY67" fmla="*/ 552890 h 1472498"/>
                  <a:gd name="connsiteX68" fmla="*/ 300228 w 1453388"/>
                  <a:gd name="connsiteY68" fmla="*/ 527871 h 1472498"/>
                  <a:gd name="connsiteX69" fmla="*/ 349250 w 1453388"/>
                  <a:gd name="connsiteY69" fmla="*/ 400871 h 1472498"/>
                  <a:gd name="connsiteX70" fmla="*/ 372999 w 1453388"/>
                  <a:gd name="connsiteY70" fmla="*/ 338895 h 1472498"/>
                  <a:gd name="connsiteX71" fmla="*/ 180721 w 1453388"/>
                  <a:gd name="connsiteY71" fmla="*/ 261933 h 1472498"/>
                  <a:gd name="connsiteX72" fmla="*/ 131445 w 1453388"/>
                  <a:gd name="connsiteY72" fmla="*/ 300288 h 1472498"/>
                  <a:gd name="connsiteX73" fmla="*/ 34798 w 1453388"/>
                  <a:gd name="connsiteY73" fmla="*/ 262441 h 1472498"/>
                  <a:gd name="connsiteX74" fmla="*/ 62103 w 1453388"/>
                  <a:gd name="connsiteY74" fmla="*/ 148014 h 1472498"/>
                  <a:gd name="connsiteX75" fmla="*/ 130175 w 1453388"/>
                  <a:gd name="connsiteY75" fmla="*/ 143696 h 1472498"/>
                  <a:gd name="connsiteX76" fmla="*/ 124587 w 1453388"/>
                  <a:gd name="connsiteY76" fmla="*/ 109660 h 1472498"/>
                  <a:gd name="connsiteX77" fmla="*/ 0 w 1453388"/>
                  <a:gd name="connsiteY77" fmla="*/ 45399 h 1472498"/>
                  <a:gd name="connsiteX78" fmla="*/ 32893 w 1453388"/>
                  <a:gd name="connsiteY78" fmla="*/ 36127 h 1472498"/>
                  <a:gd name="connsiteX79" fmla="*/ 65278 w 1453388"/>
                  <a:gd name="connsiteY79" fmla="*/ 60765 h 1472498"/>
                  <a:gd name="connsiteX80" fmla="*/ 280543 w 1453388"/>
                  <a:gd name="connsiteY80" fmla="*/ 123757 h 1472498"/>
                  <a:gd name="connsiteX81" fmla="*/ 32893 w 1453388"/>
                  <a:gd name="connsiteY81" fmla="*/ 36127 h 1472498"/>
                  <a:gd name="connsiteX82" fmla="*/ 839978 w 1453388"/>
                  <a:gd name="connsiteY82" fmla="*/ 33334 h 1472498"/>
                  <a:gd name="connsiteX83" fmla="*/ 729488 w 1453388"/>
                  <a:gd name="connsiteY83" fmla="*/ 140649 h 1472498"/>
                  <a:gd name="connsiteX84" fmla="*/ 886968 w 1453388"/>
                  <a:gd name="connsiteY84" fmla="*/ 369883 h 1472498"/>
                  <a:gd name="connsiteX85" fmla="*/ 1055370 w 1453388"/>
                  <a:gd name="connsiteY85" fmla="*/ 257362 h 1472498"/>
                  <a:gd name="connsiteX86" fmla="*/ 993902 w 1453388"/>
                  <a:gd name="connsiteY86" fmla="*/ 60765 h 1472498"/>
                  <a:gd name="connsiteX87" fmla="*/ 839978 w 1453388"/>
                  <a:gd name="connsiteY87" fmla="*/ 33334 h 1472498"/>
                  <a:gd name="connsiteX88" fmla="*/ 77851 w 1453388"/>
                  <a:gd name="connsiteY88" fmla="*/ 172526 h 1472498"/>
                  <a:gd name="connsiteX89" fmla="*/ 54356 w 1453388"/>
                  <a:gd name="connsiteY89" fmla="*/ 238565 h 1472498"/>
                  <a:gd name="connsiteX90" fmla="*/ 125984 w 1453388"/>
                  <a:gd name="connsiteY90" fmla="*/ 274126 h 1472498"/>
                  <a:gd name="connsiteX91" fmla="*/ 170180 w 1453388"/>
                  <a:gd name="connsiteY91" fmla="*/ 225484 h 1472498"/>
                  <a:gd name="connsiteX92" fmla="*/ 77851 w 1453388"/>
                  <a:gd name="connsiteY92" fmla="*/ 172526 h 1472498"/>
                  <a:gd name="connsiteX93" fmla="*/ 517779 w 1453388"/>
                  <a:gd name="connsiteY93" fmla="*/ 356040 h 1472498"/>
                  <a:gd name="connsiteX94" fmla="*/ 557530 w 1453388"/>
                  <a:gd name="connsiteY94" fmla="*/ 422081 h 1472498"/>
                  <a:gd name="connsiteX95" fmla="*/ 581279 w 1453388"/>
                  <a:gd name="connsiteY95" fmla="*/ 355406 h 1472498"/>
                  <a:gd name="connsiteX96" fmla="*/ 517779 w 1453388"/>
                  <a:gd name="connsiteY96" fmla="*/ 356040 h 1472498"/>
                  <a:gd name="connsiteX97" fmla="*/ 787400 w 1453388"/>
                  <a:gd name="connsiteY97" fmla="*/ 550224 h 1472498"/>
                  <a:gd name="connsiteX98" fmla="*/ 551561 w 1453388"/>
                  <a:gd name="connsiteY98" fmla="*/ 708084 h 1472498"/>
                  <a:gd name="connsiteX99" fmla="*/ 521081 w 1453388"/>
                  <a:gd name="connsiteY99" fmla="*/ 910269 h 1472498"/>
                  <a:gd name="connsiteX100" fmla="*/ 656336 w 1453388"/>
                  <a:gd name="connsiteY100" fmla="*/ 1108643 h 1472498"/>
                  <a:gd name="connsiteX101" fmla="*/ 885698 w 1453388"/>
                  <a:gd name="connsiteY101" fmla="*/ 1143059 h 1472498"/>
                  <a:gd name="connsiteX102" fmla="*/ 1167257 w 1453388"/>
                  <a:gd name="connsiteY102" fmla="*/ 1081464 h 1472498"/>
                  <a:gd name="connsiteX103" fmla="*/ 1254379 w 1453388"/>
                  <a:gd name="connsiteY103" fmla="*/ 789745 h 1472498"/>
                  <a:gd name="connsiteX104" fmla="*/ 1073404 w 1453388"/>
                  <a:gd name="connsiteY104" fmla="*/ 576766 h 1472498"/>
                  <a:gd name="connsiteX105" fmla="*/ 787400 w 1453388"/>
                  <a:gd name="connsiteY105" fmla="*/ 550224 h 1472498"/>
                  <a:gd name="connsiteX106" fmla="*/ 266700 w 1453388"/>
                  <a:gd name="connsiteY106" fmla="*/ 566480 h 1472498"/>
                  <a:gd name="connsiteX107" fmla="*/ 314071 w 1453388"/>
                  <a:gd name="connsiteY107" fmla="*/ 625407 h 1472498"/>
                  <a:gd name="connsiteX108" fmla="*/ 266700 w 1453388"/>
                  <a:gd name="connsiteY108" fmla="*/ 566480 h 1472498"/>
                  <a:gd name="connsiteX109" fmla="*/ 508508 w 1453388"/>
                  <a:gd name="connsiteY109" fmla="*/ 984309 h 1472498"/>
                  <a:gd name="connsiteX110" fmla="*/ 500888 w 1453388"/>
                  <a:gd name="connsiteY110" fmla="*/ 753677 h 1472498"/>
                  <a:gd name="connsiteX111" fmla="*/ 508508 w 1453388"/>
                  <a:gd name="connsiteY111" fmla="*/ 984309 h 1472498"/>
                  <a:gd name="connsiteX112" fmla="*/ 1274572 w 1453388"/>
                  <a:gd name="connsiteY112" fmla="*/ 752662 h 1472498"/>
                  <a:gd name="connsiteX113" fmla="*/ 1273048 w 1453388"/>
                  <a:gd name="connsiteY113" fmla="*/ 989008 h 1472498"/>
                  <a:gd name="connsiteX114" fmla="*/ 1274572 w 1453388"/>
                  <a:gd name="connsiteY114" fmla="*/ 752662 h 1472498"/>
                  <a:gd name="connsiteX115" fmla="*/ 1310640 w 1453388"/>
                  <a:gd name="connsiteY115" fmla="*/ 1163761 h 1472498"/>
                  <a:gd name="connsiteX116" fmla="*/ 1312418 w 1453388"/>
                  <a:gd name="connsiteY116" fmla="*/ 1303461 h 1472498"/>
                  <a:gd name="connsiteX117" fmla="*/ 1425702 w 1453388"/>
                  <a:gd name="connsiteY117" fmla="*/ 1234119 h 1472498"/>
                  <a:gd name="connsiteX118" fmla="*/ 1310640 w 1453388"/>
                  <a:gd name="connsiteY118" fmla="*/ 1163761 h 1472498"/>
                  <a:gd name="connsiteX119" fmla="*/ 1154557 w 1453388"/>
                  <a:gd name="connsiteY119" fmla="*/ 1181540 h 1472498"/>
                  <a:gd name="connsiteX120" fmla="*/ 1189609 w 1453388"/>
                  <a:gd name="connsiteY120" fmla="*/ 1338005 h 1472498"/>
                  <a:gd name="connsiteX121" fmla="*/ 1241806 w 1453388"/>
                  <a:gd name="connsiteY121" fmla="*/ 1235643 h 1472498"/>
                  <a:gd name="connsiteX122" fmla="*/ 1154557 w 1453388"/>
                  <a:gd name="connsiteY122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395224 w 1453388"/>
                  <a:gd name="connsiteY62" fmla="*/ 348801 h 1472498"/>
                  <a:gd name="connsiteX63" fmla="*/ 326771 w 1453388"/>
                  <a:gd name="connsiteY63" fmla="*/ 533713 h 1472498"/>
                  <a:gd name="connsiteX64" fmla="*/ 356489 w 1453388"/>
                  <a:gd name="connsiteY64" fmla="*/ 561400 h 1472498"/>
                  <a:gd name="connsiteX65" fmla="*/ 290703 w 1453388"/>
                  <a:gd name="connsiteY65" fmla="*/ 659189 h 1472498"/>
                  <a:gd name="connsiteX66" fmla="*/ 241808 w 1453388"/>
                  <a:gd name="connsiteY66" fmla="*/ 552890 h 1472498"/>
                  <a:gd name="connsiteX67" fmla="*/ 300228 w 1453388"/>
                  <a:gd name="connsiteY67" fmla="*/ 527871 h 1472498"/>
                  <a:gd name="connsiteX68" fmla="*/ 349250 w 1453388"/>
                  <a:gd name="connsiteY68" fmla="*/ 400871 h 1472498"/>
                  <a:gd name="connsiteX69" fmla="*/ 372999 w 1453388"/>
                  <a:gd name="connsiteY69" fmla="*/ 338895 h 1472498"/>
                  <a:gd name="connsiteX70" fmla="*/ 180721 w 1453388"/>
                  <a:gd name="connsiteY70" fmla="*/ 261933 h 1472498"/>
                  <a:gd name="connsiteX71" fmla="*/ 131445 w 1453388"/>
                  <a:gd name="connsiteY71" fmla="*/ 300288 h 1472498"/>
                  <a:gd name="connsiteX72" fmla="*/ 34798 w 1453388"/>
                  <a:gd name="connsiteY72" fmla="*/ 262441 h 1472498"/>
                  <a:gd name="connsiteX73" fmla="*/ 62103 w 1453388"/>
                  <a:gd name="connsiteY73" fmla="*/ 148014 h 1472498"/>
                  <a:gd name="connsiteX74" fmla="*/ 130175 w 1453388"/>
                  <a:gd name="connsiteY74" fmla="*/ 143696 h 1472498"/>
                  <a:gd name="connsiteX75" fmla="*/ 124587 w 1453388"/>
                  <a:gd name="connsiteY75" fmla="*/ 109660 h 1472498"/>
                  <a:gd name="connsiteX76" fmla="*/ 0 w 1453388"/>
                  <a:gd name="connsiteY76" fmla="*/ 45399 h 1472498"/>
                  <a:gd name="connsiteX77" fmla="*/ 32893 w 1453388"/>
                  <a:gd name="connsiteY77" fmla="*/ 36127 h 1472498"/>
                  <a:gd name="connsiteX78" fmla="*/ 65278 w 1453388"/>
                  <a:gd name="connsiteY78" fmla="*/ 60765 h 1472498"/>
                  <a:gd name="connsiteX79" fmla="*/ 280543 w 1453388"/>
                  <a:gd name="connsiteY79" fmla="*/ 123757 h 1472498"/>
                  <a:gd name="connsiteX80" fmla="*/ 32893 w 1453388"/>
                  <a:gd name="connsiteY80" fmla="*/ 36127 h 1472498"/>
                  <a:gd name="connsiteX81" fmla="*/ 839978 w 1453388"/>
                  <a:gd name="connsiteY81" fmla="*/ 33334 h 1472498"/>
                  <a:gd name="connsiteX82" fmla="*/ 729488 w 1453388"/>
                  <a:gd name="connsiteY82" fmla="*/ 140649 h 1472498"/>
                  <a:gd name="connsiteX83" fmla="*/ 886968 w 1453388"/>
                  <a:gd name="connsiteY83" fmla="*/ 369883 h 1472498"/>
                  <a:gd name="connsiteX84" fmla="*/ 1055370 w 1453388"/>
                  <a:gd name="connsiteY84" fmla="*/ 257362 h 1472498"/>
                  <a:gd name="connsiteX85" fmla="*/ 993902 w 1453388"/>
                  <a:gd name="connsiteY85" fmla="*/ 60765 h 1472498"/>
                  <a:gd name="connsiteX86" fmla="*/ 839978 w 1453388"/>
                  <a:gd name="connsiteY86" fmla="*/ 33334 h 1472498"/>
                  <a:gd name="connsiteX87" fmla="*/ 77851 w 1453388"/>
                  <a:gd name="connsiteY87" fmla="*/ 172526 h 1472498"/>
                  <a:gd name="connsiteX88" fmla="*/ 54356 w 1453388"/>
                  <a:gd name="connsiteY88" fmla="*/ 238565 h 1472498"/>
                  <a:gd name="connsiteX89" fmla="*/ 125984 w 1453388"/>
                  <a:gd name="connsiteY89" fmla="*/ 274126 h 1472498"/>
                  <a:gd name="connsiteX90" fmla="*/ 170180 w 1453388"/>
                  <a:gd name="connsiteY90" fmla="*/ 225484 h 1472498"/>
                  <a:gd name="connsiteX91" fmla="*/ 77851 w 1453388"/>
                  <a:gd name="connsiteY91" fmla="*/ 172526 h 1472498"/>
                  <a:gd name="connsiteX92" fmla="*/ 517779 w 1453388"/>
                  <a:gd name="connsiteY92" fmla="*/ 356040 h 1472498"/>
                  <a:gd name="connsiteX93" fmla="*/ 557530 w 1453388"/>
                  <a:gd name="connsiteY93" fmla="*/ 422081 h 1472498"/>
                  <a:gd name="connsiteX94" fmla="*/ 581279 w 1453388"/>
                  <a:gd name="connsiteY94" fmla="*/ 355406 h 1472498"/>
                  <a:gd name="connsiteX95" fmla="*/ 517779 w 1453388"/>
                  <a:gd name="connsiteY95" fmla="*/ 356040 h 1472498"/>
                  <a:gd name="connsiteX96" fmla="*/ 787400 w 1453388"/>
                  <a:gd name="connsiteY96" fmla="*/ 550224 h 1472498"/>
                  <a:gd name="connsiteX97" fmla="*/ 551561 w 1453388"/>
                  <a:gd name="connsiteY97" fmla="*/ 708084 h 1472498"/>
                  <a:gd name="connsiteX98" fmla="*/ 521081 w 1453388"/>
                  <a:gd name="connsiteY98" fmla="*/ 910269 h 1472498"/>
                  <a:gd name="connsiteX99" fmla="*/ 656336 w 1453388"/>
                  <a:gd name="connsiteY99" fmla="*/ 1108643 h 1472498"/>
                  <a:gd name="connsiteX100" fmla="*/ 885698 w 1453388"/>
                  <a:gd name="connsiteY100" fmla="*/ 1143059 h 1472498"/>
                  <a:gd name="connsiteX101" fmla="*/ 1167257 w 1453388"/>
                  <a:gd name="connsiteY101" fmla="*/ 1081464 h 1472498"/>
                  <a:gd name="connsiteX102" fmla="*/ 1254379 w 1453388"/>
                  <a:gd name="connsiteY102" fmla="*/ 789745 h 1472498"/>
                  <a:gd name="connsiteX103" fmla="*/ 1073404 w 1453388"/>
                  <a:gd name="connsiteY103" fmla="*/ 576766 h 1472498"/>
                  <a:gd name="connsiteX104" fmla="*/ 787400 w 1453388"/>
                  <a:gd name="connsiteY104" fmla="*/ 550224 h 1472498"/>
                  <a:gd name="connsiteX105" fmla="*/ 266700 w 1453388"/>
                  <a:gd name="connsiteY105" fmla="*/ 566480 h 1472498"/>
                  <a:gd name="connsiteX106" fmla="*/ 314071 w 1453388"/>
                  <a:gd name="connsiteY106" fmla="*/ 625407 h 1472498"/>
                  <a:gd name="connsiteX107" fmla="*/ 266700 w 1453388"/>
                  <a:gd name="connsiteY107" fmla="*/ 566480 h 1472498"/>
                  <a:gd name="connsiteX108" fmla="*/ 508508 w 1453388"/>
                  <a:gd name="connsiteY108" fmla="*/ 984309 h 1472498"/>
                  <a:gd name="connsiteX109" fmla="*/ 500888 w 1453388"/>
                  <a:gd name="connsiteY109" fmla="*/ 753677 h 1472498"/>
                  <a:gd name="connsiteX110" fmla="*/ 508508 w 1453388"/>
                  <a:gd name="connsiteY110" fmla="*/ 984309 h 1472498"/>
                  <a:gd name="connsiteX111" fmla="*/ 1274572 w 1453388"/>
                  <a:gd name="connsiteY111" fmla="*/ 752662 h 1472498"/>
                  <a:gd name="connsiteX112" fmla="*/ 1273048 w 1453388"/>
                  <a:gd name="connsiteY112" fmla="*/ 989008 h 1472498"/>
                  <a:gd name="connsiteX113" fmla="*/ 1274572 w 1453388"/>
                  <a:gd name="connsiteY113" fmla="*/ 752662 h 1472498"/>
                  <a:gd name="connsiteX114" fmla="*/ 1310640 w 1453388"/>
                  <a:gd name="connsiteY114" fmla="*/ 1163761 h 1472498"/>
                  <a:gd name="connsiteX115" fmla="*/ 1312418 w 1453388"/>
                  <a:gd name="connsiteY115" fmla="*/ 1303461 h 1472498"/>
                  <a:gd name="connsiteX116" fmla="*/ 1425702 w 1453388"/>
                  <a:gd name="connsiteY116" fmla="*/ 1234119 h 1472498"/>
                  <a:gd name="connsiteX117" fmla="*/ 1310640 w 1453388"/>
                  <a:gd name="connsiteY117" fmla="*/ 1163761 h 1472498"/>
                  <a:gd name="connsiteX118" fmla="*/ 1154557 w 1453388"/>
                  <a:gd name="connsiteY118" fmla="*/ 1181540 h 1472498"/>
                  <a:gd name="connsiteX119" fmla="*/ 1189609 w 1453388"/>
                  <a:gd name="connsiteY119" fmla="*/ 1338005 h 1472498"/>
                  <a:gd name="connsiteX120" fmla="*/ 1241806 w 1453388"/>
                  <a:gd name="connsiteY120" fmla="*/ 1235643 h 1472498"/>
                  <a:gd name="connsiteX121" fmla="*/ 1154557 w 1453388"/>
                  <a:gd name="connsiteY121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395224 w 1453388"/>
                  <a:gd name="connsiteY62" fmla="*/ 348801 h 1472498"/>
                  <a:gd name="connsiteX63" fmla="*/ 326771 w 1453388"/>
                  <a:gd name="connsiteY63" fmla="*/ 533713 h 1472498"/>
                  <a:gd name="connsiteX64" fmla="*/ 356489 w 1453388"/>
                  <a:gd name="connsiteY64" fmla="*/ 561400 h 1472498"/>
                  <a:gd name="connsiteX65" fmla="*/ 290703 w 1453388"/>
                  <a:gd name="connsiteY65" fmla="*/ 659189 h 1472498"/>
                  <a:gd name="connsiteX66" fmla="*/ 241808 w 1453388"/>
                  <a:gd name="connsiteY66" fmla="*/ 552890 h 1472498"/>
                  <a:gd name="connsiteX67" fmla="*/ 300228 w 1453388"/>
                  <a:gd name="connsiteY67" fmla="*/ 527871 h 1472498"/>
                  <a:gd name="connsiteX68" fmla="*/ 349250 w 1453388"/>
                  <a:gd name="connsiteY68" fmla="*/ 400871 h 1472498"/>
                  <a:gd name="connsiteX69" fmla="*/ 372999 w 1453388"/>
                  <a:gd name="connsiteY69" fmla="*/ 338895 h 1472498"/>
                  <a:gd name="connsiteX70" fmla="*/ 180721 w 1453388"/>
                  <a:gd name="connsiteY70" fmla="*/ 261933 h 1472498"/>
                  <a:gd name="connsiteX71" fmla="*/ 131445 w 1453388"/>
                  <a:gd name="connsiteY71" fmla="*/ 300288 h 1472498"/>
                  <a:gd name="connsiteX72" fmla="*/ 34798 w 1453388"/>
                  <a:gd name="connsiteY72" fmla="*/ 262441 h 1472498"/>
                  <a:gd name="connsiteX73" fmla="*/ 62103 w 1453388"/>
                  <a:gd name="connsiteY73" fmla="*/ 148014 h 1472498"/>
                  <a:gd name="connsiteX74" fmla="*/ 130175 w 1453388"/>
                  <a:gd name="connsiteY74" fmla="*/ 143696 h 1472498"/>
                  <a:gd name="connsiteX75" fmla="*/ 124587 w 1453388"/>
                  <a:gd name="connsiteY75" fmla="*/ 109660 h 1472498"/>
                  <a:gd name="connsiteX76" fmla="*/ 0 w 1453388"/>
                  <a:gd name="connsiteY76" fmla="*/ 45399 h 1472498"/>
                  <a:gd name="connsiteX77" fmla="*/ 32893 w 1453388"/>
                  <a:gd name="connsiteY77" fmla="*/ 36127 h 1472498"/>
                  <a:gd name="connsiteX78" fmla="*/ 65278 w 1453388"/>
                  <a:gd name="connsiteY78" fmla="*/ 60765 h 1472498"/>
                  <a:gd name="connsiteX79" fmla="*/ 280543 w 1453388"/>
                  <a:gd name="connsiteY79" fmla="*/ 123757 h 1472498"/>
                  <a:gd name="connsiteX80" fmla="*/ 32893 w 1453388"/>
                  <a:gd name="connsiteY80" fmla="*/ 36127 h 1472498"/>
                  <a:gd name="connsiteX81" fmla="*/ 839978 w 1453388"/>
                  <a:gd name="connsiteY81" fmla="*/ 33334 h 1472498"/>
                  <a:gd name="connsiteX82" fmla="*/ 729488 w 1453388"/>
                  <a:gd name="connsiteY82" fmla="*/ 140649 h 1472498"/>
                  <a:gd name="connsiteX83" fmla="*/ 886968 w 1453388"/>
                  <a:gd name="connsiteY83" fmla="*/ 369883 h 1472498"/>
                  <a:gd name="connsiteX84" fmla="*/ 1055370 w 1453388"/>
                  <a:gd name="connsiteY84" fmla="*/ 257362 h 1472498"/>
                  <a:gd name="connsiteX85" fmla="*/ 993902 w 1453388"/>
                  <a:gd name="connsiteY85" fmla="*/ 60765 h 1472498"/>
                  <a:gd name="connsiteX86" fmla="*/ 839978 w 1453388"/>
                  <a:gd name="connsiteY86" fmla="*/ 33334 h 1472498"/>
                  <a:gd name="connsiteX87" fmla="*/ 77851 w 1453388"/>
                  <a:gd name="connsiteY87" fmla="*/ 172526 h 1472498"/>
                  <a:gd name="connsiteX88" fmla="*/ 54356 w 1453388"/>
                  <a:gd name="connsiteY88" fmla="*/ 238565 h 1472498"/>
                  <a:gd name="connsiteX89" fmla="*/ 125984 w 1453388"/>
                  <a:gd name="connsiteY89" fmla="*/ 274126 h 1472498"/>
                  <a:gd name="connsiteX90" fmla="*/ 170180 w 1453388"/>
                  <a:gd name="connsiteY90" fmla="*/ 225484 h 1472498"/>
                  <a:gd name="connsiteX91" fmla="*/ 77851 w 1453388"/>
                  <a:gd name="connsiteY91" fmla="*/ 172526 h 1472498"/>
                  <a:gd name="connsiteX92" fmla="*/ 517779 w 1453388"/>
                  <a:gd name="connsiteY92" fmla="*/ 356040 h 1472498"/>
                  <a:gd name="connsiteX93" fmla="*/ 557530 w 1453388"/>
                  <a:gd name="connsiteY93" fmla="*/ 422081 h 1472498"/>
                  <a:gd name="connsiteX94" fmla="*/ 581279 w 1453388"/>
                  <a:gd name="connsiteY94" fmla="*/ 355406 h 1472498"/>
                  <a:gd name="connsiteX95" fmla="*/ 787400 w 1453388"/>
                  <a:gd name="connsiteY95" fmla="*/ 550224 h 1472498"/>
                  <a:gd name="connsiteX96" fmla="*/ 551561 w 1453388"/>
                  <a:gd name="connsiteY96" fmla="*/ 708084 h 1472498"/>
                  <a:gd name="connsiteX97" fmla="*/ 521081 w 1453388"/>
                  <a:gd name="connsiteY97" fmla="*/ 910269 h 1472498"/>
                  <a:gd name="connsiteX98" fmla="*/ 656336 w 1453388"/>
                  <a:gd name="connsiteY98" fmla="*/ 1108643 h 1472498"/>
                  <a:gd name="connsiteX99" fmla="*/ 885698 w 1453388"/>
                  <a:gd name="connsiteY99" fmla="*/ 1143059 h 1472498"/>
                  <a:gd name="connsiteX100" fmla="*/ 1167257 w 1453388"/>
                  <a:gd name="connsiteY100" fmla="*/ 1081464 h 1472498"/>
                  <a:gd name="connsiteX101" fmla="*/ 1254379 w 1453388"/>
                  <a:gd name="connsiteY101" fmla="*/ 789745 h 1472498"/>
                  <a:gd name="connsiteX102" fmla="*/ 1073404 w 1453388"/>
                  <a:gd name="connsiteY102" fmla="*/ 576766 h 1472498"/>
                  <a:gd name="connsiteX103" fmla="*/ 787400 w 1453388"/>
                  <a:gd name="connsiteY103" fmla="*/ 550224 h 1472498"/>
                  <a:gd name="connsiteX104" fmla="*/ 266700 w 1453388"/>
                  <a:gd name="connsiteY104" fmla="*/ 566480 h 1472498"/>
                  <a:gd name="connsiteX105" fmla="*/ 314071 w 1453388"/>
                  <a:gd name="connsiteY105" fmla="*/ 625407 h 1472498"/>
                  <a:gd name="connsiteX106" fmla="*/ 266700 w 1453388"/>
                  <a:gd name="connsiteY106" fmla="*/ 566480 h 1472498"/>
                  <a:gd name="connsiteX107" fmla="*/ 508508 w 1453388"/>
                  <a:gd name="connsiteY107" fmla="*/ 984309 h 1472498"/>
                  <a:gd name="connsiteX108" fmla="*/ 500888 w 1453388"/>
                  <a:gd name="connsiteY108" fmla="*/ 753677 h 1472498"/>
                  <a:gd name="connsiteX109" fmla="*/ 508508 w 1453388"/>
                  <a:gd name="connsiteY109" fmla="*/ 984309 h 1472498"/>
                  <a:gd name="connsiteX110" fmla="*/ 1274572 w 1453388"/>
                  <a:gd name="connsiteY110" fmla="*/ 752662 h 1472498"/>
                  <a:gd name="connsiteX111" fmla="*/ 1273048 w 1453388"/>
                  <a:gd name="connsiteY111" fmla="*/ 989008 h 1472498"/>
                  <a:gd name="connsiteX112" fmla="*/ 1274572 w 1453388"/>
                  <a:gd name="connsiteY112" fmla="*/ 752662 h 1472498"/>
                  <a:gd name="connsiteX113" fmla="*/ 1310640 w 1453388"/>
                  <a:gd name="connsiteY113" fmla="*/ 1163761 h 1472498"/>
                  <a:gd name="connsiteX114" fmla="*/ 1312418 w 1453388"/>
                  <a:gd name="connsiteY114" fmla="*/ 1303461 h 1472498"/>
                  <a:gd name="connsiteX115" fmla="*/ 1425702 w 1453388"/>
                  <a:gd name="connsiteY115" fmla="*/ 1234119 h 1472498"/>
                  <a:gd name="connsiteX116" fmla="*/ 1310640 w 1453388"/>
                  <a:gd name="connsiteY116" fmla="*/ 1163761 h 1472498"/>
                  <a:gd name="connsiteX117" fmla="*/ 1154557 w 1453388"/>
                  <a:gd name="connsiteY117" fmla="*/ 1181540 h 1472498"/>
                  <a:gd name="connsiteX118" fmla="*/ 1189609 w 1453388"/>
                  <a:gd name="connsiteY118" fmla="*/ 1338005 h 1472498"/>
                  <a:gd name="connsiteX119" fmla="*/ 1241806 w 1453388"/>
                  <a:gd name="connsiteY119" fmla="*/ 1235643 h 1472498"/>
                  <a:gd name="connsiteX120" fmla="*/ 1154557 w 1453388"/>
                  <a:gd name="connsiteY120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395224 w 1453388"/>
                  <a:gd name="connsiteY62" fmla="*/ 348801 h 1472498"/>
                  <a:gd name="connsiteX63" fmla="*/ 326771 w 1453388"/>
                  <a:gd name="connsiteY63" fmla="*/ 533713 h 1472498"/>
                  <a:gd name="connsiteX64" fmla="*/ 356489 w 1453388"/>
                  <a:gd name="connsiteY64" fmla="*/ 561400 h 1472498"/>
                  <a:gd name="connsiteX65" fmla="*/ 290703 w 1453388"/>
                  <a:gd name="connsiteY65" fmla="*/ 659189 h 1472498"/>
                  <a:gd name="connsiteX66" fmla="*/ 241808 w 1453388"/>
                  <a:gd name="connsiteY66" fmla="*/ 552890 h 1472498"/>
                  <a:gd name="connsiteX67" fmla="*/ 300228 w 1453388"/>
                  <a:gd name="connsiteY67" fmla="*/ 527871 h 1472498"/>
                  <a:gd name="connsiteX68" fmla="*/ 349250 w 1453388"/>
                  <a:gd name="connsiteY68" fmla="*/ 400871 h 1472498"/>
                  <a:gd name="connsiteX69" fmla="*/ 372999 w 1453388"/>
                  <a:gd name="connsiteY69" fmla="*/ 338895 h 1472498"/>
                  <a:gd name="connsiteX70" fmla="*/ 180721 w 1453388"/>
                  <a:gd name="connsiteY70" fmla="*/ 261933 h 1472498"/>
                  <a:gd name="connsiteX71" fmla="*/ 131445 w 1453388"/>
                  <a:gd name="connsiteY71" fmla="*/ 300288 h 1472498"/>
                  <a:gd name="connsiteX72" fmla="*/ 34798 w 1453388"/>
                  <a:gd name="connsiteY72" fmla="*/ 262441 h 1472498"/>
                  <a:gd name="connsiteX73" fmla="*/ 62103 w 1453388"/>
                  <a:gd name="connsiteY73" fmla="*/ 148014 h 1472498"/>
                  <a:gd name="connsiteX74" fmla="*/ 130175 w 1453388"/>
                  <a:gd name="connsiteY74" fmla="*/ 143696 h 1472498"/>
                  <a:gd name="connsiteX75" fmla="*/ 124587 w 1453388"/>
                  <a:gd name="connsiteY75" fmla="*/ 109660 h 1472498"/>
                  <a:gd name="connsiteX76" fmla="*/ 0 w 1453388"/>
                  <a:gd name="connsiteY76" fmla="*/ 45399 h 1472498"/>
                  <a:gd name="connsiteX77" fmla="*/ 32893 w 1453388"/>
                  <a:gd name="connsiteY77" fmla="*/ 36127 h 1472498"/>
                  <a:gd name="connsiteX78" fmla="*/ 65278 w 1453388"/>
                  <a:gd name="connsiteY78" fmla="*/ 60765 h 1472498"/>
                  <a:gd name="connsiteX79" fmla="*/ 280543 w 1453388"/>
                  <a:gd name="connsiteY79" fmla="*/ 123757 h 1472498"/>
                  <a:gd name="connsiteX80" fmla="*/ 32893 w 1453388"/>
                  <a:gd name="connsiteY80" fmla="*/ 36127 h 1472498"/>
                  <a:gd name="connsiteX81" fmla="*/ 839978 w 1453388"/>
                  <a:gd name="connsiteY81" fmla="*/ 33334 h 1472498"/>
                  <a:gd name="connsiteX82" fmla="*/ 729488 w 1453388"/>
                  <a:gd name="connsiteY82" fmla="*/ 140649 h 1472498"/>
                  <a:gd name="connsiteX83" fmla="*/ 886968 w 1453388"/>
                  <a:gd name="connsiteY83" fmla="*/ 369883 h 1472498"/>
                  <a:gd name="connsiteX84" fmla="*/ 1055370 w 1453388"/>
                  <a:gd name="connsiteY84" fmla="*/ 257362 h 1472498"/>
                  <a:gd name="connsiteX85" fmla="*/ 993902 w 1453388"/>
                  <a:gd name="connsiteY85" fmla="*/ 60765 h 1472498"/>
                  <a:gd name="connsiteX86" fmla="*/ 839978 w 1453388"/>
                  <a:gd name="connsiteY86" fmla="*/ 33334 h 1472498"/>
                  <a:gd name="connsiteX87" fmla="*/ 77851 w 1453388"/>
                  <a:gd name="connsiteY87" fmla="*/ 172526 h 1472498"/>
                  <a:gd name="connsiteX88" fmla="*/ 54356 w 1453388"/>
                  <a:gd name="connsiteY88" fmla="*/ 238565 h 1472498"/>
                  <a:gd name="connsiteX89" fmla="*/ 125984 w 1453388"/>
                  <a:gd name="connsiteY89" fmla="*/ 274126 h 1472498"/>
                  <a:gd name="connsiteX90" fmla="*/ 170180 w 1453388"/>
                  <a:gd name="connsiteY90" fmla="*/ 225484 h 1472498"/>
                  <a:gd name="connsiteX91" fmla="*/ 77851 w 1453388"/>
                  <a:gd name="connsiteY91" fmla="*/ 172526 h 1472498"/>
                  <a:gd name="connsiteX92" fmla="*/ 557530 w 1453388"/>
                  <a:gd name="connsiteY92" fmla="*/ 422081 h 1472498"/>
                  <a:gd name="connsiteX93" fmla="*/ 581279 w 1453388"/>
                  <a:gd name="connsiteY93" fmla="*/ 355406 h 1472498"/>
                  <a:gd name="connsiteX94" fmla="*/ 787400 w 1453388"/>
                  <a:gd name="connsiteY94" fmla="*/ 550224 h 1472498"/>
                  <a:gd name="connsiteX95" fmla="*/ 551561 w 1453388"/>
                  <a:gd name="connsiteY95" fmla="*/ 708084 h 1472498"/>
                  <a:gd name="connsiteX96" fmla="*/ 521081 w 1453388"/>
                  <a:gd name="connsiteY96" fmla="*/ 910269 h 1472498"/>
                  <a:gd name="connsiteX97" fmla="*/ 656336 w 1453388"/>
                  <a:gd name="connsiteY97" fmla="*/ 1108643 h 1472498"/>
                  <a:gd name="connsiteX98" fmla="*/ 885698 w 1453388"/>
                  <a:gd name="connsiteY98" fmla="*/ 1143059 h 1472498"/>
                  <a:gd name="connsiteX99" fmla="*/ 1167257 w 1453388"/>
                  <a:gd name="connsiteY99" fmla="*/ 1081464 h 1472498"/>
                  <a:gd name="connsiteX100" fmla="*/ 1254379 w 1453388"/>
                  <a:gd name="connsiteY100" fmla="*/ 789745 h 1472498"/>
                  <a:gd name="connsiteX101" fmla="*/ 1073404 w 1453388"/>
                  <a:gd name="connsiteY101" fmla="*/ 576766 h 1472498"/>
                  <a:gd name="connsiteX102" fmla="*/ 787400 w 1453388"/>
                  <a:gd name="connsiteY102" fmla="*/ 550224 h 1472498"/>
                  <a:gd name="connsiteX103" fmla="*/ 266700 w 1453388"/>
                  <a:gd name="connsiteY103" fmla="*/ 566480 h 1472498"/>
                  <a:gd name="connsiteX104" fmla="*/ 314071 w 1453388"/>
                  <a:gd name="connsiteY104" fmla="*/ 625407 h 1472498"/>
                  <a:gd name="connsiteX105" fmla="*/ 266700 w 1453388"/>
                  <a:gd name="connsiteY105" fmla="*/ 566480 h 1472498"/>
                  <a:gd name="connsiteX106" fmla="*/ 508508 w 1453388"/>
                  <a:gd name="connsiteY106" fmla="*/ 984309 h 1472498"/>
                  <a:gd name="connsiteX107" fmla="*/ 500888 w 1453388"/>
                  <a:gd name="connsiteY107" fmla="*/ 753677 h 1472498"/>
                  <a:gd name="connsiteX108" fmla="*/ 508508 w 1453388"/>
                  <a:gd name="connsiteY108" fmla="*/ 984309 h 1472498"/>
                  <a:gd name="connsiteX109" fmla="*/ 1274572 w 1453388"/>
                  <a:gd name="connsiteY109" fmla="*/ 752662 h 1472498"/>
                  <a:gd name="connsiteX110" fmla="*/ 1273048 w 1453388"/>
                  <a:gd name="connsiteY110" fmla="*/ 989008 h 1472498"/>
                  <a:gd name="connsiteX111" fmla="*/ 1274572 w 1453388"/>
                  <a:gd name="connsiteY111" fmla="*/ 752662 h 1472498"/>
                  <a:gd name="connsiteX112" fmla="*/ 1310640 w 1453388"/>
                  <a:gd name="connsiteY112" fmla="*/ 1163761 h 1472498"/>
                  <a:gd name="connsiteX113" fmla="*/ 1312418 w 1453388"/>
                  <a:gd name="connsiteY113" fmla="*/ 1303461 h 1472498"/>
                  <a:gd name="connsiteX114" fmla="*/ 1425702 w 1453388"/>
                  <a:gd name="connsiteY114" fmla="*/ 1234119 h 1472498"/>
                  <a:gd name="connsiteX115" fmla="*/ 1310640 w 1453388"/>
                  <a:gd name="connsiteY115" fmla="*/ 1163761 h 1472498"/>
                  <a:gd name="connsiteX116" fmla="*/ 1154557 w 1453388"/>
                  <a:gd name="connsiteY116" fmla="*/ 1181540 h 1472498"/>
                  <a:gd name="connsiteX117" fmla="*/ 1189609 w 1453388"/>
                  <a:gd name="connsiteY117" fmla="*/ 1338005 h 1472498"/>
                  <a:gd name="connsiteX118" fmla="*/ 1241806 w 1453388"/>
                  <a:gd name="connsiteY118" fmla="*/ 1235643 h 1472498"/>
                  <a:gd name="connsiteX119" fmla="*/ 1154557 w 1453388"/>
                  <a:gd name="connsiteY119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98932 w 1453388"/>
                  <a:gd name="connsiteY60" fmla="*/ 438082 h 1472498"/>
                  <a:gd name="connsiteX61" fmla="*/ 511556 w 1453388"/>
                  <a:gd name="connsiteY61" fmla="*/ 439860 h 1472498"/>
                  <a:gd name="connsiteX62" fmla="*/ 395224 w 1453388"/>
                  <a:gd name="connsiteY62" fmla="*/ 348801 h 1472498"/>
                  <a:gd name="connsiteX63" fmla="*/ 326771 w 1453388"/>
                  <a:gd name="connsiteY63" fmla="*/ 533713 h 1472498"/>
                  <a:gd name="connsiteX64" fmla="*/ 356489 w 1453388"/>
                  <a:gd name="connsiteY64" fmla="*/ 561400 h 1472498"/>
                  <a:gd name="connsiteX65" fmla="*/ 290703 w 1453388"/>
                  <a:gd name="connsiteY65" fmla="*/ 659189 h 1472498"/>
                  <a:gd name="connsiteX66" fmla="*/ 241808 w 1453388"/>
                  <a:gd name="connsiteY66" fmla="*/ 552890 h 1472498"/>
                  <a:gd name="connsiteX67" fmla="*/ 300228 w 1453388"/>
                  <a:gd name="connsiteY67" fmla="*/ 527871 h 1472498"/>
                  <a:gd name="connsiteX68" fmla="*/ 349250 w 1453388"/>
                  <a:gd name="connsiteY68" fmla="*/ 400871 h 1472498"/>
                  <a:gd name="connsiteX69" fmla="*/ 372999 w 1453388"/>
                  <a:gd name="connsiteY69" fmla="*/ 338895 h 1472498"/>
                  <a:gd name="connsiteX70" fmla="*/ 180721 w 1453388"/>
                  <a:gd name="connsiteY70" fmla="*/ 261933 h 1472498"/>
                  <a:gd name="connsiteX71" fmla="*/ 131445 w 1453388"/>
                  <a:gd name="connsiteY71" fmla="*/ 300288 h 1472498"/>
                  <a:gd name="connsiteX72" fmla="*/ 34798 w 1453388"/>
                  <a:gd name="connsiteY72" fmla="*/ 262441 h 1472498"/>
                  <a:gd name="connsiteX73" fmla="*/ 62103 w 1453388"/>
                  <a:gd name="connsiteY73" fmla="*/ 148014 h 1472498"/>
                  <a:gd name="connsiteX74" fmla="*/ 130175 w 1453388"/>
                  <a:gd name="connsiteY74" fmla="*/ 143696 h 1472498"/>
                  <a:gd name="connsiteX75" fmla="*/ 124587 w 1453388"/>
                  <a:gd name="connsiteY75" fmla="*/ 109660 h 1472498"/>
                  <a:gd name="connsiteX76" fmla="*/ 0 w 1453388"/>
                  <a:gd name="connsiteY76" fmla="*/ 45399 h 1472498"/>
                  <a:gd name="connsiteX77" fmla="*/ 32893 w 1453388"/>
                  <a:gd name="connsiteY77" fmla="*/ 36127 h 1472498"/>
                  <a:gd name="connsiteX78" fmla="*/ 65278 w 1453388"/>
                  <a:gd name="connsiteY78" fmla="*/ 60765 h 1472498"/>
                  <a:gd name="connsiteX79" fmla="*/ 280543 w 1453388"/>
                  <a:gd name="connsiteY79" fmla="*/ 123757 h 1472498"/>
                  <a:gd name="connsiteX80" fmla="*/ 32893 w 1453388"/>
                  <a:gd name="connsiteY80" fmla="*/ 36127 h 1472498"/>
                  <a:gd name="connsiteX81" fmla="*/ 839978 w 1453388"/>
                  <a:gd name="connsiteY81" fmla="*/ 33334 h 1472498"/>
                  <a:gd name="connsiteX82" fmla="*/ 729488 w 1453388"/>
                  <a:gd name="connsiteY82" fmla="*/ 140649 h 1472498"/>
                  <a:gd name="connsiteX83" fmla="*/ 886968 w 1453388"/>
                  <a:gd name="connsiteY83" fmla="*/ 369883 h 1472498"/>
                  <a:gd name="connsiteX84" fmla="*/ 1055370 w 1453388"/>
                  <a:gd name="connsiteY84" fmla="*/ 257362 h 1472498"/>
                  <a:gd name="connsiteX85" fmla="*/ 993902 w 1453388"/>
                  <a:gd name="connsiteY85" fmla="*/ 60765 h 1472498"/>
                  <a:gd name="connsiteX86" fmla="*/ 839978 w 1453388"/>
                  <a:gd name="connsiteY86" fmla="*/ 33334 h 1472498"/>
                  <a:gd name="connsiteX87" fmla="*/ 77851 w 1453388"/>
                  <a:gd name="connsiteY87" fmla="*/ 172526 h 1472498"/>
                  <a:gd name="connsiteX88" fmla="*/ 54356 w 1453388"/>
                  <a:gd name="connsiteY88" fmla="*/ 238565 h 1472498"/>
                  <a:gd name="connsiteX89" fmla="*/ 125984 w 1453388"/>
                  <a:gd name="connsiteY89" fmla="*/ 274126 h 1472498"/>
                  <a:gd name="connsiteX90" fmla="*/ 170180 w 1453388"/>
                  <a:gd name="connsiteY90" fmla="*/ 225484 h 1472498"/>
                  <a:gd name="connsiteX91" fmla="*/ 77851 w 1453388"/>
                  <a:gd name="connsiteY91" fmla="*/ 172526 h 1472498"/>
                  <a:gd name="connsiteX92" fmla="*/ 787400 w 1453388"/>
                  <a:gd name="connsiteY92" fmla="*/ 550224 h 1472498"/>
                  <a:gd name="connsiteX93" fmla="*/ 551561 w 1453388"/>
                  <a:gd name="connsiteY93" fmla="*/ 708084 h 1472498"/>
                  <a:gd name="connsiteX94" fmla="*/ 521081 w 1453388"/>
                  <a:gd name="connsiteY94" fmla="*/ 910269 h 1472498"/>
                  <a:gd name="connsiteX95" fmla="*/ 656336 w 1453388"/>
                  <a:gd name="connsiteY95" fmla="*/ 1108643 h 1472498"/>
                  <a:gd name="connsiteX96" fmla="*/ 885698 w 1453388"/>
                  <a:gd name="connsiteY96" fmla="*/ 1143059 h 1472498"/>
                  <a:gd name="connsiteX97" fmla="*/ 1167257 w 1453388"/>
                  <a:gd name="connsiteY97" fmla="*/ 1081464 h 1472498"/>
                  <a:gd name="connsiteX98" fmla="*/ 1254379 w 1453388"/>
                  <a:gd name="connsiteY98" fmla="*/ 789745 h 1472498"/>
                  <a:gd name="connsiteX99" fmla="*/ 1073404 w 1453388"/>
                  <a:gd name="connsiteY99" fmla="*/ 576766 h 1472498"/>
                  <a:gd name="connsiteX100" fmla="*/ 787400 w 1453388"/>
                  <a:gd name="connsiteY100" fmla="*/ 550224 h 1472498"/>
                  <a:gd name="connsiteX101" fmla="*/ 266700 w 1453388"/>
                  <a:gd name="connsiteY101" fmla="*/ 566480 h 1472498"/>
                  <a:gd name="connsiteX102" fmla="*/ 314071 w 1453388"/>
                  <a:gd name="connsiteY102" fmla="*/ 625407 h 1472498"/>
                  <a:gd name="connsiteX103" fmla="*/ 266700 w 1453388"/>
                  <a:gd name="connsiteY103" fmla="*/ 566480 h 1472498"/>
                  <a:gd name="connsiteX104" fmla="*/ 508508 w 1453388"/>
                  <a:gd name="connsiteY104" fmla="*/ 984309 h 1472498"/>
                  <a:gd name="connsiteX105" fmla="*/ 500888 w 1453388"/>
                  <a:gd name="connsiteY105" fmla="*/ 753677 h 1472498"/>
                  <a:gd name="connsiteX106" fmla="*/ 508508 w 1453388"/>
                  <a:gd name="connsiteY106" fmla="*/ 984309 h 1472498"/>
                  <a:gd name="connsiteX107" fmla="*/ 1274572 w 1453388"/>
                  <a:gd name="connsiteY107" fmla="*/ 752662 h 1472498"/>
                  <a:gd name="connsiteX108" fmla="*/ 1273048 w 1453388"/>
                  <a:gd name="connsiteY108" fmla="*/ 989008 h 1472498"/>
                  <a:gd name="connsiteX109" fmla="*/ 1274572 w 1453388"/>
                  <a:gd name="connsiteY109" fmla="*/ 752662 h 1472498"/>
                  <a:gd name="connsiteX110" fmla="*/ 1310640 w 1453388"/>
                  <a:gd name="connsiteY110" fmla="*/ 1163761 h 1472498"/>
                  <a:gd name="connsiteX111" fmla="*/ 1312418 w 1453388"/>
                  <a:gd name="connsiteY111" fmla="*/ 1303461 h 1472498"/>
                  <a:gd name="connsiteX112" fmla="*/ 1425702 w 1453388"/>
                  <a:gd name="connsiteY112" fmla="*/ 1234119 h 1472498"/>
                  <a:gd name="connsiteX113" fmla="*/ 1310640 w 1453388"/>
                  <a:gd name="connsiteY113" fmla="*/ 1163761 h 1472498"/>
                  <a:gd name="connsiteX114" fmla="*/ 1154557 w 1453388"/>
                  <a:gd name="connsiteY114" fmla="*/ 1181540 h 1472498"/>
                  <a:gd name="connsiteX115" fmla="*/ 1189609 w 1453388"/>
                  <a:gd name="connsiteY115" fmla="*/ 1338005 h 1472498"/>
                  <a:gd name="connsiteX116" fmla="*/ 1241806 w 1453388"/>
                  <a:gd name="connsiteY116" fmla="*/ 1235643 h 1472498"/>
                  <a:gd name="connsiteX117" fmla="*/ 1154557 w 1453388"/>
                  <a:gd name="connsiteY117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511556 w 1453388"/>
                  <a:gd name="connsiteY60" fmla="*/ 439860 h 1472498"/>
                  <a:gd name="connsiteX61" fmla="*/ 395224 w 1453388"/>
                  <a:gd name="connsiteY61" fmla="*/ 348801 h 1472498"/>
                  <a:gd name="connsiteX62" fmla="*/ 326771 w 1453388"/>
                  <a:gd name="connsiteY62" fmla="*/ 533713 h 1472498"/>
                  <a:gd name="connsiteX63" fmla="*/ 356489 w 1453388"/>
                  <a:gd name="connsiteY63" fmla="*/ 561400 h 1472498"/>
                  <a:gd name="connsiteX64" fmla="*/ 290703 w 1453388"/>
                  <a:gd name="connsiteY64" fmla="*/ 659189 h 1472498"/>
                  <a:gd name="connsiteX65" fmla="*/ 241808 w 1453388"/>
                  <a:gd name="connsiteY65" fmla="*/ 552890 h 1472498"/>
                  <a:gd name="connsiteX66" fmla="*/ 300228 w 1453388"/>
                  <a:gd name="connsiteY66" fmla="*/ 527871 h 1472498"/>
                  <a:gd name="connsiteX67" fmla="*/ 349250 w 1453388"/>
                  <a:gd name="connsiteY67" fmla="*/ 400871 h 1472498"/>
                  <a:gd name="connsiteX68" fmla="*/ 372999 w 1453388"/>
                  <a:gd name="connsiteY68" fmla="*/ 338895 h 1472498"/>
                  <a:gd name="connsiteX69" fmla="*/ 180721 w 1453388"/>
                  <a:gd name="connsiteY69" fmla="*/ 261933 h 1472498"/>
                  <a:gd name="connsiteX70" fmla="*/ 131445 w 1453388"/>
                  <a:gd name="connsiteY70" fmla="*/ 300288 h 1472498"/>
                  <a:gd name="connsiteX71" fmla="*/ 34798 w 1453388"/>
                  <a:gd name="connsiteY71" fmla="*/ 262441 h 1472498"/>
                  <a:gd name="connsiteX72" fmla="*/ 62103 w 1453388"/>
                  <a:gd name="connsiteY72" fmla="*/ 148014 h 1472498"/>
                  <a:gd name="connsiteX73" fmla="*/ 130175 w 1453388"/>
                  <a:gd name="connsiteY73" fmla="*/ 143696 h 1472498"/>
                  <a:gd name="connsiteX74" fmla="*/ 124587 w 1453388"/>
                  <a:gd name="connsiteY74" fmla="*/ 109660 h 1472498"/>
                  <a:gd name="connsiteX75" fmla="*/ 0 w 1453388"/>
                  <a:gd name="connsiteY75" fmla="*/ 45399 h 1472498"/>
                  <a:gd name="connsiteX76" fmla="*/ 32893 w 1453388"/>
                  <a:gd name="connsiteY76" fmla="*/ 36127 h 1472498"/>
                  <a:gd name="connsiteX77" fmla="*/ 65278 w 1453388"/>
                  <a:gd name="connsiteY77" fmla="*/ 60765 h 1472498"/>
                  <a:gd name="connsiteX78" fmla="*/ 280543 w 1453388"/>
                  <a:gd name="connsiteY78" fmla="*/ 123757 h 1472498"/>
                  <a:gd name="connsiteX79" fmla="*/ 32893 w 1453388"/>
                  <a:gd name="connsiteY79" fmla="*/ 36127 h 1472498"/>
                  <a:gd name="connsiteX80" fmla="*/ 839978 w 1453388"/>
                  <a:gd name="connsiteY80" fmla="*/ 33334 h 1472498"/>
                  <a:gd name="connsiteX81" fmla="*/ 729488 w 1453388"/>
                  <a:gd name="connsiteY81" fmla="*/ 140649 h 1472498"/>
                  <a:gd name="connsiteX82" fmla="*/ 886968 w 1453388"/>
                  <a:gd name="connsiteY82" fmla="*/ 369883 h 1472498"/>
                  <a:gd name="connsiteX83" fmla="*/ 1055370 w 1453388"/>
                  <a:gd name="connsiteY83" fmla="*/ 257362 h 1472498"/>
                  <a:gd name="connsiteX84" fmla="*/ 993902 w 1453388"/>
                  <a:gd name="connsiteY84" fmla="*/ 60765 h 1472498"/>
                  <a:gd name="connsiteX85" fmla="*/ 839978 w 1453388"/>
                  <a:gd name="connsiteY85" fmla="*/ 33334 h 1472498"/>
                  <a:gd name="connsiteX86" fmla="*/ 77851 w 1453388"/>
                  <a:gd name="connsiteY86" fmla="*/ 172526 h 1472498"/>
                  <a:gd name="connsiteX87" fmla="*/ 54356 w 1453388"/>
                  <a:gd name="connsiteY87" fmla="*/ 238565 h 1472498"/>
                  <a:gd name="connsiteX88" fmla="*/ 125984 w 1453388"/>
                  <a:gd name="connsiteY88" fmla="*/ 274126 h 1472498"/>
                  <a:gd name="connsiteX89" fmla="*/ 170180 w 1453388"/>
                  <a:gd name="connsiteY89" fmla="*/ 225484 h 1472498"/>
                  <a:gd name="connsiteX90" fmla="*/ 77851 w 1453388"/>
                  <a:gd name="connsiteY90" fmla="*/ 172526 h 1472498"/>
                  <a:gd name="connsiteX91" fmla="*/ 787400 w 1453388"/>
                  <a:gd name="connsiteY91" fmla="*/ 550224 h 1472498"/>
                  <a:gd name="connsiteX92" fmla="*/ 551561 w 1453388"/>
                  <a:gd name="connsiteY92" fmla="*/ 708084 h 1472498"/>
                  <a:gd name="connsiteX93" fmla="*/ 521081 w 1453388"/>
                  <a:gd name="connsiteY93" fmla="*/ 910269 h 1472498"/>
                  <a:gd name="connsiteX94" fmla="*/ 656336 w 1453388"/>
                  <a:gd name="connsiteY94" fmla="*/ 1108643 h 1472498"/>
                  <a:gd name="connsiteX95" fmla="*/ 885698 w 1453388"/>
                  <a:gd name="connsiteY95" fmla="*/ 1143059 h 1472498"/>
                  <a:gd name="connsiteX96" fmla="*/ 1167257 w 1453388"/>
                  <a:gd name="connsiteY96" fmla="*/ 1081464 h 1472498"/>
                  <a:gd name="connsiteX97" fmla="*/ 1254379 w 1453388"/>
                  <a:gd name="connsiteY97" fmla="*/ 789745 h 1472498"/>
                  <a:gd name="connsiteX98" fmla="*/ 1073404 w 1453388"/>
                  <a:gd name="connsiteY98" fmla="*/ 576766 h 1472498"/>
                  <a:gd name="connsiteX99" fmla="*/ 787400 w 1453388"/>
                  <a:gd name="connsiteY99" fmla="*/ 550224 h 1472498"/>
                  <a:gd name="connsiteX100" fmla="*/ 266700 w 1453388"/>
                  <a:gd name="connsiteY100" fmla="*/ 566480 h 1472498"/>
                  <a:gd name="connsiteX101" fmla="*/ 314071 w 1453388"/>
                  <a:gd name="connsiteY101" fmla="*/ 625407 h 1472498"/>
                  <a:gd name="connsiteX102" fmla="*/ 266700 w 1453388"/>
                  <a:gd name="connsiteY102" fmla="*/ 566480 h 1472498"/>
                  <a:gd name="connsiteX103" fmla="*/ 508508 w 1453388"/>
                  <a:gd name="connsiteY103" fmla="*/ 984309 h 1472498"/>
                  <a:gd name="connsiteX104" fmla="*/ 500888 w 1453388"/>
                  <a:gd name="connsiteY104" fmla="*/ 753677 h 1472498"/>
                  <a:gd name="connsiteX105" fmla="*/ 508508 w 1453388"/>
                  <a:gd name="connsiteY105" fmla="*/ 984309 h 1472498"/>
                  <a:gd name="connsiteX106" fmla="*/ 1274572 w 1453388"/>
                  <a:gd name="connsiteY106" fmla="*/ 752662 h 1472498"/>
                  <a:gd name="connsiteX107" fmla="*/ 1273048 w 1453388"/>
                  <a:gd name="connsiteY107" fmla="*/ 989008 h 1472498"/>
                  <a:gd name="connsiteX108" fmla="*/ 1274572 w 1453388"/>
                  <a:gd name="connsiteY108" fmla="*/ 752662 h 1472498"/>
                  <a:gd name="connsiteX109" fmla="*/ 1310640 w 1453388"/>
                  <a:gd name="connsiteY109" fmla="*/ 1163761 h 1472498"/>
                  <a:gd name="connsiteX110" fmla="*/ 1312418 w 1453388"/>
                  <a:gd name="connsiteY110" fmla="*/ 1303461 h 1472498"/>
                  <a:gd name="connsiteX111" fmla="*/ 1425702 w 1453388"/>
                  <a:gd name="connsiteY111" fmla="*/ 1234119 h 1472498"/>
                  <a:gd name="connsiteX112" fmla="*/ 1310640 w 1453388"/>
                  <a:gd name="connsiteY112" fmla="*/ 1163761 h 1472498"/>
                  <a:gd name="connsiteX113" fmla="*/ 1154557 w 1453388"/>
                  <a:gd name="connsiteY113" fmla="*/ 1181540 h 1472498"/>
                  <a:gd name="connsiteX114" fmla="*/ 1189609 w 1453388"/>
                  <a:gd name="connsiteY114" fmla="*/ 1338005 h 1472498"/>
                  <a:gd name="connsiteX115" fmla="*/ 1241806 w 1453388"/>
                  <a:gd name="connsiteY115" fmla="*/ 1235643 h 1472498"/>
                  <a:gd name="connsiteX116" fmla="*/ 1154557 w 1453388"/>
                  <a:gd name="connsiteY116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395224 w 1453388"/>
                  <a:gd name="connsiteY60" fmla="*/ 348801 h 1472498"/>
                  <a:gd name="connsiteX61" fmla="*/ 326771 w 1453388"/>
                  <a:gd name="connsiteY61" fmla="*/ 533713 h 1472498"/>
                  <a:gd name="connsiteX62" fmla="*/ 356489 w 1453388"/>
                  <a:gd name="connsiteY62" fmla="*/ 561400 h 1472498"/>
                  <a:gd name="connsiteX63" fmla="*/ 290703 w 1453388"/>
                  <a:gd name="connsiteY63" fmla="*/ 659189 h 1472498"/>
                  <a:gd name="connsiteX64" fmla="*/ 241808 w 1453388"/>
                  <a:gd name="connsiteY64" fmla="*/ 552890 h 1472498"/>
                  <a:gd name="connsiteX65" fmla="*/ 300228 w 1453388"/>
                  <a:gd name="connsiteY65" fmla="*/ 527871 h 1472498"/>
                  <a:gd name="connsiteX66" fmla="*/ 349250 w 1453388"/>
                  <a:gd name="connsiteY66" fmla="*/ 400871 h 1472498"/>
                  <a:gd name="connsiteX67" fmla="*/ 372999 w 1453388"/>
                  <a:gd name="connsiteY67" fmla="*/ 338895 h 1472498"/>
                  <a:gd name="connsiteX68" fmla="*/ 180721 w 1453388"/>
                  <a:gd name="connsiteY68" fmla="*/ 261933 h 1472498"/>
                  <a:gd name="connsiteX69" fmla="*/ 131445 w 1453388"/>
                  <a:gd name="connsiteY69" fmla="*/ 300288 h 1472498"/>
                  <a:gd name="connsiteX70" fmla="*/ 34798 w 1453388"/>
                  <a:gd name="connsiteY70" fmla="*/ 262441 h 1472498"/>
                  <a:gd name="connsiteX71" fmla="*/ 62103 w 1453388"/>
                  <a:gd name="connsiteY71" fmla="*/ 148014 h 1472498"/>
                  <a:gd name="connsiteX72" fmla="*/ 130175 w 1453388"/>
                  <a:gd name="connsiteY72" fmla="*/ 143696 h 1472498"/>
                  <a:gd name="connsiteX73" fmla="*/ 124587 w 1453388"/>
                  <a:gd name="connsiteY73" fmla="*/ 109660 h 1472498"/>
                  <a:gd name="connsiteX74" fmla="*/ 0 w 1453388"/>
                  <a:gd name="connsiteY74" fmla="*/ 45399 h 1472498"/>
                  <a:gd name="connsiteX75" fmla="*/ 32893 w 1453388"/>
                  <a:gd name="connsiteY75" fmla="*/ 36127 h 1472498"/>
                  <a:gd name="connsiteX76" fmla="*/ 65278 w 1453388"/>
                  <a:gd name="connsiteY76" fmla="*/ 60765 h 1472498"/>
                  <a:gd name="connsiteX77" fmla="*/ 280543 w 1453388"/>
                  <a:gd name="connsiteY77" fmla="*/ 123757 h 1472498"/>
                  <a:gd name="connsiteX78" fmla="*/ 32893 w 1453388"/>
                  <a:gd name="connsiteY78" fmla="*/ 36127 h 1472498"/>
                  <a:gd name="connsiteX79" fmla="*/ 839978 w 1453388"/>
                  <a:gd name="connsiteY79" fmla="*/ 33334 h 1472498"/>
                  <a:gd name="connsiteX80" fmla="*/ 729488 w 1453388"/>
                  <a:gd name="connsiteY80" fmla="*/ 140649 h 1472498"/>
                  <a:gd name="connsiteX81" fmla="*/ 886968 w 1453388"/>
                  <a:gd name="connsiteY81" fmla="*/ 369883 h 1472498"/>
                  <a:gd name="connsiteX82" fmla="*/ 1055370 w 1453388"/>
                  <a:gd name="connsiteY82" fmla="*/ 257362 h 1472498"/>
                  <a:gd name="connsiteX83" fmla="*/ 993902 w 1453388"/>
                  <a:gd name="connsiteY83" fmla="*/ 60765 h 1472498"/>
                  <a:gd name="connsiteX84" fmla="*/ 839978 w 1453388"/>
                  <a:gd name="connsiteY84" fmla="*/ 33334 h 1472498"/>
                  <a:gd name="connsiteX85" fmla="*/ 77851 w 1453388"/>
                  <a:gd name="connsiteY85" fmla="*/ 172526 h 1472498"/>
                  <a:gd name="connsiteX86" fmla="*/ 54356 w 1453388"/>
                  <a:gd name="connsiteY86" fmla="*/ 238565 h 1472498"/>
                  <a:gd name="connsiteX87" fmla="*/ 125984 w 1453388"/>
                  <a:gd name="connsiteY87" fmla="*/ 274126 h 1472498"/>
                  <a:gd name="connsiteX88" fmla="*/ 170180 w 1453388"/>
                  <a:gd name="connsiteY88" fmla="*/ 225484 h 1472498"/>
                  <a:gd name="connsiteX89" fmla="*/ 77851 w 1453388"/>
                  <a:gd name="connsiteY89" fmla="*/ 172526 h 1472498"/>
                  <a:gd name="connsiteX90" fmla="*/ 787400 w 1453388"/>
                  <a:gd name="connsiteY90" fmla="*/ 550224 h 1472498"/>
                  <a:gd name="connsiteX91" fmla="*/ 551561 w 1453388"/>
                  <a:gd name="connsiteY91" fmla="*/ 708084 h 1472498"/>
                  <a:gd name="connsiteX92" fmla="*/ 521081 w 1453388"/>
                  <a:gd name="connsiteY92" fmla="*/ 910269 h 1472498"/>
                  <a:gd name="connsiteX93" fmla="*/ 656336 w 1453388"/>
                  <a:gd name="connsiteY93" fmla="*/ 1108643 h 1472498"/>
                  <a:gd name="connsiteX94" fmla="*/ 885698 w 1453388"/>
                  <a:gd name="connsiteY94" fmla="*/ 1143059 h 1472498"/>
                  <a:gd name="connsiteX95" fmla="*/ 1167257 w 1453388"/>
                  <a:gd name="connsiteY95" fmla="*/ 1081464 h 1472498"/>
                  <a:gd name="connsiteX96" fmla="*/ 1254379 w 1453388"/>
                  <a:gd name="connsiteY96" fmla="*/ 789745 h 1472498"/>
                  <a:gd name="connsiteX97" fmla="*/ 1073404 w 1453388"/>
                  <a:gd name="connsiteY97" fmla="*/ 576766 h 1472498"/>
                  <a:gd name="connsiteX98" fmla="*/ 787400 w 1453388"/>
                  <a:gd name="connsiteY98" fmla="*/ 550224 h 1472498"/>
                  <a:gd name="connsiteX99" fmla="*/ 266700 w 1453388"/>
                  <a:gd name="connsiteY99" fmla="*/ 566480 h 1472498"/>
                  <a:gd name="connsiteX100" fmla="*/ 314071 w 1453388"/>
                  <a:gd name="connsiteY100" fmla="*/ 625407 h 1472498"/>
                  <a:gd name="connsiteX101" fmla="*/ 266700 w 1453388"/>
                  <a:gd name="connsiteY101" fmla="*/ 566480 h 1472498"/>
                  <a:gd name="connsiteX102" fmla="*/ 508508 w 1453388"/>
                  <a:gd name="connsiteY102" fmla="*/ 984309 h 1472498"/>
                  <a:gd name="connsiteX103" fmla="*/ 500888 w 1453388"/>
                  <a:gd name="connsiteY103" fmla="*/ 753677 h 1472498"/>
                  <a:gd name="connsiteX104" fmla="*/ 508508 w 1453388"/>
                  <a:gd name="connsiteY104" fmla="*/ 984309 h 1472498"/>
                  <a:gd name="connsiteX105" fmla="*/ 1274572 w 1453388"/>
                  <a:gd name="connsiteY105" fmla="*/ 752662 h 1472498"/>
                  <a:gd name="connsiteX106" fmla="*/ 1273048 w 1453388"/>
                  <a:gd name="connsiteY106" fmla="*/ 989008 h 1472498"/>
                  <a:gd name="connsiteX107" fmla="*/ 1274572 w 1453388"/>
                  <a:gd name="connsiteY107" fmla="*/ 752662 h 1472498"/>
                  <a:gd name="connsiteX108" fmla="*/ 1310640 w 1453388"/>
                  <a:gd name="connsiteY108" fmla="*/ 1163761 h 1472498"/>
                  <a:gd name="connsiteX109" fmla="*/ 1312418 w 1453388"/>
                  <a:gd name="connsiteY109" fmla="*/ 1303461 h 1472498"/>
                  <a:gd name="connsiteX110" fmla="*/ 1425702 w 1453388"/>
                  <a:gd name="connsiteY110" fmla="*/ 1234119 h 1472498"/>
                  <a:gd name="connsiteX111" fmla="*/ 1310640 w 1453388"/>
                  <a:gd name="connsiteY111" fmla="*/ 1163761 h 1472498"/>
                  <a:gd name="connsiteX112" fmla="*/ 1154557 w 1453388"/>
                  <a:gd name="connsiteY112" fmla="*/ 1181540 h 1472498"/>
                  <a:gd name="connsiteX113" fmla="*/ 1189609 w 1453388"/>
                  <a:gd name="connsiteY113" fmla="*/ 1338005 h 1472498"/>
                  <a:gd name="connsiteX114" fmla="*/ 1241806 w 1453388"/>
                  <a:gd name="connsiteY114" fmla="*/ 1235643 h 1472498"/>
                  <a:gd name="connsiteX115" fmla="*/ 1154557 w 1453388"/>
                  <a:gd name="connsiteY115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395224 w 1453388"/>
                  <a:gd name="connsiteY60" fmla="*/ 348801 h 1472498"/>
                  <a:gd name="connsiteX61" fmla="*/ 326771 w 1453388"/>
                  <a:gd name="connsiteY61" fmla="*/ 533713 h 1472498"/>
                  <a:gd name="connsiteX62" fmla="*/ 356489 w 1453388"/>
                  <a:gd name="connsiteY62" fmla="*/ 561400 h 1472498"/>
                  <a:gd name="connsiteX63" fmla="*/ 290703 w 1453388"/>
                  <a:gd name="connsiteY63" fmla="*/ 659189 h 1472498"/>
                  <a:gd name="connsiteX64" fmla="*/ 241808 w 1453388"/>
                  <a:gd name="connsiteY64" fmla="*/ 552890 h 1472498"/>
                  <a:gd name="connsiteX65" fmla="*/ 300228 w 1453388"/>
                  <a:gd name="connsiteY65" fmla="*/ 527871 h 1472498"/>
                  <a:gd name="connsiteX66" fmla="*/ 349250 w 1453388"/>
                  <a:gd name="connsiteY66" fmla="*/ 400871 h 1472498"/>
                  <a:gd name="connsiteX67" fmla="*/ 372999 w 1453388"/>
                  <a:gd name="connsiteY67" fmla="*/ 338895 h 1472498"/>
                  <a:gd name="connsiteX68" fmla="*/ 180721 w 1453388"/>
                  <a:gd name="connsiteY68" fmla="*/ 261933 h 1472498"/>
                  <a:gd name="connsiteX69" fmla="*/ 131445 w 1453388"/>
                  <a:gd name="connsiteY69" fmla="*/ 300288 h 1472498"/>
                  <a:gd name="connsiteX70" fmla="*/ 34798 w 1453388"/>
                  <a:gd name="connsiteY70" fmla="*/ 262441 h 1472498"/>
                  <a:gd name="connsiteX71" fmla="*/ 62103 w 1453388"/>
                  <a:gd name="connsiteY71" fmla="*/ 148014 h 1472498"/>
                  <a:gd name="connsiteX72" fmla="*/ 130175 w 1453388"/>
                  <a:gd name="connsiteY72" fmla="*/ 143696 h 1472498"/>
                  <a:gd name="connsiteX73" fmla="*/ 124587 w 1453388"/>
                  <a:gd name="connsiteY73" fmla="*/ 109660 h 1472498"/>
                  <a:gd name="connsiteX74" fmla="*/ 0 w 1453388"/>
                  <a:gd name="connsiteY74" fmla="*/ 45399 h 1472498"/>
                  <a:gd name="connsiteX75" fmla="*/ 32893 w 1453388"/>
                  <a:gd name="connsiteY75" fmla="*/ 36127 h 1472498"/>
                  <a:gd name="connsiteX76" fmla="*/ 280543 w 1453388"/>
                  <a:gd name="connsiteY76" fmla="*/ 123757 h 1472498"/>
                  <a:gd name="connsiteX77" fmla="*/ 32893 w 1453388"/>
                  <a:gd name="connsiteY77" fmla="*/ 36127 h 1472498"/>
                  <a:gd name="connsiteX78" fmla="*/ 839978 w 1453388"/>
                  <a:gd name="connsiteY78" fmla="*/ 33334 h 1472498"/>
                  <a:gd name="connsiteX79" fmla="*/ 729488 w 1453388"/>
                  <a:gd name="connsiteY79" fmla="*/ 140649 h 1472498"/>
                  <a:gd name="connsiteX80" fmla="*/ 886968 w 1453388"/>
                  <a:gd name="connsiteY80" fmla="*/ 369883 h 1472498"/>
                  <a:gd name="connsiteX81" fmla="*/ 1055370 w 1453388"/>
                  <a:gd name="connsiteY81" fmla="*/ 257362 h 1472498"/>
                  <a:gd name="connsiteX82" fmla="*/ 993902 w 1453388"/>
                  <a:gd name="connsiteY82" fmla="*/ 60765 h 1472498"/>
                  <a:gd name="connsiteX83" fmla="*/ 839978 w 1453388"/>
                  <a:gd name="connsiteY83" fmla="*/ 33334 h 1472498"/>
                  <a:gd name="connsiteX84" fmla="*/ 77851 w 1453388"/>
                  <a:gd name="connsiteY84" fmla="*/ 172526 h 1472498"/>
                  <a:gd name="connsiteX85" fmla="*/ 54356 w 1453388"/>
                  <a:gd name="connsiteY85" fmla="*/ 238565 h 1472498"/>
                  <a:gd name="connsiteX86" fmla="*/ 125984 w 1453388"/>
                  <a:gd name="connsiteY86" fmla="*/ 274126 h 1472498"/>
                  <a:gd name="connsiteX87" fmla="*/ 170180 w 1453388"/>
                  <a:gd name="connsiteY87" fmla="*/ 225484 h 1472498"/>
                  <a:gd name="connsiteX88" fmla="*/ 77851 w 1453388"/>
                  <a:gd name="connsiteY88" fmla="*/ 172526 h 1472498"/>
                  <a:gd name="connsiteX89" fmla="*/ 787400 w 1453388"/>
                  <a:gd name="connsiteY89" fmla="*/ 550224 h 1472498"/>
                  <a:gd name="connsiteX90" fmla="*/ 551561 w 1453388"/>
                  <a:gd name="connsiteY90" fmla="*/ 708084 h 1472498"/>
                  <a:gd name="connsiteX91" fmla="*/ 521081 w 1453388"/>
                  <a:gd name="connsiteY91" fmla="*/ 910269 h 1472498"/>
                  <a:gd name="connsiteX92" fmla="*/ 656336 w 1453388"/>
                  <a:gd name="connsiteY92" fmla="*/ 1108643 h 1472498"/>
                  <a:gd name="connsiteX93" fmla="*/ 885698 w 1453388"/>
                  <a:gd name="connsiteY93" fmla="*/ 1143059 h 1472498"/>
                  <a:gd name="connsiteX94" fmla="*/ 1167257 w 1453388"/>
                  <a:gd name="connsiteY94" fmla="*/ 1081464 h 1472498"/>
                  <a:gd name="connsiteX95" fmla="*/ 1254379 w 1453388"/>
                  <a:gd name="connsiteY95" fmla="*/ 789745 h 1472498"/>
                  <a:gd name="connsiteX96" fmla="*/ 1073404 w 1453388"/>
                  <a:gd name="connsiteY96" fmla="*/ 576766 h 1472498"/>
                  <a:gd name="connsiteX97" fmla="*/ 787400 w 1453388"/>
                  <a:gd name="connsiteY97" fmla="*/ 550224 h 1472498"/>
                  <a:gd name="connsiteX98" fmla="*/ 266700 w 1453388"/>
                  <a:gd name="connsiteY98" fmla="*/ 566480 h 1472498"/>
                  <a:gd name="connsiteX99" fmla="*/ 314071 w 1453388"/>
                  <a:gd name="connsiteY99" fmla="*/ 625407 h 1472498"/>
                  <a:gd name="connsiteX100" fmla="*/ 266700 w 1453388"/>
                  <a:gd name="connsiteY100" fmla="*/ 566480 h 1472498"/>
                  <a:gd name="connsiteX101" fmla="*/ 508508 w 1453388"/>
                  <a:gd name="connsiteY101" fmla="*/ 984309 h 1472498"/>
                  <a:gd name="connsiteX102" fmla="*/ 500888 w 1453388"/>
                  <a:gd name="connsiteY102" fmla="*/ 753677 h 1472498"/>
                  <a:gd name="connsiteX103" fmla="*/ 508508 w 1453388"/>
                  <a:gd name="connsiteY103" fmla="*/ 984309 h 1472498"/>
                  <a:gd name="connsiteX104" fmla="*/ 1274572 w 1453388"/>
                  <a:gd name="connsiteY104" fmla="*/ 752662 h 1472498"/>
                  <a:gd name="connsiteX105" fmla="*/ 1273048 w 1453388"/>
                  <a:gd name="connsiteY105" fmla="*/ 989008 h 1472498"/>
                  <a:gd name="connsiteX106" fmla="*/ 1274572 w 1453388"/>
                  <a:gd name="connsiteY106" fmla="*/ 752662 h 1472498"/>
                  <a:gd name="connsiteX107" fmla="*/ 1310640 w 1453388"/>
                  <a:gd name="connsiteY107" fmla="*/ 1163761 h 1472498"/>
                  <a:gd name="connsiteX108" fmla="*/ 1312418 w 1453388"/>
                  <a:gd name="connsiteY108" fmla="*/ 1303461 h 1472498"/>
                  <a:gd name="connsiteX109" fmla="*/ 1425702 w 1453388"/>
                  <a:gd name="connsiteY109" fmla="*/ 1234119 h 1472498"/>
                  <a:gd name="connsiteX110" fmla="*/ 1310640 w 1453388"/>
                  <a:gd name="connsiteY110" fmla="*/ 1163761 h 1472498"/>
                  <a:gd name="connsiteX111" fmla="*/ 1154557 w 1453388"/>
                  <a:gd name="connsiteY111" fmla="*/ 1181540 h 1472498"/>
                  <a:gd name="connsiteX112" fmla="*/ 1189609 w 1453388"/>
                  <a:gd name="connsiteY112" fmla="*/ 1338005 h 1472498"/>
                  <a:gd name="connsiteX113" fmla="*/ 1241806 w 1453388"/>
                  <a:gd name="connsiteY113" fmla="*/ 1235643 h 1472498"/>
                  <a:gd name="connsiteX114" fmla="*/ 1154557 w 1453388"/>
                  <a:gd name="connsiteY114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282194 w 1453388"/>
                  <a:gd name="connsiteY2" fmla="*/ 86293 h 1472498"/>
                  <a:gd name="connsiteX3" fmla="*/ 303784 w 1453388"/>
                  <a:gd name="connsiteY3" fmla="*/ 143188 h 1472498"/>
                  <a:gd name="connsiteX4" fmla="*/ 147193 w 1453388"/>
                  <a:gd name="connsiteY4" fmla="*/ 125155 h 1472498"/>
                  <a:gd name="connsiteX5" fmla="*/ 196977 w 1453388"/>
                  <a:gd name="connsiteY5" fmla="*/ 181034 h 1472498"/>
                  <a:gd name="connsiteX6" fmla="*/ 195326 w 1453388"/>
                  <a:gd name="connsiteY6" fmla="*/ 241740 h 1472498"/>
                  <a:gd name="connsiteX7" fmla="*/ 488950 w 1453388"/>
                  <a:gd name="connsiteY7" fmla="*/ 345245 h 1472498"/>
                  <a:gd name="connsiteX8" fmla="*/ 603758 w 1453388"/>
                  <a:gd name="connsiteY8" fmla="*/ 328482 h 1472498"/>
                  <a:gd name="connsiteX9" fmla="*/ 708787 w 1453388"/>
                  <a:gd name="connsiteY9" fmla="*/ 280476 h 1472498"/>
                  <a:gd name="connsiteX10" fmla="*/ 694817 w 1453388"/>
                  <a:gd name="connsiteY10" fmla="*/ 182685 h 1472498"/>
                  <a:gd name="connsiteX11" fmla="*/ 744220 w 1453388"/>
                  <a:gd name="connsiteY11" fmla="*/ 62924 h 1472498"/>
                  <a:gd name="connsiteX12" fmla="*/ 972566 w 1453388"/>
                  <a:gd name="connsiteY12" fmla="*/ 17077 h 1472498"/>
                  <a:gd name="connsiteX13" fmla="*/ 1092200 w 1453388"/>
                  <a:gd name="connsiteY13" fmla="*/ 236533 h 1472498"/>
                  <a:gd name="connsiteX14" fmla="*/ 1092532 w 1453388"/>
                  <a:gd name="connsiteY14" fmla="*/ 256335 h 1472498"/>
                  <a:gd name="connsiteX15" fmla="*/ 1082294 w 1453388"/>
                  <a:gd name="connsiteY15" fmla="*/ 261426 h 1472498"/>
                  <a:gd name="connsiteX16" fmla="*/ 945007 w 1453388"/>
                  <a:gd name="connsiteY16" fmla="*/ 390712 h 1472498"/>
                  <a:gd name="connsiteX17" fmla="*/ 895604 w 1453388"/>
                  <a:gd name="connsiteY17" fmla="*/ 397570 h 1472498"/>
                  <a:gd name="connsiteX18" fmla="*/ 895350 w 1453388"/>
                  <a:gd name="connsiteY18" fmla="*/ 515171 h 1472498"/>
                  <a:gd name="connsiteX19" fmla="*/ 1144651 w 1453388"/>
                  <a:gd name="connsiteY19" fmla="*/ 586800 h 1472498"/>
                  <a:gd name="connsiteX20" fmla="*/ 1251204 w 1453388"/>
                  <a:gd name="connsiteY20" fmla="*/ 704528 h 1472498"/>
                  <a:gd name="connsiteX21" fmla="*/ 1340993 w 1453388"/>
                  <a:gd name="connsiteY21" fmla="*/ 779713 h 1472498"/>
                  <a:gd name="connsiteX22" fmla="*/ 1256030 w 1453388"/>
                  <a:gd name="connsiteY22" fmla="*/ 1014155 h 1472498"/>
                  <a:gd name="connsiteX23" fmla="*/ 1237361 w 1453388"/>
                  <a:gd name="connsiteY23" fmla="*/ 1043111 h 1472498"/>
                  <a:gd name="connsiteX24" fmla="*/ 1122934 w 1453388"/>
                  <a:gd name="connsiteY24" fmla="*/ 1135439 h 1472498"/>
                  <a:gd name="connsiteX25" fmla="*/ 1246632 w 1453388"/>
                  <a:gd name="connsiteY25" fmla="*/ 1210624 h 1472498"/>
                  <a:gd name="connsiteX26" fmla="*/ 1310640 w 1453388"/>
                  <a:gd name="connsiteY26" fmla="*/ 1137345 h 1472498"/>
                  <a:gd name="connsiteX27" fmla="*/ 1410843 w 1453388"/>
                  <a:gd name="connsiteY27" fmla="*/ 1154108 h 1472498"/>
                  <a:gd name="connsiteX28" fmla="*/ 1453388 w 1453388"/>
                  <a:gd name="connsiteY28" fmla="*/ 1224720 h 1472498"/>
                  <a:gd name="connsiteX29" fmla="*/ 1383665 w 1453388"/>
                  <a:gd name="connsiteY29" fmla="*/ 1462338 h 1472498"/>
                  <a:gd name="connsiteX30" fmla="*/ 1360424 w 1453388"/>
                  <a:gd name="connsiteY30" fmla="*/ 1465005 h 1472498"/>
                  <a:gd name="connsiteX31" fmla="*/ 1413637 w 1453388"/>
                  <a:gd name="connsiteY31" fmla="*/ 1314509 h 1472498"/>
                  <a:gd name="connsiteX32" fmla="*/ 1331468 w 1453388"/>
                  <a:gd name="connsiteY32" fmla="*/ 1334068 h 1472498"/>
                  <a:gd name="connsiteX33" fmla="*/ 1247394 w 1453388"/>
                  <a:gd name="connsiteY33" fmla="*/ 1274251 h 1472498"/>
                  <a:gd name="connsiteX34" fmla="*/ 1194054 w 1453388"/>
                  <a:gd name="connsiteY34" fmla="*/ 1459036 h 1472498"/>
                  <a:gd name="connsiteX35" fmla="*/ 1192022 w 1453388"/>
                  <a:gd name="connsiteY35" fmla="*/ 1472498 h 1472498"/>
                  <a:gd name="connsiteX36" fmla="*/ 1176909 w 1453388"/>
                  <a:gd name="connsiteY36" fmla="*/ 1457257 h 1472498"/>
                  <a:gd name="connsiteX37" fmla="*/ 1165606 w 1453388"/>
                  <a:gd name="connsiteY37" fmla="*/ 1370136 h 1472498"/>
                  <a:gd name="connsiteX38" fmla="*/ 1128776 w 1453388"/>
                  <a:gd name="connsiteY38" fmla="*/ 1185986 h 1472498"/>
                  <a:gd name="connsiteX39" fmla="*/ 1121791 w 1453388"/>
                  <a:gd name="connsiteY39" fmla="*/ 1162618 h 1472498"/>
                  <a:gd name="connsiteX40" fmla="*/ 950214 w 1453388"/>
                  <a:gd name="connsiteY40" fmla="*/ 1166427 h 1472498"/>
                  <a:gd name="connsiteX41" fmla="*/ 685927 w 1453388"/>
                  <a:gd name="connsiteY41" fmla="*/ 1159062 h 1472498"/>
                  <a:gd name="connsiteX42" fmla="*/ 645795 w 1453388"/>
                  <a:gd name="connsiteY42" fmla="*/ 1182302 h 1472498"/>
                  <a:gd name="connsiteX43" fmla="*/ 599694 w 1453388"/>
                  <a:gd name="connsiteY43" fmla="*/ 1461830 h 1472498"/>
                  <a:gd name="connsiteX44" fmla="*/ 574929 w 1453388"/>
                  <a:gd name="connsiteY44" fmla="*/ 1466020 h 1472498"/>
                  <a:gd name="connsiteX45" fmla="*/ 614299 w 1453388"/>
                  <a:gd name="connsiteY45" fmla="*/ 1184207 h 1472498"/>
                  <a:gd name="connsiteX46" fmla="*/ 481711 w 1453388"/>
                  <a:gd name="connsiteY46" fmla="*/ 1325051 h 1472498"/>
                  <a:gd name="connsiteX47" fmla="*/ 439166 w 1453388"/>
                  <a:gd name="connsiteY47" fmla="*/ 1458527 h 1472498"/>
                  <a:gd name="connsiteX48" fmla="*/ 413258 w 1453388"/>
                  <a:gd name="connsiteY48" fmla="*/ 1468814 h 1472498"/>
                  <a:gd name="connsiteX49" fmla="*/ 520319 w 1453388"/>
                  <a:gd name="connsiteY49" fmla="*/ 1228657 h 1472498"/>
                  <a:gd name="connsiteX50" fmla="*/ 650621 w 1453388"/>
                  <a:gd name="connsiteY50" fmla="*/ 1136963 h 1472498"/>
                  <a:gd name="connsiteX51" fmla="*/ 524637 w 1453388"/>
                  <a:gd name="connsiteY51" fmla="*/ 1011361 h 1472498"/>
                  <a:gd name="connsiteX52" fmla="*/ 446024 w 1453388"/>
                  <a:gd name="connsiteY52" fmla="*/ 970720 h 1472498"/>
                  <a:gd name="connsiteX53" fmla="*/ 414147 w 1453388"/>
                  <a:gd name="connsiteY53" fmla="*/ 824925 h 1472498"/>
                  <a:gd name="connsiteX54" fmla="*/ 513842 w 1453388"/>
                  <a:gd name="connsiteY54" fmla="*/ 724849 h 1472498"/>
                  <a:gd name="connsiteX55" fmla="*/ 691896 w 1453388"/>
                  <a:gd name="connsiteY55" fmla="*/ 550477 h 1472498"/>
                  <a:gd name="connsiteX56" fmla="*/ 869061 w 1453388"/>
                  <a:gd name="connsiteY56" fmla="*/ 514409 h 1472498"/>
                  <a:gd name="connsiteX57" fmla="*/ 869061 w 1453388"/>
                  <a:gd name="connsiteY57" fmla="*/ 398458 h 1472498"/>
                  <a:gd name="connsiteX58" fmla="*/ 722757 w 1453388"/>
                  <a:gd name="connsiteY58" fmla="*/ 301684 h 1472498"/>
                  <a:gd name="connsiteX59" fmla="*/ 610616 w 1453388"/>
                  <a:gd name="connsiteY59" fmla="*/ 358453 h 1472498"/>
                  <a:gd name="connsiteX60" fmla="*/ 395224 w 1453388"/>
                  <a:gd name="connsiteY60" fmla="*/ 348801 h 1472498"/>
                  <a:gd name="connsiteX61" fmla="*/ 326771 w 1453388"/>
                  <a:gd name="connsiteY61" fmla="*/ 533713 h 1472498"/>
                  <a:gd name="connsiteX62" fmla="*/ 356489 w 1453388"/>
                  <a:gd name="connsiteY62" fmla="*/ 561400 h 1472498"/>
                  <a:gd name="connsiteX63" fmla="*/ 290703 w 1453388"/>
                  <a:gd name="connsiteY63" fmla="*/ 659189 h 1472498"/>
                  <a:gd name="connsiteX64" fmla="*/ 241808 w 1453388"/>
                  <a:gd name="connsiteY64" fmla="*/ 552890 h 1472498"/>
                  <a:gd name="connsiteX65" fmla="*/ 300228 w 1453388"/>
                  <a:gd name="connsiteY65" fmla="*/ 527871 h 1472498"/>
                  <a:gd name="connsiteX66" fmla="*/ 349250 w 1453388"/>
                  <a:gd name="connsiteY66" fmla="*/ 400871 h 1472498"/>
                  <a:gd name="connsiteX67" fmla="*/ 372999 w 1453388"/>
                  <a:gd name="connsiteY67" fmla="*/ 338895 h 1472498"/>
                  <a:gd name="connsiteX68" fmla="*/ 180721 w 1453388"/>
                  <a:gd name="connsiteY68" fmla="*/ 261933 h 1472498"/>
                  <a:gd name="connsiteX69" fmla="*/ 131445 w 1453388"/>
                  <a:gd name="connsiteY69" fmla="*/ 300288 h 1472498"/>
                  <a:gd name="connsiteX70" fmla="*/ 34798 w 1453388"/>
                  <a:gd name="connsiteY70" fmla="*/ 262441 h 1472498"/>
                  <a:gd name="connsiteX71" fmla="*/ 62103 w 1453388"/>
                  <a:gd name="connsiteY71" fmla="*/ 148014 h 1472498"/>
                  <a:gd name="connsiteX72" fmla="*/ 130175 w 1453388"/>
                  <a:gd name="connsiteY72" fmla="*/ 143696 h 1472498"/>
                  <a:gd name="connsiteX73" fmla="*/ 124587 w 1453388"/>
                  <a:gd name="connsiteY73" fmla="*/ 109660 h 1472498"/>
                  <a:gd name="connsiteX74" fmla="*/ 0 w 1453388"/>
                  <a:gd name="connsiteY74" fmla="*/ 45399 h 1472498"/>
                  <a:gd name="connsiteX75" fmla="*/ 32893 w 1453388"/>
                  <a:gd name="connsiteY75" fmla="*/ 36127 h 1472498"/>
                  <a:gd name="connsiteX76" fmla="*/ 32893 w 1453388"/>
                  <a:gd name="connsiteY76" fmla="*/ 36127 h 1472498"/>
                  <a:gd name="connsiteX77" fmla="*/ 839978 w 1453388"/>
                  <a:gd name="connsiteY77" fmla="*/ 33334 h 1472498"/>
                  <a:gd name="connsiteX78" fmla="*/ 729488 w 1453388"/>
                  <a:gd name="connsiteY78" fmla="*/ 140649 h 1472498"/>
                  <a:gd name="connsiteX79" fmla="*/ 886968 w 1453388"/>
                  <a:gd name="connsiteY79" fmla="*/ 369883 h 1472498"/>
                  <a:gd name="connsiteX80" fmla="*/ 1055370 w 1453388"/>
                  <a:gd name="connsiteY80" fmla="*/ 257362 h 1472498"/>
                  <a:gd name="connsiteX81" fmla="*/ 993902 w 1453388"/>
                  <a:gd name="connsiteY81" fmla="*/ 60765 h 1472498"/>
                  <a:gd name="connsiteX82" fmla="*/ 839978 w 1453388"/>
                  <a:gd name="connsiteY82" fmla="*/ 33334 h 1472498"/>
                  <a:gd name="connsiteX83" fmla="*/ 77851 w 1453388"/>
                  <a:gd name="connsiteY83" fmla="*/ 172526 h 1472498"/>
                  <a:gd name="connsiteX84" fmla="*/ 54356 w 1453388"/>
                  <a:gd name="connsiteY84" fmla="*/ 238565 h 1472498"/>
                  <a:gd name="connsiteX85" fmla="*/ 125984 w 1453388"/>
                  <a:gd name="connsiteY85" fmla="*/ 274126 h 1472498"/>
                  <a:gd name="connsiteX86" fmla="*/ 170180 w 1453388"/>
                  <a:gd name="connsiteY86" fmla="*/ 225484 h 1472498"/>
                  <a:gd name="connsiteX87" fmla="*/ 77851 w 1453388"/>
                  <a:gd name="connsiteY87" fmla="*/ 172526 h 1472498"/>
                  <a:gd name="connsiteX88" fmla="*/ 787400 w 1453388"/>
                  <a:gd name="connsiteY88" fmla="*/ 550224 h 1472498"/>
                  <a:gd name="connsiteX89" fmla="*/ 551561 w 1453388"/>
                  <a:gd name="connsiteY89" fmla="*/ 708084 h 1472498"/>
                  <a:gd name="connsiteX90" fmla="*/ 521081 w 1453388"/>
                  <a:gd name="connsiteY90" fmla="*/ 910269 h 1472498"/>
                  <a:gd name="connsiteX91" fmla="*/ 656336 w 1453388"/>
                  <a:gd name="connsiteY91" fmla="*/ 1108643 h 1472498"/>
                  <a:gd name="connsiteX92" fmla="*/ 885698 w 1453388"/>
                  <a:gd name="connsiteY92" fmla="*/ 1143059 h 1472498"/>
                  <a:gd name="connsiteX93" fmla="*/ 1167257 w 1453388"/>
                  <a:gd name="connsiteY93" fmla="*/ 1081464 h 1472498"/>
                  <a:gd name="connsiteX94" fmla="*/ 1254379 w 1453388"/>
                  <a:gd name="connsiteY94" fmla="*/ 789745 h 1472498"/>
                  <a:gd name="connsiteX95" fmla="*/ 1073404 w 1453388"/>
                  <a:gd name="connsiteY95" fmla="*/ 576766 h 1472498"/>
                  <a:gd name="connsiteX96" fmla="*/ 787400 w 1453388"/>
                  <a:gd name="connsiteY96" fmla="*/ 550224 h 1472498"/>
                  <a:gd name="connsiteX97" fmla="*/ 266700 w 1453388"/>
                  <a:gd name="connsiteY97" fmla="*/ 566480 h 1472498"/>
                  <a:gd name="connsiteX98" fmla="*/ 314071 w 1453388"/>
                  <a:gd name="connsiteY98" fmla="*/ 625407 h 1472498"/>
                  <a:gd name="connsiteX99" fmla="*/ 266700 w 1453388"/>
                  <a:gd name="connsiteY99" fmla="*/ 566480 h 1472498"/>
                  <a:gd name="connsiteX100" fmla="*/ 508508 w 1453388"/>
                  <a:gd name="connsiteY100" fmla="*/ 984309 h 1472498"/>
                  <a:gd name="connsiteX101" fmla="*/ 500888 w 1453388"/>
                  <a:gd name="connsiteY101" fmla="*/ 753677 h 1472498"/>
                  <a:gd name="connsiteX102" fmla="*/ 508508 w 1453388"/>
                  <a:gd name="connsiteY102" fmla="*/ 984309 h 1472498"/>
                  <a:gd name="connsiteX103" fmla="*/ 1274572 w 1453388"/>
                  <a:gd name="connsiteY103" fmla="*/ 752662 h 1472498"/>
                  <a:gd name="connsiteX104" fmla="*/ 1273048 w 1453388"/>
                  <a:gd name="connsiteY104" fmla="*/ 989008 h 1472498"/>
                  <a:gd name="connsiteX105" fmla="*/ 1274572 w 1453388"/>
                  <a:gd name="connsiteY105" fmla="*/ 752662 h 1472498"/>
                  <a:gd name="connsiteX106" fmla="*/ 1310640 w 1453388"/>
                  <a:gd name="connsiteY106" fmla="*/ 1163761 h 1472498"/>
                  <a:gd name="connsiteX107" fmla="*/ 1312418 w 1453388"/>
                  <a:gd name="connsiteY107" fmla="*/ 1303461 h 1472498"/>
                  <a:gd name="connsiteX108" fmla="*/ 1425702 w 1453388"/>
                  <a:gd name="connsiteY108" fmla="*/ 1234119 h 1472498"/>
                  <a:gd name="connsiteX109" fmla="*/ 1310640 w 1453388"/>
                  <a:gd name="connsiteY109" fmla="*/ 1163761 h 1472498"/>
                  <a:gd name="connsiteX110" fmla="*/ 1154557 w 1453388"/>
                  <a:gd name="connsiteY110" fmla="*/ 1181540 h 1472498"/>
                  <a:gd name="connsiteX111" fmla="*/ 1189609 w 1453388"/>
                  <a:gd name="connsiteY111" fmla="*/ 1338005 h 1472498"/>
                  <a:gd name="connsiteX112" fmla="*/ 1241806 w 1453388"/>
                  <a:gd name="connsiteY112" fmla="*/ 1235643 h 1472498"/>
                  <a:gd name="connsiteX113" fmla="*/ 1154557 w 1453388"/>
                  <a:gd name="connsiteY113" fmla="*/ 1181540 h 1472498"/>
                  <a:gd name="connsiteX0" fmla="*/ 0 w 1453388"/>
                  <a:gd name="connsiteY0" fmla="*/ 45399 h 1472498"/>
                  <a:gd name="connsiteX1" fmla="*/ 124206 w 1453388"/>
                  <a:gd name="connsiteY1" fmla="*/ 9203 h 1472498"/>
                  <a:gd name="connsiteX2" fmla="*/ 303784 w 1453388"/>
                  <a:gd name="connsiteY2" fmla="*/ 143188 h 1472498"/>
                  <a:gd name="connsiteX3" fmla="*/ 147193 w 1453388"/>
                  <a:gd name="connsiteY3" fmla="*/ 125155 h 1472498"/>
                  <a:gd name="connsiteX4" fmla="*/ 196977 w 1453388"/>
                  <a:gd name="connsiteY4" fmla="*/ 181034 h 1472498"/>
                  <a:gd name="connsiteX5" fmla="*/ 195326 w 1453388"/>
                  <a:gd name="connsiteY5" fmla="*/ 241740 h 1472498"/>
                  <a:gd name="connsiteX6" fmla="*/ 488950 w 1453388"/>
                  <a:gd name="connsiteY6" fmla="*/ 345245 h 1472498"/>
                  <a:gd name="connsiteX7" fmla="*/ 603758 w 1453388"/>
                  <a:gd name="connsiteY7" fmla="*/ 328482 h 1472498"/>
                  <a:gd name="connsiteX8" fmla="*/ 708787 w 1453388"/>
                  <a:gd name="connsiteY8" fmla="*/ 280476 h 1472498"/>
                  <a:gd name="connsiteX9" fmla="*/ 694817 w 1453388"/>
                  <a:gd name="connsiteY9" fmla="*/ 182685 h 1472498"/>
                  <a:gd name="connsiteX10" fmla="*/ 744220 w 1453388"/>
                  <a:gd name="connsiteY10" fmla="*/ 62924 h 1472498"/>
                  <a:gd name="connsiteX11" fmla="*/ 972566 w 1453388"/>
                  <a:gd name="connsiteY11" fmla="*/ 17077 h 1472498"/>
                  <a:gd name="connsiteX12" fmla="*/ 1092200 w 1453388"/>
                  <a:gd name="connsiteY12" fmla="*/ 236533 h 1472498"/>
                  <a:gd name="connsiteX13" fmla="*/ 1092532 w 1453388"/>
                  <a:gd name="connsiteY13" fmla="*/ 256335 h 1472498"/>
                  <a:gd name="connsiteX14" fmla="*/ 1082294 w 1453388"/>
                  <a:gd name="connsiteY14" fmla="*/ 261426 h 1472498"/>
                  <a:gd name="connsiteX15" fmla="*/ 945007 w 1453388"/>
                  <a:gd name="connsiteY15" fmla="*/ 390712 h 1472498"/>
                  <a:gd name="connsiteX16" fmla="*/ 895604 w 1453388"/>
                  <a:gd name="connsiteY16" fmla="*/ 397570 h 1472498"/>
                  <a:gd name="connsiteX17" fmla="*/ 895350 w 1453388"/>
                  <a:gd name="connsiteY17" fmla="*/ 515171 h 1472498"/>
                  <a:gd name="connsiteX18" fmla="*/ 1144651 w 1453388"/>
                  <a:gd name="connsiteY18" fmla="*/ 586800 h 1472498"/>
                  <a:gd name="connsiteX19" fmla="*/ 1251204 w 1453388"/>
                  <a:gd name="connsiteY19" fmla="*/ 704528 h 1472498"/>
                  <a:gd name="connsiteX20" fmla="*/ 1340993 w 1453388"/>
                  <a:gd name="connsiteY20" fmla="*/ 779713 h 1472498"/>
                  <a:gd name="connsiteX21" fmla="*/ 1256030 w 1453388"/>
                  <a:gd name="connsiteY21" fmla="*/ 1014155 h 1472498"/>
                  <a:gd name="connsiteX22" fmla="*/ 1237361 w 1453388"/>
                  <a:gd name="connsiteY22" fmla="*/ 1043111 h 1472498"/>
                  <a:gd name="connsiteX23" fmla="*/ 1122934 w 1453388"/>
                  <a:gd name="connsiteY23" fmla="*/ 1135439 h 1472498"/>
                  <a:gd name="connsiteX24" fmla="*/ 1246632 w 1453388"/>
                  <a:gd name="connsiteY24" fmla="*/ 1210624 h 1472498"/>
                  <a:gd name="connsiteX25" fmla="*/ 1310640 w 1453388"/>
                  <a:gd name="connsiteY25" fmla="*/ 1137345 h 1472498"/>
                  <a:gd name="connsiteX26" fmla="*/ 1410843 w 1453388"/>
                  <a:gd name="connsiteY26" fmla="*/ 1154108 h 1472498"/>
                  <a:gd name="connsiteX27" fmla="*/ 1453388 w 1453388"/>
                  <a:gd name="connsiteY27" fmla="*/ 1224720 h 1472498"/>
                  <a:gd name="connsiteX28" fmla="*/ 1383665 w 1453388"/>
                  <a:gd name="connsiteY28" fmla="*/ 1462338 h 1472498"/>
                  <a:gd name="connsiteX29" fmla="*/ 1360424 w 1453388"/>
                  <a:gd name="connsiteY29" fmla="*/ 1465005 h 1472498"/>
                  <a:gd name="connsiteX30" fmla="*/ 1413637 w 1453388"/>
                  <a:gd name="connsiteY30" fmla="*/ 1314509 h 1472498"/>
                  <a:gd name="connsiteX31" fmla="*/ 1331468 w 1453388"/>
                  <a:gd name="connsiteY31" fmla="*/ 1334068 h 1472498"/>
                  <a:gd name="connsiteX32" fmla="*/ 1247394 w 1453388"/>
                  <a:gd name="connsiteY32" fmla="*/ 1274251 h 1472498"/>
                  <a:gd name="connsiteX33" fmla="*/ 1194054 w 1453388"/>
                  <a:gd name="connsiteY33" fmla="*/ 1459036 h 1472498"/>
                  <a:gd name="connsiteX34" fmla="*/ 1192022 w 1453388"/>
                  <a:gd name="connsiteY34" fmla="*/ 1472498 h 1472498"/>
                  <a:gd name="connsiteX35" fmla="*/ 1176909 w 1453388"/>
                  <a:gd name="connsiteY35" fmla="*/ 1457257 h 1472498"/>
                  <a:gd name="connsiteX36" fmla="*/ 1165606 w 1453388"/>
                  <a:gd name="connsiteY36" fmla="*/ 1370136 h 1472498"/>
                  <a:gd name="connsiteX37" fmla="*/ 1128776 w 1453388"/>
                  <a:gd name="connsiteY37" fmla="*/ 1185986 h 1472498"/>
                  <a:gd name="connsiteX38" fmla="*/ 1121791 w 1453388"/>
                  <a:gd name="connsiteY38" fmla="*/ 1162618 h 1472498"/>
                  <a:gd name="connsiteX39" fmla="*/ 950214 w 1453388"/>
                  <a:gd name="connsiteY39" fmla="*/ 1166427 h 1472498"/>
                  <a:gd name="connsiteX40" fmla="*/ 685927 w 1453388"/>
                  <a:gd name="connsiteY40" fmla="*/ 1159062 h 1472498"/>
                  <a:gd name="connsiteX41" fmla="*/ 645795 w 1453388"/>
                  <a:gd name="connsiteY41" fmla="*/ 1182302 h 1472498"/>
                  <a:gd name="connsiteX42" fmla="*/ 599694 w 1453388"/>
                  <a:gd name="connsiteY42" fmla="*/ 1461830 h 1472498"/>
                  <a:gd name="connsiteX43" fmla="*/ 574929 w 1453388"/>
                  <a:gd name="connsiteY43" fmla="*/ 1466020 h 1472498"/>
                  <a:gd name="connsiteX44" fmla="*/ 614299 w 1453388"/>
                  <a:gd name="connsiteY44" fmla="*/ 1184207 h 1472498"/>
                  <a:gd name="connsiteX45" fmla="*/ 481711 w 1453388"/>
                  <a:gd name="connsiteY45" fmla="*/ 1325051 h 1472498"/>
                  <a:gd name="connsiteX46" fmla="*/ 439166 w 1453388"/>
                  <a:gd name="connsiteY46" fmla="*/ 1458527 h 1472498"/>
                  <a:gd name="connsiteX47" fmla="*/ 413258 w 1453388"/>
                  <a:gd name="connsiteY47" fmla="*/ 1468814 h 1472498"/>
                  <a:gd name="connsiteX48" fmla="*/ 520319 w 1453388"/>
                  <a:gd name="connsiteY48" fmla="*/ 1228657 h 1472498"/>
                  <a:gd name="connsiteX49" fmla="*/ 650621 w 1453388"/>
                  <a:gd name="connsiteY49" fmla="*/ 1136963 h 1472498"/>
                  <a:gd name="connsiteX50" fmla="*/ 524637 w 1453388"/>
                  <a:gd name="connsiteY50" fmla="*/ 1011361 h 1472498"/>
                  <a:gd name="connsiteX51" fmla="*/ 446024 w 1453388"/>
                  <a:gd name="connsiteY51" fmla="*/ 970720 h 1472498"/>
                  <a:gd name="connsiteX52" fmla="*/ 414147 w 1453388"/>
                  <a:gd name="connsiteY52" fmla="*/ 824925 h 1472498"/>
                  <a:gd name="connsiteX53" fmla="*/ 513842 w 1453388"/>
                  <a:gd name="connsiteY53" fmla="*/ 724849 h 1472498"/>
                  <a:gd name="connsiteX54" fmla="*/ 691896 w 1453388"/>
                  <a:gd name="connsiteY54" fmla="*/ 550477 h 1472498"/>
                  <a:gd name="connsiteX55" fmla="*/ 869061 w 1453388"/>
                  <a:gd name="connsiteY55" fmla="*/ 514409 h 1472498"/>
                  <a:gd name="connsiteX56" fmla="*/ 869061 w 1453388"/>
                  <a:gd name="connsiteY56" fmla="*/ 398458 h 1472498"/>
                  <a:gd name="connsiteX57" fmla="*/ 722757 w 1453388"/>
                  <a:gd name="connsiteY57" fmla="*/ 301684 h 1472498"/>
                  <a:gd name="connsiteX58" fmla="*/ 610616 w 1453388"/>
                  <a:gd name="connsiteY58" fmla="*/ 358453 h 1472498"/>
                  <a:gd name="connsiteX59" fmla="*/ 395224 w 1453388"/>
                  <a:gd name="connsiteY59" fmla="*/ 348801 h 1472498"/>
                  <a:gd name="connsiteX60" fmla="*/ 326771 w 1453388"/>
                  <a:gd name="connsiteY60" fmla="*/ 533713 h 1472498"/>
                  <a:gd name="connsiteX61" fmla="*/ 356489 w 1453388"/>
                  <a:gd name="connsiteY61" fmla="*/ 561400 h 1472498"/>
                  <a:gd name="connsiteX62" fmla="*/ 290703 w 1453388"/>
                  <a:gd name="connsiteY62" fmla="*/ 659189 h 1472498"/>
                  <a:gd name="connsiteX63" fmla="*/ 241808 w 1453388"/>
                  <a:gd name="connsiteY63" fmla="*/ 552890 h 1472498"/>
                  <a:gd name="connsiteX64" fmla="*/ 300228 w 1453388"/>
                  <a:gd name="connsiteY64" fmla="*/ 527871 h 1472498"/>
                  <a:gd name="connsiteX65" fmla="*/ 349250 w 1453388"/>
                  <a:gd name="connsiteY65" fmla="*/ 400871 h 1472498"/>
                  <a:gd name="connsiteX66" fmla="*/ 372999 w 1453388"/>
                  <a:gd name="connsiteY66" fmla="*/ 338895 h 1472498"/>
                  <a:gd name="connsiteX67" fmla="*/ 180721 w 1453388"/>
                  <a:gd name="connsiteY67" fmla="*/ 261933 h 1472498"/>
                  <a:gd name="connsiteX68" fmla="*/ 131445 w 1453388"/>
                  <a:gd name="connsiteY68" fmla="*/ 300288 h 1472498"/>
                  <a:gd name="connsiteX69" fmla="*/ 34798 w 1453388"/>
                  <a:gd name="connsiteY69" fmla="*/ 262441 h 1472498"/>
                  <a:gd name="connsiteX70" fmla="*/ 62103 w 1453388"/>
                  <a:gd name="connsiteY70" fmla="*/ 148014 h 1472498"/>
                  <a:gd name="connsiteX71" fmla="*/ 130175 w 1453388"/>
                  <a:gd name="connsiteY71" fmla="*/ 143696 h 1472498"/>
                  <a:gd name="connsiteX72" fmla="*/ 124587 w 1453388"/>
                  <a:gd name="connsiteY72" fmla="*/ 109660 h 1472498"/>
                  <a:gd name="connsiteX73" fmla="*/ 0 w 1453388"/>
                  <a:gd name="connsiteY73" fmla="*/ 45399 h 1472498"/>
                  <a:gd name="connsiteX74" fmla="*/ 32893 w 1453388"/>
                  <a:gd name="connsiteY74" fmla="*/ 36127 h 1472498"/>
                  <a:gd name="connsiteX75" fmla="*/ 32893 w 1453388"/>
                  <a:gd name="connsiteY75" fmla="*/ 36127 h 1472498"/>
                  <a:gd name="connsiteX76" fmla="*/ 839978 w 1453388"/>
                  <a:gd name="connsiteY76" fmla="*/ 33334 h 1472498"/>
                  <a:gd name="connsiteX77" fmla="*/ 729488 w 1453388"/>
                  <a:gd name="connsiteY77" fmla="*/ 140649 h 1472498"/>
                  <a:gd name="connsiteX78" fmla="*/ 886968 w 1453388"/>
                  <a:gd name="connsiteY78" fmla="*/ 369883 h 1472498"/>
                  <a:gd name="connsiteX79" fmla="*/ 1055370 w 1453388"/>
                  <a:gd name="connsiteY79" fmla="*/ 257362 h 1472498"/>
                  <a:gd name="connsiteX80" fmla="*/ 993902 w 1453388"/>
                  <a:gd name="connsiteY80" fmla="*/ 60765 h 1472498"/>
                  <a:gd name="connsiteX81" fmla="*/ 839978 w 1453388"/>
                  <a:gd name="connsiteY81" fmla="*/ 33334 h 1472498"/>
                  <a:gd name="connsiteX82" fmla="*/ 77851 w 1453388"/>
                  <a:gd name="connsiteY82" fmla="*/ 172526 h 1472498"/>
                  <a:gd name="connsiteX83" fmla="*/ 54356 w 1453388"/>
                  <a:gd name="connsiteY83" fmla="*/ 238565 h 1472498"/>
                  <a:gd name="connsiteX84" fmla="*/ 125984 w 1453388"/>
                  <a:gd name="connsiteY84" fmla="*/ 274126 h 1472498"/>
                  <a:gd name="connsiteX85" fmla="*/ 170180 w 1453388"/>
                  <a:gd name="connsiteY85" fmla="*/ 225484 h 1472498"/>
                  <a:gd name="connsiteX86" fmla="*/ 77851 w 1453388"/>
                  <a:gd name="connsiteY86" fmla="*/ 172526 h 1472498"/>
                  <a:gd name="connsiteX87" fmla="*/ 787400 w 1453388"/>
                  <a:gd name="connsiteY87" fmla="*/ 550224 h 1472498"/>
                  <a:gd name="connsiteX88" fmla="*/ 551561 w 1453388"/>
                  <a:gd name="connsiteY88" fmla="*/ 708084 h 1472498"/>
                  <a:gd name="connsiteX89" fmla="*/ 521081 w 1453388"/>
                  <a:gd name="connsiteY89" fmla="*/ 910269 h 1472498"/>
                  <a:gd name="connsiteX90" fmla="*/ 656336 w 1453388"/>
                  <a:gd name="connsiteY90" fmla="*/ 1108643 h 1472498"/>
                  <a:gd name="connsiteX91" fmla="*/ 885698 w 1453388"/>
                  <a:gd name="connsiteY91" fmla="*/ 1143059 h 1472498"/>
                  <a:gd name="connsiteX92" fmla="*/ 1167257 w 1453388"/>
                  <a:gd name="connsiteY92" fmla="*/ 1081464 h 1472498"/>
                  <a:gd name="connsiteX93" fmla="*/ 1254379 w 1453388"/>
                  <a:gd name="connsiteY93" fmla="*/ 789745 h 1472498"/>
                  <a:gd name="connsiteX94" fmla="*/ 1073404 w 1453388"/>
                  <a:gd name="connsiteY94" fmla="*/ 576766 h 1472498"/>
                  <a:gd name="connsiteX95" fmla="*/ 787400 w 1453388"/>
                  <a:gd name="connsiteY95" fmla="*/ 550224 h 1472498"/>
                  <a:gd name="connsiteX96" fmla="*/ 266700 w 1453388"/>
                  <a:gd name="connsiteY96" fmla="*/ 566480 h 1472498"/>
                  <a:gd name="connsiteX97" fmla="*/ 314071 w 1453388"/>
                  <a:gd name="connsiteY97" fmla="*/ 625407 h 1472498"/>
                  <a:gd name="connsiteX98" fmla="*/ 266700 w 1453388"/>
                  <a:gd name="connsiteY98" fmla="*/ 566480 h 1472498"/>
                  <a:gd name="connsiteX99" fmla="*/ 508508 w 1453388"/>
                  <a:gd name="connsiteY99" fmla="*/ 984309 h 1472498"/>
                  <a:gd name="connsiteX100" fmla="*/ 500888 w 1453388"/>
                  <a:gd name="connsiteY100" fmla="*/ 753677 h 1472498"/>
                  <a:gd name="connsiteX101" fmla="*/ 508508 w 1453388"/>
                  <a:gd name="connsiteY101" fmla="*/ 984309 h 1472498"/>
                  <a:gd name="connsiteX102" fmla="*/ 1274572 w 1453388"/>
                  <a:gd name="connsiteY102" fmla="*/ 752662 h 1472498"/>
                  <a:gd name="connsiteX103" fmla="*/ 1273048 w 1453388"/>
                  <a:gd name="connsiteY103" fmla="*/ 989008 h 1472498"/>
                  <a:gd name="connsiteX104" fmla="*/ 1274572 w 1453388"/>
                  <a:gd name="connsiteY104" fmla="*/ 752662 h 1472498"/>
                  <a:gd name="connsiteX105" fmla="*/ 1310640 w 1453388"/>
                  <a:gd name="connsiteY105" fmla="*/ 1163761 h 1472498"/>
                  <a:gd name="connsiteX106" fmla="*/ 1312418 w 1453388"/>
                  <a:gd name="connsiteY106" fmla="*/ 1303461 h 1472498"/>
                  <a:gd name="connsiteX107" fmla="*/ 1425702 w 1453388"/>
                  <a:gd name="connsiteY107" fmla="*/ 1234119 h 1472498"/>
                  <a:gd name="connsiteX108" fmla="*/ 1310640 w 1453388"/>
                  <a:gd name="connsiteY108" fmla="*/ 1163761 h 1472498"/>
                  <a:gd name="connsiteX109" fmla="*/ 1154557 w 1453388"/>
                  <a:gd name="connsiteY109" fmla="*/ 1181540 h 1472498"/>
                  <a:gd name="connsiteX110" fmla="*/ 1189609 w 1453388"/>
                  <a:gd name="connsiteY110" fmla="*/ 1338005 h 1472498"/>
                  <a:gd name="connsiteX111" fmla="*/ 1241806 w 1453388"/>
                  <a:gd name="connsiteY111" fmla="*/ 1235643 h 1472498"/>
                  <a:gd name="connsiteX112" fmla="*/ 1154557 w 1453388"/>
                  <a:gd name="connsiteY112" fmla="*/ 1181540 h 1472498"/>
                  <a:gd name="connsiteX0" fmla="*/ 0 w 1453388"/>
                  <a:gd name="connsiteY0" fmla="*/ 45399 h 1472498"/>
                  <a:gd name="connsiteX1" fmla="*/ 303784 w 1453388"/>
                  <a:gd name="connsiteY1" fmla="*/ 143188 h 1472498"/>
                  <a:gd name="connsiteX2" fmla="*/ 147193 w 1453388"/>
                  <a:gd name="connsiteY2" fmla="*/ 125155 h 1472498"/>
                  <a:gd name="connsiteX3" fmla="*/ 196977 w 1453388"/>
                  <a:gd name="connsiteY3" fmla="*/ 181034 h 1472498"/>
                  <a:gd name="connsiteX4" fmla="*/ 195326 w 1453388"/>
                  <a:gd name="connsiteY4" fmla="*/ 241740 h 1472498"/>
                  <a:gd name="connsiteX5" fmla="*/ 488950 w 1453388"/>
                  <a:gd name="connsiteY5" fmla="*/ 345245 h 1472498"/>
                  <a:gd name="connsiteX6" fmla="*/ 603758 w 1453388"/>
                  <a:gd name="connsiteY6" fmla="*/ 328482 h 1472498"/>
                  <a:gd name="connsiteX7" fmla="*/ 708787 w 1453388"/>
                  <a:gd name="connsiteY7" fmla="*/ 280476 h 1472498"/>
                  <a:gd name="connsiteX8" fmla="*/ 694817 w 1453388"/>
                  <a:gd name="connsiteY8" fmla="*/ 182685 h 1472498"/>
                  <a:gd name="connsiteX9" fmla="*/ 744220 w 1453388"/>
                  <a:gd name="connsiteY9" fmla="*/ 62924 h 1472498"/>
                  <a:gd name="connsiteX10" fmla="*/ 972566 w 1453388"/>
                  <a:gd name="connsiteY10" fmla="*/ 17077 h 1472498"/>
                  <a:gd name="connsiteX11" fmla="*/ 1092200 w 1453388"/>
                  <a:gd name="connsiteY11" fmla="*/ 236533 h 1472498"/>
                  <a:gd name="connsiteX12" fmla="*/ 1092532 w 1453388"/>
                  <a:gd name="connsiteY12" fmla="*/ 256335 h 1472498"/>
                  <a:gd name="connsiteX13" fmla="*/ 1082294 w 1453388"/>
                  <a:gd name="connsiteY13" fmla="*/ 261426 h 1472498"/>
                  <a:gd name="connsiteX14" fmla="*/ 945007 w 1453388"/>
                  <a:gd name="connsiteY14" fmla="*/ 390712 h 1472498"/>
                  <a:gd name="connsiteX15" fmla="*/ 895604 w 1453388"/>
                  <a:gd name="connsiteY15" fmla="*/ 397570 h 1472498"/>
                  <a:gd name="connsiteX16" fmla="*/ 895350 w 1453388"/>
                  <a:gd name="connsiteY16" fmla="*/ 515171 h 1472498"/>
                  <a:gd name="connsiteX17" fmla="*/ 1144651 w 1453388"/>
                  <a:gd name="connsiteY17" fmla="*/ 586800 h 1472498"/>
                  <a:gd name="connsiteX18" fmla="*/ 1251204 w 1453388"/>
                  <a:gd name="connsiteY18" fmla="*/ 704528 h 1472498"/>
                  <a:gd name="connsiteX19" fmla="*/ 1340993 w 1453388"/>
                  <a:gd name="connsiteY19" fmla="*/ 779713 h 1472498"/>
                  <a:gd name="connsiteX20" fmla="*/ 1256030 w 1453388"/>
                  <a:gd name="connsiteY20" fmla="*/ 1014155 h 1472498"/>
                  <a:gd name="connsiteX21" fmla="*/ 1237361 w 1453388"/>
                  <a:gd name="connsiteY21" fmla="*/ 1043111 h 1472498"/>
                  <a:gd name="connsiteX22" fmla="*/ 1122934 w 1453388"/>
                  <a:gd name="connsiteY22" fmla="*/ 1135439 h 1472498"/>
                  <a:gd name="connsiteX23" fmla="*/ 1246632 w 1453388"/>
                  <a:gd name="connsiteY23" fmla="*/ 1210624 h 1472498"/>
                  <a:gd name="connsiteX24" fmla="*/ 1310640 w 1453388"/>
                  <a:gd name="connsiteY24" fmla="*/ 1137345 h 1472498"/>
                  <a:gd name="connsiteX25" fmla="*/ 1410843 w 1453388"/>
                  <a:gd name="connsiteY25" fmla="*/ 1154108 h 1472498"/>
                  <a:gd name="connsiteX26" fmla="*/ 1453388 w 1453388"/>
                  <a:gd name="connsiteY26" fmla="*/ 1224720 h 1472498"/>
                  <a:gd name="connsiteX27" fmla="*/ 1383665 w 1453388"/>
                  <a:gd name="connsiteY27" fmla="*/ 1462338 h 1472498"/>
                  <a:gd name="connsiteX28" fmla="*/ 1360424 w 1453388"/>
                  <a:gd name="connsiteY28" fmla="*/ 1465005 h 1472498"/>
                  <a:gd name="connsiteX29" fmla="*/ 1413637 w 1453388"/>
                  <a:gd name="connsiteY29" fmla="*/ 1314509 h 1472498"/>
                  <a:gd name="connsiteX30" fmla="*/ 1331468 w 1453388"/>
                  <a:gd name="connsiteY30" fmla="*/ 1334068 h 1472498"/>
                  <a:gd name="connsiteX31" fmla="*/ 1247394 w 1453388"/>
                  <a:gd name="connsiteY31" fmla="*/ 1274251 h 1472498"/>
                  <a:gd name="connsiteX32" fmla="*/ 1194054 w 1453388"/>
                  <a:gd name="connsiteY32" fmla="*/ 1459036 h 1472498"/>
                  <a:gd name="connsiteX33" fmla="*/ 1192022 w 1453388"/>
                  <a:gd name="connsiteY33" fmla="*/ 1472498 h 1472498"/>
                  <a:gd name="connsiteX34" fmla="*/ 1176909 w 1453388"/>
                  <a:gd name="connsiteY34" fmla="*/ 1457257 h 1472498"/>
                  <a:gd name="connsiteX35" fmla="*/ 1165606 w 1453388"/>
                  <a:gd name="connsiteY35" fmla="*/ 1370136 h 1472498"/>
                  <a:gd name="connsiteX36" fmla="*/ 1128776 w 1453388"/>
                  <a:gd name="connsiteY36" fmla="*/ 1185986 h 1472498"/>
                  <a:gd name="connsiteX37" fmla="*/ 1121791 w 1453388"/>
                  <a:gd name="connsiteY37" fmla="*/ 1162618 h 1472498"/>
                  <a:gd name="connsiteX38" fmla="*/ 950214 w 1453388"/>
                  <a:gd name="connsiteY38" fmla="*/ 1166427 h 1472498"/>
                  <a:gd name="connsiteX39" fmla="*/ 685927 w 1453388"/>
                  <a:gd name="connsiteY39" fmla="*/ 1159062 h 1472498"/>
                  <a:gd name="connsiteX40" fmla="*/ 645795 w 1453388"/>
                  <a:gd name="connsiteY40" fmla="*/ 1182302 h 1472498"/>
                  <a:gd name="connsiteX41" fmla="*/ 599694 w 1453388"/>
                  <a:gd name="connsiteY41" fmla="*/ 1461830 h 1472498"/>
                  <a:gd name="connsiteX42" fmla="*/ 574929 w 1453388"/>
                  <a:gd name="connsiteY42" fmla="*/ 1466020 h 1472498"/>
                  <a:gd name="connsiteX43" fmla="*/ 614299 w 1453388"/>
                  <a:gd name="connsiteY43" fmla="*/ 1184207 h 1472498"/>
                  <a:gd name="connsiteX44" fmla="*/ 481711 w 1453388"/>
                  <a:gd name="connsiteY44" fmla="*/ 1325051 h 1472498"/>
                  <a:gd name="connsiteX45" fmla="*/ 439166 w 1453388"/>
                  <a:gd name="connsiteY45" fmla="*/ 1458527 h 1472498"/>
                  <a:gd name="connsiteX46" fmla="*/ 413258 w 1453388"/>
                  <a:gd name="connsiteY46" fmla="*/ 1468814 h 1472498"/>
                  <a:gd name="connsiteX47" fmla="*/ 520319 w 1453388"/>
                  <a:gd name="connsiteY47" fmla="*/ 1228657 h 1472498"/>
                  <a:gd name="connsiteX48" fmla="*/ 650621 w 1453388"/>
                  <a:gd name="connsiteY48" fmla="*/ 1136963 h 1472498"/>
                  <a:gd name="connsiteX49" fmla="*/ 524637 w 1453388"/>
                  <a:gd name="connsiteY49" fmla="*/ 1011361 h 1472498"/>
                  <a:gd name="connsiteX50" fmla="*/ 446024 w 1453388"/>
                  <a:gd name="connsiteY50" fmla="*/ 970720 h 1472498"/>
                  <a:gd name="connsiteX51" fmla="*/ 414147 w 1453388"/>
                  <a:gd name="connsiteY51" fmla="*/ 824925 h 1472498"/>
                  <a:gd name="connsiteX52" fmla="*/ 513842 w 1453388"/>
                  <a:gd name="connsiteY52" fmla="*/ 724849 h 1472498"/>
                  <a:gd name="connsiteX53" fmla="*/ 691896 w 1453388"/>
                  <a:gd name="connsiteY53" fmla="*/ 550477 h 1472498"/>
                  <a:gd name="connsiteX54" fmla="*/ 869061 w 1453388"/>
                  <a:gd name="connsiteY54" fmla="*/ 514409 h 1472498"/>
                  <a:gd name="connsiteX55" fmla="*/ 869061 w 1453388"/>
                  <a:gd name="connsiteY55" fmla="*/ 398458 h 1472498"/>
                  <a:gd name="connsiteX56" fmla="*/ 722757 w 1453388"/>
                  <a:gd name="connsiteY56" fmla="*/ 301684 h 1472498"/>
                  <a:gd name="connsiteX57" fmla="*/ 610616 w 1453388"/>
                  <a:gd name="connsiteY57" fmla="*/ 358453 h 1472498"/>
                  <a:gd name="connsiteX58" fmla="*/ 395224 w 1453388"/>
                  <a:gd name="connsiteY58" fmla="*/ 348801 h 1472498"/>
                  <a:gd name="connsiteX59" fmla="*/ 326771 w 1453388"/>
                  <a:gd name="connsiteY59" fmla="*/ 533713 h 1472498"/>
                  <a:gd name="connsiteX60" fmla="*/ 356489 w 1453388"/>
                  <a:gd name="connsiteY60" fmla="*/ 561400 h 1472498"/>
                  <a:gd name="connsiteX61" fmla="*/ 290703 w 1453388"/>
                  <a:gd name="connsiteY61" fmla="*/ 659189 h 1472498"/>
                  <a:gd name="connsiteX62" fmla="*/ 241808 w 1453388"/>
                  <a:gd name="connsiteY62" fmla="*/ 552890 h 1472498"/>
                  <a:gd name="connsiteX63" fmla="*/ 300228 w 1453388"/>
                  <a:gd name="connsiteY63" fmla="*/ 527871 h 1472498"/>
                  <a:gd name="connsiteX64" fmla="*/ 349250 w 1453388"/>
                  <a:gd name="connsiteY64" fmla="*/ 400871 h 1472498"/>
                  <a:gd name="connsiteX65" fmla="*/ 372999 w 1453388"/>
                  <a:gd name="connsiteY65" fmla="*/ 338895 h 1472498"/>
                  <a:gd name="connsiteX66" fmla="*/ 180721 w 1453388"/>
                  <a:gd name="connsiteY66" fmla="*/ 261933 h 1472498"/>
                  <a:gd name="connsiteX67" fmla="*/ 131445 w 1453388"/>
                  <a:gd name="connsiteY67" fmla="*/ 300288 h 1472498"/>
                  <a:gd name="connsiteX68" fmla="*/ 34798 w 1453388"/>
                  <a:gd name="connsiteY68" fmla="*/ 262441 h 1472498"/>
                  <a:gd name="connsiteX69" fmla="*/ 62103 w 1453388"/>
                  <a:gd name="connsiteY69" fmla="*/ 148014 h 1472498"/>
                  <a:gd name="connsiteX70" fmla="*/ 130175 w 1453388"/>
                  <a:gd name="connsiteY70" fmla="*/ 143696 h 1472498"/>
                  <a:gd name="connsiteX71" fmla="*/ 124587 w 1453388"/>
                  <a:gd name="connsiteY71" fmla="*/ 109660 h 1472498"/>
                  <a:gd name="connsiteX72" fmla="*/ 0 w 1453388"/>
                  <a:gd name="connsiteY72" fmla="*/ 45399 h 1472498"/>
                  <a:gd name="connsiteX73" fmla="*/ 32893 w 1453388"/>
                  <a:gd name="connsiteY73" fmla="*/ 36127 h 1472498"/>
                  <a:gd name="connsiteX74" fmla="*/ 32893 w 1453388"/>
                  <a:gd name="connsiteY74" fmla="*/ 36127 h 1472498"/>
                  <a:gd name="connsiteX75" fmla="*/ 839978 w 1453388"/>
                  <a:gd name="connsiteY75" fmla="*/ 33334 h 1472498"/>
                  <a:gd name="connsiteX76" fmla="*/ 729488 w 1453388"/>
                  <a:gd name="connsiteY76" fmla="*/ 140649 h 1472498"/>
                  <a:gd name="connsiteX77" fmla="*/ 886968 w 1453388"/>
                  <a:gd name="connsiteY77" fmla="*/ 369883 h 1472498"/>
                  <a:gd name="connsiteX78" fmla="*/ 1055370 w 1453388"/>
                  <a:gd name="connsiteY78" fmla="*/ 257362 h 1472498"/>
                  <a:gd name="connsiteX79" fmla="*/ 993902 w 1453388"/>
                  <a:gd name="connsiteY79" fmla="*/ 60765 h 1472498"/>
                  <a:gd name="connsiteX80" fmla="*/ 839978 w 1453388"/>
                  <a:gd name="connsiteY80" fmla="*/ 33334 h 1472498"/>
                  <a:gd name="connsiteX81" fmla="*/ 77851 w 1453388"/>
                  <a:gd name="connsiteY81" fmla="*/ 172526 h 1472498"/>
                  <a:gd name="connsiteX82" fmla="*/ 54356 w 1453388"/>
                  <a:gd name="connsiteY82" fmla="*/ 238565 h 1472498"/>
                  <a:gd name="connsiteX83" fmla="*/ 125984 w 1453388"/>
                  <a:gd name="connsiteY83" fmla="*/ 274126 h 1472498"/>
                  <a:gd name="connsiteX84" fmla="*/ 170180 w 1453388"/>
                  <a:gd name="connsiteY84" fmla="*/ 225484 h 1472498"/>
                  <a:gd name="connsiteX85" fmla="*/ 77851 w 1453388"/>
                  <a:gd name="connsiteY85" fmla="*/ 172526 h 1472498"/>
                  <a:gd name="connsiteX86" fmla="*/ 787400 w 1453388"/>
                  <a:gd name="connsiteY86" fmla="*/ 550224 h 1472498"/>
                  <a:gd name="connsiteX87" fmla="*/ 551561 w 1453388"/>
                  <a:gd name="connsiteY87" fmla="*/ 708084 h 1472498"/>
                  <a:gd name="connsiteX88" fmla="*/ 521081 w 1453388"/>
                  <a:gd name="connsiteY88" fmla="*/ 910269 h 1472498"/>
                  <a:gd name="connsiteX89" fmla="*/ 656336 w 1453388"/>
                  <a:gd name="connsiteY89" fmla="*/ 1108643 h 1472498"/>
                  <a:gd name="connsiteX90" fmla="*/ 885698 w 1453388"/>
                  <a:gd name="connsiteY90" fmla="*/ 1143059 h 1472498"/>
                  <a:gd name="connsiteX91" fmla="*/ 1167257 w 1453388"/>
                  <a:gd name="connsiteY91" fmla="*/ 1081464 h 1472498"/>
                  <a:gd name="connsiteX92" fmla="*/ 1254379 w 1453388"/>
                  <a:gd name="connsiteY92" fmla="*/ 789745 h 1472498"/>
                  <a:gd name="connsiteX93" fmla="*/ 1073404 w 1453388"/>
                  <a:gd name="connsiteY93" fmla="*/ 576766 h 1472498"/>
                  <a:gd name="connsiteX94" fmla="*/ 787400 w 1453388"/>
                  <a:gd name="connsiteY94" fmla="*/ 550224 h 1472498"/>
                  <a:gd name="connsiteX95" fmla="*/ 266700 w 1453388"/>
                  <a:gd name="connsiteY95" fmla="*/ 566480 h 1472498"/>
                  <a:gd name="connsiteX96" fmla="*/ 314071 w 1453388"/>
                  <a:gd name="connsiteY96" fmla="*/ 625407 h 1472498"/>
                  <a:gd name="connsiteX97" fmla="*/ 266700 w 1453388"/>
                  <a:gd name="connsiteY97" fmla="*/ 566480 h 1472498"/>
                  <a:gd name="connsiteX98" fmla="*/ 508508 w 1453388"/>
                  <a:gd name="connsiteY98" fmla="*/ 984309 h 1472498"/>
                  <a:gd name="connsiteX99" fmla="*/ 500888 w 1453388"/>
                  <a:gd name="connsiteY99" fmla="*/ 753677 h 1472498"/>
                  <a:gd name="connsiteX100" fmla="*/ 508508 w 1453388"/>
                  <a:gd name="connsiteY100" fmla="*/ 984309 h 1472498"/>
                  <a:gd name="connsiteX101" fmla="*/ 1274572 w 1453388"/>
                  <a:gd name="connsiteY101" fmla="*/ 752662 h 1472498"/>
                  <a:gd name="connsiteX102" fmla="*/ 1273048 w 1453388"/>
                  <a:gd name="connsiteY102" fmla="*/ 989008 h 1472498"/>
                  <a:gd name="connsiteX103" fmla="*/ 1274572 w 1453388"/>
                  <a:gd name="connsiteY103" fmla="*/ 752662 h 1472498"/>
                  <a:gd name="connsiteX104" fmla="*/ 1310640 w 1453388"/>
                  <a:gd name="connsiteY104" fmla="*/ 1163761 h 1472498"/>
                  <a:gd name="connsiteX105" fmla="*/ 1312418 w 1453388"/>
                  <a:gd name="connsiteY105" fmla="*/ 1303461 h 1472498"/>
                  <a:gd name="connsiteX106" fmla="*/ 1425702 w 1453388"/>
                  <a:gd name="connsiteY106" fmla="*/ 1234119 h 1472498"/>
                  <a:gd name="connsiteX107" fmla="*/ 1310640 w 1453388"/>
                  <a:gd name="connsiteY107" fmla="*/ 1163761 h 1472498"/>
                  <a:gd name="connsiteX108" fmla="*/ 1154557 w 1453388"/>
                  <a:gd name="connsiteY108" fmla="*/ 1181540 h 1472498"/>
                  <a:gd name="connsiteX109" fmla="*/ 1189609 w 1453388"/>
                  <a:gd name="connsiteY109" fmla="*/ 1338005 h 1472498"/>
                  <a:gd name="connsiteX110" fmla="*/ 1241806 w 1453388"/>
                  <a:gd name="connsiteY110" fmla="*/ 1235643 h 1472498"/>
                  <a:gd name="connsiteX111" fmla="*/ 1154557 w 1453388"/>
                  <a:gd name="connsiteY111" fmla="*/ 1181540 h 1472498"/>
                  <a:gd name="connsiteX0" fmla="*/ 0 w 1453388"/>
                  <a:gd name="connsiteY0" fmla="*/ 45399 h 1472498"/>
                  <a:gd name="connsiteX1" fmla="*/ 303784 w 1453388"/>
                  <a:gd name="connsiteY1" fmla="*/ 143188 h 1472498"/>
                  <a:gd name="connsiteX2" fmla="*/ 147193 w 1453388"/>
                  <a:gd name="connsiteY2" fmla="*/ 125155 h 1472498"/>
                  <a:gd name="connsiteX3" fmla="*/ 196977 w 1453388"/>
                  <a:gd name="connsiteY3" fmla="*/ 181034 h 1472498"/>
                  <a:gd name="connsiteX4" fmla="*/ 195326 w 1453388"/>
                  <a:gd name="connsiteY4" fmla="*/ 241740 h 1472498"/>
                  <a:gd name="connsiteX5" fmla="*/ 488950 w 1453388"/>
                  <a:gd name="connsiteY5" fmla="*/ 345245 h 1472498"/>
                  <a:gd name="connsiteX6" fmla="*/ 603758 w 1453388"/>
                  <a:gd name="connsiteY6" fmla="*/ 328482 h 1472498"/>
                  <a:gd name="connsiteX7" fmla="*/ 708787 w 1453388"/>
                  <a:gd name="connsiteY7" fmla="*/ 280476 h 1472498"/>
                  <a:gd name="connsiteX8" fmla="*/ 694817 w 1453388"/>
                  <a:gd name="connsiteY8" fmla="*/ 182685 h 1472498"/>
                  <a:gd name="connsiteX9" fmla="*/ 744220 w 1453388"/>
                  <a:gd name="connsiteY9" fmla="*/ 62924 h 1472498"/>
                  <a:gd name="connsiteX10" fmla="*/ 972566 w 1453388"/>
                  <a:gd name="connsiteY10" fmla="*/ 17077 h 1472498"/>
                  <a:gd name="connsiteX11" fmla="*/ 1092200 w 1453388"/>
                  <a:gd name="connsiteY11" fmla="*/ 236533 h 1472498"/>
                  <a:gd name="connsiteX12" fmla="*/ 1092532 w 1453388"/>
                  <a:gd name="connsiteY12" fmla="*/ 256335 h 1472498"/>
                  <a:gd name="connsiteX13" fmla="*/ 1082294 w 1453388"/>
                  <a:gd name="connsiteY13" fmla="*/ 261426 h 1472498"/>
                  <a:gd name="connsiteX14" fmla="*/ 945007 w 1453388"/>
                  <a:gd name="connsiteY14" fmla="*/ 390712 h 1472498"/>
                  <a:gd name="connsiteX15" fmla="*/ 895604 w 1453388"/>
                  <a:gd name="connsiteY15" fmla="*/ 397570 h 1472498"/>
                  <a:gd name="connsiteX16" fmla="*/ 895350 w 1453388"/>
                  <a:gd name="connsiteY16" fmla="*/ 515171 h 1472498"/>
                  <a:gd name="connsiteX17" fmla="*/ 1144651 w 1453388"/>
                  <a:gd name="connsiteY17" fmla="*/ 586800 h 1472498"/>
                  <a:gd name="connsiteX18" fmla="*/ 1251204 w 1453388"/>
                  <a:gd name="connsiteY18" fmla="*/ 704528 h 1472498"/>
                  <a:gd name="connsiteX19" fmla="*/ 1340993 w 1453388"/>
                  <a:gd name="connsiteY19" fmla="*/ 779713 h 1472498"/>
                  <a:gd name="connsiteX20" fmla="*/ 1256030 w 1453388"/>
                  <a:gd name="connsiteY20" fmla="*/ 1014155 h 1472498"/>
                  <a:gd name="connsiteX21" fmla="*/ 1237361 w 1453388"/>
                  <a:gd name="connsiteY21" fmla="*/ 1043111 h 1472498"/>
                  <a:gd name="connsiteX22" fmla="*/ 1122934 w 1453388"/>
                  <a:gd name="connsiteY22" fmla="*/ 1135439 h 1472498"/>
                  <a:gd name="connsiteX23" fmla="*/ 1246632 w 1453388"/>
                  <a:gd name="connsiteY23" fmla="*/ 1210624 h 1472498"/>
                  <a:gd name="connsiteX24" fmla="*/ 1310640 w 1453388"/>
                  <a:gd name="connsiteY24" fmla="*/ 1137345 h 1472498"/>
                  <a:gd name="connsiteX25" fmla="*/ 1410843 w 1453388"/>
                  <a:gd name="connsiteY25" fmla="*/ 1154108 h 1472498"/>
                  <a:gd name="connsiteX26" fmla="*/ 1453388 w 1453388"/>
                  <a:gd name="connsiteY26" fmla="*/ 1224720 h 1472498"/>
                  <a:gd name="connsiteX27" fmla="*/ 1383665 w 1453388"/>
                  <a:gd name="connsiteY27" fmla="*/ 1462338 h 1472498"/>
                  <a:gd name="connsiteX28" fmla="*/ 1360424 w 1453388"/>
                  <a:gd name="connsiteY28" fmla="*/ 1465005 h 1472498"/>
                  <a:gd name="connsiteX29" fmla="*/ 1413637 w 1453388"/>
                  <a:gd name="connsiteY29" fmla="*/ 1314509 h 1472498"/>
                  <a:gd name="connsiteX30" fmla="*/ 1331468 w 1453388"/>
                  <a:gd name="connsiteY30" fmla="*/ 1334068 h 1472498"/>
                  <a:gd name="connsiteX31" fmla="*/ 1247394 w 1453388"/>
                  <a:gd name="connsiteY31" fmla="*/ 1274251 h 1472498"/>
                  <a:gd name="connsiteX32" fmla="*/ 1194054 w 1453388"/>
                  <a:gd name="connsiteY32" fmla="*/ 1459036 h 1472498"/>
                  <a:gd name="connsiteX33" fmla="*/ 1192022 w 1453388"/>
                  <a:gd name="connsiteY33" fmla="*/ 1472498 h 1472498"/>
                  <a:gd name="connsiteX34" fmla="*/ 1176909 w 1453388"/>
                  <a:gd name="connsiteY34" fmla="*/ 1457257 h 1472498"/>
                  <a:gd name="connsiteX35" fmla="*/ 1165606 w 1453388"/>
                  <a:gd name="connsiteY35" fmla="*/ 1370136 h 1472498"/>
                  <a:gd name="connsiteX36" fmla="*/ 1128776 w 1453388"/>
                  <a:gd name="connsiteY36" fmla="*/ 1185986 h 1472498"/>
                  <a:gd name="connsiteX37" fmla="*/ 1121791 w 1453388"/>
                  <a:gd name="connsiteY37" fmla="*/ 1162618 h 1472498"/>
                  <a:gd name="connsiteX38" fmla="*/ 950214 w 1453388"/>
                  <a:gd name="connsiteY38" fmla="*/ 1166427 h 1472498"/>
                  <a:gd name="connsiteX39" fmla="*/ 685927 w 1453388"/>
                  <a:gd name="connsiteY39" fmla="*/ 1159062 h 1472498"/>
                  <a:gd name="connsiteX40" fmla="*/ 645795 w 1453388"/>
                  <a:gd name="connsiteY40" fmla="*/ 1182302 h 1472498"/>
                  <a:gd name="connsiteX41" fmla="*/ 599694 w 1453388"/>
                  <a:gd name="connsiteY41" fmla="*/ 1461830 h 1472498"/>
                  <a:gd name="connsiteX42" fmla="*/ 574929 w 1453388"/>
                  <a:gd name="connsiteY42" fmla="*/ 1466020 h 1472498"/>
                  <a:gd name="connsiteX43" fmla="*/ 614299 w 1453388"/>
                  <a:gd name="connsiteY43" fmla="*/ 1184207 h 1472498"/>
                  <a:gd name="connsiteX44" fmla="*/ 481711 w 1453388"/>
                  <a:gd name="connsiteY44" fmla="*/ 1325051 h 1472498"/>
                  <a:gd name="connsiteX45" fmla="*/ 439166 w 1453388"/>
                  <a:gd name="connsiteY45" fmla="*/ 1458527 h 1472498"/>
                  <a:gd name="connsiteX46" fmla="*/ 413258 w 1453388"/>
                  <a:gd name="connsiteY46" fmla="*/ 1468814 h 1472498"/>
                  <a:gd name="connsiteX47" fmla="*/ 520319 w 1453388"/>
                  <a:gd name="connsiteY47" fmla="*/ 1228657 h 1472498"/>
                  <a:gd name="connsiteX48" fmla="*/ 650621 w 1453388"/>
                  <a:gd name="connsiteY48" fmla="*/ 1136963 h 1472498"/>
                  <a:gd name="connsiteX49" fmla="*/ 524637 w 1453388"/>
                  <a:gd name="connsiteY49" fmla="*/ 1011361 h 1472498"/>
                  <a:gd name="connsiteX50" fmla="*/ 446024 w 1453388"/>
                  <a:gd name="connsiteY50" fmla="*/ 970720 h 1472498"/>
                  <a:gd name="connsiteX51" fmla="*/ 414147 w 1453388"/>
                  <a:gd name="connsiteY51" fmla="*/ 824925 h 1472498"/>
                  <a:gd name="connsiteX52" fmla="*/ 513842 w 1453388"/>
                  <a:gd name="connsiteY52" fmla="*/ 724849 h 1472498"/>
                  <a:gd name="connsiteX53" fmla="*/ 691896 w 1453388"/>
                  <a:gd name="connsiteY53" fmla="*/ 550477 h 1472498"/>
                  <a:gd name="connsiteX54" fmla="*/ 869061 w 1453388"/>
                  <a:gd name="connsiteY54" fmla="*/ 514409 h 1472498"/>
                  <a:gd name="connsiteX55" fmla="*/ 869061 w 1453388"/>
                  <a:gd name="connsiteY55" fmla="*/ 398458 h 1472498"/>
                  <a:gd name="connsiteX56" fmla="*/ 722757 w 1453388"/>
                  <a:gd name="connsiteY56" fmla="*/ 301684 h 1472498"/>
                  <a:gd name="connsiteX57" fmla="*/ 610616 w 1453388"/>
                  <a:gd name="connsiteY57" fmla="*/ 358453 h 1472498"/>
                  <a:gd name="connsiteX58" fmla="*/ 395224 w 1453388"/>
                  <a:gd name="connsiteY58" fmla="*/ 348801 h 1472498"/>
                  <a:gd name="connsiteX59" fmla="*/ 326771 w 1453388"/>
                  <a:gd name="connsiteY59" fmla="*/ 533713 h 1472498"/>
                  <a:gd name="connsiteX60" fmla="*/ 356489 w 1453388"/>
                  <a:gd name="connsiteY60" fmla="*/ 561400 h 1472498"/>
                  <a:gd name="connsiteX61" fmla="*/ 290703 w 1453388"/>
                  <a:gd name="connsiteY61" fmla="*/ 659189 h 1472498"/>
                  <a:gd name="connsiteX62" fmla="*/ 241808 w 1453388"/>
                  <a:gd name="connsiteY62" fmla="*/ 552890 h 1472498"/>
                  <a:gd name="connsiteX63" fmla="*/ 300228 w 1453388"/>
                  <a:gd name="connsiteY63" fmla="*/ 527871 h 1472498"/>
                  <a:gd name="connsiteX64" fmla="*/ 349250 w 1453388"/>
                  <a:gd name="connsiteY64" fmla="*/ 400871 h 1472498"/>
                  <a:gd name="connsiteX65" fmla="*/ 372999 w 1453388"/>
                  <a:gd name="connsiteY65" fmla="*/ 338895 h 1472498"/>
                  <a:gd name="connsiteX66" fmla="*/ 180721 w 1453388"/>
                  <a:gd name="connsiteY66" fmla="*/ 261933 h 1472498"/>
                  <a:gd name="connsiteX67" fmla="*/ 131445 w 1453388"/>
                  <a:gd name="connsiteY67" fmla="*/ 300288 h 1472498"/>
                  <a:gd name="connsiteX68" fmla="*/ 34798 w 1453388"/>
                  <a:gd name="connsiteY68" fmla="*/ 262441 h 1472498"/>
                  <a:gd name="connsiteX69" fmla="*/ 62103 w 1453388"/>
                  <a:gd name="connsiteY69" fmla="*/ 148014 h 1472498"/>
                  <a:gd name="connsiteX70" fmla="*/ 130175 w 1453388"/>
                  <a:gd name="connsiteY70" fmla="*/ 143696 h 1472498"/>
                  <a:gd name="connsiteX71" fmla="*/ 124587 w 1453388"/>
                  <a:gd name="connsiteY71" fmla="*/ 109660 h 1472498"/>
                  <a:gd name="connsiteX72" fmla="*/ 0 w 1453388"/>
                  <a:gd name="connsiteY72" fmla="*/ 45399 h 1472498"/>
                  <a:gd name="connsiteX73" fmla="*/ 839978 w 1453388"/>
                  <a:gd name="connsiteY73" fmla="*/ 33334 h 1472498"/>
                  <a:gd name="connsiteX74" fmla="*/ 729488 w 1453388"/>
                  <a:gd name="connsiteY74" fmla="*/ 140649 h 1472498"/>
                  <a:gd name="connsiteX75" fmla="*/ 886968 w 1453388"/>
                  <a:gd name="connsiteY75" fmla="*/ 369883 h 1472498"/>
                  <a:gd name="connsiteX76" fmla="*/ 1055370 w 1453388"/>
                  <a:gd name="connsiteY76" fmla="*/ 257362 h 1472498"/>
                  <a:gd name="connsiteX77" fmla="*/ 993902 w 1453388"/>
                  <a:gd name="connsiteY77" fmla="*/ 60765 h 1472498"/>
                  <a:gd name="connsiteX78" fmla="*/ 839978 w 1453388"/>
                  <a:gd name="connsiteY78" fmla="*/ 33334 h 1472498"/>
                  <a:gd name="connsiteX79" fmla="*/ 77851 w 1453388"/>
                  <a:gd name="connsiteY79" fmla="*/ 172526 h 1472498"/>
                  <a:gd name="connsiteX80" fmla="*/ 54356 w 1453388"/>
                  <a:gd name="connsiteY80" fmla="*/ 238565 h 1472498"/>
                  <a:gd name="connsiteX81" fmla="*/ 125984 w 1453388"/>
                  <a:gd name="connsiteY81" fmla="*/ 274126 h 1472498"/>
                  <a:gd name="connsiteX82" fmla="*/ 170180 w 1453388"/>
                  <a:gd name="connsiteY82" fmla="*/ 225484 h 1472498"/>
                  <a:gd name="connsiteX83" fmla="*/ 77851 w 1453388"/>
                  <a:gd name="connsiteY83" fmla="*/ 172526 h 1472498"/>
                  <a:gd name="connsiteX84" fmla="*/ 787400 w 1453388"/>
                  <a:gd name="connsiteY84" fmla="*/ 550224 h 1472498"/>
                  <a:gd name="connsiteX85" fmla="*/ 551561 w 1453388"/>
                  <a:gd name="connsiteY85" fmla="*/ 708084 h 1472498"/>
                  <a:gd name="connsiteX86" fmla="*/ 521081 w 1453388"/>
                  <a:gd name="connsiteY86" fmla="*/ 910269 h 1472498"/>
                  <a:gd name="connsiteX87" fmla="*/ 656336 w 1453388"/>
                  <a:gd name="connsiteY87" fmla="*/ 1108643 h 1472498"/>
                  <a:gd name="connsiteX88" fmla="*/ 885698 w 1453388"/>
                  <a:gd name="connsiteY88" fmla="*/ 1143059 h 1472498"/>
                  <a:gd name="connsiteX89" fmla="*/ 1167257 w 1453388"/>
                  <a:gd name="connsiteY89" fmla="*/ 1081464 h 1472498"/>
                  <a:gd name="connsiteX90" fmla="*/ 1254379 w 1453388"/>
                  <a:gd name="connsiteY90" fmla="*/ 789745 h 1472498"/>
                  <a:gd name="connsiteX91" fmla="*/ 1073404 w 1453388"/>
                  <a:gd name="connsiteY91" fmla="*/ 576766 h 1472498"/>
                  <a:gd name="connsiteX92" fmla="*/ 787400 w 1453388"/>
                  <a:gd name="connsiteY92" fmla="*/ 550224 h 1472498"/>
                  <a:gd name="connsiteX93" fmla="*/ 266700 w 1453388"/>
                  <a:gd name="connsiteY93" fmla="*/ 566480 h 1472498"/>
                  <a:gd name="connsiteX94" fmla="*/ 314071 w 1453388"/>
                  <a:gd name="connsiteY94" fmla="*/ 625407 h 1472498"/>
                  <a:gd name="connsiteX95" fmla="*/ 266700 w 1453388"/>
                  <a:gd name="connsiteY95" fmla="*/ 566480 h 1472498"/>
                  <a:gd name="connsiteX96" fmla="*/ 508508 w 1453388"/>
                  <a:gd name="connsiteY96" fmla="*/ 984309 h 1472498"/>
                  <a:gd name="connsiteX97" fmla="*/ 500888 w 1453388"/>
                  <a:gd name="connsiteY97" fmla="*/ 753677 h 1472498"/>
                  <a:gd name="connsiteX98" fmla="*/ 508508 w 1453388"/>
                  <a:gd name="connsiteY98" fmla="*/ 984309 h 1472498"/>
                  <a:gd name="connsiteX99" fmla="*/ 1274572 w 1453388"/>
                  <a:gd name="connsiteY99" fmla="*/ 752662 h 1472498"/>
                  <a:gd name="connsiteX100" fmla="*/ 1273048 w 1453388"/>
                  <a:gd name="connsiteY100" fmla="*/ 989008 h 1472498"/>
                  <a:gd name="connsiteX101" fmla="*/ 1274572 w 1453388"/>
                  <a:gd name="connsiteY101" fmla="*/ 752662 h 1472498"/>
                  <a:gd name="connsiteX102" fmla="*/ 1310640 w 1453388"/>
                  <a:gd name="connsiteY102" fmla="*/ 1163761 h 1472498"/>
                  <a:gd name="connsiteX103" fmla="*/ 1312418 w 1453388"/>
                  <a:gd name="connsiteY103" fmla="*/ 1303461 h 1472498"/>
                  <a:gd name="connsiteX104" fmla="*/ 1425702 w 1453388"/>
                  <a:gd name="connsiteY104" fmla="*/ 1234119 h 1472498"/>
                  <a:gd name="connsiteX105" fmla="*/ 1310640 w 1453388"/>
                  <a:gd name="connsiteY105" fmla="*/ 1163761 h 1472498"/>
                  <a:gd name="connsiteX106" fmla="*/ 1154557 w 1453388"/>
                  <a:gd name="connsiteY106" fmla="*/ 1181540 h 1472498"/>
                  <a:gd name="connsiteX107" fmla="*/ 1189609 w 1453388"/>
                  <a:gd name="connsiteY107" fmla="*/ 1338005 h 1472498"/>
                  <a:gd name="connsiteX108" fmla="*/ 1241806 w 1453388"/>
                  <a:gd name="connsiteY108" fmla="*/ 1235643 h 1472498"/>
                  <a:gd name="connsiteX109" fmla="*/ 1154557 w 1453388"/>
                  <a:gd name="connsiteY109" fmla="*/ 1181540 h 1472498"/>
                  <a:gd name="connsiteX0" fmla="*/ 0 w 1453388"/>
                  <a:gd name="connsiteY0" fmla="*/ 45399 h 1472498"/>
                  <a:gd name="connsiteX1" fmla="*/ 303784 w 1453388"/>
                  <a:gd name="connsiteY1" fmla="*/ 143188 h 1472498"/>
                  <a:gd name="connsiteX2" fmla="*/ 147193 w 1453388"/>
                  <a:gd name="connsiteY2" fmla="*/ 125155 h 1472498"/>
                  <a:gd name="connsiteX3" fmla="*/ 196977 w 1453388"/>
                  <a:gd name="connsiteY3" fmla="*/ 181034 h 1472498"/>
                  <a:gd name="connsiteX4" fmla="*/ 195326 w 1453388"/>
                  <a:gd name="connsiteY4" fmla="*/ 241740 h 1472498"/>
                  <a:gd name="connsiteX5" fmla="*/ 488950 w 1453388"/>
                  <a:gd name="connsiteY5" fmla="*/ 345245 h 1472498"/>
                  <a:gd name="connsiteX6" fmla="*/ 603758 w 1453388"/>
                  <a:gd name="connsiteY6" fmla="*/ 328482 h 1472498"/>
                  <a:gd name="connsiteX7" fmla="*/ 708787 w 1453388"/>
                  <a:gd name="connsiteY7" fmla="*/ 280476 h 1472498"/>
                  <a:gd name="connsiteX8" fmla="*/ 694817 w 1453388"/>
                  <a:gd name="connsiteY8" fmla="*/ 182685 h 1472498"/>
                  <a:gd name="connsiteX9" fmla="*/ 744220 w 1453388"/>
                  <a:gd name="connsiteY9" fmla="*/ 62924 h 1472498"/>
                  <a:gd name="connsiteX10" fmla="*/ 972566 w 1453388"/>
                  <a:gd name="connsiteY10" fmla="*/ 17077 h 1472498"/>
                  <a:gd name="connsiteX11" fmla="*/ 1092200 w 1453388"/>
                  <a:gd name="connsiteY11" fmla="*/ 236533 h 1472498"/>
                  <a:gd name="connsiteX12" fmla="*/ 1092532 w 1453388"/>
                  <a:gd name="connsiteY12" fmla="*/ 256335 h 1472498"/>
                  <a:gd name="connsiteX13" fmla="*/ 1082294 w 1453388"/>
                  <a:gd name="connsiteY13" fmla="*/ 261426 h 1472498"/>
                  <a:gd name="connsiteX14" fmla="*/ 945007 w 1453388"/>
                  <a:gd name="connsiteY14" fmla="*/ 390712 h 1472498"/>
                  <a:gd name="connsiteX15" fmla="*/ 895604 w 1453388"/>
                  <a:gd name="connsiteY15" fmla="*/ 397570 h 1472498"/>
                  <a:gd name="connsiteX16" fmla="*/ 895350 w 1453388"/>
                  <a:gd name="connsiteY16" fmla="*/ 515171 h 1472498"/>
                  <a:gd name="connsiteX17" fmla="*/ 1144651 w 1453388"/>
                  <a:gd name="connsiteY17" fmla="*/ 586800 h 1472498"/>
                  <a:gd name="connsiteX18" fmla="*/ 1251204 w 1453388"/>
                  <a:gd name="connsiteY18" fmla="*/ 704528 h 1472498"/>
                  <a:gd name="connsiteX19" fmla="*/ 1340993 w 1453388"/>
                  <a:gd name="connsiteY19" fmla="*/ 779713 h 1472498"/>
                  <a:gd name="connsiteX20" fmla="*/ 1256030 w 1453388"/>
                  <a:gd name="connsiteY20" fmla="*/ 1014155 h 1472498"/>
                  <a:gd name="connsiteX21" fmla="*/ 1237361 w 1453388"/>
                  <a:gd name="connsiteY21" fmla="*/ 1043111 h 1472498"/>
                  <a:gd name="connsiteX22" fmla="*/ 1122934 w 1453388"/>
                  <a:gd name="connsiteY22" fmla="*/ 1135439 h 1472498"/>
                  <a:gd name="connsiteX23" fmla="*/ 1246632 w 1453388"/>
                  <a:gd name="connsiteY23" fmla="*/ 1210624 h 1472498"/>
                  <a:gd name="connsiteX24" fmla="*/ 1310640 w 1453388"/>
                  <a:gd name="connsiteY24" fmla="*/ 1137345 h 1472498"/>
                  <a:gd name="connsiteX25" fmla="*/ 1410843 w 1453388"/>
                  <a:gd name="connsiteY25" fmla="*/ 1154108 h 1472498"/>
                  <a:gd name="connsiteX26" fmla="*/ 1453388 w 1453388"/>
                  <a:gd name="connsiteY26" fmla="*/ 1224720 h 1472498"/>
                  <a:gd name="connsiteX27" fmla="*/ 1383665 w 1453388"/>
                  <a:gd name="connsiteY27" fmla="*/ 1462338 h 1472498"/>
                  <a:gd name="connsiteX28" fmla="*/ 1360424 w 1453388"/>
                  <a:gd name="connsiteY28" fmla="*/ 1465005 h 1472498"/>
                  <a:gd name="connsiteX29" fmla="*/ 1413637 w 1453388"/>
                  <a:gd name="connsiteY29" fmla="*/ 1314509 h 1472498"/>
                  <a:gd name="connsiteX30" fmla="*/ 1331468 w 1453388"/>
                  <a:gd name="connsiteY30" fmla="*/ 1334068 h 1472498"/>
                  <a:gd name="connsiteX31" fmla="*/ 1247394 w 1453388"/>
                  <a:gd name="connsiteY31" fmla="*/ 1274251 h 1472498"/>
                  <a:gd name="connsiteX32" fmla="*/ 1194054 w 1453388"/>
                  <a:gd name="connsiteY32" fmla="*/ 1459036 h 1472498"/>
                  <a:gd name="connsiteX33" fmla="*/ 1192022 w 1453388"/>
                  <a:gd name="connsiteY33" fmla="*/ 1472498 h 1472498"/>
                  <a:gd name="connsiteX34" fmla="*/ 1176909 w 1453388"/>
                  <a:gd name="connsiteY34" fmla="*/ 1457257 h 1472498"/>
                  <a:gd name="connsiteX35" fmla="*/ 1165606 w 1453388"/>
                  <a:gd name="connsiteY35" fmla="*/ 1370136 h 1472498"/>
                  <a:gd name="connsiteX36" fmla="*/ 1128776 w 1453388"/>
                  <a:gd name="connsiteY36" fmla="*/ 1185986 h 1472498"/>
                  <a:gd name="connsiteX37" fmla="*/ 1121791 w 1453388"/>
                  <a:gd name="connsiteY37" fmla="*/ 1162618 h 1472498"/>
                  <a:gd name="connsiteX38" fmla="*/ 950214 w 1453388"/>
                  <a:gd name="connsiteY38" fmla="*/ 1166427 h 1472498"/>
                  <a:gd name="connsiteX39" fmla="*/ 685927 w 1453388"/>
                  <a:gd name="connsiteY39" fmla="*/ 1159062 h 1472498"/>
                  <a:gd name="connsiteX40" fmla="*/ 645795 w 1453388"/>
                  <a:gd name="connsiteY40" fmla="*/ 1182302 h 1472498"/>
                  <a:gd name="connsiteX41" fmla="*/ 599694 w 1453388"/>
                  <a:gd name="connsiteY41" fmla="*/ 1461830 h 1472498"/>
                  <a:gd name="connsiteX42" fmla="*/ 574929 w 1453388"/>
                  <a:gd name="connsiteY42" fmla="*/ 1466020 h 1472498"/>
                  <a:gd name="connsiteX43" fmla="*/ 614299 w 1453388"/>
                  <a:gd name="connsiteY43" fmla="*/ 1184207 h 1472498"/>
                  <a:gd name="connsiteX44" fmla="*/ 481711 w 1453388"/>
                  <a:gd name="connsiteY44" fmla="*/ 1325051 h 1472498"/>
                  <a:gd name="connsiteX45" fmla="*/ 439166 w 1453388"/>
                  <a:gd name="connsiteY45" fmla="*/ 1458527 h 1472498"/>
                  <a:gd name="connsiteX46" fmla="*/ 413258 w 1453388"/>
                  <a:gd name="connsiteY46" fmla="*/ 1468814 h 1472498"/>
                  <a:gd name="connsiteX47" fmla="*/ 520319 w 1453388"/>
                  <a:gd name="connsiteY47" fmla="*/ 1228657 h 1472498"/>
                  <a:gd name="connsiteX48" fmla="*/ 650621 w 1453388"/>
                  <a:gd name="connsiteY48" fmla="*/ 1136963 h 1472498"/>
                  <a:gd name="connsiteX49" fmla="*/ 524637 w 1453388"/>
                  <a:gd name="connsiteY49" fmla="*/ 1011361 h 1472498"/>
                  <a:gd name="connsiteX50" fmla="*/ 446024 w 1453388"/>
                  <a:gd name="connsiteY50" fmla="*/ 970720 h 1472498"/>
                  <a:gd name="connsiteX51" fmla="*/ 414147 w 1453388"/>
                  <a:gd name="connsiteY51" fmla="*/ 824925 h 1472498"/>
                  <a:gd name="connsiteX52" fmla="*/ 513842 w 1453388"/>
                  <a:gd name="connsiteY52" fmla="*/ 724849 h 1472498"/>
                  <a:gd name="connsiteX53" fmla="*/ 691896 w 1453388"/>
                  <a:gd name="connsiteY53" fmla="*/ 550477 h 1472498"/>
                  <a:gd name="connsiteX54" fmla="*/ 869061 w 1453388"/>
                  <a:gd name="connsiteY54" fmla="*/ 514409 h 1472498"/>
                  <a:gd name="connsiteX55" fmla="*/ 869061 w 1453388"/>
                  <a:gd name="connsiteY55" fmla="*/ 398458 h 1472498"/>
                  <a:gd name="connsiteX56" fmla="*/ 722757 w 1453388"/>
                  <a:gd name="connsiteY56" fmla="*/ 301684 h 1472498"/>
                  <a:gd name="connsiteX57" fmla="*/ 610616 w 1453388"/>
                  <a:gd name="connsiteY57" fmla="*/ 358453 h 1472498"/>
                  <a:gd name="connsiteX58" fmla="*/ 395224 w 1453388"/>
                  <a:gd name="connsiteY58" fmla="*/ 348801 h 1472498"/>
                  <a:gd name="connsiteX59" fmla="*/ 326771 w 1453388"/>
                  <a:gd name="connsiteY59" fmla="*/ 533713 h 1472498"/>
                  <a:gd name="connsiteX60" fmla="*/ 356489 w 1453388"/>
                  <a:gd name="connsiteY60" fmla="*/ 561400 h 1472498"/>
                  <a:gd name="connsiteX61" fmla="*/ 290703 w 1453388"/>
                  <a:gd name="connsiteY61" fmla="*/ 659189 h 1472498"/>
                  <a:gd name="connsiteX62" fmla="*/ 241808 w 1453388"/>
                  <a:gd name="connsiteY62" fmla="*/ 552890 h 1472498"/>
                  <a:gd name="connsiteX63" fmla="*/ 300228 w 1453388"/>
                  <a:gd name="connsiteY63" fmla="*/ 527871 h 1472498"/>
                  <a:gd name="connsiteX64" fmla="*/ 349250 w 1453388"/>
                  <a:gd name="connsiteY64" fmla="*/ 400871 h 1472498"/>
                  <a:gd name="connsiteX65" fmla="*/ 372999 w 1453388"/>
                  <a:gd name="connsiteY65" fmla="*/ 338895 h 1472498"/>
                  <a:gd name="connsiteX66" fmla="*/ 180721 w 1453388"/>
                  <a:gd name="connsiteY66" fmla="*/ 261933 h 1472498"/>
                  <a:gd name="connsiteX67" fmla="*/ 131445 w 1453388"/>
                  <a:gd name="connsiteY67" fmla="*/ 300288 h 1472498"/>
                  <a:gd name="connsiteX68" fmla="*/ 34798 w 1453388"/>
                  <a:gd name="connsiteY68" fmla="*/ 262441 h 1472498"/>
                  <a:gd name="connsiteX69" fmla="*/ 62103 w 1453388"/>
                  <a:gd name="connsiteY69" fmla="*/ 148014 h 1472498"/>
                  <a:gd name="connsiteX70" fmla="*/ 130175 w 1453388"/>
                  <a:gd name="connsiteY70" fmla="*/ 143696 h 1472498"/>
                  <a:gd name="connsiteX71" fmla="*/ 124587 w 1453388"/>
                  <a:gd name="connsiteY71" fmla="*/ 109660 h 1472498"/>
                  <a:gd name="connsiteX72" fmla="*/ 839978 w 1453388"/>
                  <a:gd name="connsiteY72" fmla="*/ 33334 h 1472498"/>
                  <a:gd name="connsiteX73" fmla="*/ 729488 w 1453388"/>
                  <a:gd name="connsiteY73" fmla="*/ 140649 h 1472498"/>
                  <a:gd name="connsiteX74" fmla="*/ 886968 w 1453388"/>
                  <a:gd name="connsiteY74" fmla="*/ 369883 h 1472498"/>
                  <a:gd name="connsiteX75" fmla="*/ 1055370 w 1453388"/>
                  <a:gd name="connsiteY75" fmla="*/ 257362 h 1472498"/>
                  <a:gd name="connsiteX76" fmla="*/ 993902 w 1453388"/>
                  <a:gd name="connsiteY76" fmla="*/ 60765 h 1472498"/>
                  <a:gd name="connsiteX77" fmla="*/ 839978 w 1453388"/>
                  <a:gd name="connsiteY77" fmla="*/ 33334 h 1472498"/>
                  <a:gd name="connsiteX78" fmla="*/ 77851 w 1453388"/>
                  <a:gd name="connsiteY78" fmla="*/ 172526 h 1472498"/>
                  <a:gd name="connsiteX79" fmla="*/ 54356 w 1453388"/>
                  <a:gd name="connsiteY79" fmla="*/ 238565 h 1472498"/>
                  <a:gd name="connsiteX80" fmla="*/ 125984 w 1453388"/>
                  <a:gd name="connsiteY80" fmla="*/ 274126 h 1472498"/>
                  <a:gd name="connsiteX81" fmla="*/ 170180 w 1453388"/>
                  <a:gd name="connsiteY81" fmla="*/ 225484 h 1472498"/>
                  <a:gd name="connsiteX82" fmla="*/ 77851 w 1453388"/>
                  <a:gd name="connsiteY82" fmla="*/ 172526 h 1472498"/>
                  <a:gd name="connsiteX83" fmla="*/ 787400 w 1453388"/>
                  <a:gd name="connsiteY83" fmla="*/ 550224 h 1472498"/>
                  <a:gd name="connsiteX84" fmla="*/ 551561 w 1453388"/>
                  <a:gd name="connsiteY84" fmla="*/ 708084 h 1472498"/>
                  <a:gd name="connsiteX85" fmla="*/ 521081 w 1453388"/>
                  <a:gd name="connsiteY85" fmla="*/ 910269 h 1472498"/>
                  <a:gd name="connsiteX86" fmla="*/ 656336 w 1453388"/>
                  <a:gd name="connsiteY86" fmla="*/ 1108643 h 1472498"/>
                  <a:gd name="connsiteX87" fmla="*/ 885698 w 1453388"/>
                  <a:gd name="connsiteY87" fmla="*/ 1143059 h 1472498"/>
                  <a:gd name="connsiteX88" fmla="*/ 1167257 w 1453388"/>
                  <a:gd name="connsiteY88" fmla="*/ 1081464 h 1472498"/>
                  <a:gd name="connsiteX89" fmla="*/ 1254379 w 1453388"/>
                  <a:gd name="connsiteY89" fmla="*/ 789745 h 1472498"/>
                  <a:gd name="connsiteX90" fmla="*/ 1073404 w 1453388"/>
                  <a:gd name="connsiteY90" fmla="*/ 576766 h 1472498"/>
                  <a:gd name="connsiteX91" fmla="*/ 787400 w 1453388"/>
                  <a:gd name="connsiteY91" fmla="*/ 550224 h 1472498"/>
                  <a:gd name="connsiteX92" fmla="*/ 266700 w 1453388"/>
                  <a:gd name="connsiteY92" fmla="*/ 566480 h 1472498"/>
                  <a:gd name="connsiteX93" fmla="*/ 314071 w 1453388"/>
                  <a:gd name="connsiteY93" fmla="*/ 625407 h 1472498"/>
                  <a:gd name="connsiteX94" fmla="*/ 266700 w 1453388"/>
                  <a:gd name="connsiteY94" fmla="*/ 566480 h 1472498"/>
                  <a:gd name="connsiteX95" fmla="*/ 508508 w 1453388"/>
                  <a:gd name="connsiteY95" fmla="*/ 984309 h 1472498"/>
                  <a:gd name="connsiteX96" fmla="*/ 500888 w 1453388"/>
                  <a:gd name="connsiteY96" fmla="*/ 753677 h 1472498"/>
                  <a:gd name="connsiteX97" fmla="*/ 508508 w 1453388"/>
                  <a:gd name="connsiteY97" fmla="*/ 984309 h 1472498"/>
                  <a:gd name="connsiteX98" fmla="*/ 1274572 w 1453388"/>
                  <a:gd name="connsiteY98" fmla="*/ 752662 h 1472498"/>
                  <a:gd name="connsiteX99" fmla="*/ 1273048 w 1453388"/>
                  <a:gd name="connsiteY99" fmla="*/ 989008 h 1472498"/>
                  <a:gd name="connsiteX100" fmla="*/ 1274572 w 1453388"/>
                  <a:gd name="connsiteY100" fmla="*/ 752662 h 1472498"/>
                  <a:gd name="connsiteX101" fmla="*/ 1310640 w 1453388"/>
                  <a:gd name="connsiteY101" fmla="*/ 1163761 h 1472498"/>
                  <a:gd name="connsiteX102" fmla="*/ 1312418 w 1453388"/>
                  <a:gd name="connsiteY102" fmla="*/ 1303461 h 1472498"/>
                  <a:gd name="connsiteX103" fmla="*/ 1425702 w 1453388"/>
                  <a:gd name="connsiteY103" fmla="*/ 1234119 h 1472498"/>
                  <a:gd name="connsiteX104" fmla="*/ 1310640 w 1453388"/>
                  <a:gd name="connsiteY104" fmla="*/ 1163761 h 1472498"/>
                  <a:gd name="connsiteX105" fmla="*/ 1154557 w 1453388"/>
                  <a:gd name="connsiteY105" fmla="*/ 1181540 h 1472498"/>
                  <a:gd name="connsiteX106" fmla="*/ 1189609 w 1453388"/>
                  <a:gd name="connsiteY106" fmla="*/ 1338005 h 1472498"/>
                  <a:gd name="connsiteX107" fmla="*/ 1241806 w 1453388"/>
                  <a:gd name="connsiteY107" fmla="*/ 1235643 h 1472498"/>
                  <a:gd name="connsiteX108" fmla="*/ 1154557 w 1453388"/>
                  <a:gd name="connsiteY108" fmla="*/ 1181540 h 1472498"/>
                  <a:gd name="connsiteX0" fmla="*/ 0 w 1453388"/>
                  <a:gd name="connsiteY0" fmla="*/ 45399 h 1472498"/>
                  <a:gd name="connsiteX1" fmla="*/ 147193 w 1453388"/>
                  <a:gd name="connsiteY1" fmla="*/ 125155 h 1472498"/>
                  <a:gd name="connsiteX2" fmla="*/ 196977 w 1453388"/>
                  <a:gd name="connsiteY2" fmla="*/ 181034 h 1472498"/>
                  <a:gd name="connsiteX3" fmla="*/ 195326 w 1453388"/>
                  <a:gd name="connsiteY3" fmla="*/ 241740 h 1472498"/>
                  <a:gd name="connsiteX4" fmla="*/ 488950 w 1453388"/>
                  <a:gd name="connsiteY4" fmla="*/ 345245 h 1472498"/>
                  <a:gd name="connsiteX5" fmla="*/ 603758 w 1453388"/>
                  <a:gd name="connsiteY5" fmla="*/ 328482 h 1472498"/>
                  <a:gd name="connsiteX6" fmla="*/ 708787 w 1453388"/>
                  <a:gd name="connsiteY6" fmla="*/ 280476 h 1472498"/>
                  <a:gd name="connsiteX7" fmla="*/ 694817 w 1453388"/>
                  <a:gd name="connsiteY7" fmla="*/ 182685 h 1472498"/>
                  <a:gd name="connsiteX8" fmla="*/ 744220 w 1453388"/>
                  <a:gd name="connsiteY8" fmla="*/ 62924 h 1472498"/>
                  <a:gd name="connsiteX9" fmla="*/ 972566 w 1453388"/>
                  <a:gd name="connsiteY9" fmla="*/ 17077 h 1472498"/>
                  <a:gd name="connsiteX10" fmla="*/ 1092200 w 1453388"/>
                  <a:gd name="connsiteY10" fmla="*/ 236533 h 1472498"/>
                  <a:gd name="connsiteX11" fmla="*/ 1092532 w 1453388"/>
                  <a:gd name="connsiteY11" fmla="*/ 256335 h 1472498"/>
                  <a:gd name="connsiteX12" fmla="*/ 1082294 w 1453388"/>
                  <a:gd name="connsiteY12" fmla="*/ 261426 h 1472498"/>
                  <a:gd name="connsiteX13" fmla="*/ 945007 w 1453388"/>
                  <a:gd name="connsiteY13" fmla="*/ 390712 h 1472498"/>
                  <a:gd name="connsiteX14" fmla="*/ 895604 w 1453388"/>
                  <a:gd name="connsiteY14" fmla="*/ 397570 h 1472498"/>
                  <a:gd name="connsiteX15" fmla="*/ 895350 w 1453388"/>
                  <a:gd name="connsiteY15" fmla="*/ 515171 h 1472498"/>
                  <a:gd name="connsiteX16" fmla="*/ 1144651 w 1453388"/>
                  <a:gd name="connsiteY16" fmla="*/ 586800 h 1472498"/>
                  <a:gd name="connsiteX17" fmla="*/ 1251204 w 1453388"/>
                  <a:gd name="connsiteY17" fmla="*/ 704528 h 1472498"/>
                  <a:gd name="connsiteX18" fmla="*/ 1340993 w 1453388"/>
                  <a:gd name="connsiteY18" fmla="*/ 779713 h 1472498"/>
                  <a:gd name="connsiteX19" fmla="*/ 1256030 w 1453388"/>
                  <a:gd name="connsiteY19" fmla="*/ 1014155 h 1472498"/>
                  <a:gd name="connsiteX20" fmla="*/ 1237361 w 1453388"/>
                  <a:gd name="connsiteY20" fmla="*/ 1043111 h 1472498"/>
                  <a:gd name="connsiteX21" fmla="*/ 1122934 w 1453388"/>
                  <a:gd name="connsiteY21" fmla="*/ 1135439 h 1472498"/>
                  <a:gd name="connsiteX22" fmla="*/ 1246632 w 1453388"/>
                  <a:gd name="connsiteY22" fmla="*/ 1210624 h 1472498"/>
                  <a:gd name="connsiteX23" fmla="*/ 1310640 w 1453388"/>
                  <a:gd name="connsiteY23" fmla="*/ 1137345 h 1472498"/>
                  <a:gd name="connsiteX24" fmla="*/ 1410843 w 1453388"/>
                  <a:gd name="connsiteY24" fmla="*/ 1154108 h 1472498"/>
                  <a:gd name="connsiteX25" fmla="*/ 1453388 w 1453388"/>
                  <a:gd name="connsiteY25" fmla="*/ 1224720 h 1472498"/>
                  <a:gd name="connsiteX26" fmla="*/ 1383665 w 1453388"/>
                  <a:gd name="connsiteY26" fmla="*/ 1462338 h 1472498"/>
                  <a:gd name="connsiteX27" fmla="*/ 1360424 w 1453388"/>
                  <a:gd name="connsiteY27" fmla="*/ 1465005 h 1472498"/>
                  <a:gd name="connsiteX28" fmla="*/ 1413637 w 1453388"/>
                  <a:gd name="connsiteY28" fmla="*/ 1314509 h 1472498"/>
                  <a:gd name="connsiteX29" fmla="*/ 1331468 w 1453388"/>
                  <a:gd name="connsiteY29" fmla="*/ 1334068 h 1472498"/>
                  <a:gd name="connsiteX30" fmla="*/ 1247394 w 1453388"/>
                  <a:gd name="connsiteY30" fmla="*/ 1274251 h 1472498"/>
                  <a:gd name="connsiteX31" fmla="*/ 1194054 w 1453388"/>
                  <a:gd name="connsiteY31" fmla="*/ 1459036 h 1472498"/>
                  <a:gd name="connsiteX32" fmla="*/ 1192022 w 1453388"/>
                  <a:gd name="connsiteY32" fmla="*/ 1472498 h 1472498"/>
                  <a:gd name="connsiteX33" fmla="*/ 1176909 w 1453388"/>
                  <a:gd name="connsiteY33" fmla="*/ 1457257 h 1472498"/>
                  <a:gd name="connsiteX34" fmla="*/ 1165606 w 1453388"/>
                  <a:gd name="connsiteY34" fmla="*/ 1370136 h 1472498"/>
                  <a:gd name="connsiteX35" fmla="*/ 1128776 w 1453388"/>
                  <a:gd name="connsiteY35" fmla="*/ 1185986 h 1472498"/>
                  <a:gd name="connsiteX36" fmla="*/ 1121791 w 1453388"/>
                  <a:gd name="connsiteY36" fmla="*/ 1162618 h 1472498"/>
                  <a:gd name="connsiteX37" fmla="*/ 950214 w 1453388"/>
                  <a:gd name="connsiteY37" fmla="*/ 1166427 h 1472498"/>
                  <a:gd name="connsiteX38" fmla="*/ 685927 w 1453388"/>
                  <a:gd name="connsiteY38" fmla="*/ 1159062 h 1472498"/>
                  <a:gd name="connsiteX39" fmla="*/ 645795 w 1453388"/>
                  <a:gd name="connsiteY39" fmla="*/ 1182302 h 1472498"/>
                  <a:gd name="connsiteX40" fmla="*/ 599694 w 1453388"/>
                  <a:gd name="connsiteY40" fmla="*/ 1461830 h 1472498"/>
                  <a:gd name="connsiteX41" fmla="*/ 574929 w 1453388"/>
                  <a:gd name="connsiteY41" fmla="*/ 1466020 h 1472498"/>
                  <a:gd name="connsiteX42" fmla="*/ 614299 w 1453388"/>
                  <a:gd name="connsiteY42" fmla="*/ 1184207 h 1472498"/>
                  <a:gd name="connsiteX43" fmla="*/ 481711 w 1453388"/>
                  <a:gd name="connsiteY43" fmla="*/ 1325051 h 1472498"/>
                  <a:gd name="connsiteX44" fmla="*/ 439166 w 1453388"/>
                  <a:gd name="connsiteY44" fmla="*/ 1458527 h 1472498"/>
                  <a:gd name="connsiteX45" fmla="*/ 413258 w 1453388"/>
                  <a:gd name="connsiteY45" fmla="*/ 1468814 h 1472498"/>
                  <a:gd name="connsiteX46" fmla="*/ 520319 w 1453388"/>
                  <a:gd name="connsiteY46" fmla="*/ 1228657 h 1472498"/>
                  <a:gd name="connsiteX47" fmla="*/ 650621 w 1453388"/>
                  <a:gd name="connsiteY47" fmla="*/ 1136963 h 1472498"/>
                  <a:gd name="connsiteX48" fmla="*/ 524637 w 1453388"/>
                  <a:gd name="connsiteY48" fmla="*/ 1011361 h 1472498"/>
                  <a:gd name="connsiteX49" fmla="*/ 446024 w 1453388"/>
                  <a:gd name="connsiteY49" fmla="*/ 970720 h 1472498"/>
                  <a:gd name="connsiteX50" fmla="*/ 414147 w 1453388"/>
                  <a:gd name="connsiteY50" fmla="*/ 824925 h 1472498"/>
                  <a:gd name="connsiteX51" fmla="*/ 513842 w 1453388"/>
                  <a:gd name="connsiteY51" fmla="*/ 724849 h 1472498"/>
                  <a:gd name="connsiteX52" fmla="*/ 691896 w 1453388"/>
                  <a:gd name="connsiteY52" fmla="*/ 550477 h 1472498"/>
                  <a:gd name="connsiteX53" fmla="*/ 869061 w 1453388"/>
                  <a:gd name="connsiteY53" fmla="*/ 514409 h 1472498"/>
                  <a:gd name="connsiteX54" fmla="*/ 869061 w 1453388"/>
                  <a:gd name="connsiteY54" fmla="*/ 398458 h 1472498"/>
                  <a:gd name="connsiteX55" fmla="*/ 722757 w 1453388"/>
                  <a:gd name="connsiteY55" fmla="*/ 301684 h 1472498"/>
                  <a:gd name="connsiteX56" fmla="*/ 610616 w 1453388"/>
                  <a:gd name="connsiteY56" fmla="*/ 358453 h 1472498"/>
                  <a:gd name="connsiteX57" fmla="*/ 395224 w 1453388"/>
                  <a:gd name="connsiteY57" fmla="*/ 348801 h 1472498"/>
                  <a:gd name="connsiteX58" fmla="*/ 326771 w 1453388"/>
                  <a:gd name="connsiteY58" fmla="*/ 533713 h 1472498"/>
                  <a:gd name="connsiteX59" fmla="*/ 356489 w 1453388"/>
                  <a:gd name="connsiteY59" fmla="*/ 561400 h 1472498"/>
                  <a:gd name="connsiteX60" fmla="*/ 290703 w 1453388"/>
                  <a:gd name="connsiteY60" fmla="*/ 659189 h 1472498"/>
                  <a:gd name="connsiteX61" fmla="*/ 241808 w 1453388"/>
                  <a:gd name="connsiteY61" fmla="*/ 552890 h 1472498"/>
                  <a:gd name="connsiteX62" fmla="*/ 300228 w 1453388"/>
                  <a:gd name="connsiteY62" fmla="*/ 527871 h 1472498"/>
                  <a:gd name="connsiteX63" fmla="*/ 349250 w 1453388"/>
                  <a:gd name="connsiteY63" fmla="*/ 400871 h 1472498"/>
                  <a:gd name="connsiteX64" fmla="*/ 372999 w 1453388"/>
                  <a:gd name="connsiteY64" fmla="*/ 338895 h 1472498"/>
                  <a:gd name="connsiteX65" fmla="*/ 180721 w 1453388"/>
                  <a:gd name="connsiteY65" fmla="*/ 261933 h 1472498"/>
                  <a:gd name="connsiteX66" fmla="*/ 131445 w 1453388"/>
                  <a:gd name="connsiteY66" fmla="*/ 300288 h 1472498"/>
                  <a:gd name="connsiteX67" fmla="*/ 34798 w 1453388"/>
                  <a:gd name="connsiteY67" fmla="*/ 262441 h 1472498"/>
                  <a:gd name="connsiteX68" fmla="*/ 62103 w 1453388"/>
                  <a:gd name="connsiteY68" fmla="*/ 148014 h 1472498"/>
                  <a:gd name="connsiteX69" fmla="*/ 130175 w 1453388"/>
                  <a:gd name="connsiteY69" fmla="*/ 143696 h 1472498"/>
                  <a:gd name="connsiteX70" fmla="*/ 124587 w 1453388"/>
                  <a:gd name="connsiteY70" fmla="*/ 109660 h 1472498"/>
                  <a:gd name="connsiteX71" fmla="*/ 839978 w 1453388"/>
                  <a:gd name="connsiteY71" fmla="*/ 33334 h 1472498"/>
                  <a:gd name="connsiteX72" fmla="*/ 729488 w 1453388"/>
                  <a:gd name="connsiteY72" fmla="*/ 140649 h 1472498"/>
                  <a:gd name="connsiteX73" fmla="*/ 886968 w 1453388"/>
                  <a:gd name="connsiteY73" fmla="*/ 369883 h 1472498"/>
                  <a:gd name="connsiteX74" fmla="*/ 1055370 w 1453388"/>
                  <a:gd name="connsiteY74" fmla="*/ 257362 h 1472498"/>
                  <a:gd name="connsiteX75" fmla="*/ 993902 w 1453388"/>
                  <a:gd name="connsiteY75" fmla="*/ 60765 h 1472498"/>
                  <a:gd name="connsiteX76" fmla="*/ 839978 w 1453388"/>
                  <a:gd name="connsiteY76" fmla="*/ 33334 h 1472498"/>
                  <a:gd name="connsiteX77" fmla="*/ 77851 w 1453388"/>
                  <a:gd name="connsiteY77" fmla="*/ 172526 h 1472498"/>
                  <a:gd name="connsiteX78" fmla="*/ 54356 w 1453388"/>
                  <a:gd name="connsiteY78" fmla="*/ 238565 h 1472498"/>
                  <a:gd name="connsiteX79" fmla="*/ 125984 w 1453388"/>
                  <a:gd name="connsiteY79" fmla="*/ 274126 h 1472498"/>
                  <a:gd name="connsiteX80" fmla="*/ 170180 w 1453388"/>
                  <a:gd name="connsiteY80" fmla="*/ 225484 h 1472498"/>
                  <a:gd name="connsiteX81" fmla="*/ 77851 w 1453388"/>
                  <a:gd name="connsiteY81" fmla="*/ 172526 h 1472498"/>
                  <a:gd name="connsiteX82" fmla="*/ 787400 w 1453388"/>
                  <a:gd name="connsiteY82" fmla="*/ 550224 h 1472498"/>
                  <a:gd name="connsiteX83" fmla="*/ 551561 w 1453388"/>
                  <a:gd name="connsiteY83" fmla="*/ 708084 h 1472498"/>
                  <a:gd name="connsiteX84" fmla="*/ 521081 w 1453388"/>
                  <a:gd name="connsiteY84" fmla="*/ 910269 h 1472498"/>
                  <a:gd name="connsiteX85" fmla="*/ 656336 w 1453388"/>
                  <a:gd name="connsiteY85" fmla="*/ 1108643 h 1472498"/>
                  <a:gd name="connsiteX86" fmla="*/ 885698 w 1453388"/>
                  <a:gd name="connsiteY86" fmla="*/ 1143059 h 1472498"/>
                  <a:gd name="connsiteX87" fmla="*/ 1167257 w 1453388"/>
                  <a:gd name="connsiteY87" fmla="*/ 1081464 h 1472498"/>
                  <a:gd name="connsiteX88" fmla="*/ 1254379 w 1453388"/>
                  <a:gd name="connsiteY88" fmla="*/ 789745 h 1472498"/>
                  <a:gd name="connsiteX89" fmla="*/ 1073404 w 1453388"/>
                  <a:gd name="connsiteY89" fmla="*/ 576766 h 1472498"/>
                  <a:gd name="connsiteX90" fmla="*/ 787400 w 1453388"/>
                  <a:gd name="connsiteY90" fmla="*/ 550224 h 1472498"/>
                  <a:gd name="connsiteX91" fmla="*/ 266700 w 1453388"/>
                  <a:gd name="connsiteY91" fmla="*/ 566480 h 1472498"/>
                  <a:gd name="connsiteX92" fmla="*/ 314071 w 1453388"/>
                  <a:gd name="connsiteY92" fmla="*/ 625407 h 1472498"/>
                  <a:gd name="connsiteX93" fmla="*/ 266700 w 1453388"/>
                  <a:gd name="connsiteY93" fmla="*/ 566480 h 1472498"/>
                  <a:gd name="connsiteX94" fmla="*/ 508508 w 1453388"/>
                  <a:gd name="connsiteY94" fmla="*/ 984309 h 1472498"/>
                  <a:gd name="connsiteX95" fmla="*/ 500888 w 1453388"/>
                  <a:gd name="connsiteY95" fmla="*/ 753677 h 1472498"/>
                  <a:gd name="connsiteX96" fmla="*/ 508508 w 1453388"/>
                  <a:gd name="connsiteY96" fmla="*/ 984309 h 1472498"/>
                  <a:gd name="connsiteX97" fmla="*/ 1274572 w 1453388"/>
                  <a:gd name="connsiteY97" fmla="*/ 752662 h 1472498"/>
                  <a:gd name="connsiteX98" fmla="*/ 1273048 w 1453388"/>
                  <a:gd name="connsiteY98" fmla="*/ 989008 h 1472498"/>
                  <a:gd name="connsiteX99" fmla="*/ 1274572 w 1453388"/>
                  <a:gd name="connsiteY99" fmla="*/ 752662 h 1472498"/>
                  <a:gd name="connsiteX100" fmla="*/ 1310640 w 1453388"/>
                  <a:gd name="connsiteY100" fmla="*/ 1163761 h 1472498"/>
                  <a:gd name="connsiteX101" fmla="*/ 1312418 w 1453388"/>
                  <a:gd name="connsiteY101" fmla="*/ 1303461 h 1472498"/>
                  <a:gd name="connsiteX102" fmla="*/ 1425702 w 1453388"/>
                  <a:gd name="connsiteY102" fmla="*/ 1234119 h 1472498"/>
                  <a:gd name="connsiteX103" fmla="*/ 1310640 w 1453388"/>
                  <a:gd name="connsiteY103" fmla="*/ 1163761 h 1472498"/>
                  <a:gd name="connsiteX104" fmla="*/ 1154557 w 1453388"/>
                  <a:gd name="connsiteY104" fmla="*/ 1181540 h 1472498"/>
                  <a:gd name="connsiteX105" fmla="*/ 1189609 w 1453388"/>
                  <a:gd name="connsiteY105" fmla="*/ 1338005 h 1472498"/>
                  <a:gd name="connsiteX106" fmla="*/ 1241806 w 1453388"/>
                  <a:gd name="connsiteY106" fmla="*/ 1235643 h 1472498"/>
                  <a:gd name="connsiteX107" fmla="*/ 1154557 w 1453388"/>
                  <a:gd name="connsiteY107" fmla="*/ 1181540 h 1472498"/>
                  <a:gd name="connsiteX0" fmla="*/ 0 w 1453388"/>
                  <a:gd name="connsiteY0" fmla="*/ 45399 h 1472498"/>
                  <a:gd name="connsiteX1" fmla="*/ 147193 w 1453388"/>
                  <a:gd name="connsiteY1" fmla="*/ 125155 h 1472498"/>
                  <a:gd name="connsiteX2" fmla="*/ 196977 w 1453388"/>
                  <a:gd name="connsiteY2" fmla="*/ 181034 h 1472498"/>
                  <a:gd name="connsiteX3" fmla="*/ 195326 w 1453388"/>
                  <a:gd name="connsiteY3" fmla="*/ 241740 h 1472498"/>
                  <a:gd name="connsiteX4" fmla="*/ 488950 w 1453388"/>
                  <a:gd name="connsiteY4" fmla="*/ 345245 h 1472498"/>
                  <a:gd name="connsiteX5" fmla="*/ 603758 w 1453388"/>
                  <a:gd name="connsiteY5" fmla="*/ 328482 h 1472498"/>
                  <a:gd name="connsiteX6" fmla="*/ 708787 w 1453388"/>
                  <a:gd name="connsiteY6" fmla="*/ 280476 h 1472498"/>
                  <a:gd name="connsiteX7" fmla="*/ 694817 w 1453388"/>
                  <a:gd name="connsiteY7" fmla="*/ 182685 h 1472498"/>
                  <a:gd name="connsiteX8" fmla="*/ 744220 w 1453388"/>
                  <a:gd name="connsiteY8" fmla="*/ 62924 h 1472498"/>
                  <a:gd name="connsiteX9" fmla="*/ 972566 w 1453388"/>
                  <a:gd name="connsiteY9" fmla="*/ 17077 h 1472498"/>
                  <a:gd name="connsiteX10" fmla="*/ 1092200 w 1453388"/>
                  <a:gd name="connsiteY10" fmla="*/ 236533 h 1472498"/>
                  <a:gd name="connsiteX11" fmla="*/ 1092532 w 1453388"/>
                  <a:gd name="connsiteY11" fmla="*/ 256335 h 1472498"/>
                  <a:gd name="connsiteX12" fmla="*/ 1082294 w 1453388"/>
                  <a:gd name="connsiteY12" fmla="*/ 261426 h 1472498"/>
                  <a:gd name="connsiteX13" fmla="*/ 945007 w 1453388"/>
                  <a:gd name="connsiteY13" fmla="*/ 390712 h 1472498"/>
                  <a:gd name="connsiteX14" fmla="*/ 895604 w 1453388"/>
                  <a:gd name="connsiteY14" fmla="*/ 397570 h 1472498"/>
                  <a:gd name="connsiteX15" fmla="*/ 895350 w 1453388"/>
                  <a:gd name="connsiteY15" fmla="*/ 515171 h 1472498"/>
                  <a:gd name="connsiteX16" fmla="*/ 1144651 w 1453388"/>
                  <a:gd name="connsiteY16" fmla="*/ 586800 h 1472498"/>
                  <a:gd name="connsiteX17" fmla="*/ 1251204 w 1453388"/>
                  <a:gd name="connsiteY17" fmla="*/ 704528 h 1472498"/>
                  <a:gd name="connsiteX18" fmla="*/ 1340993 w 1453388"/>
                  <a:gd name="connsiteY18" fmla="*/ 779713 h 1472498"/>
                  <a:gd name="connsiteX19" fmla="*/ 1256030 w 1453388"/>
                  <a:gd name="connsiteY19" fmla="*/ 1014155 h 1472498"/>
                  <a:gd name="connsiteX20" fmla="*/ 1237361 w 1453388"/>
                  <a:gd name="connsiteY20" fmla="*/ 1043111 h 1472498"/>
                  <a:gd name="connsiteX21" fmla="*/ 1122934 w 1453388"/>
                  <a:gd name="connsiteY21" fmla="*/ 1135439 h 1472498"/>
                  <a:gd name="connsiteX22" fmla="*/ 1246632 w 1453388"/>
                  <a:gd name="connsiteY22" fmla="*/ 1210624 h 1472498"/>
                  <a:gd name="connsiteX23" fmla="*/ 1310640 w 1453388"/>
                  <a:gd name="connsiteY23" fmla="*/ 1137345 h 1472498"/>
                  <a:gd name="connsiteX24" fmla="*/ 1410843 w 1453388"/>
                  <a:gd name="connsiteY24" fmla="*/ 1154108 h 1472498"/>
                  <a:gd name="connsiteX25" fmla="*/ 1453388 w 1453388"/>
                  <a:gd name="connsiteY25" fmla="*/ 1224720 h 1472498"/>
                  <a:gd name="connsiteX26" fmla="*/ 1383665 w 1453388"/>
                  <a:gd name="connsiteY26" fmla="*/ 1462338 h 1472498"/>
                  <a:gd name="connsiteX27" fmla="*/ 1360424 w 1453388"/>
                  <a:gd name="connsiteY27" fmla="*/ 1465005 h 1472498"/>
                  <a:gd name="connsiteX28" fmla="*/ 1413637 w 1453388"/>
                  <a:gd name="connsiteY28" fmla="*/ 1314509 h 1472498"/>
                  <a:gd name="connsiteX29" fmla="*/ 1331468 w 1453388"/>
                  <a:gd name="connsiteY29" fmla="*/ 1334068 h 1472498"/>
                  <a:gd name="connsiteX30" fmla="*/ 1247394 w 1453388"/>
                  <a:gd name="connsiteY30" fmla="*/ 1274251 h 1472498"/>
                  <a:gd name="connsiteX31" fmla="*/ 1194054 w 1453388"/>
                  <a:gd name="connsiteY31" fmla="*/ 1459036 h 1472498"/>
                  <a:gd name="connsiteX32" fmla="*/ 1192022 w 1453388"/>
                  <a:gd name="connsiteY32" fmla="*/ 1472498 h 1472498"/>
                  <a:gd name="connsiteX33" fmla="*/ 1176909 w 1453388"/>
                  <a:gd name="connsiteY33" fmla="*/ 1457257 h 1472498"/>
                  <a:gd name="connsiteX34" fmla="*/ 1165606 w 1453388"/>
                  <a:gd name="connsiteY34" fmla="*/ 1370136 h 1472498"/>
                  <a:gd name="connsiteX35" fmla="*/ 1128776 w 1453388"/>
                  <a:gd name="connsiteY35" fmla="*/ 1185986 h 1472498"/>
                  <a:gd name="connsiteX36" fmla="*/ 1121791 w 1453388"/>
                  <a:gd name="connsiteY36" fmla="*/ 1162618 h 1472498"/>
                  <a:gd name="connsiteX37" fmla="*/ 950214 w 1453388"/>
                  <a:gd name="connsiteY37" fmla="*/ 1166427 h 1472498"/>
                  <a:gd name="connsiteX38" fmla="*/ 685927 w 1453388"/>
                  <a:gd name="connsiteY38" fmla="*/ 1159062 h 1472498"/>
                  <a:gd name="connsiteX39" fmla="*/ 645795 w 1453388"/>
                  <a:gd name="connsiteY39" fmla="*/ 1182302 h 1472498"/>
                  <a:gd name="connsiteX40" fmla="*/ 599694 w 1453388"/>
                  <a:gd name="connsiteY40" fmla="*/ 1461830 h 1472498"/>
                  <a:gd name="connsiteX41" fmla="*/ 574929 w 1453388"/>
                  <a:gd name="connsiteY41" fmla="*/ 1466020 h 1472498"/>
                  <a:gd name="connsiteX42" fmla="*/ 614299 w 1453388"/>
                  <a:gd name="connsiteY42" fmla="*/ 1184207 h 1472498"/>
                  <a:gd name="connsiteX43" fmla="*/ 481711 w 1453388"/>
                  <a:gd name="connsiteY43" fmla="*/ 1325051 h 1472498"/>
                  <a:gd name="connsiteX44" fmla="*/ 439166 w 1453388"/>
                  <a:gd name="connsiteY44" fmla="*/ 1458527 h 1472498"/>
                  <a:gd name="connsiteX45" fmla="*/ 413258 w 1453388"/>
                  <a:gd name="connsiteY45" fmla="*/ 1468814 h 1472498"/>
                  <a:gd name="connsiteX46" fmla="*/ 520319 w 1453388"/>
                  <a:gd name="connsiteY46" fmla="*/ 1228657 h 1472498"/>
                  <a:gd name="connsiteX47" fmla="*/ 650621 w 1453388"/>
                  <a:gd name="connsiteY47" fmla="*/ 1136963 h 1472498"/>
                  <a:gd name="connsiteX48" fmla="*/ 524637 w 1453388"/>
                  <a:gd name="connsiteY48" fmla="*/ 1011361 h 1472498"/>
                  <a:gd name="connsiteX49" fmla="*/ 446024 w 1453388"/>
                  <a:gd name="connsiteY49" fmla="*/ 970720 h 1472498"/>
                  <a:gd name="connsiteX50" fmla="*/ 414147 w 1453388"/>
                  <a:gd name="connsiteY50" fmla="*/ 824925 h 1472498"/>
                  <a:gd name="connsiteX51" fmla="*/ 513842 w 1453388"/>
                  <a:gd name="connsiteY51" fmla="*/ 724849 h 1472498"/>
                  <a:gd name="connsiteX52" fmla="*/ 691896 w 1453388"/>
                  <a:gd name="connsiteY52" fmla="*/ 550477 h 1472498"/>
                  <a:gd name="connsiteX53" fmla="*/ 869061 w 1453388"/>
                  <a:gd name="connsiteY53" fmla="*/ 514409 h 1472498"/>
                  <a:gd name="connsiteX54" fmla="*/ 869061 w 1453388"/>
                  <a:gd name="connsiteY54" fmla="*/ 398458 h 1472498"/>
                  <a:gd name="connsiteX55" fmla="*/ 722757 w 1453388"/>
                  <a:gd name="connsiteY55" fmla="*/ 301684 h 1472498"/>
                  <a:gd name="connsiteX56" fmla="*/ 610616 w 1453388"/>
                  <a:gd name="connsiteY56" fmla="*/ 358453 h 1472498"/>
                  <a:gd name="connsiteX57" fmla="*/ 395224 w 1453388"/>
                  <a:gd name="connsiteY57" fmla="*/ 348801 h 1472498"/>
                  <a:gd name="connsiteX58" fmla="*/ 326771 w 1453388"/>
                  <a:gd name="connsiteY58" fmla="*/ 533713 h 1472498"/>
                  <a:gd name="connsiteX59" fmla="*/ 356489 w 1453388"/>
                  <a:gd name="connsiteY59" fmla="*/ 561400 h 1472498"/>
                  <a:gd name="connsiteX60" fmla="*/ 290703 w 1453388"/>
                  <a:gd name="connsiteY60" fmla="*/ 659189 h 1472498"/>
                  <a:gd name="connsiteX61" fmla="*/ 241808 w 1453388"/>
                  <a:gd name="connsiteY61" fmla="*/ 552890 h 1472498"/>
                  <a:gd name="connsiteX62" fmla="*/ 300228 w 1453388"/>
                  <a:gd name="connsiteY62" fmla="*/ 527871 h 1472498"/>
                  <a:gd name="connsiteX63" fmla="*/ 349250 w 1453388"/>
                  <a:gd name="connsiteY63" fmla="*/ 400871 h 1472498"/>
                  <a:gd name="connsiteX64" fmla="*/ 372999 w 1453388"/>
                  <a:gd name="connsiteY64" fmla="*/ 338895 h 1472498"/>
                  <a:gd name="connsiteX65" fmla="*/ 180721 w 1453388"/>
                  <a:gd name="connsiteY65" fmla="*/ 261933 h 1472498"/>
                  <a:gd name="connsiteX66" fmla="*/ 131445 w 1453388"/>
                  <a:gd name="connsiteY66" fmla="*/ 300288 h 1472498"/>
                  <a:gd name="connsiteX67" fmla="*/ 34798 w 1453388"/>
                  <a:gd name="connsiteY67" fmla="*/ 262441 h 1472498"/>
                  <a:gd name="connsiteX68" fmla="*/ 62103 w 1453388"/>
                  <a:gd name="connsiteY68" fmla="*/ 148014 h 1472498"/>
                  <a:gd name="connsiteX69" fmla="*/ 130175 w 1453388"/>
                  <a:gd name="connsiteY69" fmla="*/ 143696 h 1472498"/>
                  <a:gd name="connsiteX70" fmla="*/ 839978 w 1453388"/>
                  <a:gd name="connsiteY70" fmla="*/ 33334 h 1472498"/>
                  <a:gd name="connsiteX71" fmla="*/ 729488 w 1453388"/>
                  <a:gd name="connsiteY71" fmla="*/ 140649 h 1472498"/>
                  <a:gd name="connsiteX72" fmla="*/ 886968 w 1453388"/>
                  <a:gd name="connsiteY72" fmla="*/ 369883 h 1472498"/>
                  <a:gd name="connsiteX73" fmla="*/ 1055370 w 1453388"/>
                  <a:gd name="connsiteY73" fmla="*/ 257362 h 1472498"/>
                  <a:gd name="connsiteX74" fmla="*/ 993902 w 1453388"/>
                  <a:gd name="connsiteY74" fmla="*/ 60765 h 1472498"/>
                  <a:gd name="connsiteX75" fmla="*/ 839978 w 1453388"/>
                  <a:gd name="connsiteY75" fmla="*/ 33334 h 1472498"/>
                  <a:gd name="connsiteX76" fmla="*/ 77851 w 1453388"/>
                  <a:gd name="connsiteY76" fmla="*/ 172526 h 1472498"/>
                  <a:gd name="connsiteX77" fmla="*/ 54356 w 1453388"/>
                  <a:gd name="connsiteY77" fmla="*/ 238565 h 1472498"/>
                  <a:gd name="connsiteX78" fmla="*/ 125984 w 1453388"/>
                  <a:gd name="connsiteY78" fmla="*/ 274126 h 1472498"/>
                  <a:gd name="connsiteX79" fmla="*/ 170180 w 1453388"/>
                  <a:gd name="connsiteY79" fmla="*/ 225484 h 1472498"/>
                  <a:gd name="connsiteX80" fmla="*/ 77851 w 1453388"/>
                  <a:gd name="connsiteY80" fmla="*/ 172526 h 1472498"/>
                  <a:gd name="connsiteX81" fmla="*/ 787400 w 1453388"/>
                  <a:gd name="connsiteY81" fmla="*/ 550224 h 1472498"/>
                  <a:gd name="connsiteX82" fmla="*/ 551561 w 1453388"/>
                  <a:gd name="connsiteY82" fmla="*/ 708084 h 1472498"/>
                  <a:gd name="connsiteX83" fmla="*/ 521081 w 1453388"/>
                  <a:gd name="connsiteY83" fmla="*/ 910269 h 1472498"/>
                  <a:gd name="connsiteX84" fmla="*/ 656336 w 1453388"/>
                  <a:gd name="connsiteY84" fmla="*/ 1108643 h 1472498"/>
                  <a:gd name="connsiteX85" fmla="*/ 885698 w 1453388"/>
                  <a:gd name="connsiteY85" fmla="*/ 1143059 h 1472498"/>
                  <a:gd name="connsiteX86" fmla="*/ 1167257 w 1453388"/>
                  <a:gd name="connsiteY86" fmla="*/ 1081464 h 1472498"/>
                  <a:gd name="connsiteX87" fmla="*/ 1254379 w 1453388"/>
                  <a:gd name="connsiteY87" fmla="*/ 789745 h 1472498"/>
                  <a:gd name="connsiteX88" fmla="*/ 1073404 w 1453388"/>
                  <a:gd name="connsiteY88" fmla="*/ 576766 h 1472498"/>
                  <a:gd name="connsiteX89" fmla="*/ 787400 w 1453388"/>
                  <a:gd name="connsiteY89" fmla="*/ 550224 h 1472498"/>
                  <a:gd name="connsiteX90" fmla="*/ 266700 w 1453388"/>
                  <a:gd name="connsiteY90" fmla="*/ 566480 h 1472498"/>
                  <a:gd name="connsiteX91" fmla="*/ 314071 w 1453388"/>
                  <a:gd name="connsiteY91" fmla="*/ 625407 h 1472498"/>
                  <a:gd name="connsiteX92" fmla="*/ 266700 w 1453388"/>
                  <a:gd name="connsiteY92" fmla="*/ 566480 h 1472498"/>
                  <a:gd name="connsiteX93" fmla="*/ 508508 w 1453388"/>
                  <a:gd name="connsiteY93" fmla="*/ 984309 h 1472498"/>
                  <a:gd name="connsiteX94" fmla="*/ 500888 w 1453388"/>
                  <a:gd name="connsiteY94" fmla="*/ 753677 h 1472498"/>
                  <a:gd name="connsiteX95" fmla="*/ 508508 w 1453388"/>
                  <a:gd name="connsiteY95" fmla="*/ 984309 h 1472498"/>
                  <a:gd name="connsiteX96" fmla="*/ 1274572 w 1453388"/>
                  <a:gd name="connsiteY96" fmla="*/ 752662 h 1472498"/>
                  <a:gd name="connsiteX97" fmla="*/ 1273048 w 1453388"/>
                  <a:gd name="connsiteY97" fmla="*/ 989008 h 1472498"/>
                  <a:gd name="connsiteX98" fmla="*/ 1274572 w 1453388"/>
                  <a:gd name="connsiteY98" fmla="*/ 752662 h 1472498"/>
                  <a:gd name="connsiteX99" fmla="*/ 1310640 w 1453388"/>
                  <a:gd name="connsiteY99" fmla="*/ 1163761 h 1472498"/>
                  <a:gd name="connsiteX100" fmla="*/ 1312418 w 1453388"/>
                  <a:gd name="connsiteY100" fmla="*/ 1303461 h 1472498"/>
                  <a:gd name="connsiteX101" fmla="*/ 1425702 w 1453388"/>
                  <a:gd name="connsiteY101" fmla="*/ 1234119 h 1472498"/>
                  <a:gd name="connsiteX102" fmla="*/ 1310640 w 1453388"/>
                  <a:gd name="connsiteY102" fmla="*/ 1163761 h 1472498"/>
                  <a:gd name="connsiteX103" fmla="*/ 1154557 w 1453388"/>
                  <a:gd name="connsiteY103" fmla="*/ 1181540 h 1472498"/>
                  <a:gd name="connsiteX104" fmla="*/ 1189609 w 1453388"/>
                  <a:gd name="connsiteY104" fmla="*/ 1338005 h 1472498"/>
                  <a:gd name="connsiteX105" fmla="*/ 1241806 w 1453388"/>
                  <a:gd name="connsiteY105" fmla="*/ 1235643 h 1472498"/>
                  <a:gd name="connsiteX106" fmla="*/ 1154557 w 1453388"/>
                  <a:gd name="connsiteY106" fmla="*/ 1181540 h 1472498"/>
                  <a:gd name="connsiteX0" fmla="*/ 0 w 1453388"/>
                  <a:gd name="connsiteY0" fmla="*/ 45399 h 1472498"/>
                  <a:gd name="connsiteX1" fmla="*/ 147193 w 1453388"/>
                  <a:gd name="connsiteY1" fmla="*/ 125155 h 1472498"/>
                  <a:gd name="connsiteX2" fmla="*/ 196977 w 1453388"/>
                  <a:gd name="connsiteY2" fmla="*/ 181034 h 1472498"/>
                  <a:gd name="connsiteX3" fmla="*/ 195326 w 1453388"/>
                  <a:gd name="connsiteY3" fmla="*/ 241740 h 1472498"/>
                  <a:gd name="connsiteX4" fmla="*/ 488950 w 1453388"/>
                  <a:gd name="connsiteY4" fmla="*/ 345245 h 1472498"/>
                  <a:gd name="connsiteX5" fmla="*/ 603758 w 1453388"/>
                  <a:gd name="connsiteY5" fmla="*/ 328482 h 1472498"/>
                  <a:gd name="connsiteX6" fmla="*/ 708787 w 1453388"/>
                  <a:gd name="connsiteY6" fmla="*/ 280476 h 1472498"/>
                  <a:gd name="connsiteX7" fmla="*/ 694817 w 1453388"/>
                  <a:gd name="connsiteY7" fmla="*/ 182685 h 1472498"/>
                  <a:gd name="connsiteX8" fmla="*/ 744220 w 1453388"/>
                  <a:gd name="connsiteY8" fmla="*/ 62924 h 1472498"/>
                  <a:gd name="connsiteX9" fmla="*/ 972566 w 1453388"/>
                  <a:gd name="connsiteY9" fmla="*/ 17077 h 1472498"/>
                  <a:gd name="connsiteX10" fmla="*/ 1092200 w 1453388"/>
                  <a:gd name="connsiteY10" fmla="*/ 236533 h 1472498"/>
                  <a:gd name="connsiteX11" fmla="*/ 1092532 w 1453388"/>
                  <a:gd name="connsiteY11" fmla="*/ 256335 h 1472498"/>
                  <a:gd name="connsiteX12" fmla="*/ 1082294 w 1453388"/>
                  <a:gd name="connsiteY12" fmla="*/ 261426 h 1472498"/>
                  <a:gd name="connsiteX13" fmla="*/ 945007 w 1453388"/>
                  <a:gd name="connsiteY13" fmla="*/ 390712 h 1472498"/>
                  <a:gd name="connsiteX14" fmla="*/ 895604 w 1453388"/>
                  <a:gd name="connsiteY14" fmla="*/ 397570 h 1472498"/>
                  <a:gd name="connsiteX15" fmla="*/ 895350 w 1453388"/>
                  <a:gd name="connsiteY15" fmla="*/ 515171 h 1472498"/>
                  <a:gd name="connsiteX16" fmla="*/ 1144651 w 1453388"/>
                  <a:gd name="connsiteY16" fmla="*/ 586800 h 1472498"/>
                  <a:gd name="connsiteX17" fmla="*/ 1251204 w 1453388"/>
                  <a:gd name="connsiteY17" fmla="*/ 704528 h 1472498"/>
                  <a:gd name="connsiteX18" fmla="*/ 1340993 w 1453388"/>
                  <a:gd name="connsiteY18" fmla="*/ 779713 h 1472498"/>
                  <a:gd name="connsiteX19" fmla="*/ 1256030 w 1453388"/>
                  <a:gd name="connsiteY19" fmla="*/ 1014155 h 1472498"/>
                  <a:gd name="connsiteX20" fmla="*/ 1237361 w 1453388"/>
                  <a:gd name="connsiteY20" fmla="*/ 1043111 h 1472498"/>
                  <a:gd name="connsiteX21" fmla="*/ 1122934 w 1453388"/>
                  <a:gd name="connsiteY21" fmla="*/ 1135439 h 1472498"/>
                  <a:gd name="connsiteX22" fmla="*/ 1246632 w 1453388"/>
                  <a:gd name="connsiteY22" fmla="*/ 1210624 h 1472498"/>
                  <a:gd name="connsiteX23" fmla="*/ 1310640 w 1453388"/>
                  <a:gd name="connsiteY23" fmla="*/ 1137345 h 1472498"/>
                  <a:gd name="connsiteX24" fmla="*/ 1410843 w 1453388"/>
                  <a:gd name="connsiteY24" fmla="*/ 1154108 h 1472498"/>
                  <a:gd name="connsiteX25" fmla="*/ 1453388 w 1453388"/>
                  <a:gd name="connsiteY25" fmla="*/ 1224720 h 1472498"/>
                  <a:gd name="connsiteX26" fmla="*/ 1383665 w 1453388"/>
                  <a:gd name="connsiteY26" fmla="*/ 1462338 h 1472498"/>
                  <a:gd name="connsiteX27" fmla="*/ 1360424 w 1453388"/>
                  <a:gd name="connsiteY27" fmla="*/ 1465005 h 1472498"/>
                  <a:gd name="connsiteX28" fmla="*/ 1413637 w 1453388"/>
                  <a:gd name="connsiteY28" fmla="*/ 1314509 h 1472498"/>
                  <a:gd name="connsiteX29" fmla="*/ 1331468 w 1453388"/>
                  <a:gd name="connsiteY29" fmla="*/ 1334068 h 1472498"/>
                  <a:gd name="connsiteX30" fmla="*/ 1247394 w 1453388"/>
                  <a:gd name="connsiteY30" fmla="*/ 1274251 h 1472498"/>
                  <a:gd name="connsiteX31" fmla="*/ 1194054 w 1453388"/>
                  <a:gd name="connsiteY31" fmla="*/ 1459036 h 1472498"/>
                  <a:gd name="connsiteX32" fmla="*/ 1192022 w 1453388"/>
                  <a:gd name="connsiteY32" fmla="*/ 1472498 h 1472498"/>
                  <a:gd name="connsiteX33" fmla="*/ 1176909 w 1453388"/>
                  <a:gd name="connsiteY33" fmla="*/ 1457257 h 1472498"/>
                  <a:gd name="connsiteX34" fmla="*/ 1165606 w 1453388"/>
                  <a:gd name="connsiteY34" fmla="*/ 1370136 h 1472498"/>
                  <a:gd name="connsiteX35" fmla="*/ 1128776 w 1453388"/>
                  <a:gd name="connsiteY35" fmla="*/ 1185986 h 1472498"/>
                  <a:gd name="connsiteX36" fmla="*/ 1121791 w 1453388"/>
                  <a:gd name="connsiteY36" fmla="*/ 1162618 h 1472498"/>
                  <a:gd name="connsiteX37" fmla="*/ 950214 w 1453388"/>
                  <a:gd name="connsiteY37" fmla="*/ 1166427 h 1472498"/>
                  <a:gd name="connsiteX38" fmla="*/ 685927 w 1453388"/>
                  <a:gd name="connsiteY38" fmla="*/ 1159062 h 1472498"/>
                  <a:gd name="connsiteX39" fmla="*/ 645795 w 1453388"/>
                  <a:gd name="connsiteY39" fmla="*/ 1182302 h 1472498"/>
                  <a:gd name="connsiteX40" fmla="*/ 599694 w 1453388"/>
                  <a:gd name="connsiteY40" fmla="*/ 1461830 h 1472498"/>
                  <a:gd name="connsiteX41" fmla="*/ 574929 w 1453388"/>
                  <a:gd name="connsiteY41" fmla="*/ 1466020 h 1472498"/>
                  <a:gd name="connsiteX42" fmla="*/ 614299 w 1453388"/>
                  <a:gd name="connsiteY42" fmla="*/ 1184207 h 1472498"/>
                  <a:gd name="connsiteX43" fmla="*/ 481711 w 1453388"/>
                  <a:gd name="connsiteY43" fmla="*/ 1325051 h 1472498"/>
                  <a:gd name="connsiteX44" fmla="*/ 439166 w 1453388"/>
                  <a:gd name="connsiteY44" fmla="*/ 1458527 h 1472498"/>
                  <a:gd name="connsiteX45" fmla="*/ 413258 w 1453388"/>
                  <a:gd name="connsiteY45" fmla="*/ 1468814 h 1472498"/>
                  <a:gd name="connsiteX46" fmla="*/ 520319 w 1453388"/>
                  <a:gd name="connsiteY46" fmla="*/ 1228657 h 1472498"/>
                  <a:gd name="connsiteX47" fmla="*/ 650621 w 1453388"/>
                  <a:gd name="connsiteY47" fmla="*/ 1136963 h 1472498"/>
                  <a:gd name="connsiteX48" fmla="*/ 524637 w 1453388"/>
                  <a:gd name="connsiteY48" fmla="*/ 1011361 h 1472498"/>
                  <a:gd name="connsiteX49" fmla="*/ 446024 w 1453388"/>
                  <a:gd name="connsiteY49" fmla="*/ 970720 h 1472498"/>
                  <a:gd name="connsiteX50" fmla="*/ 414147 w 1453388"/>
                  <a:gd name="connsiteY50" fmla="*/ 824925 h 1472498"/>
                  <a:gd name="connsiteX51" fmla="*/ 513842 w 1453388"/>
                  <a:gd name="connsiteY51" fmla="*/ 724849 h 1472498"/>
                  <a:gd name="connsiteX52" fmla="*/ 691896 w 1453388"/>
                  <a:gd name="connsiteY52" fmla="*/ 550477 h 1472498"/>
                  <a:gd name="connsiteX53" fmla="*/ 869061 w 1453388"/>
                  <a:gd name="connsiteY53" fmla="*/ 514409 h 1472498"/>
                  <a:gd name="connsiteX54" fmla="*/ 869061 w 1453388"/>
                  <a:gd name="connsiteY54" fmla="*/ 398458 h 1472498"/>
                  <a:gd name="connsiteX55" fmla="*/ 722757 w 1453388"/>
                  <a:gd name="connsiteY55" fmla="*/ 301684 h 1472498"/>
                  <a:gd name="connsiteX56" fmla="*/ 610616 w 1453388"/>
                  <a:gd name="connsiteY56" fmla="*/ 358453 h 1472498"/>
                  <a:gd name="connsiteX57" fmla="*/ 395224 w 1453388"/>
                  <a:gd name="connsiteY57" fmla="*/ 348801 h 1472498"/>
                  <a:gd name="connsiteX58" fmla="*/ 326771 w 1453388"/>
                  <a:gd name="connsiteY58" fmla="*/ 533713 h 1472498"/>
                  <a:gd name="connsiteX59" fmla="*/ 356489 w 1453388"/>
                  <a:gd name="connsiteY59" fmla="*/ 561400 h 1472498"/>
                  <a:gd name="connsiteX60" fmla="*/ 290703 w 1453388"/>
                  <a:gd name="connsiteY60" fmla="*/ 659189 h 1472498"/>
                  <a:gd name="connsiteX61" fmla="*/ 241808 w 1453388"/>
                  <a:gd name="connsiteY61" fmla="*/ 552890 h 1472498"/>
                  <a:gd name="connsiteX62" fmla="*/ 300228 w 1453388"/>
                  <a:gd name="connsiteY62" fmla="*/ 527871 h 1472498"/>
                  <a:gd name="connsiteX63" fmla="*/ 349250 w 1453388"/>
                  <a:gd name="connsiteY63" fmla="*/ 400871 h 1472498"/>
                  <a:gd name="connsiteX64" fmla="*/ 372999 w 1453388"/>
                  <a:gd name="connsiteY64" fmla="*/ 338895 h 1472498"/>
                  <a:gd name="connsiteX65" fmla="*/ 180721 w 1453388"/>
                  <a:gd name="connsiteY65" fmla="*/ 261933 h 1472498"/>
                  <a:gd name="connsiteX66" fmla="*/ 131445 w 1453388"/>
                  <a:gd name="connsiteY66" fmla="*/ 300288 h 1472498"/>
                  <a:gd name="connsiteX67" fmla="*/ 34798 w 1453388"/>
                  <a:gd name="connsiteY67" fmla="*/ 262441 h 1472498"/>
                  <a:gd name="connsiteX68" fmla="*/ 62103 w 1453388"/>
                  <a:gd name="connsiteY68" fmla="*/ 148014 h 1472498"/>
                  <a:gd name="connsiteX69" fmla="*/ 839978 w 1453388"/>
                  <a:gd name="connsiteY69" fmla="*/ 33334 h 1472498"/>
                  <a:gd name="connsiteX70" fmla="*/ 729488 w 1453388"/>
                  <a:gd name="connsiteY70" fmla="*/ 140649 h 1472498"/>
                  <a:gd name="connsiteX71" fmla="*/ 886968 w 1453388"/>
                  <a:gd name="connsiteY71" fmla="*/ 369883 h 1472498"/>
                  <a:gd name="connsiteX72" fmla="*/ 1055370 w 1453388"/>
                  <a:gd name="connsiteY72" fmla="*/ 257362 h 1472498"/>
                  <a:gd name="connsiteX73" fmla="*/ 993902 w 1453388"/>
                  <a:gd name="connsiteY73" fmla="*/ 60765 h 1472498"/>
                  <a:gd name="connsiteX74" fmla="*/ 839978 w 1453388"/>
                  <a:gd name="connsiteY74" fmla="*/ 33334 h 1472498"/>
                  <a:gd name="connsiteX75" fmla="*/ 77851 w 1453388"/>
                  <a:gd name="connsiteY75" fmla="*/ 172526 h 1472498"/>
                  <a:gd name="connsiteX76" fmla="*/ 54356 w 1453388"/>
                  <a:gd name="connsiteY76" fmla="*/ 238565 h 1472498"/>
                  <a:gd name="connsiteX77" fmla="*/ 125984 w 1453388"/>
                  <a:gd name="connsiteY77" fmla="*/ 274126 h 1472498"/>
                  <a:gd name="connsiteX78" fmla="*/ 170180 w 1453388"/>
                  <a:gd name="connsiteY78" fmla="*/ 225484 h 1472498"/>
                  <a:gd name="connsiteX79" fmla="*/ 77851 w 1453388"/>
                  <a:gd name="connsiteY79" fmla="*/ 172526 h 1472498"/>
                  <a:gd name="connsiteX80" fmla="*/ 787400 w 1453388"/>
                  <a:gd name="connsiteY80" fmla="*/ 550224 h 1472498"/>
                  <a:gd name="connsiteX81" fmla="*/ 551561 w 1453388"/>
                  <a:gd name="connsiteY81" fmla="*/ 708084 h 1472498"/>
                  <a:gd name="connsiteX82" fmla="*/ 521081 w 1453388"/>
                  <a:gd name="connsiteY82" fmla="*/ 910269 h 1472498"/>
                  <a:gd name="connsiteX83" fmla="*/ 656336 w 1453388"/>
                  <a:gd name="connsiteY83" fmla="*/ 1108643 h 1472498"/>
                  <a:gd name="connsiteX84" fmla="*/ 885698 w 1453388"/>
                  <a:gd name="connsiteY84" fmla="*/ 1143059 h 1472498"/>
                  <a:gd name="connsiteX85" fmla="*/ 1167257 w 1453388"/>
                  <a:gd name="connsiteY85" fmla="*/ 1081464 h 1472498"/>
                  <a:gd name="connsiteX86" fmla="*/ 1254379 w 1453388"/>
                  <a:gd name="connsiteY86" fmla="*/ 789745 h 1472498"/>
                  <a:gd name="connsiteX87" fmla="*/ 1073404 w 1453388"/>
                  <a:gd name="connsiteY87" fmla="*/ 576766 h 1472498"/>
                  <a:gd name="connsiteX88" fmla="*/ 787400 w 1453388"/>
                  <a:gd name="connsiteY88" fmla="*/ 550224 h 1472498"/>
                  <a:gd name="connsiteX89" fmla="*/ 266700 w 1453388"/>
                  <a:gd name="connsiteY89" fmla="*/ 566480 h 1472498"/>
                  <a:gd name="connsiteX90" fmla="*/ 314071 w 1453388"/>
                  <a:gd name="connsiteY90" fmla="*/ 625407 h 1472498"/>
                  <a:gd name="connsiteX91" fmla="*/ 266700 w 1453388"/>
                  <a:gd name="connsiteY91" fmla="*/ 566480 h 1472498"/>
                  <a:gd name="connsiteX92" fmla="*/ 508508 w 1453388"/>
                  <a:gd name="connsiteY92" fmla="*/ 984309 h 1472498"/>
                  <a:gd name="connsiteX93" fmla="*/ 500888 w 1453388"/>
                  <a:gd name="connsiteY93" fmla="*/ 753677 h 1472498"/>
                  <a:gd name="connsiteX94" fmla="*/ 508508 w 1453388"/>
                  <a:gd name="connsiteY94" fmla="*/ 984309 h 1472498"/>
                  <a:gd name="connsiteX95" fmla="*/ 1274572 w 1453388"/>
                  <a:gd name="connsiteY95" fmla="*/ 752662 h 1472498"/>
                  <a:gd name="connsiteX96" fmla="*/ 1273048 w 1453388"/>
                  <a:gd name="connsiteY96" fmla="*/ 989008 h 1472498"/>
                  <a:gd name="connsiteX97" fmla="*/ 1274572 w 1453388"/>
                  <a:gd name="connsiteY97" fmla="*/ 752662 h 1472498"/>
                  <a:gd name="connsiteX98" fmla="*/ 1310640 w 1453388"/>
                  <a:gd name="connsiteY98" fmla="*/ 1163761 h 1472498"/>
                  <a:gd name="connsiteX99" fmla="*/ 1312418 w 1453388"/>
                  <a:gd name="connsiteY99" fmla="*/ 1303461 h 1472498"/>
                  <a:gd name="connsiteX100" fmla="*/ 1425702 w 1453388"/>
                  <a:gd name="connsiteY100" fmla="*/ 1234119 h 1472498"/>
                  <a:gd name="connsiteX101" fmla="*/ 1310640 w 1453388"/>
                  <a:gd name="connsiteY101" fmla="*/ 1163761 h 1472498"/>
                  <a:gd name="connsiteX102" fmla="*/ 1154557 w 1453388"/>
                  <a:gd name="connsiteY102" fmla="*/ 1181540 h 1472498"/>
                  <a:gd name="connsiteX103" fmla="*/ 1189609 w 1453388"/>
                  <a:gd name="connsiteY103" fmla="*/ 1338005 h 1472498"/>
                  <a:gd name="connsiteX104" fmla="*/ 1241806 w 1453388"/>
                  <a:gd name="connsiteY104" fmla="*/ 1235643 h 1472498"/>
                  <a:gd name="connsiteX105" fmla="*/ 1154557 w 1453388"/>
                  <a:gd name="connsiteY105" fmla="*/ 1181540 h 1472498"/>
                  <a:gd name="connsiteX0" fmla="*/ 118131 w 1424326"/>
                  <a:gd name="connsiteY0" fmla="*/ 125155 h 1472498"/>
                  <a:gd name="connsiteX1" fmla="*/ 167915 w 1424326"/>
                  <a:gd name="connsiteY1" fmla="*/ 181034 h 1472498"/>
                  <a:gd name="connsiteX2" fmla="*/ 166264 w 1424326"/>
                  <a:gd name="connsiteY2" fmla="*/ 241740 h 1472498"/>
                  <a:gd name="connsiteX3" fmla="*/ 459888 w 1424326"/>
                  <a:gd name="connsiteY3" fmla="*/ 345245 h 1472498"/>
                  <a:gd name="connsiteX4" fmla="*/ 574696 w 1424326"/>
                  <a:gd name="connsiteY4" fmla="*/ 328482 h 1472498"/>
                  <a:gd name="connsiteX5" fmla="*/ 679725 w 1424326"/>
                  <a:gd name="connsiteY5" fmla="*/ 280476 h 1472498"/>
                  <a:gd name="connsiteX6" fmla="*/ 665755 w 1424326"/>
                  <a:gd name="connsiteY6" fmla="*/ 182685 h 1472498"/>
                  <a:gd name="connsiteX7" fmla="*/ 715158 w 1424326"/>
                  <a:gd name="connsiteY7" fmla="*/ 62924 h 1472498"/>
                  <a:gd name="connsiteX8" fmla="*/ 943504 w 1424326"/>
                  <a:gd name="connsiteY8" fmla="*/ 17077 h 1472498"/>
                  <a:gd name="connsiteX9" fmla="*/ 1063138 w 1424326"/>
                  <a:gd name="connsiteY9" fmla="*/ 236533 h 1472498"/>
                  <a:gd name="connsiteX10" fmla="*/ 1063470 w 1424326"/>
                  <a:gd name="connsiteY10" fmla="*/ 256335 h 1472498"/>
                  <a:gd name="connsiteX11" fmla="*/ 1053232 w 1424326"/>
                  <a:gd name="connsiteY11" fmla="*/ 261426 h 1472498"/>
                  <a:gd name="connsiteX12" fmla="*/ 915945 w 1424326"/>
                  <a:gd name="connsiteY12" fmla="*/ 390712 h 1472498"/>
                  <a:gd name="connsiteX13" fmla="*/ 866542 w 1424326"/>
                  <a:gd name="connsiteY13" fmla="*/ 397570 h 1472498"/>
                  <a:gd name="connsiteX14" fmla="*/ 866288 w 1424326"/>
                  <a:gd name="connsiteY14" fmla="*/ 515171 h 1472498"/>
                  <a:gd name="connsiteX15" fmla="*/ 1115589 w 1424326"/>
                  <a:gd name="connsiteY15" fmla="*/ 586800 h 1472498"/>
                  <a:gd name="connsiteX16" fmla="*/ 1222142 w 1424326"/>
                  <a:gd name="connsiteY16" fmla="*/ 704528 h 1472498"/>
                  <a:gd name="connsiteX17" fmla="*/ 1311931 w 1424326"/>
                  <a:gd name="connsiteY17" fmla="*/ 779713 h 1472498"/>
                  <a:gd name="connsiteX18" fmla="*/ 1226968 w 1424326"/>
                  <a:gd name="connsiteY18" fmla="*/ 1014155 h 1472498"/>
                  <a:gd name="connsiteX19" fmla="*/ 1208299 w 1424326"/>
                  <a:gd name="connsiteY19" fmla="*/ 1043111 h 1472498"/>
                  <a:gd name="connsiteX20" fmla="*/ 1093872 w 1424326"/>
                  <a:gd name="connsiteY20" fmla="*/ 1135439 h 1472498"/>
                  <a:gd name="connsiteX21" fmla="*/ 1217570 w 1424326"/>
                  <a:gd name="connsiteY21" fmla="*/ 1210624 h 1472498"/>
                  <a:gd name="connsiteX22" fmla="*/ 1281578 w 1424326"/>
                  <a:gd name="connsiteY22" fmla="*/ 1137345 h 1472498"/>
                  <a:gd name="connsiteX23" fmla="*/ 1381781 w 1424326"/>
                  <a:gd name="connsiteY23" fmla="*/ 1154108 h 1472498"/>
                  <a:gd name="connsiteX24" fmla="*/ 1424326 w 1424326"/>
                  <a:gd name="connsiteY24" fmla="*/ 1224720 h 1472498"/>
                  <a:gd name="connsiteX25" fmla="*/ 1354603 w 1424326"/>
                  <a:gd name="connsiteY25" fmla="*/ 1462338 h 1472498"/>
                  <a:gd name="connsiteX26" fmla="*/ 1331362 w 1424326"/>
                  <a:gd name="connsiteY26" fmla="*/ 1465005 h 1472498"/>
                  <a:gd name="connsiteX27" fmla="*/ 1384575 w 1424326"/>
                  <a:gd name="connsiteY27" fmla="*/ 1314509 h 1472498"/>
                  <a:gd name="connsiteX28" fmla="*/ 1302406 w 1424326"/>
                  <a:gd name="connsiteY28" fmla="*/ 1334068 h 1472498"/>
                  <a:gd name="connsiteX29" fmla="*/ 1218332 w 1424326"/>
                  <a:gd name="connsiteY29" fmla="*/ 1274251 h 1472498"/>
                  <a:gd name="connsiteX30" fmla="*/ 1164992 w 1424326"/>
                  <a:gd name="connsiteY30" fmla="*/ 1459036 h 1472498"/>
                  <a:gd name="connsiteX31" fmla="*/ 1162960 w 1424326"/>
                  <a:gd name="connsiteY31" fmla="*/ 1472498 h 1472498"/>
                  <a:gd name="connsiteX32" fmla="*/ 1147847 w 1424326"/>
                  <a:gd name="connsiteY32" fmla="*/ 1457257 h 1472498"/>
                  <a:gd name="connsiteX33" fmla="*/ 1136544 w 1424326"/>
                  <a:gd name="connsiteY33" fmla="*/ 1370136 h 1472498"/>
                  <a:gd name="connsiteX34" fmla="*/ 1099714 w 1424326"/>
                  <a:gd name="connsiteY34" fmla="*/ 1185986 h 1472498"/>
                  <a:gd name="connsiteX35" fmla="*/ 1092729 w 1424326"/>
                  <a:gd name="connsiteY35" fmla="*/ 1162618 h 1472498"/>
                  <a:gd name="connsiteX36" fmla="*/ 921152 w 1424326"/>
                  <a:gd name="connsiteY36" fmla="*/ 1166427 h 1472498"/>
                  <a:gd name="connsiteX37" fmla="*/ 656865 w 1424326"/>
                  <a:gd name="connsiteY37" fmla="*/ 1159062 h 1472498"/>
                  <a:gd name="connsiteX38" fmla="*/ 616733 w 1424326"/>
                  <a:gd name="connsiteY38" fmla="*/ 1182302 h 1472498"/>
                  <a:gd name="connsiteX39" fmla="*/ 570632 w 1424326"/>
                  <a:gd name="connsiteY39" fmla="*/ 1461830 h 1472498"/>
                  <a:gd name="connsiteX40" fmla="*/ 545867 w 1424326"/>
                  <a:gd name="connsiteY40" fmla="*/ 1466020 h 1472498"/>
                  <a:gd name="connsiteX41" fmla="*/ 585237 w 1424326"/>
                  <a:gd name="connsiteY41" fmla="*/ 1184207 h 1472498"/>
                  <a:gd name="connsiteX42" fmla="*/ 452649 w 1424326"/>
                  <a:gd name="connsiteY42" fmla="*/ 1325051 h 1472498"/>
                  <a:gd name="connsiteX43" fmla="*/ 410104 w 1424326"/>
                  <a:gd name="connsiteY43" fmla="*/ 1458527 h 1472498"/>
                  <a:gd name="connsiteX44" fmla="*/ 384196 w 1424326"/>
                  <a:gd name="connsiteY44" fmla="*/ 1468814 h 1472498"/>
                  <a:gd name="connsiteX45" fmla="*/ 491257 w 1424326"/>
                  <a:gd name="connsiteY45" fmla="*/ 1228657 h 1472498"/>
                  <a:gd name="connsiteX46" fmla="*/ 621559 w 1424326"/>
                  <a:gd name="connsiteY46" fmla="*/ 1136963 h 1472498"/>
                  <a:gd name="connsiteX47" fmla="*/ 495575 w 1424326"/>
                  <a:gd name="connsiteY47" fmla="*/ 1011361 h 1472498"/>
                  <a:gd name="connsiteX48" fmla="*/ 416962 w 1424326"/>
                  <a:gd name="connsiteY48" fmla="*/ 970720 h 1472498"/>
                  <a:gd name="connsiteX49" fmla="*/ 385085 w 1424326"/>
                  <a:gd name="connsiteY49" fmla="*/ 824925 h 1472498"/>
                  <a:gd name="connsiteX50" fmla="*/ 484780 w 1424326"/>
                  <a:gd name="connsiteY50" fmla="*/ 724849 h 1472498"/>
                  <a:gd name="connsiteX51" fmla="*/ 662834 w 1424326"/>
                  <a:gd name="connsiteY51" fmla="*/ 550477 h 1472498"/>
                  <a:gd name="connsiteX52" fmla="*/ 839999 w 1424326"/>
                  <a:gd name="connsiteY52" fmla="*/ 514409 h 1472498"/>
                  <a:gd name="connsiteX53" fmla="*/ 839999 w 1424326"/>
                  <a:gd name="connsiteY53" fmla="*/ 398458 h 1472498"/>
                  <a:gd name="connsiteX54" fmla="*/ 693695 w 1424326"/>
                  <a:gd name="connsiteY54" fmla="*/ 301684 h 1472498"/>
                  <a:gd name="connsiteX55" fmla="*/ 581554 w 1424326"/>
                  <a:gd name="connsiteY55" fmla="*/ 358453 h 1472498"/>
                  <a:gd name="connsiteX56" fmla="*/ 366162 w 1424326"/>
                  <a:gd name="connsiteY56" fmla="*/ 348801 h 1472498"/>
                  <a:gd name="connsiteX57" fmla="*/ 297709 w 1424326"/>
                  <a:gd name="connsiteY57" fmla="*/ 533713 h 1472498"/>
                  <a:gd name="connsiteX58" fmla="*/ 327427 w 1424326"/>
                  <a:gd name="connsiteY58" fmla="*/ 561400 h 1472498"/>
                  <a:gd name="connsiteX59" fmla="*/ 261641 w 1424326"/>
                  <a:gd name="connsiteY59" fmla="*/ 659189 h 1472498"/>
                  <a:gd name="connsiteX60" fmla="*/ 212746 w 1424326"/>
                  <a:gd name="connsiteY60" fmla="*/ 552890 h 1472498"/>
                  <a:gd name="connsiteX61" fmla="*/ 271166 w 1424326"/>
                  <a:gd name="connsiteY61" fmla="*/ 527871 h 1472498"/>
                  <a:gd name="connsiteX62" fmla="*/ 320188 w 1424326"/>
                  <a:gd name="connsiteY62" fmla="*/ 400871 h 1472498"/>
                  <a:gd name="connsiteX63" fmla="*/ 343937 w 1424326"/>
                  <a:gd name="connsiteY63" fmla="*/ 338895 h 1472498"/>
                  <a:gd name="connsiteX64" fmla="*/ 151659 w 1424326"/>
                  <a:gd name="connsiteY64" fmla="*/ 261933 h 1472498"/>
                  <a:gd name="connsiteX65" fmla="*/ 102383 w 1424326"/>
                  <a:gd name="connsiteY65" fmla="*/ 300288 h 1472498"/>
                  <a:gd name="connsiteX66" fmla="*/ 5736 w 1424326"/>
                  <a:gd name="connsiteY66" fmla="*/ 262441 h 1472498"/>
                  <a:gd name="connsiteX67" fmla="*/ 33041 w 1424326"/>
                  <a:gd name="connsiteY67" fmla="*/ 148014 h 1472498"/>
                  <a:gd name="connsiteX68" fmla="*/ 810916 w 1424326"/>
                  <a:gd name="connsiteY68" fmla="*/ 33334 h 1472498"/>
                  <a:gd name="connsiteX69" fmla="*/ 700426 w 1424326"/>
                  <a:gd name="connsiteY69" fmla="*/ 140649 h 1472498"/>
                  <a:gd name="connsiteX70" fmla="*/ 857906 w 1424326"/>
                  <a:gd name="connsiteY70" fmla="*/ 369883 h 1472498"/>
                  <a:gd name="connsiteX71" fmla="*/ 1026308 w 1424326"/>
                  <a:gd name="connsiteY71" fmla="*/ 257362 h 1472498"/>
                  <a:gd name="connsiteX72" fmla="*/ 964840 w 1424326"/>
                  <a:gd name="connsiteY72" fmla="*/ 60765 h 1472498"/>
                  <a:gd name="connsiteX73" fmla="*/ 810916 w 1424326"/>
                  <a:gd name="connsiteY73" fmla="*/ 33334 h 1472498"/>
                  <a:gd name="connsiteX74" fmla="*/ 48789 w 1424326"/>
                  <a:gd name="connsiteY74" fmla="*/ 172526 h 1472498"/>
                  <a:gd name="connsiteX75" fmla="*/ 25294 w 1424326"/>
                  <a:gd name="connsiteY75" fmla="*/ 238565 h 1472498"/>
                  <a:gd name="connsiteX76" fmla="*/ 96922 w 1424326"/>
                  <a:gd name="connsiteY76" fmla="*/ 274126 h 1472498"/>
                  <a:gd name="connsiteX77" fmla="*/ 141118 w 1424326"/>
                  <a:gd name="connsiteY77" fmla="*/ 225484 h 1472498"/>
                  <a:gd name="connsiteX78" fmla="*/ 48789 w 1424326"/>
                  <a:gd name="connsiteY78" fmla="*/ 172526 h 1472498"/>
                  <a:gd name="connsiteX79" fmla="*/ 758338 w 1424326"/>
                  <a:gd name="connsiteY79" fmla="*/ 550224 h 1472498"/>
                  <a:gd name="connsiteX80" fmla="*/ 522499 w 1424326"/>
                  <a:gd name="connsiteY80" fmla="*/ 708084 h 1472498"/>
                  <a:gd name="connsiteX81" fmla="*/ 492019 w 1424326"/>
                  <a:gd name="connsiteY81" fmla="*/ 910269 h 1472498"/>
                  <a:gd name="connsiteX82" fmla="*/ 627274 w 1424326"/>
                  <a:gd name="connsiteY82" fmla="*/ 1108643 h 1472498"/>
                  <a:gd name="connsiteX83" fmla="*/ 856636 w 1424326"/>
                  <a:gd name="connsiteY83" fmla="*/ 1143059 h 1472498"/>
                  <a:gd name="connsiteX84" fmla="*/ 1138195 w 1424326"/>
                  <a:gd name="connsiteY84" fmla="*/ 1081464 h 1472498"/>
                  <a:gd name="connsiteX85" fmla="*/ 1225317 w 1424326"/>
                  <a:gd name="connsiteY85" fmla="*/ 789745 h 1472498"/>
                  <a:gd name="connsiteX86" fmla="*/ 1044342 w 1424326"/>
                  <a:gd name="connsiteY86" fmla="*/ 576766 h 1472498"/>
                  <a:gd name="connsiteX87" fmla="*/ 758338 w 1424326"/>
                  <a:gd name="connsiteY87" fmla="*/ 550224 h 1472498"/>
                  <a:gd name="connsiteX88" fmla="*/ 237638 w 1424326"/>
                  <a:gd name="connsiteY88" fmla="*/ 566480 h 1472498"/>
                  <a:gd name="connsiteX89" fmla="*/ 285009 w 1424326"/>
                  <a:gd name="connsiteY89" fmla="*/ 625407 h 1472498"/>
                  <a:gd name="connsiteX90" fmla="*/ 237638 w 1424326"/>
                  <a:gd name="connsiteY90" fmla="*/ 566480 h 1472498"/>
                  <a:gd name="connsiteX91" fmla="*/ 479446 w 1424326"/>
                  <a:gd name="connsiteY91" fmla="*/ 984309 h 1472498"/>
                  <a:gd name="connsiteX92" fmla="*/ 471826 w 1424326"/>
                  <a:gd name="connsiteY92" fmla="*/ 753677 h 1472498"/>
                  <a:gd name="connsiteX93" fmla="*/ 479446 w 1424326"/>
                  <a:gd name="connsiteY93" fmla="*/ 984309 h 1472498"/>
                  <a:gd name="connsiteX94" fmla="*/ 1245510 w 1424326"/>
                  <a:gd name="connsiteY94" fmla="*/ 752662 h 1472498"/>
                  <a:gd name="connsiteX95" fmla="*/ 1243986 w 1424326"/>
                  <a:gd name="connsiteY95" fmla="*/ 989008 h 1472498"/>
                  <a:gd name="connsiteX96" fmla="*/ 1245510 w 1424326"/>
                  <a:gd name="connsiteY96" fmla="*/ 752662 h 1472498"/>
                  <a:gd name="connsiteX97" fmla="*/ 1281578 w 1424326"/>
                  <a:gd name="connsiteY97" fmla="*/ 1163761 h 1472498"/>
                  <a:gd name="connsiteX98" fmla="*/ 1283356 w 1424326"/>
                  <a:gd name="connsiteY98" fmla="*/ 1303461 h 1472498"/>
                  <a:gd name="connsiteX99" fmla="*/ 1396640 w 1424326"/>
                  <a:gd name="connsiteY99" fmla="*/ 1234119 h 1472498"/>
                  <a:gd name="connsiteX100" fmla="*/ 1281578 w 1424326"/>
                  <a:gd name="connsiteY100" fmla="*/ 1163761 h 1472498"/>
                  <a:gd name="connsiteX101" fmla="*/ 1125495 w 1424326"/>
                  <a:gd name="connsiteY101" fmla="*/ 1181540 h 1472498"/>
                  <a:gd name="connsiteX102" fmla="*/ 1160547 w 1424326"/>
                  <a:gd name="connsiteY102" fmla="*/ 1338005 h 1472498"/>
                  <a:gd name="connsiteX103" fmla="*/ 1212744 w 1424326"/>
                  <a:gd name="connsiteY103" fmla="*/ 1235643 h 1472498"/>
                  <a:gd name="connsiteX104" fmla="*/ 1125495 w 1424326"/>
                  <a:gd name="connsiteY104" fmla="*/ 1181540 h 1472498"/>
                  <a:gd name="connsiteX0" fmla="*/ 167915 w 1424326"/>
                  <a:gd name="connsiteY0" fmla="*/ 181034 h 1472498"/>
                  <a:gd name="connsiteX1" fmla="*/ 166264 w 1424326"/>
                  <a:gd name="connsiteY1" fmla="*/ 241740 h 1472498"/>
                  <a:gd name="connsiteX2" fmla="*/ 459888 w 1424326"/>
                  <a:gd name="connsiteY2" fmla="*/ 345245 h 1472498"/>
                  <a:gd name="connsiteX3" fmla="*/ 574696 w 1424326"/>
                  <a:gd name="connsiteY3" fmla="*/ 328482 h 1472498"/>
                  <a:gd name="connsiteX4" fmla="*/ 679725 w 1424326"/>
                  <a:gd name="connsiteY4" fmla="*/ 280476 h 1472498"/>
                  <a:gd name="connsiteX5" fmla="*/ 665755 w 1424326"/>
                  <a:gd name="connsiteY5" fmla="*/ 182685 h 1472498"/>
                  <a:gd name="connsiteX6" fmla="*/ 715158 w 1424326"/>
                  <a:gd name="connsiteY6" fmla="*/ 62924 h 1472498"/>
                  <a:gd name="connsiteX7" fmla="*/ 943504 w 1424326"/>
                  <a:gd name="connsiteY7" fmla="*/ 17077 h 1472498"/>
                  <a:gd name="connsiteX8" fmla="*/ 1063138 w 1424326"/>
                  <a:gd name="connsiteY8" fmla="*/ 236533 h 1472498"/>
                  <a:gd name="connsiteX9" fmla="*/ 1063470 w 1424326"/>
                  <a:gd name="connsiteY9" fmla="*/ 256335 h 1472498"/>
                  <a:gd name="connsiteX10" fmla="*/ 1053232 w 1424326"/>
                  <a:gd name="connsiteY10" fmla="*/ 261426 h 1472498"/>
                  <a:gd name="connsiteX11" fmla="*/ 915945 w 1424326"/>
                  <a:gd name="connsiteY11" fmla="*/ 390712 h 1472498"/>
                  <a:gd name="connsiteX12" fmla="*/ 866542 w 1424326"/>
                  <a:gd name="connsiteY12" fmla="*/ 397570 h 1472498"/>
                  <a:gd name="connsiteX13" fmla="*/ 866288 w 1424326"/>
                  <a:gd name="connsiteY13" fmla="*/ 515171 h 1472498"/>
                  <a:gd name="connsiteX14" fmla="*/ 1115589 w 1424326"/>
                  <a:gd name="connsiteY14" fmla="*/ 586800 h 1472498"/>
                  <a:gd name="connsiteX15" fmla="*/ 1222142 w 1424326"/>
                  <a:gd name="connsiteY15" fmla="*/ 704528 h 1472498"/>
                  <a:gd name="connsiteX16" fmla="*/ 1311931 w 1424326"/>
                  <a:gd name="connsiteY16" fmla="*/ 779713 h 1472498"/>
                  <a:gd name="connsiteX17" fmla="*/ 1226968 w 1424326"/>
                  <a:gd name="connsiteY17" fmla="*/ 1014155 h 1472498"/>
                  <a:gd name="connsiteX18" fmla="*/ 1208299 w 1424326"/>
                  <a:gd name="connsiteY18" fmla="*/ 1043111 h 1472498"/>
                  <a:gd name="connsiteX19" fmla="*/ 1093872 w 1424326"/>
                  <a:gd name="connsiteY19" fmla="*/ 1135439 h 1472498"/>
                  <a:gd name="connsiteX20" fmla="*/ 1217570 w 1424326"/>
                  <a:gd name="connsiteY20" fmla="*/ 1210624 h 1472498"/>
                  <a:gd name="connsiteX21" fmla="*/ 1281578 w 1424326"/>
                  <a:gd name="connsiteY21" fmla="*/ 1137345 h 1472498"/>
                  <a:gd name="connsiteX22" fmla="*/ 1381781 w 1424326"/>
                  <a:gd name="connsiteY22" fmla="*/ 1154108 h 1472498"/>
                  <a:gd name="connsiteX23" fmla="*/ 1424326 w 1424326"/>
                  <a:gd name="connsiteY23" fmla="*/ 1224720 h 1472498"/>
                  <a:gd name="connsiteX24" fmla="*/ 1354603 w 1424326"/>
                  <a:gd name="connsiteY24" fmla="*/ 1462338 h 1472498"/>
                  <a:gd name="connsiteX25" fmla="*/ 1331362 w 1424326"/>
                  <a:gd name="connsiteY25" fmla="*/ 1465005 h 1472498"/>
                  <a:gd name="connsiteX26" fmla="*/ 1384575 w 1424326"/>
                  <a:gd name="connsiteY26" fmla="*/ 1314509 h 1472498"/>
                  <a:gd name="connsiteX27" fmla="*/ 1302406 w 1424326"/>
                  <a:gd name="connsiteY27" fmla="*/ 1334068 h 1472498"/>
                  <a:gd name="connsiteX28" fmla="*/ 1218332 w 1424326"/>
                  <a:gd name="connsiteY28" fmla="*/ 1274251 h 1472498"/>
                  <a:gd name="connsiteX29" fmla="*/ 1164992 w 1424326"/>
                  <a:gd name="connsiteY29" fmla="*/ 1459036 h 1472498"/>
                  <a:gd name="connsiteX30" fmla="*/ 1162960 w 1424326"/>
                  <a:gd name="connsiteY30" fmla="*/ 1472498 h 1472498"/>
                  <a:gd name="connsiteX31" fmla="*/ 1147847 w 1424326"/>
                  <a:gd name="connsiteY31" fmla="*/ 1457257 h 1472498"/>
                  <a:gd name="connsiteX32" fmla="*/ 1136544 w 1424326"/>
                  <a:gd name="connsiteY32" fmla="*/ 1370136 h 1472498"/>
                  <a:gd name="connsiteX33" fmla="*/ 1099714 w 1424326"/>
                  <a:gd name="connsiteY33" fmla="*/ 1185986 h 1472498"/>
                  <a:gd name="connsiteX34" fmla="*/ 1092729 w 1424326"/>
                  <a:gd name="connsiteY34" fmla="*/ 1162618 h 1472498"/>
                  <a:gd name="connsiteX35" fmla="*/ 921152 w 1424326"/>
                  <a:gd name="connsiteY35" fmla="*/ 1166427 h 1472498"/>
                  <a:gd name="connsiteX36" fmla="*/ 656865 w 1424326"/>
                  <a:gd name="connsiteY36" fmla="*/ 1159062 h 1472498"/>
                  <a:gd name="connsiteX37" fmla="*/ 616733 w 1424326"/>
                  <a:gd name="connsiteY37" fmla="*/ 1182302 h 1472498"/>
                  <a:gd name="connsiteX38" fmla="*/ 570632 w 1424326"/>
                  <a:gd name="connsiteY38" fmla="*/ 1461830 h 1472498"/>
                  <a:gd name="connsiteX39" fmla="*/ 545867 w 1424326"/>
                  <a:gd name="connsiteY39" fmla="*/ 1466020 h 1472498"/>
                  <a:gd name="connsiteX40" fmla="*/ 585237 w 1424326"/>
                  <a:gd name="connsiteY40" fmla="*/ 1184207 h 1472498"/>
                  <a:gd name="connsiteX41" fmla="*/ 452649 w 1424326"/>
                  <a:gd name="connsiteY41" fmla="*/ 1325051 h 1472498"/>
                  <a:gd name="connsiteX42" fmla="*/ 410104 w 1424326"/>
                  <a:gd name="connsiteY42" fmla="*/ 1458527 h 1472498"/>
                  <a:gd name="connsiteX43" fmla="*/ 384196 w 1424326"/>
                  <a:gd name="connsiteY43" fmla="*/ 1468814 h 1472498"/>
                  <a:gd name="connsiteX44" fmla="*/ 491257 w 1424326"/>
                  <a:gd name="connsiteY44" fmla="*/ 1228657 h 1472498"/>
                  <a:gd name="connsiteX45" fmla="*/ 621559 w 1424326"/>
                  <a:gd name="connsiteY45" fmla="*/ 1136963 h 1472498"/>
                  <a:gd name="connsiteX46" fmla="*/ 495575 w 1424326"/>
                  <a:gd name="connsiteY46" fmla="*/ 1011361 h 1472498"/>
                  <a:gd name="connsiteX47" fmla="*/ 416962 w 1424326"/>
                  <a:gd name="connsiteY47" fmla="*/ 970720 h 1472498"/>
                  <a:gd name="connsiteX48" fmla="*/ 385085 w 1424326"/>
                  <a:gd name="connsiteY48" fmla="*/ 824925 h 1472498"/>
                  <a:gd name="connsiteX49" fmla="*/ 484780 w 1424326"/>
                  <a:gd name="connsiteY49" fmla="*/ 724849 h 1472498"/>
                  <a:gd name="connsiteX50" fmla="*/ 662834 w 1424326"/>
                  <a:gd name="connsiteY50" fmla="*/ 550477 h 1472498"/>
                  <a:gd name="connsiteX51" fmla="*/ 839999 w 1424326"/>
                  <a:gd name="connsiteY51" fmla="*/ 514409 h 1472498"/>
                  <a:gd name="connsiteX52" fmla="*/ 839999 w 1424326"/>
                  <a:gd name="connsiteY52" fmla="*/ 398458 h 1472498"/>
                  <a:gd name="connsiteX53" fmla="*/ 693695 w 1424326"/>
                  <a:gd name="connsiteY53" fmla="*/ 301684 h 1472498"/>
                  <a:gd name="connsiteX54" fmla="*/ 581554 w 1424326"/>
                  <a:gd name="connsiteY54" fmla="*/ 358453 h 1472498"/>
                  <a:gd name="connsiteX55" fmla="*/ 366162 w 1424326"/>
                  <a:gd name="connsiteY55" fmla="*/ 348801 h 1472498"/>
                  <a:gd name="connsiteX56" fmla="*/ 297709 w 1424326"/>
                  <a:gd name="connsiteY56" fmla="*/ 533713 h 1472498"/>
                  <a:gd name="connsiteX57" fmla="*/ 327427 w 1424326"/>
                  <a:gd name="connsiteY57" fmla="*/ 561400 h 1472498"/>
                  <a:gd name="connsiteX58" fmla="*/ 261641 w 1424326"/>
                  <a:gd name="connsiteY58" fmla="*/ 659189 h 1472498"/>
                  <a:gd name="connsiteX59" fmla="*/ 212746 w 1424326"/>
                  <a:gd name="connsiteY59" fmla="*/ 552890 h 1472498"/>
                  <a:gd name="connsiteX60" fmla="*/ 271166 w 1424326"/>
                  <a:gd name="connsiteY60" fmla="*/ 527871 h 1472498"/>
                  <a:gd name="connsiteX61" fmla="*/ 320188 w 1424326"/>
                  <a:gd name="connsiteY61" fmla="*/ 400871 h 1472498"/>
                  <a:gd name="connsiteX62" fmla="*/ 343937 w 1424326"/>
                  <a:gd name="connsiteY62" fmla="*/ 338895 h 1472498"/>
                  <a:gd name="connsiteX63" fmla="*/ 151659 w 1424326"/>
                  <a:gd name="connsiteY63" fmla="*/ 261933 h 1472498"/>
                  <a:gd name="connsiteX64" fmla="*/ 102383 w 1424326"/>
                  <a:gd name="connsiteY64" fmla="*/ 300288 h 1472498"/>
                  <a:gd name="connsiteX65" fmla="*/ 5736 w 1424326"/>
                  <a:gd name="connsiteY65" fmla="*/ 262441 h 1472498"/>
                  <a:gd name="connsiteX66" fmla="*/ 33041 w 1424326"/>
                  <a:gd name="connsiteY66" fmla="*/ 148014 h 1472498"/>
                  <a:gd name="connsiteX67" fmla="*/ 810916 w 1424326"/>
                  <a:gd name="connsiteY67" fmla="*/ 33334 h 1472498"/>
                  <a:gd name="connsiteX68" fmla="*/ 700426 w 1424326"/>
                  <a:gd name="connsiteY68" fmla="*/ 140649 h 1472498"/>
                  <a:gd name="connsiteX69" fmla="*/ 857906 w 1424326"/>
                  <a:gd name="connsiteY69" fmla="*/ 369883 h 1472498"/>
                  <a:gd name="connsiteX70" fmla="*/ 1026308 w 1424326"/>
                  <a:gd name="connsiteY70" fmla="*/ 257362 h 1472498"/>
                  <a:gd name="connsiteX71" fmla="*/ 964840 w 1424326"/>
                  <a:gd name="connsiteY71" fmla="*/ 60765 h 1472498"/>
                  <a:gd name="connsiteX72" fmla="*/ 810916 w 1424326"/>
                  <a:gd name="connsiteY72" fmla="*/ 33334 h 1472498"/>
                  <a:gd name="connsiteX73" fmla="*/ 48789 w 1424326"/>
                  <a:gd name="connsiteY73" fmla="*/ 172526 h 1472498"/>
                  <a:gd name="connsiteX74" fmla="*/ 25294 w 1424326"/>
                  <a:gd name="connsiteY74" fmla="*/ 238565 h 1472498"/>
                  <a:gd name="connsiteX75" fmla="*/ 96922 w 1424326"/>
                  <a:gd name="connsiteY75" fmla="*/ 274126 h 1472498"/>
                  <a:gd name="connsiteX76" fmla="*/ 141118 w 1424326"/>
                  <a:gd name="connsiteY76" fmla="*/ 225484 h 1472498"/>
                  <a:gd name="connsiteX77" fmla="*/ 48789 w 1424326"/>
                  <a:gd name="connsiteY77" fmla="*/ 172526 h 1472498"/>
                  <a:gd name="connsiteX78" fmla="*/ 758338 w 1424326"/>
                  <a:gd name="connsiteY78" fmla="*/ 550224 h 1472498"/>
                  <a:gd name="connsiteX79" fmla="*/ 522499 w 1424326"/>
                  <a:gd name="connsiteY79" fmla="*/ 708084 h 1472498"/>
                  <a:gd name="connsiteX80" fmla="*/ 492019 w 1424326"/>
                  <a:gd name="connsiteY80" fmla="*/ 910269 h 1472498"/>
                  <a:gd name="connsiteX81" fmla="*/ 627274 w 1424326"/>
                  <a:gd name="connsiteY81" fmla="*/ 1108643 h 1472498"/>
                  <a:gd name="connsiteX82" fmla="*/ 856636 w 1424326"/>
                  <a:gd name="connsiteY82" fmla="*/ 1143059 h 1472498"/>
                  <a:gd name="connsiteX83" fmla="*/ 1138195 w 1424326"/>
                  <a:gd name="connsiteY83" fmla="*/ 1081464 h 1472498"/>
                  <a:gd name="connsiteX84" fmla="*/ 1225317 w 1424326"/>
                  <a:gd name="connsiteY84" fmla="*/ 789745 h 1472498"/>
                  <a:gd name="connsiteX85" fmla="*/ 1044342 w 1424326"/>
                  <a:gd name="connsiteY85" fmla="*/ 576766 h 1472498"/>
                  <a:gd name="connsiteX86" fmla="*/ 758338 w 1424326"/>
                  <a:gd name="connsiteY86" fmla="*/ 550224 h 1472498"/>
                  <a:gd name="connsiteX87" fmla="*/ 237638 w 1424326"/>
                  <a:gd name="connsiteY87" fmla="*/ 566480 h 1472498"/>
                  <a:gd name="connsiteX88" fmla="*/ 285009 w 1424326"/>
                  <a:gd name="connsiteY88" fmla="*/ 625407 h 1472498"/>
                  <a:gd name="connsiteX89" fmla="*/ 237638 w 1424326"/>
                  <a:gd name="connsiteY89" fmla="*/ 566480 h 1472498"/>
                  <a:gd name="connsiteX90" fmla="*/ 479446 w 1424326"/>
                  <a:gd name="connsiteY90" fmla="*/ 984309 h 1472498"/>
                  <a:gd name="connsiteX91" fmla="*/ 471826 w 1424326"/>
                  <a:gd name="connsiteY91" fmla="*/ 753677 h 1472498"/>
                  <a:gd name="connsiteX92" fmla="*/ 479446 w 1424326"/>
                  <a:gd name="connsiteY92" fmla="*/ 984309 h 1472498"/>
                  <a:gd name="connsiteX93" fmla="*/ 1245510 w 1424326"/>
                  <a:gd name="connsiteY93" fmla="*/ 752662 h 1472498"/>
                  <a:gd name="connsiteX94" fmla="*/ 1243986 w 1424326"/>
                  <a:gd name="connsiteY94" fmla="*/ 989008 h 1472498"/>
                  <a:gd name="connsiteX95" fmla="*/ 1245510 w 1424326"/>
                  <a:gd name="connsiteY95" fmla="*/ 752662 h 1472498"/>
                  <a:gd name="connsiteX96" fmla="*/ 1281578 w 1424326"/>
                  <a:gd name="connsiteY96" fmla="*/ 1163761 h 1472498"/>
                  <a:gd name="connsiteX97" fmla="*/ 1283356 w 1424326"/>
                  <a:gd name="connsiteY97" fmla="*/ 1303461 h 1472498"/>
                  <a:gd name="connsiteX98" fmla="*/ 1396640 w 1424326"/>
                  <a:gd name="connsiteY98" fmla="*/ 1234119 h 1472498"/>
                  <a:gd name="connsiteX99" fmla="*/ 1281578 w 1424326"/>
                  <a:gd name="connsiteY99" fmla="*/ 1163761 h 1472498"/>
                  <a:gd name="connsiteX100" fmla="*/ 1125495 w 1424326"/>
                  <a:gd name="connsiteY100" fmla="*/ 1181540 h 1472498"/>
                  <a:gd name="connsiteX101" fmla="*/ 1160547 w 1424326"/>
                  <a:gd name="connsiteY101" fmla="*/ 1338005 h 1472498"/>
                  <a:gd name="connsiteX102" fmla="*/ 1212744 w 1424326"/>
                  <a:gd name="connsiteY102" fmla="*/ 1235643 h 1472498"/>
                  <a:gd name="connsiteX103" fmla="*/ 1125495 w 1424326"/>
                  <a:gd name="connsiteY103" fmla="*/ 1181540 h 1472498"/>
                  <a:gd name="connsiteX0" fmla="*/ 166264 w 1424326"/>
                  <a:gd name="connsiteY0" fmla="*/ 241740 h 1472498"/>
                  <a:gd name="connsiteX1" fmla="*/ 459888 w 1424326"/>
                  <a:gd name="connsiteY1" fmla="*/ 345245 h 1472498"/>
                  <a:gd name="connsiteX2" fmla="*/ 574696 w 1424326"/>
                  <a:gd name="connsiteY2" fmla="*/ 328482 h 1472498"/>
                  <a:gd name="connsiteX3" fmla="*/ 679725 w 1424326"/>
                  <a:gd name="connsiteY3" fmla="*/ 280476 h 1472498"/>
                  <a:gd name="connsiteX4" fmla="*/ 665755 w 1424326"/>
                  <a:gd name="connsiteY4" fmla="*/ 182685 h 1472498"/>
                  <a:gd name="connsiteX5" fmla="*/ 715158 w 1424326"/>
                  <a:gd name="connsiteY5" fmla="*/ 62924 h 1472498"/>
                  <a:gd name="connsiteX6" fmla="*/ 943504 w 1424326"/>
                  <a:gd name="connsiteY6" fmla="*/ 17077 h 1472498"/>
                  <a:gd name="connsiteX7" fmla="*/ 1063138 w 1424326"/>
                  <a:gd name="connsiteY7" fmla="*/ 236533 h 1472498"/>
                  <a:gd name="connsiteX8" fmla="*/ 1063470 w 1424326"/>
                  <a:gd name="connsiteY8" fmla="*/ 256335 h 1472498"/>
                  <a:gd name="connsiteX9" fmla="*/ 1053232 w 1424326"/>
                  <a:gd name="connsiteY9" fmla="*/ 261426 h 1472498"/>
                  <a:gd name="connsiteX10" fmla="*/ 915945 w 1424326"/>
                  <a:gd name="connsiteY10" fmla="*/ 390712 h 1472498"/>
                  <a:gd name="connsiteX11" fmla="*/ 866542 w 1424326"/>
                  <a:gd name="connsiteY11" fmla="*/ 397570 h 1472498"/>
                  <a:gd name="connsiteX12" fmla="*/ 866288 w 1424326"/>
                  <a:gd name="connsiteY12" fmla="*/ 515171 h 1472498"/>
                  <a:gd name="connsiteX13" fmla="*/ 1115589 w 1424326"/>
                  <a:gd name="connsiteY13" fmla="*/ 586800 h 1472498"/>
                  <a:gd name="connsiteX14" fmla="*/ 1222142 w 1424326"/>
                  <a:gd name="connsiteY14" fmla="*/ 704528 h 1472498"/>
                  <a:gd name="connsiteX15" fmla="*/ 1311931 w 1424326"/>
                  <a:gd name="connsiteY15" fmla="*/ 779713 h 1472498"/>
                  <a:gd name="connsiteX16" fmla="*/ 1226968 w 1424326"/>
                  <a:gd name="connsiteY16" fmla="*/ 1014155 h 1472498"/>
                  <a:gd name="connsiteX17" fmla="*/ 1208299 w 1424326"/>
                  <a:gd name="connsiteY17" fmla="*/ 1043111 h 1472498"/>
                  <a:gd name="connsiteX18" fmla="*/ 1093872 w 1424326"/>
                  <a:gd name="connsiteY18" fmla="*/ 1135439 h 1472498"/>
                  <a:gd name="connsiteX19" fmla="*/ 1217570 w 1424326"/>
                  <a:gd name="connsiteY19" fmla="*/ 1210624 h 1472498"/>
                  <a:gd name="connsiteX20" fmla="*/ 1281578 w 1424326"/>
                  <a:gd name="connsiteY20" fmla="*/ 1137345 h 1472498"/>
                  <a:gd name="connsiteX21" fmla="*/ 1381781 w 1424326"/>
                  <a:gd name="connsiteY21" fmla="*/ 1154108 h 1472498"/>
                  <a:gd name="connsiteX22" fmla="*/ 1424326 w 1424326"/>
                  <a:gd name="connsiteY22" fmla="*/ 1224720 h 1472498"/>
                  <a:gd name="connsiteX23" fmla="*/ 1354603 w 1424326"/>
                  <a:gd name="connsiteY23" fmla="*/ 1462338 h 1472498"/>
                  <a:gd name="connsiteX24" fmla="*/ 1331362 w 1424326"/>
                  <a:gd name="connsiteY24" fmla="*/ 1465005 h 1472498"/>
                  <a:gd name="connsiteX25" fmla="*/ 1384575 w 1424326"/>
                  <a:gd name="connsiteY25" fmla="*/ 1314509 h 1472498"/>
                  <a:gd name="connsiteX26" fmla="*/ 1302406 w 1424326"/>
                  <a:gd name="connsiteY26" fmla="*/ 1334068 h 1472498"/>
                  <a:gd name="connsiteX27" fmla="*/ 1218332 w 1424326"/>
                  <a:gd name="connsiteY27" fmla="*/ 1274251 h 1472498"/>
                  <a:gd name="connsiteX28" fmla="*/ 1164992 w 1424326"/>
                  <a:gd name="connsiteY28" fmla="*/ 1459036 h 1472498"/>
                  <a:gd name="connsiteX29" fmla="*/ 1162960 w 1424326"/>
                  <a:gd name="connsiteY29" fmla="*/ 1472498 h 1472498"/>
                  <a:gd name="connsiteX30" fmla="*/ 1147847 w 1424326"/>
                  <a:gd name="connsiteY30" fmla="*/ 1457257 h 1472498"/>
                  <a:gd name="connsiteX31" fmla="*/ 1136544 w 1424326"/>
                  <a:gd name="connsiteY31" fmla="*/ 1370136 h 1472498"/>
                  <a:gd name="connsiteX32" fmla="*/ 1099714 w 1424326"/>
                  <a:gd name="connsiteY32" fmla="*/ 1185986 h 1472498"/>
                  <a:gd name="connsiteX33" fmla="*/ 1092729 w 1424326"/>
                  <a:gd name="connsiteY33" fmla="*/ 1162618 h 1472498"/>
                  <a:gd name="connsiteX34" fmla="*/ 921152 w 1424326"/>
                  <a:gd name="connsiteY34" fmla="*/ 1166427 h 1472498"/>
                  <a:gd name="connsiteX35" fmla="*/ 656865 w 1424326"/>
                  <a:gd name="connsiteY35" fmla="*/ 1159062 h 1472498"/>
                  <a:gd name="connsiteX36" fmla="*/ 616733 w 1424326"/>
                  <a:gd name="connsiteY36" fmla="*/ 1182302 h 1472498"/>
                  <a:gd name="connsiteX37" fmla="*/ 570632 w 1424326"/>
                  <a:gd name="connsiteY37" fmla="*/ 1461830 h 1472498"/>
                  <a:gd name="connsiteX38" fmla="*/ 545867 w 1424326"/>
                  <a:gd name="connsiteY38" fmla="*/ 1466020 h 1472498"/>
                  <a:gd name="connsiteX39" fmla="*/ 585237 w 1424326"/>
                  <a:gd name="connsiteY39" fmla="*/ 1184207 h 1472498"/>
                  <a:gd name="connsiteX40" fmla="*/ 452649 w 1424326"/>
                  <a:gd name="connsiteY40" fmla="*/ 1325051 h 1472498"/>
                  <a:gd name="connsiteX41" fmla="*/ 410104 w 1424326"/>
                  <a:gd name="connsiteY41" fmla="*/ 1458527 h 1472498"/>
                  <a:gd name="connsiteX42" fmla="*/ 384196 w 1424326"/>
                  <a:gd name="connsiteY42" fmla="*/ 1468814 h 1472498"/>
                  <a:gd name="connsiteX43" fmla="*/ 491257 w 1424326"/>
                  <a:gd name="connsiteY43" fmla="*/ 1228657 h 1472498"/>
                  <a:gd name="connsiteX44" fmla="*/ 621559 w 1424326"/>
                  <a:gd name="connsiteY44" fmla="*/ 1136963 h 1472498"/>
                  <a:gd name="connsiteX45" fmla="*/ 495575 w 1424326"/>
                  <a:gd name="connsiteY45" fmla="*/ 1011361 h 1472498"/>
                  <a:gd name="connsiteX46" fmla="*/ 416962 w 1424326"/>
                  <a:gd name="connsiteY46" fmla="*/ 970720 h 1472498"/>
                  <a:gd name="connsiteX47" fmla="*/ 385085 w 1424326"/>
                  <a:gd name="connsiteY47" fmla="*/ 824925 h 1472498"/>
                  <a:gd name="connsiteX48" fmla="*/ 484780 w 1424326"/>
                  <a:gd name="connsiteY48" fmla="*/ 724849 h 1472498"/>
                  <a:gd name="connsiteX49" fmla="*/ 662834 w 1424326"/>
                  <a:gd name="connsiteY49" fmla="*/ 550477 h 1472498"/>
                  <a:gd name="connsiteX50" fmla="*/ 839999 w 1424326"/>
                  <a:gd name="connsiteY50" fmla="*/ 514409 h 1472498"/>
                  <a:gd name="connsiteX51" fmla="*/ 839999 w 1424326"/>
                  <a:gd name="connsiteY51" fmla="*/ 398458 h 1472498"/>
                  <a:gd name="connsiteX52" fmla="*/ 693695 w 1424326"/>
                  <a:gd name="connsiteY52" fmla="*/ 301684 h 1472498"/>
                  <a:gd name="connsiteX53" fmla="*/ 581554 w 1424326"/>
                  <a:gd name="connsiteY53" fmla="*/ 358453 h 1472498"/>
                  <a:gd name="connsiteX54" fmla="*/ 366162 w 1424326"/>
                  <a:gd name="connsiteY54" fmla="*/ 348801 h 1472498"/>
                  <a:gd name="connsiteX55" fmla="*/ 297709 w 1424326"/>
                  <a:gd name="connsiteY55" fmla="*/ 533713 h 1472498"/>
                  <a:gd name="connsiteX56" fmla="*/ 327427 w 1424326"/>
                  <a:gd name="connsiteY56" fmla="*/ 561400 h 1472498"/>
                  <a:gd name="connsiteX57" fmla="*/ 261641 w 1424326"/>
                  <a:gd name="connsiteY57" fmla="*/ 659189 h 1472498"/>
                  <a:gd name="connsiteX58" fmla="*/ 212746 w 1424326"/>
                  <a:gd name="connsiteY58" fmla="*/ 552890 h 1472498"/>
                  <a:gd name="connsiteX59" fmla="*/ 271166 w 1424326"/>
                  <a:gd name="connsiteY59" fmla="*/ 527871 h 1472498"/>
                  <a:gd name="connsiteX60" fmla="*/ 320188 w 1424326"/>
                  <a:gd name="connsiteY60" fmla="*/ 400871 h 1472498"/>
                  <a:gd name="connsiteX61" fmla="*/ 343937 w 1424326"/>
                  <a:gd name="connsiteY61" fmla="*/ 338895 h 1472498"/>
                  <a:gd name="connsiteX62" fmla="*/ 151659 w 1424326"/>
                  <a:gd name="connsiteY62" fmla="*/ 261933 h 1472498"/>
                  <a:gd name="connsiteX63" fmla="*/ 102383 w 1424326"/>
                  <a:gd name="connsiteY63" fmla="*/ 300288 h 1472498"/>
                  <a:gd name="connsiteX64" fmla="*/ 5736 w 1424326"/>
                  <a:gd name="connsiteY64" fmla="*/ 262441 h 1472498"/>
                  <a:gd name="connsiteX65" fmla="*/ 33041 w 1424326"/>
                  <a:gd name="connsiteY65" fmla="*/ 148014 h 1472498"/>
                  <a:gd name="connsiteX66" fmla="*/ 810916 w 1424326"/>
                  <a:gd name="connsiteY66" fmla="*/ 33334 h 1472498"/>
                  <a:gd name="connsiteX67" fmla="*/ 700426 w 1424326"/>
                  <a:gd name="connsiteY67" fmla="*/ 140649 h 1472498"/>
                  <a:gd name="connsiteX68" fmla="*/ 857906 w 1424326"/>
                  <a:gd name="connsiteY68" fmla="*/ 369883 h 1472498"/>
                  <a:gd name="connsiteX69" fmla="*/ 1026308 w 1424326"/>
                  <a:gd name="connsiteY69" fmla="*/ 257362 h 1472498"/>
                  <a:gd name="connsiteX70" fmla="*/ 964840 w 1424326"/>
                  <a:gd name="connsiteY70" fmla="*/ 60765 h 1472498"/>
                  <a:gd name="connsiteX71" fmla="*/ 810916 w 1424326"/>
                  <a:gd name="connsiteY71" fmla="*/ 33334 h 1472498"/>
                  <a:gd name="connsiteX72" fmla="*/ 48789 w 1424326"/>
                  <a:gd name="connsiteY72" fmla="*/ 172526 h 1472498"/>
                  <a:gd name="connsiteX73" fmla="*/ 25294 w 1424326"/>
                  <a:gd name="connsiteY73" fmla="*/ 238565 h 1472498"/>
                  <a:gd name="connsiteX74" fmla="*/ 96922 w 1424326"/>
                  <a:gd name="connsiteY74" fmla="*/ 274126 h 1472498"/>
                  <a:gd name="connsiteX75" fmla="*/ 141118 w 1424326"/>
                  <a:gd name="connsiteY75" fmla="*/ 225484 h 1472498"/>
                  <a:gd name="connsiteX76" fmla="*/ 48789 w 1424326"/>
                  <a:gd name="connsiteY76" fmla="*/ 172526 h 1472498"/>
                  <a:gd name="connsiteX77" fmla="*/ 758338 w 1424326"/>
                  <a:gd name="connsiteY77" fmla="*/ 550224 h 1472498"/>
                  <a:gd name="connsiteX78" fmla="*/ 522499 w 1424326"/>
                  <a:gd name="connsiteY78" fmla="*/ 708084 h 1472498"/>
                  <a:gd name="connsiteX79" fmla="*/ 492019 w 1424326"/>
                  <a:gd name="connsiteY79" fmla="*/ 910269 h 1472498"/>
                  <a:gd name="connsiteX80" fmla="*/ 627274 w 1424326"/>
                  <a:gd name="connsiteY80" fmla="*/ 1108643 h 1472498"/>
                  <a:gd name="connsiteX81" fmla="*/ 856636 w 1424326"/>
                  <a:gd name="connsiteY81" fmla="*/ 1143059 h 1472498"/>
                  <a:gd name="connsiteX82" fmla="*/ 1138195 w 1424326"/>
                  <a:gd name="connsiteY82" fmla="*/ 1081464 h 1472498"/>
                  <a:gd name="connsiteX83" fmla="*/ 1225317 w 1424326"/>
                  <a:gd name="connsiteY83" fmla="*/ 789745 h 1472498"/>
                  <a:gd name="connsiteX84" fmla="*/ 1044342 w 1424326"/>
                  <a:gd name="connsiteY84" fmla="*/ 576766 h 1472498"/>
                  <a:gd name="connsiteX85" fmla="*/ 758338 w 1424326"/>
                  <a:gd name="connsiteY85" fmla="*/ 550224 h 1472498"/>
                  <a:gd name="connsiteX86" fmla="*/ 237638 w 1424326"/>
                  <a:gd name="connsiteY86" fmla="*/ 566480 h 1472498"/>
                  <a:gd name="connsiteX87" fmla="*/ 285009 w 1424326"/>
                  <a:gd name="connsiteY87" fmla="*/ 625407 h 1472498"/>
                  <a:gd name="connsiteX88" fmla="*/ 237638 w 1424326"/>
                  <a:gd name="connsiteY88" fmla="*/ 566480 h 1472498"/>
                  <a:gd name="connsiteX89" fmla="*/ 479446 w 1424326"/>
                  <a:gd name="connsiteY89" fmla="*/ 984309 h 1472498"/>
                  <a:gd name="connsiteX90" fmla="*/ 471826 w 1424326"/>
                  <a:gd name="connsiteY90" fmla="*/ 753677 h 1472498"/>
                  <a:gd name="connsiteX91" fmla="*/ 479446 w 1424326"/>
                  <a:gd name="connsiteY91" fmla="*/ 984309 h 1472498"/>
                  <a:gd name="connsiteX92" fmla="*/ 1245510 w 1424326"/>
                  <a:gd name="connsiteY92" fmla="*/ 752662 h 1472498"/>
                  <a:gd name="connsiteX93" fmla="*/ 1243986 w 1424326"/>
                  <a:gd name="connsiteY93" fmla="*/ 989008 h 1472498"/>
                  <a:gd name="connsiteX94" fmla="*/ 1245510 w 1424326"/>
                  <a:gd name="connsiteY94" fmla="*/ 752662 h 1472498"/>
                  <a:gd name="connsiteX95" fmla="*/ 1281578 w 1424326"/>
                  <a:gd name="connsiteY95" fmla="*/ 1163761 h 1472498"/>
                  <a:gd name="connsiteX96" fmla="*/ 1283356 w 1424326"/>
                  <a:gd name="connsiteY96" fmla="*/ 1303461 h 1472498"/>
                  <a:gd name="connsiteX97" fmla="*/ 1396640 w 1424326"/>
                  <a:gd name="connsiteY97" fmla="*/ 1234119 h 1472498"/>
                  <a:gd name="connsiteX98" fmla="*/ 1281578 w 1424326"/>
                  <a:gd name="connsiteY98" fmla="*/ 1163761 h 1472498"/>
                  <a:gd name="connsiteX99" fmla="*/ 1125495 w 1424326"/>
                  <a:gd name="connsiteY99" fmla="*/ 1181540 h 1472498"/>
                  <a:gd name="connsiteX100" fmla="*/ 1160547 w 1424326"/>
                  <a:gd name="connsiteY100" fmla="*/ 1338005 h 1472498"/>
                  <a:gd name="connsiteX101" fmla="*/ 1212744 w 1424326"/>
                  <a:gd name="connsiteY101" fmla="*/ 1235643 h 1472498"/>
                  <a:gd name="connsiteX102" fmla="*/ 1125495 w 1424326"/>
                  <a:gd name="connsiteY102" fmla="*/ 1181540 h 1472498"/>
                  <a:gd name="connsiteX0" fmla="*/ 166264 w 1424326"/>
                  <a:gd name="connsiteY0" fmla="*/ 241740 h 1472498"/>
                  <a:gd name="connsiteX1" fmla="*/ 459888 w 1424326"/>
                  <a:gd name="connsiteY1" fmla="*/ 345245 h 1472498"/>
                  <a:gd name="connsiteX2" fmla="*/ 574696 w 1424326"/>
                  <a:gd name="connsiteY2" fmla="*/ 328482 h 1472498"/>
                  <a:gd name="connsiteX3" fmla="*/ 679725 w 1424326"/>
                  <a:gd name="connsiteY3" fmla="*/ 280476 h 1472498"/>
                  <a:gd name="connsiteX4" fmla="*/ 665755 w 1424326"/>
                  <a:gd name="connsiteY4" fmla="*/ 182685 h 1472498"/>
                  <a:gd name="connsiteX5" fmla="*/ 715158 w 1424326"/>
                  <a:gd name="connsiteY5" fmla="*/ 62924 h 1472498"/>
                  <a:gd name="connsiteX6" fmla="*/ 943504 w 1424326"/>
                  <a:gd name="connsiteY6" fmla="*/ 17077 h 1472498"/>
                  <a:gd name="connsiteX7" fmla="*/ 1063138 w 1424326"/>
                  <a:gd name="connsiteY7" fmla="*/ 236533 h 1472498"/>
                  <a:gd name="connsiteX8" fmla="*/ 1063470 w 1424326"/>
                  <a:gd name="connsiteY8" fmla="*/ 256335 h 1472498"/>
                  <a:gd name="connsiteX9" fmla="*/ 1053232 w 1424326"/>
                  <a:gd name="connsiteY9" fmla="*/ 261426 h 1472498"/>
                  <a:gd name="connsiteX10" fmla="*/ 915945 w 1424326"/>
                  <a:gd name="connsiteY10" fmla="*/ 390712 h 1472498"/>
                  <a:gd name="connsiteX11" fmla="*/ 866542 w 1424326"/>
                  <a:gd name="connsiteY11" fmla="*/ 397570 h 1472498"/>
                  <a:gd name="connsiteX12" fmla="*/ 866288 w 1424326"/>
                  <a:gd name="connsiteY12" fmla="*/ 515171 h 1472498"/>
                  <a:gd name="connsiteX13" fmla="*/ 1115589 w 1424326"/>
                  <a:gd name="connsiteY13" fmla="*/ 586800 h 1472498"/>
                  <a:gd name="connsiteX14" fmla="*/ 1222142 w 1424326"/>
                  <a:gd name="connsiteY14" fmla="*/ 704528 h 1472498"/>
                  <a:gd name="connsiteX15" fmla="*/ 1311931 w 1424326"/>
                  <a:gd name="connsiteY15" fmla="*/ 779713 h 1472498"/>
                  <a:gd name="connsiteX16" fmla="*/ 1226968 w 1424326"/>
                  <a:gd name="connsiteY16" fmla="*/ 1014155 h 1472498"/>
                  <a:gd name="connsiteX17" fmla="*/ 1208299 w 1424326"/>
                  <a:gd name="connsiteY17" fmla="*/ 1043111 h 1472498"/>
                  <a:gd name="connsiteX18" fmla="*/ 1093872 w 1424326"/>
                  <a:gd name="connsiteY18" fmla="*/ 1135439 h 1472498"/>
                  <a:gd name="connsiteX19" fmla="*/ 1217570 w 1424326"/>
                  <a:gd name="connsiteY19" fmla="*/ 1210624 h 1472498"/>
                  <a:gd name="connsiteX20" fmla="*/ 1281578 w 1424326"/>
                  <a:gd name="connsiteY20" fmla="*/ 1137345 h 1472498"/>
                  <a:gd name="connsiteX21" fmla="*/ 1381781 w 1424326"/>
                  <a:gd name="connsiteY21" fmla="*/ 1154108 h 1472498"/>
                  <a:gd name="connsiteX22" fmla="*/ 1424326 w 1424326"/>
                  <a:gd name="connsiteY22" fmla="*/ 1224720 h 1472498"/>
                  <a:gd name="connsiteX23" fmla="*/ 1354603 w 1424326"/>
                  <a:gd name="connsiteY23" fmla="*/ 1462338 h 1472498"/>
                  <a:gd name="connsiteX24" fmla="*/ 1331362 w 1424326"/>
                  <a:gd name="connsiteY24" fmla="*/ 1465005 h 1472498"/>
                  <a:gd name="connsiteX25" fmla="*/ 1384575 w 1424326"/>
                  <a:gd name="connsiteY25" fmla="*/ 1314509 h 1472498"/>
                  <a:gd name="connsiteX26" fmla="*/ 1302406 w 1424326"/>
                  <a:gd name="connsiteY26" fmla="*/ 1334068 h 1472498"/>
                  <a:gd name="connsiteX27" fmla="*/ 1218332 w 1424326"/>
                  <a:gd name="connsiteY27" fmla="*/ 1274251 h 1472498"/>
                  <a:gd name="connsiteX28" fmla="*/ 1164992 w 1424326"/>
                  <a:gd name="connsiteY28" fmla="*/ 1459036 h 1472498"/>
                  <a:gd name="connsiteX29" fmla="*/ 1162960 w 1424326"/>
                  <a:gd name="connsiteY29" fmla="*/ 1472498 h 1472498"/>
                  <a:gd name="connsiteX30" fmla="*/ 1147847 w 1424326"/>
                  <a:gd name="connsiteY30" fmla="*/ 1457257 h 1472498"/>
                  <a:gd name="connsiteX31" fmla="*/ 1136544 w 1424326"/>
                  <a:gd name="connsiteY31" fmla="*/ 1370136 h 1472498"/>
                  <a:gd name="connsiteX32" fmla="*/ 1099714 w 1424326"/>
                  <a:gd name="connsiteY32" fmla="*/ 1185986 h 1472498"/>
                  <a:gd name="connsiteX33" fmla="*/ 1092729 w 1424326"/>
                  <a:gd name="connsiteY33" fmla="*/ 1162618 h 1472498"/>
                  <a:gd name="connsiteX34" fmla="*/ 921152 w 1424326"/>
                  <a:gd name="connsiteY34" fmla="*/ 1166427 h 1472498"/>
                  <a:gd name="connsiteX35" fmla="*/ 656865 w 1424326"/>
                  <a:gd name="connsiteY35" fmla="*/ 1159062 h 1472498"/>
                  <a:gd name="connsiteX36" fmla="*/ 616733 w 1424326"/>
                  <a:gd name="connsiteY36" fmla="*/ 1182302 h 1472498"/>
                  <a:gd name="connsiteX37" fmla="*/ 570632 w 1424326"/>
                  <a:gd name="connsiteY37" fmla="*/ 1461830 h 1472498"/>
                  <a:gd name="connsiteX38" fmla="*/ 545867 w 1424326"/>
                  <a:gd name="connsiteY38" fmla="*/ 1466020 h 1472498"/>
                  <a:gd name="connsiteX39" fmla="*/ 585237 w 1424326"/>
                  <a:gd name="connsiteY39" fmla="*/ 1184207 h 1472498"/>
                  <a:gd name="connsiteX40" fmla="*/ 452649 w 1424326"/>
                  <a:gd name="connsiteY40" fmla="*/ 1325051 h 1472498"/>
                  <a:gd name="connsiteX41" fmla="*/ 410104 w 1424326"/>
                  <a:gd name="connsiteY41" fmla="*/ 1458527 h 1472498"/>
                  <a:gd name="connsiteX42" fmla="*/ 384196 w 1424326"/>
                  <a:gd name="connsiteY42" fmla="*/ 1468814 h 1472498"/>
                  <a:gd name="connsiteX43" fmla="*/ 491257 w 1424326"/>
                  <a:gd name="connsiteY43" fmla="*/ 1228657 h 1472498"/>
                  <a:gd name="connsiteX44" fmla="*/ 621559 w 1424326"/>
                  <a:gd name="connsiteY44" fmla="*/ 1136963 h 1472498"/>
                  <a:gd name="connsiteX45" fmla="*/ 495575 w 1424326"/>
                  <a:gd name="connsiteY45" fmla="*/ 1011361 h 1472498"/>
                  <a:gd name="connsiteX46" fmla="*/ 416962 w 1424326"/>
                  <a:gd name="connsiteY46" fmla="*/ 970720 h 1472498"/>
                  <a:gd name="connsiteX47" fmla="*/ 385085 w 1424326"/>
                  <a:gd name="connsiteY47" fmla="*/ 824925 h 1472498"/>
                  <a:gd name="connsiteX48" fmla="*/ 484780 w 1424326"/>
                  <a:gd name="connsiteY48" fmla="*/ 724849 h 1472498"/>
                  <a:gd name="connsiteX49" fmla="*/ 662834 w 1424326"/>
                  <a:gd name="connsiteY49" fmla="*/ 550477 h 1472498"/>
                  <a:gd name="connsiteX50" fmla="*/ 839999 w 1424326"/>
                  <a:gd name="connsiteY50" fmla="*/ 514409 h 1472498"/>
                  <a:gd name="connsiteX51" fmla="*/ 839999 w 1424326"/>
                  <a:gd name="connsiteY51" fmla="*/ 398458 h 1472498"/>
                  <a:gd name="connsiteX52" fmla="*/ 693695 w 1424326"/>
                  <a:gd name="connsiteY52" fmla="*/ 301684 h 1472498"/>
                  <a:gd name="connsiteX53" fmla="*/ 581554 w 1424326"/>
                  <a:gd name="connsiteY53" fmla="*/ 358453 h 1472498"/>
                  <a:gd name="connsiteX54" fmla="*/ 366162 w 1424326"/>
                  <a:gd name="connsiteY54" fmla="*/ 348801 h 1472498"/>
                  <a:gd name="connsiteX55" fmla="*/ 297709 w 1424326"/>
                  <a:gd name="connsiteY55" fmla="*/ 533713 h 1472498"/>
                  <a:gd name="connsiteX56" fmla="*/ 327427 w 1424326"/>
                  <a:gd name="connsiteY56" fmla="*/ 561400 h 1472498"/>
                  <a:gd name="connsiteX57" fmla="*/ 261641 w 1424326"/>
                  <a:gd name="connsiteY57" fmla="*/ 659189 h 1472498"/>
                  <a:gd name="connsiteX58" fmla="*/ 212746 w 1424326"/>
                  <a:gd name="connsiteY58" fmla="*/ 552890 h 1472498"/>
                  <a:gd name="connsiteX59" fmla="*/ 271166 w 1424326"/>
                  <a:gd name="connsiteY59" fmla="*/ 527871 h 1472498"/>
                  <a:gd name="connsiteX60" fmla="*/ 320188 w 1424326"/>
                  <a:gd name="connsiteY60" fmla="*/ 400871 h 1472498"/>
                  <a:gd name="connsiteX61" fmla="*/ 343937 w 1424326"/>
                  <a:gd name="connsiteY61" fmla="*/ 338895 h 1472498"/>
                  <a:gd name="connsiteX62" fmla="*/ 151659 w 1424326"/>
                  <a:gd name="connsiteY62" fmla="*/ 261933 h 1472498"/>
                  <a:gd name="connsiteX63" fmla="*/ 102383 w 1424326"/>
                  <a:gd name="connsiteY63" fmla="*/ 300288 h 1472498"/>
                  <a:gd name="connsiteX64" fmla="*/ 5736 w 1424326"/>
                  <a:gd name="connsiteY64" fmla="*/ 262441 h 1472498"/>
                  <a:gd name="connsiteX65" fmla="*/ 33041 w 1424326"/>
                  <a:gd name="connsiteY65" fmla="*/ 148014 h 1472498"/>
                  <a:gd name="connsiteX66" fmla="*/ 810916 w 1424326"/>
                  <a:gd name="connsiteY66" fmla="*/ 33334 h 1472498"/>
                  <a:gd name="connsiteX67" fmla="*/ 700426 w 1424326"/>
                  <a:gd name="connsiteY67" fmla="*/ 140649 h 1472498"/>
                  <a:gd name="connsiteX68" fmla="*/ 857906 w 1424326"/>
                  <a:gd name="connsiteY68" fmla="*/ 369883 h 1472498"/>
                  <a:gd name="connsiteX69" fmla="*/ 1026308 w 1424326"/>
                  <a:gd name="connsiteY69" fmla="*/ 257362 h 1472498"/>
                  <a:gd name="connsiteX70" fmla="*/ 964840 w 1424326"/>
                  <a:gd name="connsiteY70" fmla="*/ 60765 h 1472498"/>
                  <a:gd name="connsiteX71" fmla="*/ 810916 w 1424326"/>
                  <a:gd name="connsiteY71" fmla="*/ 33334 h 1472498"/>
                  <a:gd name="connsiteX72" fmla="*/ 48789 w 1424326"/>
                  <a:gd name="connsiteY72" fmla="*/ 172526 h 1472498"/>
                  <a:gd name="connsiteX73" fmla="*/ 25294 w 1424326"/>
                  <a:gd name="connsiteY73" fmla="*/ 238565 h 1472498"/>
                  <a:gd name="connsiteX74" fmla="*/ 96922 w 1424326"/>
                  <a:gd name="connsiteY74" fmla="*/ 274126 h 1472498"/>
                  <a:gd name="connsiteX75" fmla="*/ 48789 w 1424326"/>
                  <a:gd name="connsiteY75" fmla="*/ 172526 h 1472498"/>
                  <a:gd name="connsiteX76" fmla="*/ 758338 w 1424326"/>
                  <a:gd name="connsiteY76" fmla="*/ 550224 h 1472498"/>
                  <a:gd name="connsiteX77" fmla="*/ 522499 w 1424326"/>
                  <a:gd name="connsiteY77" fmla="*/ 708084 h 1472498"/>
                  <a:gd name="connsiteX78" fmla="*/ 492019 w 1424326"/>
                  <a:gd name="connsiteY78" fmla="*/ 910269 h 1472498"/>
                  <a:gd name="connsiteX79" fmla="*/ 627274 w 1424326"/>
                  <a:gd name="connsiteY79" fmla="*/ 1108643 h 1472498"/>
                  <a:gd name="connsiteX80" fmla="*/ 856636 w 1424326"/>
                  <a:gd name="connsiteY80" fmla="*/ 1143059 h 1472498"/>
                  <a:gd name="connsiteX81" fmla="*/ 1138195 w 1424326"/>
                  <a:gd name="connsiteY81" fmla="*/ 1081464 h 1472498"/>
                  <a:gd name="connsiteX82" fmla="*/ 1225317 w 1424326"/>
                  <a:gd name="connsiteY82" fmla="*/ 789745 h 1472498"/>
                  <a:gd name="connsiteX83" fmla="*/ 1044342 w 1424326"/>
                  <a:gd name="connsiteY83" fmla="*/ 576766 h 1472498"/>
                  <a:gd name="connsiteX84" fmla="*/ 758338 w 1424326"/>
                  <a:gd name="connsiteY84" fmla="*/ 550224 h 1472498"/>
                  <a:gd name="connsiteX85" fmla="*/ 237638 w 1424326"/>
                  <a:gd name="connsiteY85" fmla="*/ 566480 h 1472498"/>
                  <a:gd name="connsiteX86" fmla="*/ 285009 w 1424326"/>
                  <a:gd name="connsiteY86" fmla="*/ 625407 h 1472498"/>
                  <a:gd name="connsiteX87" fmla="*/ 237638 w 1424326"/>
                  <a:gd name="connsiteY87" fmla="*/ 566480 h 1472498"/>
                  <a:gd name="connsiteX88" fmla="*/ 479446 w 1424326"/>
                  <a:gd name="connsiteY88" fmla="*/ 984309 h 1472498"/>
                  <a:gd name="connsiteX89" fmla="*/ 471826 w 1424326"/>
                  <a:gd name="connsiteY89" fmla="*/ 753677 h 1472498"/>
                  <a:gd name="connsiteX90" fmla="*/ 479446 w 1424326"/>
                  <a:gd name="connsiteY90" fmla="*/ 984309 h 1472498"/>
                  <a:gd name="connsiteX91" fmla="*/ 1245510 w 1424326"/>
                  <a:gd name="connsiteY91" fmla="*/ 752662 h 1472498"/>
                  <a:gd name="connsiteX92" fmla="*/ 1243986 w 1424326"/>
                  <a:gd name="connsiteY92" fmla="*/ 989008 h 1472498"/>
                  <a:gd name="connsiteX93" fmla="*/ 1245510 w 1424326"/>
                  <a:gd name="connsiteY93" fmla="*/ 752662 h 1472498"/>
                  <a:gd name="connsiteX94" fmla="*/ 1281578 w 1424326"/>
                  <a:gd name="connsiteY94" fmla="*/ 1163761 h 1472498"/>
                  <a:gd name="connsiteX95" fmla="*/ 1283356 w 1424326"/>
                  <a:gd name="connsiteY95" fmla="*/ 1303461 h 1472498"/>
                  <a:gd name="connsiteX96" fmla="*/ 1396640 w 1424326"/>
                  <a:gd name="connsiteY96" fmla="*/ 1234119 h 1472498"/>
                  <a:gd name="connsiteX97" fmla="*/ 1281578 w 1424326"/>
                  <a:gd name="connsiteY97" fmla="*/ 1163761 h 1472498"/>
                  <a:gd name="connsiteX98" fmla="*/ 1125495 w 1424326"/>
                  <a:gd name="connsiteY98" fmla="*/ 1181540 h 1472498"/>
                  <a:gd name="connsiteX99" fmla="*/ 1160547 w 1424326"/>
                  <a:gd name="connsiteY99" fmla="*/ 1338005 h 1472498"/>
                  <a:gd name="connsiteX100" fmla="*/ 1212744 w 1424326"/>
                  <a:gd name="connsiteY100" fmla="*/ 1235643 h 1472498"/>
                  <a:gd name="connsiteX101" fmla="*/ 1125495 w 1424326"/>
                  <a:gd name="connsiteY101" fmla="*/ 1181540 h 1472498"/>
                  <a:gd name="connsiteX0" fmla="*/ 166264 w 1424326"/>
                  <a:gd name="connsiteY0" fmla="*/ 241740 h 1472498"/>
                  <a:gd name="connsiteX1" fmla="*/ 459888 w 1424326"/>
                  <a:gd name="connsiteY1" fmla="*/ 345245 h 1472498"/>
                  <a:gd name="connsiteX2" fmla="*/ 574696 w 1424326"/>
                  <a:gd name="connsiteY2" fmla="*/ 328482 h 1472498"/>
                  <a:gd name="connsiteX3" fmla="*/ 679725 w 1424326"/>
                  <a:gd name="connsiteY3" fmla="*/ 280476 h 1472498"/>
                  <a:gd name="connsiteX4" fmla="*/ 665755 w 1424326"/>
                  <a:gd name="connsiteY4" fmla="*/ 182685 h 1472498"/>
                  <a:gd name="connsiteX5" fmla="*/ 715158 w 1424326"/>
                  <a:gd name="connsiteY5" fmla="*/ 62924 h 1472498"/>
                  <a:gd name="connsiteX6" fmla="*/ 943504 w 1424326"/>
                  <a:gd name="connsiteY6" fmla="*/ 17077 h 1472498"/>
                  <a:gd name="connsiteX7" fmla="*/ 1063138 w 1424326"/>
                  <a:gd name="connsiteY7" fmla="*/ 236533 h 1472498"/>
                  <a:gd name="connsiteX8" fmla="*/ 1063470 w 1424326"/>
                  <a:gd name="connsiteY8" fmla="*/ 256335 h 1472498"/>
                  <a:gd name="connsiteX9" fmla="*/ 1053232 w 1424326"/>
                  <a:gd name="connsiteY9" fmla="*/ 261426 h 1472498"/>
                  <a:gd name="connsiteX10" fmla="*/ 915945 w 1424326"/>
                  <a:gd name="connsiteY10" fmla="*/ 390712 h 1472498"/>
                  <a:gd name="connsiteX11" fmla="*/ 866542 w 1424326"/>
                  <a:gd name="connsiteY11" fmla="*/ 397570 h 1472498"/>
                  <a:gd name="connsiteX12" fmla="*/ 866288 w 1424326"/>
                  <a:gd name="connsiteY12" fmla="*/ 515171 h 1472498"/>
                  <a:gd name="connsiteX13" fmla="*/ 1115589 w 1424326"/>
                  <a:gd name="connsiteY13" fmla="*/ 586800 h 1472498"/>
                  <a:gd name="connsiteX14" fmla="*/ 1222142 w 1424326"/>
                  <a:gd name="connsiteY14" fmla="*/ 704528 h 1472498"/>
                  <a:gd name="connsiteX15" fmla="*/ 1311931 w 1424326"/>
                  <a:gd name="connsiteY15" fmla="*/ 779713 h 1472498"/>
                  <a:gd name="connsiteX16" fmla="*/ 1226968 w 1424326"/>
                  <a:gd name="connsiteY16" fmla="*/ 1014155 h 1472498"/>
                  <a:gd name="connsiteX17" fmla="*/ 1208299 w 1424326"/>
                  <a:gd name="connsiteY17" fmla="*/ 1043111 h 1472498"/>
                  <a:gd name="connsiteX18" fmla="*/ 1093872 w 1424326"/>
                  <a:gd name="connsiteY18" fmla="*/ 1135439 h 1472498"/>
                  <a:gd name="connsiteX19" fmla="*/ 1217570 w 1424326"/>
                  <a:gd name="connsiteY19" fmla="*/ 1210624 h 1472498"/>
                  <a:gd name="connsiteX20" fmla="*/ 1281578 w 1424326"/>
                  <a:gd name="connsiteY20" fmla="*/ 1137345 h 1472498"/>
                  <a:gd name="connsiteX21" fmla="*/ 1381781 w 1424326"/>
                  <a:gd name="connsiteY21" fmla="*/ 1154108 h 1472498"/>
                  <a:gd name="connsiteX22" fmla="*/ 1424326 w 1424326"/>
                  <a:gd name="connsiteY22" fmla="*/ 1224720 h 1472498"/>
                  <a:gd name="connsiteX23" fmla="*/ 1354603 w 1424326"/>
                  <a:gd name="connsiteY23" fmla="*/ 1462338 h 1472498"/>
                  <a:gd name="connsiteX24" fmla="*/ 1331362 w 1424326"/>
                  <a:gd name="connsiteY24" fmla="*/ 1465005 h 1472498"/>
                  <a:gd name="connsiteX25" fmla="*/ 1384575 w 1424326"/>
                  <a:gd name="connsiteY25" fmla="*/ 1314509 h 1472498"/>
                  <a:gd name="connsiteX26" fmla="*/ 1302406 w 1424326"/>
                  <a:gd name="connsiteY26" fmla="*/ 1334068 h 1472498"/>
                  <a:gd name="connsiteX27" fmla="*/ 1218332 w 1424326"/>
                  <a:gd name="connsiteY27" fmla="*/ 1274251 h 1472498"/>
                  <a:gd name="connsiteX28" fmla="*/ 1164992 w 1424326"/>
                  <a:gd name="connsiteY28" fmla="*/ 1459036 h 1472498"/>
                  <a:gd name="connsiteX29" fmla="*/ 1162960 w 1424326"/>
                  <a:gd name="connsiteY29" fmla="*/ 1472498 h 1472498"/>
                  <a:gd name="connsiteX30" fmla="*/ 1147847 w 1424326"/>
                  <a:gd name="connsiteY30" fmla="*/ 1457257 h 1472498"/>
                  <a:gd name="connsiteX31" fmla="*/ 1136544 w 1424326"/>
                  <a:gd name="connsiteY31" fmla="*/ 1370136 h 1472498"/>
                  <a:gd name="connsiteX32" fmla="*/ 1099714 w 1424326"/>
                  <a:gd name="connsiteY32" fmla="*/ 1185986 h 1472498"/>
                  <a:gd name="connsiteX33" fmla="*/ 1092729 w 1424326"/>
                  <a:gd name="connsiteY33" fmla="*/ 1162618 h 1472498"/>
                  <a:gd name="connsiteX34" fmla="*/ 921152 w 1424326"/>
                  <a:gd name="connsiteY34" fmla="*/ 1166427 h 1472498"/>
                  <a:gd name="connsiteX35" fmla="*/ 656865 w 1424326"/>
                  <a:gd name="connsiteY35" fmla="*/ 1159062 h 1472498"/>
                  <a:gd name="connsiteX36" fmla="*/ 616733 w 1424326"/>
                  <a:gd name="connsiteY36" fmla="*/ 1182302 h 1472498"/>
                  <a:gd name="connsiteX37" fmla="*/ 570632 w 1424326"/>
                  <a:gd name="connsiteY37" fmla="*/ 1461830 h 1472498"/>
                  <a:gd name="connsiteX38" fmla="*/ 545867 w 1424326"/>
                  <a:gd name="connsiteY38" fmla="*/ 1466020 h 1472498"/>
                  <a:gd name="connsiteX39" fmla="*/ 585237 w 1424326"/>
                  <a:gd name="connsiteY39" fmla="*/ 1184207 h 1472498"/>
                  <a:gd name="connsiteX40" fmla="*/ 452649 w 1424326"/>
                  <a:gd name="connsiteY40" fmla="*/ 1325051 h 1472498"/>
                  <a:gd name="connsiteX41" fmla="*/ 410104 w 1424326"/>
                  <a:gd name="connsiteY41" fmla="*/ 1458527 h 1472498"/>
                  <a:gd name="connsiteX42" fmla="*/ 384196 w 1424326"/>
                  <a:gd name="connsiteY42" fmla="*/ 1468814 h 1472498"/>
                  <a:gd name="connsiteX43" fmla="*/ 491257 w 1424326"/>
                  <a:gd name="connsiteY43" fmla="*/ 1228657 h 1472498"/>
                  <a:gd name="connsiteX44" fmla="*/ 621559 w 1424326"/>
                  <a:gd name="connsiteY44" fmla="*/ 1136963 h 1472498"/>
                  <a:gd name="connsiteX45" fmla="*/ 495575 w 1424326"/>
                  <a:gd name="connsiteY45" fmla="*/ 1011361 h 1472498"/>
                  <a:gd name="connsiteX46" fmla="*/ 416962 w 1424326"/>
                  <a:gd name="connsiteY46" fmla="*/ 970720 h 1472498"/>
                  <a:gd name="connsiteX47" fmla="*/ 385085 w 1424326"/>
                  <a:gd name="connsiteY47" fmla="*/ 824925 h 1472498"/>
                  <a:gd name="connsiteX48" fmla="*/ 484780 w 1424326"/>
                  <a:gd name="connsiteY48" fmla="*/ 724849 h 1472498"/>
                  <a:gd name="connsiteX49" fmla="*/ 662834 w 1424326"/>
                  <a:gd name="connsiteY49" fmla="*/ 550477 h 1472498"/>
                  <a:gd name="connsiteX50" fmla="*/ 839999 w 1424326"/>
                  <a:gd name="connsiteY50" fmla="*/ 514409 h 1472498"/>
                  <a:gd name="connsiteX51" fmla="*/ 839999 w 1424326"/>
                  <a:gd name="connsiteY51" fmla="*/ 398458 h 1472498"/>
                  <a:gd name="connsiteX52" fmla="*/ 693695 w 1424326"/>
                  <a:gd name="connsiteY52" fmla="*/ 301684 h 1472498"/>
                  <a:gd name="connsiteX53" fmla="*/ 581554 w 1424326"/>
                  <a:gd name="connsiteY53" fmla="*/ 358453 h 1472498"/>
                  <a:gd name="connsiteX54" fmla="*/ 366162 w 1424326"/>
                  <a:gd name="connsiteY54" fmla="*/ 348801 h 1472498"/>
                  <a:gd name="connsiteX55" fmla="*/ 297709 w 1424326"/>
                  <a:gd name="connsiteY55" fmla="*/ 533713 h 1472498"/>
                  <a:gd name="connsiteX56" fmla="*/ 327427 w 1424326"/>
                  <a:gd name="connsiteY56" fmla="*/ 561400 h 1472498"/>
                  <a:gd name="connsiteX57" fmla="*/ 261641 w 1424326"/>
                  <a:gd name="connsiteY57" fmla="*/ 659189 h 1472498"/>
                  <a:gd name="connsiteX58" fmla="*/ 212746 w 1424326"/>
                  <a:gd name="connsiteY58" fmla="*/ 552890 h 1472498"/>
                  <a:gd name="connsiteX59" fmla="*/ 271166 w 1424326"/>
                  <a:gd name="connsiteY59" fmla="*/ 527871 h 1472498"/>
                  <a:gd name="connsiteX60" fmla="*/ 320188 w 1424326"/>
                  <a:gd name="connsiteY60" fmla="*/ 400871 h 1472498"/>
                  <a:gd name="connsiteX61" fmla="*/ 343937 w 1424326"/>
                  <a:gd name="connsiteY61" fmla="*/ 338895 h 1472498"/>
                  <a:gd name="connsiteX62" fmla="*/ 151659 w 1424326"/>
                  <a:gd name="connsiteY62" fmla="*/ 261933 h 1472498"/>
                  <a:gd name="connsiteX63" fmla="*/ 102383 w 1424326"/>
                  <a:gd name="connsiteY63" fmla="*/ 300288 h 1472498"/>
                  <a:gd name="connsiteX64" fmla="*/ 5736 w 1424326"/>
                  <a:gd name="connsiteY64" fmla="*/ 262441 h 1472498"/>
                  <a:gd name="connsiteX65" fmla="*/ 33041 w 1424326"/>
                  <a:gd name="connsiteY65" fmla="*/ 148014 h 1472498"/>
                  <a:gd name="connsiteX66" fmla="*/ 810916 w 1424326"/>
                  <a:gd name="connsiteY66" fmla="*/ 33334 h 1472498"/>
                  <a:gd name="connsiteX67" fmla="*/ 700426 w 1424326"/>
                  <a:gd name="connsiteY67" fmla="*/ 140649 h 1472498"/>
                  <a:gd name="connsiteX68" fmla="*/ 857906 w 1424326"/>
                  <a:gd name="connsiteY68" fmla="*/ 369883 h 1472498"/>
                  <a:gd name="connsiteX69" fmla="*/ 1026308 w 1424326"/>
                  <a:gd name="connsiteY69" fmla="*/ 257362 h 1472498"/>
                  <a:gd name="connsiteX70" fmla="*/ 964840 w 1424326"/>
                  <a:gd name="connsiteY70" fmla="*/ 60765 h 1472498"/>
                  <a:gd name="connsiteX71" fmla="*/ 810916 w 1424326"/>
                  <a:gd name="connsiteY71" fmla="*/ 33334 h 1472498"/>
                  <a:gd name="connsiteX72" fmla="*/ 48789 w 1424326"/>
                  <a:gd name="connsiteY72" fmla="*/ 172526 h 1472498"/>
                  <a:gd name="connsiteX73" fmla="*/ 25294 w 1424326"/>
                  <a:gd name="connsiteY73" fmla="*/ 238565 h 1472498"/>
                  <a:gd name="connsiteX74" fmla="*/ 96922 w 1424326"/>
                  <a:gd name="connsiteY74" fmla="*/ 274126 h 1472498"/>
                  <a:gd name="connsiteX75" fmla="*/ 758338 w 1424326"/>
                  <a:gd name="connsiteY75" fmla="*/ 550224 h 1472498"/>
                  <a:gd name="connsiteX76" fmla="*/ 522499 w 1424326"/>
                  <a:gd name="connsiteY76" fmla="*/ 708084 h 1472498"/>
                  <a:gd name="connsiteX77" fmla="*/ 492019 w 1424326"/>
                  <a:gd name="connsiteY77" fmla="*/ 910269 h 1472498"/>
                  <a:gd name="connsiteX78" fmla="*/ 627274 w 1424326"/>
                  <a:gd name="connsiteY78" fmla="*/ 1108643 h 1472498"/>
                  <a:gd name="connsiteX79" fmla="*/ 856636 w 1424326"/>
                  <a:gd name="connsiteY79" fmla="*/ 1143059 h 1472498"/>
                  <a:gd name="connsiteX80" fmla="*/ 1138195 w 1424326"/>
                  <a:gd name="connsiteY80" fmla="*/ 1081464 h 1472498"/>
                  <a:gd name="connsiteX81" fmla="*/ 1225317 w 1424326"/>
                  <a:gd name="connsiteY81" fmla="*/ 789745 h 1472498"/>
                  <a:gd name="connsiteX82" fmla="*/ 1044342 w 1424326"/>
                  <a:gd name="connsiteY82" fmla="*/ 576766 h 1472498"/>
                  <a:gd name="connsiteX83" fmla="*/ 758338 w 1424326"/>
                  <a:gd name="connsiteY83" fmla="*/ 550224 h 1472498"/>
                  <a:gd name="connsiteX84" fmla="*/ 237638 w 1424326"/>
                  <a:gd name="connsiteY84" fmla="*/ 566480 h 1472498"/>
                  <a:gd name="connsiteX85" fmla="*/ 285009 w 1424326"/>
                  <a:gd name="connsiteY85" fmla="*/ 625407 h 1472498"/>
                  <a:gd name="connsiteX86" fmla="*/ 237638 w 1424326"/>
                  <a:gd name="connsiteY86" fmla="*/ 566480 h 1472498"/>
                  <a:gd name="connsiteX87" fmla="*/ 479446 w 1424326"/>
                  <a:gd name="connsiteY87" fmla="*/ 984309 h 1472498"/>
                  <a:gd name="connsiteX88" fmla="*/ 471826 w 1424326"/>
                  <a:gd name="connsiteY88" fmla="*/ 753677 h 1472498"/>
                  <a:gd name="connsiteX89" fmla="*/ 479446 w 1424326"/>
                  <a:gd name="connsiteY89" fmla="*/ 984309 h 1472498"/>
                  <a:gd name="connsiteX90" fmla="*/ 1245510 w 1424326"/>
                  <a:gd name="connsiteY90" fmla="*/ 752662 h 1472498"/>
                  <a:gd name="connsiteX91" fmla="*/ 1243986 w 1424326"/>
                  <a:gd name="connsiteY91" fmla="*/ 989008 h 1472498"/>
                  <a:gd name="connsiteX92" fmla="*/ 1245510 w 1424326"/>
                  <a:gd name="connsiteY92" fmla="*/ 752662 h 1472498"/>
                  <a:gd name="connsiteX93" fmla="*/ 1281578 w 1424326"/>
                  <a:gd name="connsiteY93" fmla="*/ 1163761 h 1472498"/>
                  <a:gd name="connsiteX94" fmla="*/ 1283356 w 1424326"/>
                  <a:gd name="connsiteY94" fmla="*/ 1303461 h 1472498"/>
                  <a:gd name="connsiteX95" fmla="*/ 1396640 w 1424326"/>
                  <a:gd name="connsiteY95" fmla="*/ 1234119 h 1472498"/>
                  <a:gd name="connsiteX96" fmla="*/ 1281578 w 1424326"/>
                  <a:gd name="connsiteY96" fmla="*/ 1163761 h 1472498"/>
                  <a:gd name="connsiteX97" fmla="*/ 1125495 w 1424326"/>
                  <a:gd name="connsiteY97" fmla="*/ 1181540 h 1472498"/>
                  <a:gd name="connsiteX98" fmla="*/ 1160547 w 1424326"/>
                  <a:gd name="connsiteY98" fmla="*/ 1338005 h 1472498"/>
                  <a:gd name="connsiteX99" fmla="*/ 1212744 w 1424326"/>
                  <a:gd name="connsiteY99" fmla="*/ 1235643 h 1472498"/>
                  <a:gd name="connsiteX100" fmla="*/ 1125495 w 1424326"/>
                  <a:gd name="connsiteY100" fmla="*/ 1181540 h 1472498"/>
                  <a:gd name="connsiteX0" fmla="*/ 160528 w 1418590"/>
                  <a:gd name="connsiteY0" fmla="*/ 241740 h 1472498"/>
                  <a:gd name="connsiteX1" fmla="*/ 454152 w 1418590"/>
                  <a:gd name="connsiteY1" fmla="*/ 345245 h 1472498"/>
                  <a:gd name="connsiteX2" fmla="*/ 568960 w 1418590"/>
                  <a:gd name="connsiteY2" fmla="*/ 328482 h 1472498"/>
                  <a:gd name="connsiteX3" fmla="*/ 673989 w 1418590"/>
                  <a:gd name="connsiteY3" fmla="*/ 280476 h 1472498"/>
                  <a:gd name="connsiteX4" fmla="*/ 660019 w 1418590"/>
                  <a:gd name="connsiteY4" fmla="*/ 182685 h 1472498"/>
                  <a:gd name="connsiteX5" fmla="*/ 709422 w 1418590"/>
                  <a:gd name="connsiteY5" fmla="*/ 62924 h 1472498"/>
                  <a:gd name="connsiteX6" fmla="*/ 937768 w 1418590"/>
                  <a:gd name="connsiteY6" fmla="*/ 17077 h 1472498"/>
                  <a:gd name="connsiteX7" fmla="*/ 1057402 w 1418590"/>
                  <a:gd name="connsiteY7" fmla="*/ 236533 h 1472498"/>
                  <a:gd name="connsiteX8" fmla="*/ 1057734 w 1418590"/>
                  <a:gd name="connsiteY8" fmla="*/ 256335 h 1472498"/>
                  <a:gd name="connsiteX9" fmla="*/ 1047496 w 1418590"/>
                  <a:gd name="connsiteY9" fmla="*/ 261426 h 1472498"/>
                  <a:gd name="connsiteX10" fmla="*/ 910209 w 1418590"/>
                  <a:gd name="connsiteY10" fmla="*/ 390712 h 1472498"/>
                  <a:gd name="connsiteX11" fmla="*/ 860806 w 1418590"/>
                  <a:gd name="connsiteY11" fmla="*/ 397570 h 1472498"/>
                  <a:gd name="connsiteX12" fmla="*/ 860552 w 1418590"/>
                  <a:gd name="connsiteY12" fmla="*/ 515171 h 1472498"/>
                  <a:gd name="connsiteX13" fmla="*/ 1109853 w 1418590"/>
                  <a:gd name="connsiteY13" fmla="*/ 586800 h 1472498"/>
                  <a:gd name="connsiteX14" fmla="*/ 1216406 w 1418590"/>
                  <a:gd name="connsiteY14" fmla="*/ 704528 h 1472498"/>
                  <a:gd name="connsiteX15" fmla="*/ 1306195 w 1418590"/>
                  <a:gd name="connsiteY15" fmla="*/ 779713 h 1472498"/>
                  <a:gd name="connsiteX16" fmla="*/ 1221232 w 1418590"/>
                  <a:gd name="connsiteY16" fmla="*/ 1014155 h 1472498"/>
                  <a:gd name="connsiteX17" fmla="*/ 1202563 w 1418590"/>
                  <a:gd name="connsiteY17" fmla="*/ 1043111 h 1472498"/>
                  <a:gd name="connsiteX18" fmla="*/ 1088136 w 1418590"/>
                  <a:gd name="connsiteY18" fmla="*/ 1135439 h 1472498"/>
                  <a:gd name="connsiteX19" fmla="*/ 1211834 w 1418590"/>
                  <a:gd name="connsiteY19" fmla="*/ 1210624 h 1472498"/>
                  <a:gd name="connsiteX20" fmla="*/ 1275842 w 1418590"/>
                  <a:gd name="connsiteY20" fmla="*/ 1137345 h 1472498"/>
                  <a:gd name="connsiteX21" fmla="*/ 1376045 w 1418590"/>
                  <a:gd name="connsiteY21" fmla="*/ 1154108 h 1472498"/>
                  <a:gd name="connsiteX22" fmla="*/ 1418590 w 1418590"/>
                  <a:gd name="connsiteY22" fmla="*/ 1224720 h 1472498"/>
                  <a:gd name="connsiteX23" fmla="*/ 1348867 w 1418590"/>
                  <a:gd name="connsiteY23" fmla="*/ 1462338 h 1472498"/>
                  <a:gd name="connsiteX24" fmla="*/ 1325626 w 1418590"/>
                  <a:gd name="connsiteY24" fmla="*/ 1465005 h 1472498"/>
                  <a:gd name="connsiteX25" fmla="*/ 1378839 w 1418590"/>
                  <a:gd name="connsiteY25" fmla="*/ 1314509 h 1472498"/>
                  <a:gd name="connsiteX26" fmla="*/ 1296670 w 1418590"/>
                  <a:gd name="connsiteY26" fmla="*/ 1334068 h 1472498"/>
                  <a:gd name="connsiteX27" fmla="*/ 1212596 w 1418590"/>
                  <a:gd name="connsiteY27" fmla="*/ 1274251 h 1472498"/>
                  <a:gd name="connsiteX28" fmla="*/ 1159256 w 1418590"/>
                  <a:gd name="connsiteY28" fmla="*/ 1459036 h 1472498"/>
                  <a:gd name="connsiteX29" fmla="*/ 1157224 w 1418590"/>
                  <a:gd name="connsiteY29" fmla="*/ 1472498 h 1472498"/>
                  <a:gd name="connsiteX30" fmla="*/ 1142111 w 1418590"/>
                  <a:gd name="connsiteY30" fmla="*/ 1457257 h 1472498"/>
                  <a:gd name="connsiteX31" fmla="*/ 1130808 w 1418590"/>
                  <a:gd name="connsiteY31" fmla="*/ 1370136 h 1472498"/>
                  <a:gd name="connsiteX32" fmla="*/ 1093978 w 1418590"/>
                  <a:gd name="connsiteY32" fmla="*/ 1185986 h 1472498"/>
                  <a:gd name="connsiteX33" fmla="*/ 1086993 w 1418590"/>
                  <a:gd name="connsiteY33" fmla="*/ 1162618 h 1472498"/>
                  <a:gd name="connsiteX34" fmla="*/ 915416 w 1418590"/>
                  <a:gd name="connsiteY34" fmla="*/ 1166427 h 1472498"/>
                  <a:gd name="connsiteX35" fmla="*/ 651129 w 1418590"/>
                  <a:gd name="connsiteY35" fmla="*/ 1159062 h 1472498"/>
                  <a:gd name="connsiteX36" fmla="*/ 610997 w 1418590"/>
                  <a:gd name="connsiteY36" fmla="*/ 1182302 h 1472498"/>
                  <a:gd name="connsiteX37" fmla="*/ 564896 w 1418590"/>
                  <a:gd name="connsiteY37" fmla="*/ 1461830 h 1472498"/>
                  <a:gd name="connsiteX38" fmla="*/ 540131 w 1418590"/>
                  <a:gd name="connsiteY38" fmla="*/ 1466020 h 1472498"/>
                  <a:gd name="connsiteX39" fmla="*/ 579501 w 1418590"/>
                  <a:gd name="connsiteY39" fmla="*/ 1184207 h 1472498"/>
                  <a:gd name="connsiteX40" fmla="*/ 446913 w 1418590"/>
                  <a:gd name="connsiteY40" fmla="*/ 1325051 h 1472498"/>
                  <a:gd name="connsiteX41" fmla="*/ 404368 w 1418590"/>
                  <a:gd name="connsiteY41" fmla="*/ 1458527 h 1472498"/>
                  <a:gd name="connsiteX42" fmla="*/ 378460 w 1418590"/>
                  <a:gd name="connsiteY42" fmla="*/ 1468814 h 1472498"/>
                  <a:gd name="connsiteX43" fmla="*/ 485521 w 1418590"/>
                  <a:gd name="connsiteY43" fmla="*/ 1228657 h 1472498"/>
                  <a:gd name="connsiteX44" fmla="*/ 615823 w 1418590"/>
                  <a:gd name="connsiteY44" fmla="*/ 1136963 h 1472498"/>
                  <a:gd name="connsiteX45" fmla="*/ 489839 w 1418590"/>
                  <a:gd name="connsiteY45" fmla="*/ 1011361 h 1472498"/>
                  <a:gd name="connsiteX46" fmla="*/ 411226 w 1418590"/>
                  <a:gd name="connsiteY46" fmla="*/ 970720 h 1472498"/>
                  <a:gd name="connsiteX47" fmla="*/ 379349 w 1418590"/>
                  <a:gd name="connsiteY47" fmla="*/ 824925 h 1472498"/>
                  <a:gd name="connsiteX48" fmla="*/ 479044 w 1418590"/>
                  <a:gd name="connsiteY48" fmla="*/ 724849 h 1472498"/>
                  <a:gd name="connsiteX49" fmla="*/ 657098 w 1418590"/>
                  <a:gd name="connsiteY49" fmla="*/ 550477 h 1472498"/>
                  <a:gd name="connsiteX50" fmla="*/ 834263 w 1418590"/>
                  <a:gd name="connsiteY50" fmla="*/ 514409 h 1472498"/>
                  <a:gd name="connsiteX51" fmla="*/ 834263 w 1418590"/>
                  <a:gd name="connsiteY51" fmla="*/ 398458 h 1472498"/>
                  <a:gd name="connsiteX52" fmla="*/ 687959 w 1418590"/>
                  <a:gd name="connsiteY52" fmla="*/ 301684 h 1472498"/>
                  <a:gd name="connsiteX53" fmla="*/ 575818 w 1418590"/>
                  <a:gd name="connsiteY53" fmla="*/ 358453 h 1472498"/>
                  <a:gd name="connsiteX54" fmla="*/ 360426 w 1418590"/>
                  <a:gd name="connsiteY54" fmla="*/ 348801 h 1472498"/>
                  <a:gd name="connsiteX55" fmla="*/ 291973 w 1418590"/>
                  <a:gd name="connsiteY55" fmla="*/ 533713 h 1472498"/>
                  <a:gd name="connsiteX56" fmla="*/ 321691 w 1418590"/>
                  <a:gd name="connsiteY56" fmla="*/ 561400 h 1472498"/>
                  <a:gd name="connsiteX57" fmla="*/ 255905 w 1418590"/>
                  <a:gd name="connsiteY57" fmla="*/ 659189 h 1472498"/>
                  <a:gd name="connsiteX58" fmla="*/ 207010 w 1418590"/>
                  <a:gd name="connsiteY58" fmla="*/ 552890 h 1472498"/>
                  <a:gd name="connsiteX59" fmla="*/ 265430 w 1418590"/>
                  <a:gd name="connsiteY59" fmla="*/ 527871 h 1472498"/>
                  <a:gd name="connsiteX60" fmla="*/ 314452 w 1418590"/>
                  <a:gd name="connsiteY60" fmla="*/ 400871 h 1472498"/>
                  <a:gd name="connsiteX61" fmla="*/ 338201 w 1418590"/>
                  <a:gd name="connsiteY61" fmla="*/ 338895 h 1472498"/>
                  <a:gd name="connsiteX62" fmla="*/ 145923 w 1418590"/>
                  <a:gd name="connsiteY62" fmla="*/ 261933 h 1472498"/>
                  <a:gd name="connsiteX63" fmla="*/ 96647 w 1418590"/>
                  <a:gd name="connsiteY63" fmla="*/ 300288 h 1472498"/>
                  <a:gd name="connsiteX64" fmla="*/ 0 w 1418590"/>
                  <a:gd name="connsiteY64" fmla="*/ 262441 h 1472498"/>
                  <a:gd name="connsiteX65" fmla="*/ 805180 w 1418590"/>
                  <a:gd name="connsiteY65" fmla="*/ 33334 h 1472498"/>
                  <a:gd name="connsiteX66" fmla="*/ 694690 w 1418590"/>
                  <a:gd name="connsiteY66" fmla="*/ 140649 h 1472498"/>
                  <a:gd name="connsiteX67" fmla="*/ 852170 w 1418590"/>
                  <a:gd name="connsiteY67" fmla="*/ 369883 h 1472498"/>
                  <a:gd name="connsiteX68" fmla="*/ 1020572 w 1418590"/>
                  <a:gd name="connsiteY68" fmla="*/ 257362 h 1472498"/>
                  <a:gd name="connsiteX69" fmla="*/ 959104 w 1418590"/>
                  <a:gd name="connsiteY69" fmla="*/ 60765 h 1472498"/>
                  <a:gd name="connsiteX70" fmla="*/ 805180 w 1418590"/>
                  <a:gd name="connsiteY70" fmla="*/ 33334 h 1472498"/>
                  <a:gd name="connsiteX71" fmla="*/ 43053 w 1418590"/>
                  <a:gd name="connsiteY71" fmla="*/ 172526 h 1472498"/>
                  <a:gd name="connsiteX72" fmla="*/ 19558 w 1418590"/>
                  <a:gd name="connsiteY72" fmla="*/ 238565 h 1472498"/>
                  <a:gd name="connsiteX73" fmla="*/ 91186 w 1418590"/>
                  <a:gd name="connsiteY73" fmla="*/ 274126 h 1472498"/>
                  <a:gd name="connsiteX74" fmla="*/ 752602 w 1418590"/>
                  <a:gd name="connsiteY74" fmla="*/ 550224 h 1472498"/>
                  <a:gd name="connsiteX75" fmla="*/ 516763 w 1418590"/>
                  <a:gd name="connsiteY75" fmla="*/ 708084 h 1472498"/>
                  <a:gd name="connsiteX76" fmla="*/ 486283 w 1418590"/>
                  <a:gd name="connsiteY76" fmla="*/ 910269 h 1472498"/>
                  <a:gd name="connsiteX77" fmla="*/ 621538 w 1418590"/>
                  <a:gd name="connsiteY77" fmla="*/ 1108643 h 1472498"/>
                  <a:gd name="connsiteX78" fmla="*/ 850900 w 1418590"/>
                  <a:gd name="connsiteY78" fmla="*/ 1143059 h 1472498"/>
                  <a:gd name="connsiteX79" fmla="*/ 1132459 w 1418590"/>
                  <a:gd name="connsiteY79" fmla="*/ 1081464 h 1472498"/>
                  <a:gd name="connsiteX80" fmla="*/ 1219581 w 1418590"/>
                  <a:gd name="connsiteY80" fmla="*/ 789745 h 1472498"/>
                  <a:gd name="connsiteX81" fmla="*/ 1038606 w 1418590"/>
                  <a:gd name="connsiteY81" fmla="*/ 576766 h 1472498"/>
                  <a:gd name="connsiteX82" fmla="*/ 752602 w 1418590"/>
                  <a:gd name="connsiteY82" fmla="*/ 550224 h 1472498"/>
                  <a:gd name="connsiteX83" fmla="*/ 231902 w 1418590"/>
                  <a:gd name="connsiteY83" fmla="*/ 566480 h 1472498"/>
                  <a:gd name="connsiteX84" fmla="*/ 279273 w 1418590"/>
                  <a:gd name="connsiteY84" fmla="*/ 625407 h 1472498"/>
                  <a:gd name="connsiteX85" fmla="*/ 231902 w 1418590"/>
                  <a:gd name="connsiteY85" fmla="*/ 566480 h 1472498"/>
                  <a:gd name="connsiteX86" fmla="*/ 473710 w 1418590"/>
                  <a:gd name="connsiteY86" fmla="*/ 984309 h 1472498"/>
                  <a:gd name="connsiteX87" fmla="*/ 466090 w 1418590"/>
                  <a:gd name="connsiteY87" fmla="*/ 753677 h 1472498"/>
                  <a:gd name="connsiteX88" fmla="*/ 473710 w 1418590"/>
                  <a:gd name="connsiteY88" fmla="*/ 984309 h 1472498"/>
                  <a:gd name="connsiteX89" fmla="*/ 1239774 w 1418590"/>
                  <a:gd name="connsiteY89" fmla="*/ 752662 h 1472498"/>
                  <a:gd name="connsiteX90" fmla="*/ 1238250 w 1418590"/>
                  <a:gd name="connsiteY90" fmla="*/ 989008 h 1472498"/>
                  <a:gd name="connsiteX91" fmla="*/ 1239774 w 1418590"/>
                  <a:gd name="connsiteY91" fmla="*/ 752662 h 1472498"/>
                  <a:gd name="connsiteX92" fmla="*/ 1275842 w 1418590"/>
                  <a:gd name="connsiteY92" fmla="*/ 1163761 h 1472498"/>
                  <a:gd name="connsiteX93" fmla="*/ 1277620 w 1418590"/>
                  <a:gd name="connsiteY93" fmla="*/ 1303461 h 1472498"/>
                  <a:gd name="connsiteX94" fmla="*/ 1390904 w 1418590"/>
                  <a:gd name="connsiteY94" fmla="*/ 1234119 h 1472498"/>
                  <a:gd name="connsiteX95" fmla="*/ 1275842 w 1418590"/>
                  <a:gd name="connsiteY95" fmla="*/ 1163761 h 1472498"/>
                  <a:gd name="connsiteX96" fmla="*/ 1119759 w 1418590"/>
                  <a:gd name="connsiteY96" fmla="*/ 1181540 h 1472498"/>
                  <a:gd name="connsiteX97" fmla="*/ 1154811 w 1418590"/>
                  <a:gd name="connsiteY97" fmla="*/ 1338005 h 1472498"/>
                  <a:gd name="connsiteX98" fmla="*/ 1207008 w 1418590"/>
                  <a:gd name="connsiteY98" fmla="*/ 1235643 h 1472498"/>
                  <a:gd name="connsiteX99" fmla="*/ 1119759 w 1418590"/>
                  <a:gd name="connsiteY99" fmla="*/ 1181540 h 1472498"/>
                  <a:gd name="connsiteX0" fmla="*/ 160528 w 1418590"/>
                  <a:gd name="connsiteY0" fmla="*/ 241740 h 1472498"/>
                  <a:gd name="connsiteX1" fmla="*/ 454152 w 1418590"/>
                  <a:gd name="connsiteY1" fmla="*/ 345245 h 1472498"/>
                  <a:gd name="connsiteX2" fmla="*/ 568960 w 1418590"/>
                  <a:gd name="connsiteY2" fmla="*/ 328482 h 1472498"/>
                  <a:gd name="connsiteX3" fmla="*/ 673989 w 1418590"/>
                  <a:gd name="connsiteY3" fmla="*/ 280476 h 1472498"/>
                  <a:gd name="connsiteX4" fmla="*/ 660019 w 1418590"/>
                  <a:gd name="connsiteY4" fmla="*/ 182685 h 1472498"/>
                  <a:gd name="connsiteX5" fmla="*/ 709422 w 1418590"/>
                  <a:gd name="connsiteY5" fmla="*/ 62924 h 1472498"/>
                  <a:gd name="connsiteX6" fmla="*/ 937768 w 1418590"/>
                  <a:gd name="connsiteY6" fmla="*/ 17077 h 1472498"/>
                  <a:gd name="connsiteX7" fmla="*/ 1057402 w 1418590"/>
                  <a:gd name="connsiteY7" fmla="*/ 236533 h 1472498"/>
                  <a:gd name="connsiteX8" fmla="*/ 1057734 w 1418590"/>
                  <a:gd name="connsiteY8" fmla="*/ 256335 h 1472498"/>
                  <a:gd name="connsiteX9" fmla="*/ 1047496 w 1418590"/>
                  <a:gd name="connsiteY9" fmla="*/ 261426 h 1472498"/>
                  <a:gd name="connsiteX10" fmla="*/ 910209 w 1418590"/>
                  <a:gd name="connsiteY10" fmla="*/ 390712 h 1472498"/>
                  <a:gd name="connsiteX11" fmla="*/ 860806 w 1418590"/>
                  <a:gd name="connsiteY11" fmla="*/ 397570 h 1472498"/>
                  <a:gd name="connsiteX12" fmla="*/ 860552 w 1418590"/>
                  <a:gd name="connsiteY12" fmla="*/ 515171 h 1472498"/>
                  <a:gd name="connsiteX13" fmla="*/ 1109853 w 1418590"/>
                  <a:gd name="connsiteY13" fmla="*/ 586800 h 1472498"/>
                  <a:gd name="connsiteX14" fmla="*/ 1216406 w 1418590"/>
                  <a:gd name="connsiteY14" fmla="*/ 704528 h 1472498"/>
                  <a:gd name="connsiteX15" fmla="*/ 1306195 w 1418590"/>
                  <a:gd name="connsiteY15" fmla="*/ 779713 h 1472498"/>
                  <a:gd name="connsiteX16" fmla="*/ 1221232 w 1418590"/>
                  <a:gd name="connsiteY16" fmla="*/ 1014155 h 1472498"/>
                  <a:gd name="connsiteX17" fmla="*/ 1202563 w 1418590"/>
                  <a:gd name="connsiteY17" fmla="*/ 1043111 h 1472498"/>
                  <a:gd name="connsiteX18" fmla="*/ 1088136 w 1418590"/>
                  <a:gd name="connsiteY18" fmla="*/ 1135439 h 1472498"/>
                  <a:gd name="connsiteX19" fmla="*/ 1211834 w 1418590"/>
                  <a:gd name="connsiteY19" fmla="*/ 1210624 h 1472498"/>
                  <a:gd name="connsiteX20" fmla="*/ 1275842 w 1418590"/>
                  <a:gd name="connsiteY20" fmla="*/ 1137345 h 1472498"/>
                  <a:gd name="connsiteX21" fmla="*/ 1376045 w 1418590"/>
                  <a:gd name="connsiteY21" fmla="*/ 1154108 h 1472498"/>
                  <a:gd name="connsiteX22" fmla="*/ 1418590 w 1418590"/>
                  <a:gd name="connsiteY22" fmla="*/ 1224720 h 1472498"/>
                  <a:gd name="connsiteX23" fmla="*/ 1348867 w 1418590"/>
                  <a:gd name="connsiteY23" fmla="*/ 1462338 h 1472498"/>
                  <a:gd name="connsiteX24" fmla="*/ 1325626 w 1418590"/>
                  <a:gd name="connsiteY24" fmla="*/ 1465005 h 1472498"/>
                  <a:gd name="connsiteX25" fmla="*/ 1378839 w 1418590"/>
                  <a:gd name="connsiteY25" fmla="*/ 1314509 h 1472498"/>
                  <a:gd name="connsiteX26" fmla="*/ 1296670 w 1418590"/>
                  <a:gd name="connsiteY26" fmla="*/ 1334068 h 1472498"/>
                  <a:gd name="connsiteX27" fmla="*/ 1212596 w 1418590"/>
                  <a:gd name="connsiteY27" fmla="*/ 1274251 h 1472498"/>
                  <a:gd name="connsiteX28" fmla="*/ 1159256 w 1418590"/>
                  <a:gd name="connsiteY28" fmla="*/ 1459036 h 1472498"/>
                  <a:gd name="connsiteX29" fmla="*/ 1157224 w 1418590"/>
                  <a:gd name="connsiteY29" fmla="*/ 1472498 h 1472498"/>
                  <a:gd name="connsiteX30" fmla="*/ 1142111 w 1418590"/>
                  <a:gd name="connsiteY30" fmla="*/ 1457257 h 1472498"/>
                  <a:gd name="connsiteX31" fmla="*/ 1130808 w 1418590"/>
                  <a:gd name="connsiteY31" fmla="*/ 1370136 h 1472498"/>
                  <a:gd name="connsiteX32" fmla="*/ 1093978 w 1418590"/>
                  <a:gd name="connsiteY32" fmla="*/ 1185986 h 1472498"/>
                  <a:gd name="connsiteX33" fmla="*/ 1086993 w 1418590"/>
                  <a:gd name="connsiteY33" fmla="*/ 1162618 h 1472498"/>
                  <a:gd name="connsiteX34" fmla="*/ 915416 w 1418590"/>
                  <a:gd name="connsiteY34" fmla="*/ 1166427 h 1472498"/>
                  <a:gd name="connsiteX35" fmla="*/ 651129 w 1418590"/>
                  <a:gd name="connsiteY35" fmla="*/ 1159062 h 1472498"/>
                  <a:gd name="connsiteX36" fmla="*/ 610997 w 1418590"/>
                  <a:gd name="connsiteY36" fmla="*/ 1182302 h 1472498"/>
                  <a:gd name="connsiteX37" fmla="*/ 564896 w 1418590"/>
                  <a:gd name="connsiteY37" fmla="*/ 1461830 h 1472498"/>
                  <a:gd name="connsiteX38" fmla="*/ 540131 w 1418590"/>
                  <a:gd name="connsiteY38" fmla="*/ 1466020 h 1472498"/>
                  <a:gd name="connsiteX39" fmla="*/ 579501 w 1418590"/>
                  <a:gd name="connsiteY39" fmla="*/ 1184207 h 1472498"/>
                  <a:gd name="connsiteX40" fmla="*/ 446913 w 1418590"/>
                  <a:gd name="connsiteY40" fmla="*/ 1325051 h 1472498"/>
                  <a:gd name="connsiteX41" fmla="*/ 404368 w 1418590"/>
                  <a:gd name="connsiteY41" fmla="*/ 1458527 h 1472498"/>
                  <a:gd name="connsiteX42" fmla="*/ 378460 w 1418590"/>
                  <a:gd name="connsiteY42" fmla="*/ 1468814 h 1472498"/>
                  <a:gd name="connsiteX43" fmla="*/ 485521 w 1418590"/>
                  <a:gd name="connsiteY43" fmla="*/ 1228657 h 1472498"/>
                  <a:gd name="connsiteX44" fmla="*/ 615823 w 1418590"/>
                  <a:gd name="connsiteY44" fmla="*/ 1136963 h 1472498"/>
                  <a:gd name="connsiteX45" fmla="*/ 489839 w 1418590"/>
                  <a:gd name="connsiteY45" fmla="*/ 1011361 h 1472498"/>
                  <a:gd name="connsiteX46" fmla="*/ 411226 w 1418590"/>
                  <a:gd name="connsiteY46" fmla="*/ 970720 h 1472498"/>
                  <a:gd name="connsiteX47" fmla="*/ 379349 w 1418590"/>
                  <a:gd name="connsiteY47" fmla="*/ 824925 h 1472498"/>
                  <a:gd name="connsiteX48" fmla="*/ 479044 w 1418590"/>
                  <a:gd name="connsiteY48" fmla="*/ 724849 h 1472498"/>
                  <a:gd name="connsiteX49" fmla="*/ 657098 w 1418590"/>
                  <a:gd name="connsiteY49" fmla="*/ 550477 h 1472498"/>
                  <a:gd name="connsiteX50" fmla="*/ 834263 w 1418590"/>
                  <a:gd name="connsiteY50" fmla="*/ 514409 h 1472498"/>
                  <a:gd name="connsiteX51" fmla="*/ 834263 w 1418590"/>
                  <a:gd name="connsiteY51" fmla="*/ 398458 h 1472498"/>
                  <a:gd name="connsiteX52" fmla="*/ 687959 w 1418590"/>
                  <a:gd name="connsiteY52" fmla="*/ 301684 h 1472498"/>
                  <a:gd name="connsiteX53" fmla="*/ 575818 w 1418590"/>
                  <a:gd name="connsiteY53" fmla="*/ 358453 h 1472498"/>
                  <a:gd name="connsiteX54" fmla="*/ 360426 w 1418590"/>
                  <a:gd name="connsiteY54" fmla="*/ 348801 h 1472498"/>
                  <a:gd name="connsiteX55" fmla="*/ 291973 w 1418590"/>
                  <a:gd name="connsiteY55" fmla="*/ 533713 h 1472498"/>
                  <a:gd name="connsiteX56" fmla="*/ 321691 w 1418590"/>
                  <a:gd name="connsiteY56" fmla="*/ 561400 h 1472498"/>
                  <a:gd name="connsiteX57" fmla="*/ 255905 w 1418590"/>
                  <a:gd name="connsiteY57" fmla="*/ 659189 h 1472498"/>
                  <a:gd name="connsiteX58" fmla="*/ 207010 w 1418590"/>
                  <a:gd name="connsiteY58" fmla="*/ 552890 h 1472498"/>
                  <a:gd name="connsiteX59" fmla="*/ 265430 w 1418590"/>
                  <a:gd name="connsiteY59" fmla="*/ 527871 h 1472498"/>
                  <a:gd name="connsiteX60" fmla="*/ 314452 w 1418590"/>
                  <a:gd name="connsiteY60" fmla="*/ 400871 h 1472498"/>
                  <a:gd name="connsiteX61" fmla="*/ 338201 w 1418590"/>
                  <a:gd name="connsiteY61" fmla="*/ 338895 h 1472498"/>
                  <a:gd name="connsiteX62" fmla="*/ 145923 w 1418590"/>
                  <a:gd name="connsiteY62" fmla="*/ 261933 h 1472498"/>
                  <a:gd name="connsiteX63" fmla="*/ 96647 w 1418590"/>
                  <a:gd name="connsiteY63" fmla="*/ 300288 h 1472498"/>
                  <a:gd name="connsiteX64" fmla="*/ 0 w 1418590"/>
                  <a:gd name="connsiteY64" fmla="*/ 262441 h 1472498"/>
                  <a:gd name="connsiteX65" fmla="*/ 805180 w 1418590"/>
                  <a:gd name="connsiteY65" fmla="*/ 33334 h 1472498"/>
                  <a:gd name="connsiteX66" fmla="*/ 694690 w 1418590"/>
                  <a:gd name="connsiteY66" fmla="*/ 140649 h 1472498"/>
                  <a:gd name="connsiteX67" fmla="*/ 852170 w 1418590"/>
                  <a:gd name="connsiteY67" fmla="*/ 369883 h 1472498"/>
                  <a:gd name="connsiteX68" fmla="*/ 1020572 w 1418590"/>
                  <a:gd name="connsiteY68" fmla="*/ 257362 h 1472498"/>
                  <a:gd name="connsiteX69" fmla="*/ 959104 w 1418590"/>
                  <a:gd name="connsiteY69" fmla="*/ 60765 h 1472498"/>
                  <a:gd name="connsiteX70" fmla="*/ 805180 w 1418590"/>
                  <a:gd name="connsiteY70" fmla="*/ 33334 h 1472498"/>
                  <a:gd name="connsiteX71" fmla="*/ 19558 w 1418590"/>
                  <a:gd name="connsiteY71" fmla="*/ 238565 h 1472498"/>
                  <a:gd name="connsiteX72" fmla="*/ 91186 w 1418590"/>
                  <a:gd name="connsiteY72" fmla="*/ 274126 h 1472498"/>
                  <a:gd name="connsiteX73" fmla="*/ 752602 w 1418590"/>
                  <a:gd name="connsiteY73" fmla="*/ 550224 h 1472498"/>
                  <a:gd name="connsiteX74" fmla="*/ 516763 w 1418590"/>
                  <a:gd name="connsiteY74" fmla="*/ 708084 h 1472498"/>
                  <a:gd name="connsiteX75" fmla="*/ 486283 w 1418590"/>
                  <a:gd name="connsiteY75" fmla="*/ 910269 h 1472498"/>
                  <a:gd name="connsiteX76" fmla="*/ 621538 w 1418590"/>
                  <a:gd name="connsiteY76" fmla="*/ 1108643 h 1472498"/>
                  <a:gd name="connsiteX77" fmla="*/ 850900 w 1418590"/>
                  <a:gd name="connsiteY77" fmla="*/ 1143059 h 1472498"/>
                  <a:gd name="connsiteX78" fmla="*/ 1132459 w 1418590"/>
                  <a:gd name="connsiteY78" fmla="*/ 1081464 h 1472498"/>
                  <a:gd name="connsiteX79" fmla="*/ 1219581 w 1418590"/>
                  <a:gd name="connsiteY79" fmla="*/ 789745 h 1472498"/>
                  <a:gd name="connsiteX80" fmla="*/ 1038606 w 1418590"/>
                  <a:gd name="connsiteY80" fmla="*/ 576766 h 1472498"/>
                  <a:gd name="connsiteX81" fmla="*/ 752602 w 1418590"/>
                  <a:gd name="connsiteY81" fmla="*/ 550224 h 1472498"/>
                  <a:gd name="connsiteX82" fmla="*/ 231902 w 1418590"/>
                  <a:gd name="connsiteY82" fmla="*/ 566480 h 1472498"/>
                  <a:gd name="connsiteX83" fmla="*/ 279273 w 1418590"/>
                  <a:gd name="connsiteY83" fmla="*/ 625407 h 1472498"/>
                  <a:gd name="connsiteX84" fmla="*/ 231902 w 1418590"/>
                  <a:gd name="connsiteY84" fmla="*/ 566480 h 1472498"/>
                  <a:gd name="connsiteX85" fmla="*/ 473710 w 1418590"/>
                  <a:gd name="connsiteY85" fmla="*/ 984309 h 1472498"/>
                  <a:gd name="connsiteX86" fmla="*/ 466090 w 1418590"/>
                  <a:gd name="connsiteY86" fmla="*/ 753677 h 1472498"/>
                  <a:gd name="connsiteX87" fmla="*/ 473710 w 1418590"/>
                  <a:gd name="connsiteY87" fmla="*/ 984309 h 1472498"/>
                  <a:gd name="connsiteX88" fmla="*/ 1239774 w 1418590"/>
                  <a:gd name="connsiteY88" fmla="*/ 752662 h 1472498"/>
                  <a:gd name="connsiteX89" fmla="*/ 1238250 w 1418590"/>
                  <a:gd name="connsiteY89" fmla="*/ 989008 h 1472498"/>
                  <a:gd name="connsiteX90" fmla="*/ 1239774 w 1418590"/>
                  <a:gd name="connsiteY90" fmla="*/ 752662 h 1472498"/>
                  <a:gd name="connsiteX91" fmla="*/ 1275842 w 1418590"/>
                  <a:gd name="connsiteY91" fmla="*/ 1163761 h 1472498"/>
                  <a:gd name="connsiteX92" fmla="*/ 1277620 w 1418590"/>
                  <a:gd name="connsiteY92" fmla="*/ 1303461 h 1472498"/>
                  <a:gd name="connsiteX93" fmla="*/ 1390904 w 1418590"/>
                  <a:gd name="connsiteY93" fmla="*/ 1234119 h 1472498"/>
                  <a:gd name="connsiteX94" fmla="*/ 1275842 w 1418590"/>
                  <a:gd name="connsiteY94" fmla="*/ 1163761 h 1472498"/>
                  <a:gd name="connsiteX95" fmla="*/ 1119759 w 1418590"/>
                  <a:gd name="connsiteY95" fmla="*/ 1181540 h 1472498"/>
                  <a:gd name="connsiteX96" fmla="*/ 1154811 w 1418590"/>
                  <a:gd name="connsiteY96" fmla="*/ 1338005 h 1472498"/>
                  <a:gd name="connsiteX97" fmla="*/ 1207008 w 1418590"/>
                  <a:gd name="connsiteY97" fmla="*/ 1235643 h 1472498"/>
                  <a:gd name="connsiteX98" fmla="*/ 1119759 w 1418590"/>
                  <a:gd name="connsiteY98" fmla="*/ 1181540 h 1472498"/>
                  <a:gd name="connsiteX0" fmla="*/ 160528 w 1418590"/>
                  <a:gd name="connsiteY0" fmla="*/ 241740 h 1472498"/>
                  <a:gd name="connsiteX1" fmla="*/ 454152 w 1418590"/>
                  <a:gd name="connsiteY1" fmla="*/ 345245 h 1472498"/>
                  <a:gd name="connsiteX2" fmla="*/ 568960 w 1418590"/>
                  <a:gd name="connsiteY2" fmla="*/ 328482 h 1472498"/>
                  <a:gd name="connsiteX3" fmla="*/ 673989 w 1418590"/>
                  <a:gd name="connsiteY3" fmla="*/ 280476 h 1472498"/>
                  <a:gd name="connsiteX4" fmla="*/ 660019 w 1418590"/>
                  <a:gd name="connsiteY4" fmla="*/ 182685 h 1472498"/>
                  <a:gd name="connsiteX5" fmla="*/ 709422 w 1418590"/>
                  <a:gd name="connsiteY5" fmla="*/ 62924 h 1472498"/>
                  <a:gd name="connsiteX6" fmla="*/ 937768 w 1418590"/>
                  <a:gd name="connsiteY6" fmla="*/ 17077 h 1472498"/>
                  <a:gd name="connsiteX7" fmla="*/ 1057402 w 1418590"/>
                  <a:gd name="connsiteY7" fmla="*/ 236533 h 1472498"/>
                  <a:gd name="connsiteX8" fmla="*/ 1057734 w 1418590"/>
                  <a:gd name="connsiteY8" fmla="*/ 256335 h 1472498"/>
                  <a:gd name="connsiteX9" fmla="*/ 1047496 w 1418590"/>
                  <a:gd name="connsiteY9" fmla="*/ 261426 h 1472498"/>
                  <a:gd name="connsiteX10" fmla="*/ 910209 w 1418590"/>
                  <a:gd name="connsiteY10" fmla="*/ 390712 h 1472498"/>
                  <a:gd name="connsiteX11" fmla="*/ 860806 w 1418590"/>
                  <a:gd name="connsiteY11" fmla="*/ 397570 h 1472498"/>
                  <a:gd name="connsiteX12" fmla="*/ 860552 w 1418590"/>
                  <a:gd name="connsiteY12" fmla="*/ 515171 h 1472498"/>
                  <a:gd name="connsiteX13" fmla="*/ 1109853 w 1418590"/>
                  <a:gd name="connsiteY13" fmla="*/ 586800 h 1472498"/>
                  <a:gd name="connsiteX14" fmla="*/ 1216406 w 1418590"/>
                  <a:gd name="connsiteY14" fmla="*/ 704528 h 1472498"/>
                  <a:gd name="connsiteX15" fmla="*/ 1306195 w 1418590"/>
                  <a:gd name="connsiteY15" fmla="*/ 779713 h 1472498"/>
                  <a:gd name="connsiteX16" fmla="*/ 1221232 w 1418590"/>
                  <a:gd name="connsiteY16" fmla="*/ 1014155 h 1472498"/>
                  <a:gd name="connsiteX17" fmla="*/ 1202563 w 1418590"/>
                  <a:gd name="connsiteY17" fmla="*/ 1043111 h 1472498"/>
                  <a:gd name="connsiteX18" fmla="*/ 1088136 w 1418590"/>
                  <a:gd name="connsiteY18" fmla="*/ 1135439 h 1472498"/>
                  <a:gd name="connsiteX19" fmla="*/ 1211834 w 1418590"/>
                  <a:gd name="connsiteY19" fmla="*/ 1210624 h 1472498"/>
                  <a:gd name="connsiteX20" fmla="*/ 1275842 w 1418590"/>
                  <a:gd name="connsiteY20" fmla="*/ 1137345 h 1472498"/>
                  <a:gd name="connsiteX21" fmla="*/ 1376045 w 1418590"/>
                  <a:gd name="connsiteY21" fmla="*/ 1154108 h 1472498"/>
                  <a:gd name="connsiteX22" fmla="*/ 1418590 w 1418590"/>
                  <a:gd name="connsiteY22" fmla="*/ 1224720 h 1472498"/>
                  <a:gd name="connsiteX23" fmla="*/ 1348867 w 1418590"/>
                  <a:gd name="connsiteY23" fmla="*/ 1462338 h 1472498"/>
                  <a:gd name="connsiteX24" fmla="*/ 1325626 w 1418590"/>
                  <a:gd name="connsiteY24" fmla="*/ 1465005 h 1472498"/>
                  <a:gd name="connsiteX25" fmla="*/ 1378839 w 1418590"/>
                  <a:gd name="connsiteY25" fmla="*/ 1314509 h 1472498"/>
                  <a:gd name="connsiteX26" fmla="*/ 1296670 w 1418590"/>
                  <a:gd name="connsiteY26" fmla="*/ 1334068 h 1472498"/>
                  <a:gd name="connsiteX27" fmla="*/ 1212596 w 1418590"/>
                  <a:gd name="connsiteY27" fmla="*/ 1274251 h 1472498"/>
                  <a:gd name="connsiteX28" fmla="*/ 1159256 w 1418590"/>
                  <a:gd name="connsiteY28" fmla="*/ 1459036 h 1472498"/>
                  <a:gd name="connsiteX29" fmla="*/ 1157224 w 1418590"/>
                  <a:gd name="connsiteY29" fmla="*/ 1472498 h 1472498"/>
                  <a:gd name="connsiteX30" fmla="*/ 1142111 w 1418590"/>
                  <a:gd name="connsiteY30" fmla="*/ 1457257 h 1472498"/>
                  <a:gd name="connsiteX31" fmla="*/ 1130808 w 1418590"/>
                  <a:gd name="connsiteY31" fmla="*/ 1370136 h 1472498"/>
                  <a:gd name="connsiteX32" fmla="*/ 1093978 w 1418590"/>
                  <a:gd name="connsiteY32" fmla="*/ 1185986 h 1472498"/>
                  <a:gd name="connsiteX33" fmla="*/ 1086993 w 1418590"/>
                  <a:gd name="connsiteY33" fmla="*/ 1162618 h 1472498"/>
                  <a:gd name="connsiteX34" fmla="*/ 915416 w 1418590"/>
                  <a:gd name="connsiteY34" fmla="*/ 1166427 h 1472498"/>
                  <a:gd name="connsiteX35" fmla="*/ 651129 w 1418590"/>
                  <a:gd name="connsiteY35" fmla="*/ 1159062 h 1472498"/>
                  <a:gd name="connsiteX36" fmla="*/ 610997 w 1418590"/>
                  <a:gd name="connsiteY36" fmla="*/ 1182302 h 1472498"/>
                  <a:gd name="connsiteX37" fmla="*/ 564896 w 1418590"/>
                  <a:gd name="connsiteY37" fmla="*/ 1461830 h 1472498"/>
                  <a:gd name="connsiteX38" fmla="*/ 540131 w 1418590"/>
                  <a:gd name="connsiteY38" fmla="*/ 1466020 h 1472498"/>
                  <a:gd name="connsiteX39" fmla="*/ 579501 w 1418590"/>
                  <a:gd name="connsiteY39" fmla="*/ 1184207 h 1472498"/>
                  <a:gd name="connsiteX40" fmla="*/ 446913 w 1418590"/>
                  <a:gd name="connsiteY40" fmla="*/ 1325051 h 1472498"/>
                  <a:gd name="connsiteX41" fmla="*/ 404368 w 1418590"/>
                  <a:gd name="connsiteY41" fmla="*/ 1458527 h 1472498"/>
                  <a:gd name="connsiteX42" fmla="*/ 378460 w 1418590"/>
                  <a:gd name="connsiteY42" fmla="*/ 1468814 h 1472498"/>
                  <a:gd name="connsiteX43" fmla="*/ 485521 w 1418590"/>
                  <a:gd name="connsiteY43" fmla="*/ 1228657 h 1472498"/>
                  <a:gd name="connsiteX44" fmla="*/ 615823 w 1418590"/>
                  <a:gd name="connsiteY44" fmla="*/ 1136963 h 1472498"/>
                  <a:gd name="connsiteX45" fmla="*/ 489839 w 1418590"/>
                  <a:gd name="connsiteY45" fmla="*/ 1011361 h 1472498"/>
                  <a:gd name="connsiteX46" fmla="*/ 411226 w 1418590"/>
                  <a:gd name="connsiteY46" fmla="*/ 970720 h 1472498"/>
                  <a:gd name="connsiteX47" fmla="*/ 379349 w 1418590"/>
                  <a:gd name="connsiteY47" fmla="*/ 824925 h 1472498"/>
                  <a:gd name="connsiteX48" fmla="*/ 479044 w 1418590"/>
                  <a:gd name="connsiteY48" fmla="*/ 724849 h 1472498"/>
                  <a:gd name="connsiteX49" fmla="*/ 657098 w 1418590"/>
                  <a:gd name="connsiteY49" fmla="*/ 550477 h 1472498"/>
                  <a:gd name="connsiteX50" fmla="*/ 834263 w 1418590"/>
                  <a:gd name="connsiteY50" fmla="*/ 514409 h 1472498"/>
                  <a:gd name="connsiteX51" fmla="*/ 834263 w 1418590"/>
                  <a:gd name="connsiteY51" fmla="*/ 398458 h 1472498"/>
                  <a:gd name="connsiteX52" fmla="*/ 687959 w 1418590"/>
                  <a:gd name="connsiteY52" fmla="*/ 301684 h 1472498"/>
                  <a:gd name="connsiteX53" fmla="*/ 575818 w 1418590"/>
                  <a:gd name="connsiteY53" fmla="*/ 358453 h 1472498"/>
                  <a:gd name="connsiteX54" fmla="*/ 360426 w 1418590"/>
                  <a:gd name="connsiteY54" fmla="*/ 348801 h 1472498"/>
                  <a:gd name="connsiteX55" fmla="*/ 291973 w 1418590"/>
                  <a:gd name="connsiteY55" fmla="*/ 533713 h 1472498"/>
                  <a:gd name="connsiteX56" fmla="*/ 321691 w 1418590"/>
                  <a:gd name="connsiteY56" fmla="*/ 561400 h 1472498"/>
                  <a:gd name="connsiteX57" fmla="*/ 255905 w 1418590"/>
                  <a:gd name="connsiteY57" fmla="*/ 659189 h 1472498"/>
                  <a:gd name="connsiteX58" fmla="*/ 207010 w 1418590"/>
                  <a:gd name="connsiteY58" fmla="*/ 552890 h 1472498"/>
                  <a:gd name="connsiteX59" fmla="*/ 265430 w 1418590"/>
                  <a:gd name="connsiteY59" fmla="*/ 527871 h 1472498"/>
                  <a:gd name="connsiteX60" fmla="*/ 314452 w 1418590"/>
                  <a:gd name="connsiteY60" fmla="*/ 400871 h 1472498"/>
                  <a:gd name="connsiteX61" fmla="*/ 338201 w 1418590"/>
                  <a:gd name="connsiteY61" fmla="*/ 338895 h 1472498"/>
                  <a:gd name="connsiteX62" fmla="*/ 145923 w 1418590"/>
                  <a:gd name="connsiteY62" fmla="*/ 261933 h 1472498"/>
                  <a:gd name="connsiteX63" fmla="*/ 96647 w 1418590"/>
                  <a:gd name="connsiteY63" fmla="*/ 300288 h 1472498"/>
                  <a:gd name="connsiteX64" fmla="*/ 0 w 1418590"/>
                  <a:gd name="connsiteY64" fmla="*/ 262441 h 1472498"/>
                  <a:gd name="connsiteX65" fmla="*/ 805180 w 1418590"/>
                  <a:gd name="connsiteY65" fmla="*/ 33334 h 1472498"/>
                  <a:gd name="connsiteX66" fmla="*/ 694690 w 1418590"/>
                  <a:gd name="connsiteY66" fmla="*/ 140649 h 1472498"/>
                  <a:gd name="connsiteX67" fmla="*/ 852170 w 1418590"/>
                  <a:gd name="connsiteY67" fmla="*/ 369883 h 1472498"/>
                  <a:gd name="connsiteX68" fmla="*/ 1020572 w 1418590"/>
                  <a:gd name="connsiteY68" fmla="*/ 257362 h 1472498"/>
                  <a:gd name="connsiteX69" fmla="*/ 959104 w 1418590"/>
                  <a:gd name="connsiteY69" fmla="*/ 60765 h 1472498"/>
                  <a:gd name="connsiteX70" fmla="*/ 805180 w 1418590"/>
                  <a:gd name="connsiteY70" fmla="*/ 33334 h 1472498"/>
                  <a:gd name="connsiteX71" fmla="*/ 752602 w 1418590"/>
                  <a:gd name="connsiteY71" fmla="*/ 550224 h 1472498"/>
                  <a:gd name="connsiteX72" fmla="*/ 516763 w 1418590"/>
                  <a:gd name="connsiteY72" fmla="*/ 708084 h 1472498"/>
                  <a:gd name="connsiteX73" fmla="*/ 486283 w 1418590"/>
                  <a:gd name="connsiteY73" fmla="*/ 910269 h 1472498"/>
                  <a:gd name="connsiteX74" fmla="*/ 621538 w 1418590"/>
                  <a:gd name="connsiteY74" fmla="*/ 1108643 h 1472498"/>
                  <a:gd name="connsiteX75" fmla="*/ 850900 w 1418590"/>
                  <a:gd name="connsiteY75" fmla="*/ 1143059 h 1472498"/>
                  <a:gd name="connsiteX76" fmla="*/ 1132459 w 1418590"/>
                  <a:gd name="connsiteY76" fmla="*/ 1081464 h 1472498"/>
                  <a:gd name="connsiteX77" fmla="*/ 1219581 w 1418590"/>
                  <a:gd name="connsiteY77" fmla="*/ 789745 h 1472498"/>
                  <a:gd name="connsiteX78" fmla="*/ 1038606 w 1418590"/>
                  <a:gd name="connsiteY78" fmla="*/ 576766 h 1472498"/>
                  <a:gd name="connsiteX79" fmla="*/ 752602 w 1418590"/>
                  <a:gd name="connsiteY79" fmla="*/ 550224 h 1472498"/>
                  <a:gd name="connsiteX80" fmla="*/ 231902 w 1418590"/>
                  <a:gd name="connsiteY80" fmla="*/ 566480 h 1472498"/>
                  <a:gd name="connsiteX81" fmla="*/ 279273 w 1418590"/>
                  <a:gd name="connsiteY81" fmla="*/ 625407 h 1472498"/>
                  <a:gd name="connsiteX82" fmla="*/ 231902 w 1418590"/>
                  <a:gd name="connsiteY82" fmla="*/ 566480 h 1472498"/>
                  <a:gd name="connsiteX83" fmla="*/ 473710 w 1418590"/>
                  <a:gd name="connsiteY83" fmla="*/ 984309 h 1472498"/>
                  <a:gd name="connsiteX84" fmla="*/ 466090 w 1418590"/>
                  <a:gd name="connsiteY84" fmla="*/ 753677 h 1472498"/>
                  <a:gd name="connsiteX85" fmla="*/ 473710 w 1418590"/>
                  <a:gd name="connsiteY85" fmla="*/ 984309 h 1472498"/>
                  <a:gd name="connsiteX86" fmla="*/ 1239774 w 1418590"/>
                  <a:gd name="connsiteY86" fmla="*/ 752662 h 1472498"/>
                  <a:gd name="connsiteX87" fmla="*/ 1238250 w 1418590"/>
                  <a:gd name="connsiteY87" fmla="*/ 989008 h 1472498"/>
                  <a:gd name="connsiteX88" fmla="*/ 1239774 w 1418590"/>
                  <a:gd name="connsiteY88" fmla="*/ 752662 h 1472498"/>
                  <a:gd name="connsiteX89" fmla="*/ 1275842 w 1418590"/>
                  <a:gd name="connsiteY89" fmla="*/ 1163761 h 1472498"/>
                  <a:gd name="connsiteX90" fmla="*/ 1277620 w 1418590"/>
                  <a:gd name="connsiteY90" fmla="*/ 1303461 h 1472498"/>
                  <a:gd name="connsiteX91" fmla="*/ 1390904 w 1418590"/>
                  <a:gd name="connsiteY91" fmla="*/ 1234119 h 1472498"/>
                  <a:gd name="connsiteX92" fmla="*/ 1275842 w 1418590"/>
                  <a:gd name="connsiteY92" fmla="*/ 1163761 h 1472498"/>
                  <a:gd name="connsiteX93" fmla="*/ 1119759 w 1418590"/>
                  <a:gd name="connsiteY93" fmla="*/ 1181540 h 1472498"/>
                  <a:gd name="connsiteX94" fmla="*/ 1154811 w 1418590"/>
                  <a:gd name="connsiteY94" fmla="*/ 1338005 h 1472498"/>
                  <a:gd name="connsiteX95" fmla="*/ 1207008 w 1418590"/>
                  <a:gd name="connsiteY95" fmla="*/ 1235643 h 1472498"/>
                  <a:gd name="connsiteX96" fmla="*/ 1119759 w 1418590"/>
                  <a:gd name="connsiteY96" fmla="*/ 1181540 h 1472498"/>
                  <a:gd name="connsiteX0" fmla="*/ 63881 w 1321943"/>
                  <a:gd name="connsiteY0" fmla="*/ 241740 h 1472498"/>
                  <a:gd name="connsiteX1" fmla="*/ 357505 w 1321943"/>
                  <a:gd name="connsiteY1" fmla="*/ 345245 h 1472498"/>
                  <a:gd name="connsiteX2" fmla="*/ 472313 w 1321943"/>
                  <a:gd name="connsiteY2" fmla="*/ 328482 h 1472498"/>
                  <a:gd name="connsiteX3" fmla="*/ 577342 w 1321943"/>
                  <a:gd name="connsiteY3" fmla="*/ 280476 h 1472498"/>
                  <a:gd name="connsiteX4" fmla="*/ 563372 w 1321943"/>
                  <a:gd name="connsiteY4" fmla="*/ 182685 h 1472498"/>
                  <a:gd name="connsiteX5" fmla="*/ 612775 w 1321943"/>
                  <a:gd name="connsiteY5" fmla="*/ 62924 h 1472498"/>
                  <a:gd name="connsiteX6" fmla="*/ 841121 w 1321943"/>
                  <a:gd name="connsiteY6" fmla="*/ 17077 h 1472498"/>
                  <a:gd name="connsiteX7" fmla="*/ 960755 w 1321943"/>
                  <a:gd name="connsiteY7" fmla="*/ 236533 h 1472498"/>
                  <a:gd name="connsiteX8" fmla="*/ 961087 w 1321943"/>
                  <a:gd name="connsiteY8" fmla="*/ 256335 h 1472498"/>
                  <a:gd name="connsiteX9" fmla="*/ 950849 w 1321943"/>
                  <a:gd name="connsiteY9" fmla="*/ 261426 h 1472498"/>
                  <a:gd name="connsiteX10" fmla="*/ 813562 w 1321943"/>
                  <a:gd name="connsiteY10" fmla="*/ 390712 h 1472498"/>
                  <a:gd name="connsiteX11" fmla="*/ 764159 w 1321943"/>
                  <a:gd name="connsiteY11" fmla="*/ 397570 h 1472498"/>
                  <a:gd name="connsiteX12" fmla="*/ 763905 w 1321943"/>
                  <a:gd name="connsiteY12" fmla="*/ 515171 h 1472498"/>
                  <a:gd name="connsiteX13" fmla="*/ 1013206 w 1321943"/>
                  <a:gd name="connsiteY13" fmla="*/ 586800 h 1472498"/>
                  <a:gd name="connsiteX14" fmla="*/ 1119759 w 1321943"/>
                  <a:gd name="connsiteY14" fmla="*/ 704528 h 1472498"/>
                  <a:gd name="connsiteX15" fmla="*/ 1209548 w 1321943"/>
                  <a:gd name="connsiteY15" fmla="*/ 779713 h 1472498"/>
                  <a:gd name="connsiteX16" fmla="*/ 1124585 w 1321943"/>
                  <a:gd name="connsiteY16" fmla="*/ 1014155 h 1472498"/>
                  <a:gd name="connsiteX17" fmla="*/ 1105916 w 1321943"/>
                  <a:gd name="connsiteY17" fmla="*/ 1043111 h 1472498"/>
                  <a:gd name="connsiteX18" fmla="*/ 991489 w 1321943"/>
                  <a:gd name="connsiteY18" fmla="*/ 1135439 h 1472498"/>
                  <a:gd name="connsiteX19" fmla="*/ 1115187 w 1321943"/>
                  <a:gd name="connsiteY19" fmla="*/ 1210624 h 1472498"/>
                  <a:gd name="connsiteX20" fmla="*/ 1179195 w 1321943"/>
                  <a:gd name="connsiteY20" fmla="*/ 1137345 h 1472498"/>
                  <a:gd name="connsiteX21" fmla="*/ 1279398 w 1321943"/>
                  <a:gd name="connsiteY21" fmla="*/ 1154108 h 1472498"/>
                  <a:gd name="connsiteX22" fmla="*/ 1321943 w 1321943"/>
                  <a:gd name="connsiteY22" fmla="*/ 1224720 h 1472498"/>
                  <a:gd name="connsiteX23" fmla="*/ 1252220 w 1321943"/>
                  <a:gd name="connsiteY23" fmla="*/ 1462338 h 1472498"/>
                  <a:gd name="connsiteX24" fmla="*/ 1228979 w 1321943"/>
                  <a:gd name="connsiteY24" fmla="*/ 1465005 h 1472498"/>
                  <a:gd name="connsiteX25" fmla="*/ 1282192 w 1321943"/>
                  <a:gd name="connsiteY25" fmla="*/ 1314509 h 1472498"/>
                  <a:gd name="connsiteX26" fmla="*/ 1200023 w 1321943"/>
                  <a:gd name="connsiteY26" fmla="*/ 1334068 h 1472498"/>
                  <a:gd name="connsiteX27" fmla="*/ 1115949 w 1321943"/>
                  <a:gd name="connsiteY27" fmla="*/ 1274251 h 1472498"/>
                  <a:gd name="connsiteX28" fmla="*/ 1062609 w 1321943"/>
                  <a:gd name="connsiteY28" fmla="*/ 1459036 h 1472498"/>
                  <a:gd name="connsiteX29" fmla="*/ 1060577 w 1321943"/>
                  <a:gd name="connsiteY29" fmla="*/ 1472498 h 1472498"/>
                  <a:gd name="connsiteX30" fmla="*/ 1045464 w 1321943"/>
                  <a:gd name="connsiteY30" fmla="*/ 1457257 h 1472498"/>
                  <a:gd name="connsiteX31" fmla="*/ 1034161 w 1321943"/>
                  <a:gd name="connsiteY31" fmla="*/ 1370136 h 1472498"/>
                  <a:gd name="connsiteX32" fmla="*/ 997331 w 1321943"/>
                  <a:gd name="connsiteY32" fmla="*/ 1185986 h 1472498"/>
                  <a:gd name="connsiteX33" fmla="*/ 990346 w 1321943"/>
                  <a:gd name="connsiteY33" fmla="*/ 1162618 h 1472498"/>
                  <a:gd name="connsiteX34" fmla="*/ 818769 w 1321943"/>
                  <a:gd name="connsiteY34" fmla="*/ 1166427 h 1472498"/>
                  <a:gd name="connsiteX35" fmla="*/ 554482 w 1321943"/>
                  <a:gd name="connsiteY35" fmla="*/ 1159062 h 1472498"/>
                  <a:gd name="connsiteX36" fmla="*/ 514350 w 1321943"/>
                  <a:gd name="connsiteY36" fmla="*/ 1182302 h 1472498"/>
                  <a:gd name="connsiteX37" fmla="*/ 468249 w 1321943"/>
                  <a:gd name="connsiteY37" fmla="*/ 1461830 h 1472498"/>
                  <a:gd name="connsiteX38" fmla="*/ 443484 w 1321943"/>
                  <a:gd name="connsiteY38" fmla="*/ 1466020 h 1472498"/>
                  <a:gd name="connsiteX39" fmla="*/ 482854 w 1321943"/>
                  <a:gd name="connsiteY39" fmla="*/ 1184207 h 1472498"/>
                  <a:gd name="connsiteX40" fmla="*/ 350266 w 1321943"/>
                  <a:gd name="connsiteY40" fmla="*/ 1325051 h 1472498"/>
                  <a:gd name="connsiteX41" fmla="*/ 307721 w 1321943"/>
                  <a:gd name="connsiteY41" fmla="*/ 1458527 h 1472498"/>
                  <a:gd name="connsiteX42" fmla="*/ 281813 w 1321943"/>
                  <a:gd name="connsiteY42" fmla="*/ 1468814 h 1472498"/>
                  <a:gd name="connsiteX43" fmla="*/ 388874 w 1321943"/>
                  <a:gd name="connsiteY43" fmla="*/ 1228657 h 1472498"/>
                  <a:gd name="connsiteX44" fmla="*/ 519176 w 1321943"/>
                  <a:gd name="connsiteY44" fmla="*/ 1136963 h 1472498"/>
                  <a:gd name="connsiteX45" fmla="*/ 393192 w 1321943"/>
                  <a:gd name="connsiteY45" fmla="*/ 1011361 h 1472498"/>
                  <a:gd name="connsiteX46" fmla="*/ 314579 w 1321943"/>
                  <a:gd name="connsiteY46" fmla="*/ 970720 h 1472498"/>
                  <a:gd name="connsiteX47" fmla="*/ 282702 w 1321943"/>
                  <a:gd name="connsiteY47" fmla="*/ 824925 h 1472498"/>
                  <a:gd name="connsiteX48" fmla="*/ 382397 w 1321943"/>
                  <a:gd name="connsiteY48" fmla="*/ 724849 h 1472498"/>
                  <a:gd name="connsiteX49" fmla="*/ 560451 w 1321943"/>
                  <a:gd name="connsiteY49" fmla="*/ 550477 h 1472498"/>
                  <a:gd name="connsiteX50" fmla="*/ 737616 w 1321943"/>
                  <a:gd name="connsiteY50" fmla="*/ 514409 h 1472498"/>
                  <a:gd name="connsiteX51" fmla="*/ 737616 w 1321943"/>
                  <a:gd name="connsiteY51" fmla="*/ 398458 h 1472498"/>
                  <a:gd name="connsiteX52" fmla="*/ 591312 w 1321943"/>
                  <a:gd name="connsiteY52" fmla="*/ 301684 h 1472498"/>
                  <a:gd name="connsiteX53" fmla="*/ 479171 w 1321943"/>
                  <a:gd name="connsiteY53" fmla="*/ 358453 h 1472498"/>
                  <a:gd name="connsiteX54" fmla="*/ 263779 w 1321943"/>
                  <a:gd name="connsiteY54" fmla="*/ 348801 h 1472498"/>
                  <a:gd name="connsiteX55" fmla="*/ 195326 w 1321943"/>
                  <a:gd name="connsiteY55" fmla="*/ 533713 h 1472498"/>
                  <a:gd name="connsiteX56" fmla="*/ 225044 w 1321943"/>
                  <a:gd name="connsiteY56" fmla="*/ 561400 h 1472498"/>
                  <a:gd name="connsiteX57" fmla="*/ 159258 w 1321943"/>
                  <a:gd name="connsiteY57" fmla="*/ 659189 h 1472498"/>
                  <a:gd name="connsiteX58" fmla="*/ 110363 w 1321943"/>
                  <a:gd name="connsiteY58" fmla="*/ 552890 h 1472498"/>
                  <a:gd name="connsiteX59" fmla="*/ 168783 w 1321943"/>
                  <a:gd name="connsiteY59" fmla="*/ 527871 h 1472498"/>
                  <a:gd name="connsiteX60" fmla="*/ 217805 w 1321943"/>
                  <a:gd name="connsiteY60" fmla="*/ 400871 h 1472498"/>
                  <a:gd name="connsiteX61" fmla="*/ 241554 w 1321943"/>
                  <a:gd name="connsiteY61" fmla="*/ 338895 h 1472498"/>
                  <a:gd name="connsiteX62" fmla="*/ 49276 w 1321943"/>
                  <a:gd name="connsiteY62" fmla="*/ 261933 h 1472498"/>
                  <a:gd name="connsiteX63" fmla="*/ 0 w 1321943"/>
                  <a:gd name="connsiteY63" fmla="*/ 300288 h 1472498"/>
                  <a:gd name="connsiteX64" fmla="*/ 708533 w 1321943"/>
                  <a:gd name="connsiteY64" fmla="*/ 33334 h 1472498"/>
                  <a:gd name="connsiteX65" fmla="*/ 598043 w 1321943"/>
                  <a:gd name="connsiteY65" fmla="*/ 140649 h 1472498"/>
                  <a:gd name="connsiteX66" fmla="*/ 755523 w 1321943"/>
                  <a:gd name="connsiteY66" fmla="*/ 369883 h 1472498"/>
                  <a:gd name="connsiteX67" fmla="*/ 923925 w 1321943"/>
                  <a:gd name="connsiteY67" fmla="*/ 257362 h 1472498"/>
                  <a:gd name="connsiteX68" fmla="*/ 862457 w 1321943"/>
                  <a:gd name="connsiteY68" fmla="*/ 60765 h 1472498"/>
                  <a:gd name="connsiteX69" fmla="*/ 708533 w 1321943"/>
                  <a:gd name="connsiteY69" fmla="*/ 33334 h 1472498"/>
                  <a:gd name="connsiteX70" fmla="*/ 655955 w 1321943"/>
                  <a:gd name="connsiteY70" fmla="*/ 550224 h 1472498"/>
                  <a:gd name="connsiteX71" fmla="*/ 420116 w 1321943"/>
                  <a:gd name="connsiteY71" fmla="*/ 708084 h 1472498"/>
                  <a:gd name="connsiteX72" fmla="*/ 389636 w 1321943"/>
                  <a:gd name="connsiteY72" fmla="*/ 910269 h 1472498"/>
                  <a:gd name="connsiteX73" fmla="*/ 524891 w 1321943"/>
                  <a:gd name="connsiteY73" fmla="*/ 1108643 h 1472498"/>
                  <a:gd name="connsiteX74" fmla="*/ 754253 w 1321943"/>
                  <a:gd name="connsiteY74" fmla="*/ 1143059 h 1472498"/>
                  <a:gd name="connsiteX75" fmla="*/ 1035812 w 1321943"/>
                  <a:gd name="connsiteY75" fmla="*/ 1081464 h 1472498"/>
                  <a:gd name="connsiteX76" fmla="*/ 1122934 w 1321943"/>
                  <a:gd name="connsiteY76" fmla="*/ 789745 h 1472498"/>
                  <a:gd name="connsiteX77" fmla="*/ 941959 w 1321943"/>
                  <a:gd name="connsiteY77" fmla="*/ 576766 h 1472498"/>
                  <a:gd name="connsiteX78" fmla="*/ 655955 w 1321943"/>
                  <a:gd name="connsiteY78" fmla="*/ 550224 h 1472498"/>
                  <a:gd name="connsiteX79" fmla="*/ 135255 w 1321943"/>
                  <a:gd name="connsiteY79" fmla="*/ 566480 h 1472498"/>
                  <a:gd name="connsiteX80" fmla="*/ 182626 w 1321943"/>
                  <a:gd name="connsiteY80" fmla="*/ 625407 h 1472498"/>
                  <a:gd name="connsiteX81" fmla="*/ 135255 w 1321943"/>
                  <a:gd name="connsiteY81" fmla="*/ 566480 h 1472498"/>
                  <a:gd name="connsiteX82" fmla="*/ 377063 w 1321943"/>
                  <a:gd name="connsiteY82" fmla="*/ 984309 h 1472498"/>
                  <a:gd name="connsiteX83" fmla="*/ 369443 w 1321943"/>
                  <a:gd name="connsiteY83" fmla="*/ 753677 h 1472498"/>
                  <a:gd name="connsiteX84" fmla="*/ 377063 w 1321943"/>
                  <a:gd name="connsiteY84" fmla="*/ 984309 h 1472498"/>
                  <a:gd name="connsiteX85" fmla="*/ 1143127 w 1321943"/>
                  <a:gd name="connsiteY85" fmla="*/ 752662 h 1472498"/>
                  <a:gd name="connsiteX86" fmla="*/ 1141603 w 1321943"/>
                  <a:gd name="connsiteY86" fmla="*/ 989008 h 1472498"/>
                  <a:gd name="connsiteX87" fmla="*/ 1143127 w 1321943"/>
                  <a:gd name="connsiteY87" fmla="*/ 752662 h 1472498"/>
                  <a:gd name="connsiteX88" fmla="*/ 1179195 w 1321943"/>
                  <a:gd name="connsiteY88" fmla="*/ 1163761 h 1472498"/>
                  <a:gd name="connsiteX89" fmla="*/ 1180973 w 1321943"/>
                  <a:gd name="connsiteY89" fmla="*/ 1303461 h 1472498"/>
                  <a:gd name="connsiteX90" fmla="*/ 1294257 w 1321943"/>
                  <a:gd name="connsiteY90" fmla="*/ 1234119 h 1472498"/>
                  <a:gd name="connsiteX91" fmla="*/ 1179195 w 1321943"/>
                  <a:gd name="connsiteY91" fmla="*/ 1163761 h 1472498"/>
                  <a:gd name="connsiteX92" fmla="*/ 1023112 w 1321943"/>
                  <a:gd name="connsiteY92" fmla="*/ 1181540 h 1472498"/>
                  <a:gd name="connsiteX93" fmla="*/ 1058164 w 1321943"/>
                  <a:gd name="connsiteY93" fmla="*/ 1338005 h 1472498"/>
                  <a:gd name="connsiteX94" fmla="*/ 1110361 w 1321943"/>
                  <a:gd name="connsiteY94" fmla="*/ 1235643 h 1472498"/>
                  <a:gd name="connsiteX95" fmla="*/ 1023112 w 1321943"/>
                  <a:gd name="connsiteY95" fmla="*/ 1181540 h 1472498"/>
                  <a:gd name="connsiteX0" fmla="*/ 14605 w 1272667"/>
                  <a:gd name="connsiteY0" fmla="*/ 241740 h 1472498"/>
                  <a:gd name="connsiteX1" fmla="*/ 308229 w 1272667"/>
                  <a:gd name="connsiteY1" fmla="*/ 345245 h 1472498"/>
                  <a:gd name="connsiteX2" fmla="*/ 423037 w 1272667"/>
                  <a:gd name="connsiteY2" fmla="*/ 328482 h 1472498"/>
                  <a:gd name="connsiteX3" fmla="*/ 528066 w 1272667"/>
                  <a:gd name="connsiteY3" fmla="*/ 280476 h 1472498"/>
                  <a:gd name="connsiteX4" fmla="*/ 514096 w 1272667"/>
                  <a:gd name="connsiteY4" fmla="*/ 182685 h 1472498"/>
                  <a:gd name="connsiteX5" fmla="*/ 563499 w 1272667"/>
                  <a:gd name="connsiteY5" fmla="*/ 62924 h 1472498"/>
                  <a:gd name="connsiteX6" fmla="*/ 791845 w 1272667"/>
                  <a:gd name="connsiteY6" fmla="*/ 17077 h 1472498"/>
                  <a:gd name="connsiteX7" fmla="*/ 911479 w 1272667"/>
                  <a:gd name="connsiteY7" fmla="*/ 236533 h 1472498"/>
                  <a:gd name="connsiteX8" fmla="*/ 911811 w 1272667"/>
                  <a:gd name="connsiteY8" fmla="*/ 256335 h 1472498"/>
                  <a:gd name="connsiteX9" fmla="*/ 901573 w 1272667"/>
                  <a:gd name="connsiteY9" fmla="*/ 261426 h 1472498"/>
                  <a:gd name="connsiteX10" fmla="*/ 764286 w 1272667"/>
                  <a:gd name="connsiteY10" fmla="*/ 390712 h 1472498"/>
                  <a:gd name="connsiteX11" fmla="*/ 714883 w 1272667"/>
                  <a:gd name="connsiteY11" fmla="*/ 397570 h 1472498"/>
                  <a:gd name="connsiteX12" fmla="*/ 714629 w 1272667"/>
                  <a:gd name="connsiteY12" fmla="*/ 515171 h 1472498"/>
                  <a:gd name="connsiteX13" fmla="*/ 963930 w 1272667"/>
                  <a:gd name="connsiteY13" fmla="*/ 586800 h 1472498"/>
                  <a:gd name="connsiteX14" fmla="*/ 1070483 w 1272667"/>
                  <a:gd name="connsiteY14" fmla="*/ 704528 h 1472498"/>
                  <a:gd name="connsiteX15" fmla="*/ 1160272 w 1272667"/>
                  <a:gd name="connsiteY15" fmla="*/ 779713 h 1472498"/>
                  <a:gd name="connsiteX16" fmla="*/ 1075309 w 1272667"/>
                  <a:gd name="connsiteY16" fmla="*/ 1014155 h 1472498"/>
                  <a:gd name="connsiteX17" fmla="*/ 1056640 w 1272667"/>
                  <a:gd name="connsiteY17" fmla="*/ 1043111 h 1472498"/>
                  <a:gd name="connsiteX18" fmla="*/ 942213 w 1272667"/>
                  <a:gd name="connsiteY18" fmla="*/ 1135439 h 1472498"/>
                  <a:gd name="connsiteX19" fmla="*/ 1065911 w 1272667"/>
                  <a:gd name="connsiteY19" fmla="*/ 1210624 h 1472498"/>
                  <a:gd name="connsiteX20" fmla="*/ 1129919 w 1272667"/>
                  <a:gd name="connsiteY20" fmla="*/ 1137345 h 1472498"/>
                  <a:gd name="connsiteX21" fmla="*/ 1230122 w 1272667"/>
                  <a:gd name="connsiteY21" fmla="*/ 1154108 h 1472498"/>
                  <a:gd name="connsiteX22" fmla="*/ 1272667 w 1272667"/>
                  <a:gd name="connsiteY22" fmla="*/ 1224720 h 1472498"/>
                  <a:gd name="connsiteX23" fmla="*/ 1202944 w 1272667"/>
                  <a:gd name="connsiteY23" fmla="*/ 1462338 h 1472498"/>
                  <a:gd name="connsiteX24" fmla="*/ 1179703 w 1272667"/>
                  <a:gd name="connsiteY24" fmla="*/ 1465005 h 1472498"/>
                  <a:gd name="connsiteX25" fmla="*/ 1232916 w 1272667"/>
                  <a:gd name="connsiteY25" fmla="*/ 1314509 h 1472498"/>
                  <a:gd name="connsiteX26" fmla="*/ 1150747 w 1272667"/>
                  <a:gd name="connsiteY26" fmla="*/ 1334068 h 1472498"/>
                  <a:gd name="connsiteX27" fmla="*/ 1066673 w 1272667"/>
                  <a:gd name="connsiteY27" fmla="*/ 1274251 h 1472498"/>
                  <a:gd name="connsiteX28" fmla="*/ 1013333 w 1272667"/>
                  <a:gd name="connsiteY28" fmla="*/ 1459036 h 1472498"/>
                  <a:gd name="connsiteX29" fmla="*/ 1011301 w 1272667"/>
                  <a:gd name="connsiteY29" fmla="*/ 1472498 h 1472498"/>
                  <a:gd name="connsiteX30" fmla="*/ 996188 w 1272667"/>
                  <a:gd name="connsiteY30" fmla="*/ 1457257 h 1472498"/>
                  <a:gd name="connsiteX31" fmla="*/ 984885 w 1272667"/>
                  <a:gd name="connsiteY31" fmla="*/ 1370136 h 1472498"/>
                  <a:gd name="connsiteX32" fmla="*/ 948055 w 1272667"/>
                  <a:gd name="connsiteY32" fmla="*/ 1185986 h 1472498"/>
                  <a:gd name="connsiteX33" fmla="*/ 941070 w 1272667"/>
                  <a:gd name="connsiteY33" fmla="*/ 1162618 h 1472498"/>
                  <a:gd name="connsiteX34" fmla="*/ 769493 w 1272667"/>
                  <a:gd name="connsiteY34" fmla="*/ 1166427 h 1472498"/>
                  <a:gd name="connsiteX35" fmla="*/ 505206 w 1272667"/>
                  <a:gd name="connsiteY35" fmla="*/ 1159062 h 1472498"/>
                  <a:gd name="connsiteX36" fmla="*/ 465074 w 1272667"/>
                  <a:gd name="connsiteY36" fmla="*/ 1182302 h 1472498"/>
                  <a:gd name="connsiteX37" fmla="*/ 418973 w 1272667"/>
                  <a:gd name="connsiteY37" fmla="*/ 1461830 h 1472498"/>
                  <a:gd name="connsiteX38" fmla="*/ 394208 w 1272667"/>
                  <a:gd name="connsiteY38" fmla="*/ 1466020 h 1472498"/>
                  <a:gd name="connsiteX39" fmla="*/ 433578 w 1272667"/>
                  <a:gd name="connsiteY39" fmla="*/ 1184207 h 1472498"/>
                  <a:gd name="connsiteX40" fmla="*/ 300990 w 1272667"/>
                  <a:gd name="connsiteY40" fmla="*/ 1325051 h 1472498"/>
                  <a:gd name="connsiteX41" fmla="*/ 258445 w 1272667"/>
                  <a:gd name="connsiteY41" fmla="*/ 1458527 h 1472498"/>
                  <a:gd name="connsiteX42" fmla="*/ 232537 w 1272667"/>
                  <a:gd name="connsiteY42" fmla="*/ 1468814 h 1472498"/>
                  <a:gd name="connsiteX43" fmla="*/ 339598 w 1272667"/>
                  <a:gd name="connsiteY43" fmla="*/ 1228657 h 1472498"/>
                  <a:gd name="connsiteX44" fmla="*/ 469900 w 1272667"/>
                  <a:gd name="connsiteY44" fmla="*/ 1136963 h 1472498"/>
                  <a:gd name="connsiteX45" fmla="*/ 343916 w 1272667"/>
                  <a:gd name="connsiteY45" fmla="*/ 1011361 h 1472498"/>
                  <a:gd name="connsiteX46" fmla="*/ 265303 w 1272667"/>
                  <a:gd name="connsiteY46" fmla="*/ 970720 h 1472498"/>
                  <a:gd name="connsiteX47" fmla="*/ 233426 w 1272667"/>
                  <a:gd name="connsiteY47" fmla="*/ 824925 h 1472498"/>
                  <a:gd name="connsiteX48" fmla="*/ 333121 w 1272667"/>
                  <a:gd name="connsiteY48" fmla="*/ 724849 h 1472498"/>
                  <a:gd name="connsiteX49" fmla="*/ 511175 w 1272667"/>
                  <a:gd name="connsiteY49" fmla="*/ 550477 h 1472498"/>
                  <a:gd name="connsiteX50" fmla="*/ 688340 w 1272667"/>
                  <a:gd name="connsiteY50" fmla="*/ 514409 h 1472498"/>
                  <a:gd name="connsiteX51" fmla="*/ 688340 w 1272667"/>
                  <a:gd name="connsiteY51" fmla="*/ 398458 h 1472498"/>
                  <a:gd name="connsiteX52" fmla="*/ 542036 w 1272667"/>
                  <a:gd name="connsiteY52" fmla="*/ 301684 h 1472498"/>
                  <a:gd name="connsiteX53" fmla="*/ 429895 w 1272667"/>
                  <a:gd name="connsiteY53" fmla="*/ 358453 h 1472498"/>
                  <a:gd name="connsiteX54" fmla="*/ 214503 w 1272667"/>
                  <a:gd name="connsiteY54" fmla="*/ 348801 h 1472498"/>
                  <a:gd name="connsiteX55" fmla="*/ 146050 w 1272667"/>
                  <a:gd name="connsiteY55" fmla="*/ 533713 h 1472498"/>
                  <a:gd name="connsiteX56" fmla="*/ 175768 w 1272667"/>
                  <a:gd name="connsiteY56" fmla="*/ 561400 h 1472498"/>
                  <a:gd name="connsiteX57" fmla="*/ 109982 w 1272667"/>
                  <a:gd name="connsiteY57" fmla="*/ 659189 h 1472498"/>
                  <a:gd name="connsiteX58" fmla="*/ 61087 w 1272667"/>
                  <a:gd name="connsiteY58" fmla="*/ 552890 h 1472498"/>
                  <a:gd name="connsiteX59" fmla="*/ 119507 w 1272667"/>
                  <a:gd name="connsiteY59" fmla="*/ 527871 h 1472498"/>
                  <a:gd name="connsiteX60" fmla="*/ 168529 w 1272667"/>
                  <a:gd name="connsiteY60" fmla="*/ 400871 h 1472498"/>
                  <a:gd name="connsiteX61" fmla="*/ 192278 w 1272667"/>
                  <a:gd name="connsiteY61" fmla="*/ 338895 h 1472498"/>
                  <a:gd name="connsiteX62" fmla="*/ 0 w 1272667"/>
                  <a:gd name="connsiteY62" fmla="*/ 261933 h 1472498"/>
                  <a:gd name="connsiteX63" fmla="*/ 659257 w 1272667"/>
                  <a:gd name="connsiteY63" fmla="*/ 33334 h 1472498"/>
                  <a:gd name="connsiteX64" fmla="*/ 548767 w 1272667"/>
                  <a:gd name="connsiteY64" fmla="*/ 140649 h 1472498"/>
                  <a:gd name="connsiteX65" fmla="*/ 706247 w 1272667"/>
                  <a:gd name="connsiteY65" fmla="*/ 369883 h 1472498"/>
                  <a:gd name="connsiteX66" fmla="*/ 874649 w 1272667"/>
                  <a:gd name="connsiteY66" fmla="*/ 257362 h 1472498"/>
                  <a:gd name="connsiteX67" fmla="*/ 813181 w 1272667"/>
                  <a:gd name="connsiteY67" fmla="*/ 60765 h 1472498"/>
                  <a:gd name="connsiteX68" fmla="*/ 659257 w 1272667"/>
                  <a:gd name="connsiteY68" fmla="*/ 33334 h 1472498"/>
                  <a:gd name="connsiteX69" fmla="*/ 606679 w 1272667"/>
                  <a:gd name="connsiteY69" fmla="*/ 550224 h 1472498"/>
                  <a:gd name="connsiteX70" fmla="*/ 370840 w 1272667"/>
                  <a:gd name="connsiteY70" fmla="*/ 708084 h 1472498"/>
                  <a:gd name="connsiteX71" fmla="*/ 340360 w 1272667"/>
                  <a:gd name="connsiteY71" fmla="*/ 910269 h 1472498"/>
                  <a:gd name="connsiteX72" fmla="*/ 475615 w 1272667"/>
                  <a:gd name="connsiteY72" fmla="*/ 1108643 h 1472498"/>
                  <a:gd name="connsiteX73" fmla="*/ 704977 w 1272667"/>
                  <a:gd name="connsiteY73" fmla="*/ 1143059 h 1472498"/>
                  <a:gd name="connsiteX74" fmla="*/ 986536 w 1272667"/>
                  <a:gd name="connsiteY74" fmla="*/ 1081464 h 1472498"/>
                  <a:gd name="connsiteX75" fmla="*/ 1073658 w 1272667"/>
                  <a:gd name="connsiteY75" fmla="*/ 789745 h 1472498"/>
                  <a:gd name="connsiteX76" fmla="*/ 892683 w 1272667"/>
                  <a:gd name="connsiteY76" fmla="*/ 576766 h 1472498"/>
                  <a:gd name="connsiteX77" fmla="*/ 606679 w 1272667"/>
                  <a:gd name="connsiteY77" fmla="*/ 550224 h 1472498"/>
                  <a:gd name="connsiteX78" fmla="*/ 85979 w 1272667"/>
                  <a:gd name="connsiteY78" fmla="*/ 566480 h 1472498"/>
                  <a:gd name="connsiteX79" fmla="*/ 133350 w 1272667"/>
                  <a:gd name="connsiteY79" fmla="*/ 625407 h 1472498"/>
                  <a:gd name="connsiteX80" fmla="*/ 85979 w 1272667"/>
                  <a:gd name="connsiteY80" fmla="*/ 566480 h 1472498"/>
                  <a:gd name="connsiteX81" fmla="*/ 327787 w 1272667"/>
                  <a:gd name="connsiteY81" fmla="*/ 984309 h 1472498"/>
                  <a:gd name="connsiteX82" fmla="*/ 320167 w 1272667"/>
                  <a:gd name="connsiteY82" fmla="*/ 753677 h 1472498"/>
                  <a:gd name="connsiteX83" fmla="*/ 327787 w 1272667"/>
                  <a:gd name="connsiteY83" fmla="*/ 984309 h 1472498"/>
                  <a:gd name="connsiteX84" fmla="*/ 1093851 w 1272667"/>
                  <a:gd name="connsiteY84" fmla="*/ 752662 h 1472498"/>
                  <a:gd name="connsiteX85" fmla="*/ 1092327 w 1272667"/>
                  <a:gd name="connsiteY85" fmla="*/ 989008 h 1472498"/>
                  <a:gd name="connsiteX86" fmla="*/ 1093851 w 1272667"/>
                  <a:gd name="connsiteY86" fmla="*/ 752662 h 1472498"/>
                  <a:gd name="connsiteX87" fmla="*/ 1129919 w 1272667"/>
                  <a:gd name="connsiteY87" fmla="*/ 1163761 h 1472498"/>
                  <a:gd name="connsiteX88" fmla="*/ 1131697 w 1272667"/>
                  <a:gd name="connsiteY88" fmla="*/ 1303461 h 1472498"/>
                  <a:gd name="connsiteX89" fmla="*/ 1244981 w 1272667"/>
                  <a:gd name="connsiteY89" fmla="*/ 1234119 h 1472498"/>
                  <a:gd name="connsiteX90" fmla="*/ 1129919 w 1272667"/>
                  <a:gd name="connsiteY90" fmla="*/ 1163761 h 1472498"/>
                  <a:gd name="connsiteX91" fmla="*/ 973836 w 1272667"/>
                  <a:gd name="connsiteY91" fmla="*/ 1181540 h 1472498"/>
                  <a:gd name="connsiteX92" fmla="*/ 1008888 w 1272667"/>
                  <a:gd name="connsiteY92" fmla="*/ 1338005 h 1472498"/>
                  <a:gd name="connsiteX93" fmla="*/ 1061085 w 1272667"/>
                  <a:gd name="connsiteY93" fmla="*/ 1235643 h 1472498"/>
                  <a:gd name="connsiteX94" fmla="*/ 973836 w 1272667"/>
                  <a:gd name="connsiteY94" fmla="*/ 1181540 h 1472498"/>
                  <a:gd name="connsiteX0" fmla="*/ -1 w 1258061"/>
                  <a:gd name="connsiteY0" fmla="*/ 241740 h 1472498"/>
                  <a:gd name="connsiteX1" fmla="*/ 293623 w 1258061"/>
                  <a:gd name="connsiteY1" fmla="*/ 345245 h 1472498"/>
                  <a:gd name="connsiteX2" fmla="*/ 408431 w 1258061"/>
                  <a:gd name="connsiteY2" fmla="*/ 328482 h 1472498"/>
                  <a:gd name="connsiteX3" fmla="*/ 513460 w 1258061"/>
                  <a:gd name="connsiteY3" fmla="*/ 280476 h 1472498"/>
                  <a:gd name="connsiteX4" fmla="*/ 499490 w 1258061"/>
                  <a:gd name="connsiteY4" fmla="*/ 182685 h 1472498"/>
                  <a:gd name="connsiteX5" fmla="*/ 548893 w 1258061"/>
                  <a:gd name="connsiteY5" fmla="*/ 62924 h 1472498"/>
                  <a:gd name="connsiteX6" fmla="*/ 777239 w 1258061"/>
                  <a:gd name="connsiteY6" fmla="*/ 17077 h 1472498"/>
                  <a:gd name="connsiteX7" fmla="*/ 896873 w 1258061"/>
                  <a:gd name="connsiteY7" fmla="*/ 236533 h 1472498"/>
                  <a:gd name="connsiteX8" fmla="*/ 897205 w 1258061"/>
                  <a:gd name="connsiteY8" fmla="*/ 256335 h 1472498"/>
                  <a:gd name="connsiteX9" fmla="*/ 886967 w 1258061"/>
                  <a:gd name="connsiteY9" fmla="*/ 261426 h 1472498"/>
                  <a:gd name="connsiteX10" fmla="*/ 749680 w 1258061"/>
                  <a:gd name="connsiteY10" fmla="*/ 390712 h 1472498"/>
                  <a:gd name="connsiteX11" fmla="*/ 700277 w 1258061"/>
                  <a:gd name="connsiteY11" fmla="*/ 397570 h 1472498"/>
                  <a:gd name="connsiteX12" fmla="*/ 700023 w 1258061"/>
                  <a:gd name="connsiteY12" fmla="*/ 515171 h 1472498"/>
                  <a:gd name="connsiteX13" fmla="*/ 949324 w 1258061"/>
                  <a:gd name="connsiteY13" fmla="*/ 586800 h 1472498"/>
                  <a:gd name="connsiteX14" fmla="*/ 1055877 w 1258061"/>
                  <a:gd name="connsiteY14" fmla="*/ 704528 h 1472498"/>
                  <a:gd name="connsiteX15" fmla="*/ 1145666 w 1258061"/>
                  <a:gd name="connsiteY15" fmla="*/ 779713 h 1472498"/>
                  <a:gd name="connsiteX16" fmla="*/ 1060703 w 1258061"/>
                  <a:gd name="connsiteY16" fmla="*/ 1014155 h 1472498"/>
                  <a:gd name="connsiteX17" fmla="*/ 1042034 w 1258061"/>
                  <a:gd name="connsiteY17" fmla="*/ 1043111 h 1472498"/>
                  <a:gd name="connsiteX18" fmla="*/ 927607 w 1258061"/>
                  <a:gd name="connsiteY18" fmla="*/ 1135439 h 1472498"/>
                  <a:gd name="connsiteX19" fmla="*/ 1051305 w 1258061"/>
                  <a:gd name="connsiteY19" fmla="*/ 1210624 h 1472498"/>
                  <a:gd name="connsiteX20" fmla="*/ 1115313 w 1258061"/>
                  <a:gd name="connsiteY20" fmla="*/ 1137345 h 1472498"/>
                  <a:gd name="connsiteX21" fmla="*/ 1215516 w 1258061"/>
                  <a:gd name="connsiteY21" fmla="*/ 1154108 h 1472498"/>
                  <a:gd name="connsiteX22" fmla="*/ 1258061 w 1258061"/>
                  <a:gd name="connsiteY22" fmla="*/ 1224720 h 1472498"/>
                  <a:gd name="connsiteX23" fmla="*/ 1188338 w 1258061"/>
                  <a:gd name="connsiteY23" fmla="*/ 1462338 h 1472498"/>
                  <a:gd name="connsiteX24" fmla="*/ 1165097 w 1258061"/>
                  <a:gd name="connsiteY24" fmla="*/ 1465005 h 1472498"/>
                  <a:gd name="connsiteX25" fmla="*/ 1218310 w 1258061"/>
                  <a:gd name="connsiteY25" fmla="*/ 1314509 h 1472498"/>
                  <a:gd name="connsiteX26" fmla="*/ 1136141 w 1258061"/>
                  <a:gd name="connsiteY26" fmla="*/ 1334068 h 1472498"/>
                  <a:gd name="connsiteX27" fmla="*/ 1052067 w 1258061"/>
                  <a:gd name="connsiteY27" fmla="*/ 1274251 h 1472498"/>
                  <a:gd name="connsiteX28" fmla="*/ 998727 w 1258061"/>
                  <a:gd name="connsiteY28" fmla="*/ 1459036 h 1472498"/>
                  <a:gd name="connsiteX29" fmla="*/ 996695 w 1258061"/>
                  <a:gd name="connsiteY29" fmla="*/ 1472498 h 1472498"/>
                  <a:gd name="connsiteX30" fmla="*/ 981582 w 1258061"/>
                  <a:gd name="connsiteY30" fmla="*/ 1457257 h 1472498"/>
                  <a:gd name="connsiteX31" fmla="*/ 970279 w 1258061"/>
                  <a:gd name="connsiteY31" fmla="*/ 1370136 h 1472498"/>
                  <a:gd name="connsiteX32" fmla="*/ 933449 w 1258061"/>
                  <a:gd name="connsiteY32" fmla="*/ 1185986 h 1472498"/>
                  <a:gd name="connsiteX33" fmla="*/ 926464 w 1258061"/>
                  <a:gd name="connsiteY33" fmla="*/ 1162618 h 1472498"/>
                  <a:gd name="connsiteX34" fmla="*/ 754887 w 1258061"/>
                  <a:gd name="connsiteY34" fmla="*/ 1166427 h 1472498"/>
                  <a:gd name="connsiteX35" fmla="*/ 490600 w 1258061"/>
                  <a:gd name="connsiteY35" fmla="*/ 1159062 h 1472498"/>
                  <a:gd name="connsiteX36" fmla="*/ 450468 w 1258061"/>
                  <a:gd name="connsiteY36" fmla="*/ 1182302 h 1472498"/>
                  <a:gd name="connsiteX37" fmla="*/ 404367 w 1258061"/>
                  <a:gd name="connsiteY37" fmla="*/ 1461830 h 1472498"/>
                  <a:gd name="connsiteX38" fmla="*/ 379602 w 1258061"/>
                  <a:gd name="connsiteY38" fmla="*/ 1466020 h 1472498"/>
                  <a:gd name="connsiteX39" fmla="*/ 418972 w 1258061"/>
                  <a:gd name="connsiteY39" fmla="*/ 1184207 h 1472498"/>
                  <a:gd name="connsiteX40" fmla="*/ 286384 w 1258061"/>
                  <a:gd name="connsiteY40" fmla="*/ 1325051 h 1472498"/>
                  <a:gd name="connsiteX41" fmla="*/ 243839 w 1258061"/>
                  <a:gd name="connsiteY41" fmla="*/ 1458527 h 1472498"/>
                  <a:gd name="connsiteX42" fmla="*/ 217931 w 1258061"/>
                  <a:gd name="connsiteY42" fmla="*/ 1468814 h 1472498"/>
                  <a:gd name="connsiteX43" fmla="*/ 324992 w 1258061"/>
                  <a:gd name="connsiteY43" fmla="*/ 1228657 h 1472498"/>
                  <a:gd name="connsiteX44" fmla="*/ 455294 w 1258061"/>
                  <a:gd name="connsiteY44" fmla="*/ 1136963 h 1472498"/>
                  <a:gd name="connsiteX45" fmla="*/ 329310 w 1258061"/>
                  <a:gd name="connsiteY45" fmla="*/ 1011361 h 1472498"/>
                  <a:gd name="connsiteX46" fmla="*/ 250697 w 1258061"/>
                  <a:gd name="connsiteY46" fmla="*/ 970720 h 1472498"/>
                  <a:gd name="connsiteX47" fmla="*/ 218820 w 1258061"/>
                  <a:gd name="connsiteY47" fmla="*/ 824925 h 1472498"/>
                  <a:gd name="connsiteX48" fmla="*/ 318515 w 1258061"/>
                  <a:gd name="connsiteY48" fmla="*/ 724849 h 1472498"/>
                  <a:gd name="connsiteX49" fmla="*/ 496569 w 1258061"/>
                  <a:gd name="connsiteY49" fmla="*/ 550477 h 1472498"/>
                  <a:gd name="connsiteX50" fmla="*/ 673734 w 1258061"/>
                  <a:gd name="connsiteY50" fmla="*/ 514409 h 1472498"/>
                  <a:gd name="connsiteX51" fmla="*/ 673734 w 1258061"/>
                  <a:gd name="connsiteY51" fmla="*/ 398458 h 1472498"/>
                  <a:gd name="connsiteX52" fmla="*/ 527430 w 1258061"/>
                  <a:gd name="connsiteY52" fmla="*/ 301684 h 1472498"/>
                  <a:gd name="connsiteX53" fmla="*/ 415289 w 1258061"/>
                  <a:gd name="connsiteY53" fmla="*/ 358453 h 1472498"/>
                  <a:gd name="connsiteX54" fmla="*/ 199897 w 1258061"/>
                  <a:gd name="connsiteY54" fmla="*/ 348801 h 1472498"/>
                  <a:gd name="connsiteX55" fmla="*/ 131444 w 1258061"/>
                  <a:gd name="connsiteY55" fmla="*/ 533713 h 1472498"/>
                  <a:gd name="connsiteX56" fmla="*/ 161162 w 1258061"/>
                  <a:gd name="connsiteY56" fmla="*/ 561400 h 1472498"/>
                  <a:gd name="connsiteX57" fmla="*/ 95376 w 1258061"/>
                  <a:gd name="connsiteY57" fmla="*/ 659189 h 1472498"/>
                  <a:gd name="connsiteX58" fmla="*/ 46481 w 1258061"/>
                  <a:gd name="connsiteY58" fmla="*/ 552890 h 1472498"/>
                  <a:gd name="connsiteX59" fmla="*/ 104901 w 1258061"/>
                  <a:gd name="connsiteY59" fmla="*/ 527871 h 1472498"/>
                  <a:gd name="connsiteX60" fmla="*/ 153923 w 1258061"/>
                  <a:gd name="connsiteY60" fmla="*/ 400871 h 1472498"/>
                  <a:gd name="connsiteX61" fmla="*/ 177672 w 1258061"/>
                  <a:gd name="connsiteY61" fmla="*/ 338895 h 1472498"/>
                  <a:gd name="connsiteX62" fmla="*/ 644651 w 1258061"/>
                  <a:gd name="connsiteY62" fmla="*/ 33334 h 1472498"/>
                  <a:gd name="connsiteX63" fmla="*/ 534161 w 1258061"/>
                  <a:gd name="connsiteY63" fmla="*/ 140649 h 1472498"/>
                  <a:gd name="connsiteX64" fmla="*/ 691641 w 1258061"/>
                  <a:gd name="connsiteY64" fmla="*/ 369883 h 1472498"/>
                  <a:gd name="connsiteX65" fmla="*/ 860043 w 1258061"/>
                  <a:gd name="connsiteY65" fmla="*/ 257362 h 1472498"/>
                  <a:gd name="connsiteX66" fmla="*/ 798575 w 1258061"/>
                  <a:gd name="connsiteY66" fmla="*/ 60765 h 1472498"/>
                  <a:gd name="connsiteX67" fmla="*/ 644651 w 1258061"/>
                  <a:gd name="connsiteY67" fmla="*/ 33334 h 1472498"/>
                  <a:gd name="connsiteX68" fmla="*/ 592073 w 1258061"/>
                  <a:gd name="connsiteY68" fmla="*/ 550224 h 1472498"/>
                  <a:gd name="connsiteX69" fmla="*/ 356234 w 1258061"/>
                  <a:gd name="connsiteY69" fmla="*/ 708084 h 1472498"/>
                  <a:gd name="connsiteX70" fmla="*/ 325754 w 1258061"/>
                  <a:gd name="connsiteY70" fmla="*/ 910269 h 1472498"/>
                  <a:gd name="connsiteX71" fmla="*/ 461009 w 1258061"/>
                  <a:gd name="connsiteY71" fmla="*/ 1108643 h 1472498"/>
                  <a:gd name="connsiteX72" fmla="*/ 690371 w 1258061"/>
                  <a:gd name="connsiteY72" fmla="*/ 1143059 h 1472498"/>
                  <a:gd name="connsiteX73" fmla="*/ 971930 w 1258061"/>
                  <a:gd name="connsiteY73" fmla="*/ 1081464 h 1472498"/>
                  <a:gd name="connsiteX74" fmla="*/ 1059052 w 1258061"/>
                  <a:gd name="connsiteY74" fmla="*/ 789745 h 1472498"/>
                  <a:gd name="connsiteX75" fmla="*/ 878077 w 1258061"/>
                  <a:gd name="connsiteY75" fmla="*/ 576766 h 1472498"/>
                  <a:gd name="connsiteX76" fmla="*/ 592073 w 1258061"/>
                  <a:gd name="connsiteY76" fmla="*/ 550224 h 1472498"/>
                  <a:gd name="connsiteX77" fmla="*/ 71373 w 1258061"/>
                  <a:gd name="connsiteY77" fmla="*/ 566480 h 1472498"/>
                  <a:gd name="connsiteX78" fmla="*/ 118744 w 1258061"/>
                  <a:gd name="connsiteY78" fmla="*/ 625407 h 1472498"/>
                  <a:gd name="connsiteX79" fmla="*/ 71373 w 1258061"/>
                  <a:gd name="connsiteY79" fmla="*/ 566480 h 1472498"/>
                  <a:gd name="connsiteX80" fmla="*/ 313181 w 1258061"/>
                  <a:gd name="connsiteY80" fmla="*/ 984309 h 1472498"/>
                  <a:gd name="connsiteX81" fmla="*/ 305561 w 1258061"/>
                  <a:gd name="connsiteY81" fmla="*/ 753677 h 1472498"/>
                  <a:gd name="connsiteX82" fmla="*/ 313181 w 1258061"/>
                  <a:gd name="connsiteY82" fmla="*/ 984309 h 1472498"/>
                  <a:gd name="connsiteX83" fmla="*/ 1079245 w 1258061"/>
                  <a:gd name="connsiteY83" fmla="*/ 752662 h 1472498"/>
                  <a:gd name="connsiteX84" fmla="*/ 1077721 w 1258061"/>
                  <a:gd name="connsiteY84" fmla="*/ 989008 h 1472498"/>
                  <a:gd name="connsiteX85" fmla="*/ 1079245 w 1258061"/>
                  <a:gd name="connsiteY85" fmla="*/ 752662 h 1472498"/>
                  <a:gd name="connsiteX86" fmla="*/ 1115313 w 1258061"/>
                  <a:gd name="connsiteY86" fmla="*/ 1163761 h 1472498"/>
                  <a:gd name="connsiteX87" fmla="*/ 1117091 w 1258061"/>
                  <a:gd name="connsiteY87" fmla="*/ 1303461 h 1472498"/>
                  <a:gd name="connsiteX88" fmla="*/ 1230375 w 1258061"/>
                  <a:gd name="connsiteY88" fmla="*/ 1234119 h 1472498"/>
                  <a:gd name="connsiteX89" fmla="*/ 1115313 w 1258061"/>
                  <a:gd name="connsiteY89" fmla="*/ 1163761 h 1472498"/>
                  <a:gd name="connsiteX90" fmla="*/ 959230 w 1258061"/>
                  <a:gd name="connsiteY90" fmla="*/ 1181540 h 1472498"/>
                  <a:gd name="connsiteX91" fmla="*/ 994282 w 1258061"/>
                  <a:gd name="connsiteY91" fmla="*/ 1338005 h 1472498"/>
                  <a:gd name="connsiteX92" fmla="*/ 1046479 w 1258061"/>
                  <a:gd name="connsiteY92" fmla="*/ 1235643 h 1472498"/>
                  <a:gd name="connsiteX93" fmla="*/ 959230 w 1258061"/>
                  <a:gd name="connsiteY93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104902 w 1258062"/>
                  <a:gd name="connsiteY59" fmla="*/ 527871 h 1472498"/>
                  <a:gd name="connsiteX60" fmla="*/ 153924 w 1258062"/>
                  <a:gd name="connsiteY60" fmla="*/ 400871 h 1472498"/>
                  <a:gd name="connsiteX61" fmla="*/ 644652 w 1258062"/>
                  <a:gd name="connsiteY61" fmla="*/ 33334 h 1472498"/>
                  <a:gd name="connsiteX62" fmla="*/ 534162 w 1258062"/>
                  <a:gd name="connsiteY62" fmla="*/ 140649 h 1472498"/>
                  <a:gd name="connsiteX63" fmla="*/ 691642 w 1258062"/>
                  <a:gd name="connsiteY63" fmla="*/ 369883 h 1472498"/>
                  <a:gd name="connsiteX64" fmla="*/ 860044 w 1258062"/>
                  <a:gd name="connsiteY64" fmla="*/ 257362 h 1472498"/>
                  <a:gd name="connsiteX65" fmla="*/ 798576 w 1258062"/>
                  <a:gd name="connsiteY65" fmla="*/ 60765 h 1472498"/>
                  <a:gd name="connsiteX66" fmla="*/ 644652 w 1258062"/>
                  <a:gd name="connsiteY66" fmla="*/ 33334 h 1472498"/>
                  <a:gd name="connsiteX67" fmla="*/ 592074 w 1258062"/>
                  <a:gd name="connsiteY67" fmla="*/ 550224 h 1472498"/>
                  <a:gd name="connsiteX68" fmla="*/ 356235 w 1258062"/>
                  <a:gd name="connsiteY68" fmla="*/ 708084 h 1472498"/>
                  <a:gd name="connsiteX69" fmla="*/ 325755 w 1258062"/>
                  <a:gd name="connsiteY69" fmla="*/ 910269 h 1472498"/>
                  <a:gd name="connsiteX70" fmla="*/ 461010 w 1258062"/>
                  <a:gd name="connsiteY70" fmla="*/ 1108643 h 1472498"/>
                  <a:gd name="connsiteX71" fmla="*/ 690372 w 1258062"/>
                  <a:gd name="connsiteY71" fmla="*/ 1143059 h 1472498"/>
                  <a:gd name="connsiteX72" fmla="*/ 971931 w 1258062"/>
                  <a:gd name="connsiteY72" fmla="*/ 1081464 h 1472498"/>
                  <a:gd name="connsiteX73" fmla="*/ 1059053 w 1258062"/>
                  <a:gd name="connsiteY73" fmla="*/ 789745 h 1472498"/>
                  <a:gd name="connsiteX74" fmla="*/ 878078 w 1258062"/>
                  <a:gd name="connsiteY74" fmla="*/ 576766 h 1472498"/>
                  <a:gd name="connsiteX75" fmla="*/ 592074 w 1258062"/>
                  <a:gd name="connsiteY75" fmla="*/ 550224 h 1472498"/>
                  <a:gd name="connsiteX76" fmla="*/ 71374 w 1258062"/>
                  <a:gd name="connsiteY76" fmla="*/ 566480 h 1472498"/>
                  <a:gd name="connsiteX77" fmla="*/ 118745 w 1258062"/>
                  <a:gd name="connsiteY77" fmla="*/ 625407 h 1472498"/>
                  <a:gd name="connsiteX78" fmla="*/ 71374 w 1258062"/>
                  <a:gd name="connsiteY78" fmla="*/ 566480 h 1472498"/>
                  <a:gd name="connsiteX79" fmla="*/ 313182 w 1258062"/>
                  <a:gd name="connsiteY79" fmla="*/ 984309 h 1472498"/>
                  <a:gd name="connsiteX80" fmla="*/ 305562 w 1258062"/>
                  <a:gd name="connsiteY80" fmla="*/ 753677 h 1472498"/>
                  <a:gd name="connsiteX81" fmla="*/ 313182 w 1258062"/>
                  <a:gd name="connsiteY81" fmla="*/ 984309 h 1472498"/>
                  <a:gd name="connsiteX82" fmla="*/ 1079246 w 1258062"/>
                  <a:gd name="connsiteY82" fmla="*/ 752662 h 1472498"/>
                  <a:gd name="connsiteX83" fmla="*/ 1077722 w 1258062"/>
                  <a:gd name="connsiteY83" fmla="*/ 989008 h 1472498"/>
                  <a:gd name="connsiteX84" fmla="*/ 1079246 w 1258062"/>
                  <a:gd name="connsiteY84" fmla="*/ 752662 h 1472498"/>
                  <a:gd name="connsiteX85" fmla="*/ 1115314 w 1258062"/>
                  <a:gd name="connsiteY85" fmla="*/ 1163761 h 1472498"/>
                  <a:gd name="connsiteX86" fmla="*/ 1117092 w 1258062"/>
                  <a:gd name="connsiteY86" fmla="*/ 1303461 h 1472498"/>
                  <a:gd name="connsiteX87" fmla="*/ 1230376 w 1258062"/>
                  <a:gd name="connsiteY87" fmla="*/ 1234119 h 1472498"/>
                  <a:gd name="connsiteX88" fmla="*/ 1115314 w 1258062"/>
                  <a:gd name="connsiteY88" fmla="*/ 1163761 h 1472498"/>
                  <a:gd name="connsiteX89" fmla="*/ 959231 w 1258062"/>
                  <a:gd name="connsiteY89" fmla="*/ 1181540 h 1472498"/>
                  <a:gd name="connsiteX90" fmla="*/ 994283 w 1258062"/>
                  <a:gd name="connsiteY90" fmla="*/ 1338005 h 1472498"/>
                  <a:gd name="connsiteX91" fmla="*/ 1046480 w 1258062"/>
                  <a:gd name="connsiteY91" fmla="*/ 1235643 h 1472498"/>
                  <a:gd name="connsiteX92" fmla="*/ 959231 w 1258062"/>
                  <a:gd name="connsiteY92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104902 w 1258062"/>
                  <a:gd name="connsiteY59" fmla="*/ 527871 h 1472498"/>
                  <a:gd name="connsiteX60" fmla="*/ 644652 w 1258062"/>
                  <a:gd name="connsiteY60" fmla="*/ 33334 h 1472498"/>
                  <a:gd name="connsiteX61" fmla="*/ 534162 w 1258062"/>
                  <a:gd name="connsiteY61" fmla="*/ 140649 h 1472498"/>
                  <a:gd name="connsiteX62" fmla="*/ 691642 w 1258062"/>
                  <a:gd name="connsiteY62" fmla="*/ 369883 h 1472498"/>
                  <a:gd name="connsiteX63" fmla="*/ 860044 w 1258062"/>
                  <a:gd name="connsiteY63" fmla="*/ 257362 h 1472498"/>
                  <a:gd name="connsiteX64" fmla="*/ 798576 w 1258062"/>
                  <a:gd name="connsiteY64" fmla="*/ 60765 h 1472498"/>
                  <a:gd name="connsiteX65" fmla="*/ 644652 w 1258062"/>
                  <a:gd name="connsiteY65" fmla="*/ 33334 h 1472498"/>
                  <a:gd name="connsiteX66" fmla="*/ 592074 w 1258062"/>
                  <a:gd name="connsiteY66" fmla="*/ 550224 h 1472498"/>
                  <a:gd name="connsiteX67" fmla="*/ 356235 w 1258062"/>
                  <a:gd name="connsiteY67" fmla="*/ 708084 h 1472498"/>
                  <a:gd name="connsiteX68" fmla="*/ 325755 w 1258062"/>
                  <a:gd name="connsiteY68" fmla="*/ 910269 h 1472498"/>
                  <a:gd name="connsiteX69" fmla="*/ 461010 w 1258062"/>
                  <a:gd name="connsiteY69" fmla="*/ 1108643 h 1472498"/>
                  <a:gd name="connsiteX70" fmla="*/ 690372 w 1258062"/>
                  <a:gd name="connsiteY70" fmla="*/ 1143059 h 1472498"/>
                  <a:gd name="connsiteX71" fmla="*/ 971931 w 1258062"/>
                  <a:gd name="connsiteY71" fmla="*/ 1081464 h 1472498"/>
                  <a:gd name="connsiteX72" fmla="*/ 1059053 w 1258062"/>
                  <a:gd name="connsiteY72" fmla="*/ 789745 h 1472498"/>
                  <a:gd name="connsiteX73" fmla="*/ 878078 w 1258062"/>
                  <a:gd name="connsiteY73" fmla="*/ 576766 h 1472498"/>
                  <a:gd name="connsiteX74" fmla="*/ 592074 w 1258062"/>
                  <a:gd name="connsiteY74" fmla="*/ 550224 h 1472498"/>
                  <a:gd name="connsiteX75" fmla="*/ 71374 w 1258062"/>
                  <a:gd name="connsiteY75" fmla="*/ 566480 h 1472498"/>
                  <a:gd name="connsiteX76" fmla="*/ 118745 w 1258062"/>
                  <a:gd name="connsiteY76" fmla="*/ 625407 h 1472498"/>
                  <a:gd name="connsiteX77" fmla="*/ 71374 w 1258062"/>
                  <a:gd name="connsiteY77" fmla="*/ 566480 h 1472498"/>
                  <a:gd name="connsiteX78" fmla="*/ 313182 w 1258062"/>
                  <a:gd name="connsiteY78" fmla="*/ 984309 h 1472498"/>
                  <a:gd name="connsiteX79" fmla="*/ 305562 w 1258062"/>
                  <a:gd name="connsiteY79" fmla="*/ 753677 h 1472498"/>
                  <a:gd name="connsiteX80" fmla="*/ 313182 w 1258062"/>
                  <a:gd name="connsiteY80" fmla="*/ 984309 h 1472498"/>
                  <a:gd name="connsiteX81" fmla="*/ 1079246 w 1258062"/>
                  <a:gd name="connsiteY81" fmla="*/ 752662 h 1472498"/>
                  <a:gd name="connsiteX82" fmla="*/ 1077722 w 1258062"/>
                  <a:gd name="connsiteY82" fmla="*/ 989008 h 1472498"/>
                  <a:gd name="connsiteX83" fmla="*/ 1079246 w 1258062"/>
                  <a:gd name="connsiteY83" fmla="*/ 752662 h 1472498"/>
                  <a:gd name="connsiteX84" fmla="*/ 1115314 w 1258062"/>
                  <a:gd name="connsiteY84" fmla="*/ 1163761 h 1472498"/>
                  <a:gd name="connsiteX85" fmla="*/ 1117092 w 1258062"/>
                  <a:gd name="connsiteY85" fmla="*/ 1303461 h 1472498"/>
                  <a:gd name="connsiteX86" fmla="*/ 1230376 w 1258062"/>
                  <a:gd name="connsiteY86" fmla="*/ 1234119 h 1472498"/>
                  <a:gd name="connsiteX87" fmla="*/ 1115314 w 1258062"/>
                  <a:gd name="connsiteY87" fmla="*/ 1163761 h 1472498"/>
                  <a:gd name="connsiteX88" fmla="*/ 959231 w 1258062"/>
                  <a:gd name="connsiteY88" fmla="*/ 1181540 h 1472498"/>
                  <a:gd name="connsiteX89" fmla="*/ 994283 w 1258062"/>
                  <a:gd name="connsiteY89" fmla="*/ 1338005 h 1472498"/>
                  <a:gd name="connsiteX90" fmla="*/ 1046480 w 1258062"/>
                  <a:gd name="connsiteY90" fmla="*/ 1235643 h 1472498"/>
                  <a:gd name="connsiteX91" fmla="*/ 959231 w 1258062"/>
                  <a:gd name="connsiteY91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644652 w 1258062"/>
                  <a:gd name="connsiteY59" fmla="*/ 33334 h 1472498"/>
                  <a:gd name="connsiteX60" fmla="*/ 534162 w 1258062"/>
                  <a:gd name="connsiteY60" fmla="*/ 140649 h 1472498"/>
                  <a:gd name="connsiteX61" fmla="*/ 691642 w 1258062"/>
                  <a:gd name="connsiteY61" fmla="*/ 369883 h 1472498"/>
                  <a:gd name="connsiteX62" fmla="*/ 860044 w 1258062"/>
                  <a:gd name="connsiteY62" fmla="*/ 257362 h 1472498"/>
                  <a:gd name="connsiteX63" fmla="*/ 798576 w 1258062"/>
                  <a:gd name="connsiteY63" fmla="*/ 60765 h 1472498"/>
                  <a:gd name="connsiteX64" fmla="*/ 644652 w 1258062"/>
                  <a:gd name="connsiteY64" fmla="*/ 33334 h 1472498"/>
                  <a:gd name="connsiteX65" fmla="*/ 592074 w 1258062"/>
                  <a:gd name="connsiteY65" fmla="*/ 550224 h 1472498"/>
                  <a:gd name="connsiteX66" fmla="*/ 356235 w 1258062"/>
                  <a:gd name="connsiteY66" fmla="*/ 708084 h 1472498"/>
                  <a:gd name="connsiteX67" fmla="*/ 325755 w 1258062"/>
                  <a:gd name="connsiteY67" fmla="*/ 910269 h 1472498"/>
                  <a:gd name="connsiteX68" fmla="*/ 461010 w 1258062"/>
                  <a:gd name="connsiteY68" fmla="*/ 1108643 h 1472498"/>
                  <a:gd name="connsiteX69" fmla="*/ 690372 w 1258062"/>
                  <a:gd name="connsiteY69" fmla="*/ 1143059 h 1472498"/>
                  <a:gd name="connsiteX70" fmla="*/ 971931 w 1258062"/>
                  <a:gd name="connsiteY70" fmla="*/ 1081464 h 1472498"/>
                  <a:gd name="connsiteX71" fmla="*/ 1059053 w 1258062"/>
                  <a:gd name="connsiteY71" fmla="*/ 789745 h 1472498"/>
                  <a:gd name="connsiteX72" fmla="*/ 878078 w 1258062"/>
                  <a:gd name="connsiteY72" fmla="*/ 576766 h 1472498"/>
                  <a:gd name="connsiteX73" fmla="*/ 592074 w 1258062"/>
                  <a:gd name="connsiteY73" fmla="*/ 550224 h 1472498"/>
                  <a:gd name="connsiteX74" fmla="*/ 71374 w 1258062"/>
                  <a:gd name="connsiteY74" fmla="*/ 566480 h 1472498"/>
                  <a:gd name="connsiteX75" fmla="*/ 118745 w 1258062"/>
                  <a:gd name="connsiteY75" fmla="*/ 625407 h 1472498"/>
                  <a:gd name="connsiteX76" fmla="*/ 71374 w 1258062"/>
                  <a:gd name="connsiteY76" fmla="*/ 566480 h 1472498"/>
                  <a:gd name="connsiteX77" fmla="*/ 313182 w 1258062"/>
                  <a:gd name="connsiteY77" fmla="*/ 984309 h 1472498"/>
                  <a:gd name="connsiteX78" fmla="*/ 305562 w 1258062"/>
                  <a:gd name="connsiteY78" fmla="*/ 753677 h 1472498"/>
                  <a:gd name="connsiteX79" fmla="*/ 313182 w 1258062"/>
                  <a:gd name="connsiteY79" fmla="*/ 984309 h 1472498"/>
                  <a:gd name="connsiteX80" fmla="*/ 1079246 w 1258062"/>
                  <a:gd name="connsiteY80" fmla="*/ 752662 h 1472498"/>
                  <a:gd name="connsiteX81" fmla="*/ 1077722 w 1258062"/>
                  <a:gd name="connsiteY81" fmla="*/ 989008 h 1472498"/>
                  <a:gd name="connsiteX82" fmla="*/ 1079246 w 1258062"/>
                  <a:gd name="connsiteY82" fmla="*/ 752662 h 1472498"/>
                  <a:gd name="connsiteX83" fmla="*/ 1115314 w 1258062"/>
                  <a:gd name="connsiteY83" fmla="*/ 1163761 h 1472498"/>
                  <a:gd name="connsiteX84" fmla="*/ 1117092 w 1258062"/>
                  <a:gd name="connsiteY84" fmla="*/ 1303461 h 1472498"/>
                  <a:gd name="connsiteX85" fmla="*/ 1230376 w 1258062"/>
                  <a:gd name="connsiteY85" fmla="*/ 1234119 h 1472498"/>
                  <a:gd name="connsiteX86" fmla="*/ 1115314 w 1258062"/>
                  <a:gd name="connsiteY86" fmla="*/ 1163761 h 1472498"/>
                  <a:gd name="connsiteX87" fmla="*/ 959231 w 1258062"/>
                  <a:gd name="connsiteY87" fmla="*/ 1181540 h 1472498"/>
                  <a:gd name="connsiteX88" fmla="*/ 994283 w 1258062"/>
                  <a:gd name="connsiteY88" fmla="*/ 1338005 h 1472498"/>
                  <a:gd name="connsiteX89" fmla="*/ 1046480 w 1258062"/>
                  <a:gd name="connsiteY89" fmla="*/ 1235643 h 1472498"/>
                  <a:gd name="connsiteX90" fmla="*/ 959231 w 1258062"/>
                  <a:gd name="connsiteY90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644652 w 1258062"/>
                  <a:gd name="connsiteY59" fmla="*/ 33334 h 1472498"/>
                  <a:gd name="connsiteX60" fmla="*/ 534162 w 1258062"/>
                  <a:gd name="connsiteY60" fmla="*/ 140649 h 1472498"/>
                  <a:gd name="connsiteX61" fmla="*/ 691642 w 1258062"/>
                  <a:gd name="connsiteY61" fmla="*/ 369883 h 1472498"/>
                  <a:gd name="connsiteX62" fmla="*/ 860044 w 1258062"/>
                  <a:gd name="connsiteY62" fmla="*/ 257362 h 1472498"/>
                  <a:gd name="connsiteX63" fmla="*/ 798576 w 1258062"/>
                  <a:gd name="connsiteY63" fmla="*/ 60765 h 1472498"/>
                  <a:gd name="connsiteX64" fmla="*/ 644652 w 1258062"/>
                  <a:gd name="connsiteY64" fmla="*/ 33334 h 1472498"/>
                  <a:gd name="connsiteX65" fmla="*/ 592074 w 1258062"/>
                  <a:gd name="connsiteY65" fmla="*/ 550224 h 1472498"/>
                  <a:gd name="connsiteX66" fmla="*/ 356235 w 1258062"/>
                  <a:gd name="connsiteY66" fmla="*/ 708084 h 1472498"/>
                  <a:gd name="connsiteX67" fmla="*/ 325755 w 1258062"/>
                  <a:gd name="connsiteY67" fmla="*/ 910269 h 1472498"/>
                  <a:gd name="connsiteX68" fmla="*/ 461010 w 1258062"/>
                  <a:gd name="connsiteY68" fmla="*/ 1108643 h 1472498"/>
                  <a:gd name="connsiteX69" fmla="*/ 690372 w 1258062"/>
                  <a:gd name="connsiteY69" fmla="*/ 1143059 h 1472498"/>
                  <a:gd name="connsiteX70" fmla="*/ 971931 w 1258062"/>
                  <a:gd name="connsiteY70" fmla="*/ 1081464 h 1472498"/>
                  <a:gd name="connsiteX71" fmla="*/ 1059053 w 1258062"/>
                  <a:gd name="connsiteY71" fmla="*/ 789745 h 1472498"/>
                  <a:gd name="connsiteX72" fmla="*/ 878078 w 1258062"/>
                  <a:gd name="connsiteY72" fmla="*/ 576766 h 1472498"/>
                  <a:gd name="connsiteX73" fmla="*/ 592074 w 1258062"/>
                  <a:gd name="connsiteY73" fmla="*/ 550224 h 1472498"/>
                  <a:gd name="connsiteX74" fmla="*/ 71374 w 1258062"/>
                  <a:gd name="connsiteY74" fmla="*/ 566480 h 1472498"/>
                  <a:gd name="connsiteX75" fmla="*/ 118745 w 1258062"/>
                  <a:gd name="connsiteY75" fmla="*/ 625407 h 1472498"/>
                  <a:gd name="connsiteX76" fmla="*/ 313182 w 1258062"/>
                  <a:gd name="connsiteY76" fmla="*/ 984309 h 1472498"/>
                  <a:gd name="connsiteX77" fmla="*/ 305562 w 1258062"/>
                  <a:gd name="connsiteY77" fmla="*/ 753677 h 1472498"/>
                  <a:gd name="connsiteX78" fmla="*/ 313182 w 1258062"/>
                  <a:gd name="connsiteY78" fmla="*/ 984309 h 1472498"/>
                  <a:gd name="connsiteX79" fmla="*/ 1079246 w 1258062"/>
                  <a:gd name="connsiteY79" fmla="*/ 752662 h 1472498"/>
                  <a:gd name="connsiteX80" fmla="*/ 1077722 w 1258062"/>
                  <a:gd name="connsiteY80" fmla="*/ 989008 h 1472498"/>
                  <a:gd name="connsiteX81" fmla="*/ 1079246 w 1258062"/>
                  <a:gd name="connsiteY81" fmla="*/ 752662 h 1472498"/>
                  <a:gd name="connsiteX82" fmla="*/ 1115314 w 1258062"/>
                  <a:gd name="connsiteY82" fmla="*/ 1163761 h 1472498"/>
                  <a:gd name="connsiteX83" fmla="*/ 1117092 w 1258062"/>
                  <a:gd name="connsiteY83" fmla="*/ 1303461 h 1472498"/>
                  <a:gd name="connsiteX84" fmla="*/ 1230376 w 1258062"/>
                  <a:gd name="connsiteY84" fmla="*/ 1234119 h 1472498"/>
                  <a:gd name="connsiteX85" fmla="*/ 1115314 w 1258062"/>
                  <a:gd name="connsiteY85" fmla="*/ 1163761 h 1472498"/>
                  <a:gd name="connsiteX86" fmla="*/ 959231 w 1258062"/>
                  <a:gd name="connsiteY86" fmla="*/ 1181540 h 1472498"/>
                  <a:gd name="connsiteX87" fmla="*/ 994283 w 1258062"/>
                  <a:gd name="connsiteY87" fmla="*/ 1338005 h 1472498"/>
                  <a:gd name="connsiteX88" fmla="*/ 1046480 w 1258062"/>
                  <a:gd name="connsiteY88" fmla="*/ 1235643 h 1472498"/>
                  <a:gd name="connsiteX89" fmla="*/ 959231 w 1258062"/>
                  <a:gd name="connsiteY89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46482 w 1258062"/>
                  <a:gd name="connsiteY58" fmla="*/ 552890 h 1472498"/>
                  <a:gd name="connsiteX59" fmla="*/ 644652 w 1258062"/>
                  <a:gd name="connsiteY59" fmla="*/ 33334 h 1472498"/>
                  <a:gd name="connsiteX60" fmla="*/ 534162 w 1258062"/>
                  <a:gd name="connsiteY60" fmla="*/ 140649 h 1472498"/>
                  <a:gd name="connsiteX61" fmla="*/ 691642 w 1258062"/>
                  <a:gd name="connsiteY61" fmla="*/ 369883 h 1472498"/>
                  <a:gd name="connsiteX62" fmla="*/ 860044 w 1258062"/>
                  <a:gd name="connsiteY62" fmla="*/ 257362 h 1472498"/>
                  <a:gd name="connsiteX63" fmla="*/ 798576 w 1258062"/>
                  <a:gd name="connsiteY63" fmla="*/ 60765 h 1472498"/>
                  <a:gd name="connsiteX64" fmla="*/ 644652 w 1258062"/>
                  <a:gd name="connsiteY64" fmla="*/ 33334 h 1472498"/>
                  <a:gd name="connsiteX65" fmla="*/ 592074 w 1258062"/>
                  <a:gd name="connsiteY65" fmla="*/ 550224 h 1472498"/>
                  <a:gd name="connsiteX66" fmla="*/ 356235 w 1258062"/>
                  <a:gd name="connsiteY66" fmla="*/ 708084 h 1472498"/>
                  <a:gd name="connsiteX67" fmla="*/ 325755 w 1258062"/>
                  <a:gd name="connsiteY67" fmla="*/ 910269 h 1472498"/>
                  <a:gd name="connsiteX68" fmla="*/ 461010 w 1258062"/>
                  <a:gd name="connsiteY68" fmla="*/ 1108643 h 1472498"/>
                  <a:gd name="connsiteX69" fmla="*/ 690372 w 1258062"/>
                  <a:gd name="connsiteY69" fmla="*/ 1143059 h 1472498"/>
                  <a:gd name="connsiteX70" fmla="*/ 971931 w 1258062"/>
                  <a:gd name="connsiteY70" fmla="*/ 1081464 h 1472498"/>
                  <a:gd name="connsiteX71" fmla="*/ 1059053 w 1258062"/>
                  <a:gd name="connsiteY71" fmla="*/ 789745 h 1472498"/>
                  <a:gd name="connsiteX72" fmla="*/ 878078 w 1258062"/>
                  <a:gd name="connsiteY72" fmla="*/ 576766 h 1472498"/>
                  <a:gd name="connsiteX73" fmla="*/ 592074 w 1258062"/>
                  <a:gd name="connsiteY73" fmla="*/ 550224 h 1472498"/>
                  <a:gd name="connsiteX74" fmla="*/ 313182 w 1258062"/>
                  <a:gd name="connsiteY74" fmla="*/ 984309 h 1472498"/>
                  <a:gd name="connsiteX75" fmla="*/ 305562 w 1258062"/>
                  <a:gd name="connsiteY75" fmla="*/ 753677 h 1472498"/>
                  <a:gd name="connsiteX76" fmla="*/ 313182 w 1258062"/>
                  <a:gd name="connsiteY76" fmla="*/ 984309 h 1472498"/>
                  <a:gd name="connsiteX77" fmla="*/ 1079246 w 1258062"/>
                  <a:gd name="connsiteY77" fmla="*/ 752662 h 1472498"/>
                  <a:gd name="connsiteX78" fmla="*/ 1077722 w 1258062"/>
                  <a:gd name="connsiteY78" fmla="*/ 989008 h 1472498"/>
                  <a:gd name="connsiteX79" fmla="*/ 1079246 w 1258062"/>
                  <a:gd name="connsiteY79" fmla="*/ 752662 h 1472498"/>
                  <a:gd name="connsiteX80" fmla="*/ 1115314 w 1258062"/>
                  <a:gd name="connsiteY80" fmla="*/ 1163761 h 1472498"/>
                  <a:gd name="connsiteX81" fmla="*/ 1117092 w 1258062"/>
                  <a:gd name="connsiteY81" fmla="*/ 1303461 h 1472498"/>
                  <a:gd name="connsiteX82" fmla="*/ 1230376 w 1258062"/>
                  <a:gd name="connsiteY82" fmla="*/ 1234119 h 1472498"/>
                  <a:gd name="connsiteX83" fmla="*/ 1115314 w 1258062"/>
                  <a:gd name="connsiteY83" fmla="*/ 1163761 h 1472498"/>
                  <a:gd name="connsiteX84" fmla="*/ 959231 w 1258062"/>
                  <a:gd name="connsiteY84" fmla="*/ 1181540 h 1472498"/>
                  <a:gd name="connsiteX85" fmla="*/ 994283 w 1258062"/>
                  <a:gd name="connsiteY85" fmla="*/ 1338005 h 1472498"/>
                  <a:gd name="connsiteX86" fmla="*/ 1046480 w 1258062"/>
                  <a:gd name="connsiteY86" fmla="*/ 1235643 h 1472498"/>
                  <a:gd name="connsiteX87" fmla="*/ 959231 w 1258062"/>
                  <a:gd name="connsiteY87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95377 w 1258062"/>
                  <a:gd name="connsiteY57" fmla="*/ 659189 h 1472498"/>
                  <a:gd name="connsiteX58" fmla="*/ 644652 w 1258062"/>
                  <a:gd name="connsiteY58" fmla="*/ 33334 h 1472498"/>
                  <a:gd name="connsiteX59" fmla="*/ 534162 w 1258062"/>
                  <a:gd name="connsiteY59" fmla="*/ 140649 h 1472498"/>
                  <a:gd name="connsiteX60" fmla="*/ 691642 w 1258062"/>
                  <a:gd name="connsiteY60" fmla="*/ 369883 h 1472498"/>
                  <a:gd name="connsiteX61" fmla="*/ 860044 w 1258062"/>
                  <a:gd name="connsiteY61" fmla="*/ 257362 h 1472498"/>
                  <a:gd name="connsiteX62" fmla="*/ 798576 w 1258062"/>
                  <a:gd name="connsiteY62" fmla="*/ 60765 h 1472498"/>
                  <a:gd name="connsiteX63" fmla="*/ 644652 w 1258062"/>
                  <a:gd name="connsiteY63" fmla="*/ 33334 h 1472498"/>
                  <a:gd name="connsiteX64" fmla="*/ 592074 w 1258062"/>
                  <a:gd name="connsiteY64" fmla="*/ 550224 h 1472498"/>
                  <a:gd name="connsiteX65" fmla="*/ 356235 w 1258062"/>
                  <a:gd name="connsiteY65" fmla="*/ 708084 h 1472498"/>
                  <a:gd name="connsiteX66" fmla="*/ 325755 w 1258062"/>
                  <a:gd name="connsiteY66" fmla="*/ 910269 h 1472498"/>
                  <a:gd name="connsiteX67" fmla="*/ 461010 w 1258062"/>
                  <a:gd name="connsiteY67" fmla="*/ 1108643 h 1472498"/>
                  <a:gd name="connsiteX68" fmla="*/ 690372 w 1258062"/>
                  <a:gd name="connsiteY68" fmla="*/ 1143059 h 1472498"/>
                  <a:gd name="connsiteX69" fmla="*/ 971931 w 1258062"/>
                  <a:gd name="connsiteY69" fmla="*/ 1081464 h 1472498"/>
                  <a:gd name="connsiteX70" fmla="*/ 1059053 w 1258062"/>
                  <a:gd name="connsiteY70" fmla="*/ 789745 h 1472498"/>
                  <a:gd name="connsiteX71" fmla="*/ 878078 w 1258062"/>
                  <a:gd name="connsiteY71" fmla="*/ 576766 h 1472498"/>
                  <a:gd name="connsiteX72" fmla="*/ 592074 w 1258062"/>
                  <a:gd name="connsiteY72" fmla="*/ 550224 h 1472498"/>
                  <a:gd name="connsiteX73" fmla="*/ 313182 w 1258062"/>
                  <a:gd name="connsiteY73" fmla="*/ 984309 h 1472498"/>
                  <a:gd name="connsiteX74" fmla="*/ 305562 w 1258062"/>
                  <a:gd name="connsiteY74" fmla="*/ 753677 h 1472498"/>
                  <a:gd name="connsiteX75" fmla="*/ 313182 w 1258062"/>
                  <a:gd name="connsiteY75" fmla="*/ 984309 h 1472498"/>
                  <a:gd name="connsiteX76" fmla="*/ 1079246 w 1258062"/>
                  <a:gd name="connsiteY76" fmla="*/ 752662 h 1472498"/>
                  <a:gd name="connsiteX77" fmla="*/ 1077722 w 1258062"/>
                  <a:gd name="connsiteY77" fmla="*/ 989008 h 1472498"/>
                  <a:gd name="connsiteX78" fmla="*/ 1079246 w 1258062"/>
                  <a:gd name="connsiteY78" fmla="*/ 752662 h 1472498"/>
                  <a:gd name="connsiteX79" fmla="*/ 1115314 w 1258062"/>
                  <a:gd name="connsiteY79" fmla="*/ 1163761 h 1472498"/>
                  <a:gd name="connsiteX80" fmla="*/ 1117092 w 1258062"/>
                  <a:gd name="connsiteY80" fmla="*/ 1303461 h 1472498"/>
                  <a:gd name="connsiteX81" fmla="*/ 1230376 w 1258062"/>
                  <a:gd name="connsiteY81" fmla="*/ 1234119 h 1472498"/>
                  <a:gd name="connsiteX82" fmla="*/ 1115314 w 1258062"/>
                  <a:gd name="connsiteY82" fmla="*/ 1163761 h 1472498"/>
                  <a:gd name="connsiteX83" fmla="*/ 959231 w 1258062"/>
                  <a:gd name="connsiteY83" fmla="*/ 1181540 h 1472498"/>
                  <a:gd name="connsiteX84" fmla="*/ 994283 w 1258062"/>
                  <a:gd name="connsiteY84" fmla="*/ 1338005 h 1472498"/>
                  <a:gd name="connsiteX85" fmla="*/ 1046480 w 1258062"/>
                  <a:gd name="connsiteY85" fmla="*/ 1235643 h 1472498"/>
                  <a:gd name="connsiteX86" fmla="*/ 959231 w 1258062"/>
                  <a:gd name="connsiteY86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161163 w 1258062"/>
                  <a:gd name="connsiteY56" fmla="*/ 561400 h 1472498"/>
                  <a:gd name="connsiteX57" fmla="*/ 644652 w 1258062"/>
                  <a:gd name="connsiteY57" fmla="*/ 33334 h 1472498"/>
                  <a:gd name="connsiteX58" fmla="*/ 534162 w 1258062"/>
                  <a:gd name="connsiteY58" fmla="*/ 140649 h 1472498"/>
                  <a:gd name="connsiteX59" fmla="*/ 691642 w 1258062"/>
                  <a:gd name="connsiteY59" fmla="*/ 369883 h 1472498"/>
                  <a:gd name="connsiteX60" fmla="*/ 860044 w 1258062"/>
                  <a:gd name="connsiteY60" fmla="*/ 257362 h 1472498"/>
                  <a:gd name="connsiteX61" fmla="*/ 798576 w 1258062"/>
                  <a:gd name="connsiteY61" fmla="*/ 60765 h 1472498"/>
                  <a:gd name="connsiteX62" fmla="*/ 644652 w 1258062"/>
                  <a:gd name="connsiteY62" fmla="*/ 33334 h 1472498"/>
                  <a:gd name="connsiteX63" fmla="*/ 592074 w 1258062"/>
                  <a:gd name="connsiteY63" fmla="*/ 550224 h 1472498"/>
                  <a:gd name="connsiteX64" fmla="*/ 356235 w 1258062"/>
                  <a:gd name="connsiteY64" fmla="*/ 708084 h 1472498"/>
                  <a:gd name="connsiteX65" fmla="*/ 325755 w 1258062"/>
                  <a:gd name="connsiteY65" fmla="*/ 910269 h 1472498"/>
                  <a:gd name="connsiteX66" fmla="*/ 461010 w 1258062"/>
                  <a:gd name="connsiteY66" fmla="*/ 1108643 h 1472498"/>
                  <a:gd name="connsiteX67" fmla="*/ 690372 w 1258062"/>
                  <a:gd name="connsiteY67" fmla="*/ 1143059 h 1472498"/>
                  <a:gd name="connsiteX68" fmla="*/ 971931 w 1258062"/>
                  <a:gd name="connsiteY68" fmla="*/ 1081464 h 1472498"/>
                  <a:gd name="connsiteX69" fmla="*/ 1059053 w 1258062"/>
                  <a:gd name="connsiteY69" fmla="*/ 789745 h 1472498"/>
                  <a:gd name="connsiteX70" fmla="*/ 878078 w 1258062"/>
                  <a:gd name="connsiteY70" fmla="*/ 576766 h 1472498"/>
                  <a:gd name="connsiteX71" fmla="*/ 592074 w 1258062"/>
                  <a:gd name="connsiteY71" fmla="*/ 550224 h 1472498"/>
                  <a:gd name="connsiteX72" fmla="*/ 313182 w 1258062"/>
                  <a:gd name="connsiteY72" fmla="*/ 984309 h 1472498"/>
                  <a:gd name="connsiteX73" fmla="*/ 305562 w 1258062"/>
                  <a:gd name="connsiteY73" fmla="*/ 753677 h 1472498"/>
                  <a:gd name="connsiteX74" fmla="*/ 313182 w 1258062"/>
                  <a:gd name="connsiteY74" fmla="*/ 984309 h 1472498"/>
                  <a:gd name="connsiteX75" fmla="*/ 1079246 w 1258062"/>
                  <a:gd name="connsiteY75" fmla="*/ 752662 h 1472498"/>
                  <a:gd name="connsiteX76" fmla="*/ 1077722 w 1258062"/>
                  <a:gd name="connsiteY76" fmla="*/ 989008 h 1472498"/>
                  <a:gd name="connsiteX77" fmla="*/ 1079246 w 1258062"/>
                  <a:gd name="connsiteY77" fmla="*/ 752662 h 1472498"/>
                  <a:gd name="connsiteX78" fmla="*/ 1115314 w 1258062"/>
                  <a:gd name="connsiteY78" fmla="*/ 1163761 h 1472498"/>
                  <a:gd name="connsiteX79" fmla="*/ 1117092 w 1258062"/>
                  <a:gd name="connsiteY79" fmla="*/ 1303461 h 1472498"/>
                  <a:gd name="connsiteX80" fmla="*/ 1230376 w 1258062"/>
                  <a:gd name="connsiteY80" fmla="*/ 1234119 h 1472498"/>
                  <a:gd name="connsiteX81" fmla="*/ 1115314 w 1258062"/>
                  <a:gd name="connsiteY81" fmla="*/ 1163761 h 1472498"/>
                  <a:gd name="connsiteX82" fmla="*/ 959231 w 1258062"/>
                  <a:gd name="connsiteY82" fmla="*/ 1181540 h 1472498"/>
                  <a:gd name="connsiteX83" fmla="*/ 994283 w 1258062"/>
                  <a:gd name="connsiteY83" fmla="*/ 1338005 h 1472498"/>
                  <a:gd name="connsiteX84" fmla="*/ 1046480 w 1258062"/>
                  <a:gd name="connsiteY84" fmla="*/ 1235643 h 1472498"/>
                  <a:gd name="connsiteX85" fmla="*/ 959231 w 1258062"/>
                  <a:gd name="connsiteY85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131445 w 1258062"/>
                  <a:gd name="connsiteY55" fmla="*/ 533713 h 1472498"/>
                  <a:gd name="connsiteX56" fmla="*/ 644652 w 1258062"/>
                  <a:gd name="connsiteY56" fmla="*/ 33334 h 1472498"/>
                  <a:gd name="connsiteX57" fmla="*/ 534162 w 1258062"/>
                  <a:gd name="connsiteY57" fmla="*/ 140649 h 1472498"/>
                  <a:gd name="connsiteX58" fmla="*/ 691642 w 1258062"/>
                  <a:gd name="connsiteY58" fmla="*/ 369883 h 1472498"/>
                  <a:gd name="connsiteX59" fmla="*/ 860044 w 1258062"/>
                  <a:gd name="connsiteY59" fmla="*/ 257362 h 1472498"/>
                  <a:gd name="connsiteX60" fmla="*/ 798576 w 1258062"/>
                  <a:gd name="connsiteY60" fmla="*/ 60765 h 1472498"/>
                  <a:gd name="connsiteX61" fmla="*/ 644652 w 1258062"/>
                  <a:gd name="connsiteY61" fmla="*/ 33334 h 1472498"/>
                  <a:gd name="connsiteX62" fmla="*/ 592074 w 1258062"/>
                  <a:gd name="connsiteY62" fmla="*/ 550224 h 1472498"/>
                  <a:gd name="connsiteX63" fmla="*/ 356235 w 1258062"/>
                  <a:gd name="connsiteY63" fmla="*/ 708084 h 1472498"/>
                  <a:gd name="connsiteX64" fmla="*/ 325755 w 1258062"/>
                  <a:gd name="connsiteY64" fmla="*/ 910269 h 1472498"/>
                  <a:gd name="connsiteX65" fmla="*/ 461010 w 1258062"/>
                  <a:gd name="connsiteY65" fmla="*/ 1108643 h 1472498"/>
                  <a:gd name="connsiteX66" fmla="*/ 690372 w 1258062"/>
                  <a:gd name="connsiteY66" fmla="*/ 1143059 h 1472498"/>
                  <a:gd name="connsiteX67" fmla="*/ 971931 w 1258062"/>
                  <a:gd name="connsiteY67" fmla="*/ 1081464 h 1472498"/>
                  <a:gd name="connsiteX68" fmla="*/ 1059053 w 1258062"/>
                  <a:gd name="connsiteY68" fmla="*/ 789745 h 1472498"/>
                  <a:gd name="connsiteX69" fmla="*/ 878078 w 1258062"/>
                  <a:gd name="connsiteY69" fmla="*/ 576766 h 1472498"/>
                  <a:gd name="connsiteX70" fmla="*/ 592074 w 1258062"/>
                  <a:gd name="connsiteY70" fmla="*/ 550224 h 1472498"/>
                  <a:gd name="connsiteX71" fmla="*/ 313182 w 1258062"/>
                  <a:gd name="connsiteY71" fmla="*/ 984309 h 1472498"/>
                  <a:gd name="connsiteX72" fmla="*/ 305562 w 1258062"/>
                  <a:gd name="connsiteY72" fmla="*/ 753677 h 1472498"/>
                  <a:gd name="connsiteX73" fmla="*/ 313182 w 1258062"/>
                  <a:gd name="connsiteY73" fmla="*/ 984309 h 1472498"/>
                  <a:gd name="connsiteX74" fmla="*/ 1079246 w 1258062"/>
                  <a:gd name="connsiteY74" fmla="*/ 752662 h 1472498"/>
                  <a:gd name="connsiteX75" fmla="*/ 1077722 w 1258062"/>
                  <a:gd name="connsiteY75" fmla="*/ 989008 h 1472498"/>
                  <a:gd name="connsiteX76" fmla="*/ 1079246 w 1258062"/>
                  <a:gd name="connsiteY76" fmla="*/ 752662 h 1472498"/>
                  <a:gd name="connsiteX77" fmla="*/ 1115314 w 1258062"/>
                  <a:gd name="connsiteY77" fmla="*/ 1163761 h 1472498"/>
                  <a:gd name="connsiteX78" fmla="*/ 1117092 w 1258062"/>
                  <a:gd name="connsiteY78" fmla="*/ 1303461 h 1472498"/>
                  <a:gd name="connsiteX79" fmla="*/ 1230376 w 1258062"/>
                  <a:gd name="connsiteY79" fmla="*/ 1234119 h 1472498"/>
                  <a:gd name="connsiteX80" fmla="*/ 1115314 w 1258062"/>
                  <a:gd name="connsiteY80" fmla="*/ 1163761 h 1472498"/>
                  <a:gd name="connsiteX81" fmla="*/ 959231 w 1258062"/>
                  <a:gd name="connsiteY81" fmla="*/ 1181540 h 1472498"/>
                  <a:gd name="connsiteX82" fmla="*/ 994283 w 1258062"/>
                  <a:gd name="connsiteY82" fmla="*/ 1338005 h 1472498"/>
                  <a:gd name="connsiteX83" fmla="*/ 1046480 w 1258062"/>
                  <a:gd name="connsiteY83" fmla="*/ 1235643 h 1472498"/>
                  <a:gd name="connsiteX84" fmla="*/ 959231 w 1258062"/>
                  <a:gd name="connsiteY84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199898 w 1258062"/>
                  <a:gd name="connsiteY54" fmla="*/ 348801 h 1472498"/>
                  <a:gd name="connsiteX55" fmla="*/ 644652 w 1258062"/>
                  <a:gd name="connsiteY55" fmla="*/ 33334 h 1472498"/>
                  <a:gd name="connsiteX56" fmla="*/ 534162 w 1258062"/>
                  <a:gd name="connsiteY56" fmla="*/ 140649 h 1472498"/>
                  <a:gd name="connsiteX57" fmla="*/ 691642 w 1258062"/>
                  <a:gd name="connsiteY57" fmla="*/ 369883 h 1472498"/>
                  <a:gd name="connsiteX58" fmla="*/ 860044 w 1258062"/>
                  <a:gd name="connsiteY58" fmla="*/ 257362 h 1472498"/>
                  <a:gd name="connsiteX59" fmla="*/ 798576 w 1258062"/>
                  <a:gd name="connsiteY59" fmla="*/ 60765 h 1472498"/>
                  <a:gd name="connsiteX60" fmla="*/ 644652 w 1258062"/>
                  <a:gd name="connsiteY60" fmla="*/ 33334 h 1472498"/>
                  <a:gd name="connsiteX61" fmla="*/ 592074 w 1258062"/>
                  <a:gd name="connsiteY61" fmla="*/ 550224 h 1472498"/>
                  <a:gd name="connsiteX62" fmla="*/ 356235 w 1258062"/>
                  <a:gd name="connsiteY62" fmla="*/ 708084 h 1472498"/>
                  <a:gd name="connsiteX63" fmla="*/ 325755 w 1258062"/>
                  <a:gd name="connsiteY63" fmla="*/ 910269 h 1472498"/>
                  <a:gd name="connsiteX64" fmla="*/ 461010 w 1258062"/>
                  <a:gd name="connsiteY64" fmla="*/ 1108643 h 1472498"/>
                  <a:gd name="connsiteX65" fmla="*/ 690372 w 1258062"/>
                  <a:gd name="connsiteY65" fmla="*/ 1143059 h 1472498"/>
                  <a:gd name="connsiteX66" fmla="*/ 971931 w 1258062"/>
                  <a:gd name="connsiteY66" fmla="*/ 1081464 h 1472498"/>
                  <a:gd name="connsiteX67" fmla="*/ 1059053 w 1258062"/>
                  <a:gd name="connsiteY67" fmla="*/ 789745 h 1472498"/>
                  <a:gd name="connsiteX68" fmla="*/ 878078 w 1258062"/>
                  <a:gd name="connsiteY68" fmla="*/ 576766 h 1472498"/>
                  <a:gd name="connsiteX69" fmla="*/ 592074 w 1258062"/>
                  <a:gd name="connsiteY69" fmla="*/ 550224 h 1472498"/>
                  <a:gd name="connsiteX70" fmla="*/ 313182 w 1258062"/>
                  <a:gd name="connsiteY70" fmla="*/ 984309 h 1472498"/>
                  <a:gd name="connsiteX71" fmla="*/ 305562 w 1258062"/>
                  <a:gd name="connsiteY71" fmla="*/ 753677 h 1472498"/>
                  <a:gd name="connsiteX72" fmla="*/ 313182 w 1258062"/>
                  <a:gd name="connsiteY72" fmla="*/ 984309 h 1472498"/>
                  <a:gd name="connsiteX73" fmla="*/ 1079246 w 1258062"/>
                  <a:gd name="connsiteY73" fmla="*/ 752662 h 1472498"/>
                  <a:gd name="connsiteX74" fmla="*/ 1077722 w 1258062"/>
                  <a:gd name="connsiteY74" fmla="*/ 989008 h 1472498"/>
                  <a:gd name="connsiteX75" fmla="*/ 1079246 w 1258062"/>
                  <a:gd name="connsiteY75" fmla="*/ 752662 h 1472498"/>
                  <a:gd name="connsiteX76" fmla="*/ 1115314 w 1258062"/>
                  <a:gd name="connsiteY76" fmla="*/ 1163761 h 1472498"/>
                  <a:gd name="connsiteX77" fmla="*/ 1117092 w 1258062"/>
                  <a:gd name="connsiteY77" fmla="*/ 1303461 h 1472498"/>
                  <a:gd name="connsiteX78" fmla="*/ 1230376 w 1258062"/>
                  <a:gd name="connsiteY78" fmla="*/ 1234119 h 1472498"/>
                  <a:gd name="connsiteX79" fmla="*/ 1115314 w 1258062"/>
                  <a:gd name="connsiteY79" fmla="*/ 1163761 h 1472498"/>
                  <a:gd name="connsiteX80" fmla="*/ 959231 w 1258062"/>
                  <a:gd name="connsiteY80" fmla="*/ 1181540 h 1472498"/>
                  <a:gd name="connsiteX81" fmla="*/ 994283 w 1258062"/>
                  <a:gd name="connsiteY81" fmla="*/ 1338005 h 1472498"/>
                  <a:gd name="connsiteX82" fmla="*/ 1046480 w 1258062"/>
                  <a:gd name="connsiteY82" fmla="*/ 1235643 h 1472498"/>
                  <a:gd name="connsiteX83" fmla="*/ 959231 w 1258062"/>
                  <a:gd name="connsiteY83" fmla="*/ 1181540 h 1472498"/>
                  <a:gd name="connsiteX0" fmla="*/ 0 w 1258062"/>
                  <a:gd name="connsiteY0" fmla="*/ 241740 h 1472498"/>
                  <a:gd name="connsiteX1" fmla="*/ 293624 w 1258062"/>
                  <a:gd name="connsiteY1" fmla="*/ 345245 h 1472498"/>
                  <a:gd name="connsiteX2" fmla="*/ 408432 w 1258062"/>
                  <a:gd name="connsiteY2" fmla="*/ 328482 h 1472498"/>
                  <a:gd name="connsiteX3" fmla="*/ 513461 w 1258062"/>
                  <a:gd name="connsiteY3" fmla="*/ 280476 h 1472498"/>
                  <a:gd name="connsiteX4" fmla="*/ 499491 w 1258062"/>
                  <a:gd name="connsiteY4" fmla="*/ 182685 h 1472498"/>
                  <a:gd name="connsiteX5" fmla="*/ 548894 w 1258062"/>
                  <a:gd name="connsiteY5" fmla="*/ 62924 h 1472498"/>
                  <a:gd name="connsiteX6" fmla="*/ 777240 w 1258062"/>
                  <a:gd name="connsiteY6" fmla="*/ 17077 h 1472498"/>
                  <a:gd name="connsiteX7" fmla="*/ 896874 w 1258062"/>
                  <a:gd name="connsiteY7" fmla="*/ 236533 h 1472498"/>
                  <a:gd name="connsiteX8" fmla="*/ 897206 w 1258062"/>
                  <a:gd name="connsiteY8" fmla="*/ 256335 h 1472498"/>
                  <a:gd name="connsiteX9" fmla="*/ 886968 w 1258062"/>
                  <a:gd name="connsiteY9" fmla="*/ 261426 h 1472498"/>
                  <a:gd name="connsiteX10" fmla="*/ 749681 w 1258062"/>
                  <a:gd name="connsiteY10" fmla="*/ 390712 h 1472498"/>
                  <a:gd name="connsiteX11" fmla="*/ 700278 w 1258062"/>
                  <a:gd name="connsiteY11" fmla="*/ 397570 h 1472498"/>
                  <a:gd name="connsiteX12" fmla="*/ 700024 w 1258062"/>
                  <a:gd name="connsiteY12" fmla="*/ 515171 h 1472498"/>
                  <a:gd name="connsiteX13" fmla="*/ 949325 w 1258062"/>
                  <a:gd name="connsiteY13" fmla="*/ 586800 h 1472498"/>
                  <a:gd name="connsiteX14" fmla="*/ 1055878 w 1258062"/>
                  <a:gd name="connsiteY14" fmla="*/ 704528 h 1472498"/>
                  <a:gd name="connsiteX15" fmla="*/ 1145667 w 1258062"/>
                  <a:gd name="connsiteY15" fmla="*/ 779713 h 1472498"/>
                  <a:gd name="connsiteX16" fmla="*/ 1060704 w 1258062"/>
                  <a:gd name="connsiteY16" fmla="*/ 1014155 h 1472498"/>
                  <a:gd name="connsiteX17" fmla="*/ 1042035 w 1258062"/>
                  <a:gd name="connsiteY17" fmla="*/ 1043111 h 1472498"/>
                  <a:gd name="connsiteX18" fmla="*/ 927608 w 1258062"/>
                  <a:gd name="connsiteY18" fmla="*/ 1135439 h 1472498"/>
                  <a:gd name="connsiteX19" fmla="*/ 1051306 w 1258062"/>
                  <a:gd name="connsiteY19" fmla="*/ 1210624 h 1472498"/>
                  <a:gd name="connsiteX20" fmla="*/ 1115314 w 1258062"/>
                  <a:gd name="connsiteY20" fmla="*/ 1137345 h 1472498"/>
                  <a:gd name="connsiteX21" fmla="*/ 1215517 w 1258062"/>
                  <a:gd name="connsiteY21" fmla="*/ 1154108 h 1472498"/>
                  <a:gd name="connsiteX22" fmla="*/ 1258062 w 1258062"/>
                  <a:gd name="connsiteY22" fmla="*/ 1224720 h 1472498"/>
                  <a:gd name="connsiteX23" fmla="*/ 1188339 w 1258062"/>
                  <a:gd name="connsiteY23" fmla="*/ 1462338 h 1472498"/>
                  <a:gd name="connsiteX24" fmla="*/ 1165098 w 1258062"/>
                  <a:gd name="connsiteY24" fmla="*/ 1465005 h 1472498"/>
                  <a:gd name="connsiteX25" fmla="*/ 1218311 w 1258062"/>
                  <a:gd name="connsiteY25" fmla="*/ 1314509 h 1472498"/>
                  <a:gd name="connsiteX26" fmla="*/ 1136142 w 1258062"/>
                  <a:gd name="connsiteY26" fmla="*/ 1334068 h 1472498"/>
                  <a:gd name="connsiteX27" fmla="*/ 1052068 w 1258062"/>
                  <a:gd name="connsiteY27" fmla="*/ 1274251 h 1472498"/>
                  <a:gd name="connsiteX28" fmla="*/ 998728 w 1258062"/>
                  <a:gd name="connsiteY28" fmla="*/ 1459036 h 1472498"/>
                  <a:gd name="connsiteX29" fmla="*/ 996696 w 1258062"/>
                  <a:gd name="connsiteY29" fmla="*/ 1472498 h 1472498"/>
                  <a:gd name="connsiteX30" fmla="*/ 981583 w 1258062"/>
                  <a:gd name="connsiteY30" fmla="*/ 1457257 h 1472498"/>
                  <a:gd name="connsiteX31" fmla="*/ 970280 w 1258062"/>
                  <a:gd name="connsiteY31" fmla="*/ 1370136 h 1472498"/>
                  <a:gd name="connsiteX32" fmla="*/ 933450 w 1258062"/>
                  <a:gd name="connsiteY32" fmla="*/ 1185986 h 1472498"/>
                  <a:gd name="connsiteX33" fmla="*/ 926465 w 1258062"/>
                  <a:gd name="connsiteY33" fmla="*/ 1162618 h 1472498"/>
                  <a:gd name="connsiteX34" fmla="*/ 754888 w 1258062"/>
                  <a:gd name="connsiteY34" fmla="*/ 1166427 h 1472498"/>
                  <a:gd name="connsiteX35" fmla="*/ 490601 w 1258062"/>
                  <a:gd name="connsiteY35" fmla="*/ 1159062 h 1472498"/>
                  <a:gd name="connsiteX36" fmla="*/ 450469 w 1258062"/>
                  <a:gd name="connsiteY36" fmla="*/ 1182302 h 1472498"/>
                  <a:gd name="connsiteX37" fmla="*/ 404368 w 1258062"/>
                  <a:gd name="connsiteY37" fmla="*/ 1461830 h 1472498"/>
                  <a:gd name="connsiteX38" fmla="*/ 379603 w 1258062"/>
                  <a:gd name="connsiteY38" fmla="*/ 1466020 h 1472498"/>
                  <a:gd name="connsiteX39" fmla="*/ 418973 w 1258062"/>
                  <a:gd name="connsiteY39" fmla="*/ 1184207 h 1472498"/>
                  <a:gd name="connsiteX40" fmla="*/ 286385 w 1258062"/>
                  <a:gd name="connsiteY40" fmla="*/ 1325051 h 1472498"/>
                  <a:gd name="connsiteX41" fmla="*/ 243840 w 1258062"/>
                  <a:gd name="connsiteY41" fmla="*/ 1458527 h 1472498"/>
                  <a:gd name="connsiteX42" fmla="*/ 217932 w 1258062"/>
                  <a:gd name="connsiteY42" fmla="*/ 1468814 h 1472498"/>
                  <a:gd name="connsiteX43" fmla="*/ 324993 w 1258062"/>
                  <a:gd name="connsiteY43" fmla="*/ 1228657 h 1472498"/>
                  <a:gd name="connsiteX44" fmla="*/ 455295 w 1258062"/>
                  <a:gd name="connsiteY44" fmla="*/ 1136963 h 1472498"/>
                  <a:gd name="connsiteX45" fmla="*/ 329311 w 1258062"/>
                  <a:gd name="connsiteY45" fmla="*/ 1011361 h 1472498"/>
                  <a:gd name="connsiteX46" fmla="*/ 250698 w 1258062"/>
                  <a:gd name="connsiteY46" fmla="*/ 970720 h 1472498"/>
                  <a:gd name="connsiteX47" fmla="*/ 218821 w 1258062"/>
                  <a:gd name="connsiteY47" fmla="*/ 824925 h 1472498"/>
                  <a:gd name="connsiteX48" fmla="*/ 318516 w 1258062"/>
                  <a:gd name="connsiteY48" fmla="*/ 724849 h 1472498"/>
                  <a:gd name="connsiteX49" fmla="*/ 496570 w 1258062"/>
                  <a:gd name="connsiteY49" fmla="*/ 550477 h 1472498"/>
                  <a:gd name="connsiteX50" fmla="*/ 673735 w 1258062"/>
                  <a:gd name="connsiteY50" fmla="*/ 514409 h 1472498"/>
                  <a:gd name="connsiteX51" fmla="*/ 673735 w 1258062"/>
                  <a:gd name="connsiteY51" fmla="*/ 398458 h 1472498"/>
                  <a:gd name="connsiteX52" fmla="*/ 527431 w 1258062"/>
                  <a:gd name="connsiteY52" fmla="*/ 301684 h 1472498"/>
                  <a:gd name="connsiteX53" fmla="*/ 415290 w 1258062"/>
                  <a:gd name="connsiteY53" fmla="*/ 358453 h 1472498"/>
                  <a:gd name="connsiteX54" fmla="*/ 644652 w 1258062"/>
                  <a:gd name="connsiteY54" fmla="*/ 33334 h 1472498"/>
                  <a:gd name="connsiteX55" fmla="*/ 534162 w 1258062"/>
                  <a:gd name="connsiteY55" fmla="*/ 140649 h 1472498"/>
                  <a:gd name="connsiteX56" fmla="*/ 691642 w 1258062"/>
                  <a:gd name="connsiteY56" fmla="*/ 369883 h 1472498"/>
                  <a:gd name="connsiteX57" fmla="*/ 860044 w 1258062"/>
                  <a:gd name="connsiteY57" fmla="*/ 257362 h 1472498"/>
                  <a:gd name="connsiteX58" fmla="*/ 798576 w 1258062"/>
                  <a:gd name="connsiteY58" fmla="*/ 60765 h 1472498"/>
                  <a:gd name="connsiteX59" fmla="*/ 644652 w 1258062"/>
                  <a:gd name="connsiteY59" fmla="*/ 33334 h 1472498"/>
                  <a:gd name="connsiteX60" fmla="*/ 592074 w 1258062"/>
                  <a:gd name="connsiteY60" fmla="*/ 550224 h 1472498"/>
                  <a:gd name="connsiteX61" fmla="*/ 356235 w 1258062"/>
                  <a:gd name="connsiteY61" fmla="*/ 708084 h 1472498"/>
                  <a:gd name="connsiteX62" fmla="*/ 325755 w 1258062"/>
                  <a:gd name="connsiteY62" fmla="*/ 910269 h 1472498"/>
                  <a:gd name="connsiteX63" fmla="*/ 461010 w 1258062"/>
                  <a:gd name="connsiteY63" fmla="*/ 1108643 h 1472498"/>
                  <a:gd name="connsiteX64" fmla="*/ 690372 w 1258062"/>
                  <a:gd name="connsiteY64" fmla="*/ 1143059 h 1472498"/>
                  <a:gd name="connsiteX65" fmla="*/ 971931 w 1258062"/>
                  <a:gd name="connsiteY65" fmla="*/ 1081464 h 1472498"/>
                  <a:gd name="connsiteX66" fmla="*/ 1059053 w 1258062"/>
                  <a:gd name="connsiteY66" fmla="*/ 789745 h 1472498"/>
                  <a:gd name="connsiteX67" fmla="*/ 878078 w 1258062"/>
                  <a:gd name="connsiteY67" fmla="*/ 576766 h 1472498"/>
                  <a:gd name="connsiteX68" fmla="*/ 592074 w 1258062"/>
                  <a:gd name="connsiteY68" fmla="*/ 550224 h 1472498"/>
                  <a:gd name="connsiteX69" fmla="*/ 313182 w 1258062"/>
                  <a:gd name="connsiteY69" fmla="*/ 984309 h 1472498"/>
                  <a:gd name="connsiteX70" fmla="*/ 305562 w 1258062"/>
                  <a:gd name="connsiteY70" fmla="*/ 753677 h 1472498"/>
                  <a:gd name="connsiteX71" fmla="*/ 313182 w 1258062"/>
                  <a:gd name="connsiteY71" fmla="*/ 984309 h 1472498"/>
                  <a:gd name="connsiteX72" fmla="*/ 1079246 w 1258062"/>
                  <a:gd name="connsiteY72" fmla="*/ 752662 h 1472498"/>
                  <a:gd name="connsiteX73" fmla="*/ 1077722 w 1258062"/>
                  <a:gd name="connsiteY73" fmla="*/ 989008 h 1472498"/>
                  <a:gd name="connsiteX74" fmla="*/ 1079246 w 1258062"/>
                  <a:gd name="connsiteY74" fmla="*/ 752662 h 1472498"/>
                  <a:gd name="connsiteX75" fmla="*/ 1115314 w 1258062"/>
                  <a:gd name="connsiteY75" fmla="*/ 1163761 h 1472498"/>
                  <a:gd name="connsiteX76" fmla="*/ 1117092 w 1258062"/>
                  <a:gd name="connsiteY76" fmla="*/ 1303461 h 1472498"/>
                  <a:gd name="connsiteX77" fmla="*/ 1230376 w 1258062"/>
                  <a:gd name="connsiteY77" fmla="*/ 1234119 h 1472498"/>
                  <a:gd name="connsiteX78" fmla="*/ 1115314 w 1258062"/>
                  <a:gd name="connsiteY78" fmla="*/ 1163761 h 1472498"/>
                  <a:gd name="connsiteX79" fmla="*/ 959231 w 1258062"/>
                  <a:gd name="connsiteY79" fmla="*/ 1181540 h 1472498"/>
                  <a:gd name="connsiteX80" fmla="*/ 994283 w 1258062"/>
                  <a:gd name="connsiteY80" fmla="*/ 1338005 h 1472498"/>
                  <a:gd name="connsiteX81" fmla="*/ 1046480 w 1258062"/>
                  <a:gd name="connsiteY81" fmla="*/ 1235643 h 1472498"/>
                  <a:gd name="connsiteX82" fmla="*/ 959231 w 1258062"/>
                  <a:gd name="connsiteY82" fmla="*/ 1181540 h 1472498"/>
                  <a:gd name="connsiteX0" fmla="*/ 76671 w 1041109"/>
                  <a:gd name="connsiteY0" fmla="*/ 345245 h 1472498"/>
                  <a:gd name="connsiteX1" fmla="*/ 191479 w 1041109"/>
                  <a:gd name="connsiteY1" fmla="*/ 328482 h 1472498"/>
                  <a:gd name="connsiteX2" fmla="*/ 296508 w 1041109"/>
                  <a:gd name="connsiteY2" fmla="*/ 280476 h 1472498"/>
                  <a:gd name="connsiteX3" fmla="*/ 282538 w 1041109"/>
                  <a:gd name="connsiteY3" fmla="*/ 182685 h 1472498"/>
                  <a:gd name="connsiteX4" fmla="*/ 331941 w 1041109"/>
                  <a:gd name="connsiteY4" fmla="*/ 62924 h 1472498"/>
                  <a:gd name="connsiteX5" fmla="*/ 560287 w 1041109"/>
                  <a:gd name="connsiteY5" fmla="*/ 17077 h 1472498"/>
                  <a:gd name="connsiteX6" fmla="*/ 679921 w 1041109"/>
                  <a:gd name="connsiteY6" fmla="*/ 236533 h 1472498"/>
                  <a:gd name="connsiteX7" fmla="*/ 680253 w 1041109"/>
                  <a:gd name="connsiteY7" fmla="*/ 256335 h 1472498"/>
                  <a:gd name="connsiteX8" fmla="*/ 670015 w 1041109"/>
                  <a:gd name="connsiteY8" fmla="*/ 261426 h 1472498"/>
                  <a:gd name="connsiteX9" fmla="*/ 532728 w 1041109"/>
                  <a:gd name="connsiteY9" fmla="*/ 390712 h 1472498"/>
                  <a:gd name="connsiteX10" fmla="*/ 483325 w 1041109"/>
                  <a:gd name="connsiteY10" fmla="*/ 397570 h 1472498"/>
                  <a:gd name="connsiteX11" fmla="*/ 483071 w 1041109"/>
                  <a:gd name="connsiteY11" fmla="*/ 515171 h 1472498"/>
                  <a:gd name="connsiteX12" fmla="*/ 732372 w 1041109"/>
                  <a:gd name="connsiteY12" fmla="*/ 586800 h 1472498"/>
                  <a:gd name="connsiteX13" fmla="*/ 838925 w 1041109"/>
                  <a:gd name="connsiteY13" fmla="*/ 704528 h 1472498"/>
                  <a:gd name="connsiteX14" fmla="*/ 928714 w 1041109"/>
                  <a:gd name="connsiteY14" fmla="*/ 779713 h 1472498"/>
                  <a:gd name="connsiteX15" fmla="*/ 843751 w 1041109"/>
                  <a:gd name="connsiteY15" fmla="*/ 1014155 h 1472498"/>
                  <a:gd name="connsiteX16" fmla="*/ 825082 w 1041109"/>
                  <a:gd name="connsiteY16" fmla="*/ 1043111 h 1472498"/>
                  <a:gd name="connsiteX17" fmla="*/ 710655 w 1041109"/>
                  <a:gd name="connsiteY17" fmla="*/ 1135439 h 1472498"/>
                  <a:gd name="connsiteX18" fmla="*/ 834353 w 1041109"/>
                  <a:gd name="connsiteY18" fmla="*/ 1210624 h 1472498"/>
                  <a:gd name="connsiteX19" fmla="*/ 898361 w 1041109"/>
                  <a:gd name="connsiteY19" fmla="*/ 1137345 h 1472498"/>
                  <a:gd name="connsiteX20" fmla="*/ 998564 w 1041109"/>
                  <a:gd name="connsiteY20" fmla="*/ 1154108 h 1472498"/>
                  <a:gd name="connsiteX21" fmla="*/ 1041109 w 1041109"/>
                  <a:gd name="connsiteY21" fmla="*/ 1224720 h 1472498"/>
                  <a:gd name="connsiteX22" fmla="*/ 971386 w 1041109"/>
                  <a:gd name="connsiteY22" fmla="*/ 1462338 h 1472498"/>
                  <a:gd name="connsiteX23" fmla="*/ 948145 w 1041109"/>
                  <a:gd name="connsiteY23" fmla="*/ 1465005 h 1472498"/>
                  <a:gd name="connsiteX24" fmla="*/ 1001358 w 1041109"/>
                  <a:gd name="connsiteY24" fmla="*/ 1314509 h 1472498"/>
                  <a:gd name="connsiteX25" fmla="*/ 919189 w 1041109"/>
                  <a:gd name="connsiteY25" fmla="*/ 1334068 h 1472498"/>
                  <a:gd name="connsiteX26" fmla="*/ 835115 w 1041109"/>
                  <a:gd name="connsiteY26" fmla="*/ 1274251 h 1472498"/>
                  <a:gd name="connsiteX27" fmla="*/ 781775 w 1041109"/>
                  <a:gd name="connsiteY27" fmla="*/ 1459036 h 1472498"/>
                  <a:gd name="connsiteX28" fmla="*/ 779743 w 1041109"/>
                  <a:gd name="connsiteY28" fmla="*/ 1472498 h 1472498"/>
                  <a:gd name="connsiteX29" fmla="*/ 764630 w 1041109"/>
                  <a:gd name="connsiteY29" fmla="*/ 1457257 h 1472498"/>
                  <a:gd name="connsiteX30" fmla="*/ 753327 w 1041109"/>
                  <a:gd name="connsiteY30" fmla="*/ 1370136 h 1472498"/>
                  <a:gd name="connsiteX31" fmla="*/ 716497 w 1041109"/>
                  <a:gd name="connsiteY31" fmla="*/ 1185986 h 1472498"/>
                  <a:gd name="connsiteX32" fmla="*/ 709512 w 1041109"/>
                  <a:gd name="connsiteY32" fmla="*/ 1162618 h 1472498"/>
                  <a:gd name="connsiteX33" fmla="*/ 537935 w 1041109"/>
                  <a:gd name="connsiteY33" fmla="*/ 1166427 h 1472498"/>
                  <a:gd name="connsiteX34" fmla="*/ 273648 w 1041109"/>
                  <a:gd name="connsiteY34" fmla="*/ 1159062 h 1472498"/>
                  <a:gd name="connsiteX35" fmla="*/ 233516 w 1041109"/>
                  <a:gd name="connsiteY35" fmla="*/ 1182302 h 1472498"/>
                  <a:gd name="connsiteX36" fmla="*/ 187415 w 1041109"/>
                  <a:gd name="connsiteY36" fmla="*/ 1461830 h 1472498"/>
                  <a:gd name="connsiteX37" fmla="*/ 162650 w 1041109"/>
                  <a:gd name="connsiteY37" fmla="*/ 1466020 h 1472498"/>
                  <a:gd name="connsiteX38" fmla="*/ 202020 w 1041109"/>
                  <a:gd name="connsiteY38" fmla="*/ 1184207 h 1472498"/>
                  <a:gd name="connsiteX39" fmla="*/ 69432 w 1041109"/>
                  <a:gd name="connsiteY39" fmla="*/ 1325051 h 1472498"/>
                  <a:gd name="connsiteX40" fmla="*/ 26887 w 1041109"/>
                  <a:gd name="connsiteY40" fmla="*/ 1458527 h 1472498"/>
                  <a:gd name="connsiteX41" fmla="*/ 979 w 1041109"/>
                  <a:gd name="connsiteY41" fmla="*/ 1468814 h 1472498"/>
                  <a:gd name="connsiteX42" fmla="*/ 108040 w 1041109"/>
                  <a:gd name="connsiteY42" fmla="*/ 1228657 h 1472498"/>
                  <a:gd name="connsiteX43" fmla="*/ 238342 w 1041109"/>
                  <a:gd name="connsiteY43" fmla="*/ 1136963 h 1472498"/>
                  <a:gd name="connsiteX44" fmla="*/ 112358 w 1041109"/>
                  <a:gd name="connsiteY44" fmla="*/ 1011361 h 1472498"/>
                  <a:gd name="connsiteX45" fmla="*/ 33745 w 1041109"/>
                  <a:gd name="connsiteY45" fmla="*/ 970720 h 1472498"/>
                  <a:gd name="connsiteX46" fmla="*/ 1868 w 1041109"/>
                  <a:gd name="connsiteY46" fmla="*/ 824925 h 1472498"/>
                  <a:gd name="connsiteX47" fmla="*/ 101563 w 1041109"/>
                  <a:gd name="connsiteY47" fmla="*/ 724849 h 1472498"/>
                  <a:gd name="connsiteX48" fmla="*/ 279617 w 1041109"/>
                  <a:gd name="connsiteY48" fmla="*/ 550477 h 1472498"/>
                  <a:gd name="connsiteX49" fmla="*/ 456782 w 1041109"/>
                  <a:gd name="connsiteY49" fmla="*/ 514409 h 1472498"/>
                  <a:gd name="connsiteX50" fmla="*/ 456782 w 1041109"/>
                  <a:gd name="connsiteY50" fmla="*/ 398458 h 1472498"/>
                  <a:gd name="connsiteX51" fmla="*/ 310478 w 1041109"/>
                  <a:gd name="connsiteY51" fmla="*/ 301684 h 1472498"/>
                  <a:gd name="connsiteX52" fmla="*/ 198337 w 1041109"/>
                  <a:gd name="connsiteY52" fmla="*/ 358453 h 1472498"/>
                  <a:gd name="connsiteX53" fmla="*/ 427699 w 1041109"/>
                  <a:gd name="connsiteY53" fmla="*/ 33334 h 1472498"/>
                  <a:gd name="connsiteX54" fmla="*/ 317209 w 1041109"/>
                  <a:gd name="connsiteY54" fmla="*/ 140649 h 1472498"/>
                  <a:gd name="connsiteX55" fmla="*/ 474689 w 1041109"/>
                  <a:gd name="connsiteY55" fmla="*/ 369883 h 1472498"/>
                  <a:gd name="connsiteX56" fmla="*/ 643091 w 1041109"/>
                  <a:gd name="connsiteY56" fmla="*/ 257362 h 1472498"/>
                  <a:gd name="connsiteX57" fmla="*/ 581623 w 1041109"/>
                  <a:gd name="connsiteY57" fmla="*/ 60765 h 1472498"/>
                  <a:gd name="connsiteX58" fmla="*/ 427699 w 1041109"/>
                  <a:gd name="connsiteY58" fmla="*/ 33334 h 1472498"/>
                  <a:gd name="connsiteX59" fmla="*/ 375121 w 1041109"/>
                  <a:gd name="connsiteY59" fmla="*/ 550224 h 1472498"/>
                  <a:gd name="connsiteX60" fmla="*/ 139282 w 1041109"/>
                  <a:gd name="connsiteY60" fmla="*/ 708084 h 1472498"/>
                  <a:gd name="connsiteX61" fmla="*/ 108802 w 1041109"/>
                  <a:gd name="connsiteY61" fmla="*/ 910269 h 1472498"/>
                  <a:gd name="connsiteX62" fmla="*/ 244057 w 1041109"/>
                  <a:gd name="connsiteY62" fmla="*/ 1108643 h 1472498"/>
                  <a:gd name="connsiteX63" fmla="*/ 473419 w 1041109"/>
                  <a:gd name="connsiteY63" fmla="*/ 1143059 h 1472498"/>
                  <a:gd name="connsiteX64" fmla="*/ 754978 w 1041109"/>
                  <a:gd name="connsiteY64" fmla="*/ 1081464 h 1472498"/>
                  <a:gd name="connsiteX65" fmla="*/ 842100 w 1041109"/>
                  <a:gd name="connsiteY65" fmla="*/ 789745 h 1472498"/>
                  <a:gd name="connsiteX66" fmla="*/ 661125 w 1041109"/>
                  <a:gd name="connsiteY66" fmla="*/ 576766 h 1472498"/>
                  <a:gd name="connsiteX67" fmla="*/ 375121 w 1041109"/>
                  <a:gd name="connsiteY67" fmla="*/ 550224 h 1472498"/>
                  <a:gd name="connsiteX68" fmla="*/ 96229 w 1041109"/>
                  <a:gd name="connsiteY68" fmla="*/ 984309 h 1472498"/>
                  <a:gd name="connsiteX69" fmla="*/ 88609 w 1041109"/>
                  <a:gd name="connsiteY69" fmla="*/ 753677 h 1472498"/>
                  <a:gd name="connsiteX70" fmla="*/ 96229 w 1041109"/>
                  <a:gd name="connsiteY70" fmla="*/ 984309 h 1472498"/>
                  <a:gd name="connsiteX71" fmla="*/ 862293 w 1041109"/>
                  <a:gd name="connsiteY71" fmla="*/ 752662 h 1472498"/>
                  <a:gd name="connsiteX72" fmla="*/ 860769 w 1041109"/>
                  <a:gd name="connsiteY72" fmla="*/ 989008 h 1472498"/>
                  <a:gd name="connsiteX73" fmla="*/ 862293 w 1041109"/>
                  <a:gd name="connsiteY73" fmla="*/ 752662 h 1472498"/>
                  <a:gd name="connsiteX74" fmla="*/ 898361 w 1041109"/>
                  <a:gd name="connsiteY74" fmla="*/ 1163761 h 1472498"/>
                  <a:gd name="connsiteX75" fmla="*/ 900139 w 1041109"/>
                  <a:gd name="connsiteY75" fmla="*/ 1303461 h 1472498"/>
                  <a:gd name="connsiteX76" fmla="*/ 1013423 w 1041109"/>
                  <a:gd name="connsiteY76" fmla="*/ 1234119 h 1472498"/>
                  <a:gd name="connsiteX77" fmla="*/ 898361 w 1041109"/>
                  <a:gd name="connsiteY77" fmla="*/ 1163761 h 1472498"/>
                  <a:gd name="connsiteX78" fmla="*/ 742278 w 1041109"/>
                  <a:gd name="connsiteY78" fmla="*/ 1181540 h 1472498"/>
                  <a:gd name="connsiteX79" fmla="*/ 777330 w 1041109"/>
                  <a:gd name="connsiteY79" fmla="*/ 1338005 h 1472498"/>
                  <a:gd name="connsiteX80" fmla="*/ 829527 w 1041109"/>
                  <a:gd name="connsiteY80" fmla="*/ 1235643 h 1472498"/>
                  <a:gd name="connsiteX81" fmla="*/ 742278 w 1041109"/>
                  <a:gd name="connsiteY81" fmla="*/ 1181540 h 1472498"/>
                  <a:gd name="connsiteX0" fmla="*/ 191479 w 1041109"/>
                  <a:gd name="connsiteY0" fmla="*/ 328482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670015 w 1041109"/>
                  <a:gd name="connsiteY7" fmla="*/ 261426 h 1472498"/>
                  <a:gd name="connsiteX8" fmla="*/ 532728 w 1041109"/>
                  <a:gd name="connsiteY8" fmla="*/ 390712 h 1472498"/>
                  <a:gd name="connsiteX9" fmla="*/ 483325 w 1041109"/>
                  <a:gd name="connsiteY9" fmla="*/ 397570 h 1472498"/>
                  <a:gd name="connsiteX10" fmla="*/ 483071 w 1041109"/>
                  <a:gd name="connsiteY10" fmla="*/ 515171 h 1472498"/>
                  <a:gd name="connsiteX11" fmla="*/ 732372 w 1041109"/>
                  <a:gd name="connsiteY11" fmla="*/ 586800 h 1472498"/>
                  <a:gd name="connsiteX12" fmla="*/ 838925 w 1041109"/>
                  <a:gd name="connsiteY12" fmla="*/ 704528 h 1472498"/>
                  <a:gd name="connsiteX13" fmla="*/ 928714 w 1041109"/>
                  <a:gd name="connsiteY13" fmla="*/ 779713 h 1472498"/>
                  <a:gd name="connsiteX14" fmla="*/ 843751 w 1041109"/>
                  <a:gd name="connsiteY14" fmla="*/ 1014155 h 1472498"/>
                  <a:gd name="connsiteX15" fmla="*/ 825082 w 1041109"/>
                  <a:gd name="connsiteY15" fmla="*/ 1043111 h 1472498"/>
                  <a:gd name="connsiteX16" fmla="*/ 710655 w 1041109"/>
                  <a:gd name="connsiteY16" fmla="*/ 1135439 h 1472498"/>
                  <a:gd name="connsiteX17" fmla="*/ 834353 w 1041109"/>
                  <a:gd name="connsiteY17" fmla="*/ 1210624 h 1472498"/>
                  <a:gd name="connsiteX18" fmla="*/ 898361 w 1041109"/>
                  <a:gd name="connsiteY18" fmla="*/ 1137345 h 1472498"/>
                  <a:gd name="connsiteX19" fmla="*/ 998564 w 1041109"/>
                  <a:gd name="connsiteY19" fmla="*/ 1154108 h 1472498"/>
                  <a:gd name="connsiteX20" fmla="*/ 1041109 w 1041109"/>
                  <a:gd name="connsiteY20" fmla="*/ 1224720 h 1472498"/>
                  <a:gd name="connsiteX21" fmla="*/ 971386 w 1041109"/>
                  <a:gd name="connsiteY21" fmla="*/ 1462338 h 1472498"/>
                  <a:gd name="connsiteX22" fmla="*/ 948145 w 1041109"/>
                  <a:gd name="connsiteY22" fmla="*/ 1465005 h 1472498"/>
                  <a:gd name="connsiteX23" fmla="*/ 1001358 w 1041109"/>
                  <a:gd name="connsiteY23" fmla="*/ 1314509 h 1472498"/>
                  <a:gd name="connsiteX24" fmla="*/ 919189 w 1041109"/>
                  <a:gd name="connsiteY24" fmla="*/ 1334068 h 1472498"/>
                  <a:gd name="connsiteX25" fmla="*/ 835115 w 1041109"/>
                  <a:gd name="connsiteY25" fmla="*/ 1274251 h 1472498"/>
                  <a:gd name="connsiteX26" fmla="*/ 781775 w 1041109"/>
                  <a:gd name="connsiteY26" fmla="*/ 1459036 h 1472498"/>
                  <a:gd name="connsiteX27" fmla="*/ 779743 w 1041109"/>
                  <a:gd name="connsiteY27" fmla="*/ 1472498 h 1472498"/>
                  <a:gd name="connsiteX28" fmla="*/ 764630 w 1041109"/>
                  <a:gd name="connsiteY28" fmla="*/ 1457257 h 1472498"/>
                  <a:gd name="connsiteX29" fmla="*/ 753327 w 1041109"/>
                  <a:gd name="connsiteY29" fmla="*/ 1370136 h 1472498"/>
                  <a:gd name="connsiteX30" fmla="*/ 716497 w 1041109"/>
                  <a:gd name="connsiteY30" fmla="*/ 1185986 h 1472498"/>
                  <a:gd name="connsiteX31" fmla="*/ 709512 w 1041109"/>
                  <a:gd name="connsiteY31" fmla="*/ 1162618 h 1472498"/>
                  <a:gd name="connsiteX32" fmla="*/ 537935 w 1041109"/>
                  <a:gd name="connsiteY32" fmla="*/ 1166427 h 1472498"/>
                  <a:gd name="connsiteX33" fmla="*/ 273648 w 1041109"/>
                  <a:gd name="connsiteY33" fmla="*/ 1159062 h 1472498"/>
                  <a:gd name="connsiteX34" fmla="*/ 233516 w 1041109"/>
                  <a:gd name="connsiteY34" fmla="*/ 1182302 h 1472498"/>
                  <a:gd name="connsiteX35" fmla="*/ 187415 w 1041109"/>
                  <a:gd name="connsiteY35" fmla="*/ 1461830 h 1472498"/>
                  <a:gd name="connsiteX36" fmla="*/ 162650 w 1041109"/>
                  <a:gd name="connsiteY36" fmla="*/ 1466020 h 1472498"/>
                  <a:gd name="connsiteX37" fmla="*/ 202020 w 1041109"/>
                  <a:gd name="connsiteY37" fmla="*/ 1184207 h 1472498"/>
                  <a:gd name="connsiteX38" fmla="*/ 69432 w 1041109"/>
                  <a:gd name="connsiteY38" fmla="*/ 1325051 h 1472498"/>
                  <a:gd name="connsiteX39" fmla="*/ 26887 w 1041109"/>
                  <a:gd name="connsiteY39" fmla="*/ 1458527 h 1472498"/>
                  <a:gd name="connsiteX40" fmla="*/ 979 w 1041109"/>
                  <a:gd name="connsiteY40" fmla="*/ 1468814 h 1472498"/>
                  <a:gd name="connsiteX41" fmla="*/ 108040 w 1041109"/>
                  <a:gd name="connsiteY41" fmla="*/ 1228657 h 1472498"/>
                  <a:gd name="connsiteX42" fmla="*/ 238342 w 1041109"/>
                  <a:gd name="connsiteY42" fmla="*/ 1136963 h 1472498"/>
                  <a:gd name="connsiteX43" fmla="*/ 112358 w 1041109"/>
                  <a:gd name="connsiteY43" fmla="*/ 1011361 h 1472498"/>
                  <a:gd name="connsiteX44" fmla="*/ 33745 w 1041109"/>
                  <a:gd name="connsiteY44" fmla="*/ 970720 h 1472498"/>
                  <a:gd name="connsiteX45" fmla="*/ 1868 w 1041109"/>
                  <a:gd name="connsiteY45" fmla="*/ 824925 h 1472498"/>
                  <a:gd name="connsiteX46" fmla="*/ 101563 w 1041109"/>
                  <a:gd name="connsiteY46" fmla="*/ 724849 h 1472498"/>
                  <a:gd name="connsiteX47" fmla="*/ 279617 w 1041109"/>
                  <a:gd name="connsiteY47" fmla="*/ 550477 h 1472498"/>
                  <a:gd name="connsiteX48" fmla="*/ 456782 w 1041109"/>
                  <a:gd name="connsiteY48" fmla="*/ 514409 h 1472498"/>
                  <a:gd name="connsiteX49" fmla="*/ 456782 w 1041109"/>
                  <a:gd name="connsiteY49" fmla="*/ 398458 h 1472498"/>
                  <a:gd name="connsiteX50" fmla="*/ 310478 w 1041109"/>
                  <a:gd name="connsiteY50" fmla="*/ 301684 h 1472498"/>
                  <a:gd name="connsiteX51" fmla="*/ 198337 w 1041109"/>
                  <a:gd name="connsiteY51" fmla="*/ 358453 h 1472498"/>
                  <a:gd name="connsiteX52" fmla="*/ 427699 w 1041109"/>
                  <a:gd name="connsiteY52" fmla="*/ 33334 h 1472498"/>
                  <a:gd name="connsiteX53" fmla="*/ 317209 w 1041109"/>
                  <a:gd name="connsiteY53" fmla="*/ 140649 h 1472498"/>
                  <a:gd name="connsiteX54" fmla="*/ 474689 w 1041109"/>
                  <a:gd name="connsiteY54" fmla="*/ 369883 h 1472498"/>
                  <a:gd name="connsiteX55" fmla="*/ 643091 w 1041109"/>
                  <a:gd name="connsiteY55" fmla="*/ 257362 h 1472498"/>
                  <a:gd name="connsiteX56" fmla="*/ 581623 w 1041109"/>
                  <a:gd name="connsiteY56" fmla="*/ 60765 h 1472498"/>
                  <a:gd name="connsiteX57" fmla="*/ 427699 w 1041109"/>
                  <a:gd name="connsiteY57" fmla="*/ 33334 h 1472498"/>
                  <a:gd name="connsiteX58" fmla="*/ 375121 w 1041109"/>
                  <a:gd name="connsiteY58" fmla="*/ 550224 h 1472498"/>
                  <a:gd name="connsiteX59" fmla="*/ 139282 w 1041109"/>
                  <a:gd name="connsiteY59" fmla="*/ 708084 h 1472498"/>
                  <a:gd name="connsiteX60" fmla="*/ 108802 w 1041109"/>
                  <a:gd name="connsiteY60" fmla="*/ 910269 h 1472498"/>
                  <a:gd name="connsiteX61" fmla="*/ 244057 w 1041109"/>
                  <a:gd name="connsiteY61" fmla="*/ 1108643 h 1472498"/>
                  <a:gd name="connsiteX62" fmla="*/ 473419 w 1041109"/>
                  <a:gd name="connsiteY62" fmla="*/ 1143059 h 1472498"/>
                  <a:gd name="connsiteX63" fmla="*/ 754978 w 1041109"/>
                  <a:gd name="connsiteY63" fmla="*/ 1081464 h 1472498"/>
                  <a:gd name="connsiteX64" fmla="*/ 842100 w 1041109"/>
                  <a:gd name="connsiteY64" fmla="*/ 789745 h 1472498"/>
                  <a:gd name="connsiteX65" fmla="*/ 661125 w 1041109"/>
                  <a:gd name="connsiteY65" fmla="*/ 576766 h 1472498"/>
                  <a:gd name="connsiteX66" fmla="*/ 375121 w 1041109"/>
                  <a:gd name="connsiteY66" fmla="*/ 550224 h 1472498"/>
                  <a:gd name="connsiteX67" fmla="*/ 96229 w 1041109"/>
                  <a:gd name="connsiteY67" fmla="*/ 984309 h 1472498"/>
                  <a:gd name="connsiteX68" fmla="*/ 88609 w 1041109"/>
                  <a:gd name="connsiteY68" fmla="*/ 753677 h 1472498"/>
                  <a:gd name="connsiteX69" fmla="*/ 96229 w 1041109"/>
                  <a:gd name="connsiteY69" fmla="*/ 984309 h 1472498"/>
                  <a:gd name="connsiteX70" fmla="*/ 862293 w 1041109"/>
                  <a:gd name="connsiteY70" fmla="*/ 752662 h 1472498"/>
                  <a:gd name="connsiteX71" fmla="*/ 860769 w 1041109"/>
                  <a:gd name="connsiteY71" fmla="*/ 989008 h 1472498"/>
                  <a:gd name="connsiteX72" fmla="*/ 862293 w 1041109"/>
                  <a:gd name="connsiteY72" fmla="*/ 752662 h 1472498"/>
                  <a:gd name="connsiteX73" fmla="*/ 898361 w 1041109"/>
                  <a:gd name="connsiteY73" fmla="*/ 1163761 h 1472498"/>
                  <a:gd name="connsiteX74" fmla="*/ 900139 w 1041109"/>
                  <a:gd name="connsiteY74" fmla="*/ 1303461 h 1472498"/>
                  <a:gd name="connsiteX75" fmla="*/ 1013423 w 1041109"/>
                  <a:gd name="connsiteY75" fmla="*/ 1234119 h 1472498"/>
                  <a:gd name="connsiteX76" fmla="*/ 898361 w 1041109"/>
                  <a:gd name="connsiteY76" fmla="*/ 1163761 h 1472498"/>
                  <a:gd name="connsiteX77" fmla="*/ 742278 w 1041109"/>
                  <a:gd name="connsiteY77" fmla="*/ 1181540 h 1472498"/>
                  <a:gd name="connsiteX78" fmla="*/ 777330 w 1041109"/>
                  <a:gd name="connsiteY78" fmla="*/ 1338005 h 1472498"/>
                  <a:gd name="connsiteX79" fmla="*/ 829527 w 1041109"/>
                  <a:gd name="connsiteY79" fmla="*/ 1235643 h 1472498"/>
                  <a:gd name="connsiteX80" fmla="*/ 742278 w 1041109"/>
                  <a:gd name="connsiteY80" fmla="*/ 1181540 h 1472498"/>
                  <a:gd name="connsiteX0" fmla="*/ 191479 w 1041109"/>
                  <a:gd name="connsiteY0" fmla="*/ 328482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670015 w 1041109"/>
                  <a:gd name="connsiteY7" fmla="*/ 261426 h 1472498"/>
                  <a:gd name="connsiteX8" fmla="*/ 532728 w 1041109"/>
                  <a:gd name="connsiteY8" fmla="*/ 390712 h 1472498"/>
                  <a:gd name="connsiteX9" fmla="*/ 483325 w 1041109"/>
                  <a:gd name="connsiteY9" fmla="*/ 397570 h 1472498"/>
                  <a:gd name="connsiteX10" fmla="*/ 483071 w 1041109"/>
                  <a:gd name="connsiteY10" fmla="*/ 515171 h 1472498"/>
                  <a:gd name="connsiteX11" fmla="*/ 732372 w 1041109"/>
                  <a:gd name="connsiteY11" fmla="*/ 586800 h 1472498"/>
                  <a:gd name="connsiteX12" fmla="*/ 838925 w 1041109"/>
                  <a:gd name="connsiteY12" fmla="*/ 704528 h 1472498"/>
                  <a:gd name="connsiteX13" fmla="*/ 928714 w 1041109"/>
                  <a:gd name="connsiteY13" fmla="*/ 779713 h 1472498"/>
                  <a:gd name="connsiteX14" fmla="*/ 843751 w 1041109"/>
                  <a:gd name="connsiteY14" fmla="*/ 1014155 h 1472498"/>
                  <a:gd name="connsiteX15" fmla="*/ 825082 w 1041109"/>
                  <a:gd name="connsiteY15" fmla="*/ 1043111 h 1472498"/>
                  <a:gd name="connsiteX16" fmla="*/ 710655 w 1041109"/>
                  <a:gd name="connsiteY16" fmla="*/ 1135439 h 1472498"/>
                  <a:gd name="connsiteX17" fmla="*/ 834353 w 1041109"/>
                  <a:gd name="connsiteY17" fmla="*/ 1210624 h 1472498"/>
                  <a:gd name="connsiteX18" fmla="*/ 898361 w 1041109"/>
                  <a:gd name="connsiteY18" fmla="*/ 1137345 h 1472498"/>
                  <a:gd name="connsiteX19" fmla="*/ 998564 w 1041109"/>
                  <a:gd name="connsiteY19" fmla="*/ 1154108 h 1472498"/>
                  <a:gd name="connsiteX20" fmla="*/ 1041109 w 1041109"/>
                  <a:gd name="connsiteY20" fmla="*/ 1224720 h 1472498"/>
                  <a:gd name="connsiteX21" fmla="*/ 971386 w 1041109"/>
                  <a:gd name="connsiteY21" fmla="*/ 1462338 h 1472498"/>
                  <a:gd name="connsiteX22" fmla="*/ 948145 w 1041109"/>
                  <a:gd name="connsiteY22" fmla="*/ 1465005 h 1472498"/>
                  <a:gd name="connsiteX23" fmla="*/ 1001358 w 1041109"/>
                  <a:gd name="connsiteY23" fmla="*/ 1314509 h 1472498"/>
                  <a:gd name="connsiteX24" fmla="*/ 919189 w 1041109"/>
                  <a:gd name="connsiteY24" fmla="*/ 1334068 h 1472498"/>
                  <a:gd name="connsiteX25" fmla="*/ 835115 w 1041109"/>
                  <a:gd name="connsiteY25" fmla="*/ 1274251 h 1472498"/>
                  <a:gd name="connsiteX26" fmla="*/ 781775 w 1041109"/>
                  <a:gd name="connsiteY26" fmla="*/ 1459036 h 1472498"/>
                  <a:gd name="connsiteX27" fmla="*/ 779743 w 1041109"/>
                  <a:gd name="connsiteY27" fmla="*/ 1472498 h 1472498"/>
                  <a:gd name="connsiteX28" fmla="*/ 764630 w 1041109"/>
                  <a:gd name="connsiteY28" fmla="*/ 1457257 h 1472498"/>
                  <a:gd name="connsiteX29" fmla="*/ 753327 w 1041109"/>
                  <a:gd name="connsiteY29" fmla="*/ 1370136 h 1472498"/>
                  <a:gd name="connsiteX30" fmla="*/ 716497 w 1041109"/>
                  <a:gd name="connsiteY30" fmla="*/ 1185986 h 1472498"/>
                  <a:gd name="connsiteX31" fmla="*/ 709512 w 1041109"/>
                  <a:gd name="connsiteY31" fmla="*/ 1162618 h 1472498"/>
                  <a:gd name="connsiteX32" fmla="*/ 537935 w 1041109"/>
                  <a:gd name="connsiteY32" fmla="*/ 1166427 h 1472498"/>
                  <a:gd name="connsiteX33" fmla="*/ 273648 w 1041109"/>
                  <a:gd name="connsiteY33" fmla="*/ 1159062 h 1472498"/>
                  <a:gd name="connsiteX34" fmla="*/ 233516 w 1041109"/>
                  <a:gd name="connsiteY34" fmla="*/ 1182302 h 1472498"/>
                  <a:gd name="connsiteX35" fmla="*/ 187415 w 1041109"/>
                  <a:gd name="connsiteY35" fmla="*/ 1461830 h 1472498"/>
                  <a:gd name="connsiteX36" fmla="*/ 162650 w 1041109"/>
                  <a:gd name="connsiteY36" fmla="*/ 1466020 h 1472498"/>
                  <a:gd name="connsiteX37" fmla="*/ 202020 w 1041109"/>
                  <a:gd name="connsiteY37" fmla="*/ 1184207 h 1472498"/>
                  <a:gd name="connsiteX38" fmla="*/ 69432 w 1041109"/>
                  <a:gd name="connsiteY38" fmla="*/ 1325051 h 1472498"/>
                  <a:gd name="connsiteX39" fmla="*/ 26887 w 1041109"/>
                  <a:gd name="connsiteY39" fmla="*/ 1458527 h 1472498"/>
                  <a:gd name="connsiteX40" fmla="*/ 979 w 1041109"/>
                  <a:gd name="connsiteY40" fmla="*/ 1468814 h 1472498"/>
                  <a:gd name="connsiteX41" fmla="*/ 108040 w 1041109"/>
                  <a:gd name="connsiteY41" fmla="*/ 1228657 h 1472498"/>
                  <a:gd name="connsiteX42" fmla="*/ 238342 w 1041109"/>
                  <a:gd name="connsiteY42" fmla="*/ 1136963 h 1472498"/>
                  <a:gd name="connsiteX43" fmla="*/ 112358 w 1041109"/>
                  <a:gd name="connsiteY43" fmla="*/ 1011361 h 1472498"/>
                  <a:gd name="connsiteX44" fmla="*/ 33745 w 1041109"/>
                  <a:gd name="connsiteY44" fmla="*/ 970720 h 1472498"/>
                  <a:gd name="connsiteX45" fmla="*/ 1868 w 1041109"/>
                  <a:gd name="connsiteY45" fmla="*/ 824925 h 1472498"/>
                  <a:gd name="connsiteX46" fmla="*/ 101563 w 1041109"/>
                  <a:gd name="connsiteY46" fmla="*/ 724849 h 1472498"/>
                  <a:gd name="connsiteX47" fmla="*/ 279617 w 1041109"/>
                  <a:gd name="connsiteY47" fmla="*/ 550477 h 1472498"/>
                  <a:gd name="connsiteX48" fmla="*/ 456782 w 1041109"/>
                  <a:gd name="connsiteY48" fmla="*/ 514409 h 1472498"/>
                  <a:gd name="connsiteX49" fmla="*/ 456782 w 1041109"/>
                  <a:gd name="connsiteY49" fmla="*/ 398458 h 1472498"/>
                  <a:gd name="connsiteX50" fmla="*/ 310478 w 1041109"/>
                  <a:gd name="connsiteY50" fmla="*/ 301684 h 1472498"/>
                  <a:gd name="connsiteX51" fmla="*/ 427699 w 1041109"/>
                  <a:gd name="connsiteY51" fmla="*/ 33334 h 1472498"/>
                  <a:gd name="connsiteX52" fmla="*/ 317209 w 1041109"/>
                  <a:gd name="connsiteY52" fmla="*/ 140649 h 1472498"/>
                  <a:gd name="connsiteX53" fmla="*/ 474689 w 1041109"/>
                  <a:gd name="connsiteY53" fmla="*/ 369883 h 1472498"/>
                  <a:gd name="connsiteX54" fmla="*/ 643091 w 1041109"/>
                  <a:gd name="connsiteY54" fmla="*/ 257362 h 1472498"/>
                  <a:gd name="connsiteX55" fmla="*/ 581623 w 1041109"/>
                  <a:gd name="connsiteY55" fmla="*/ 60765 h 1472498"/>
                  <a:gd name="connsiteX56" fmla="*/ 427699 w 1041109"/>
                  <a:gd name="connsiteY56" fmla="*/ 33334 h 1472498"/>
                  <a:gd name="connsiteX57" fmla="*/ 375121 w 1041109"/>
                  <a:gd name="connsiteY57" fmla="*/ 550224 h 1472498"/>
                  <a:gd name="connsiteX58" fmla="*/ 139282 w 1041109"/>
                  <a:gd name="connsiteY58" fmla="*/ 708084 h 1472498"/>
                  <a:gd name="connsiteX59" fmla="*/ 108802 w 1041109"/>
                  <a:gd name="connsiteY59" fmla="*/ 910269 h 1472498"/>
                  <a:gd name="connsiteX60" fmla="*/ 244057 w 1041109"/>
                  <a:gd name="connsiteY60" fmla="*/ 1108643 h 1472498"/>
                  <a:gd name="connsiteX61" fmla="*/ 473419 w 1041109"/>
                  <a:gd name="connsiteY61" fmla="*/ 1143059 h 1472498"/>
                  <a:gd name="connsiteX62" fmla="*/ 754978 w 1041109"/>
                  <a:gd name="connsiteY62" fmla="*/ 1081464 h 1472498"/>
                  <a:gd name="connsiteX63" fmla="*/ 842100 w 1041109"/>
                  <a:gd name="connsiteY63" fmla="*/ 789745 h 1472498"/>
                  <a:gd name="connsiteX64" fmla="*/ 661125 w 1041109"/>
                  <a:gd name="connsiteY64" fmla="*/ 576766 h 1472498"/>
                  <a:gd name="connsiteX65" fmla="*/ 375121 w 1041109"/>
                  <a:gd name="connsiteY65" fmla="*/ 550224 h 1472498"/>
                  <a:gd name="connsiteX66" fmla="*/ 96229 w 1041109"/>
                  <a:gd name="connsiteY66" fmla="*/ 984309 h 1472498"/>
                  <a:gd name="connsiteX67" fmla="*/ 88609 w 1041109"/>
                  <a:gd name="connsiteY67" fmla="*/ 753677 h 1472498"/>
                  <a:gd name="connsiteX68" fmla="*/ 96229 w 1041109"/>
                  <a:gd name="connsiteY68" fmla="*/ 984309 h 1472498"/>
                  <a:gd name="connsiteX69" fmla="*/ 862293 w 1041109"/>
                  <a:gd name="connsiteY69" fmla="*/ 752662 h 1472498"/>
                  <a:gd name="connsiteX70" fmla="*/ 860769 w 1041109"/>
                  <a:gd name="connsiteY70" fmla="*/ 989008 h 1472498"/>
                  <a:gd name="connsiteX71" fmla="*/ 862293 w 1041109"/>
                  <a:gd name="connsiteY71" fmla="*/ 752662 h 1472498"/>
                  <a:gd name="connsiteX72" fmla="*/ 898361 w 1041109"/>
                  <a:gd name="connsiteY72" fmla="*/ 1163761 h 1472498"/>
                  <a:gd name="connsiteX73" fmla="*/ 900139 w 1041109"/>
                  <a:gd name="connsiteY73" fmla="*/ 1303461 h 1472498"/>
                  <a:gd name="connsiteX74" fmla="*/ 1013423 w 1041109"/>
                  <a:gd name="connsiteY74" fmla="*/ 1234119 h 1472498"/>
                  <a:gd name="connsiteX75" fmla="*/ 898361 w 1041109"/>
                  <a:gd name="connsiteY75" fmla="*/ 1163761 h 1472498"/>
                  <a:gd name="connsiteX76" fmla="*/ 742278 w 1041109"/>
                  <a:gd name="connsiteY76" fmla="*/ 1181540 h 1472498"/>
                  <a:gd name="connsiteX77" fmla="*/ 777330 w 1041109"/>
                  <a:gd name="connsiteY77" fmla="*/ 1338005 h 1472498"/>
                  <a:gd name="connsiteX78" fmla="*/ 829527 w 1041109"/>
                  <a:gd name="connsiteY78" fmla="*/ 1235643 h 1472498"/>
                  <a:gd name="connsiteX79" fmla="*/ 742278 w 1041109"/>
                  <a:gd name="connsiteY79" fmla="*/ 1181540 h 1472498"/>
                  <a:gd name="connsiteX0" fmla="*/ 295634 w 1041109"/>
                  <a:gd name="connsiteY0" fmla="*/ 304810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670015 w 1041109"/>
                  <a:gd name="connsiteY7" fmla="*/ 261426 h 1472498"/>
                  <a:gd name="connsiteX8" fmla="*/ 532728 w 1041109"/>
                  <a:gd name="connsiteY8" fmla="*/ 390712 h 1472498"/>
                  <a:gd name="connsiteX9" fmla="*/ 483325 w 1041109"/>
                  <a:gd name="connsiteY9" fmla="*/ 397570 h 1472498"/>
                  <a:gd name="connsiteX10" fmla="*/ 483071 w 1041109"/>
                  <a:gd name="connsiteY10" fmla="*/ 515171 h 1472498"/>
                  <a:gd name="connsiteX11" fmla="*/ 732372 w 1041109"/>
                  <a:gd name="connsiteY11" fmla="*/ 586800 h 1472498"/>
                  <a:gd name="connsiteX12" fmla="*/ 838925 w 1041109"/>
                  <a:gd name="connsiteY12" fmla="*/ 704528 h 1472498"/>
                  <a:gd name="connsiteX13" fmla="*/ 928714 w 1041109"/>
                  <a:gd name="connsiteY13" fmla="*/ 779713 h 1472498"/>
                  <a:gd name="connsiteX14" fmla="*/ 843751 w 1041109"/>
                  <a:gd name="connsiteY14" fmla="*/ 1014155 h 1472498"/>
                  <a:gd name="connsiteX15" fmla="*/ 825082 w 1041109"/>
                  <a:gd name="connsiteY15" fmla="*/ 1043111 h 1472498"/>
                  <a:gd name="connsiteX16" fmla="*/ 710655 w 1041109"/>
                  <a:gd name="connsiteY16" fmla="*/ 1135439 h 1472498"/>
                  <a:gd name="connsiteX17" fmla="*/ 834353 w 1041109"/>
                  <a:gd name="connsiteY17" fmla="*/ 1210624 h 1472498"/>
                  <a:gd name="connsiteX18" fmla="*/ 898361 w 1041109"/>
                  <a:gd name="connsiteY18" fmla="*/ 1137345 h 1472498"/>
                  <a:gd name="connsiteX19" fmla="*/ 998564 w 1041109"/>
                  <a:gd name="connsiteY19" fmla="*/ 1154108 h 1472498"/>
                  <a:gd name="connsiteX20" fmla="*/ 1041109 w 1041109"/>
                  <a:gd name="connsiteY20" fmla="*/ 1224720 h 1472498"/>
                  <a:gd name="connsiteX21" fmla="*/ 971386 w 1041109"/>
                  <a:gd name="connsiteY21" fmla="*/ 1462338 h 1472498"/>
                  <a:gd name="connsiteX22" fmla="*/ 948145 w 1041109"/>
                  <a:gd name="connsiteY22" fmla="*/ 1465005 h 1472498"/>
                  <a:gd name="connsiteX23" fmla="*/ 1001358 w 1041109"/>
                  <a:gd name="connsiteY23" fmla="*/ 1314509 h 1472498"/>
                  <a:gd name="connsiteX24" fmla="*/ 919189 w 1041109"/>
                  <a:gd name="connsiteY24" fmla="*/ 1334068 h 1472498"/>
                  <a:gd name="connsiteX25" fmla="*/ 835115 w 1041109"/>
                  <a:gd name="connsiteY25" fmla="*/ 1274251 h 1472498"/>
                  <a:gd name="connsiteX26" fmla="*/ 781775 w 1041109"/>
                  <a:gd name="connsiteY26" fmla="*/ 1459036 h 1472498"/>
                  <a:gd name="connsiteX27" fmla="*/ 779743 w 1041109"/>
                  <a:gd name="connsiteY27" fmla="*/ 1472498 h 1472498"/>
                  <a:gd name="connsiteX28" fmla="*/ 764630 w 1041109"/>
                  <a:gd name="connsiteY28" fmla="*/ 1457257 h 1472498"/>
                  <a:gd name="connsiteX29" fmla="*/ 753327 w 1041109"/>
                  <a:gd name="connsiteY29" fmla="*/ 1370136 h 1472498"/>
                  <a:gd name="connsiteX30" fmla="*/ 716497 w 1041109"/>
                  <a:gd name="connsiteY30" fmla="*/ 1185986 h 1472498"/>
                  <a:gd name="connsiteX31" fmla="*/ 709512 w 1041109"/>
                  <a:gd name="connsiteY31" fmla="*/ 1162618 h 1472498"/>
                  <a:gd name="connsiteX32" fmla="*/ 537935 w 1041109"/>
                  <a:gd name="connsiteY32" fmla="*/ 1166427 h 1472498"/>
                  <a:gd name="connsiteX33" fmla="*/ 273648 w 1041109"/>
                  <a:gd name="connsiteY33" fmla="*/ 1159062 h 1472498"/>
                  <a:gd name="connsiteX34" fmla="*/ 233516 w 1041109"/>
                  <a:gd name="connsiteY34" fmla="*/ 1182302 h 1472498"/>
                  <a:gd name="connsiteX35" fmla="*/ 187415 w 1041109"/>
                  <a:gd name="connsiteY35" fmla="*/ 1461830 h 1472498"/>
                  <a:gd name="connsiteX36" fmla="*/ 162650 w 1041109"/>
                  <a:gd name="connsiteY36" fmla="*/ 1466020 h 1472498"/>
                  <a:gd name="connsiteX37" fmla="*/ 202020 w 1041109"/>
                  <a:gd name="connsiteY37" fmla="*/ 1184207 h 1472498"/>
                  <a:gd name="connsiteX38" fmla="*/ 69432 w 1041109"/>
                  <a:gd name="connsiteY38" fmla="*/ 1325051 h 1472498"/>
                  <a:gd name="connsiteX39" fmla="*/ 26887 w 1041109"/>
                  <a:gd name="connsiteY39" fmla="*/ 1458527 h 1472498"/>
                  <a:gd name="connsiteX40" fmla="*/ 979 w 1041109"/>
                  <a:gd name="connsiteY40" fmla="*/ 1468814 h 1472498"/>
                  <a:gd name="connsiteX41" fmla="*/ 108040 w 1041109"/>
                  <a:gd name="connsiteY41" fmla="*/ 1228657 h 1472498"/>
                  <a:gd name="connsiteX42" fmla="*/ 238342 w 1041109"/>
                  <a:gd name="connsiteY42" fmla="*/ 1136963 h 1472498"/>
                  <a:gd name="connsiteX43" fmla="*/ 112358 w 1041109"/>
                  <a:gd name="connsiteY43" fmla="*/ 1011361 h 1472498"/>
                  <a:gd name="connsiteX44" fmla="*/ 33745 w 1041109"/>
                  <a:gd name="connsiteY44" fmla="*/ 970720 h 1472498"/>
                  <a:gd name="connsiteX45" fmla="*/ 1868 w 1041109"/>
                  <a:gd name="connsiteY45" fmla="*/ 824925 h 1472498"/>
                  <a:gd name="connsiteX46" fmla="*/ 101563 w 1041109"/>
                  <a:gd name="connsiteY46" fmla="*/ 724849 h 1472498"/>
                  <a:gd name="connsiteX47" fmla="*/ 279617 w 1041109"/>
                  <a:gd name="connsiteY47" fmla="*/ 550477 h 1472498"/>
                  <a:gd name="connsiteX48" fmla="*/ 456782 w 1041109"/>
                  <a:gd name="connsiteY48" fmla="*/ 514409 h 1472498"/>
                  <a:gd name="connsiteX49" fmla="*/ 456782 w 1041109"/>
                  <a:gd name="connsiteY49" fmla="*/ 398458 h 1472498"/>
                  <a:gd name="connsiteX50" fmla="*/ 310478 w 1041109"/>
                  <a:gd name="connsiteY50" fmla="*/ 301684 h 1472498"/>
                  <a:gd name="connsiteX51" fmla="*/ 427699 w 1041109"/>
                  <a:gd name="connsiteY51" fmla="*/ 33334 h 1472498"/>
                  <a:gd name="connsiteX52" fmla="*/ 317209 w 1041109"/>
                  <a:gd name="connsiteY52" fmla="*/ 140649 h 1472498"/>
                  <a:gd name="connsiteX53" fmla="*/ 474689 w 1041109"/>
                  <a:gd name="connsiteY53" fmla="*/ 369883 h 1472498"/>
                  <a:gd name="connsiteX54" fmla="*/ 643091 w 1041109"/>
                  <a:gd name="connsiteY54" fmla="*/ 257362 h 1472498"/>
                  <a:gd name="connsiteX55" fmla="*/ 581623 w 1041109"/>
                  <a:gd name="connsiteY55" fmla="*/ 60765 h 1472498"/>
                  <a:gd name="connsiteX56" fmla="*/ 427699 w 1041109"/>
                  <a:gd name="connsiteY56" fmla="*/ 33334 h 1472498"/>
                  <a:gd name="connsiteX57" fmla="*/ 375121 w 1041109"/>
                  <a:gd name="connsiteY57" fmla="*/ 550224 h 1472498"/>
                  <a:gd name="connsiteX58" fmla="*/ 139282 w 1041109"/>
                  <a:gd name="connsiteY58" fmla="*/ 708084 h 1472498"/>
                  <a:gd name="connsiteX59" fmla="*/ 108802 w 1041109"/>
                  <a:gd name="connsiteY59" fmla="*/ 910269 h 1472498"/>
                  <a:gd name="connsiteX60" fmla="*/ 244057 w 1041109"/>
                  <a:gd name="connsiteY60" fmla="*/ 1108643 h 1472498"/>
                  <a:gd name="connsiteX61" fmla="*/ 473419 w 1041109"/>
                  <a:gd name="connsiteY61" fmla="*/ 1143059 h 1472498"/>
                  <a:gd name="connsiteX62" fmla="*/ 754978 w 1041109"/>
                  <a:gd name="connsiteY62" fmla="*/ 1081464 h 1472498"/>
                  <a:gd name="connsiteX63" fmla="*/ 842100 w 1041109"/>
                  <a:gd name="connsiteY63" fmla="*/ 789745 h 1472498"/>
                  <a:gd name="connsiteX64" fmla="*/ 661125 w 1041109"/>
                  <a:gd name="connsiteY64" fmla="*/ 576766 h 1472498"/>
                  <a:gd name="connsiteX65" fmla="*/ 375121 w 1041109"/>
                  <a:gd name="connsiteY65" fmla="*/ 550224 h 1472498"/>
                  <a:gd name="connsiteX66" fmla="*/ 96229 w 1041109"/>
                  <a:gd name="connsiteY66" fmla="*/ 984309 h 1472498"/>
                  <a:gd name="connsiteX67" fmla="*/ 88609 w 1041109"/>
                  <a:gd name="connsiteY67" fmla="*/ 753677 h 1472498"/>
                  <a:gd name="connsiteX68" fmla="*/ 96229 w 1041109"/>
                  <a:gd name="connsiteY68" fmla="*/ 984309 h 1472498"/>
                  <a:gd name="connsiteX69" fmla="*/ 862293 w 1041109"/>
                  <a:gd name="connsiteY69" fmla="*/ 752662 h 1472498"/>
                  <a:gd name="connsiteX70" fmla="*/ 860769 w 1041109"/>
                  <a:gd name="connsiteY70" fmla="*/ 989008 h 1472498"/>
                  <a:gd name="connsiteX71" fmla="*/ 862293 w 1041109"/>
                  <a:gd name="connsiteY71" fmla="*/ 752662 h 1472498"/>
                  <a:gd name="connsiteX72" fmla="*/ 898361 w 1041109"/>
                  <a:gd name="connsiteY72" fmla="*/ 1163761 h 1472498"/>
                  <a:gd name="connsiteX73" fmla="*/ 900139 w 1041109"/>
                  <a:gd name="connsiteY73" fmla="*/ 1303461 h 1472498"/>
                  <a:gd name="connsiteX74" fmla="*/ 1013423 w 1041109"/>
                  <a:gd name="connsiteY74" fmla="*/ 1234119 h 1472498"/>
                  <a:gd name="connsiteX75" fmla="*/ 898361 w 1041109"/>
                  <a:gd name="connsiteY75" fmla="*/ 1163761 h 1472498"/>
                  <a:gd name="connsiteX76" fmla="*/ 742278 w 1041109"/>
                  <a:gd name="connsiteY76" fmla="*/ 1181540 h 1472498"/>
                  <a:gd name="connsiteX77" fmla="*/ 777330 w 1041109"/>
                  <a:gd name="connsiteY77" fmla="*/ 1338005 h 1472498"/>
                  <a:gd name="connsiteX78" fmla="*/ 829527 w 1041109"/>
                  <a:gd name="connsiteY78" fmla="*/ 1235643 h 1472498"/>
                  <a:gd name="connsiteX79" fmla="*/ 742278 w 1041109"/>
                  <a:gd name="connsiteY79" fmla="*/ 1181540 h 1472498"/>
                  <a:gd name="connsiteX0" fmla="*/ 295634 w 1041109"/>
                  <a:gd name="connsiteY0" fmla="*/ 304810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670015 w 1041109"/>
                  <a:gd name="connsiteY7" fmla="*/ 261426 h 1472498"/>
                  <a:gd name="connsiteX8" fmla="*/ 532728 w 1041109"/>
                  <a:gd name="connsiteY8" fmla="*/ 390712 h 1472498"/>
                  <a:gd name="connsiteX9" fmla="*/ 483325 w 1041109"/>
                  <a:gd name="connsiteY9" fmla="*/ 397570 h 1472498"/>
                  <a:gd name="connsiteX10" fmla="*/ 483071 w 1041109"/>
                  <a:gd name="connsiteY10" fmla="*/ 515171 h 1472498"/>
                  <a:gd name="connsiteX11" fmla="*/ 732372 w 1041109"/>
                  <a:gd name="connsiteY11" fmla="*/ 586800 h 1472498"/>
                  <a:gd name="connsiteX12" fmla="*/ 838925 w 1041109"/>
                  <a:gd name="connsiteY12" fmla="*/ 704528 h 1472498"/>
                  <a:gd name="connsiteX13" fmla="*/ 928714 w 1041109"/>
                  <a:gd name="connsiteY13" fmla="*/ 779713 h 1472498"/>
                  <a:gd name="connsiteX14" fmla="*/ 843751 w 1041109"/>
                  <a:gd name="connsiteY14" fmla="*/ 1014155 h 1472498"/>
                  <a:gd name="connsiteX15" fmla="*/ 825082 w 1041109"/>
                  <a:gd name="connsiteY15" fmla="*/ 1043111 h 1472498"/>
                  <a:gd name="connsiteX16" fmla="*/ 710655 w 1041109"/>
                  <a:gd name="connsiteY16" fmla="*/ 1135439 h 1472498"/>
                  <a:gd name="connsiteX17" fmla="*/ 834353 w 1041109"/>
                  <a:gd name="connsiteY17" fmla="*/ 1210624 h 1472498"/>
                  <a:gd name="connsiteX18" fmla="*/ 898361 w 1041109"/>
                  <a:gd name="connsiteY18" fmla="*/ 1137345 h 1472498"/>
                  <a:gd name="connsiteX19" fmla="*/ 998564 w 1041109"/>
                  <a:gd name="connsiteY19" fmla="*/ 1154108 h 1472498"/>
                  <a:gd name="connsiteX20" fmla="*/ 1041109 w 1041109"/>
                  <a:gd name="connsiteY20" fmla="*/ 1224720 h 1472498"/>
                  <a:gd name="connsiteX21" fmla="*/ 971386 w 1041109"/>
                  <a:gd name="connsiteY21" fmla="*/ 1462338 h 1472498"/>
                  <a:gd name="connsiteX22" fmla="*/ 948145 w 1041109"/>
                  <a:gd name="connsiteY22" fmla="*/ 1465005 h 1472498"/>
                  <a:gd name="connsiteX23" fmla="*/ 1001358 w 1041109"/>
                  <a:gd name="connsiteY23" fmla="*/ 1314509 h 1472498"/>
                  <a:gd name="connsiteX24" fmla="*/ 919189 w 1041109"/>
                  <a:gd name="connsiteY24" fmla="*/ 1334068 h 1472498"/>
                  <a:gd name="connsiteX25" fmla="*/ 835115 w 1041109"/>
                  <a:gd name="connsiteY25" fmla="*/ 1274251 h 1472498"/>
                  <a:gd name="connsiteX26" fmla="*/ 781775 w 1041109"/>
                  <a:gd name="connsiteY26" fmla="*/ 1459036 h 1472498"/>
                  <a:gd name="connsiteX27" fmla="*/ 779743 w 1041109"/>
                  <a:gd name="connsiteY27" fmla="*/ 1472498 h 1472498"/>
                  <a:gd name="connsiteX28" fmla="*/ 764630 w 1041109"/>
                  <a:gd name="connsiteY28" fmla="*/ 1457257 h 1472498"/>
                  <a:gd name="connsiteX29" fmla="*/ 753327 w 1041109"/>
                  <a:gd name="connsiteY29" fmla="*/ 1370136 h 1472498"/>
                  <a:gd name="connsiteX30" fmla="*/ 716497 w 1041109"/>
                  <a:gd name="connsiteY30" fmla="*/ 1185986 h 1472498"/>
                  <a:gd name="connsiteX31" fmla="*/ 709512 w 1041109"/>
                  <a:gd name="connsiteY31" fmla="*/ 1162618 h 1472498"/>
                  <a:gd name="connsiteX32" fmla="*/ 537935 w 1041109"/>
                  <a:gd name="connsiteY32" fmla="*/ 1166427 h 1472498"/>
                  <a:gd name="connsiteX33" fmla="*/ 273648 w 1041109"/>
                  <a:gd name="connsiteY33" fmla="*/ 1159062 h 1472498"/>
                  <a:gd name="connsiteX34" fmla="*/ 233516 w 1041109"/>
                  <a:gd name="connsiteY34" fmla="*/ 1182302 h 1472498"/>
                  <a:gd name="connsiteX35" fmla="*/ 187415 w 1041109"/>
                  <a:gd name="connsiteY35" fmla="*/ 1461830 h 1472498"/>
                  <a:gd name="connsiteX36" fmla="*/ 162650 w 1041109"/>
                  <a:gd name="connsiteY36" fmla="*/ 1466020 h 1472498"/>
                  <a:gd name="connsiteX37" fmla="*/ 202020 w 1041109"/>
                  <a:gd name="connsiteY37" fmla="*/ 1184207 h 1472498"/>
                  <a:gd name="connsiteX38" fmla="*/ 69432 w 1041109"/>
                  <a:gd name="connsiteY38" fmla="*/ 1325051 h 1472498"/>
                  <a:gd name="connsiteX39" fmla="*/ 26887 w 1041109"/>
                  <a:gd name="connsiteY39" fmla="*/ 1458527 h 1472498"/>
                  <a:gd name="connsiteX40" fmla="*/ 979 w 1041109"/>
                  <a:gd name="connsiteY40" fmla="*/ 1468814 h 1472498"/>
                  <a:gd name="connsiteX41" fmla="*/ 108040 w 1041109"/>
                  <a:gd name="connsiteY41" fmla="*/ 1228657 h 1472498"/>
                  <a:gd name="connsiteX42" fmla="*/ 238342 w 1041109"/>
                  <a:gd name="connsiteY42" fmla="*/ 1136963 h 1472498"/>
                  <a:gd name="connsiteX43" fmla="*/ 112358 w 1041109"/>
                  <a:gd name="connsiteY43" fmla="*/ 1011361 h 1472498"/>
                  <a:gd name="connsiteX44" fmla="*/ 33745 w 1041109"/>
                  <a:gd name="connsiteY44" fmla="*/ 970720 h 1472498"/>
                  <a:gd name="connsiteX45" fmla="*/ 1868 w 1041109"/>
                  <a:gd name="connsiteY45" fmla="*/ 824925 h 1472498"/>
                  <a:gd name="connsiteX46" fmla="*/ 101563 w 1041109"/>
                  <a:gd name="connsiteY46" fmla="*/ 724849 h 1472498"/>
                  <a:gd name="connsiteX47" fmla="*/ 279617 w 1041109"/>
                  <a:gd name="connsiteY47" fmla="*/ 550477 h 1472498"/>
                  <a:gd name="connsiteX48" fmla="*/ 456782 w 1041109"/>
                  <a:gd name="connsiteY48" fmla="*/ 514409 h 1472498"/>
                  <a:gd name="connsiteX49" fmla="*/ 456782 w 1041109"/>
                  <a:gd name="connsiteY49" fmla="*/ 398458 h 1472498"/>
                  <a:gd name="connsiteX50" fmla="*/ 310478 w 1041109"/>
                  <a:gd name="connsiteY50" fmla="*/ 301684 h 1472498"/>
                  <a:gd name="connsiteX51" fmla="*/ 427699 w 1041109"/>
                  <a:gd name="connsiteY51" fmla="*/ 33334 h 1472498"/>
                  <a:gd name="connsiteX52" fmla="*/ 317209 w 1041109"/>
                  <a:gd name="connsiteY52" fmla="*/ 140649 h 1472498"/>
                  <a:gd name="connsiteX53" fmla="*/ 474689 w 1041109"/>
                  <a:gd name="connsiteY53" fmla="*/ 369883 h 1472498"/>
                  <a:gd name="connsiteX54" fmla="*/ 581623 w 1041109"/>
                  <a:gd name="connsiteY54" fmla="*/ 60765 h 1472498"/>
                  <a:gd name="connsiteX55" fmla="*/ 427699 w 1041109"/>
                  <a:gd name="connsiteY55" fmla="*/ 33334 h 1472498"/>
                  <a:gd name="connsiteX56" fmla="*/ 375121 w 1041109"/>
                  <a:gd name="connsiteY56" fmla="*/ 550224 h 1472498"/>
                  <a:gd name="connsiteX57" fmla="*/ 139282 w 1041109"/>
                  <a:gd name="connsiteY57" fmla="*/ 708084 h 1472498"/>
                  <a:gd name="connsiteX58" fmla="*/ 108802 w 1041109"/>
                  <a:gd name="connsiteY58" fmla="*/ 910269 h 1472498"/>
                  <a:gd name="connsiteX59" fmla="*/ 244057 w 1041109"/>
                  <a:gd name="connsiteY59" fmla="*/ 1108643 h 1472498"/>
                  <a:gd name="connsiteX60" fmla="*/ 473419 w 1041109"/>
                  <a:gd name="connsiteY60" fmla="*/ 1143059 h 1472498"/>
                  <a:gd name="connsiteX61" fmla="*/ 754978 w 1041109"/>
                  <a:gd name="connsiteY61" fmla="*/ 1081464 h 1472498"/>
                  <a:gd name="connsiteX62" fmla="*/ 842100 w 1041109"/>
                  <a:gd name="connsiteY62" fmla="*/ 789745 h 1472498"/>
                  <a:gd name="connsiteX63" fmla="*/ 661125 w 1041109"/>
                  <a:gd name="connsiteY63" fmla="*/ 576766 h 1472498"/>
                  <a:gd name="connsiteX64" fmla="*/ 375121 w 1041109"/>
                  <a:gd name="connsiteY64" fmla="*/ 550224 h 1472498"/>
                  <a:gd name="connsiteX65" fmla="*/ 96229 w 1041109"/>
                  <a:gd name="connsiteY65" fmla="*/ 984309 h 1472498"/>
                  <a:gd name="connsiteX66" fmla="*/ 88609 w 1041109"/>
                  <a:gd name="connsiteY66" fmla="*/ 753677 h 1472498"/>
                  <a:gd name="connsiteX67" fmla="*/ 96229 w 1041109"/>
                  <a:gd name="connsiteY67" fmla="*/ 984309 h 1472498"/>
                  <a:gd name="connsiteX68" fmla="*/ 862293 w 1041109"/>
                  <a:gd name="connsiteY68" fmla="*/ 752662 h 1472498"/>
                  <a:gd name="connsiteX69" fmla="*/ 860769 w 1041109"/>
                  <a:gd name="connsiteY69" fmla="*/ 989008 h 1472498"/>
                  <a:gd name="connsiteX70" fmla="*/ 862293 w 1041109"/>
                  <a:gd name="connsiteY70" fmla="*/ 752662 h 1472498"/>
                  <a:gd name="connsiteX71" fmla="*/ 898361 w 1041109"/>
                  <a:gd name="connsiteY71" fmla="*/ 1163761 h 1472498"/>
                  <a:gd name="connsiteX72" fmla="*/ 900139 w 1041109"/>
                  <a:gd name="connsiteY72" fmla="*/ 1303461 h 1472498"/>
                  <a:gd name="connsiteX73" fmla="*/ 1013423 w 1041109"/>
                  <a:gd name="connsiteY73" fmla="*/ 1234119 h 1472498"/>
                  <a:gd name="connsiteX74" fmla="*/ 898361 w 1041109"/>
                  <a:gd name="connsiteY74" fmla="*/ 1163761 h 1472498"/>
                  <a:gd name="connsiteX75" fmla="*/ 742278 w 1041109"/>
                  <a:gd name="connsiteY75" fmla="*/ 1181540 h 1472498"/>
                  <a:gd name="connsiteX76" fmla="*/ 777330 w 1041109"/>
                  <a:gd name="connsiteY76" fmla="*/ 1338005 h 1472498"/>
                  <a:gd name="connsiteX77" fmla="*/ 829527 w 1041109"/>
                  <a:gd name="connsiteY77" fmla="*/ 1235643 h 1472498"/>
                  <a:gd name="connsiteX78" fmla="*/ 742278 w 1041109"/>
                  <a:gd name="connsiteY78" fmla="*/ 1181540 h 1472498"/>
                  <a:gd name="connsiteX0" fmla="*/ 295634 w 1041109"/>
                  <a:gd name="connsiteY0" fmla="*/ 304810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680253 w 1041109"/>
                  <a:gd name="connsiteY6" fmla="*/ 256335 h 1472498"/>
                  <a:gd name="connsiteX7" fmla="*/ 532728 w 1041109"/>
                  <a:gd name="connsiteY7" fmla="*/ 390712 h 1472498"/>
                  <a:gd name="connsiteX8" fmla="*/ 483325 w 1041109"/>
                  <a:gd name="connsiteY8" fmla="*/ 397570 h 1472498"/>
                  <a:gd name="connsiteX9" fmla="*/ 483071 w 1041109"/>
                  <a:gd name="connsiteY9" fmla="*/ 515171 h 1472498"/>
                  <a:gd name="connsiteX10" fmla="*/ 732372 w 1041109"/>
                  <a:gd name="connsiteY10" fmla="*/ 586800 h 1472498"/>
                  <a:gd name="connsiteX11" fmla="*/ 838925 w 1041109"/>
                  <a:gd name="connsiteY11" fmla="*/ 704528 h 1472498"/>
                  <a:gd name="connsiteX12" fmla="*/ 928714 w 1041109"/>
                  <a:gd name="connsiteY12" fmla="*/ 779713 h 1472498"/>
                  <a:gd name="connsiteX13" fmla="*/ 843751 w 1041109"/>
                  <a:gd name="connsiteY13" fmla="*/ 1014155 h 1472498"/>
                  <a:gd name="connsiteX14" fmla="*/ 825082 w 1041109"/>
                  <a:gd name="connsiteY14" fmla="*/ 1043111 h 1472498"/>
                  <a:gd name="connsiteX15" fmla="*/ 710655 w 1041109"/>
                  <a:gd name="connsiteY15" fmla="*/ 1135439 h 1472498"/>
                  <a:gd name="connsiteX16" fmla="*/ 834353 w 1041109"/>
                  <a:gd name="connsiteY16" fmla="*/ 1210624 h 1472498"/>
                  <a:gd name="connsiteX17" fmla="*/ 898361 w 1041109"/>
                  <a:gd name="connsiteY17" fmla="*/ 1137345 h 1472498"/>
                  <a:gd name="connsiteX18" fmla="*/ 998564 w 1041109"/>
                  <a:gd name="connsiteY18" fmla="*/ 1154108 h 1472498"/>
                  <a:gd name="connsiteX19" fmla="*/ 1041109 w 1041109"/>
                  <a:gd name="connsiteY19" fmla="*/ 1224720 h 1472498"/>
                  <a:gd name="connsiteX20" fmla="*/ 971386 w 1041109"/>
                  <a:gd name="connsiteY20" fmla="*/ 1462338 h 1472498"/>
                  <a:gd name="connsiteX21" fmla="*/ 948145 w 1041109"/>
                  <a:gd name="connsiteY21" fmla="*/ 1465005 h 1472498"/>
                  <a:gd name="connsiteX22" fmla="*/ 1001358 w 1041109"/>
                  <a:gd name="connsiteY22" fmla="*/ 1314509 h 1472498"/>
                  <a:gd name="connsiteX23" fmla="*/ 919189 w 1041109"/>
                  <a:gd name="connsiteY23" fmla="*/ 1334068 h 1472498"/>
                  <a:gd name="connsiteX24" fmla="*/ 835115 w 1041109"/>
                  <a:gd name="connsiteY24" fmla="*/ 1274251 h 1472498"/>
                  <a:gd name="connsiteX25" fmla="*/ 781775 w 1041109"/>
                  <a:gd name="connsiteY25" fmla="*/ 1459036 h 1472498"/>
                  <a:gd name="connsiteX26" fmla="*/ 779743 w 1041109"/>
                  <a:gd name="connsiteY26" fmla="*/ 1472498 h 1472498"/>
                  <a:gd name="connsiteX27" fmla="*/ 764630 w 1041109"/>
                  <a:gd name="connsiteY27" fmla="*/ 1457257 h 1472498"/>
                  <a:gd name="connsiteX28" fmla="*/ 753327 w 1041109"/>
                  <a:gd name="connsiteY28" fmla="*/ 1370136 h 1472498"/>
                  <a:gd name="connsiteX29" fmla="*/ 716497 w 1041109"/>
                  <a:gd name="connsiteY29" fmla="*/ 1185986 h 1472498"/>
                  <a:gd name="connsiteX30" fmla="*/ 709512 w 1041109"/>
                  <a:gd name="connsiteY30" fmla="*/ 1162618 h 1472498"/>
                  <a:gd name="connsiteX31" fmla="*/ 537935 w 1041109"/>
                  <a:gd name="connsiteY31" fmla="*/ 1166427 h 1472498"/>
                  <a:gd name="connsiteX32" fmla="*/ 273648 w 1041109"/>
                  <a:gd name="connsiteY32" fmla="*/ 1159062 h 1472498"/>
                  <a:gd name="connsiteX33" fmla="*/ 233516 w 1041109"/>
                  <a:gd name="connsiteY33" fmla="*/ 1182302 h 1472498"/>
                  <a:gd name="connsiteX34" fmla="*/ 187415 w 1041109"/>
                  <a:gd name="connsiteY34" fmla="*/ 1461830 h 1472498"/>
                  <a:gd name="connsiteX35" fmla="*/ 162650 w 1041109"/>
                  <a:gd name="connsiteY35" fmla="*/ 1466020 h 1472498"/>
                  <a:gd name="connsiteX36" fmla="*/ 202020 w 1041109"/>
                  <a:gd name="connsiteY36" fmla="*/ 1184207 h 1472498"/>
                  <a:gd name="connsiteX37" fmla="*/ 69432 w 1041109"/>
                  <a:gd name="connsiteY37" fmla="*/ 1325051 h 1472498"/>
                  <a:gd name="connsiteX38" fmla="*/ 26887 w 1041109"/>
                  <a:gd name="connsiteY38" fmla="*/ 1458527 h 1472498"/>
                  <a:gd name="connsiteX39" fmla="*/ 979 w 1041109"/>
                  <a:gd name="connsiteY39" fmla="*/ 1468814 h 1472498"/>
                  <a:gd name="connsiteX40" fmla="*/ 108040 w 1041109"/>
                  <a:gd name="connsiteY40" fmla="*/ 1228657 h 1472498"/>
                  <a:gd name="connsiteX41" fmla="*/ 238342 w 1041109"/>
                  <a:gd name="connsiteY41" fmla="*/ 1136963 h 1472498"/>
                  <a:gd name="connsiteX42" fmla="*/ 112358 w 1041109"/>
                  <a:gd name="connsiteY42" fmla="*/ 1011361 h 1472498"/>
                  <a:gd name="connsiteX43" fmla="*/ 33745 w 1041109"/>
                  <a:gd name="connsiteY43" fmla="*/ 970720 h 1472498"/>
                  <a:gd name="connsiteX44" fmla="*/ 1868 w 1041109"/>
                  <a:gd name="connsiteY44" fmla="*/ 824925 h 1472498"/>
                  <a:gd name="connsiteX45" fmla="*/ 101563 w 1041109"/>
                  <a:gd name="connsiteY45" fmla="*/ 724849 h 1472498"/>
                  <a:gd name="connsiteX46" fmla="*/ 279617 w 1041109"/>
                  <a:gd name="connsiteY46" fmla="*/ 550477 h 1472498"/>
                  <a:gd name="connsiteX47" fmla="*/ 456782 w 1041109"/>
                  <a:gd name="connsiteY47" fmla="*/ 514409 h 1472498"/>
                  <a:gd name="connsiteX48" fmla="*/ 456782 w 1041109"/>
                  <a:gd name="connsiteY48" fmla="*/ 398458 h 1472498"/>
                  <a:gd name="connsiteX49" fmla="*/ 310478 w 1041109"/>
                  <a:gd name="connsiteY49" fmla="*/ 301684 h 1472498"/>
                  <a:gd name="connsiteX50" fmla="*/ 427699 w 1041109"/>
                  <a:gd name="connsiteY50" fmla="*/ 33334 h 1472498"/>
                  <a:gd name="connsiteX51" fmla="*/ 317209 w 1041109"/>
                  <a:gd name="connsiteY51" fmla="*/ 140649 h 1472498"/>
                  <a:gd name="connsiteX52" fmla="*/ 474689 w 1041109"/>
                  <a:gd name="connsiteY52" fmla="*/ 369883 h 1472498"/>
                  <a:gd name="connsiteX53" fmla="*/ 581623 w 1041109"/>
                  <a:gd name="connsiteY53" fmla="*/ 60765 h 1472498"/>
                  <a:gd name="connsiteX54" fmla="*/ 427699 w 1041109"/>
                  <a:gd name="connsiteY54" fmla="*/ 33334 h 1472498"/>
                  <a:gd name="connsiteX55" fmla="*/ 375121 w 1041109"/>
                  <a:gd name="connsiteY55" fmla="*/ 550224 h 1472498"/>
                  <a:gd name="connsiteX56" fmla="*/ 139282 w 1041109"/>
                  <a:gd name="connsiteY56" fmla="*/ 708084 h 1472498"/>
                  <a:gd name="connsiteX57" fmla="*/ 108802 w 1041109"/>
                  <a:gd name="connsiteY57" fmla="*/ 910269 h 1472498"/>
                  <a:gd name="connsiteX58" fmla="*/ 244057 w 1041109"/>
                  <a:gd name="connsiteY58" fmla="*/ 1108643 h 1472498"/>
                  <a:gd name="connsiteX59" fmla="*/ 473419 w 1041109"/>
                  <a:gd name="connsiteY59" fmla="*/ 1143059 h 1472498"/>
                  <a:gd name="connsiteX60" fmla="*/ 754978 w 1041109"/>
                  <a:gd name="connsiteY60" fmla="*/ 1081464 h 1472498"/>
                  <a:gd name="connsiteX61" fmla="*/ 842100 w 1041109"/>
                  <a:gd name="connsiteY61" fmla="*/ 789745 h 1472498"/>
                  <a:gd name="connsiteX62" fmla="*/ 661125 w 1041109"/>
                  <a:gd name="connsiteY62" fmla="*/ 576766 h 1472498"/>
                  <a:gd name="connsiteX63" fmla="*/ 375121 w 1041109"/>
                  <a:gd name="connsiteY63" fmla="*/ 550224 h 1472498"/>
                  <a:gd name="connsiteX64" fmla="*/ 96229 w 1041109"/>
                  <a:gd name="connsiteY64" fmla="*/ 984309 h 1472498"/>
                  <a:gd name="connsiteX65" fmla="*/ 88609 w 1041109"/>
                  <a:gd name="connsiteY65" fmla="*/ 753677 h 1472498"/>
                  <a:gd name="connsiteX66" fmla="*/ 96229 w 1041109"/>
                  <a:gd name="connsiteY66" fmla="*/ 984309 h 1472498"/>
                  <a:gd name="connsiteX67" fmla="*/ 862293 w 1041109"/>
                  <a:gd name="connsiteY67" fmla="*/ 752662 h 1472498"/>
                  <a:gd name="connsiteX68" fmla="*/ 860769 w 1041109"/>
                  <a:gd name="connsiteY68" fmla="*/ 989008 h 1472498"/>
                  <a:gd name="connsiteX69" fmla="*/ 862293 w 1041109"/>
                  <a:gd name="connsiteY69" fmla="*/ 752662 h 1472498"/>
                  <a:gd name="connsiteX70" fmla="*/ 898361 w 1041109"/>
                  <a:gd name="connsiteY70" fmla="*/ 1163761 h 1472498"/>
                  <a:gd name="connsiteX71" fmla="*/ 900139 w 1041109"/>
                  <a:gd name="connsiteY71" fmla="*/ 1303461 h 1472498"/>
                  <a:gd name="connsiteX72" fmla="*/ 1013423 w 1041109"/>
                  <a:gd name="connsiteY72" fmla="*/ 1234119 h 1472498"/>
                  <a:gd name="connsiteX73" fmla="*/ 898361 w 1041109"/>
                  <a:gd name="connsiteY73" fmla="*/ 1163761 h 1472498"/>
                  <a:gd name="connsiteX74" fmla="*/ 742278 w 1041109"/>
                  <a:gd name="connsiteY74" fmla="*/ 1181540 h 1472498"/>
                  <a:gd name="connsiteX75" fmla="*/ 777330 w 1041109"/>
                  <a:gd name="connsiteY75" fmla="*/ 1338005 h 1472498"/>
                  <a:gd name="connsiteX76" fmla="*/ 829527 w 1041109"/>
                  <a:gd name="connsiteY76" fmla="*/ 1235643 h 1472498"/>
                  <a:gd name="connsiteX77" fmla="*/ 742278 w 1041109"/>
                  <a:gd name="connsiteY77" fmla="*/ 1181540 h 1472498"/>
                  <a:gd name="connsiteX0" fmla="*/ 295634 w 1041109"/>
                  <a:gd name="connsiteY0" fmla="*/ 304810 h 1472498"/>
                  <a:gd name="connsiteX1" fmla="*/ 296508 w 1041109"/>
                  <a:gd name="connsiteY1" fmla="*/ 280476 h 1472498"/>
                  <a:gd name="connsiteX2" fmla="*/ 282538 w 1041109"/>
                  <a:gd name="connsiteY2" fmla="*/ 182685 h 1472498"/>
                  <a:gd name="connsiteX3" fmla="*/ 331941 w 1041109"/>
                  <a:gd name="connsiteY3" fmla="*/ 62924 h 1472498"/>
                  <a:gd name="connsiteX4" fmla="*/ 560287 w 1041109"/>
                  <a:gd name="connsiteY4" fmla="*/ 17077 h 1472498"/>
                  <a:gd name="connsiteX5" fmla="*/ 679921 w 1041109"/>
                  <a:gd name="connsiteY5" fmla="*/ 236533 h 1472498"/>
                  <a:gd name="connsiteX6" fmla="*/ 532728 w 1041109"/>
                  <a:gd name="connsiteY6" fmla="*/ 390712 h 1472498"/>
                  <a:gd name="connsiteX7" fmla="*/ 483325 w 1041109"/>
                  <a:gd name="connsiteY7" fmla="*/ 397570 h 1472498"/>
                  <a:gd name="connsiteX8" fmla="*/ 483071 w 1041109"/>
                  <a:gd name="connsiteY8" fmla="*/ 515171 h 1472498"/>
                  <a:gd name="connsiteX9" fmla="*/ 732372 w 1041109"/>
                  <a:gd name="connsiteY9" fmla="*/ 586800 h 1472498"/>
                  <a:gd name="connsiteX10" fmla="*/ 838925 w 1041109"/>
                  <a:gd name="connsiteY10" fmla="*/ 704528 h 1472498"/>
                  <a:gd name="connsiteX11" fmla="*/ 928714 w 1041109"/>
                  <a:gd name="connsiteY11" fmla="*/ 779713 h 1472498"/>
                  <a:gd name="connsiteX12" fmla="*/ 843751 w 1041109"/>
                  <a:gd name="connsiteY12" fmla="*/ 1014155 h 1472498"/>
                  <a:gd name="connsiteX13" fmla="*/ 825082 w 1041109"/>
                  <a:gd name="connsiteY13" fmla="*/ 1043111 h 1472498"/>
                  <a:gd name="connsiteX14" fmla="*/ 710655 w 1041109"/>
                  <a:gd name="connsiteY14" fmla="*/ 1135439 h 1472498"/>
                  <a:gd name="connsiteX15" fmla="*/ 834353 w 1041109"/>
                  <a:gd name="connsiteY15" fmla="*/ 1210624 h 1472498"/>
                  <a:gd name="connsiteX16" fmla="*/ 898361 w 1041109"/>
                  <a:gd name="connsiteY16" fmla="*/ 1137345 h 1472498"/>
                  <a:gd name="connsiteX17" fmla="*/ 998564 w 1041109"/>
                  <a:gd name="connsiteY17" fmla="*/ 1154108 h 1472498"/>
                  <a:gd name="connsiteX18" fmla="*/ 1041109 w 1041109"/>
                  <a:gd name="connsiteY18" fmla="*/ 1224720 h 1472498"/>
                  <a:gd name="connsiteX19" fmla="*/ 971386 w 1041109"/>
                  <a:gd name="connsiteY19" fmla="*/ 1462338 h 1472498"/>
                  <a:gd name="connsiteX20" fmla="*/ 948145 w 1041109"/>
                  <a:gd name="connsiteY20" fmla="*/ 1465005 h 1472498"/>
                  <a:gd name="connsiteX21" fmla="*/ 1001358 w 1041109"/>
                  <a:gd name="connsiteY21" fmla="*/ 1314509 h 1472498"/>
                  <a:gd name="connsiteX22" fmla="*/ 919189 w 1041109"/>
                  <a:gd name="connsiteY22" fmla="*/ 1334068 h 1472498"/>
                  <a:gd name="connsiteX23" fmla="*/ 835115 w 1041109"/>
                  <a:gd name="connsiteY23" fmla="*/ 1274251 h 1472498"/>
                  <a:gd name="connsiteX24" fmla="*/ 781775 w 1041109"/>
                  <a:gd name="connsiteY24" fmla="*/ 1459036 h 1472498"/>
                  <a:gd name="connsiteX25" fmla="*/ 779743 w 1041109"/>
                  <a:gd name="connsiteY25" fmla="*/ 1472498 h 1472498"/>
                  <a:gd name="connsiteX26" fmla="*/ 764630 w 1041109"/>
                  <a:gd name="connsiteY26" fmla="*/ 1457257 h 1472498"/>
                  <a:gd name="connsiteX27" fmla="*/ 753327 w 1041109"/>
                  <a:gd name="connsiteY27" fmla="*/ 1370136 h 1472498"/>
                  <a:gd name="connsiteX28" fmla="*/ 716497 w 1041109"/>
                  <a:gd name="connsiteY28" fmla="*/ 1185986 h 1472498"/>
                  <a:gd name="connsiteX29" fmla="*/ 709512 w 1041109"/>
                  <a:gd name="connsiteY29" fmla="*/ 1162618 h 1472498"/>
                  <a:gd name="connsiteX30" fmla="*/ 537935 w 1041109"/>
                  <a:gd name="connsiteY30" fmla="*/ 1166427 h 1472498"/>
                  <a:gd name="connsiteX31" fmla="*/ 273648 w 1041109"/>
                  <a:gd name="connsiteY31" fmla="*/ 1159062 h 1472498"/>
                  <a:gd name="connsiteX32" fmla="*/ 233516 w 1041109"/>
                  <a:gd name="connsiteY32" fmla="*/ 1182302 h 1472498"/>
                  <a:gd name="connsiteX33" fmla="*/ 187415 w 1041109"/>
                  <a:gd name="connsiteY33" fmla="*/ 1461830 h 1472498"/>
                  <a:gd name="connsiteX34" fmla="*/ 162650 w 1041109"/>
                  <a:gd name="connsiteY34" fmla="*/ 1466020 h 1472498"/>
                  <a:gd name="connsiteX35" fmla="*/ 202020 w 1041109"/>
                  <a:gd name="connsiteY35" fmla="*/ 1184207 h 1472498"/>
                  <a:gd name="connsiteX36" fmla="*/ 69432 w 1041109"/>
                  <a:gd name="connsiteY36" fmla="*/ 1325051 h 1472498"/>
                  <a:gd name="connsiteX37" fmla="*/ 26887 w 1041109"/>
                  <a:gd name="connsiteY37" fmla="*/ 1458527 h 1472498"/>
                  <a:gd name="connsiteX38" fmla="*/ 979 w 1041109"/>
                  <a:gd name="connsiteY38" fmla="*/ 1468814 h 1472498"/>
                  <a:gd name="connsiteX39" fmla="*/ 108040 w 1041109"/>
                  <a:gd name="connsiteY39" fmla="*/ 1228657 h 1472498"/>
                  <a:gd name="connsiteX40" fmla="*/ 238342 w 1041109"/>
                  <a:gd name="connsiteY40" fmla="*/ 1136963 h 1472498"/>
                  <a:gd name="connsiteX41" fmla="*/ 112358 w 1041109"/>
                  <a:gd name="connsiteY41" fmla="*/ 1011361 h 1472498"/>
                  <a:gd name="connsiteX42" fmla="*/ 33745 w 1041109"/>
                  <a:gd name="connsiteY42" fmla="*/ 970720 h 1472498"/>
                  <a:gd name="connsiteX43" fmla="*/ 1868 w 1041109"/>
                  <a:gd name="connsiteY43" fmla="*/ 824925 h 1472498"/>
                  <a:gd name="connsiteX44" fmla="*/ 101563 w 1041109"/>
                  <a:gd name="connsiteY44" fmla="*/ 724849 h 1472498"/>
                  <a:gd name="connsiteX45" fmla="*/ 279617 w 1041109"/>
                  <a:gd name="connsiteY45" fmla="*/ 550477 h 1472498"/>
                  <a:gd name="connsiteX46" fmla="*/ 456782 w 1041109"/>
                  <a:gd name="connsiteY46" fmla="*/ 514409 h 1472498"/>
                  <a:gd name="connsiteX47" fmla="*/ 456782 w 1041109"/>
                  <a:gd name="connsiteY47" fmla="*/ 398458 h 1472498"/>
                  <a:gd name="connsiteX48" fmla="*/ 310478 w 1041109"/>
                  <a:gd name="connsiteY48" fmla="*/ 301684 h 1472498"/>
                  <a:gd name="connsiteX49" fmla="*/ 427699 w 1041109"/>
                  <a:gd name="connsiteY49" fmla="*/ 33334 h 1472498"/>
                  <a:gd name="connsiteX50" fmla="*/ 317209 w 1041109"/>
                  <a:gd name="connsiteY50" fmla="*/ 140649 h 1472498"/>
                  <a:gd name="connsiteX51" fmla="*/ 474689 w 1041109"/>
                  <a:gd name="connsiteY51" fmla="*/ 369883 h 1472498"/>
                  <a:gd name="connsiteX52" fmla="*/ 581623 w 1041109"/>
                  <a:gd name="connsiteY52" fmla="*/ 60765 h 1472498"/>
                  <a:gd name="connsiteX53" fmla="*/ 427699 w 1041109"/>
                  <a:gd name="connsiteY53" fmla="*/ 33334 h 1472498"/>
                  <a:gd name="connsiteX54" fmla="*/ 375121 w 1041109"/>
                  <a:gd name="connsiteY54" fmla="*/ 550224 h 1472498"/>
                  <a:gd name="connsiteX55" fmla="*/ 139282 w 1041109"/>
                  <a:gd name="connsiteY55" fmla="*/ 708084 h 1472498"/>
                  <a:gd name="connsiteX56" fmla="*/ 108802 w 1041109"/>
                  <a:gd name="connsiteY56" fmla="*/ 910269 h 1472498"/>
                  <a:gd name="connsiteX57" fmla="*/ 244057 w 1041109"/>
                  <a:gd name="connsiteY57" fmla="*/ 1108643 h 1472498"/>
                  <a:gd name="connsiteX58" fmla="*/ 473419 w 1041109"/>
                  <a:gd name="connsiteY58" fmla="*/ 1143059 h 1472498"/>
                  <a:gd name="connsiteX59" fmla="*/ 754978 w 1041109"/>
                  <a:gd name="connsiteY59" fmla="*/ 1081464 h 1472498"/>
                  <a:gd name="connsiteX60" fmla="*/ 842100 w 1041109"/>
                  <a:gd name="connsiteY60" fmla="*/ 789745 h 1472498"/>
                  <a:gd name="connsiteX61" fmla="*/ 661125 w 1041109"/>
                  <a:gd name="connsiteY61" fmla="*/ 576766 h 1472498"/>
                  <a:gd name="connsiteX62" fmla="*/ 375121 w 1041109"/>
                  <a:gd name="connsiteY62" fmla="*/ 550224 h 1472498"/>
                  <a:gd name="connsiteX63" fmla="*/ 96229 w 1041109"/>
                  <a:gd name="connsiteY63" fmla="*/ 984309 h 1472498"/>
                  <a:gd name="connsiteX64" fmla="*/ 88609 w 1041109"/>
                  <a:gd name="connsiteY64" fmla="*/ 753677 h 1472498"/>
                  <a:gd name="connsiteX65" fmla="*/ 96229 w 1041109"/>
                  <a:gd name="connsiteY65" fmla="*/ 984309 h 1472498"/>
                  <a:gd name="connsiteX66" fmla="*/ 862293 w 1041109"/>
                  <a:gd name="connsiteY66" fmla="*/ 752662 h 1472498"/>
                  <a:gd name="connsiteX67" fmla="*/ 860769 w 1041109"/>
                  <a:gd name="connsiteY67" fmla="*/ 989008 h 1472498"/>
                  <a:gd name="connsiteX68" fmla="*/ 862293 w 1041109"/>
                  <a:gd name="connsiteY68" fmla="*/ 752662 h 1472498"/>
                  <a:gd name="connsiteX69" fmla="*/ 898361 w 1041109"/>
                  <a:gd name="connsiteY69" fmla="*/ 1163761 h 1472498"/>
                  <a:gd name="connsiteX70" fmla="*/ 900139 w 1041109"/>
                  <a:gd name="connsiteY70" fmla="*/ 1303461 h 1472498"/>
                  <a:gd name="connsiteX71" fmla="*/ 1013423 w 1041109"/>
                  <a:gd name="connsiteY71" fmla="*/ 1234119 h 1472498"/>
                  <a:gd name="connsiteX72" fmla="*/ 898361 w 1041109"/>
                  <a:gd name="connsiteY72" fmla="*/ 1163761 h 1472498"/>
                  <a:gd name="connsiteX73" fmla="*/ 742278 w 1041109"/>
                  <a:gd name="connsiteY73" fmla="*/ 1181540 h 1472498"/>
                  <a:gd name="connsiteX74" fmla="*/ 777330 w 1041109"/>
                  <a:gd name="connsiteY74" fmla="*/ 1338005 h 1472498"/>
                  <a:gd name="connsiteX75" fmla="*/ 829527 w 1041109"/>
                  <a:gd name="connsiteY75" fmla="*/ 1235643 h 1472498"/>
                  <a:gd name="connsiteX76" fmla="*/ 742278 w 1041109"/>
                  <a:gd name="connsiteY76" fmla="*/ 1181540 h 1472498"/>
                  <a:gd name="connsiteX0" fmla="*/ 295634 w 1041109"/>
                  <a:gd name="connsiteY0" fmla="*/ 314187 h 1481875"/>
                  <a:gd name="connsiteX1" fmla="*/ 296508 w 1041109"/>
                  <a:gd name="connsiteY1" fmla="*/ 289853 h 1481875"/>
                  <a:gd name="connsiteX2" fmla="*/ 282538 w 1041109"/>
                  <a:gd name="connsiteY2" fmla="*/ 192062 h 1481875"/>
                  <a:gd name="connsiteX3" fmla="*/ 331941 w 1041109"/>
                  <a:gd name="connsiteY3" fmla="*/ 72301 h 1481875"/>
                  <a:gd name="connsiteX4" fmla="*/ 560287 w 1041109"/>
                  <a:gd name="connsiteY4" fmla="*/ 26454 h 1481875"/>
                  <a:gd name="connsiteX5" fmla="*/ 532728 w 1041109"/>
                  <a:gd name="connsiteY5" fmla="*/ 400089 h 1481875"/>
                  <a:gd name="connsiteX6" fmla="*/ 483325 w 1041109"/>
                  <a:gd name="connsiteY6" fmla="*/ 406947 h 1481875"/>
                  <a:gd name="connsiteX7" fmla="*/ 483071 w 1041109"/>
                  <a:gd name="connsiteY7" fmla="*/ 524548 h 1481875"/>
                  <a:gd name="connsiteX8" fmla="*/ 732372 w 1041109"/>
                  <a:gd name="connsiteY8" fmla="*/ 596177 h 1481875"/>
                  <a:gd name="connsiteX9" fmla="*/ 838925 w 1041109"/>
                  <a:gd name="connsiteY9" fmla="*/ 713905 h 1481875"/>
                  <a:gd name="connsiteX10" fmla="*/ 928714 w 1041109"/>
                  <a:gd name="connsiteY10" fmla="*/ 789090 h 1481875"/>
                  <a:gd name="connsiteX11" fmla="*/ 843751 w 1041109"/>
                  <a:gd name="connsiteY11" fmla="*/ 1023532 h 1481875"/>
                  <a:gd name="connsiteX12" fmla="*/ 825082 w 1041109"/>
                  <a:gd name="connsiteY12" fmla="*/ 1052488 h 1481875"/>
                  <a:gd name="connsiteX13" fmla="*/ 710655 w 1041109"/>
                  <a:gd name="connsiteY13" fmla="*/ 1144816 h 1481875"/>
                  <a:gd name="connsiteX14" fmla="*/ 834353 w 1041109"/>
                  <a:gd name="connsiteY14" fmla="*/ 1220001 h 1481875"/>
                  <a:gd name="connsiteX15" fmla="*/ 898361 w 1041109"/>
                  <a:gd name="connsiteY15" fmla="*/ 1146722 h 1481875"/>
                  <a:gd name="connsiteX16" fmla="*/ 998564 w 1041109"/>
                  <a:gd name="connsiteY16" fmla="*/ 1163485 h 1481875"/>
                  <a:gd name="connsiteX17" fmla="*/ 1041109 w 1041109"/>
                  <a:gd name="connsiteY17" fmla="*/ 1234097 h 1481875"/>
                  <a:gd name="connsiteX18" fmla="*/ 971386 w 1041109"/>
                  <a:gd name="connsiteY18" fmla="*/ 1471715 h 1481875"/>
                  <a:gd name="connsiteX19" fmla="*/ 948145 w 1041109"/>
                  <a:gd name="connsiteY19" fmla="*/ 1474382 h 1481875"/>
                  <a:gd name="connsiteX20" fmla="*/ 1001358 w 1041109"/>
                  <a:gd name="connsiteY20" fmla="*/ 1323886 h 1481875"/>
                  <a:gd name="connsiteX21" fmla="*/ 919189 w 1041109"/>
                  <a:gd name="connsiteY21" fmla="*/ 1343445 h 1481875"/>
                  <a:gd name="connsiteX22" fmla="*/ 835115 w 1041109"/>
                  <a:gd name="connsiteY22" fmla="*/ 1283628 h 1481875"/>
                  <a:gd name="connsiteX23" fmla="*/ 781775 w 1041109"/>
                  <a:gd name="connsiteY23" fmla="*/ 1468413 h 1481875"/>
                  <a:gd name="connsiteX24" fmla="*/ 779743 w 1041109"/>
                  <a:gd name="connsiteY24" fmla="*/ 1481875 h 1481875"/>
                  <a:gd name="connsiteX25" fmla="*/ 764630 w 1041109"/>
                  <a:gd name="connsiteY25" fmla="*/ 1466634 h 1481875"/>
                  <a:gd name="connsiteX26" fmla="*/ 753327 w 1041109"/>
                  <a:gd name="connsiteY26" fmla="*/ 1379513 h 1481875"/>
                  <a:gd name="connsiteX27" fmla="*/ 716497 w 1041109"/>
                  <a:gd name="connsiteY27" fmla="*/ 1195363 h 1481875"/>
                  <a:gd name="connsiteX28" fmla="*/ 709512 w 1041109"/>
                  <a:gd name="connsiteY28" fmla="*/ 1171995 h 1481875"/>
                  <a:gd name="connsiteX29" fmla="*/ 537935 w 1041109"/>
                  <a:gd name="connsiteY29" fmla="*/ 1175804 h 1481875"/>
                  <a:gd name="connsiteX30" fmla="*/ 273648 w 1041109"/>
                  <a:gd name="connsiteY30" fmla="*/ 1168439 h 1481875"/>
                  <a:gd name="connsiteX31" fmla="*/ 233516 w 1041109"/>
                  <a:gd name="connsiteY31" fmla="*/ 1191679 h 1481875"/>
                  <a:gd name="connsiteX32" fmla="*/ 187415 w 1041109"/>
                  <a:gd name="connsiteY32" fmla="*/ 1471207 h 1481875"/>
                  <a:gd name="connsiteX33" fmla="*/ 162650 w 1041109"/>
                  <a:gd name="connsiteY33" fmla="*/ 1475397 h 1481875"/>
                  <a:gd name="connsiteX34" fmla="*/ 202020 w 1041109"/>
                  <a:gd name="connsiteY34" fmla="*/ 1193584 h 1481875"/>
                  <a:gd name="connsiteX35" fmla="*/ 69432 w 1041109"/>
                  <a:gd name="connsiteY35" fmla="*/ 1334428 h 1481875"/>
                  <a:gd name="connsiteX36" fmla="*/ 26887 w 1041109"/>
                  <a:gd name="connsiteY36" fmla="*/ 1467904 h 1481875"/>
                  <a:gd name="connsiteX37" fmla="*/ 979 w 1041109"/>
                  <a:gd name="connsiteY37" fmla="*/ 1478191 h 1481875"/>
                  <a:gd name="connsiteX38" fmla="*/ 108040 w 1041109"/>
                  <a:gd name="connsiteY38" fmla="*/ 1238034 h 1481875"/>
                  <a:gd name="connsiteX39" fmla="*/ 238342 w 1041109"/>
                  <a:gd name="connsiteY39" fmla="*/ 1146340 h 1481875"/>
                  <a:gd name="connsiteX40" fmla="*/ 112358 w 1041109"/>
                  <a:gd name="connsiteY40" fmla="*/ 1020738 h 1481875"/>
                  <a:gd name="connsiteX41" fmla="*/ 33745 w 1041109"/>
                  <a:gd name="connsiteY41" fmla="*/ 980097 h 1481875"/>
                  <a:gd name="connsiteX42" fmla="*/ 1868 w 1041109"/>
                  <a:gd name="connsiteY42" fmla="*/ 834302 h 1481875"/>
                  <a:gd name="connsiteX43" fmla="*/ 101563 w 1041109"/>
                  <a:gd name="connsiteY43" fmla="*/ 734226 h 1481875"/>
                  <a:gd name="connsiteX44" fmla="*/ 279617 w 1041109"/>
                  <a:gd name="connsiteY44" fmla="*/ 559854 h 1481875"/>
                  <a:gd name="connsiteX45" fmla="*/ 456782 w 1041109"/>
                  <a:gd name="connsiteY45" fmla="*/ 523786 h 1481875"/>
                  <a:gd name="connsiteX46" fmla="*/ 456782 w 1041109"/>
                  <a:gd name="connsiteY46" fmla="*/ 407835 h 1481875"/>
                  <a:gd name="connsiteX47" fmla="*/ 310478 w 1041109"/>
                  <a:gd name="connsiteY47" fmla="*/ 311061 h 1481875"/>
                  <a:gd name="connsiteX48" fmla="*/ 427699 w 1041109"/>
                  <a:gd name="connsiteY48" fmla="*/ 42711 h 1481875"/>
                  <a:gd name="connsiteX49" fmla="*/ 317209 w 1041109"/>
                  <a:gd name="connsiteY49" fmla="*/ 150026 h 1481875"/>
                  <a:gd name="connsiteX50" fmla="*/ 474689 w 1041109"/>
                  <a:gd name="connsiteY50" fmla="*/ 379260 h 1481875"/>
                  <a:gd name="connsiteX51" fmla="*/ 581623 w 1041109"/>
                  <a:gd name="connsiteY51" fmla="*/ 70142 h 1481875"/>
                  <a:gd name="connsiteX52" fmla="*/ 427699 w 1041109"/>
                  <a:gd name="connsiteY52" fmla="*/ 42711 h 1481875"/>
                  <a:gd name="connsiteX53" fmla="*/ 375121 w 1041109"/>
                  <a:gd name="connsiteY53" fmla="*/ 559601 h 1481875"/>
                  <a:gd name="connsiteX54" fmla="*/ 139282 w 1041109"/>
                  <a:gd name="connsiteY54" fmla="*/ 717461 h 1481875"/>
                  <a:gd name="connsiteX55" fmla="*/ 108802 w 1041109"/>
                  <a:gd name="connsiteY55" fmla="*/ 919646 h 1481875"/>
                  <a:gd name="connsiteX56" fmla="*/ 244057 w 1041109"/>
                  <a:gd name="connsiteY56" fmla="*/ 1118020 h 1481875"/>
                  <a:gd name="connsiteX57" fmla="*/ 473419 w 1041109"/>
                  <a:gd name="connsiteY57" fmla="*/ 1152436 h 1481875"/>
                  <a:gd name="connsiteX58" fmla="*/ 754978 w 1041109"/>
                  <a:gd name="connsiteY58" fmla="*/ 1090841 h 1481875"/>
                  <a:gd name="connsiteX59" fmla="*/ 842100 w 1041109"/>
                  <a:gd name="connsiteY59" fmla="*/ 799122 h 1481875"/>
                  <a:gd name="connsiteX60" fmla="*/ 661125 w 1041109"/>
                  <a:gd name="connsiteY60" fmla="*/ 586143 h 1481875"/>
                  <a:gd name="connsiteX61" fmla="*/ 375121 w 1041109"/>
                  <a:gd name="connsiteY61" fmla="*/ 559601 h 1481875"/>
                  <a:gd name="connsiteX62" fmla="*/ 96229 w 1041109"/>
                  <a:gd name="connsiteY62" fmla="*/ 993686 h 1481875"/>
                  <a:gd name="connsiteX63" fmla="*/ 88609 w 1041109"/>
                  <a:gd name="connsiteY63" fmla="*/ 763054 h 1481875"/>
                  <a:gd name="connsiteX64" fmla="*/ 96229 w 1041109"/>
                  <a:gd name="connsiteY64" fmla="*/ 993686 h 1481875"/>
                  <a:gd name="connsiteX65" fmla="*/ 862293 w 1041109"/>
                  <a:gd name="connsiteY65" fmla="*/ 762039 h 1481875"/>
                  <a:gd name="connsiteX66" fmla="*/ 860769 w 1041109"/>
                  <a:gd name="connsiteY66" fmla="*/ 998385 h 1481875"/>
                  <a:gd name="connsiteX67" fmla="*/ 862293 w 1041109"/>
                  <a:gd name="connsiteY67" fmla="*/ 762039 h 1481875"/>
                  <a:gd name="connsiteX68" fmla="*/ 898361 w 1041109"/>
                  <a:gd name="connsiteY68" fmla="*/ 1173138 h 1481875"/>
                  <a:gd name="connsiteX69" fmla="*/ 900139 w 1041109"/>
                  <a:gd name="connsiteY69" fmla="*/ 1312838 h 1481875"/>
                  <a:gd name="connsiteX70" fmla="*/ 1013423 w 1041109"/>
                  <a:gd name="connsiteY70" fmla="*/ 1243496 h 1481875"/>
                  <a:gd name="connsiteX71" fmla="*/ 898361 w 1041109"/>
                  <a:gd name="connsiteY71" fmla="*/ 1173138 h 1481875"/>
                  <a:gd name="connsiteX72" fmla="*/ 742278 w 1041109"/>
                  <a:gd name="connsiteY72" fmla="*/ 1190917 h 1481875"/>
                  <a:gd name="connsiteX73" fmla="*/ 777330 w 1041109"/>
                  <a:gd name="connsiteY73" fmla="*/ 1347382 h 1481875"/>
                  <a:gd name="connsiteX74" fmla="*/ 829527 w 1041109"/>
                  <a:gd name="connsiteY74" fmla="*/ 1245020 h 1481875"/>
                  <a:gd name="connsiteX75" fmla="*/ 742278 w 1041109"/>
                  <a:gd name="connsiteY75" fmla="*/ 1190917 h 1481875"/>
                  <a:gd name="connsiteX0" fmla="*/ 295634 w 1041109"/>
                  <a:gd name="connsiteY0" fmla="*/ 314187 h 1481875"/>
                  <a:gd name="connsiteX1" fmla="*/ 296508 w 1041109"/>
                  <a:gd name="connsiteY1" fmla="*/ 289853 h 1481875"/>
                  <a:gd name="connsiteX2" fmla="*/ 282538 w 1041109"/>
                  <a:gd name="connsiteY2" fmla="*/ 192062 h 1481875"/>
                  <a:gd name="connsiteX3" fmla="*/ 331941 w 1041109"/>
                  <a:gd name="connsiteY3" fmla="*/ 72301 h 1481875"/>
                  <a:gd name="connsiteX4" fmla="*/ 560287 w 1041109"/>
                  <a:gd name="connsiteY4" fmla="*/ 26454 h 1481875"/>
                  <a:gd name="connsiteX5" fmla="*/ 532728 w 1041109"/>
                  <a:gd name="connsiteY5" fmla="*/ 400089 h 1481875"/>
                  <a:gd name="connsiteX6" fmla="*/ 483325 w 1041109"/>
                  <a:gd name="connsiteY6" fmla="*/ 406947 h 1481875"/>
                  <a:gd name="connsiteX7" fmla="*/ 483071 w 1041109"/>
                  <a:gd name="connsiteY7" fmla="*/ 524548 h 1481875"/>
                  <a:gd name="connsiteX8" fmla="*/ 732372 w 1041109"/>
                  <a:gd name="connsiteY8" fmla="*/ 596177 h 1481875"/>
                  <a:gd name="connsiteX9" fmla="*/ 838925 w 1041109"/>
                  <a:gd name="connsiteY9" fmla="*/ 713905 h 1481875"/>
                  <a:gd name="connsiteX10" fmla="*/ 928714 w 1041109"/>
                  <a:gd name="connsiteY10" fmla="*/ 789090 h 1481875"/>
                  <a:gd name="connsiteX11" fmla="*/ 843751 w 1041109"/>
                  <a:gd name="connsiteY11" fmla="*/ 1023532 h 1481875"/>
                  <a:gd name="connsiteX12" fmla="*/ 825082 w 1041109"/>
                  <a:gd name="connsiteY12" fmla="*/ 1052488 h 1481875"/>
                  <a:gd name="connsiteX13" fmla="*/ 710655 w 1041109"/>
                  <a:gd name="connsiteY13" fmla="*/ 1144816 h 1481875"/>
                  <a:gd name="connsiteX14" fmla="*/ 834353 w 1041109"/>
                  <a:gd name="connsiteY14" fmla="*/ 1220001 h 1481875"/>
                  <a:gd name="connsiteX15" fmla="*/ 898361 w 1041109"/>
                  <a:gd name="connsiteY15" fmla="*/ 1146722 h 1481875"/>
                  <a:gd name="connsiteX16" fmla="*/ 998564 w 1041109"/>
                  <a:gd name="connsiteY16" fmla="*/ 1163485 h 1481875"/>
                  <a:gd name="connsiteX17" fmla="*/ 1041109 w 1041109"/>
                  <a:gd name="connsiteY17" fmla="*/ 1234097 h 1481875"/>
                  <a:gd name="connsiteX18" fmla="*/ 971386 w 1041109"/>
                  <a:gd name="connsiteY18" fmla="*/ 1471715 h 1481875"/>
                  <a:gd name="connsiteX19" fmla="*/ 948145 w 1041109"/>
                  <a:gd name="connsiteY19" fmla="*/ 1474382 h 1481875"/>
                  <a:gd name="connsiteX20" fmla="*/ 1001358 w 1041109"/>
                  <a:gd name="connsiteY20" fmla="*/ 1323886 h 1481875"/>
                  <a:gd name="connsiteX21" fmla="*/ 919189 w 1041109"/>
                  <a:gd name="connsiteY21" fmla="*/ 1343445 h 1481875"/>
                  <a:gd name="connsiteX22" fmla="*/ 835115 w 1041109"/>
                  <a:gd name="connsiteY22" fmla="*/ 1283628 h 1481875"/>
                  <a:gd name="connsiteX23" fmla="*/ 781775 w 1041109"/>
                  <a:gd name="connsiteY23" fmla="*/ 1468413 h 1481875"/>
                  <a:gd name="connsiteX24" fmla="*/ 779743 w 1041109"/>
                  <a:gd name="connsiteY24" fmla="*/ 1481875 h 1481875"/>
                  <a:gd name="connsiteX25" fmla="*/ 764630 w 1041109"/>
                  <a:gd name="connsiteY25" fmla="*/ 1466634 h 1481875"/>
                  <a:gd name="connsiteX26" fmla="*/ 753327 w 1041109"/>
                  <a:gd name="connsiteY26" fmla="*/ 1379513 h 1481875"/>
                  <a:gd name="connsiteX27" fmla="*/ 716497 w 1041109"/>
                  <a:gd name="connsiteY27" fmla="*/ 1195363 h 1481875"/>
                  <a:gd name="connsiteX28" fmla="*/ 709512 w 1041109"/>
                  <a:gd name="connsiteY28" fmla="*/ 1171995 h 1481875"/>
                  <a:gd name="connsiteX29" fmla="*/ 537935 w 1041109"/>
                  <a:gd name="connsiteY29" fmla="*/ 1175804 h 1481875"/>
                  <a:gd name="connsiteX30" fmla="*/ 273648 w 1041109"/>
                  <a:gd name="connsiteY30" fmla="*/ 1168439 h 1481875"/>
                  <a:gd name="connsiteX31" fmla="*/ 233516 w 1041109"/>
                  <a:gd name="connsiteY31" fmla="*/ 1191679 h 1481875"/>
                  <a:gd name="connsiteX32" fmla="*/ 187415 w 1041109"/>
                  <a:gd name="connsiteY32" fmla="*/ 1471207 h 1481875"/>
                  <a:gd name="connsiteX33" fmla="*/ 162650 w 1041109"/>
                  <a:gd name="connsiteY33" fmla="*/ 1475397 h 1481875"/>
                  <a:gd name="connsiteX34" fmla="*/ 202020 w 1041109"/>
                  <a:gd name="connsiteY34" fmla="*/ 1193584 h 1481875"/>
                  <a:gd name="connsiteX35" fmla="*/ 69432 w 1041109"/>
                  <a:gd name="connsiteY35" fmla="*/ 1334428 h 1481875"/>
                  <a:gd name="connsiteX36" fmla="*/ 26887 w 1041109"/>
                  <a:gd name="connsiteY36" fmla="*/ 1467904 h 1481875"/>
                  <a:gd name="connsiteX37" fmla="*/ 979 w 1041109"/>
                  <a:gd name="connsiteY37" fmla="*/ 1478191 h 1481875"/>
                  <a:gd name="connsiteX38" fmla="*/ 108040 w 1041109"/>
                  <a:gd name="connsiteY38" fmla="*/ 1238034 h 1481875"/>
                  <a:gd name="connsiteX39" fmla="*/ 238342 w 1041109"/>
                  <a:gd name="connsiteY39" fmla="*/ 1146340 h 1481875"/>
                  <a:gd name="connsiteX40" fmla="*/ 112358 w 1041109"/>
                  <a:gd name="connsiteY40" fmla="*/ 1020738 h 1481875"/>
                  <a:gd name="connsiteX41" fmla="*/ 33745 w 1041109"/>
                  <a:gd name="connsiteY41" fmla="*/ 980097 h 1481875"/>
                  <a:gd name="connsiteX42" fmla="*/ 1868 w 1041109"/>
                  <a:gd name="connsiteY42" fmla="*/ 834302 h 1481875"/>
                  <a:gd name="connsiteX43" fmla="*/ 101563 w 1041109"/>
                  <a:gd name="connsiteY43" fmla="*/ 734226 h 1481875"/>
                  <a:gd name="connsiteX44" fmla="*/ 279617 w 1041109"/>
                  <a:gd name="connsiteY44" fmla="*/ 559854 h 1481875"/>
                  <a:gd name="connsiteX45" fmla="*/ 456782 w 1041109"/>
                  <a:gd name="connsiteY45" fmla="*/ 523786 h 1481875"/>
                  <a:gd name="connsiteX46" fmla="*/ 456782 w 1041109"/>
                  <a:gd name="connsiteY46" fmla="*/ 407835 h 1481875"/>
                  <a:gd name="connsiteX47" fmla="*/ 310478 w 1041109"/>
                  <a:gd name="connsiteY47" fmla="*/ 311061 h 1481875"/>
                  <a:gd name="connsiteX48" fmla="*/ 427699 w 1041109"/>
                  <a:gd name="connsiteY48" fmla="*/ 42711 h 1481875"/>
                  <a:gd name="connsiteX49" fmla="*/ 317209 w 1041109"/>
                  <a:gd name="connsiteY49" fmla="*/ 150026 h 1481875"/>
                  <a:gd name="connsiteX50" fmla="*/ 474689 w 1041109"/>
                  <a:gd name="connsiteY50" fmla="*/ 379260 h 1481875"/>
                  <a:gd name="connsiteX51" fmla="*/ 427699 w 1041109"/>
                  <a:gd name="connsiteY51" fmla="*/ 42711 h 1481875"/>
                  <a:gd name="connsiteX52" fmla="*/ 375121 w 1041109"/>
                  <a:gd name="connsiteY52" fmla="*/ 559601 h 1481875"/>
                  <a:gd name="connsiteX53" fmla="*/ 139282 w 1041109"/>
                  <a:gd name="connsiteY53" fmla="*/ 717461 h 1481875"/>
                  <a:gd name="connsiteX54" fmla="*/ 108802 w 1041109"/>
                  <a:gd name="connsiteY54" fmla="*/ 919646 h 1481875"/>
                  <a:gd name="connsiteX55" fmla="*/ 244057 w 1041109"/>
                  <a:gd name="connsiteY55" fmla="*/ 1118020 h 1481875"/>
                  <a:gd name="connsiteX56" fmla="*/ 473419 w 1041109"/>
                  <a:gd name="connsiteY56" fmla="*/ 1152436 h 1481875"/>
                  <a:gd name="connsiteX57" fmla="*/ 754978 w 1041109"/>
                  <a:gd name="connsiteY57" fmla="*/ 1090841 h 1481875"/>
                  <a:gd name="connsiteX58" fmla="*/ 842100 w 1041109"/>
                  <a:gd name="connsiteY58" fmla="*/ 799122 h 1481875"/>
                  <a:gd name="connsiteX59" fmla="*/ 661125 w 1041109"/>
                  <a:gd name="connsiteY59" fmla="*/ 586143 h 1481875"/>
                  <a:gd name="connsiteX60" fmla="*/ 375121 w 1041109"/>
                  <a:gd name="connsiteY60" fmla="*/ 559601 h 1481875"/>
                  <a:gd name="connsiteX61" fmla="*/ 96229 w 1041109"/>
                  <a:gd name="connsiteY61" fmla="*/ 993686 h 1481875"/>
                  <a:gd name="connsiteX62" fmla="*/ 88609 w 1041109"/>
                  <a:gd name="connsiteY62" fmla="*/ 763054 h 1481875"/>
                  <a:gd name="connsiteX63" fmla="*/ 96229 w 1041109"/>
                  <a:gd name="connsiteY63" fmla="*/ 993686 h 1481875"/>
                  <a:gd name="connsiteX64" fmla="*/ 862293 w 1041109"/>
                  <a:gd name="connsiteY64" fmla="*/ 762039 h 1481875"/>
                  <a:gd name="connsiteX65" fmla="*/ 860769 w 1041109"/>
                  <a:gd name="connsiteY65" fmla="*/ 998385 h 1481875"/>
                  <a:gd name="connsiteX66" fmla="*/ 862293 w 1041109"/>
                  <a:gd name="connsiteY66" fmla="*/ 762039 h 1481875"/>
                  <a:gd name="connsiteX67" fmla="*/ 898361 w 1041109"/>
                  <a:gd name="connsiteY67" fmla="*/ 1173138 h 1481875"/>
                  <a:gd name="connsiteX68" fmla="*/ 900139 w 1041109"/>
                  <a:gd name="connsiteY68" fmla="*/ 1312838 h 1481875"/>
                  <a:gd name="connsiteX69" fmla="*/ 1013423 w 1041109"/>
                  <a:gd name="connsiteY69" fmla="*/ 1243496 h 1481875"/>
                  <a:gd name="connsiteX70" fmla="*/ 898361 w 1041109"/>
                  <a:gd name="connsiteY70" fmla="*/ 1173138 h 1481875"/>
                  <a:gd name="connsiteX71" fmla="*/ 742278 w 1041109"/>
                  <a:gd name="connsiteY71" fmla="*/ 1190917 h 1481875"/>
                  <a:gd name="connsiteX72" fmla="*/ 777330 w 1041109"/>
                  <a:gd name="connsiteY72" fmla="*/ 1347382 h 1481875"/>
                  <a:gd name="connsiteX73" fmla="*/ 829527 w 1041109"/>
                  <a:gd name="connsiteY73" fmla="*/ 1245020 h 1481875"/>
                  <a:gd name="connsiteX74" fmla="*/ 742278 w 1041109"/>
                  <a:gd name="connsiteY74" fmla="*/ 1190917 h 1481875"/>
                  <a:gd name="connsiteX0" fmla="*/ 295634 w 1041109"/>
                  <a:gd name="connsiteY0" fmla="*/ 271476 h 1439164"/>
                  <a:gd name="connsiteX1" fmla="*/ 296508 w 1041109"/>
                  <a:gd name="connsiteY1" fmla="*/ 247142 h 1439164"/>
                  <a:gd name="connsiteX2" fmla="*/ 282538 w 1041109"/>
                  <a:gd name="connsiteY2" fmla="*/ 149351 h 1439164"/>
                  <a:gd name="connsiteX3" fmla="*/ 331941 w 1041109"/>
                  <a:gd name="connsiteY3" fmla="*/ 29590 h 1439164"/>
                  <a:gd name="connsiteX4" fmla="*/ 532728 w 1041109"/>
                  <a:gd name="connsiteY4" fmla="*/ 357378 h 1439164"/>
                  <a:gd name="connsiteX5" fmla="*/ 483325 w 1041109"/>
                  <a:gd name="connsiteY5" fmla="*/ 364236 h 1439164"/>
                  <a:gd name="connsiteX6" fmla="*/ 483071 w 1041109"/>
                  <a:gd name="connsiteY6" fmla="*/ 481837 h 1439164"/>
                  <a:gd name="connsiteX7" fmla="*/ 732372 w 1041109"/>
                  <a:gd name="connsiteY7" fmla="*/ 553466 h 1439164"/>
                  <a:gd name="connsiteX8" fmla="*/ 838925 w 1041109"/>
                  <a:gd name="connsiteY8" fmla="*/ 671194 h 1439164"/>
                  <a:gd name="connsiteX9" fmla="*/ 928714 w 1041109"/>
                  <a:gd name="connsiteY9" fmla="*/ 746379 h 1439164"/>
                  <a:gd name="connsiteX10" fmla="*/ 843751 w 1041109"/>
                  <a:gd name="connsiteY10" fmla="*/ 980821 h 1439164"/>
                  <a:gd name="connsiteX11" fmla="*/ 825082 w 1041109"/>
                  <a:gd name="connsiteY11" fmla="*/ 1009777 h 1439164"/>
                  <a:gd name="connsiteX12" fmla="*/ 710655 w 1041109"/>
                  <a:gd name="connsiteY12" fmla="*/ 1102105 h 1439164"/>
                  <a:gd name="connsiteX13" fmla="*/ 834353 w 1041109"/>
                  <a:gd name="connsiteY13" fmla="*/ 1177290 h 1439164"/>
                  <a:gd name="connsiteX14" fmla="*/ 898361 w 1041109"/>
                  <a:gd name="connsiteY14" fmla="*/ 1104011 h 1439164"/>
                  <a:gd name="connsiteX15" fmla="*/ 998564 w 1041109"/>
                  <a:gd name="connsiteY15" fmla="*/ 1120774 h 1439164"/>
                  <a:gd name="connsiteX16" fmla="*/ 1041109 w 1041109"/>
                  <a:gd name="connsiteY16" fmla="*/ 1191386 h 1439164"/>
                  <a:gd name="connsiteX17" fmla="*/ 971386 w 1041109"/>
                  <a:gd name="connsiteY17" fmla="*/ 1429004 h 1439164"/>
                  <a:gd name="connsiteX18" fmla="*/ 948145 w 1041109"/>
                  <a:gd name="connsiteY18" fmla="*/ 1431671 h 1439164"/>
                  <a:gd name="connsiteX19" fmla="*/ 1001358 w 1041109"/>
                  <a:gd name="connsiteY19" fmla="*/ 1281175 h 1439164"/>
                  <a:gd name="connsiteX20" fmla="*/ 919189 w 1041109"/>
                  <a:gd name="connsiteY20" fmla="*/ 1300734 h 1439164"/>
                  <a:gd name="connsiteX21" fmla="*/ 835115 w 1041109"/>
                  <a:gd name="connsiteY21" fmla="*/ 1240917 h 1439164"/>
                  <a:gd name="connsiteX22" fmla="*/ 781775 w 1041109"/>
                  <a:gd name="connsiteY22" fmla="*/ 1425702 h 1439164"/>
                  <a:gd name="connsiteX23" fmla="*/ 779743 w 1041109"/>
                  <a:gd name="connsiteY23" fmla="*/ 1439164 h 1439164"/>
                  <a:gd name="connsiteX24" fmla="*/ 764630 w 1041109"/>
                  <a:gd name="connsiteY24" fmla="*/ 1423923 h 1439164"/>
                  <a:gd name="connsiteX25" fmla="*/ 753327 w 1041109"/>
                  <a:gd name="connsiteY25" fmla="*/ 1336802 h 1439164"/>
                  <a:gd name="connsiteX26" fmla="*/ 716497 w 1041109"/>
                  <a:gd name="connsiteY26" fmla="*/ 1152652 h 1439164"/>
                  <a:gd name="connsiteX27" fmla="*/ 709512 w 1041109"/>
                  <a:gd name="connsiteY27" fmla="*/ 1129284 h 1439164"/>
                  <a:gd name="connsiteX28" fmla="*/ 537935 w 1041109"/>
                  <a:gd name="connsiteY28" fmla="*/ 1133093 h 1439164"/>
                  <a:gd name="connsiteX29" fmla="*/ 273648 w 1041109"/>
                  <a:gd name="connsiteY29" fmla="*/ 1125728 h 1439164"/>
                  <a:gd name="connsiteX30" fmla="*/ 233516 w 1041109"/>
                  <a:gd name="connsiteY30" fmla="*/ 1148968 h 1439164"/>
                  <a:gd name="connsiteX31" fmla="*/ 187415 w 1041109"/>
                  <a:gd name="connsiteY31" fmla="*/ 1428496 h 1439164"/>
                  <a:gd name="connsiteX32" fmla="*/ 162650 w 1041109"/>
                  <a:gd name="connsiteY32" fmla="*/ 1432686 h 1439164"/>
                  <a:gd name="connsiteX33" fmla="*/ 202020 w 1041109"/>
                  <a:gd name="connsiteY33" fmla="*/ 1150873 h 1439164"/>
                  <a:gd name="connsiteX34" fmla="*/ 69432 w 1041109"/>
                  <a:gd name="connsiteY34" fmla="*/ 1291717 h 1439164"/>
                  <a:gd name="connsiteX35" fmla="*/ 26887 w 1041109"/>
                  <a:gd name="connsiteY35" fmla="*/ 1425193 h 1439164"/>
                  <a:gd name="connsiteX36" fmla="*/ 979 w 1041109"/>
                  <a:gd name="connsiteY36" fmla="*/ 1435480 h 1439164"/>
                  <a:gd name="connsiteX37" fmla="*/ 108040 w 1041109"/>
                  <a:gd name="connsiteY37" fmla="*/ 1195323 h 1439164"/>
                  <a:gd name="connsiteX38" fmla="*/ 238342 w 1041109"/>
                  <a:gd name="connsiteY38" fmla="*/ 1103629 h 1439164"/>
                  <a:gd name="connsiteX39" fmla="*/ 112358 w 1041109"/>
                  <a:gd name="connsiteY39" fmla="*/ 978027 h 1439164"/>
                  <a:gd name="connsiteX40" fmla="*/ 33745 w 1041109"/>
                  <a:gd name="connsiteY40" fmla="*/ 937386 h 1439164"/>
                  <a:gd name="connsiteX41" fmla="*/ 1868 w 1041109"/>
                  <a:gd name="connsiteY41" fmla="*/ 791591 h 1439164"/>
                  <a:gd name="connsiteX42" fmla="*/ 101563 w 1041109"/>
                  <a:gd name="connsiteY42" fmla="*/ 691515 h 1439164"/>
                  <a:gd name="connsiteX43" fmla="*/ 279617 w 1041109"/>
                  <a:gd name="connsiteY43" fmla="*/ 517143 h 1439164"/>
                  <a:gd name="connsiteX44" fmla="*/ 456782 w 1041109"/>
                  <a:gd name="connsiteY44" fmla="*/ 481075 h 1439164"/>
                  <a:gd name="connsiteX45" fmla="*/ 456782 w 1041109"/>
                  <a:gd name="connsiteY45" fmla="*/ 365124 h 1439164"/>
                  <a:gd name="connsiteX46" fmla="*/ 310478 w 1041109"/>
                  <a:gd name="connsiteY46" fmla="*/ 268350 h 1439164"/>
                  <a:gd name="connsiteX47" fmla="*/ 427699 w 1041109"/>
                  <a:gd name="connsiteY47" fmla="*/ 0 h 1439164"/>
                  <a:gd name="connsiteX48" fmla="*/ 317209 w 1041109"/>
                  <a:gd name="connsiteY48" fmla="*/ 107315 h 1439164"/>
                  <a:gd name="connsiteX49" fmla="*/ 474689 w 1041109"/>
                  <a:gd name="connsiteY49" fmla="*/ 336549 h 1439164"/>
                  <a:gd name="connsiteX50" fmla="*/ 427699 w 1041109"/>
                  <a:gd name="connsiteY50" fmla="*/ 0 h 1439164"/>
                  <a:gd name="connsiteX51" fmla="*/ 375121 w 1041109"/>
                  <a:gd name="connsiteY51" fmla="*/ 516890 h 1439164"/>
                  <a:gd name="connsiteX52" fmla="*/ 139282 w 1041109"/>
                  <a:gd name="connsiteY52" fmla="*/ 674750 h 1439164"/>
                  <a:gd name="connsiteX53" fmla="*/ 108802 w 1041109"/>
                  <a:gd name="connsiteY53" fmla="*/ 876935 h 1439164"/>
                  <a:gd name="connsiteX54" fmla="*/ 244057 w 1041109"/>
                  <a:gd name="connsiteY54" fmla="*/ 1075309 h 1439164"/>
                  <a:gd name="connsiteX55" fmla="*/ 473419 w 1041109"/>
                  <a:gd name="connsiteY55" fmla="*/ 1109725 h 1439164"/>
                  <a:gd name="connsiteX56" fmla="*/ 754978 w 1041109"/>
                  <a:gd name="connsiteY56" fmla="*/ 1048130 h 1439164"/>
                  <a:gd name="connsiteX57" fmla="*/ 842100 w 1041109"/>
                  <a:gd name="connsiteY57" fmla="*/ 756411 h 1439164"/>
                  <a:gd name="connsiteX58" fmla="*/ 661125 w 1041109"/>
                  <a:gd name="connsiteY58" fmla="*/ 543432 h 1439164"/>
                  <a:gd name="connsiteX59" fmla="*/ 375121 w 1041109"/>
                  <a:gd name="connsiteY59" fmla="*/ 516890 h 1439164"/>
                  <a:gd name="connsiteX60" fmla="*/ 96229 w 1041109"/>
                  <a:gd name="connsiteY60" fmla="*/ 950975 h 1439164"/>
                  <a:gd name="connsiteX61" fmla="*/ 88609 w 1041109"/>
                  <a:gd name="connsiteY61" fmla="*/ 720343 h 1439164"/>
                  <a:gd name="connsiteX62" fmla="*/ 96229 w 1041109"/>
                  <a:gd name="connsiteY62" fmla="*/ 950975 h 1439164"/>
                  <a:gd name="connsiteX63" fmla="*/ 862293 w 1041109"/>
                  <a:gd name="connsiteY63" fmla="*/ 719328 h 1439164"/>
                  <a:gd name="connsiteX64" fmla="*/ 860769 w 1041109"/>
                  <a:gd name="connsiteY64" fmla="*/ 955674 h 1439164"/>
                  <a:gd name="connsiteX65" fmla="*/ 862293 w 1041109"/>
                  <a:gd name="connsiteY65" fmla="*/ 719328 h 1439164"/>
                  <a:gd name="connsiteX66" fmla="*/ 898361 w 1041109"/>
                  <a:gd name="connsiteY66" fmla="*/ 1130427 h 1439164"/>
                  <a:gd name="connsiteX67" fmla="*/ 900139 w 1041109"/>
                  <a:gd name="connsiteY67" fmla="*/ 1270127 h 1439164"/>
                  <a:gd name="connsiteX68" fmla="*/ 1013423 w 1041109"/>
                  <a:gd name="connsiteY68" fmla="*/ 1200785 h 1439164"/>
                  <a:gd name="connsiteX69" fmla="*/ 898361 w 1041109"/>
                  <a:gd name="connsiteY69" fmla="*/ 1130427 h 1439164"/>
                  <a:gd name="connsiteX70" fmla="*/ 742278 w 1041109"/>
                  <a:gd name="connsiteY70" fmla="*/ 1148206 h 1439164"/>
                  <a:gd name="connsiteX71" fmla="*/ 777330 w 1041109"/>
                  <a:gd name="connsiteY71" fmla="*/ 1304671 h 1439164"/>
                  <a:gd name="connsiteX72" fmla="*/ 829527 w 1041109"/>
                  <a:gd name="connsiteY72" fmla="*/ 1202309 h 1439164"/>
                  <a:gd name="connsiteX73" fmla="*/ 742278 w 1041109"/>
                  <a:gd name="connsiteY73" fmla="*/ 1148206 h 1439164"/>
                  <a:gd name="connsiteX0" fmla="*/ 295634 w 1041109"/>
                  <a:gd name="connsiteY0" fmla="*/ 271476 h 1439164"/>
                  <a:gd name="connsiteX1" fmla="*/ 296508 w 1041109"/>
                  <a:gd name="connsiteY1" fmla="*/ 247142 h 1439164"/>
                  <a:gd name="connsiteX2" fmla="*/ 282538 w 1041109"/>
                  <a:gd name="connsiteY2" fmla="*/ 149351 h 1439164"/>
                  <a:gd name="connsiteX3" fmla="*/ 331941 w 1041109"/>
                  <a:gd name="connsiteY3" fmla="*/ 29590 h 1439164"/>
                  <a:gd name="connsiteX4" fmla="*/ 532728 w 1041109"/>
                  <a:gd name="connsiteY4" fmla="*/ 357378 h 1439164"/>
                  <a:gd name="connsiteX5" fmla="*/ 483325 w 1041109"/>
                  <a:gd name="connsiteY5" fmla="*/ 364236 h 1439164"/>
                  <a:gd name="connsiteX6" fmla="*/ 483071 w 1041109"/>
                  <a:gd name="connsiteY6" fmla="*/ 481837 h 1439164"/>
                  <a:gd name="connsiteX7" fmla="*/ 732372 w 1041109"/>
                  <a:gd name="connsiteY7" fmla="*/ 553466 h 1439164"/>
                  <a:gd name="connsiteX8" fmla="*/ 838925 w 1041109"/>
                  <a:gd name="connsiteY8" fmla="*/ 671194 h 1439164"/>
                  <a:gd name="connsiteX9" fmla="*/ 928714 w 1041109"/>
                  <a:gd name="connsiteY9" fmla="*/ 746379 h 1439164"/>
                  <a:gd name="connsiteX10" fmla="*/ 843751 w 1041109"/>
                  <a:gd name="connsiteY10" fmla="*/ 980821 h 1439164"/>
                  <a:gd name="connsiteX11" fmla="*/ 825082 w 1041109"/>
                  <a:gd name="connsiteY11" fmla="*/ 1009777 h 1439164"/>
                  <a:gd name="connsiteX12" fmla="*/ 710655 w 1041109"/>
                  <a:gd name="connsiteY12" fmla="*/ 1102105 h 1439164"/>
                  <a:gd name="connsiteX13" fmla="*/ 834353 w 1041109"/>
                  <a:gd name="connsiteY13" fmla="*/ 1177290 h 1439164"/>
                  <a:gd name="connsiteX14" fmla="*/ 898361 w 1041109"/>
                  <a:gd name="connsiteY14" fmla="*/ 1104011 h 1439164"/>
                  <a:gd name="connsiteX15" fmla="*/ 998564 w 1041109"/>
                  <a:gd name="connsiteY15" fmla="*/ 1120774 h 1439164"/>
                  <a:gd name="connsiteX16" fmla="*/ 1041109 w 1041109"/>
                  <a:gd name="connsiteY16" fmla="*/ 1191386 h 1439164"/>
                  <a:gd name="connsiteX17" fmla="*/ 971386 w 1041109"/>
                  <a:gd name="connsiteY17" fmla="*/ 1429004 h 1439164"/>
                  <a:gd name="connsiteX18" fmla="*/ 948145 w 1041109"/>
                  <a:gd name="connsiteY18" fmla="*/ 1431671 h 1439164"/>
                  <a:gd name="connsiteX19" fmla="*/ 1001358 w 1041109"/>
                  <a:gd name="connsiteY19" fmla="*/ 1281175 h 1439164"/>
                  <a:gd name="connsiteX20" fmla="*/ 919189 w 1041109"/>
                  <a:gd name="connsiteY20" fmla="*/ 1300734 h 1439164"/>
                  <a:gd name="connsiteX21" fmla="*/ 835115 w 1041109"/>
                  <a:gd name="connsiteY21" fmla="*/ 1240917 h 1439164"/>
                  <a:gd name="connsiteX22" fmla="*/ 781775 w 1041109"/>
                  <a:gd name="connsiteY22" fmla="*/ 1425702 h 1439164"/>
                  <a:gd name="connsiteX23" fmla="*/ 779743 w 1041109"/>
                  <a:gd name="connsiteY23" fmla="*/ 1439164 h 1439164"/>
                  <a:gd name="connsiteX24" fmla="*/ 764630 w 1041109"/>
                  <a:gd name="connsiteY24" fmla="*/ 1423923 h 1439164"/>
                  <a:gd name="connsiteX25" fmla="*/ 753327 w 1041109"/>
                  <a:gd name="connsiteY25" fmla="*/ 1336802 h 1439164"/>
                  <a:gd name="connsiteX26" fmla="*/ 716497 w 1041109"/>
                  <a:gd name="connsiteY26" fmla="*/ 1152652 h 1439164"/>
                  <a:gd name="connsiteX27" fmla="*/ 709512 w 1041109"/>
                  <a:gd name="connsiteY27" fmla="*/ 1129284 h 1439164"/>
                  <a:gd name="connsiteX28" fmla="*/ 537935 w 1041109"/>
                  <a:gd name="connsiteY28" fmla="*/ 1133093 h 1439164"/>
                  <a:gd name="connsiteX29" fmla="*/ 273648 w 1041109"/>
                  <a:gd name="connsiteY29" fmla="*/ 1125728 h 1439164"/>
                  <a:gd name="connsiteX30" fmla="*/ 233516 w 1041109"/>
                  <a:gd name="connsiteY30" fmla="*/ 1148968 h 1439164"/>
                  <a:gd name="connsiteX31" fmla="*/ 187415 w 1041109"/>
                  <a:gd name="connsiteY31" fmla="*/ 1428496 h 1439164"/>
                  <a:gd name="connsiteX32" fmla="*/ 162650 w 1041109"/>
                  <a:gd name="connsiteY32" fmla="*/ 1432686 h 1439164"/>
                  <a:gd name="connsiteX33" fmla="*/ 202020 w 1041109"/>
                  <a:gd name="connsiteY33" fmla="*/ 1150873 h 1439164"/>
                  <a:gd name="connsiteX34" fmla="*/ 69432 w 1041109"/>
                  <a:gd name="connsiteY34" fmla="*/ 1291717 h 1439164"/>
                  <a:gd name="connsiteX35" fmla="*/ 26887 w 1041109"/>
                  <a:gd name="connsiteY35" fmla="*/ 1425193 h 1439164"/>
                  <a:gd name="connsiteX36" fmla="*/ 979 w 1041109"/>
                  <a:gd name="connsiteY36" fmla="*/ 1435480 h 1439164"/>
                  <a:gd name="connsiteX37" fmla="*/ 108040 w 1041109"/>
                  <a:gd name="connsiteY37" fmla="*/ 1195323 h 1439164"/>
                  <a:gd name="connsiteX38" fmla="*/ 238342 w 1041109"/>
                  <a:gd name="connsiteY38" fmla="*/ 1103629 h 1439164"/>
                  <a:gd name="connsiteX39" fmla="*/ 112358 w 1041109"/>
                  <a:gd name="connsiteY39" fmla="*/ 978027 h 1439164"/>
                  <a:gd name="connsiteX40" fmla="*/ 33745 w 1041109"/>
                  <a:gd name="connsiteY40" fmla="*/ 937386 h 1439164"/>
                  <a:gd name="connsiteX41" fmla="*/ 1868 w 1041109"/>
                  <a:gd name="connsiteY41" fmla="*/ 791591 h 1439164"/>
                  <a:gd name="connsiteX42" fmla="*/ 101563 w 1041109"/>
                  <a:gd name="connsiteY42" fmla="*/ 691515 h 1439164"/>
                  <a:gd name="connsiteX43" fmla="*/ 279617 w 1041109"/>
                  <a:gd name="connsiteY43" fmla="*/ 517143 h 1439164"/>
                  <a:gd name="connsiteX44" fmla="*/ 456782 w 1041109"/>
                  <a:gd name="connsiteY44" fmla="*/ 481075 h 1439164"/>
                  <a:gd name="connsiteX45" fmla="*/ 456782 w 1041109"/>
                  <a:gd name="connsiteY45" fmla="*/ 365124 h 1439164"/>
                  <a:gd name="connsiteX46" fmla="*/ 310478 w 1041109"/>
                  <a:gd name="connsiteY46" fmla="*/ 268350 h 1439164"/>
                  <a:gd name="connsiteX47" fmla="*/ 427699 w 1041109"/>
                  <a:gd name="connsiteY47" fmla="*/ 0 h 1439164"/>
                  <a:gd name="connsiteX48" fmla="*/ 317209 w 1041109"/>
                  <a:gd name="connsiteY48" fmla="*/ 107315 h 1439164"/>
                  <a:gd name="connsiteX49" fmla="*/ 474689 w 1041109"/>
                  <a:gd name="connsiteY49" fmla="*/ 336549 h 1439164"/>
                  <a:gd name="connsiteX50" fmla="*/ 375121 w 1041109"/>
                  <a:gd name="connsiteY50" fmla="*/ 516890 h 1439164"/>
                  <a:gd name="connsiteX51" fmla="*/ 139282 w 1041109"/>
                  <a:gd name="connsiteY51" fmla="*/ 674750 h 1439164"/>
                  <a:gd name="connsiteX52" fmla="*/ 108802 w 1041109"/>
                  <a:gd name="connsiteY52" fmla="*/ 876935 h 1439164"/>
                  <a:gd name="connsiteX53" fmla="*/ 244057 w 1041109"/>
                  <a:gd name="connsiteY53" fmla="*/ 1075309 h 1439164"/>
                  <a:gd name="connsiteX54" fmla="*/ 473419 w 1041109"/>
                  <a:gd name="connsiteY54" fmla="*/ 1109725 h 1439164"/>
                  <a:gd name="connsiteX55" fmla="*/ 754978 w 1041109"/>
                  <a:gd name="connsiteY55" fmla="*/ 1048130 h 1439164"/>
                  <a:gd name="connsiteX56" fmla="*/ 842100 w 1041109"/>
                  <a:gd name="connsiteY56" fmla="*/ 756411 h 1439164"/>
                  <a:gd name="connsiteX57" fmla="*/ 661125 w 1041109"/>
                  <a:gd name="connsiteY57" fmla="*/ 543432 h 1439164"/>
                  <a:gd name="connsiteX58" fmla="*/ 375121 w 1041109"/>
                  <a:gd name="connsiteY58" fmla="*/ 516890 h 1439164"/>
                  <a:gd name="connsiteX59" fmla="*/ 96229 w 1041109"/>
                  <a:gd name="connsiteY59" fmla="*/ 950975 h 1439164"/>
                  <a:gd name="connsiteX60" fmla="*/ 88609 w 1041109"/>
                  <a:gd name="connsiteY60" fmla="*/ 720343 h 1439164"/>
                  <a:gd name="connsiteX61" fmla="*/ 96229 w 1041109"/>
                  <a:gd name="connsiteY61" fmla="*/ 950975 h 1439164"/>
                  <a:gd name="connsiteX62" fmla="*/ 862293 w 1041109"/>
                  <a:gd name="connsiteY62" fmla="*/ 719328 h 1439164"/>
                  <a:gd name="connsiteX63" fmla="*/ 860769 w 1041109"/>
                  <a:gd name="connsiteY63" fmla="*/ 955674 h 1439164"/>
                  <a:gd name="connsiteX64" fmla="*/ 862293 w 1041109"/>
                  <a:gd name="connsiteY64" fmla="*/ 719328 h 1439164"/>
                  <a:gd name="connsiteX65" fmla="*/ 898361 w 1041109"/>
                  <a:gd name="connsiteY65" fmla="*/ 1130427 h 1439164"/>
                  <a:gd name="connsiteX66" fmla="*/ 900139 w 1041109"/>
                  <a:gd name="connsiteY66" fmla="*/ 1270127 h 1439164"/>
                  <a:gd name="connsiteX67" fmla="*/ 1013423 w 1041109"/>
                  <a:gd name="connsiteY67" fmla="*/ 1200785 h 1439164"/>
                  <a:gd name="connsiteX68" fmla="*/ 898361 w 1041109"/>
                  <a:gd name="connsiteY68" fmla="*/ 1130427 h 1439164"/>
                  <a:gd name="connsiteX69" fmla="*/ 742278 w 1041109"/>
                  <a:gd name="connsiteY69" fmla="*/ 1148206 h 1439164"/>
                  <a:gd name="connsiteX70" fmla="*/ 777330 w 1041109"/>
                  <a:gd name="connsiteY70" fmla="*/ 1304671 h 1439164"/>
                  <a:gd name="connsiteX71" fmla="*/ 829527 w 1041109"/>
                  <a:gd name="connsiteY71" fmla="*/ 1202309 h 1439164"/>
                  <a:gd name="connsiteX72" fmla="*/ 742278 w 1041109"/>
                  <a:gd name="connsiteY72" fmla="*/ 1148206 h 1439164"/>
                  <a:gd name="connsiteX0" fmla="*/ 295634 w 1041109"/>
                  <a:gd name="connsiteY0" fmla="*/ 241886 h 1409574"/>
                  <a:gd name="connsiteX1" fmla="*/ 296508 w 1041109"/>
                  <a:gd name="connsiteY1" fmla="*/ 217552 h 1409574"/>
                  <a:gd name="connsiteX2" fmla="*/ 282538 w 1041109"/>
                  <a:gd name="connsiteY2" fmla="*/ 119761 h 1409574"/>
                  <a:gd name="connsiteX3" fmla="*/ 331941 w 1041109"/>
                  <a:gd name="connsiteY3" fmla="*/ 0 h 1409574"/>
                  <a:gd name="connsiteX4" fmla="*/ 532728 w 1041109"/>
                  <a:gd name="connsiteY4" fmla="*/ 327788 h 1409574"/>
                  <a:gd name="connsiteX5" fmla="*/ 483325 w 1041109"/>
                  <a:gd name="connsiteY5" fmla="*/ 334646 h 1409574"/>
                  <a:gd name="connsiteX6" fmla="*/ 483071 w 1041109"/>
                  <a:gd name="connsiteY6" fmla="*/ 452247 h 1409574"/>
                  <a:gd name="connsiteX7" fmla="*/ 732372 w 1041109"/>
                  <a:gd name="connsiteY7" fmla="*/ 523876 h 1409574"/>
                  <a:gd name="connsiteX8" fmla="*/ 838925 w 1041109"/>
                  <a:gd name="connsiteY8" fmla="*/ 641604 h 1409574"/>
                  <a:gd name="connsiteX9" fmla="*/ 928714 w 1041109"/>
                  <a:gd name="connsiteY9" fmla="*/ 716789 h 1409574"/>
                  <a:gd name="connsiteX10" fmla="*/ 843751 w 1041109"/>
                  <a:gd name="connsiteY10" fmla="*/ 951231 h 1409574"/>
                  <a:gd name="connsiteX11" fmla="*/ 825082 w 1041109"/>
                  <a:gd name="connsiteY11" fmla="*/ 980187 h 1409574"/>
                  <a:gd name="connsiteX12" fmla="*/ 710655 w 1041109"/>
                  <a:gd name="connsiteY12" fmla="*/ 1072515 h 1409574"/>
                  <a:gd name="connsiteX13" fmla="*/ 834353 w 1041109"/>
                  <a:gd name="connsiteY13" fmla="*/ 1147700 h 1409574"/>
                  <a:gd name="connsiteX14" fmla="*/ 898361 w 1041109"/>
                  <a:gd name="connsiteY14" fmla="*/ 1074421 h 1409574"/>
                  <a:gd name="connsiteX15" fmla="*/ 998564 w 1041109"/>
                  <a:gd name="connsiteY15" fmla="*/ 1091184 h 1409574"/>
                  <a:gd name="connsiteX16" fmla="*/ 1041109 w 1041109"/>
                  <a:gd name="connsiteY16" fmla="*/ 1161796 h 1409574"/>
                  <a:gd name="connsiteX17" fmla="*/ 971386 w 1041109"/>
                  <a:gd name="connsiteY17" fmla="*/ 1399414 h 1409574"/>
                  <a:gd name="connsiteX18" fmla="*/ 948145 w 1041109"/>
                  <a:gd name="connsiteY18" fmla="*/ 1402081 h 1409574"/>
                  <a:gd name="connsiteX19" fmla="*/ 1001358 w 1041109"/>
                  <a:gd name="connsiteY19" fmla="*/ 1251585 h 1409574"/>
                  <a:gd name="connsiteX20" fmla="*/ 919189 w 1041109"/>
                  <a:gd name="connsiteY20" fmla="*/ 1271144 h 1409574"/>
                  <a:gd name="connsiteX21" fmla="*/ 835115 w 1041109"/>
                  <a:gd name="connsiteY21" fmla="*/ 1211327 h 1409574"/>
                  <a:gd name="connsiteX22" fmla="*/ 781775 w 1041109"/>
                  <a:gd name="connsiteY22" fmla="*/ 1396112 h 1409574"/>
                  <a:gd name="connsiteX23" fmla="*/ 779743 w 1041109"/>
                  <a:gd name="connsiteY23" fmla="*/ 1409574 h 1409574"/>
                  <a:gd name="connsiteX24" fmla="*/ 764630 w 1041109"/>
                  <a:gd name="connsiteY24" fmla="*/ 1394333 h 1409574"/>
                  <a:gd name="connsiteX25" fmla="*/ 753327 w 1041109"/>
                  <a:gd name="connsiteY25" fmla="*/ 1307212 h 1409574"/>
                  <a:gd name="connsiteX26" fmla="*/ 716497 w 1041109"/>
                  <a:gd name="connsiteY26" fmla="*/ 1123062 h 1409574"/>
                  <a:gd name="connsiteX27" fmla="*/ 709512 w 1041109"/>
                  <a:gd name="connsiteY27" fmla="*/ 1099694 h 1409574"/>
                  <a:gd name="connsiteX28" fmla="*/ 537935 w 1041109"/>
                  <a:gd name="connsiteY28" fmla="*/ 1103503 h 1409574"/>
                  <a:gd name="connsiteX29" fmla="*/ 273648 w 1041109"/>
                  <a:gd name="connsiteY29" fmla="*/ 1096138 h 1409574"/>
                  <a:gd name="connsiteX30" fmla="*/ 233516 w 1041109"/>
                  <a:gd name="connsiteY30" fmla="*/ 1119378 h 1409574"/>
                  <a:gd name="connsiteX31" fmla="*/ 187415 w 1041109"/>
                  <a:gd name="connsiteY31" fmla="*/ 1398906 h 1409574"/>
                  <a:gd name="connsiteX32" fmla="*/ 162650 w 1041109"/>
                  <a:gd name="connsiteY32" fmla="*/ 1403096 h 1409574"/>
                  <a:gd name="connsiteX33" fmla="*/ 202020 w 1041109"/>
                  <a:gd name="connsiteY33" fmla="*/ 1121283 h 1409574"/>
                  <a:gd name="connsiteX34" fmla="*/ 69432 w 1041109"/>
                  <a:gd name="connsiteY34" fmla="*/ 1262127 h 1409574"/>
                  <a:gd name="connsiteX35" fmla="*/ 26887 w 1041109"/>
                  <a:gd name="connsiteY35" fmla="*/ 1395603 h 1409574"/>
                  <a:gd name="connsiteX36" fmla="*/ 979 w 1041109"/>
                  <a:gd name="connsiteY36" fmla="*/ 1405890 h 1409574"/>
                  <a:gd name="connsiteX37" fmla="*/ 108040 w 1041109"/>
                  <a:gd name="connsiteY37" fmla="*/ 1165733 h 1409574"/>
                  <a:gd name="connsiteX38" fmla="*/ 238342 w 1041109"/>
                  <a:gd name="connsiteY38" fmla="*/ 1074039 h 1409574"/>
                  <a:gd name="connsiteX39" fmla="*/ 112358 w 1041109"/>
                  <a:gd name="connsiteY39" fmla="*/ 948437 h 1409574"/>
                  <a:gd name="connsiteX40" fmla="*/ 33745 w 1041109"/>
                  <a:gd name="connsiteY40" fmla="*/ 907796 h 1409574"/>
                  <a:gd name="connsiteX41" fmla="*/ 1868 w 1041109"/>
                  <a:gd name="connsiteY41" fmla="*/ 762001 h 1409574"/>
                  <a:gd name="connsiteX42" fmla="*/ 101563 w 1041109"/>
                  <a:gd name="connsiteY42" fmla="*/ 661925 h 1409574"/>
                  <a:gd name="connsiteX43" fmla="*/ 279617 w 1041109"/>
                  <a:gd name="connsiteY43" fmla="*/ 487553 h 1409574"/>
                  <a:gd name="connsiteX44" fmla="*/ 456782 w 1041109"/>
                  <a:gd name="connsiteY44" fmla="*/ 451485 h 1409574"/>
                  <a:gd name="connsiteX45" fmla="*/ 456782 w 1041109"/>
                  <a:gd name="connsiteY45" fmla="*/ 335534 h 1409574"/>
                  <a:gd name="connsiteX46" fmla="*/ 310478 w 1041109"/>
                  <a:gd name="connsiteY46" fmla="*/ 238760 h 1409574"/>
                  <a:gd name="connsiteX47" fmla="*/ 317209 w 1041109"/>
                  <a:gd name="connsiteY47" fmla="*/ 77725 h 1409574"/>
                  <a:gd name="connsiteX48" fmla="*/ 474689 w 1041109"/>
                  <a:gd name="connsiteY48" fmla="*/ 306959 h 1409574"/>
                  <a:gd name="connsiteX49" fmla="*/ 375121 w 1041109"/>
                  <a:gd name="connsiteY49" fmla="*/ 487300 h 1409574"/>
                  <a:gd name="connsiteX50" fmla="*/ 139282 w 1041109"/>
                  <a:gd name="connsiteY50" fmla="*/ 645160 h 1409574"/>
                  <a:gd name="connsiteX51" fmla="*/ 108802 w 1041109"/>
                  <a:gd name="connsiteY51" fmla="*/ 847345 h 1409574"/>
                  <a:gd name="connsiteX52" fmla="*/ 244057 w 1041109"/>
                  <a:gd name="connsiteY52" fmla="*/ 1045719 h 1409574"/>
                  <a:gd name="connsiteX53" fmla="*/ 473419 w 1041109"/>
                  <a:gd name="connsiteY53" fmla="*/ 1080135 h 1409574"/>
                  <a:gd name="connsiteX54" fmla="*/ 754978 w 1041109"/>
                  <a:gd name="connsiteY54" fmla="*/ 1018540 h 1409574"/>
                  <a:gd name="connsiteX55" fmla="*/ 842100 w 1041109"/>
                  <a:gd name="connsiteY55" fmla="*/ 726821 h 1409574"/>
                  <a:gd name="connsiteX56" fmla="*/ 661125 w 1041109"/>
                  <a:gd name="connsiteY56" fmla="*/ 513842 h 1409574"/>
                  <a:gd name="connsiteX57" fmla="*/ 375121 w 1041109"/>
                  <a:gd name="connsiteY57" fmla="*/ 487300 h 1409574"/>
                  <a:gd name="connsiteX58" fmla="*/ 96229 w 1041109"/>
                  <a:gd name="connsiteY58" fmla="*/ 921385 h 1409574"/>
                  <a:gd name="connsiteX59" fmla="*/ 88609 w 1041109"/>
                  <a:gd name="connsiteY59" fmla="*/ 690753 h 1409574"/>
                  <a:gd name="connsiteX60" fmla="*/ 96229 w 1041109"/>
                  <a:gd name="connsiteY60" fmla="*/ 921385 h 1409574"/>
                  <a:gd name="connsiteX61" fmla="*/ 862293 w 1041109"/>
                  <a:gd name="connsiteY61" fmla="*/ 689738 h 1409574"/>
                  <a:gd name="connsiteX62" fmla="*/ 860769 w 1041109"/>
                  <a:gd name="connsiteY62" fmla="*/ 926084 h 1409574"/>
                  <a:gd name="connsiteX63" fmla="*/ 862293 w 1041109"/>
                  <a:gd name="connsiteY63" fmla="*/ 689738 h 1409574"/>
                  <a:gd name="connsiteX64" fmla="*/ 898361 w 1041109"/>
                  <a:gd name="connsiteY64" fmla="*/ 1100837 h 1409574"/>
                  <a:gd name="connsiteX65" fmla="*/ 900139 w 1041109"/>
                  <a:gd name="connsiteY65" fmla="*/ 1240537 h 1409574"/>
                  <a:gd name="connsiteX66" fmla="*/ 1013423 w 1041109"/>
                  <a:gd name="connsiteY66" fmla="*/ 1171195 h 1409574"/>
                  <a:gd name="connsiteX67" fmla="*/ 898361 w 1041109"/>
                  <a:gd name="connsiteY67" fmla="*/ 1100837 h 1409574"/>
                  <a:gd name="connsiteX68" fmla="*/ 742278 w 1041109"/>
                  <a:gd name="connsiteY68" fmla="*/ 1118616 h 1409574"/>
                  <a:gd name="connsiteX69" fmla="*/ 777330 w 1041109"/>
                  <a:gd name="connsiteY69" fmla="*/ 1275081 h 1409574"/>
                  <a:gd name="connsiteX70" fmla="*/ 829527 w 1041109"/>
                  <a:gd name="connsiteY70" fmla="*/ 1172719 h 1409574"/>
                  <a:gd name="connsiteX71" fmla="*/ 742278 w 1041109"/>
                  <a:gd name="connsiteY71" fmla="*/ 1118616 h 1409574"/>
                  <a:gd name="connsiteX0" fmla="*/ 295634 w 1041109"/>
                  <a:gd name="connsiteY0" fmla="*/ 164161 h 1331849"/>
                  <a:gd name="connsiteX1" fmla="*/ 296508 w 1041109"/>
                  <a:gd name="connsiteY1" fmla="*/ 139827 h 1331849"/>
                  <a:gd name="connsiteX2" fmla="*/ 282538 w 1041109"/>
                  <a:gd name="connsiteY2" fmla="*/ 42036 h 1331849"/>
                  <a:gd name="connsiteX3" fmla="*/ 532728 w 1041109"/>
                  <a:gd name="connsiteY3" fmla="*/ 250063 h 1331849"/>
                  <a:gd name="connsiteX4" fmla="*/ 483325 w 1041109"/>
                  <a:gd name="connsiteY4" fmla="*/ 256921 h 1331849"/>
                  <a:gd name="connsiteX5" fmla="*/ 483071 w 1041109"/>
                  <a:gd name="connsiteY5" fmla="*/ 374522 h 1331849"/>
                  <a:gd name="connsiteX6" fmla="*/ 732372 w 1041109"/>
                  <a:gd name="connsiteY6" fmla="*/ 446151 h 1331849"/>
                  <a:gd name="connsiteX7" fmla="*/ 838925 w 1041109"/>
                  <a:gd name="connsiteY7" fmla="*/ 563879 h 1331849"/>
                  <a:gd name="connsiteX8" fmla="*/ 928714 w 1041109"/>
                  <a:gd name="connsiteY8" fmla="*/ 639064 h 1331849"/>
                  <a:gd name="connsiteX9" fmla="*/ 843751 w 1041109"/>
                  <a:gd name="connsiteY9" fmla="*/ 873506 h 1331849"/>
                  <a:gd name="connsiteX10" fmla="*/ 825082 w 1041109"/>
                  <a:gd name="connsiteY10" fmla="*/ 902462 h 1331849"/>
                  <a:gd name="connsiteX11" fmla="*/ 710655 w 1041109"/>
                  <a:gd name="connsiteY11" fmla="*/ 994790 h 1331849"/>
                  <a:gd name="connsiteX12" fmla="*/ 834353 w 1041109"/>
                  <a:gd name="connsiteY12" fmla="*/ 1069975 h 1331849"/>
                  <a:gd name="connsiteX13" fmla="*/ 898361 w 1041109"/>
                  <a:gd name="connsiteY13" fmla="*/ 996696 h 1331849"/>
                  <a:gd name="connsiteX14" fmla="*/ 998564 w 1041109"/>
                  <a:gd name="connsiteY14" fmla="*/ 1013459 h 1331849"/>
                  <a:gd name="connsiteX15" fmla="*/ 1041109 w 1041109"/>
                  <a:gd name="connsiteY15" fmla="*/ 1084071 h 1331849"/>
                  <a:gd name="connsiteX16" fmla="*/ 971386 w 1041109"/>
                  <a:gd name="connsiteY16" fmla="*/ 1321689 h 1331849"/>
                  <a:gd name="connsiteX17" fmla="*/ 948145 w 1041109"/>
                  <a:gd name="connsiteY17" fmla="*/ 1324356 h 1331849"/>
                  <a:gd name="connsiteX18" fmla="*/ 1001358 w 1041109"/>
                  <a:gd name="connsiteY18" fmla="*/ 1173860 h 1331849"/>
                  <a:gd name="connsiteX19" fmla="*/ 919189 w 1041109"/>
                  <a:gd name="connsiteY19" fmla="*/ 1193419 h 1331849"/>
                  <a:gd name="connsiteX20" fmla="*/ 835115 w 1041109"/>
                  <a:gd name="connsiteY20" fmla="*/ 1133602 h 1331849"/>
                  <a:gd name="connsiteX21" fmla="*/ 781775 w 1041109"/>
                  <a:gd name="connsiteY21" fmla="*/ 1318387 h 1331849"/>
                  <a:gd name="connsiteX22" fmla="*/ 779743 w 1041109"/>
                  <a:gd name="connsiteY22" fmla="*/ 1331849 h 1331849"/>
                  <a:gd name="connsiteX23" fmla="*/ 764630 w 1041109"/>
                  <a:gd name="connsiteY23" fmla="*/ 1316608 h 1331849"/>
                  <a:gd name="connsiteX24" fmla="*/ 753327 w 1041109"/>
                  <a:gd name="connsiteY24" fmla="*/ 1229487 h 1331849"/>
                  <a:gd name="connsiteX25" fmla="*/ 716497 w 1041109"/>
                  <a:gd name="connsiteY25" fmla="*/ 1045337 h 1331849"/>
                  <a:gd name="connsiteX26" fmla="*/ 709512 w 1041109"/>
                  <a:gd name="connsiteY26" fmla="*/ 1021969 h 1331849"/>
                  <a:gd name="connsiteX27" fmla="*/ 537935 w 1041109"/>
                  <a:gd name="connsiteY27" fmla="*/ 1025778 h 1331849"/>
                  <a:gd name="connsiteX28" fmla="*/ 273648 w 1041109"/>
                  <a:gd name="connsiteY28" fmla="*/ 1018413 h 1331849"/>
                  <a:gd name="connsiteX29" fmla="*/ 233516 w 1041109"/>
                  <a:gd name="connsiteY29" fmla="*/ 1041653 h 1331849"/>
                  <a:gd name="connsiteX30" fmla="*/ 187415 w 1041109"/>
                  <a:gd name="connsiteY30" fmla="*/ 1321181 h 1331849"/>
                  <a:gd name="connsiteX31" fmla="*/ 162650 w 1041109"/>
                  <a:gd name="connsiteY31" fmla="*/ 1325371 h 1331849"/>
                  <a:gd name="connsiteX32" fmla="*/ 202020 w 1041109"/>
                  <a:gd name="connsiteY32" fmla="*/ 1043558 h 1331849"/>
                  <a:gd name="connsiteX33" fmla="*/ 69432 w 1041109"/>
                  <a:gd name="connsiteY33" fmla="*/ 1184402 h 1331849"/>
                  <a:gd name="connsiteX34" fmla="*/ 26887 w 1041109"/>
                  <a:gd name="connsiteY34" fmla="*/ 1317878 h 1331849"/>
                  <a:gd name="connsiteX35" fmla="*/ 979 w 1041109"/>
                  <a:gd name="connsiteY35" fmla="*/ 1328165 h 1331849"/>
                  <a:gd name="connsiteX36" fmla="*/ 108040 w 1041109"/>
                  <a:gd name="connsiteY36" fmla="*/ 1088008 h 1331849"/>
                  <a:gd name="connsiteX37" fmla="*/ 238342 w 1041109"/>
                  <a:gd name="connsiteY37" fmla="*/ 996314 h 1331849"/>
                  <a:gd name="connsiteX38" fmla="*/ 112358 w 1041109"/>
                  <a:gd name="connsiteY38" fmla="*/ 870712 h 1331849"/>
                  <a:gd name="connsiteX39" fmla="*/ 33745 w 1041109"/>
                  <a:gd name="connsiteY39" fmla="*/ 830071 h 1331849"/>
                  <a:gd name="connsiteX40" fmla="*/ 1868 w 1041109"/>
                  <a:gd name="connsiteY40" fmla="*/ 684276 h 1331849"/>
                  <a:gd name="connsiteX41" fmla="*/ 101563 w 1041109"/>
                  <a:gd name="connsiteY41" fmla="*/ 584200 h 1331849"/>
                  <a:gd name="connsiteX42" fmla="*/ 279617 w 1041109"/>
                  <a:gd name="connsiteY42" fmla="*/ 409828 h 1331849"/>
                  <a:gd name="connsiteX43" fmla="*/ 456782 w 1041109"/>
                  <a:gd name="connsiteY43" fmla="*/ 373760 h 1331849"/>
                  <a:gd name="connsiteX44" fmla="*/ 456782 w 1041109"/>
                  <a:gd name="connsiteY44" fmla="*/ 257809 h 1331849"/>
                  <a:gd name="connsiteX45" fmla="*/ 310478 w 1041109"/>
                  <a:gd name="connsiteY45" fmla="*/ 161035 h 1331849"/>
                  <a:gd name="connsiteX46" fmla="*/ 317209 w 1041109"/>
                  <a:gd name="connsiteY46" fmla="*/ 0 h 1331849"/>
                  <a:gd name="connsiteX47" fmla="*/ 474689 w 1041109"/>
                  <a:gd name="connsiteY47" fmla="*/ 229234 h 1331849"/>
                  <a:gd name="connsiteX48" fmla="*/ 375121 w 1041109"/>
                  <a:gd name="connsiteY48" fmla="*/ 409575 h 1331849"/>
                  <a:gd name="connsiteX49" fmla="*/ 139282 w 1041109"/>
                  <a:gd name="connsiteY49" fmla="*/ 567435 h 1331849"/>
                  <a:gd name="connsiteX50" fmla="*/ 108802 w 1041109"/>
                  <a:gd name="connsiteY50" fmla="*/ 769620 h 1331849"/>
                  <a:gd name="connsiteX51" fmla="*/ 244057 w 1041109"/>
                  <a:gd name="connsiteY51" fmla="*/ 967994 h 1331849"/>
                  <a:gd name="connsiteX52" fmla="*/ 473419 w 1041109"/>
                  <a:gd name="connsiteY52" fmla="*/ 1002410 h 1331849"/>
                  <a:gd name="connsiteX53" fmla="*/ 754978 w 1041109"/>
                  <a:gd name="connsiteY53" fmla="*/ 940815 h 1331849"/>
                  <a:gd name="connsiteX54" fmla="*/ 842100 w 1041109"/>
                  <a:gd name="connsiteY54" fmla="*/ 649096 h 1331849"/>
                  <a:gd name="connsiteX55" fmla="*/ 661125 w 1041109"/>
                  <a:gd name="connsiteY55" fmla="*/ 436117 h 1331849"/>
                  <a:gd name="connsiteX56" fmla="*/ 375121 w 1041109"/>
                  <a:gd name="connsiteY56" fmla="*/ 409575 h 1331849"/>
                  <a:gd name="connsiteX57" fmla="*/ 96229 w 1041109"/>
                  <a:gd name="connsiteY57" fmla="*/ 843660 h 1331849"/>
                  <a:gd name="connsiteX58" fmla="*/ 88609 w 1041109"/>
                  <a:gd name="connsiteY58" fmla="*/ 613028 h 1331849"/>
                  <a:gd name="connsiteX59" fmla="*/ 96229 w 1041109"/>
                  <a:gd name="connsiteY59" fmla="*/ 843660 h 1331849"/>
                  <a:gd name="connsiteX60" fmla="*/ 862293 w 1041109"/>
                  <a:gd name="connsiteY60" fmla="*/ 612013 h 1331849"/>
                  <a:gd name="connsiteX61" fmla="*/ 860769 w 1041109"/>
                  <a:gd name="connsiteY61" fmla="*/ 848359 h 1331849"/>
                  <a:gd name="connsiteX62" fmla="*/ 862293 w 1041109"/>
                  <a:gd name="connsiteY62" fmla="*/ 612013 h 1331849"/>
                  <a:gd name="connsiteX63" fmla="*/ 898361 w 1041109"/>
                  <a:gd name="connsiteY63" fmla="*/ 1023112 h 1331849"/>
                  <a:gd name="connsiteX64" fmla="*/ 900139 w 1041109"/>
                  <a:gd name="connsiteY64" fmla="*/ 1162812 h 1331849"/>
                  <a:gd name="connsiteX65" fmla="*/ 1013423 w 1041109"/>
                  <a:gd name="connsiteY65" fmla="*/ 1093470 h 1331849"/>
                  <a:gd name="connsiteX66" fmla="*/ 898361 w 1041109"/>
                  <a:gd name="connsiteY66" fmla="*/ 1023112 h 1331849"/>
                  <a:gd name="connsiteX67" fmla="*/ 742278 w 1041109"/>
                  <a:gd name="connsiteY67" fmla="*/ 1040891 h 1331849"/>
                  <a:gd name="connsiteX68" fmla="*/ 777330 w 1041109"/>
                  <a:gd name="connsiteY68" fmla="*/ 1197356 h 1331849"/>
                  <a:gd name="connsiteX69" fmla="*/ 829527 w 1041109"/>
                  <a:gd name="connsiteY69" fmla="*/ 1094994 h 1331849"/>
                  <a:gd name="connsiteX70" fmla="*/ 742278 w 1041109"/>
                  <a:gd name="connsiteY70" fmla="*/ 1040891 h 1331849"/>
                  <a:gd name="connsiteX0" fmla="*/ 295634 w 1041109"/>
                  <a:gd name="connsiteY0" fmla="*/ 122125 h 1289813"/>
                  <a:gd name="connsiteX1" fmla="*/ 296508 w 1041109"/>
                  <a:gd name="connsiteY1" fmla="*/ 97791 h 1289813"/>
                  <a:gd name="connsiteX2" fmla="*/ 282538 w 1041109"/>
                  <a:gd name="connsiteY2" fmla="*/ 0 h 1289813"/>
                  <a:gd name="connsiteX3" fmla="*/ 532728 w 1041109"/>
                  <a:gd name="connsiteY3" fmla="*/ 208027 h 1289813"/>
                  <a:gd name="connsiteX4" fmla="*/ 483325 w 1041109"/>
                  <a:gd name="connsiteY4" fmla="*/ 214885 h 1289813"/>
                  <a:gd name="connsiteX5" fmla="*/ 483071 w 1041109"/>
                  <a:gd name="connsiteY5" fmla="*/ 332486 h 1289813"/>
                  <a:gd name="connsiteX6" fmla="*/ 732372 w 1041109"/>
                  <a:gd name="connsiteY6" fmla="*/ 404115 h 1289813"/>
                  <a:gd name="connsiteX7" fmla="*/ 838925 w 1041109"/>
                  <a:gd name="connsiteY7" fmla="*/ 521843 h 1289813"/>
                  <a:gd name="connsiteX8" fmla="*/ 928714 w 1041109"/>
                  <a:gd name="connsiteY8" fmla="*/ 597028 h 1289813"/>
                  <a:gd name="connsiteX9" fmla="*/ 843751 w 1041109"/>
                  <a:gd name="connsiteY9" fmla="*/ 831470 h 1289813"/>
                  <a:gd name="connsiteX10" fmla="*/ 825082 w 1041109"/>
                  <a:gd name="connsiteY10" fmla="*/ 860426 h 1289813"/>
                  <a:gd name="connsiteX11" fmla="*/ 710655 w 1041109"/>
                  <a:gd name="connsiteY11" fmla="*/ 952754 h 1289813"/>
                  <a:gd name="connsiteX12" fmla="*/ 834353 w 1041109"/>
                  <a:gd name="connsiteY12" fmla="*/ 1027939 h 1289813"/>
                  <a:gd name="connsiteX13" fmla="*/ 898361 w 1041109"/>
                  <a:gd name="connsiteY13" fmla="*/ 954660 h 1289813"/>
                  <a:gd name="connsiteX14" fmla="*/ 998564 w 1041109"/>
                  <a:gd name="connsiteY14" fmla="*/ 971423 h 1289813"/>
                  <a:gd name="connsiteX15" fmla="*/ 1041109 w 1041109"/>
                  <a:gd name="connsiteY15" fmla="*/ 1042035 h 1289813"/>
                  <a:gd name="connsiteX16" fmla="*/ 971386 w 1041109"/>
                  <a:gd name="connsiteY16" fmla="*/ 1279653 h 1289813"/>
                  <a:gd name="connsiteX17" fmla="*/ 948145 w 1041109"/>
                  <a:gd name="connsiteY17" fmla="*/ 1282320 h 1289813"/>
                  <a:gd name="connsiteX18" fmla="*/ 1001358 w 1041109"/>
                  <a:gd name="connsiteY18" fmla="*/ 1131824 h 1289813"/>
                  <a:gd name="connsiteX19" fmla="*/ 919189 w 1041109"/>
                  <a:gd name="connsiteY19" fmla="*/ 1151383 h 1289813"/>
                  <a:gd name="connsiteX20" fmla="*/ 835115 w 1041109"/>
                  <a:gd name="connsiteY20" fmla="*/ 1091566 h 1289813"/>
                  <a:gd name="connsiteX21" fmla="*/ 781775 w 1041109"/>
                  <a:gd name="connsiteY21" fmla="*/ 1276351 h 1289813"/>
                  <a:gd name="connsiteX22" fmla="*/ 779743 w 1041109"/>
                  <a:gd name="connsiteY22" fmla="*/ 1289813 h 1289813"/>
                  <a:gd name="connsiteX23" fmla="*/ 764630 w 1041109"/>
                  <a:gd name="connsiteY23" fmla="*/ 1274572 h 1289813"/>
                  <a:gd name="connsiteX24" fmla="*/ 753327 w 1041109"/>
                  <a:gd name="connsiteY24" fmla="*/ 1187451 h 1289813"/>
                  <a:gd name="connsiteX25" fmla="*/ 716497 w 1041109"/>
                  <a:gd name="connsiteY25" fmla="*/ 1003301 h 1289813"/>
                  <a:gd name="connsiteX26" fmla="*/ 709512 w 1041109"/>
                  <a:gd name="connsiteY26" fmla="*/ 979933 h 1289813"/>
                  <a:gd name="connsiteX27" fmla="*/ 537935 w 1041109"/>
                  <a:gd name="connsiteY27" fmla="*/ 983742 h 1289813"/>
                  <a:gd name="connsiteX28" fmla="*/ 273648 w 1041109"/>
                  <a:gd name="connsiteY28" fmla="*/ 976377 h 1289813"/>
                  <a:gd name="connsiteX29" fmla="*/ 233516 w 1041109"/>
                  <a:gd name="connsiteY29" fmla="*/ 999617 h 1289813"/>
                  <a:gd name="connsiteX30" fmla="*/ 187415 w 1041109"/>
                  <a:gd name="connsiteY30" fmla="*/ 1279145 h 1289813"/>
                  <a:gd name="connsiteX31" fmla="*/ 162650 w 1041109"/>
                  <a:gd name="connsiteY31" fmla="*/ 1283335 h 1289813"/>
                  <a:gd name="connsiteX32" fmla="*/ 202020 w 1041109"/>
                  <a:gd name="connsiteY32" fmla="*/ 1001522 h 1289813"/>
                  <a:gd name="connsiteX33" fmla="*/ 69432 w 1041109"/>
                  <a:gd name="connsiteY33" fmla="*/ 1142366 h 1289813"/>
                  <a:gd name="connsiteX34" fmla="*/ 26887 w 1041109"/>
                  <a:gd name="connsiteY34" fmla="*/ 1275842 h 1289813"/>
                  <a:gd name="connsiteX35" fmla="*/ 979 w 1041109"/>
                  <a:gd name="connsiteY35" fmla="*/ 1286129 h 1289813"/>
                  <a:gd name="connsiteX36" fmla="*/ 108040 w 1041109"/>
                  <a:gd name="connsiteY36" fmla="*/ 1045972 h 1289813"/>
                  <a:gd name="connsiteX37" fmla="*/ 238342 w 1041109"/>
                  <a:gd name="connsiteY37" fmla="*/ 954278 h 1289813"/>
                  <a:gd name="connsiteX38" fmla="*/ 112358 w 1041109"/>
                  <a:gd name="connsiteY38" fmla="*/ 828676 h 1289813"/>
                  <a:gd name="connsiteX39" fmla="*/ 33745 w 1041109"/>
                  <a:gd name="connsiteY39" fmla="*/ 788035 h 1289813"/>
                  <a:gd name="connsiteX40" fmla="*/ 1868 w 1041109"/>
                  <a:gd name="connsiteY40" fmla="*/ 642240 h 1289813"/>
                  <a:gd name="connsiteX41" fmla="*/ 101563 w 1041109"/>
                  <a:gd name="connsiteY41" fmla="*/ 542164 h 1289813"/>
                  <a:gd name="connsiteX42" fmla="*/ 279617 w 1041109"/>
                  <a:gd name="connsiteY42" fmla="*/ 367792 h 1289813"/>
                  <a:gd name="connsiteX43" fmla="*/ 456782 w 1041109"/>
                  <a:gd name="connsiteY43" fmla="*/ 331724 h 1289813"/>
                  <a:gd name="connsiteX44" fmla="*/ 456782 w 1041109"/>
                  <a:gd name="connsiteY44" fmla="*/ 215773 h 1289813"/>
                  <a:gd name="connsiteX45" fmla="*/ 310478 w 1041109"/>
                  <a:gd name="connsiteY45" fmla="*/ 118999 h 1289813"/>
                  <a:gd name="connsiteX46" fmla="*/ 375121 w 1041109"/>
                  <a:gd name="connsiteY46" fmla="*/ 367539 h 1289813"/>
                  <a:gd name="connsiteX47" fmla="*/ 139282 w 1041109"/>
                  <a:gd name="connsiteY47" fmla="*/ 525399 h 1289813"/>
                  <a:gd name="connsiteX48" fmla="*/ 108802 w 1041109"/>
                  <a:gd name="connsiteY48" fmla="*/ 727584 h 1289813"/>
                  <a:gd name="connsiteX49" fmla="*/ 244057 w 1041109"/>
                  <a:gd name="connsiteY49" fmla="*/ 925958 h 1289813"/>
                  <a:gd name="connsiteX50" fmla="*/ 473419 w 1041109"/>
                  <a:gd name="connsiteY50" fmla="*/ 960374 h 1289813"/>
                  <a:gd name="connsiteX51" fmla="*/ 754978 w 1041109"/>
                  <a:gd name="connsiteY51" fmla="*/ 898779 h 1289813"/>
                  <a:gd name="connsiteX52" fmla="*/ 842100 w 1041109"/>
                  <a:gd name="connsiteY52" fmla="*/ 607060 h 1289813"/>
                  <a:gd name="connsiteX53" fmla="*/ 661125 w 1041109"/>
                  <a:gd name="connsiteY53" fmla="*/ 394081 h 1289813"/>
                  <a:gd name="connsiteX54" fmla="*/ 375121 w 1041109"/>
                  <a:gd name="connsiteY54" fmla="*/ 367539 h 1289813"/>
                  <a:gd name="connsiteX55" fmla="*/ 96229 w 1041109"/>
                  <a:gd name="connsiteY55" fmla="*/ 801624 h 1289813"/>
                  <a:gd name="connsiteX56" fmla="*/ 88609 w 1041109"/>
                  <a:gd name="connsiteY56" fmla="*/ 570992 h 1289813"/>
                  <a:gd name="connsiteX57" fmla="*/ 96229 w 1041109"/>
                  <a:gd name="connsiteY57" fmla="*/ 801624 h 1289813"/>
                  <a:gd name="connsiteX58" fmla="*/ 862293 w 1041109"/>
                  <a:gd name="connsiteY58" fmla="*/ 569977 h 1289813"/>
                  <a:gd name="connsiteX59" fmla="*/ 860769 w 1041109"/>
                  <a:gd name="connsiteY59" fmla="*/ 806323 h 1289813"/>
                  <a:gd name="connsiteX60" fmla="*/ 862293 w 1041109"/>
                  <a:gd name="connsiteY60" fmla="*/ 569977 h 1289813"/>
                  <a:gd name="connsiteX61" fmla="*/ 898361 w 1041109"/>
                  <a:gd name="connsiteY61" fmla="*/ 981076 h 1289813"/>
                  <a:gd name="connsiteX62" fmla="*/ 900139 w 1041109"/>
                  <a:gd name="connsiteY62" fmla="*/ 1120776 h 1289813"/>
                  <a:gd name="connsiteX63" fmla="*/ 1013423 w 1041109"/>
                  <a:gd name="connsiteY63" fmla="*/ 1051434 h 1289813"/>
                  <a:gd name="connsiteX64" fmla="*/ 898361 w 1041109"/>
                  <a:gd name="connsiteY64" fmla="*/ 981076 h 1289813"/>
                  <a:gd name="connsiteX65" fmla="*/ 742278 w 1041109"/>
                  <a:gd name="connsiteY65" fmla="*/ 998855 h 1289813"/>
                  <a:gd name="connsiteX66" fmla="*/ 777330 w 1041109"/>
                  <a:gd name="connsiteY66" fmla="*/ 1155320 h 1289813"/>
                  <a:gd name="connsiteX67" fmla="*/ 829527 w 1041109"/>
                  <a:gd name="connsiteY67" fmla="*/ 1052958 h 1289813"/>
                  <a:gd name="connsiteX68" fmla="*/ 742278 w 1041109"/>
                  <a:gd name="connsiteY68" fmla="*/ 998855 h 1289813"/>
                  <a:gd name="connsiteX0" fmla="*/ 295634 w 1041109"/>
                  <a:gd name="connsiteY0" fmla="*/ 24334 h 1192022"/>
                  <a:gd name="connsiteX1" fmla="*/ 296508 w 1041109"/>
                  <a:gd name="connsiteY1" fmla="*/ 0 h 1192022"/>
                  <a:gd name="connsiteX2" fmla="*/ 532728 w 1041109"/>
                  <a:gd name="connsiteY2" fmla="*/ 110236 h 1192022"/>
                  <a:gd name="connsiteX3" fmla="*/ 483325 w 1041109"/>
                  <a:gd name="connsiteY3" fmla="*/ 117094 h 1192022"/>
                  <a:gd name="connsiteX4" fmla="*/ 483071 w 1041109"/>
                  <a:gd name="connsiteY4" fmla="*/ 234695 h 1192022"/>
                  <a:gd name="connsiteX5" fmla="*/ 732372 w 1041109"/>
                  <a:gd name="connsiteY5" fmla="*/ 306324 h 1192022"/>
                  <a:gd name="connsiteX6" fmla="*/ 838925 w 1041109"/>
                  <a:gd name="connsiteY6" fmla="*/ 424052 h 1192022"/>
                  <a:gd name="connsiteX7" fmla="*/ 928714 w 1041109"/>
                  <a:gd name="connsiteY7" fmla="*/ 499237 h 1192022"/>
                  <a:gd name="connsiteX8" fmla="*/ 843751 w 1041109"/>
                  <a:gd name="connsiteY8" fmla="*/ 733679 h 1192022"/>
                  <a:gd name="connsiteX9" fmla="*/ 825082 w 1041109"/>
                  <a:gd name="connsiteY9" fmla="*/ 762635 h 1192022"/>
                  <a:gd name="connsiteX10" fmla="*/ 710655 w 1041109"/>
                  <a:gd name="connsiteY10" fmla="*/ 854963 h 1192022"/>
                  <a:gd name="connsiteX11" fmla="*/ 834353 w 1041109"/>
                  <a:gd name="connsiteY11" fmla="*/ 930148 h 1192022"/>
                  <a:gd name="connsiteX12" fmla="*/ 898361 w 1041109"/>
                  <a:gd name="connsiteY12" fmla="*/ 856869 h 1192022"/>
                  <a:gd name="connsiteX13" fmla="*/ 998564 w 1041109"/>
                  <a:gd name="connsiteY13" fmla="*/ 873632 h 1192022"/>
                  <a:gd name="connsiteX14" fmla="*/ 1041109 w 1041109"/>
                  <a:gd name="connsiteY14" fmla="*/ 944244 h 1192022"/>
                  <a:gd name="connsiteX15" fmla="*/ 971386 w 1041109"/>
                  <a:gd name="connsiteY15" fmla="*/ 1181862 h 1192022"/>
                  <a:gd name="connsiteX16" fmla="*/ 948145 w 1041109"/>
                  <a:gd name="connsiteY16" fmla="*/ 1184529 h 1192022"/>
                  <a:gd name="connsiteX17" fmla="*/ 1001358 w 1041109"/>
                  <a:gd name="connsiteY17" fmla="*/ 1034033 h 1192022"/>
                  <a:gd name="connsiteX18" fmla="*/ 919189 w 1041109"/>
                  <a:gd name="connsiteY18" fmla="*/ 1053592 h 1192022"/>
                  <a:gd name="connsiteX19" fmla="*/ 835115 w 1041109"/>
                  <a:gd name="connsiteY19" fmla="*/ 993775 h 1192022"/>
                  <a:gd name="connsiteX20" fmla="*/ 781775 w 1041109"/>
                  <a:gd name="connsiteY20" fmla="*/ 1178560 h 1192022"/>
                  <a:gd name="connsiteX21" fmla="*/ 779743 w 1041109"/>
                  <a:gd name="connsiteY21" fmla="*/ 1192022 h 1192022"/>
                  <a:gd name="connsiteX22" fmla="*/ 764630 w 1041109"/>
                  <a:gd name="connsiteY22" fmla="*/ 1176781 h 1192022"/>
                  <a:gd name="connsiteX23" fmla="*/ 753327 w 1041109"/>
                  <a:gd name="connsiteY23" fmla="*/ 1089660 h 1192022"/>
                  <a:gd name="connsiteX24" fmla="*/ 716497 w 1041109"/>
                  <a:gd name="connsiteY24" fmla="*/ 905510 h 1192022"/>
                  <a:gd name="connsiteX25" fmla="*/ 709512 w 1041109"/>
                  <a:gd name="connsiteY25" fmla="*/ 882142 h 1192022"/>
                  <a:gd name="connsiteX26" fmla="*/ 537935 w 1041109"/>
                  <a:gd name="connsiteY26" fmla="*/ 885951 h 1192022"/>
                  <a:gd name="connsiteX27" fmla="*/ 273648 w 1041109"/>
                  <a:gd name="connsiteY27" fmla="*/ 878586 h 1192022"/>
                  <a:gd name="connsiteX28" fmla="*/ 233516 w 1041109"/>
                  <a:gd name="connsiteY28" fmla="*/ 901826 h 1192022"/>
                  <a:gd name="connsiteX29" fmla="*/ 187415 w 1041109"/>
                  <a:gd name="connsiteY29" fmla="*/ 1181354 h 1192022"/>
                  <a:gd name="connsiteX30" fmla="*/ 162650 w 1041109"/>
                  <a:gd name="connsiteY30" fmla="*/ 1185544 h 1192022"/>
                  <a:gd name="connsiteX31" fmla="*/ 202020 w 1041109"/>
                  <a:gd name="connsiteY31" fmla="*/ 903731 h 1192022"/>
                  <a:gd name="connsiteX32" fmla="*/ 69432 w 1041109"/>
                  <a:gd name="connsiteY32" fmla="*/ 1044575 h 1192022"/>
                  <a:gd name="connsiteX33" fmla="*/ 26887 w 1041109"/>
                  <a:gd name="connsiteY33" fmla="*/ 1178051 h 1192022"/>
                  <a:gd name="connsiteX34" fmla="*/ 979 w 1041109"/>
                  <a:gd name="connsiteY34" fmla="*/ 1188338 h 1192022"/>
                  <a:gd name="connsiteX35" fmla="*/ 108040 w 1041109"/>
                  <a:gd name="connsiteY35" fmla="*/ 948181 h 1192022"/>
                  <a:gd name="connsiteX36" fmla="*/ 238342 w 1041109"/>
                  <a:gd name="connsiteY36" fmla="*/ 856487 h 1192022"/>
                  <a:gd name="connsiteX37" fmla="*/ 112358 w 1041109"/>
                  <a:gd name="connsiteY37" fmla="*/ 730885 h 1192022"/>
                  <a:gd name="connsiteX38" fmla="*/ 33745 w 1041109"/>
                  <a:gd name="connsiteY38" fmla="*/ 690244 h 1192022"/>
                  <a:gd name="connsiteX39" fmla="*/ 1868 w 1041109"/>
                  <a:gd name="connsiteY39" fmla="*/ 544449 h 1192022"/>
                  <a:gd name="connsiteX40" fmla="*/ 101563 w 1041109"/>
                  <a:gd name="connsiteY40" fmla="*/ 444373 h 1192022"/>
                  <a:gd name="connsiteX41" fmla="*/ 279617 w 1041109"/>
                  <a:gd name="connsiteY41" fmla="*/ 270001 h 1192022"/>
                  <a:gd name="connsiteX42" fmla="*/ 456782 w 1041109"/>
                  <a:gd name="connsiteY42" fmla="*/ 233933 h 1192022"/>
                  <a:gd name="connsiteX43" fmla="*/ 456782 w 1041109"/>
                  <a:gd name="connsiteY43" fmla="*/ 117982 h 1192022"/>
                  <a:gd name="connsiteX44" fmla="*/ 310478 w 1041109"/>
                  <a:gd name="connsiteY44" fmla="*/ 21208 h 1192022"/>
                  <a:gd name="connsiteX45" fmla="*/ 375121 w 1041109"/>
                  <a:gd name="connsiteY45" fmla="*/ 269748 h 1192022"/>
                  <a:gd name="connsiteX46" fmla="*/ 139282 w 1041109"/>
                  <a:gd name="connsiteY46" fmla="*/ 427608 h 1192022"/>
                  <a:gd name="connsiteX47" fmla="*/ 108802 w 1041109"/>
                  <a:gd name="connsiteY47" fmla="*/ 629793 h 1192022"/>
                  <a:gd name="connsiteX48" fmla="*/ 244057 w 1041109"/>
                  <a:gd name="connsiteY48" fmla="*/ 828167 h 1192022"/>
                  <a:gd name="connsiteX49" fmla="*/ 473419 w 1041109"/>
                  <a:gd name="connsiteY49" fmla="*/ 862583 h 1192022"/>
                  <a:gd name="connsiteX50" fmla="*/ 754978 w 1041109"/>
                  <a:gd name="connsiteY50" fmla="*/ 800988 h 1192022"/>
                  <a:gd name="connsiteX51" fmla="*/ 842100 w 1041109"/>
                  <a:gd name="connsiteY51" fmla="*/ 509269 h 1192022"/>
                  <a:gd name="connsiteX52" fmla="*/ 661125 w 1041109"/>
                  <a:gd name="connsiteY52" fmla="*/ 296290 h 1192022"/>
                  <a:gd name="connsiteX53" fmla="*/ 375121 w 1041109"/>
                  <a:gd name="connsiteY53" fmla="*/ 269748 h 1192022"/>
                  <a:gd name="connsiteX54" fmla="*/ 96229 w 1041109"/>
                  <a:gd name="connsiteY54" fmla="*/ 703833 h 1192022"/>
                  <a:gd name="connsiteX55" fmla="*/ 88609 w 1041109"/>
                  <a:gd name="connsiteY55" fmla="*/ 473201 h 1192022"/>
                  <a:gd name="connsiteX56" fmla="*/ 96229 w 1041109"/>
                  <a:gd name="connsiteY56" fmla="*/ 703833 h 1192022"/>
                  <a:gd name="connsiteX57" fmla="*/ 862293 w 1041109"/>
                  <a:gd name="connsiteY57" fmla="*/ 472186 h 1192022"/>
                  <a:gd name="connsiteX58" fmla="*/ 860769 w 1041109"/>
                  <a:gd name="connsiteY58" fmla="*/ 708532 h 1192022"/>
                  <a:gd name="connsiteX59" fmla="*/ 862293 w 1041109"/>
                  <a:gd name="connsiteY59" fmla="*/ 472186 h 1192022"/>
                  <a:gd name="connsiteX60" fmla="*/ 898361 w 1041109"/>
                  <a:gd name="connsiteY60" fmla="*/ 883285 h 1192022"/>
                  <a:gd name="connsiteX61" fmla="*/ 900139 w 1041109"/>
                  <a:gd name="connsiteY61" fmla="*/ 1022985 h 1192022"/>
                  <a:gd name="connsiteX62" fmla="*/ 1013423 w 1041109"/>
                  <a:gd name="connsiteY62" fmla="*/ 953643 h 1192022"/>
                  <a:gd name="connsiteX63" fmla="*/ 898361 w 1041109"/>
                  <a:gd name="connsiteY63" fmla="*/ 883285 h 1192022"/>
                  <a:gd name="connsiteX64" fmla="*/ 742278 w 1041109"/>
                  <a:gd name="connsiteY64" fmla="*/ 901064 h 1192022"/>
                  <a:gd name="connsiteX65" fmla="*/ 777330 w 1041109"/>
                  <a:gd name="connsiteY65" fmla="*/ 1057529 h 1192022"/>
                  <a:gd name="connsiteX66" fmla="*/ 829527 w 1041109"/>
                  <a:gd name="connsiteY66" fmla="*/ 955167 h 1192022"/>
                  <a:gd name="connsiteX67" fmla="*/ 742278 w 1041109"/>
                  <a:gd name="connsiteY67" fmla="*/ 901064 h 1192022"/>
                  <a:gd name="connsiteX0" fmla="*/ 295634 w 1041109"/>
                  <a:gd name="connsiteY0" fmla="*/ 24334 h 1192022"/>
                  <a:gd name="connsiteX1" fmla="*/ 296508 w 1041109"/>
                  <a:gd name="connsiteY1" fmla="*/ 0 h 1192022"/>
                  <a:gd name="connsiteX2" fmla="*/ 532728 w 1041109"/>
                  <a:gd name="connsiteY2" fmla="*/ 110236 h 1192022"/>
                  <a:gd name="connsiteX3" fmla="*/ 483325 w 1041109"/>
                  <a:gd name="connsiteY3" fmla="*/ 117094 h 1192022"/>
                  <a:gd name="connsiteX4" fmla="*/ 483071 w 1041109"/>
                  <a:gd name="connsiteY4" fmla="*/ 234695 h 1192022"/>
                  <a:gd name="connsiteX5" fmla="*/ 732372 w 1041109"/>
                  <a:gd name="connsiteY5" fmla="*/ 306324 h 1192022"/>
                  <a:gd name="connsiteX6" fmla="*/ 838925 w 1041109"/>
                  <a:gd name="connsiteY6" fmla="*/ 424052 h 1192022"/>
                  <a:gd name="connsiteX7" fmla="*/ 928714 w 1041109"/>
                  <a:gd name="connsiteY7" fmla="*/ 499237 h 1192022"/>
                  <a:gd name="connsiteX8" fmla="*/ 843751 w 1041109"/>
                  <a:gd name="connsiteY8" fmla="*/ 733679 h 1192022"/>
                  <a:gd name="connsiteX9" fmla="*/ 825082 w 1041109"/>
                  <a:gd name="connsiteY9" fmla="*/ 762635 h 1192022"/>
                  <a:gd name="connsiteX10" fmla="*/ 710655 w 1041109"/>
                  <a:gd name="connsiteY10" fmla="*/ 854963 h 1192022"/>
                  <a:gd name="connsiteX11" fmla="*/ 834353 w 1041109"/>
                  <a:gd name="connsiteY11" fmla="*/ 930148 h 1192022"/>
                  <a:gd name="connsiteX12" fmla="*/ 898361 w 1041109"/>
                  <a:gd name="connsiteY12" fmla="*/ 856869 h 1192022"/>
                  <a:gd name="connsiteX13" fmla="*/ 998564 w 1041109"/>
                  <a:gd name="connsiteY13" fmla="*/ 873632 h 1192022"/>
                  <a:gd name="connsiteX14" fmla="*/ 1041109 w 1041109"/>
                  <a:gd name="connsiteY14" fmla="*/ 944244 h 1192022"/>
                  <a:gd name="connsiteX15" fmla="*/ 971386 w 1041109"/>
                  <a:gd name="connsiteY15" fmla="*/ 1181862 h 1192022"/>
                  <a:gd name="connsiteX16" fmla="*/ 948145 w 1041109"/>
                  <a:gd name="connsiteY16" fmla="*/ 1184529 h 1192022"/>
                  <a:gd name="connsiteX17" fmla="*/ 1001358 w 1041109"/>
                  <a:gd name="connsiteY17" fmla="*/ 1034033 h 1192022"/>
                  <a:gd name="connsiteX18" fmla="*/ 919189 w 1041109"/>
                  <a:gd name="connsiteY18" fmla="*/ 1053592 h 1192022"/>
                  <a:gd name="connsiteX19" fmla="*/ 835115 w 1041109"/>
                  <a:gd name="connsiteY19" fmla="*/ 993775 h 1192022"/>
                  <a:gd name="connsiteX20" fmla="*/ 781775 w 1041109"/>
                  <a:gd name="connsiteY20" fmla="*/ 1178560 h 1192022"/>
                  <a:gd name="connsiteX21" fmla="*/ 779743 w 1041109"/>
                  <a:gd name="connsiteY21" fmla="*/ 1192022 h 1192022"/>
                  <a:gd name="connsiteX22" fmla="*/ 764630 w 1041109"/>
                  <a:gd name="connsiteY22" fmla="*/ 1176781 h 1192022"/>
                  <a:gd name="connsiteX23" fmla="*/ 753327 w 1041109"/>
                  <a:gd name="connsiteY23" fmla="*/ 1089660 h 1192022"/>
                  <a:gd name="connsiteX24" fmla="*/ 716497 w 1041109"/>
                  <a:gd name="connsiteY24" fmla="*/ 905510 h 1192022"/>
                  <a:gd name="connsiteX25" fmla="*/ 709512 w 1041109"/>
                  <a:gd name="connsiteY25" fmla="*/ 882142 h 1192022"/>
                  <a:gd name="connsiteX26" fmla="*/ 537935 w 1041109"/>
                  <a:gd name="connsiteY26" fmla="*/ 885951 h 1192022"/>
                  <a:gd name="connsiteX27" fmla="*/ 273648 w 1041109"/>
                  <a:gd name="connsiteY27" fmla="*/ 878586 h 1192022"/>
                  <a:gd name="connsiteX28" fmla="*/ 233516 w 1041109"/>
                  <a:gd name="connsiteY28" fmla="*/ 901826 h 1192022"/>
                  <a:gd name="connsiteX29" fmla="*/ 187415 w 1041109"/>
                  <a:gd name="connsiteY29" fmla="*/ 1181354 h 1192022"/>
                  <a:gd name="connsiteX30" fmla="*/ 162650 w 1041109"/>
                  <a:gd name="connsiteY30" fmla="*/ 1185544 h 1192022"/>
                  <a:gd name="connsiteX31" fmla="*/ 202020 w 1041109"/>
                  <a:gd name="connsiteY31" fmla="*/ 903731 h 1192022"/>
                  <a:gd name="connsiteX32" fmla="*/ 69432 w 1041109"/>
                  <a:gd name="connsiteY32" fmla="*/ 1044575 h 1192022"/>
                  <a:gd name="connsiteX33" fmla="*/ 26887 w 1041109"/>
                  <a:gd name="connsiteY33" fmla="*/ 1178051 h 1192022"/>
                  <a:gd name="connsiteX34" fmla="*/ 979 w 1041109"/>
                  <a:gd name="connsiteY34" fmla="*/ 1188338 h 1192022"/>
                  <a:gd name="connsiteX35" fmla="*/ 108040 w 1041109"/>
                  <a:gd name="connsiteY35" fmla="*/ 948181 h 1192022"/>
                  <a:gd name="connsiteX36" fmla="*/ 238342 w 1041109"/>
                  <a:gd name="connsiteY36" fmla="*/ 856487 h 1192022"/>
                  <a:gd name="connsiteX37" fmla="*/ 112358 w 1041109"/>
                  <a:gd name="connsiteY37" fmla="*/ 730885 h 1192022"/>
                  <a:gd name="connsiteX38" fmla="*/ 33745 w 1041109"/>
                  <a:gd name="connsiteY38" fmla="*/ 690244 h 1192022"/>
                  <a:gd name="connsiteX39" fmla="*/ 1868 w 1041109"/>
                  <a:gd name="connsiteY39" fmla="*/ 544449 h 1192022"/>
                  <a:gd name="connsiteX40" fmla="*/ 101563 w 1041109"/>
                  <a:gd name="connsiteY40" fmla="*/ 444373 h 1192022"/>
                  <a:gd name="connsiteX41" fmla="*/ 279617 w 1041109"/>
                  <a:gd name="connsiteY41" fmla="*/ 270001 h 1192022"/>
                  <a:gd name="connsiteX42" fmla="*/ 456782 w 1041109"/>
                  <a:gd name="connsiteY42" fmla="*/ 233933 h 1192022"/>
                  <a:gd name="connsiteX43" fmla="*/ 456782 w 1041109"/>
                  <a:gd name="connsiteY43" fmla="*/ 117982 h 1192022"/>
                  <a:gd name="connsiteX44" fmla="*/ 375121 w 1041109"/>
                  <a:gd name="connsiteY44" fmla="*/ 269748 h 1192022"/>
                  <a:gd name="connsiteX45" fmla="*/ 139282 w 1041109"/>
                  <a:gd name="connsiteY45" fmla="*/ 427608 h 1192022"/>
                  <a:gd name="connsiteX46" fmla="*/ 108802 w 1041109"/>
                  <a:gd name="connsiteY46" fmla="*/ 629793 h 1192022"/>
                  <a:gd name="connsiteX47" fmla="*/ 244057 w 1041109"/>
                  <a:gd name="connsiteY47" fmla="*/ 828167 h 1192022"/>
                  <a:gd name="connsiteX48" fmla="*/ 473419 w 1041109"/>
                  <a:gd name="connsiteY48" fmla="*/ 862583 h 1192022"/>
                  <a:gd name="connsiteX49" fmla="*/ 754978 w 1041109"/>
                  <a:gd name="connsiteY49" fmla="*/ 800988 h 1192022"/>
                  <a:gd name="connsiteX50" fmla="*/ 842100 w 1041109"/>
                  <a:gd name="connsiteY50" fmla="*/ 509269 h 1192022"/>
                  <a:gd name="connsiteX51" fmla="*/ 661125 w 1041109"/>
                  <a:gd name="connsiteY51" fmla="*/ 296290 h 1192022"/>
                  <a:gd name="connsiteX52" fmla="*/ 375121 w 1041109"/>
                  <a:gd name="connsiteY52" fmla="*/ 269748 h 1192022"/>
                  <a:gd name="connsiteX53" fmla="*/ 96229 w 1041109"/>
                  <a:gd name="connsiteY53" fmla="*/ 703833 h 1192022"/>
                  <a:gd name="connsiteX54" fmla="*/ 88609 w 1041109"/>
                  <a:gd name="connsiteY54" fmla="*/ 473201 h 1192022"/>
                  <a:gd name="connsiteX55" fmla="*/ 96229 w 1041109"/>
                  <a:gd name="connsiteY55" fmla="*/ 703833 h 1192022"/>
                  <a:gd name="connsiteX56" fmla="*/ 862293 w 1041109"/>
                  <a:gd name="connsiteY56" fmla="*/ 472186 h 1192022"/>
                  <a:gd name="connsiteX57" fmla="*/ 860769 w 1041109"/>
                  <a:gd name="connsiteY57" fmla="*/ 708532 h 1192022"/>
                  <a:gd name="connsiteX58" fmla="*/ 862293 w 1041109"/>
                  <a:gd name="connsiteY58" fmla="*/ 472186 h 1192022"/>
                  <a:gd name="connsiteX59" fmla="*/ 898361 w 1041109"/>
                  <a:gd name="connsiteY59" fmla="*/ 883285 h 1192022"/>
                  <a:gd name="connsiteX60" fmla="*/ 900139 w 1041109"/>
                  <a:gd name="connsiteY60" fmla="*/ 1022985 h 1192022"/>
                  <a:gd name="connsiteX61" fmla="*/ 1013423 w 1041109"/>
                  <a:gd name="connsiteY61" fmla="*/ 953643 h 1192022"/>
                  <a:gd name="connsiteX62" fmla="*/ 898361 w 1041109"/>
                  <a:gd name="connsiteY62" fmla="*/ 883285 h 1192022"/>
                  <a:gd name="connsiteX63" fmla="*/ 742278 w 1041109"/>
                  <a:gd name="connsiteY63" fmla="*/ 901064 h 1192022"/>
                  <a:gd name="connsiteX64" fmla="*/ 777330 w 1041109"/>
                  <a:gd name="connsiteY64" fmla="*/ 1057529 h 1192022"/>
                  <a:gd name="connsiteX65" fmla="*/ 829527 w 1041109"/>
                  <a:gd name="connsiteY65" fmla="*/ 955167 h 1192022"/>
                  <a:gd name="connsiteX66" fmla="*/ 742278 w 1041109"/>
                  <a:gd name="connsiteY66" fmla="*/ 901064 h 1192022"/>
                  <a:gd name="connsiteX0" fmla="*/ 295634 w 1041109"/>
                  <a:gd name="connsiteY0" fmla="*/ 0 h 1167688"/>
                  <a:gd name="connsiteX1" fmla="*/ 532728 w 1041109"/>
                  <a:gd name="connsiteY1" fmla="*/ 85902 h 1167688"/>
                  <a:gd name="connsiteX2" fmla="*/ 483325 w 1041109"/>
                  <a:gd name="connsiteY2" fmla="*/ 92760 h 1167688"/>
                  <a:gd name="connsiteX3" fmla="*/ 483071 w 1041109"/>
                  <a:gd name="connsiteY3" fmla="*/ 210361 h 1167688"/>
                  <a:gd name="connsiteX4" fmla="*/ 732372 w 1041109"/>
                  <a:gd name="connsiteY4" fmla="*/ 281990 h 1167688"/>
                  <a:gd name="connsiteX5" fmla="*/ 838925 w 1041109"/>
                  <a:gd name="connsiteY5" fmla="*/ 399718 h 1167688"/>
                  <a:gd name="connsiteX6" fmla="*/ 928714 w 1041109"/>
                  <a:gd name="connsiteY6" fmla="*/ 474903 h 1167688"/>
                  <a:gd name="connsiteX7" fmla="*/ 843751 w 1041109"/>
                  <a:gd name="connsiteY7" fmla="*/ 709345 h 1167688"/>
                  <a:gd name="connsiteX8" fmla="*/ 825082 w 1041109"/>
                  <a:gd name="connsiteY8" fmla="*/ 738301 h 1167688"/>
                  <a:gd name="connsiteX9" fmla="*/ 710655 w 1041109"/>
                  <a:gd name="connsiteY9" fmla="*/ 830629 h 1167688"/>
                  <a:gd name="connsiteX10" fmla="*/ 834353 w 1041109"/>
                  <a:gd name="connsiteY10" fmla="*/ 905814 h 1167688"/>
                  <a:gd name="connsiteX11" fmla="*/ 898361 w 1041109"/>
                  <a:gd name="connsiteY11" fmla="*/ 832535 h 1167688"/>
                  <a:gd name="connsiteX12" fmla="*/ 998564 w 1041109"/>
                  <a:gd name="connsiteY12" fmla="*/ 849298 h 1167688"/>
                  <a:gd name="connsiteX13" fmla="*/ 1041109 w 1041109"/>
                  <a:gd name="connsiteY13" fmla="*/ 919910 h 1167688"/>
                  <a:gd name="connsiteX14" fmla="*/ 971386 w 1041109"/>
                  <a:gd name="connsiteY14" fmla="*/ 1157528 h 1167688"/>
                  <a:gd name="connsiteX15" fmla="*/ 948145 w 1041109"/>
                  <a:gd name="connsiteY15" fmla="*/ 1160195 h 1167688"/>
                  <a:gd name="connsiteX16" fmla="*/ 1001358 w 1041109"/>
                  <a:gd name="connsiteY16" fmla="*/ 1009699 h 1167688"/>
                  <a:gd name="connsiteX17" fmla="*/ 919189 w 1041109"/>
                  <a:gd name="connsiteY17" fmla="*/ 1029258 h 1167688"/>
                  <a:gd name="connsiteX18" fmla="*/ 835115 w 1041109"/>
                  <a:gd name="connsiteY18" fmla="*/ 969441 h 1167688"/>
                  <a:gd name="connsiteX19" fmla="*/ 781775 w 1041109"/>
                  <a:gd name="connsiteY19" fmla="*/ 1154226 h 1167688"/>
                  <a:gd name="connsiteX20" fmla="*/ 779743 w 1041109"/>
                  <a:gd name="connsiteY20" fmla="*/ 1167688 h 1167688"/>
                  <a:gd name="connsiteX21" fmla="*/ 764630 w 1041109"/>
                  <a:gd name="connsiteY21" fmla="*/ 1152447 h 1167688"/>
                  <a:gd name="connsiteX22" fmla="*/ 753327 w 1041109"/>
                  <a:gd name="connsiteY22" fmla="*/ 1065326 h 1167688"/>
                  <a:gd name="connsiteX23" fmla="*/ 716497 w 1041109"/>
                  <a:gd name="connsiteY23" fmla="*/ 881176 h 1167688"/>
                  <a:gd name="connsiteX24" fmla="*/ 709512 w 1041109"/>
                  <a:gd name="connsiteY24" fmla="*/ 857808 h 1167688"/>
                  <a:gd name="connsiteX25" fmla="*/ 537935 w 1041109"/>
                  <a:gd name="connsiteY25" fmla="*/ 861617 h 1167688"/>
                  <a:gd name="connsiteX26" fmla="*/ 273648 w 1041109"/>
                  <a:gd name="connsiteY26" fmla="*/ 854252 h 1167688"/>
                  <a:gd name="connsiteX27" fmla="*/ 233516 w 1041109"/>
                  <a:gd name="connsiteY27" fmla="*/ 877492 h 1167688"/>
                  <a:gd name="connsiteX28" fmla="*/ 187415 w 1041109"/>
                  <a:gd name="connsiteY28" fmla="*/ 1157020 h 1167688"/>
                  <a:gd name="connsiteX29" fmla="*/ 162650 w 1041109"/>
                  <a:gd name="connsiteY29" fmla="*/ 1161210 h 1167688"/>
                  <a:gd name="connsiteX30" fmla="*/ 202020 w 1041109"/>
                  <a:gd name="connsiteY30" fmla="*/ 879397 h 1167688"/>
                  <a:gd name="connsiteX31" fmla="*/ 69432 w 1041109"/>
                  <a:gd name="connsiteY31" fmla="*/ 1020241 h 1167688"/>
                  <a:gd name="connsiteX32" fmla="*/ 26887 w 1041109"/>
                  <a:gd name="connsiteY32" fmla="*/ 1153717 h 1167688"/>
                  <a:gd name="connsiteX33" fmla="*/ 979 w 1041109"/>
                  <a:gd name="connsiteY33" fmla="*/ 1164004 h 1167688"/>
                  <a:gd name="connsiteX34" fmla="*/ 108040 w 1041109"/>
                  <a:gd name="connsiteY34" fmla="*/ 923847 h 1167688"/>
                  <a:gd name="connsiteX35" fmla="*/ 238342 w 1041109"/>
                  <a:gd name="connsiteY35" fmla="*/ 832153 h 1167688"/>
                  <a:gd name="connsiteX36" fmla="*/ 112358 w 1041109"/>
                  <a:gd name="connsiteY36" fmla="*/ 706551 h 1167688"/>
                  <a:gd name="connsiteX37" fmla="*/ 33745 w 1041109"/>
                  <a:gd name="connsiteY37" fmla="*/ 665910 h 1167688"/>
                  <a:gd name="connsiteX38" fmla="*/ 1868 w 1041109"/>
                  <a:gd name="connsiteY38" fmla="*/ 520115 h 1167688"/>
                  <a:gd name="connsiteX39" fmla="*/ 101563 w 1041109"/>
                  <a:gd name="connsiteY39" fmla="*/ 420039 h 1167688"/>
                  <a:gd name="connsiteX40" fmla="*/ 279617 w 1041109"/>
                  <a:gd name="connsiteY40" fmla="*/ 245667 h 1167688"/>
                  <a:gd name="connsiteX41" fmla="*/ 456782 w 1041109"/>
                  <a:gd name="connsiteY41" fmla="*/ 209599 h 1167688"/>
                  <a:gd name="connsiteX42" fmla="*/ 456782 w 1041109"/>
                  <a:gd name="connsiteY42" fmla="*/ 93648 h 1167688"/>
                  <a:gd name="connsiteX43" fmla="*/ 375121 w 1041109"/>
                  <a:gd name="connsiteY43" fmla="*/ 245414 h 1167688"/>
                  <a:gd name="connsiteX44" fmla="*/ 139282 w 1041109"/>
                  <a:gd name="connsiteY44" fmla="*/ 403274 h 1167688"/>
                  <a:gd name="connsiteX45" fmla="*/ 108802 w 1041109"/>
                  <a:gd name="connsiteY45" fmla="*/ 605459 h 1167688"/>
                  <a:gd name="connsiteX46" fmla="*/ 244057 w 1041109"/>
                  <a:gd name="connsiteY46" fmla="*/ 803833 h 1167688"/>
                  <a:gd name="connsiteX47" fmla="*/ 473419 w 1041109"/>
                  <a:gd name="connsiteY47" fmla="*/ 838249 h 1167688"/>
                  <a:gd name="connsiteX48" fmla="*/ 754978 w 1041109"/>
                  <a:gd name="connsiteY48" fmla="*/ 776654 h 1167688"/>
                  <a:gd name="connsiteX49" fmla="*/ 842100 w 1041109"/>
                  <a:gd name="connsiteY49" fmla="*/ 484935 h 1167688"/>
                  <a:gd name="connsiteX50" fmla="*/ 661125 w 1041109"/>
                  <a:gd name="connsiteY50" fmla="*/ 271956 h 1167688"/>
                  <a:gd name="connsiteX51" fmla="*/ 375121 w 1041109"/>
                  <a:gd name="connsiteY51" fmla="*/ 245414 h 1167688"/>
                  <a:gd name="connsiteX52" fmla="*/ 96229 w 1041109"/>
                  <a:gd name="connsiteY52" fmla="*/ 679499 h 1167688"/>
                  <a:gd name="connsiteX53" fmla="*/ 88609 w 1041109"/>
                  <a:gd name="connsiteY53" fmla="*/ 448867 h 1167688"/>
                  <a:gd name="connsiteX54" fmla="*/ 96229 w 1041109"/>
                  <a:gd name="connsiteY54" fmla="*/ 679499 h 1167688"/>
                  <a:gd name="connsiteX55" fmla="*/ 862293 w 1041109"/>
                  <a:gd name="connsiteY55" fmla="*/ 447852 h 1167688"/>
                  <a:gd name="connsiteX56" fmla="*/ 860769 w 1041109"/>
                  <a:gd name="connsiteY56" fmla="*/ 684198 h 1167688"/>
                  <a:gd name="connsiteX57" fmla="*/ 862293 w 1041109"/>
                  <a:gd name="connsiteY57" fmla="*/ 447852 h 1167688"/>
                  <a:gd name="connsiteX58" fmla="*/ 898361 w 1041109"/>
                  <a:gd name="connsiteY58" fmla="*/ 858951 h 1167688"/>
                  <a:gd name="connsiteX59" fmla="*/ 900139 w 1041109"/>
                  <a:gd name="connsiteY59" fmla="*/ 998651 h 1167688"/>
                  <a:gd name="connsiteX60" fmla="*/ 1013423 w 1041109"/>
                  <a:gd name="connsiteY60" fmla="*/ 929309 h 1167688"/>
                  <a:gd name="connsiteX61" fmla="*/ 898361 w 1041109"/>
                  <a:gd name="connsiteY61" fmla="*/ 858951 h 1167688"/>
                  <a:gd name="connsiteX62" fmla="*/ 742278 w 1041109"/>
                  <a:gd name="connsiteY62" fmla="*/ 876730 h 1167688"/>
                  <a:gd name="connsiteX63" fmla="*/ 777330 w 1041109"/>
                  <a:gd name="connsiteY63" fmla="*/ 1033195 h 1167688"/>
                  <a:gd name="connsiteX64" fmla="*/ 829527 w 1041109"/>
                  <a:gd name="connsiteY64" fmla="*/ 930833 h 1167688"/>
                  <a:gd name="connsiteX65" fmla="*/ 742278 w 1041109"/>
                  <a:gd name="connsiteY65" fmla="*/ 876730 h 1167688"/>
                  <a:gd name="connsiteX0" fmla="*/ 532728 w 1041109"/>
                  <a:gd name="connsiteY0" fmla="*/ 0 h 1081786"/>
                  <a:gd name="connsiteX1" fmla="*/ 483325 w 1041109"/>
                  <a:gd name="connsiteY1" fmla="*/ 6858 h 1081786"/>
                  <a:gd name="connsiteX2" fmla="*/ 483071 w 1041109"/>
                  <a:gd name="connsiteY2" fmla="*/ 124459 h 1081786"/>
                  <a:gd name="connsiteX3" fmla="*/ 732372 w 1041109"/>
                  <a:gd name="connsiteY3" fmla="*/ 196088 h 1081786"/>
                  <a:gd name="connsiteX4" fmla="*/ 838925 w 1041109"/>
                  <a:gd name="connsiteY4" fmla="*/ 313816 h 1081786"/>
                  <a:gd name="connsiteX5" fmla="*/ 928714 w 1041109"/>
                  <a:gd name="connsiteY5" fmla="*/ 389001 h 1081786"/>
                  <a:gd name="connsiteX6" fmla="*/ 843751 w 1041109"/>
                  <a:gd name="connsiteY6" fmla="*/ 623443 h 1081786"/>
                  <a:gd name="connsiteX7" fmla="*/ 825082 w 1041109"/>
                  <a:gd name="connsiteY7" fmla="*/ 652399 h 1081786"/>
                  <a:gd name="connsiteX8" fmla="*/ 710655 w 1041109"/>
                  <a:gd name="connsiteY8" fmla="*/ 744727 h 1081786"/>
                  <a:gd name="connsiteX9" fmla="*/ 834353 w 1041109"/>
                  <a:gd name="connsiteY9" fmla="*/ 819912 h 1081786"/>
                  <a:gd name="connsiteX10" fmla="*/ 898361 w 1041109"/>
                  <a:gd name="connsiteY10" fmla="*/ 746633 h 1081786"/>
                  <a:gd name="connsiteX11" fmla="*/ 998564 w 1041109"/>
                  <a:gd name="connsiteY11" fmla="*/ 763396 h 1081786"/>
                  <a:gd name="connsiteX12" fmla="*/ 1041109 w 1041109"/>
                  <a:gd name="connsiteY12" fmla="*/ 834008 h 1081786"/>
                  <a:gd name="connsiteX13" fmla="*/ 971386 w 1041109"/>
                  <a:gd name="connsiteY13" fmla="*/ 1071626 h 1081786"/>
                  <a:gd name="connsiteX14" fmla="*/ 948145 w 1041109"/>
                  <a:gd name="connsiteY14" fmla="*/ 1074293 h 1081786"/>
                  <a:gd name="connsiteX15" fmla="*/ 1001358 w 1041109"/>
                  <a:gd name="connsiteY15" fmla="*/ 923797 h 1081786"/>
                  <a:gd name="connsiteX16" fmla="*/ 919189 w 1041109"/>
                  <a:gd name="connsiteY16" fmla="*/ 943356 h 1081786"/>
                  <a:gd name="connsiteX17" fmla="*/ 835115 w 1041109"/>
                  <a:gd name="connsiteY17" fmla="*/ 883539 h 1081786"/>
                  <a:gd name="connsiteX18" fmla="*/ 781775 w 1041109"/>
                  <a:gd name="connsiteY18" fmla="*/ 1068324 h 1081786"/>
                  <a:gd name="connsiteX19" fmla="*/ 779743 w 1041109"/>
                  <a:gd name="connsiteY19" fmla="*/ 1081786 h 1081786"/>
                  <a:gd name="connsiteX20" fmla="*/ 764630 w 1041109"/>
                  <a:gd name="connsiteY20" fmla="*/ 1066545 h 1081786"/>
                  <a:gd name="connsiteX21" fmla="*/ 753327 w 1041109"/>
                  <a:gd name="connsiteY21" fmla="*/ 979424 h 1081786"/>
                  <a:gd name="connsiteX22" fmla="*/ 716497 w 1041109"/>
                  <a:gd name="connsiteY22" fmla="*/ 795274 h 1081786"/>
                  <a:gd name="connsiteX23" fmla="*/ 709512 w 1041109"/>
                  <a:gd name="connsiteY23" fmla="*/ 771906 h 1081786"/>
                  <a:gd name="connsiteX24" fmla="*/ 537935 w 1041109"/>
                  <a:gd name="connsiteY24" fmla="*/ 775715 h 1081786"/>
                  <a:gd name="connsiteX25" fmla="*/ 273648 w 1041109"/>
                  <a:gd name="connsiteY25" fmla="*/ 768350 h 1081786"/>
                  <a:gd name="connsiteX26" fmla="*/ 233516 w 1041109"/>
                  <a:gd name="connsiteY26" fmla="*/ 791590 h 1081786"/>
                  <a:gd name="connsiteX27" fmla="*/ 187415 w 1041109"/>
                  <a:gd name="connsiteY27" fmla="*/ 1071118 h 1081786"/>
                  <a:gd name="connsiteX28" fmla="*/ 162650 w 1041109"/>
                  <a:gd name="connsiteY28" fmla="*/ 1075308 h 1081786"/>
                  <a:gd name="connsiteX29" fmla="*/ 202020 w 1041109"/>
                  <a:gd name="connsiteY29" fmla="*/ 793495 h 1081786"/>
                  <a:gd name="connsiteX30" fmla="*/ 69432 w 1041109"/>
                  <a:gd name="connsiteY30" fmla="*/ 934339 h 1081786"/>
                  <a:gd name="connsiteX31" fmla="*/ 26887 w 1041109"/>
                  <a:gd name="connsiteY31" fmla="*/ 1067815 h 1081786"/>
                  <a:gd name="connsiteX32" fmla="*/ 979 w 1041109"/>
                  <a:gd name="connsiteY32" fmla="*/ 1078102 h 1081786"/>
                  <a:gd name="connsiteX33" fmla="*/ 108040 w 1041109"/>
                  <a:gd name="connsiteY33" fmla="*/ 837945 h 1081786"/>
                  <a:gd name="connsiteX34" fmla="*/ 238342 w 1041109"/>
                  <a:gd name="connsiteY34" fmla="*/ 746251 h 1081786"/>
                  <a:gd name="connsiteX35" fmla="*/ 112358 w 1041109"/>
                  <a:gd name="connsiteY35" fmla="*/ 620649 h 1081786"/>
                  <a:gd name="connsiteX36" fmla="*/ 33745 w 1041109"/>
                  <a:gd name="connsiteY36" fmla="*/ 580008 h 1081786"/>
                  <a:gd name="connsiteX37" fmla="*/ 1868 w 1041109"/>
                  <a:gd name="connsiteY37" fmla="*/ 434213 h 1081786"/>
                  <a:gd name="connsiteX38" fmla="*/ 101563 w 1041109"/>
                  <a:gd name="connsiteY38" fmla="*/ 334137 h 1081786"/>
                  <a:gd name="connsiteX39" fmla="*/ 279617 w 1041109"/>
                  <a:gd name="connsiteY39" fmla="*/ 159765 h 1081786"/>
                  <a:gd name="connsiteX40" fmla="*/ 456782 w 1041109"/>
                  <a:gd name="connsiteY40" fmla="*/ 123697 h 1081786"/>
                  <a:gd name="connsiteX41" fmla="*/ 456782 w 1041109"/>
                  <a:gd name="connsiteY41" fmla="*/ 7746 h 1081786"/>
                  <a:gd name="connsiteX42" fmla="*/ 375121 w 1041109"/>
                  <a:gd name="connsiteY42" fmla="*/ 159512 h 1081786"/>
                  <a:gd name="connsiteX43" fmla="*/ 139282 w 1041109"/>
                  <a:gd name="connsiteY43" fmla="*/ 317372 h 1081786"/>
                  <a:gd name="connsiteX44" fmla="*/ 108802 w 1041109"/>
                  <a:gd name="connsiteY44" fmla="*/ 519557 h 1081786"/>
                  <a:gd name="connsiteX45" fmla="*/ 244057 w 1041109"/>
                  <a:gd name="connsiteY45" fmla="*/ 717931 h 1081786"/>
                  <a:gd name="connsiteX46" fmla="*/ 473419 w 1041109"/>
                  <a:gd name="connsiteY46" fmla="*/ 752347 h 1081786"/>
                  <a:gd name="connsiteX47" fmla="*/ 754978 w 1041109"/>
                  <a:gd name="connsiteY47" fmla="*/ 690752 h 1081786"/>
                  <a:gd name="connsiteX48" fmla="*/ 842100 w 1041109"/>
                  <a:gd name="connsiteY48" fmla="*/ 399033 h 1081786"/>
                  <a:gd name="connsiteX49" fmla="*/ 661125 w 1041109"/>
                  <a:gd name="connsiteY49" fmla="*/ 186054 h 1081786"/>
                  <a:gd name="connsiteX50" fmla="*/ 375121 w 1041109"/>
                  <a:gd name="connsiteY50" fmla="*/ 159512 h 1081786"/>
                  <a:gd name="connsiteX51" fmla="*/ 96229 w 1041109"/>
                  <a:gd name="connsiteY51" fmla="*/ 593597 h 1081786"/>
                  <a:gd name="connsiteX52" fmla="*/ 88609 w 1041109"/>
                  <a:gd name="connsiteY52" fmla="*/ 362965 h 1081786"/>
                  <a:gd name="connsiteX53" fmla="*/ 96229 w 1041109"/>
                  <a:gd name="connsiteY53" fmla="*/ 593597 h 1081786"/>
                  <a:gd name="connsiteX54" fmla="*/ 862293 w 1041109"/>
                  <a:gd name="connsiteY54" fmla="*/ 361950 h 1081786"/>
                  <a:gd name="connsiteX55" fmla="*/ 860769 w 1041109"/>
                  <a:gd name="connsiteY55" fmla="*/ 598296 h 1081786"/>
                  <a:gd name="connsiteX56" fmla="*/ 862293 w 1041109"/>
                  <a:gd name="connsiteY56" fmla="*/ 361950 h 1081786"/>
                  <a:gd name="connsiteX57" fmla="*/ 898361 w 1041109"/>
                  <a:gd name="connsiteY57" fmla="*/ 773049 h 1081786"/>
                  <a:gd name="connsiteX58" fmla="*/ 900139 w 1041109"/>
                  <a:gd name="connsiteY58" fmla="*/ 912749 h 1081786"/>
                  <a:gd name="connsiteX59" fmla="*/ 1013423 w 1041109"/>
                  <a:gd name="connsiteY59" fmla="*/ 843407 h 1081786"/>
                  <a:gd name="connsiteX60" fmla="*/ 898361 w 1041109"/>
                  <a:gd name="connsiteY60" fmla="*/ 773049 h 1081786"/>
                  <a:gd name="connsiteX61" fmla="*/ 742278 w 1041109"/>
                  <a:gd name="connsiteY61" fmla="*/ 790828 h 1081786"/>
                  <a:gd name="connsiteX62" fmla="*/ 777330 w 1041109"/>
                  <a:gd name="connsiteY62" fmla="*/ 947293 h 1081786"/>
                  <a:gd name="connsiteX63" fmla="*/ 829527 w 1041109"/>
                  <a:gd name="connsiteY63" fmla="*/ 844931 h 1081786"/>
                  <a:gd name="connsiteX64" fmla="*/ 742278 w 1041109"/>
                  <a:gd name="connsiteY64" fmla="*/ 790828 h 1081786"/>
                  <a:gd name="connsiteX0" fmla="*/ 483325 w 1041109"/>
                  <a:gd name="connsiteY0" fmla="*/ 0 h 1074928"/>
                  <a:gd name="connsiteX1" fmla="*/ 483071 w 1041109"/>
                  <a:gd name="connsiteY1" fmla="*/ 117601 h 1074928"/>
                  <a:gd name="connsiteX2" fmla="*/ 732372 w 1041109"/>
                  <a:gd name="connsiteY2" fmla="*/ 189230 h 1074928"/>
                  <a:gd name="connsiteX3" fmla="*/ 838925 w 1041109"/>
                  <a:gd name="connsiteY3" fmla="*/ 306958 h 1074928"/>
                  <a:gd name="connsiteX4" fmla="*/ 928714 w 1041109"/>
                  <a:gd name="connsiteY4" fmla="*/ 382143 h 1074928"/>
                  <a:gd name="connsiteX5" fmla="*/ 843751 w 1041109"/>
                  <a:gd name="connsiteY5" fmla="*/ 616585 h 1074928"/>
                  <a:gd name="connsiteX6" fmla="*/ 825082 w 1041109"/>
                  <a:gd name="connsiteY6" fmla="*/ 645541 h 1074928"/>
                  <a:gd name="connsiteX7" fmla="*/ 710655 w 1041109"/>
                  <a:gd name="connsiteY7" fmla="*/ 737869 h 1074928"/>
                  <a:gd name="connsiteX8" fmla="*/ 834353 w 1041109"/>
                  <a:gd name="connsiteY8" fmla="*/ 813054 h 1074928"/>
                  <a:gd name="connsiteX9" fmla="*/ 898361 w 1041109"/>
                  <a:gd name="connsiteY9" fmla="*/ 739775 h 1074928"/>
                  <a:gd name="connsiteX10" fmla="*/ 998564 w 1041109"/>
                  <a:gd name="connsiteY10" fmla="*/ 756538 h 1074928"/>
                  <a:gd name="connsiteX11" fmla="*/ 1041109 w 1041109"/>
                  <a:gd name="connsiteY11" fmla="*/ 827150 h 1074928"/>
                  <a:gd name="connsiteX12" fmla="*/ 971386 w 1041109"/>
                  <a:gd name="connsiteY12" fmla="*/ 1064768 h 1074928"/>
                  <a:gd name="connsiteX13" fmla="*/ 948145 w 1041109"/>
                  <a:gd name="connsiteY13" fmla="*/ 1067435 h 1074928"/>
                  <a:gd name="connsiteX14" fmla="*/ 1001358 w 1041109"/>
                  <a:gd name="connsiteY14" fmla="*/ 916939 h 1074928"/>
                  <a:gd name="connsiteX15" fmla="*/ 919189 w 1041109"/>
                  <a:gd name="connsiteY15" fmla="*/ 936498 h 1074928"/>
                  <a:gd name="connsiteX16" fmla="*/ 835115 w 1041109"/>
                  <a:gd name="connsiteY16" fmla="*/ 876681 h 1074928"/>
                  <a:gd name="connsiteX17" fmla="*/ 781775 w 1041109"/>
                  <a:gd name="connsiteY17" fmla="*/ 1061466 h 1074928"/>
                  <a:gd name="connsiteX18" fmla="*/ 779743 w 1041109"/>
                  <a:gd name="connsiteY18" fmla="*/ 1074928 h 1074928"/>
                  <a:gd name="connsiteX19" fmla="*/ 764630 w 1041109"/>
                  <a:gd name="connsiteY19" fmla="*/ 1059687 h 1074928"/>
                  <a:gd name="connsiteX20" fmla="*/ 753327 w 1041109"/>
                  <a:gd name="connsiteY20" fmla="*/ 972566 h 1074928"/>
                  <a:gd name="connsiteX21" fmla="*/ 716497 w 1041109"/>
                  <a:gd name="connsiteY21" fmla="*/ 788416 h 1074928"/>
                  <a:gd name="connsiteX22" fmla="*/ 709512 w 1041109"/>
                  <a:gd name="connsiteY22" fmla="*/ 765048 h 1074928"/>
                  <a:gd name="connsiteX23" fmla="*/ 537935 w 1041109"/>
                  <a:gd name="connsiteY23" fmla="*/ 768857 h 1074928"/>
                  <a:gd name="connsiteX24" fmla="*/ 273648 w 1041109"/>
                  <a:gd name="connsiteY24" fmla="*/ 761492 h 1074928"/>
                  <a:gd name="connsiteX25" fmla="*/ 233516 w 1041109"/>
                  <a:gd name="connsiteY25" fmla="*/ 784732 h 1074928"/>
                  <a:gd name="connsiteX26" fmla="*/ 187415 w 1041109"/>
                  <a:gd name="connsiteY26" fmla="*/ 1064260 h 1074928"/>
                  <a:gd name="connsiteX27" fmla="*/ 162650 w 1041109"/>
                  <a:gd name="connsiteY27" fmla="*/ 1068450 h 1074928"/>
                  <a:gd name="connsiteX28" fmla="*/ 202020 w 1041109"/>
                  <a:gd name="connsiteY28" fmla="*/ 786637 h 1074928"/>
                  <a:gd name="connsiteX29" fmla="*/ 69432 w 1041109"/>
                  <a:gd name="connsiteY29" fmla="*/ 927481 h 1074928"/>
                  <a:gd name="connsiteX30" fmla="*/ 26887 w 1041109"/>
                  <a:gd name="connsiteY30" fmla="*/ 1060957 h 1074928"/>
                  <a:gd name="connsiteX31" fmla="*/ 979 w 1041109"/>
                  <a:gd name="connsiteY31" fmla="*/ 1071244 h 1074928"/>
                  <a:gd name="connsiteX32" fmla="*/ 108040 w 1041109"/>
                  <a:gd name="connsiteY32" fmla="*/ 831087 h 1074928"/>
                  <a:gd name="connsiteX33" fmla="*/ 238342 w 1041109"/>
                  <a:gd name="connsiteY33" fmla="*/ 739393 h 1074928"/>
                  <a:gd name="connsiteX34" fmla="*/ 112358 w 1041109"/>
                  <a:gd name="connsiteY34" fmla="*/ 613791 h 1074928"/>
                  <a:gd name="connsiteX35" fmla="*/ 33745 w 1041109"/>
                  <a:gd name="connsiteY35" fmla="*/ 573150 h 1074928"/>
                  <a:gd name="connsiteX36" fmla="*/ 1868 w 1041109"/>
                  <a:gd name="connsiteY36" fmla="*/ 427355 h 1074928"/>
                  <a:gd name="connsiteX37" fmla="*/ 101563 w 1041109"/>
                  <a:gd name="connsiteY37" fmla="*/ 327279 h 1074928"/>
                  <a:gd name="connsiteX38" fmla="*/ 279617 w 1041109"/>
                  <a:gd name="connsiteY38" fmla="*/ 152907 h 1074928"/>
                  <a:gd name="connsiteX39" fmla="*/ 456782 w 1041109"/>
                  <a:gd name="connsiteY39" fmla="*/ 116839 h 1074928"/>
                  <a:gd name="connsiteX40" fmla="*/ 456782 w 1041109"/>
                  <a:gd name="connsiteY40" fmla="*/ 888 h 1074928"/>
                  <a:gd name="connsiteX41" fmla="*/ 375121 w 1041109"/>
                  <a:gd name="connsiteY41" fmla="*/ 152654 h 1074928"/>
                  <a:gd name="connsiteX42" fmla="*/ 139282 w 1041109"/>
                  <a:gd name="connsiteY42" fmla="*/ 310514 h 1074928"/>
                  <a:gd name="connsiteX43" fmla="*/ 108802 w 1041109"/>
                  <a:gd name="connsiteY43" fmla="*/ 512699 h 1074928"/>
                  <a:gd name="connsiteX44" fmla="*/ 244057 w 1041109"/>
                  <a:gd name="connsiteY44" fmla="*/ 711073 h 1074928"/>
                  <a:gd name="connsiteX45" fmla="*/ 473419 w 1041109"/>
                  <a:gd name="connsiteY45" fmla="*/ 745489 h 1074928"/>
                  <a:gd name="connsiteX46" fmla="*/ 754978 w 1041109"/>
                  <a:gd name="connsiteY46" fmla="*/ 683894 h 1074928"/>
                  <a:gd name="connsiteX47" fmla="*/ 842100 w 1041109"/>
                  <a:gd name="connsiteY47" fmla="*/ 392175 h 1074928"/>
                  <a:gd name="connsiteX48" fmla="*/ 661125 w 1041109"/>
                  <a:gd name="connsiteY48" fmla="*/ 179196 h 1074928"/>
                  <a:gd name="connsiteX49" fmla="*/ 375121 w 1041109"/>
                  <a:gd name="connsiteY49" fmla="*/ 152654 h 1074928"/>
                  <a:gd name="connsiteX50" fmla="*/ 96229 w 1041109"/>
                  <a:gd name="connsiteY50" fmla="*/ 586739 h 1074928"/>
                  <a:gd name="connsiteX51" fmla="*/ 88609 w 1041109"/>
                  <a:gd name="connsiteY51" fmla="*/ 356107 h 1074928"/>
                  <a:gd name="connsiteX52" fmla="*/ 96229 w 1041109"/>
                  <a:gd name="connsiteY52" fmla="*/ 586739 h 1074928"/>
                  <a:gd name="connsiteX53" fmla="*/ 862293 w 1041109"/>
                  <a:gd name="connsiteY53" fmla="*/ 355092 h 1074928"/>
                  <a:gd name="connsiteX54" fmla="*/ 860769 w 1041109"/>
                  <a:gd name="connsiteY54" fmla="*/ 591438 h 1074928"/>
                  <a:gd name="connsiteX55" fmla="*/ 862293 w 1041109"/>
                  <a:gd name="connsiteY55" fmla="*/ 355092 h 1074928"/>
                  <a:gd name="connsiteX56" fmla="*/ 898361 w 1041109"/>
                  <a:gd name="connsiteY56" fmla="*/ 766191 h 1074928"/>
                  <a:gd name="connsiteX57" fmla="*/ 900139 w 1041109"/>
                  <a:gd name="connsiteY57" fmla="*/ 905891 h 1074928"/>
                  <a:gd name="connsiteX58" fmla="*/ 1013423 w 1041109"/>
                  <a:gd name="connsiteY58" fmla="*/ 836549 h 1074928"/>
                  <a:gd name="connsiteX59" fmla="*/ 898361 w 1041109"/>
                  <a:gd name="connsiteY59" fmla="*/ 766191 h 1074928"/>
                  <a:gd name="connsiteX60" fmla="*/ 742278 w 1041109"/>
                  <a:gd name="connsiteY60" fmla="*/ 783970 h 1074928"/>
                  <a:gd name="connsiteX61" fmla="*/ 777330 w 1041109"/>
                  <a:gd name="connsiteY61" fmla="*/ 940435 h 1074928"/>
                  <a:gd name="connsiteX62" fmla="*/ 829527 w 1041109"/>
                  <a:gd name="connsiteY62" fmla="*/ 838073 h 1074928"/>
                  <a:gd name="connsiteX63" fmla="*/ 742278 w 1041109"/>
                  <a:gd name="connsiteY63" fmla="*/ 783970 h 1074928"/>
                  <a:gd name="connsiteX0" fmla="*/ 483325 w 1041109"/>
                  <a:gd name="connsiteY0" fmla="*/ 0 h 1074928"/>
                  <a:gd name="connsiteX1" fmla="*/ 483071 w 1041109"/>
                  <a:gd name="connsiteY1" fmla="*/ 117601 h 1074928"/>
                  <a:gd name="connsiteX2" fmla="*/ 732372 w 1041109"/>
                  <a:gd name="connsiteY2" fmla="*/ 189230 h 1074928"/>
                  <a:gd name="connsiteX3" fmla="*/ 838925 w 1041109"/>
                  <a:gd name="connsiteY3" fmla="*/ 306958 h 1074928"/>
                  <a:gd name="connsiteX4" fmla="*/ 928714 w 1041109"/>
                  <a:gd name="connsiteY4" fmla="*/ 382143 h 1074928"/>
                  <a:gd name="connsiteX5" fmla="*/ 843751 w 1041109"/>
                  <a:gd name="connsiteY5" fmla="*/ 616585 h 1074928"/>
                  <a:gd name="connsiteX6" fmla="*/ 825082 w 1041109"/>
                  <a:gd name="connsiteY6" fmla="*/ 645541 h 1074928"/>
                  <a:gd name="connsiteX7" fmla="*/ 710655 w 1041109"/>
                  <a:gd name="connsiteY7" fmla="*/ 737869 h 1074928"/>
                  <a:gd name="connsiteX8" fmla="*/ 834353 w 1041109"/>
                  <a:gd name="connsiteY8" fmla="*/ 813054 h 1074928"/>
                  <a:gd name="connsiteX9" fmla="*/ 898361 w 1041109"/>
                  <a:gd name="connsiteY9" fmla="*/ 739775 h 1074928"/>
                  <a:gd name="connsiteX10" fmla="*/ 998564 w 1041109"/>
                  <a:gd name="connsiteY10" fmla="*/ 756538 h 1074928"/>
                  <a:gd name="connsiteX11" fmla="*/ 1041109 w 1041109"/>
                  <a:gd name="connsiteY11" fmla="*/ 827150 h 1074928"/>
                  <a:gd name="connsiteX12" fmla="*/ 971386 w 1041109"/>
                  <a:gd name="connsiteY12" fmla="*/ 1064768 h 1074928"/>
                  <a:gd name="connsiteX13" fmla="*/ 948145 w 1041109"/>
                  <a:gd name="connsiteY13" fmla="*/ 1067435 h 1074928"/>
                  <a:gd name="connsiteX14" fmla="*/ 1001358 w 1041109"/>
                  <a:gd name="connsiteY14" fmla="*/ 916939 h 1074928"/>
                  <a:gd name="connsiteX15" fmla="*/ 919189 w 1041109"/>
                  <a:gd name="connsiteY15" fmla="*/ 936498 h 1074928"/>
                  <a:gd name="connsiteX16" fmla="*/ 835115 w 1041109"/>
                  <a:gd name="connsiteY16" fmla="*/ 876681 h 1074928"/>
                  <a:gd name="connsiteX17" fmla="*/ 781775 w 1041109"/>
                  <a:gd name="connsiteY17" fmla="*/ 1061466 h 1074928"/>
                  <a:gd name="connsiteX18" fmla="*/ 779743 w 1041109"/>
                  <a:gd name="connsiteY18" fmla="*/ 1074928 h 1074928"/>
                  <a:gd name="connsiteX19" fmla="*/ 764630 w 1041109"/>
                  <a:gd name="connsiteY19" fmla="*/ 1059687 h 1074928"/>
                  <a:gd name="connsiteX20" fmla="*/ 753327 w 1041109"/>
                  <a:gd name="connsiteY20" fmla="*/ 972566 h 1074928"/>
                  <a:gd name="connsiteX21" fmla="*/ 716497 w 1041109"/>
                  <a:gd name="connsiteY21" fmla="*/ 788416 h 1074928"/>
                  <a:gd name="connsiteX22" fmla="*/ 709512 w 1041109"/>
                  <a:gd name="connsiteY22" fmla="*/ 765048 h 1074928"/>
                  <a:gd name="connsiteX23" fmla="*/ 537935 w 1041109"/>
                  <a:gd name="connsiteY23" fmla="*/ 768857 h 1074928"/>
                  <a:gd name="connsiteX24" fmla="*/ 273648 w 1041109"/>
                  <a:gd name="connsiteY24" fmla="*/ 761492 h 1074928"/>
                  <a:gd name="connsiteX25" fmla="*/ 233516 w 1041109"/>
                  <a:gd name="connsiteY25" fmla="*/ 784732 h 1074928"/>
                  <a:gd name="connsiteX26" fmla="*/ 187415 w 1041109"/>
                  <a:gd name="connsiteY26" fmla="*/ 1064260 h 1074928"/>
                  <a:gd name="connsiteX27" fmla="*/ 162650 w 1041109"/>
                  <a:gd name="connsiteY27" fmla="*/ 1068450 h 1074928"/>
                  <a:gd name="connsiteX28" fmla="*/ 202020 w 1041109"/>
                  <a:gd name="connsiteY28" fmla="*/ 786637 h 1074928"/>
                  <a:gd name="connsiteX29" fmla="*/ 69432 w 1041109"/>
                  <a:gd name="connsiteY29" fmla="*/ 927481 h 1074928"/>
                  <a:gd name="connsiteX30" fmla="*/ 26887 w 1041109"/>
                  <a:gd name="connsiteY30" fmla="*/ 1060957 h 1074928"/>
                  <a:gd name="connsiteX31" fmla="*/ 979 w 1041109"/>
                  <a:gd name="connsiteY31" fmla="*/ 1071244 h 1074928"/>
                  <a:gd name="connsiteX32" fmla="*/ 108040 w 1041109"/>
                  <a:gd name="connsiteY32" fmla="*/ 831087 h 1074928"/>
                  <a:gd name="connsiteX33" fmla="*/ 238342 w 1041109"/>
                  <a:gd name="connsiteY33" fmla="*/ 739393 h 1074928"/>
                  <a:gd name="connsiteX34" fmla="*/ 112358 w 1041109"/>
                  <a:gd name="connsiteY34" fmla="*/ 613791 h 1074928"/>
                  <a:gd name="connsiteX35" fmla="*/ 33745 w 1041109"/>
                  <a:gd name="connsiteY35" fmla="*/ 573150 h 1074928"/>
                  <a:gd name="connsiteX36" fmla="*/ 1868 w 1041109"/>
                  <a:gd name="connsiteY36" fmla="*/ 427355 h 1074928"/>
                  <a:gd name="connsiteX37" fmla="*/ 101563 w 1041109"/>
                  <a:gd name="connsiteY37" fmla="*/ 327279 h 1074928"/>
                  <a:gd name="connsiteX38" fmla="*/ 279617 w 1041109"/>
                  <a:gd name="connsiteY38" fmla="*/ 152907 h 1074928"/>
                  <a:gd name="connsiteX39" fmla="*/ 456782 w 1041109"/>
                  <a:gd name="connsiteY39" fmla="*/ 116839 h 1074928"/>
                  <a:gd name="connsiteX40" fmla="*/ 375121 w 1041109"/>
                  <a:gd name="connsiteY40" fmla="*/ 152654 h 1074928"/>
                  <a:gd name="connsiteX41" fmla="*/ 139282 w 1041109"/>
                  <a:gd name="connsiteY41" fmla="*/ 310514 h 1074928"/>
                  <a:gd name="connsiteX42" fmla="*/ 108802 w 1041109"/>
                  <a:gd name="connsiteY42" fmla="*/ 512699 h 1074928"/>
                  <a:gd name="connsiteX43" fmla="*/ 244057 w 1041109"/>
                  <a:gd name="connsiteY43" fmla="*/ 711073 h 1074928"/>
                  <a:gd name="connsiteX44" fmla="*/ 473419 w 1041109"/>
                  <a:gd name="connsiteY44" fmla="*/ 745489 h 1074928"/>
                  <a:gd name="connsiteX45" fmla="*/ 754978 w 1041109"/>
                  <a:gd name="connsiteY45" fmla="*/ 683894 h 1074928"/>
                  <a:gd name="connsiteX46" fmla="*/ 842100 w 1041109"/>
                  <a:gd name="connsiteY46" fmla="*/ 392175 h 1074928"/>
                  <a:gd name="connsiteX47" fmla="*/ 661125 w 1041109"/>
                  <a:gd name="connsiteY47" fmla="*/ 179196 h 1074928"/>
                  <a:gd name="connsiteX48" fmla="*/ 375121 w 1041109"/>
                  <a:gd name="connsiteY48" fmla="*/ 152654 h 1074928"/>
                  <a:gd name="connsiteX49" fmla="*/ 96229 w 1041109"/>
                  <a:gd name="connsiteY49" fmla="*/ 586739 h 1074928"/>
                  <a:gd name="connsiteX50" fmla="*/ 88609 w 1041109"/>
                  <a:gd name="connsiteY50" fmla="*/ 356107 h 1074928"/>
                  <a:gd name="connsiteX51" fmla="*/ 96229 w 1041109"/>
                  <a:gd name="connsiteY51" fmla="*/ 586739 h 1074928"/>
                  <a:gd name="connsiteX52" fmla="*/ 862293 w 1041109"/>
                  <a:gd name="connsiteY52" fmla="*/ 355092 h 1074928"/>
                  <a:gd name="connsiteX53" fmla="*/ 860769 w 1041109"/>
                  <a:gd name="connsiteY53" fmla="*/ 591438 h 1074928"/>
                  <a:gd name="connsiteX54" fmla="*/ 862293 w 1041109"/>
                  <a:gd name="connsiteY54" fmla="*/ 355092 h 1074928"/>
                  <a:gd name="connsiteX55" fmla="*/ 898361 w 1041109"/>
                  <a:gd name="connsiteY55" fmla="*/ 766191 h 1074928"/>
                  <a:gd name="connsiteX56" fmla="*/ 900139 w 1041109"/>
                  <a:gd name="connsiteY56" fmla="*/ 905891 h 1074928"/>
                  <a:gd name="connsiteX57" fmla="*/ 1013423 w 1041109"/>
                  <a:gd name="connsiteY57" fmla="*/ 836549 h 1074928"/>
                  <a:gd name="connsiteX58" fmla="*/ 898361 w 1041109"/>
                  <a:gd name="connsiteY58" fmla="*/ 766191 h 1074928"/>
                  <a:gd name="connsiteX59" fmla="*/ 742278 w 1041109"/>
                  <a:gd name="connsiteY59" fmla="*/ 783970 h 1074928"/>
                  <a:gd name="connsiteX60" fmla="*/ 777330 w 1041109"/>
                  <a:gd name="connsiteY60" fmla="*/ 940435 h 1074928"/>
                  <a:gd name="connsiteX61" fmla="*/ 829527 w 1041109"/>
                  <a:gd name="connsiteY61" fmla="*/ 838073 h 1074928"/>
                  <a:gd name="connsiteX62" fmla="*/ 742278 w 1041109"/>
                  <a:gd name="connsiteY62" fmla="*/ 783970 h 1074928"/>
                  <a:gd name="connsiteX0" fmla="*/ 483071 w 1041109"/>
                  <a:gd name="connsiteY0" fmla="*/ 762 h 958089"/>
                  <a:gd name="connsiteX1" fmla="*/ 732372 w 1041109"/>
                  <a:gd name="connsiteY1" fmla="*/ 72391 h 958089"/>
                  <a:gd name="connsiteX2" fmla="*/ 838925 w 1041109"/>
                  <a:gd name="connsiteY2" fmla="*/ 190119 h 958089"/>
                  <a:gd name="connsiteX3" fmla="*/ 928714 w 1041109"/>
                  <a:gd name="connsiteY3" fmla="*/ 265304 h 958089"/>
                  <a:gd name="connsiteX4" fmla="*/ 843751 w 1041109"/>
                  <a:gd name="connsiteY4" fmla="*/ 499746 h 958089"/>
                  <a:gd name="connsiteX5" fmla="*/ 825082 w 1041109"/>
                  <a:gd name="connsiteY5" fmla="*/ 528702 h 958089"/>
                  <a:gd name="connsiteX6" fmla="*/ 710655 w 1041109"/>
                  <a:gd name="connsiteY6" fmla="*/ 621030 h 958089"/>
                  <a:gd name="connsiteX7" fmla="*/ 834353 w 1041109"/>
                  <a:gd name="connsiteY7" fmla="*/ 696215 h 958089"/>
                  <a:gd name="connsiteX8" fmla="*/ 898361 w 1041109"/>
                  <a:gd name="connsiteY8" fmla="*/ 622936 h 958089"/>
                  <a:gd name="connsiteX9" fmla="*/ 998564 w 1041109"/>
                  <a:gd name="connsiteY9" fmla="*/ 639699 h 958089"/>
                  <a:gd name="connsiteX10" fmla="*/ 1041109 w 1041109"/>
                  <a:gd name="connsiteY10" fmla="*/ 710311 h 958089"/>
                  <a:gd name="connsiteX11" fmla="*/ 971386 w 1041109"/>
                  <a:gd name="connsiteY11" fmla="*/ 947929 h 958089"/>
                  <a:gd name="connsiteX12" fmla="*/ 948145 w 1041109"/>
                  <a:gd name="connsiteY12" fmla="*/ 950596 h 958089"/>
                  <a:gd name="connsiteX13" fmla="*/ 1001358 w 1041109"/>
                  <a:gd name="connsiteY13" fmla="*/ 800100 h 958089"/>
                  <a:gd name="connsiteX14" fmla="*/ 919189 w 1041109"/>
                  <a:gd name="connsiteY14" fmla="*/ 819659 h 958089"/>
                  <a:gd name="connsiteX15" fmla="*/ 835115 w 1041109"/>
                  <a:gd name="connsiteY15" fmla="*/ 759842 h 958089"/>
                  <a:gd name="connsiteX16" fmla="*/ 781775 w 1041109"/>
                  <a:gd name="connsiteY16" fmla="*/ 944627 h 958089"/>
                  <a:gd name="connsiteX17" fmla="*/ 779743 w 1041109"/>
                  <a:gd name="connsiteY17" fmla="*/ 958089 h 958089"/>
                  <a:gd name="connsiteX18" fmla="*/ 764630 w 1041109"/>
                  <a:gd name="connsiteY18" fmla="*/ 942848 h 958089"/>
                  <a:gd name="connsiteX19" fmla="*/ 753327 w 1041109"/>
                  <a:gd name="connsiteY19" fmla="*/ 855727 h 958089"/>
                  <a:gd name="connsiteX20" fmla="*/ 716497 w 1041109"/>
                  <a:gd name="connsiteY20" fmla="*/ 671577 h 958089"/>
                  <a:gd name="connsiteX21" fmla="*/ 709512 w 1041109"/>
                  <a:gd name="connsiteY21" fmla="*/ 648209 h 958089"/>
                  <a:gd name="connsiteX22" fmla="*/ 537935 w 1041109"/>
                  <a:gd name="connsiteY22" fmla="*/ 652018 h 958089"/>
                  <a:gd name="connsiteX23" fmla="*/ 273648 w 1041109"/>
                  <a:gd name="connsiteY23" fmla="*/ 644653 h 958089"/>
                  <a:gd name="connsiteX24" fmla="*/ 233516 w 1041109"/>
                  <a:gd name="connsiteY24" fmla="*/ 667893 h 958089"/>
                  <a:gd name="connsiteX25" fmla="*/ 187415 w 1041109"/>
                  <a:gd name="connsiteY25" fmla="*/ 947421 h 958089"/>
                  <a:gd name="connsiteX26" fmla="*/ 162650 w 1041109"/>
                  <a:gd name="connsiteY26" fmla="*/ 951611 h 958089"/>
                  <a:gd name="connsiteX27" fmla="*/ 202020 w 1041109"/>
                  <a:gd name="connsiteY27" fmla="*/ 669798 h 958089"/>
                  <a:gd name="connsiteX28" fmla="*/ 69432 w 1041109"/>
                  <a:gd name="connsiteY28" fmla="*/ 810642 h 958089"/>
                  <a:gd name="connsiteX29" fmla="*/ 26887 w 1041109"/>
                  <a:gd name="connsiteY29" fmla="*/ 944118 h 958089"/>
                  <a:gd name="connsiteX30" fmla="*/ 979 w 1041109"/>
                  <a:gd name="connsiteY30" fmla="*/ 954405 h 958089"/>
                  <a:gd name="connsiteX31" fmla="*/ 108040 w 1041109"/>
                  <a:gd name="connsiteY31" fmla="*/ 714248 h 958089"/>
                  <a:gd name="connsiteX32" fmla="*/ 238342 w 1041109"/>
                  <a:gd name="connsiteY32" fmla="*/ 622554 h 958089"/>
                  <a:gd name="connsiteX33" fmla="*/ 112358 w 1041109"/>
                  <a:gd name="connsiteY33" fmla="*/ 496952 h 958089"/>
                  <a:gd name="connsiteX34" fmla="*/ 33745 w 1041109"/>
                  <a:gd name="connsiteY34" fmla="*/ 456311 h 958089"/>
                  <a:gd name="connsiteX35" fmla="*/ 1868 w 1041109"/>
                  <a:gd name="connsiteY35" fmla="*/ 310516 h 958089"/>
                  <a:gd name="connsiteX36" fmla="*/ 101563 w 1041109"/>
                  <a:gd name="connsiteY36" fmla="*/ 210440 h 958089"/>
                  <a:gd name="connsiteX37" fmla="*/ 279617 w 1041109"/>
                  <a:gd name="connsiteY37" fmla="*/ 36068 h 958089"/>
                  <a:gd name="connsiteX38" fmla="*/ 456782 w 1041109"/>
                  <a:gd name="connsiteY38" fmla="*/ 0 h 958089"/>
                  <a:gd name="connsiteX39" fmla="*/ 375121 w 1041109"/>
                  <a:gd name="connsiteY39" fmla="*/ 35815 h 958089"/>
                  <a:gd name="connsiteX40" fmla="*/ 139282 w 1041109"/>
                  <a:gd name="connsiteY40" fmla="*/ 193675 h 958089"/>
                  <a:gd name="connsiteX41" fmla="*/ 108802 w 1041109"/>
                  <a:gd name="connsiteY41" fmla="*/ 395860 h 958089"/>
                  <a:gd name="connsiteX42" fmla="*/ 244057 w 1041109"/>
                  <a:gd name="connsiteY42" fmla="*/ 594234 h 958089"/>
                  <a:gd name="connsiteX43" fmla="*/ 473419 w 1041109"/>
                  <a:gd name="connsiteY43" fmla="*/ 628650 h 958089"/>
                  <a:gd name="connsiteX44" fmla="*/ 754978 w 1041109"/>
                  <a:gd name="connsiteY44" fmla="*/ 567055 h 958089"/>
                  <a:gd name="connsiteX45" fmla="*/ 842100 w 1041109"/>
                  <a:gd name="connsiteY45" fmla="*/ 275336 h 958089"/>
                  <a:gd name="connsiteX46" fmla="*/ 661125 w 1041109"/>
                  <a:gd name="connsiteY46" fmla="*/ 62357 h 958089"/>
                  <a:gd name="connsiteX47" fmla="*/ 375121 w 1041109"/>
                  <a:gd name="connsiteY47" fmla="*/ 35815 h 958089"/>
                  <a:gd name="connsiteX48" fmla="*/ 96229 w 1041109"/>
                  <a:gd name="connsiteY48" fmla="*/ 469900 h 958089"/>
                  <a:gd name="connsiteX49" fmla="*/ 88609 w 1041109"/>
                  <a:gd name="connsiteY49" fmla="*/ 239268 h 958089"/>
                  <a:gd name="connsiteX50" fmla="*/ 96229 w 1041109"/>
                  <a:gd name="connsiteY50" fmla="*/ 469900 h 958089"/>
                  <a:gd name="connsiteX51" fmla="*/ 862293 w 1041109"/>
                  <a:gd name="connsiteY51" fmla="*/ 238253 h 958089"/>
                  <a:gd name="connsiteX52" fmla="*/ 860769 w 1041109"/>
                  <a:gd name="connsiteY52" fmla="*/ 474599 h 958089"/>
                  <a:gd name="connsiteX53" fmla="*/ 862293 w 1041109"/>
                  <a:gd name="connsiteY53" fmla="*/ 238253 h 958089"/>
                  <a:gd name="connsiteX54" fmla="*/ 898361 w 1041109"/>
                  <a:gd name="connsiteY54" fmla="*/ 649352 h 958089"/>
                  <a:gd name="connsiteX55" fmla="*/ 900139 w 1041109"/>
                  <a:gd name="connsiteY55" fmla="*/ 789052 h 958089"/>
                  <a:gd name="connsiteX56" fmla="*/ 1013423 w 1041109"/>
                  <a:gd name="connsiteY56" fmla="*/ 719710 h 958089"/>
                  <a:gd name="connsiteX57" fmla="*/ 898361 w 1041109"/>
                  <a:gd name="connsiteY57" fmla="*/ 649352 h 958089"/>
                  <a:gd name="connsiteX58" fmla="*/ 742278 w 1041109"/>
                  <a:gd name="connsiteY58" fmla="*/ 667131 h 958089"/>
                  <a:gd name="connsiteX59" fmla="*/ 777330 w 1041109"/>
                  <a:gd name="connsiteY59" fmla="*/ 823596 h 958089"/>
                  <a:gd name="connsiteX60" fmla="*/ 829527 w 1041109"/>
                  <a:gd name="connsiteY60" fmla="*/ 721234 h 958089"/>
                  <a:gd name="connsiteX61" fmla="*/ 742278 w 1041109"/>
                  <a:gd name="connsiteY61" fmla="*/ 667131 h 958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041109" h="958089">
                    <a:moveTo>
                      <a:pt x="483071" y="762"/>
                    </a:moveTo>
                    <a:cubicBezTo>
                      <a:pt x="570193" y="4573"/>
                      <a:pt x="659347" y="21972"/>
                      <a:pt x="732372" y="72391"/>
                    </a:cubicBezTo>
                    <a:cubicBezTo>
                      <a:pt x="777838" y="101347"/>
                      <a:pt x="813017" y="143129"/>
                      <a:pt x="838925" y="190119"/>
                    </a:cubicBezTo>
                    <a:cubicBezTo>
                      <a:pt x="857213" y="227838"/>
                      <a:pt x="912204" y="224917"/>
                      <a:pt x="928714" y="265304"/>
                    </a:cubicBezTo>
                    <a:cubicBezTo>
                      <a:pt x="983705" y="346075"/>
                      <a:pt x="949288" y="483617"/>
                      <a:pt x="843751" y="499746"/>
                    </a:cubicBezTo>
                    <a:lnTo>
                      <a:pt x="825082" y="528702"/>
                    </a:lnTo>
                    <a:cubicBezTo>
                      <a:pt x="798920" y="572136"/>
                      <a:pt x="755867" y="600329"/>
                      <a:pt x="710655" y="621030"/>
                    </a:cubicBezTo>
                    <a:cubicBezTo>
                      <a:pt x="752946" y="644144"/>
                      <a:pt x="793332" y="670687"/>
                      <a:pt x="834353" y="696215"/>
                    </a:cubicBezTo>
                    <a:cubicBezTo>
                      <a:pt x="851752" y="669291"/>
                      <a:pt x="865341" y="634239"/>
                      <a:pt x="898361" y="622936"/>
                    </a:cubicBezTo>
                    <a:cubicBezTo>
                      <a:pt x="932397" y="613284"/>
                      <a:pt x="968719" y="621919"/>
                      <a:pt x="998564" y="639699"/>
                    </a:cubicBezTo>
                    <a:cubicBezTo>
                      <a:pt x="1018503" y="659258"/>
                      <a:pt x="1034378" y="683006"/>
                      <a:pt x="1041109" y="710311"/>
                    </a:cubicBezTo>
                    <a:cubicBezTo>
                      <a:pt x="1034505" y="792608"/>
                      <a:pt x="1007327" y="873761"/>
                      <a:pt x="971386" y="947929"/>
                    </a:cubicBezTo>
                    <a:lnTo>
                      <a:pt x="948145" y="950596"/>
                    </a:lnTo>
                    <a:cubicBezTo>
                      <a:pt x="968592" y="901447"/>
                      <a:pt x="985356" y="850773"/>
                      <a:pt x="1001358" y="800100"/>
                    </a:cubicBezTo>
                    <a:cubicBezTo>
                      <a:pt x="975450" y="811149"/>
                      <a:pt x="948399" y="825119"/>
                      <a:pt x="919189" y="819659"/>
                    </a:cubicBezTo>
                    <a:cubicBezTo>
                      <a:pt x="882740" y="815214"/>
                      <a:pt x="857213" y="786385"/>
                      <a:pt x="835115" y="759842"/>
                    </a:cubicBezTo>
                    <a:cubicBezTo>
                      <a:pt x="805016" y="817246"/>
                      <a:pt x="786347" y="879856"/>
                      <a:pt x="781775" y="944627"/>
                    </a:cubicBezTo>
                    <a:lnTo>
                      <a:pt x="779743" y="958089"/>
                    </a:lnTo>
                    <a:cubicBezTo>
                      <a:pt x="776060" y="954279"/>
                      <a:pt x="768440" y="946659"/>
                      <a:pt x="764630" y="942848"/>
                    </a:cubicBezTo>
                    <a:cubicBezTo>
                      <a:pt x="759169" y="914019"/>
                      <a:pt x="756629" y="884810"/>
                      <a:pt x="753327" y="855727"/>
                    </a:cubicBezTo>
                    <a:cubicBezTo>
                      <a:pt x="747739" y="793242"/>
                      <a:pt x="735928" y="731267"/>
                      <a:pt x="716497" y="671577"/>
                    </a:cubicBezTo>
                    <a:cubicBezTo>
                      <a:pt x="714846" y="665735"/>
                      <a:pt x="711290" y="654050"/>
                      <a:pt x="709512" y="648209"/>
                    </a:cubicBezTo>
                    <a:cubicBezTo>
                      <a:pt x="652616" y="633858"/>
                      <a:pt x="595085" y="651129"/>
                      <a:pt x="537935" y="652018"/>
                    </a:cubicBezTo>
                    <a:cubicBezTo>
                      <a:pt x="449670" y="657479"/>
                      <a:pt x="361786" y="643002"/>
                      <a:pt x="273648" y="644653"/>
                    </a:cubicBezTo>
                    <a:cubicBezTo>
                      <a:pt x="259932" y="650748"/>
                      <a:pt x="238977" y="651129"/>
                      <a:pt x="233516" y="667893"/>
                    </a:cubicBezTo>
                    <a:cubicBezTo>
                      <a:pt x="195670" y="755650"/>
                      <a:pt x="193003" y="853314"/>
                      <a:pt x="187415" y="947421"/>
                    </a:cubicBezTo>
                    <a:lnTo>
                      <a:pt x="162650" y="951611"/>
                    </a:lnTo>
                    <a:cubicBezTo>
                      <a:pt x="164809" y="856742"/>
                      <a:pt x="173318" y="760858"/>
                      <a:pt x="202020" y="669798"/>
                    </a:cubicBezTo>
                    <a:cubicBezTo>
                      <a:pt x="150585" y="708915"/>
                      <a:pt x="100674" y="753111"/>
                      <a:pt x="69432" y="810642"/>
                    </a:cubicBezTo>
                    <a:cubicBezTo>
                      <a:pt x="46826" y="852043"/>
                      <a:pt x="36920" y="898525"/>
                      <a:pt x="26887" y="944118"/>
                    </a:cubicBezTo>
                    <a:cubicBezTo>
                      <a:pt x="20410" y="946786"/>
                      <a:pt x="7456" y="951866"/>
                      <a:pt x="979" y="954405"/>
                    </a:cubicBezTo>
                    <a:cubicBezTo>
                      <a:pt x="14441" y="866903"/>
                      <a:pt x="43524" y="777875"/>
                      <a:pt x="108040" y="714248"/>
                    </a:cubicBezTo>
                    <a:cubicBezTo>
                      <a:pt x="145251" y="675767"/>
                      <a:pt x="191479" y="647828"/>
                      <a:pt x="238342" y="622554"/>
                    </a:cubicBezTo>
                    <a:cubicBezTo>
                      <a:pt x="183859" y="595249"/>
                      <a:pt x="139536" y="551561"/>
                      <a:pt x="112358" y="496952"/>
                    </a:cubicBezTo>
                    <a:cubicBezTo>
                      <a:pt x="84926" y="485903"/>
                      <a:pt x="57748" y="473584"/>
                      <a:pt x="33745" y="456311"/>
                    </a:cubicBezTo>
                    <a:cubicBezTo>
                      <a:pt x="3646" y="413767"/>
                      <a:pt x="-4101" y="361442"/>
                      <a:pt x="1868" y="310516"/>
                    </a:cubicBezTo>
                    <a:cubicBezTo>
                      <a:pt x="20537" y="264542"/>
                      <a:pt x="51525" y="224029"/>
                      <a:pt x="101563" y="210440"/>
                    </a:cubicBezTo>
                    <a:cubicBezTo>
                      <a:pt x="134329" y="130556"/>
                      <a:pt x="203163" y="72517"/>
                      <a:pt x="279617" y="36068"/>
                    </a:cubicBezTo>
                    <a:cubicBezTo>
                      <a:pt x="335878" y="13209"/>
                      <a:pt x="396457" y="3811"/>
                      <a:pt x="456782" y="0"/>
                    </a:cubicBezTo>
                    <a:moveTo>
                      <a:pt x="375121" y="35815"/>
                    </a:moveTo>
                    <a:cubicBezTo>
                      <a:pt x="279744" y="53467"/>
                      <a:pt x="186145" y="106046"/>
                      <a:pt x="139282" y="193675"/>
                    </a:cubicBezTo>
                    <a:cubicBezTo>
                      <a:pt x="104357" y="254509"/>
                      <a:pt x="101055" y="327661"/>
                      <a:pt x="108802" y="395860"/>
                    </a:cubicBezTo>
                    <a:cubicBezTo>
                      <a:pt x="120740" y="477140"/>
                      <a:pt x="164047" y="562103"/>
                      <a:pt x="244057" y="594234"/>
                    </a:cubicBezTo>
                    <a:cubicBezTo>
                      <a:pt x="314669" y="631064"/>
                      <a:pt x="396711" y="622173"/>
                      <a:pt x="473419" y="628650"/>
                    </a:cubicBezTo>
                    <a:cubicBezTo>
                      <a:pt x="569304" y="629031"/>
                      <a:pt x="675222" y="628269"/>
                      <a:pt x="754978" y="567055"/>
                    </a:cubicBezTo>
                    <a:cubicBezTo>
                      <a:pt x="844894" y="502667"/>
                      <a:pt x="864706" y="377317"/>
                      <a:pt x="842100" y="275336"/>
                    </a:cubicBezTo>
                    <a:cubicBezTo>
                      <a:pt x="827495" y="177038"/>
                      <a:pt x="749136" y="100711"/>
                      <a:pt x="661125" y="62357"/>
                    </a:cubicBezTo>
                    <a:cubicBezTo>
                      <a:pt x="570828" y="26924"/>
                      <a:pt x="470244" y="16129"/>
                      <a:pt x="375121" y="35815"/>
                    </a:cubicBezTo>
                    <a:moveTo>
                      <a:pt x="96229" y="469900"/>
                    </a:moveTo>
                    <a:cubicBezTo>
                      <a:pt x="78830" y="393954"/>
                      <a:pt x="78703" y="316104"/>
                      <a:pt x="88609" y="239268"/>
                    </a:cubicBezTo>
                    <a:cubicBezTo>
                      <a:pt x="1360" y="287148"/>
                      <a:pt x="5551" y="428117"/>
                      <a:pt x="96229" y="469900"/>
                    </a:cubicBezTo>
                    <a:moveTo>
                      <a:pt x="862293" y="238253"/>
                    </a:moveTo>
                    <a:cubicBezTo>
                      <a:pt x="879565" y="316611"/>
                      <a:pt x="875501" y="396241"/>
                      <a:pt x="860769" y="474599"/>
                    </a:cubicBezTo>
                    <a:cubicBezTo>
                      <a:pt x="949161" y="428244"/>
                      <a:pt x="952082" y="284480"/>
                      <a:pt x="862293" y="238253"/>
                    </a:cubicBezTo>
                    <a:moveTo>
                      <a:pt x="898361" y="649352"/>
                    </a:moveTo>
                    <a:cubicBezTo>
                      <a:pt x="849212" y="677165"/>
                      <a:pt x="849847" y="762254"/>
                      <a:pt x="900139" y="789052"/>
                    </a:cubicBezTo>
                    <a:cubicBezTo>
                      <a:pt x="946621" y="816865"/>
                      <a:pt x="1022948" y="777241"/>
                      <a:pt x="1013423" y="719710"/>
                    </a:cubicBezTo>
                    <a:cubicBezTo>
                      <a:pt x="1015201" y="662560"/>
                      <a:pt x="947510" y="629540"/>
                      <a:pt x="898361" y="649352"/>
                    </a:cubicBezTo>
                    <a:moveTo>
                      <a:pt x="742278" y="667131"/>
                    </a:moveTo>
                    <a:cubicBezTo>
                      <a:pt x="756883" y="718567"/>
                      <a:pt x="771488" y="770129"/>
                      <a:pt x="777330" y="823596"/>
                    </a:cubicBezTo>
                    <a:cubicBezTo>
                      <a:pt x="796380" y="790322"/>
                      <a:pt x="810350" y="754380"/>
                      <a:pt x="829527" y="721234"/>
                    </a:cubicBezTo>
                    <a:cubicBezTo>
                      <a:pt x="800190" y="703580"/>
                      <a:pt x="771361" y="685039"/>
                      <a:pt x="742278" y="6671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 dirty="0"/>
              </a:p>
            </p:txBody>
          </p:sp>
          <p:sp>
            <p:nvSpPr>
              <p:cNvPr id="1139" name="任意形状 1138">
                <a:extLst>
                  <a:ext uri="{FF2B5EF4-FFF2-40B4-BE49-F238E27FC236}">
                    <a16:creationId xmlns:a16="http://schemas.microsoft.com/office/drawing/2014/main" id="{01C12616-8AFA-0571-6308-CD75BCF75629}"/>
                  </a:ext>
                </a:extLst>
              </p:cNvPr>
              <p:cNvSpPr/>
              <p:nvPr/>
            </p:nvSpPr>
            <p:spPr>
              <a:xfrm>
                <a:off x="7263558" y="4427947"/>
                <a:ext cx="167632" cy="169064"/>
              </a:xfrm>
              <a:custGeom>
                <a:avLst/>
                <a:gdLst>
                  <a:gd name="connsiteX0" fmla="*/ 43768 w 167632"/>
                  <a:gd name="connsiteY0" fmla="*/ 8544 h 169064"/>
                  <a:gd name="connsiteX1" fmla="*/ 165307 w 167632"/>
                  <a:gd name="connsiteY1" fmla="*/ 67345 h 169064"/>
                  <a:gd name="connsiteX2" fmla="*/ 41482 w 167632"/>
                  <a:gd name="connsiteY2" fmla="*/ 154975 h 169064"/>
                  <a:gd name="connsiteX3" fmla="*/ 43768 w 167632"/>
                  <a:gd name="connsiteY3" fmla="*/ 8544 h 169064"/>
                  <a:gd name="connsiteX4" fmla="*/ 55452 w 167632"/>
                  <a:gd name="connsiteY4" fmla="*/ 33436 h 169064"/>
                  <a:gd name="connsiteX5" fmla="*/ 39831 w 167632"/>
                  <a:gd name="connsiteY5" fmla="*/ 119034 h 169064"/>
                  <a:gd name="connsiteX6" fmla="*/ 138637 w 167632"/>
                  <a:gd name="connsiteY6" fmla="*/ 93507 h 169064"/>
                  <a:gd name="connsiteX7" fmla="*/ 55452 w 167632"/>
                  <a:gd name="connsiteY7" fmla="*/ 33436 h 16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7632" h="169064">
                    <a:moveTo>
                      <a:pt x="43768" y="8544"/>
                    </a:moveTo>
                    <a:cubicBezTo>
                      <a:pt x="91393" y="-15840"/>
                      <a:pt x="155020" y="14513"/>
                      <a:pt x="165307" y="67345"/>
                    </a:cubicBezTo>
                    <a:cubicBezTo>
                      <a:pt x="182832" y="132242"/>
                      <a:pt x="97362" y="198790"/>
                      <a:pt x="41482" y="154975"/>
                    </a:cubicBezTo>
                    <a:cubicBezTo>
                      <a:pt x="-12747" y="124495"/>
                      <a:pt x="-15668" y="35087"/>
                      <a:pt x="43768" y="8544"/>
                    </a:cubicBezTo>
                    <a:moveTo>
                      <a:pt x="55452" y="33436"/>
                    </a:moveTo>
                    <a:cubicBezTo>
                      <a:pt x="23321" y="48930"/>
                      <a:pt x="13923" y="93507"/>
                      <a:pt x="39831" y="119034"/>
                    </a:cubicBezTo>
                    <a:cubicBezTo>
                      <a:pt x="64215" y="160055"/>
                      <a:pt x="139145" y="142656"/>
                      <a:pt x="138637" y="93507"/>
                    </a:cubicBezTo>
                    <a:cubicBezTo>
                      <a:pt x="149559" y="48295"/>
                      <a:pt x="94568" y="9306"/>
                      <a:pt x="55452" y="33436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0" name="任意形状 1139">
                <a:extLst>
                  <a:ext uri="{FF2B5EF4-FFF2-40B4-BE49-F238E27FC236}">
                    <a16:creationId xmlns:a16="http://schemas.microsoft.com/office/drawing/2014/main" id="{70FFF2E1-D40A-66C0-B7E7-D4822370408D}"/>
                  </a:ext>
                </a:extLst>
              </p:cNvPr>
              <p:cNvSpPr/>
              <p:nvPr/>
            </p:nvSpPr>
            <p:spPr>
              <a:xfrm>
                <a:off x="7053707" y="4331970"/>
                <a:ext cx="565911" cy="305321"/>
              </a:xfrm>
              <a:custGeom>
                <a:avLst/>
                <a:gdLst>
                  <a:gd name="connsiteX0" fmla="*/ 46101 w 565911"/>
                  <a:gd name="connsiteY0" fmla="*/ 23241 h 305321"/>
                  <a:gd name="connsiteX1" fmla="*/ 86233 w 565911"/>
                  <a:gd name="connsiteY1" fmla="*/ 0 h 305321"/>
                  <a:gd name="connsiteX2" fmla="*/ 135128 w 565911"/>
                  <a:gd name="connsiteY2" fmla="*/ 32385 h 305321"/>
                  <a:gd name="connsiteX3" fmla="*/ 337185 w 565911"/>
                  <a:gd name="connsiteY3" fmla="*/ 50292 h 305321"/>
                  <a:gd name="connsiteX4" fmla="*/ 529082 w 565911"/>
                  <a:gd name="connsiteY4" fmla="*/ 26924 h 305321"/>
                  <a:gd name="connsiteX5" fmla="*/ 565912 w 565911"/>
                  <a:gd name="connsiteY5" fmla="*/ 211074 h 305321"/>
                  <a:gd name="connsiteX6" fmla="*/ 448310 w 565911"/>
                  <a:gd name="connsiteY6" fmla="*/ 303022 h 305321"/>
                  <a:gd name="connsiteX7" fmla="*/ 0 w 565911"/>
                  <a:gd name="connsiteY7" fmla="*/ 302768 h 305321"/>
                  <a:gd name="connsiteX8" fmla="*/ 46101 w 565911"/>
                  <a:gd name="connsiteY8" fmla="*/ 23241 h 305321"/>
                  <a:gd name="connsiteX9" fmla="*/ 253619 w 565911"/>
                  <a:gd name="connsiteY9" fmla="*/ 104521 h 305321"/>
                  <a:gd name="connsiteX10" fmla="*/ 251333 w 565911"/>
                  <a:gd name="connsiteY10" fmla="*/ 250952 h 305321"/>
                  <a:gd name="connsiteX11" fmla="*/ 375158 w 565911"/>
                  <a:gd name="connsiteY11" fmla="*/ 163322 h 305321"/>
                  <a:gd name="connsiteX12" fmla="*/ 253619 w 565911"/>
                  <a:gd name="connsiteY12" fmla="*/ 104521 h 305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5911" h="305321">
                    <a:moveTo>
                      <a:pt x="46101" y="23241"/>
                    </a:moveTo>
                    <a:cubicBezTo>
                      <a:pt x="51562" y="6477"/>
                      <a:pt x="72517" y="6096"/>
                      <a:pt x="86233" y="0"/>
                    </a:cubicBezTo>
                    <a:cubicBezTo>
                      <a:pt x="101473" y="11684"/>
                      <a:pt x="115062" y="28448"/>
                      <a:pt x="135128" y="32385"/>
                    </a:cubicBezTo>
                    <a:cubicBezTo>
                      <a:pt x="201422" y="46228"/>
                      <a:pt x="269621" y="50038"/>
                      <a:pt x="337185" y="50292"/>
                    </a:cubicBezTo>
                    <a:cubicBezTo>
                      <a:pt x="402082" y="50800"/>
                      <a:pt x="464439" y="28702"/>
                      <a:pt x="529082" y="26924"/>
                    </a:cubicBezTo>
                    <a:cubicBezTo>
                      <a:pt x="548513" y="86614"/>
                      <a:pt x="560324" y="148590"/>
                      <a:pt x="565912" y="211074"/>
                    </a:cubicBezTo>
                    <a:cubicBezTo>
                      <a:pt x="528701" y="244094"/>
                      <a:pt x="491998" y="278638"/>
                      <a:pt x="448310" y="303022"/>
                    </a:cubicBezTo>
                    <a:cubicBezTo>
                      <a:pt x="299085" y="306832"/>
                      <a:pt x="149352" y="305308"/>
                      <a:pt x="0" y="302768"/>
                    </a:cubicBezTo>
                    <a:cubicBezTo>
                      <a:pt x="5588" y="208661"/>
                      <a:pt x="8255" y="110998"/>
                      <a:pt x="46101" y="23241"/>
                    </a:cubicBezTo>
                    <a:moveTo>
                      <a:pt x="253619" y="104521"/>
                    </a:moveTo>
                    <a:cubicBezTo>
                      <a:pt x="194183" y="131064"/>
                      <a:pt x="197104" y="220472"/>
                      <a:pt x="251333" y="250952"/>
                    </a:cubicBezTo>
                    <a:cubicBezTo>
                      <a:pt x="307213" y="294767"/>
                      <a:pt x="392684" y="228219"/>
                      <a:pt x="375158" y="163322"/>
                    </a:cubicBezTo>
                    <a:cubicBezTo>
                      <a:pt x="364871" y="110490"/>
                      <a:pt x="301244" y="80137"/>
                      <a:pt x="253619" y="104521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 dirty="0"/>
              </a:p>
            </p:txBody>
          </p:sp>
          <p:sp>
            <p:nvSpPr>
              <p:cNvPr id="1141" name="任意形状 1140">
                <a:extLst>
                  <a:ext uri="{FF2B5EF4-FFF2-40B4-BE49-F238E27FC236}">
                    <a16:creationId xmlns:a16="http://schemas.microsoft.com/office/drawing/2014/main" id="{C580FF62-C570-7F81-4E71-FA9F4F1E3009}"/>
                  </a:ext>
                </a:extLst>
              </p:cNvPr>
              <p:cNvSpPr/>
              <p:nvPr/>
            </p:nvSpPr>
            <p:spPr>
              <a:xfrm>
                <a:off x="6893179" y="4357115"/>
                <a:ext cx="175132" cy="281813"/>
              </a:xfrm>
              <a:custGeom>
                <a:avLst/>
                <a:gdLst>
                  <a:gd name="connsiteX0" fmla="*/ 42545 w 175132"/>
                  <a:gd name="connsiteY0" fmla="*/ 140843 h 281813"/>
                  <a:gd name="connsiteX1" fmla="*/ 175133 w 175132"/>
                  <a:gd name="connsiteY1" fmla="*/ 0 h 281813"/>
                  <a:gd name="connsiteX2" fmla="*/ 135763 w 175132"/>
                  <a:gd name="connsiteY2" fmla="*/ 281813 h 281813"/>
                  <a:gd name="connsiteX3" fmla="*/ 0 w 175132"/>
                  <a:gd name="connsiteY3" fmla="*/ 274320 h 281813"/>
                  <a:gd name="connsiteX4" fmla="*/ 42545 w 175132"/>
                  <a:gd name="connsiteY4" fmla="*/ 140843 h 281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132" h="281813">
                    <a:moveTo>
                      <a:pt x="42545" y="140843"/>
                    </a:moveTo>
                    <a:cubicBezTo>
                      <a:pt x="73787" y="83312"/>
                      <a:pt x="123698" y="39116"/>
                      <a:pt x="175133" y="0"/>
                    </a:cubicBezTo>
                    <a:cubicBezTo>
                      <a:pt x="146431" y="91059"/>
                      <a:pt x="137922" y="186944"/>
                      <a:pt x="135763" y="281813"/>
                    </a:cubicBezTo>
                    <a:cubicBezTo>
                      <a:pt x="90424" y="280797"/>
                      <a:pt x="44958" y="280543"/>
                      <a:pt x="0" y="274320"/>
                    </a:cubicBezTo>
                    <a:cubicBezTo>
                      <a:pt x="10033" y="228727"/>
                      <a:pt x="19939" y="182245"/>
                      <a:pt x="42545" y="140843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2" name="任意形状 1141">
                <a:extLst>
                  <a:ext uri="{FF2B5EF4-FFF2-40B4-BE49-F238E27FC236}">
                    <a16:creationId xmlns:a16="http://schemas.microsoft.com/office/drawing/2014/main" id="{27B30EEE-9CAB-0721-4F68-910842A40307}"/>
                  </a:ext>
                </a:extLst>
              </p:cNvPr>
              <p:cNvSpPr/>
              <p:nvPr/>
            </p:nvSpPr>
            <p:spPr>
              <a:xfrm>
                <a:off x="6971636" y="3713391"/>
                <a:ext cx="745325" cy="602619"/>
              </a:xfrm>
              <a:custGeom>
                <a:avLst/>
                <a:gdLst>
                  <a:gd name="connsiteX0" fmla="*/ 269776 w 745325"/>
                  <a:gd name="connsiteY0" fmla="*/ 9742 h 602620"/>
                  <a:gd name="connsiteX1" fmla="*/ 555780 w 745325"/>
                  <a:gd name="connsiteY1" fmla="*/ 36284 h 602620"/>
                  <a:gd name="connsiteX2" fmla="*/ 736755 w 745325"/>
                  <a:gd name="connsiteY2" fmla="*/ 249263 h 602620"/>
                  <a:gd name="connsiteX3" fmla="*/ 649633 w 745325"/>
                  <a:gd name="connsiteY3" fmla="*/ 540982 h 602620"/>
                  <a:gd name="connsiteX4" fmla="*/ 368074 w 745325"/>
                  <a:gd name="connsiteY4" fmla="*/ 602577 h 602620"/>
                  <a:gd name="connsiteX5" fmla="*/ 138712 w 745325"/>
                  <a:gd name="connsiteY5" fmla="*/ 568161 h 602620"/>
                  <a:gd name="connsiteX6" fmla="*/ 3457 w 745325"/>
                  <a:gd name="connsiteY6" fmla="*/ 369787 h 602620"/>
                  <a:gd name="connsiteX7" fmla="*/ 33937 w 745325"/>
                  <a:gd name="connsiteY7" fmla="*/ 167602 h 602620"/>
                  <a:gd name="connsiteX8" fmla="*/ 269776 w 745325"/>
                  <a:gd name="connsiteY8" fmla="*/ 9742 h 602620"/>
                  <a:gd name="connsiteX9" fmla="*/ 196370 w 745325"/>
                  <a:gd name="connsiteY9" fmla="*/ 167983 h 602620"/>
                  <a:gd name="connsiteX10" fmla="*/ 112169 w 745325"/>
                  <a:gd name="connsiteY10" fmla="*/ 455765 h 602620"/>
                  <a:gd name="connsiteX11" fmla="*/ 318290 w 745325"/>
                  <a:gd name="connsiteY11" fmla="*/ 515582 h 602620"/>
                  <a:gd name="connsiteX12" fmla="*/ 584482 w 745325"/>
                  <a:gd name="connsiteY12" fmla="*/ 488531 h 602620"/>
                  <a:gd name="connsiteX13" fmla="*/ 603659 w 745325"/>
                  <a:gd name="connsiteY13" fmla="*/ 190844 h 602620"/>
                  <a:gd name="connsiteX14" fmla="*/ 393855 w 745325"/>
                  <a:gd name="connsiteY14" fmla="*/ 153506 h 602620"/>
                  <a:gd name="connsiteX15" fmla="*/ 196370 w 745325"/>
                  <a:gd name="connsiteY15" fmla="*/ 167983 h 602620"/>
                  <a:gd name="connsiteX0" fmla="*/ 269776 w 745325"/>
                  <a:gd name="connsiteY0" fmla="*/ 9742 h 602620"/>
                  <a:gd name="connsiteX1" fmla="*/ 555780 w 745325"/>
                  <a:gd name="connsiteY1" fmla="*/ 36284 h 602620"/>
                  <a:gd name="connsiteX2" fmla="*/ 736755 w 745325"/>
                  <a:gd name="connsiteY2" fmla="*/ 249263 h 602620"/>
                  <a:gd name="connsiteX3" fmla="*/ 649633 w 745325"/>
                  <a:gd name="connsiteY3" fmla="*/ 540982 h 602620"/>
                  <a:gd name="connsiteX4" fmla="*/ 368074 w 745325"/>
                  <a:gd name="connsiteY4" fmla="*/ 602577 h 602620"/>
                  <a:gd name="connsiteX5" fmla="*/ 138712 w 745325"/>
                  <a:gd name="connsiteY5" fmla="*/ 568161 h 602620"/>
                  <a:gd name="connsiteX6" fmla="*/ 3457 w 745325"/>
                  <a:gd name="connsiteY6" fmla="*/ 369787 h 602620"/>
                  <a:gd name="connsiteX7" fmla="*/ 33937 w 745325"/>
                  <a:gd name="connsiteY7" fmla="*/ 167602 h 602620"/>
                  <a:gd name="connsiteX8" fmla="*/ 269776 w 745325"/>
                  <a:gd name="connsiteY8" fmla="*/ 9742 h 602620"/>
                  <a:gd name="connsiteX9" fmla="*/ 196370 w 745325"/>
                  <a:gd name="connsiteY9" fmla="*/ 167983 h 602620"/>
                  <a:gd name="connsiteX10" fmla="*/ 287339 w 745325"/>
                  <a:gd name="connsiteY10" fmla="*/ 432093 h 602620"/>
                  <a:gd name="connsiteX11" fmla="*/ 318290 w 745325"/>
                  <a:gd name="connsiteY11" fmla="*/ 515582 h 602620"/>
                  <a:gd name="connsiteX12" fmla="*/ 584482 w 745325"/>
                  <a:gd name="connsiteY12" fmla="*/ 488531 h 602620"/>
                  <a:gd name="connsiteX13" fmla="*/ 603659 w 745325"/>
                  <a:gd name="connsiteY13" fmla="*/ 190844 h 602620"/>
                  <a:gd name="connsiteX14" fmla="*/ 393855 w 745325"/>
                  <a:gd name="connsiteY14" fmla="*/ 153506 h 602620"/>
                  <a:gd name="connsiteX15" fmla="*/ 196370 w 745325"/>
                  <a:gd name="connsiteY15" fmla="*/ 167983 h 602620"/>
                  <a:gd name="connsiteX0" fmla="*/ 269776 w 745325"/>
                  <a:gd name="connsiteY0" fmla="*/ 9742 h 602620"/>
                  <a:gd name="connsiteX1" fmla="*/ 555780 w 745325"/>
                  <a:gd name="connsiteY1" fmla="*/ 36284 h 602620"/>
                  <a:gd name="connsiteX2" fmla="*/ 736755 w 745325"/>
                  <a:gd name="connsiteY2" fmla="*/ 249263 h 602620"/>
                  <a:gd name="connsiteX3" fmla="*/ 649633 w 745325"/>
                  <a:gd name="connsiteY3" fmla="*/ 540982 h 602620"/>
                  <a:gd name="connsiteX4" fmla="*/ 368074 w 745325"/>
                  <a:gd name="connsiteY4" fmla="*/ 602577 h 602620"/>
                  <a:gd name="connsiteX5" fmla="*/ 138712 w 745325"/>
                  <a:gd name="connsiteY5" fmla="*/ 568161 h 602620"/>
                  <a:gd name="connsiteX6" fmla="*/ 3457 w 745325"/>
                  <a:gd name="connsiteY6" fmla="*/ 369787 h 602620"/>
                  <a:gd name="connsiteX7" fmla="*/ 33937 w 745325"/>
                  <a:gd name="connsiteY7" fmla="*/ 167602 h 602620"/>
                  <a:gd name="connsiteX8" fmla="*/ 269776 w 745325"/>
                  <a:gd name="connsiteY8" fmla="*/ 9742 h 602620"/>
                  <a:gd name="connsiteX9" fmla="*/ 229510 w 745325"/>
                  <a:gd name="connsiteY9" fmla="*/ 196389 h 602620"/>
                  <a:gd name="connsiteX10" fmla="*/ 287339 w 745325"/>
                  <a:gd name="connsiteY10" fmla="*/ 432093 h 602620"/>
                  <a:gd name="connsiteX11" fmla="*/ 318290 w 745325"/>
                  <a:gd name="connsiteY11" fmla="*/ 515582 h 602620"/>
                  <a:gd name="connsiteX12" fmla="*/ 584482 w 745325"/>
                  <a:gd name="connsiteY12" fmla="*/ 488531 h 602620"/>
                  <a:gd name="connsiteX13" fmla="*/ 603659 w 745325"/>
                  <a:gd name="connsiteY13" fmla="*/ 190844 h 602620"/>
                  <a:gd name="connsiteX14" fmla="*/ 393855 w 745325"/>
                  <a:gd name="connsiteY14" fmla="*/ 153506 h 602620"/>
                  <a:gd name="connsiteX15" fmla="*/ 229510 w 745325"/>
                  <a:gd name="connsiteY15" fmla="*/ 196389 h 602620"/>
                  <a:gd name="connsiteX0" fmla="*/ 269776 w 745325"/>
                  <a:gd name="connsiteY0" fmla="*/ 9742 h 602620"/>
                  <a:gd name="connsiteX1" fmla="*/ 555780 w 745325"/>
                  <a:gd name="connsiteY1" fmla="*/ 36284 h 602620"/>
                  <a:gd name="connsiteX2" fmla="*/ 736755 w 745325"/>
                  <a:gd name="connsiteY2" fmla="*/ 249263 h 602620"/>
                  <a:gd name="connsiteX3" fmla="*/ 649633 w 745325"/>
                  <a:gd name="connsiteY3" fmla="*/ 540982 h 602620"/>
                  <a:gd name="connsiteX4" fmla="*/ 368074 w 745325"/>
                  <a:gd name="connsiteY4" fmla="*/ 602577 h 602620"/>
                  <a:gd name="connsiteX5" fmla="*/ 138712 w 745325"/>
                  <a:gd name="connsiteY5" fmla="*/ 568161 h 602620"/>
                  <a:gd name="connsiteX6" fmla="*/ 3457 w 745325"/>
                  <a:gd name="connsiteY6" fmla="*/ 369787 h 602620"/>
                  <a:gd name="connsiteX7" fmla="*/ 33937 w 745325"/>
                  <a:gd name="connsiteY7" fmla="*/ 167602 h 602620"/>
                  <a:gd name="connsiteX8" fmla="*/ 269776 w 745325"/>
                  <a:gd name="connsiteY8" fmla="*/ 9742 h 602620"/>
                  <a:gd name="connsiteX9" fmla="*/ 229510 w 745325"/>
                  <a:gd name="connsiteY9" fmla="*/ 196389 h 602620"/>
                  <a:gd name="connsiteX10" fmla="*/ 287339 w 745325"/>
                  <a:gd name="connsiteY10" fmla="*/ 432093 h 602620"/>
                  <a:gd name="connsiteX11" fmla="*/ 318290 w 745325"/>
                  <a:gd name="connsiteY11" fmla="*/ 515582 h 602620"/>
                  <a:gd name="connsiteX12" fmla="*/ 513467 w 745325"/>
                  <a:gd name="connsiteY12" fmla="*/ 417516 h 602620"/>
                  <a:gd name="connsiteX13" fmla="*/ 603659 w 745325"/>
                  <a:gd name="connsiteY13" fmla="*/ 190844 h 602620"/>
                  <a:gd name="connsiteX14" fmla="*/ 393855 w 745325"/>
                  <a:gd name="connsiteY14" fmla="*/ 153506 h 602620"/>
                  <a:gd name="connsiteX15" fmla="*/ 229510 w 745325"/>
                  <a:gd name="connsiteY15" fmla="*/ 196389 h 602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45325" h="602620">
                    <a:moveTo>
                      <a:pt x="269776" y="9742"/>
                    </a:moveTo>
                    <a:cubicBezTo>
                      <a:pt x="364899" y="-9944"/>
                      <a:pt x="465483" y="851"/>
                      <a:pt x="555780" y="36284"/>
                    </a:cubicBezTo>
                    <a:cubicBezTo>
                      <a:pt x="643791" y="74638"/>
                      <a:pt x="722150" y="150965"/>
                      <a:pt x="736755" y="249263"/>
                    </a:cubicBezTo>
                    <a:cubicBezTo>
                      <a:pt x="759361" y="351244"/>
                      <a:pt x="739549" y="476594"/>
                      <a:pt x="649633" y="540982"/>
                    </a:cubicBezTo>
                    <a:cubicBezTo>
                      <a:pt x="569877" y="602196"/>
                      <a:pt x="463959" y="602958"/>
                      <a:pt x="368074" y="602577"/>
                    </a:cubicBezTo>
                    <a:cubicBezTo>
                      <a:pt x="291366" y="596100"/>
                      <a:pt x="209324" y="604990"/>
                      <a:pt x="138712" y="568161"/>
                    </a:cubicBezTo>
                    <a:cubicBezTo>
                      <a:pt x="58702" y="536030"/>
                      <a:pt x="15395" y="451067"/>
                      <a:pt x="3457" y="369787"/>
                    </a:cubicBezTo>
                    <a:cubicBezTo>
                      <a:pt x="-4290" y="301588"/>
                      <a:pt x="-988" y="228436"/>
                      <a:pt x="33937" y="167602"/>
                    </a:cubicBezTo>
                    <a:cubicBezTo>
                      <a:pt x="80800" y="79973"/>
                      <a:pt x="174399" y="27394"/>
                      <a:pt x="269776" y="9742"/>
                    </a:cubicBezTo>
                    <a:moveTo>
                      <a:pt x="229510" y="196389"/>
                    </a:moveTo>
                    <a:cubicBezTo>
                      <a:pt x="98827" y="214424"/>
                      <a:pt x="199455" y="344845"/>
                      <a:pt x="287339" y="432093"/>
                    </a:cubicBezTo>
                    <a:cubicBezTo>
                      <a:pt x="342076" y="484036"/>
                      <a:pt x="280602" y="518012"/>
                      <a:pt x="318290" y="515582"/>
                    </a:cubicBezTo>
                    <a:cubicBezTo>
                      <a:pt x="355978" y="513152"/>
                      <a:pt x="429139" y="450663"/>
                      <a:pt x="513467" y="417516"/>
                    </a:cubicBezTo>
                    <a:cubicBezTo>
                      <a:pt x="631577" y="371035"/>
                      <a:pt x="703608" y="257011"/>
                      <a:pt x="603659" y="190844"/>
                    </a:cubicBezTo>
                    <a:cubicBezTo>
                      <a:pt x="542191" y="149442"/>
                      <a:pt x="464594" y="154268"/>
                      <a:pt x="393855" y="153506"/>
                    </a:cubicBezTo>
                    <a:cubicBezTo>
                      <a:pt x="327942" y="155792"/>
                      <a:pt x="294026" y="180387"/>
                      <a:pt x="229510" y="196389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3" name="任意形状 1142">
                <a:extLst>
                  <a:ext uri="{FF2B5EF4-FFF2-40B4-BE49-F238E27FC236}">
                    <a16:creationId xmlns:a16="http://schemas.microsoft.com/office/drawing/2014/main" id="{0874936A-1F36-98B7-70F8-E6A23DD91FBC}"/>
                  </a:ext>
                </a:extLst>
              </p:cNvPr>
              <p:cNvSpPr/>
              <p:nvPr/>
            </p:nvSpPr>
            <p:spPr>
              <a:xfrm>
                <a:off x="6891914" y="3926585"/>
                <a:ext cx="70606" cy="230632"/>
              </a:xfrm>
              <a:custGeom>
                <a:avLst/>
                <a:gdLst>
                  <a:gd name="connsiteX0" fmla="*/ 70606 w 70606"/>
                  <a:gd name="connsiteY0" fmla="*/ 230632 h 230632"/>
                  <a:gd name="connsiteX1" fmla="*/ 62986 w 70606"/>
                  <a:gd name="connsiteY1" fmla="*/ 0 h 230632"/>
                  <a:gd name="connsiteX2" fmla="*/ 70606 w 70606"/>
                  <a:gd name="connsiteY2" fmla="*/ 230632 h 23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606" h="230632">
                    <a:moveTo>
                      <a:pt x="70606" y="230632"/>
                    </a:moveTo>
                    <a:cubicBezTo>
                      <a:pt x="-20072" y="188849"/>
                      <a:pt x="-24263" y="47879"/>
                      <a:pt x="62986" y="0"/>
                    </a:cubicBezTo>
                    <a:cubicBezTo>
                      <a:pt x="53080" y="76835"/>
                      <a:pt x="53207" y="154686"/>
                      <a:pt x="70606" y="230632"/>
                    </a:cubicBezTo>
                    <a:close/>
                  </a:path>
                </a:pathLst>
              </a:custGeom>
              <a:solidFill>
                <a:srgbClr val="92B2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4" name="任意形状 1143">
                <a:extLst>
                  <a:ext uri="{FF2B5EF4-FFF2-40B4-BE49-F238E27FC236}">
                    <a16:creationId xmlns:a16="http://schemas.microsoft.com/office/drawing/2014/main" id="{A8541C88-3785-55AF-24AF-63B891AF1D4E}"/>
                  </a:ext>
                </a:extLst>
              </p:cNvPr>
              <p:cNvSpPr/>
              <p:nvPr/>
            </p:nvSpPr>
            <p:spPr>
              <a:xfrm>
                <a:off x="7727060" y="3925570"/>
                <a:ext cx="67590" cy="236346"/>
              </a:xfrm>
              <a:custGeom>
                <a:avLst/>
                <a:gdLst>
                  <a:gd name="connsiteX0" fmla="*/ 1524 w 67590"/>
                  <a:gd name="connsiteY0" fmla="*/ 0 h 236346"/>
                  <a:gd name="connsiteX1" fmla="*/ 0 w 67590"/>
                  <a:gd name="connsiteY1" fmla="*/ 236347 h 236346"/>
                  <a:gd name="connsiteX2" fmla="*/ 1524 w 67590"/>
                  <a:gd name="connsiteY2" fmla="*/ 0 h 23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7590" h="236346">
                    <a:moveTo>
                      <a:pt x="1524" y="0"/>
                    </a:moveTo>
                    <a:cubicBezTo>
                      <a:pt x="91313" y="46228"/>
                      <a:pt x="88392" y="189992"/>
                      <a:pt x="0" y="236347"/>
                    </a:cubicBezTo>
                    <a:cubicBezTo>
                      <a:pt x="14732" y="157988"/>
                      <a:pt x="18796" y="78359"/>
                      <a:pt x="1524" y="0"/>
                    </a:cubicBezTo>
                    <a:close/>
                  </a:path>
                </a:pathLst>
              </a:custGeom>
              <a:solidFill>
                <a:srgbClr val="92B2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5" name="任意形状 1144">
                <a:extLst>
                  <a:ext uri="{FF2B5EF4-FFF2-40B4-BE49-F238E27FC236}">
                    <a16:creationId xmlns:a16="http://schemas.microsoft.com/office/drawing/2014/main" id="{E64E53A3-0287-7C06-FA5F-D294ADC7B1CC}"/>
                  </a:ext>
                </a:extLst>
              </p:cNvPr>
              <p:cNvSpPr/>
              <p:nvPr/>
            </p:nvSpPr>
            <p:spPr>
              <a:xfrm>
                <a:off x="7139940" y="4329848"/>
                <a:ext cx="442848" cy="52422"/>
              </a:xfrm>
              <a:custGeom>
                <a:avLst/>
                <a:gdLst>
                  <a:gd name="connsiteX0" fmla="*/ 0 w 442848"/>
                  <a:gd name="connsiteY0" fmla="*/ 2122 h 52422"/>
                  <a:gd name="connsiteX1" fmla="*/ 264287 w 442848"/>
                  <a:gd name="connsiteY1" fmla="*/ 9488 h 52422"/>
                  <a:gd name="connsiteX2" fmla="*/ 435864 w 442848"/>
                  <a:gd name="connsiteY2" fmla="*/ 5678 h 52422"/>
                  <a:gd name="connsiteX3" fmla="*/ 442849 w 442848"/>
                  <a:gd name="connsiteY3" fmla="*/ 29046 h 52422"/>
                  <a:gd name="connsiteX4" fmla="*/ 250952 w 442848"/>
                  <a:gd name="connsiteY4" fmla="*/ 52414 h 52422"/>
                  <a:gd name="connsiteX5" fmla="*/ 48895 w 442848"/>
                  <a:gd name="connsiteY5" fmla="*/ 34507 h 52422"/>
                  <a:gd name="connsiteX6" fmla="*/ 0 w 442848"/>
                  <a:gd name="connsiteY6" fmla="*/ 2122 h 5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2848" h="52422">
                    <a:moveTo>
                      <a:pt x="0" y="2122"/>
                    </a:moveTo>
                    <a:cubicBezTo>
                      <a:pt x="88138" y="471"/>
                      <a:pt x="176022" y="14949"/>
                      <a:pt x="264287" y="9488"/>
                    </a:cubicBezTo>
                    <a:cubicBezTo>
                      <a:pt x="321437" y="8599"/>
                      <a:pt x="378968" y="-8673"/>
                      <a:pt x="435864" y="5678"/>
                    </a:cubicBezTo>
                    <a:cubicBezTo>
                      <a:pt x="437642" y="11520"/>
                      <a:pt x="441198" y="23204"/>
                      <a:pt x="442849" y="29046"/>
                    </a:cubicBezTo>
                    <a:cubicBezTo>
                      <a:pt x="378206" y="30824"/>
                      <a:pt x="315849" y="52922"/>
                      <a:pt x="250952" y="52414"/>
                    </a:cubicBezTo>
                    <a:cubicBezTo>
                      <a:pt x="183388" y="52160"/>
                      <a:pt x="115189" y="48350"/>
                      <a:pt x="48895" y="34507"/>
                    </a:cubicBezTo>
                    <a:cubicBezTo>
                      <a:pt x="28829" y="30570"/>
                      <a:pt x="15240" y="13806"/>
                      <a:pt x="0" y="2122"/>
                    </a:cubicBezTo>
                    <a:close/>
                  </a:path>
                </a:pathLst>
              </a:custGeom>
              <a:solidFill>
                <a:srgbClr val="92B2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6" name="任意形状 1145">
                <a:extLst>
                  <a:ext uri="{FF2B5EF4-FFF2-40B4-BE49-F238E27FC236}">
                    <a16:creationId xmlns:a16="http://schemas.microsoft.com/office/drawing/2014/main" id="{0473000B-2D78-902C-DC0F-5C6681051425}"/>
                  </a:ext>
                </a:extLst>
              </p:cNvPr>
              <p:cNvSpPr/>
              <p:nvPr/>
            </p:nvSpPr>
            <p:spPr>
              <a:xfrm>
                <a:off x="7728246" y="4330891"/>
                <a:ext cx="152282" cy="154573"/>
              </a:xfrm>
              <a:custGeom>
                <a:avLst/>
                <a:gdLst>
                  <a:gd name="connsiteX0" fmla="*/ 36407 w 152282"/>
                  <a:gd name="connsiteY0" fmla="*/ 5777 h 154573"/>
                  <a:gd name="connsiteX1" fmla="*/ 151469 w 152282"/>
                  <a:gd name="connsiteY1" fmla="*/ 76136 h 154573"/>
                  <a:gd name="connsiteX2" fmla="*/ 38185 w 152282"/>
                  <a:gd name="connsiteY2" fmla="*/ 145477 h 154573"/>
                  <a:gd name="connsiteX3" fmla="*/ 36407 w 152282"/>
                  <a:gd name="connsiteY3" fmla="*/ 5777 h 154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282" h="154573">
                    <a:moveTo>
                      <a:pt x="36407" y="5777"/>
                    </a:moveTo>
                    <a:cubicBezTo>
                      <a:pt x="85556" y="-14035"/>
                      <a:pt x="153247" y="18986"/>
                      <a:pt x="151469" y="76136"/>
                    </a:cubicBezTo>
                    <a:cubicBezTo>
                      <a:pt x="160994" y="133667"/>
                      <a:pt x="84667" y="173290"/>
                      <a:pt x="38185" y="145477"/>
                    </a:cubicBezTo>
                    <a:cubicBezTo>
                      <a:pt x="-12107" y="118680"/>
                      <a:pt x="-12742" y="33590"/>
                      <a:pt x="36407" y="5777"/>
                    </a:cubicBezTo>
                    <a:close/>
                  </a:path>
                </a:pathLst>
              </a:custGeom>
              <a:solidFill>
                <a:srgbClr val="374E7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7" name="任意形状 1146">
                <a:extLst>
                  <a:ext uri="{FF2B5EF4-FFF2-40B4-BE49-F238E27FC236}">
                    <a16:creationId xmlns:a16="http://schemas.microsoft.com/office/drawing/2014/main" id="{08C58E68-502B-9EC8-2488-535EB455B94C}"/>
                  </a:ext>
                </a:extLst>
              </p:cNvPr>
              <p:cNvSpPr/>
              <p:nvPr/>
            </p:nvSpPr>
            <p:spPr>
              <a:xfrm>
                <a:off x="7608570" y="4354448"/>
                <a:ext cx="87248" cy="156464"/>
              </a:xfrm>
              <a:custGeom>
                <a:avLst/>
                <a:gdLst>
                  <a:gd name="connsiteX0" fmla="*/ 0 w 87248"/>
                  <a:gd name="connsiteY0" fmla="*/ 0 h 156464"/>
                  <a:gd name="connsiteX1" fmla="*/ 87249 w 87248"/>
                  <a:gd name="connsiteY1" fmla="*/ 54102 h 156464"/>
                  <a:gd name="connsiteX2" fmla="*/ 35052 w 87248"/>
                  <a:gd name="connsiteY2" fmla="*/ 156464 h 156464"/>
                  <a:gd name="connsiteX3" fmla="*/ 0 w 87248"/>
                  <a:gd name="connsiteY3" fmla="*/ 0 h 156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248" h="156464">
                    <a:moveTo>
                      <a:pt x="0" y="0"/>
                    </a:moveTo>
                    <a:cubicBezTo>
                      <a:pt x="29083" y="17907"/>
                      <a:pt x="57912" y="36449"/>
                      <a:pt x="87249" y="54102"/>
                    </a:cubicBezTo>
                    <a:cubicBezTo>
                      <a:pt x="68072" y="87249"/>
                      <a:pt x="54102" y="123190"/>
                      <a:pt x="35052" y="156464"/>
                    </a:cubicBezTo>
                    <a:cubicBezTo>
                      <a:pt x="29210" y="102997"/>
                      <a:pt x="14605" y="51435"/>
                      <a:pt x="0" y="0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8" name="任意形状 1147">
                <a:extLst>
                  <a:ext uri="{FF2B5EF4-FFF2-40B4-BE49-F238E27FC236}">
                    <a16:creationId xmlns:a16="http://schemas.microsoft.com/office/drawing/2014/main" id="{728130AA-0BDE-5145-745C-230F5268DA7E}"/>
                  </a:ext>
                </a:extLst>
              </p:cNvPr>
              <p:cNvSpPr/>
              <p:nvPr/>
            </p:nvSpPr>
            <p:spPr>
              <a:xfrm>
                <a:off x="7288438" y="4454004"/>
                <a:ext cx="115163" cy="115899"/>
              </a:xfrm>
              <a:custGeom>
                <a:avLst/>
                <a:gdLst>
                  <a:gd name="connsiteX0" fmla="*/ 30571 w 115163"/>
                  <a:gd name="connsiteY0" fmla="*/ 7378 h 115899"/>
                  <a:gd name="connsiteX1" fmla="*/ 113756 w 115163"/>
                  <a:gd name="connsiteY1" fmla="*/ 67449 h 115899"/>
                  <a:gd name="connsiteX2" fmla="*/ 14950 w 115163"/>
                  <a:gd name="connsiteY2" fmla="*/ 92976 h 115899"/>
                  <a:gd name="connsiteX3" fmla="*/ 30571 w 115163"/>
                  <a:gd name="connsiteY3" fmla="*/ 7378 h 115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63" h="115899">
                    <a:moveTo>
                      <a:pt x="30571" y="7378"/>
                    </a:moveTo>
                    <a:cubicBezTo>
                      <a:pt x="69687" y="-16752"/>
                      <a:pt x="124678" y="22237"/>
                      <a:pt x="113756" y="67449"/>
                    </a:cubicBezTo>
                    <a:cubicBezTo>
                      <a:pt x="114264" y="116598"/>
                      <a:pt x="39334" y="133997"/>
                      <a:pt x="14950" y="92976"/>
                    </a:cubicBezTo>
                    <a:cubicBezTo>
                      <a:pt x="-10958" y="67449"/>
                      <a:pt x="-1560" y="22872"/>
                      <a:pt x="30571" y="7378"/>
                    </a:cubicBezTo>
                    <a:close/>
                  </a:path>
                </a:pathLst>
              </a:custGeom>
              <a:solidFill>
                <a:srgbClr val="57C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49" name="任意形状 1148">
                <a:extLst>
                  <a:ext uri="{FF2B5EF4-FFF2-40B4-BE49-F238E27FC236}">
                    <a16:creationId xmlns:a16="http://schemas.microsoft.com/office/drawing/2014/main" id="{3C93F20A-0B72-3DB5-76AF-1BCEE786A126}"/>
                  </a:ext>
                </a:extLst>
              </p:cNvPr>
              <p:cNvSpPr/>
              <p:nvPr/>
            </p:nvSpPr>
            <p:spPr>
              <a:xfrm>
                <a:off x="7648066" y="4447159"/>
                <a:ext cx="219583" cy="190753"/>
              </a:xfrm>
              <a:custGeom>
                <a:avLst/>
                <a:gdLst>
                  <a:gd name="connsiteX0" fmla="*/ 0 w 219583"/>
                  <a:gd name="connsiteY0" fmla="*/ 184785 h 190753"/>
                  <a:gd name="connsiteX1" fmla="*/ 53340 w 219583"/>
                  <a:gd name="connsiteY1" fmla="*/ 0 h 190753"/>
                  <a:gd name="connsiteX2" fmla="*/ 137414 w 219583"/>
                  <a:gd name="connsiteY2" fmla="*/ 59817 h 190753"/>
                  <a:gd name="connsiteX3" fmla="*/ 219583 w 219583"/>
                  <a:gd name="connsiteY3" fmla="*/ 40259 h 190753"/>
                  <a:gd name="connsiteX4" fmla="*/ 166370 w 219583"/>
                  <a:gd name="connsiteY4" fmla="*/ 190754 h 190753"/>
                  <a:gd name="connsiteX5" fmla="*/ 0 w 219583"/>
                  <a:gd name="connsiteY5" fmla="*/ 184785 h 190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9583" h="190753">
                    <a:moveTo>
                      <a:pt x="0" y="184785"/>
                    </a:moveTo>
                    <a:cubicBezTo>
                      <a:pt x="4572" y="120015"/>
                      <a:pt x="23241" y="57404"/>
                      <a:pt x="53340" y="0"/>
                    </a:cubicBezTo>
                    <a:cubicBezTo>
                      <a:pt x="75438" y="26543"/>
                      <a:pt x="100965" y="55372"/>
                      <a:pt x="137414" y="59817"/>
                    </a:cubicBezTo>
                    <a:cubicBezTo>
                      <a:pt x="166624" y="65278"/>
                      <a:pt x="193675" y="51308"/>
                      <a:pt x="219583" y="40259"/>
                    </a:cubicBezTo>
                    <a:cubicBezTo>
                      <a:pt x="203581" y="90932"/>
                      <a:pt x="186817" y="141605"/>
                      <a:pt x="166370" y="190754"/>
                    </a:cubicBezTo>
                    <a:cubicBezTo>
                      <a:pt x="110871" y="188341"/>
                      <a:pt x="55245" y="190881"/>
                      <a:pt x="0" y="184785"/>
                    </a:cubicBezTo>
                    <a:close/>
                  </a:path>
                </a:pathLst>
              </a:custGeom>
              <a:solidFill>
                <a:srgbClr val="EEF5F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150" name="任意形状 1149">
                <a:extLst>
                  <a:ext uri="{FF2B5EF4-FFF2-40B4-BE49-F238E27FC236}">
                    <a16:creationId xmlns:a16="http://schemas.microsoft.com/office/drawing/2014/main" id="{53B4B386-B1F0-A52A-A6C1-4E19CBCCA6B4}"/>
                  </a:ext>
                </a:extLst>
              </p:cNvPr>
              <p:cNvSpPr/>
              <p:nvPr/>
            </p:nvSpPr>
            <p:spPr>
              <a:xfrm>
                <a:off x="7502016" y="4543044"/>
                <a:ext cx="128904" cy="94456"/>
              </a:xfrm>
              <a:custGeom>
                <a:avLst/>
                <a:gdLst>
                  <a:gd name="connsiteX0" fmla="*/ 0 w 128904"/>
                  <a:gd name="connsiteY0" fmla="*/ 91948 h 94456"/>
                  <a:gd name="connsiteX1" fmla="*/ 117602 w 128904"/>
                  <a:gd name="connsiteY1" fmla="*/ 0 h 94456"/>
                  <a:gd name="connsiteX2" fmla="*/ 128905 w 128904"/>
                  <a:gd name="connsiteY2" fmla="*/ 87122 h 94456"/>
                  <a:gd name="connsiteX3" fmla="*/ 0 w 128904"/>
                  <a:gd name="connsiteY3" fmla="*/ 91948 h 94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904" h="94456">
                    <a:moveTo>
                      <a:pt x="0" y="91948"/>
                    </a:moveTo>
                    <a:cubicBezTo>
                      <a:pt x="43688" y="67564"/>
                      <a:pt x="80391" y="33020"/>
                      <a:pt x="117602" y="0"/>
                    </a:cubicBezTo>
                    <a:cubicBezTo>
                      <a:pt x="120904" y="29083"/>
                      <a:pt x="123444" y="58293"/>
                      <a:pt x="128905" y="87122"/>
                    </a:cubicBezTo>
                    <a:cubicBezTo>
                      <a:pt x="86487" y="96012"/>
                      <a:pt x="42926" y="95758"/>
                      <a:pt x="0" y="91948"/>
                    </a:cubicBezTo>
                    <a:close/>
                  </a:path>
                </a:pathLst>
              </a:custGeom>
              <a:solidFill>
                <a:srgbClr val="92B2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</p:grpSp>
        <p:sp>
          <p:nvSpPr>
            <p:cNvPr id="1136" name="任意形状 1135">
              <a:extLst>
                <a:ext uri="{FF2B5EF4-FFF2-40B4-BE49-F238E27FC236}">
                  <a16:creationId xmlns:a16="http://schemas.microsoft.com/office/drawing/2014/main" id="{DDC30A55-68F8-DD15-2431-9902A9F20043}"/>
                </a:ext>
              </a:extLst>
            </p:cNvPr>
            <p:cNvSpPr/>
            <p:nvPr/>
          </p:nvSpPr>
          <p:spPr>
            <a:xfrm>
              <a:off x="754481" y="2755745"/>
              <a:ext cx="372168" cy="283172"/>
            </a:xfrm>
            <a:custGeom>
              <a:avLst/>
              <a:gdLst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151131 w 602732"/>
                <a:gd name="connsiteY7" fmla="*/ 206154 h 458602"/>
                <a:gd name="connsiteX8" fmla="*/ 241047 w 602732"/>
                <a:gd name="connsiteY8" fmla="*/ 358808 h 458602"/>
                <a:gd name="connsiteX9" fmla="*/ 353823 w 602732"/>
                <a:gd name="connsiteY9" fmla="*/ 383319 h 458602"/>
                <a:gd name="connsiteX10" fmla="*/ 493777 w 602732"/>
                <a:gd name="connsiteY10" fmla="*/ 181389 h 458602"/>
                <a:gd name="connsiteX11" fmla="*/ 432309 w 602732"/>
                <a:gd name="connsiteY11" fmla="*/ 129827 h 458602"/>
                <a:gd name="connsiteX12" fmla="*/ 385319 w 602732"/>
                <a:gd name="connsiteY12" fmla="*/ 208058 h 458602"/>
                <a:gd name="connsiteX13" fmla="*/ 325121 w 602732"/>
                <a:gd name="connsiteY13" fmla="*/ 338742 h 458602"/>
                <a:gd name="connsiteX14" fmla="*/ 255271 w 602732"/>
                <a:gd name="connsiteY14" fmla="*/ 168308 h 458602"/>
                <a:gd name="connsiteX15" fmla="*/ 213107 w 602732"/>
                <a:gd name="connsiteY15" fmla="*/ 122588 h 458602"/>
                <a:gd name="connsiteX16" fmla="*/ 151131 w 602732"/>
                <a:gd name="connsiteY16" fmla="*/ 206154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151131 w 602732"/>
                <a:gd name="connsiteY7" fmla="*/ 206154 h 458602"/>
                <a:gd name="connsiteX8" fmla="*/ 241047 w 602732"/>
                <a:gd name="connsiteY8" fmla="*/ 358808 h 458602"/>
                <a:gd name="connsiteX9" fmla="*/ 353823 w 602732"/>
                <a:gd name="connsiteY9" fmla="*/ 383319 h 458602"/>
                <a:gd name="connsiteX10" fmla="*/ 493777 w 602732"/>
                <a:gd name="connsiteY10" fmla="*/ 181389 h 458602"/>
                <a:gd name="connsiteX11" fmla="*/ 432309 w 602732"/>
                <a:gd name="connsiteY11" fmla="*/ 129827 h 458602"/>
                <a:gd name="connsiteX12" fmla="*/ 385319 w 602732"/>
                <a:gd name="connsiteY12" fmla="*/ 208058 h 458602"/>
                <a:gd name="connsiteX13" fmla="*/ 255271 w 602732"/>
                <a:gd name="connsiteY13" fmla="*/ 168308 h 458602"/>
                <a:gd name="connsiteX14" fmla="*/ 213107 w 602732"/>
                <a:gd name="connsiteY14" fmla="*/ 122588 h 458602"/>
                <a:gd name="connsiteX15" fmla="*/ 151131 w 602732"/>
                <a:gd name="connsiteY15" fmla="*/ 206154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151131 w 602732"/>
                <a:gd name="connsiteY7" fmla="*/ 206154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11" fmla="*/ 385319 w 602732"/>
                <a:gd name="connsiteY11" fmla="*/ 208058 h 458602"/>
                <a:gd name="connsiteX12" fmla="*/ 255271 w 602732"/>
                <a:gd name="connsiteY12" fmla="*/ 168308 h 458602"/>
                <a:gd name="connsiteX13" fmla="*/ 213107 w 602732"/>
                <a:gd name="connsiteY13" fmla="*/ 122588 h 458602"/>
                <a:gd name="connsiteX14" fmla="*/ 151131 w 602732"/>
                <a:gd name="connsiteY14" fmla="*/ 206154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213107 w 602732"/>
                <a:gd name="connsiteY7" fmla="*/ 122588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11" fmla="*/ 385319 w 602732"/>
                <a:gd name="connsiteY11" fmla="*/ 208058 h 458602"/>
                <a:gd name="connsiteX12" fmla="*/ 255271 w 602732"/>
                <a:gd name="connsiteY12" fmla="*/ 168308 h 458602"/>
                <a:gd name="connsiteX13" fmla="*/ 213107 w 602732"/>
                <a:gd name="connsiteY13" fmla="*/ 122588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255271 w 602732"/>
                <a:gd name="connsiteY7" fmla="*/ 168308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11" fmla="*/ 385319 w 602732"/>
                <a:gd name="connsiteY11" fmla="*/ 208058 h 458602"/>
                <a:gd name="connsiteX12" fmla="*/ 255271 w 602732"/>
                <a:gd name="connsiteY12" fmla="*/ 168308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385319 w 602732"/>
                <a:gd name="connsiteY7" fmla="*/ 208058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11" fmla="*/ 385319 w 602732"/>
                <a:gd name="connsiteY11" fmla="*/ 208058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432309 w 602732"/>
                <a:gd name="connsiteY7" fmla="*/ 129827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10" fmla="*/ 432309 w 602732"/>
                <a:gd name="connsiteY10" fmla="*/ 129827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493777 w 602732"/>
                <a:gd name="connsiteY7" fmla="*/ 181389 h 458602"/>
                <a:gd name="connsiteX8" fmla="*/ 353823 w 602732"/>
                <a:gd name="connsiteY8" fmla="*/ 383319 h 458602"/>
                <a:gd name="connsiteX9" fmla="*/ 493777 w 602732"/>
                <a:gd name="connsiteY9" fmla="*/ 181389 h 458602"/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732" h="458602">
                  <a:moveTo>
                    <a:pt x="168784" y="9177"/>
                  </a:moveTo>
                  <a:cubicBezTo>
                    <a:pt x="297689" y="-4793"/>
                    <a:pt x="446279" y="-14573"/>
                    <a:pt x="553848" y="72041"/>
                  </a:cubicBezTo>
                  <a:cubicBezTo>
                    <a:pt x="603886" y="108491"/>
                    <a:pt x="605791" y="176055"/>
                    <a:pt x="600965" y="232189"/>
                  </a:cubicBezTo>
                  <a:cubicBezTo>
                    <a:pt x="594361" y="346997"/>
                    <a:pt x="490221" y="437039"/>
                    <a:pt x="380874" y="453930"/>
                  </a:cubicBezTo>
                  <a:cubicBezTo>
                    <a:pt x="293117" y="464726"/>
                    <a:pt x="199772" y="458629"/>
                    <a:pt x="120524" y="416339"/>
                  </a:cubicBezTo>
                  <a:cubicBezTo>
                    <a:pt x="74169" y="393352"/>
                    <a:pt x="33402" y="355633"/>
                    <a:pt x="16765" y="305722"/>
                  </a:cubicBezTo>
                  <a:cubicBezTo>
                    <a:pt x="-35178" y="189263"/>
                    <a:pt x="38609" y="29369"/>
                    <a:pt x="168784" y="9177"/>
                  </a:cubicBezTo>
                </a:path>
              </a:pathLst>
            </a:custGeom>
            <a:solidFill>
              <a:srgbClr val="0E1D3A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37" name="任意形状 1136">
              <a:extLst>
                <a:ext uri="{FF2B5EF4-FFF2-40B4-BE49-F238E27FC236}">
                  <a16:creationId xmlns:a16="http://schemas.microsoft.com/office/drawing/2014/main" id="{9B0109FB-9F38-FEBF-9271-657E019E8ABF}"/>
                </a:ext>
              </a:extLst>
            </p:cNvPr>
            <p:cNvSpPr/>
            <p:nvPr/>
          </p:nvSpPr>
          <p:spPr>
            <a:xfrm>
              <a:off x="849550" y="2821256"/>
              <a:ext cx="212421" cy="167128"/>
            </a:xfrm>
            <a:custGeom>
              <a:avLst/>
              <a:gdLst>
                <a:gd name="connsiteX0" fmla="*/ 1373 w 344019"/>
                <a:gd name="connsiteY0" fmla="*/ 83653 h 270666"/>
                <a:gd name="connsiteX1" fmla="*/ 63349 w 344019"/>
                <a:gd name="connsiteY1" fmla="*/ 87 h 270666"/>
                <a:gd name="connsiteX2" fmla="*/ 105513 w 344019"/>
                <a:gd name="connsiteY2" fmla="*/ 45807 h 270666"/>
                <a:gd name="connsiteX3" fmla="*/ 175363 w 344019"/>
                <a:gd name="connsiteY3" fmla="*/ 216241 h 270666"/>
                <a:gd name="connsiteX4" fmla="*/ 235561 w 344019"/>
                <a:gd name="connsiteY4" fmla="*/ 85558 h 270666"/>
                <a:gd name="connsiteX5" fmla="*/ 282551 w 344019"/>
                <a:gd name="connsiteY5" fmla="*/ 7326 h 270666"/>
                <a:gd name="connsiteX6" fmla="*/ 344019 w 344019"/>
                <a:gd name="connsiteY6" fmla="*/ 58888 h 270666"/>
                <a:gd name="connsiteX7" fmla="*/ 204065 w 344019"/>
                <a:gd name="connsiteY7" fmla="*/ 260818 h 270666"/>
                <a:gd name="connsiteX8" fmla="*/ 91289 w 344019"/>
                <a:gd name="connsiteY8" fmla="*/ 236307 h 270666"/>
                <a:gd name="connsiteX9" fmla="*/ 1373 w 344019"/>
                <a:gd name="connsiteY9" fmla="*/ 83653 h 270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019" h="270666">
                  <a:moveTo>
                    <a:pt x="1373" y="83653"/>
                  </a:moveTo>
                  <a:cubicBezTo>
                    <a:pt x="5691" y="49363"/>
                    <a:pt x="22582" y="2246"/>
                    <a:pt x="63349" y="87"/>
                  </a:cubicBezTo>
                  <a:cubicBezTo>
                    <a:pt x="88368" y="-1818"/>
                    <a:pt x="96115" y="28154"/>
                    <a:pt x="105513" y="45807"/>
                  </a:cubicBezTo>
                  <a:cubicBezTo>
                    <a:pt x="122023" y="104608"/>
                    <a:pt x="127103" y="172553"/>
                    <a:pt x="175363" y="216241"/>
                  </a:cubicBezTo>
                  <a:cubicBezTo>
                    <a:pt x="200255" y="175093"/>
                    <a:pt x="221972" y="131786"/>
                    <a:pt x="235561" y="85558"/>
                  </a:cubicBezTo>
                  <a:cubicBezTo>
                    <a:pt x="245213" y="56729"/>
                    <a:pt x="257532" y="26249"/>
                    <a:pt x="282551" y="7326"/>
                  </a:cubicBezTo>
                  <a:cubicBezTo>
                    <a:pt x="313031" y="-6771"/>
                    <a:pt x="343130" y="30948"/>
                    <a:pt x="344019" y="58888"/>
                  </a:cubicBezTo>
                  <a:cubicBezTo>
                    <a:pt x="330938" y="142454"/>
                    <a:pt x="275693" y="217257"/>
                    <a:pt x="204065" y="260818"/>
                  </a:cubicBezTo>
                  <a:cubicBezTo>
                    <a:pt x="165965" y="284948"/>
                    <a:pt x="122404" y="260056"/>
                    <a:pt x="91289" y="236307"/>
                  </a:cubicBezTo>
                  <a:cubicBezTo>
                    <a:pt x="42902" y="200874"/>
                    <a:pt x="-9168" y="149566"/>
                    <a:pt x="1373" y="83653"/>
                  </a:cubicBezTo>
                  <a:close/>
                </a:path>
              </a:pathLst>
            </a:custGeom>
            <a:solidFill>
              <a:srgbClr val="55CC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</p:grpSp>
      <p:sp>
        <p:nvSpPr>
          <p:cNvPr id="1151" name="圆角矩形 1150">
            <a:extLst>
              <a:ext uri="{FF2B5EF4-FFF2-40B4-BE49-F238E27FC236}">
                <a16:creationId xmlns:a16="http://schemas.microsoft.com/office/drawing/2014/main" id="{DFAEBCFC-F6EC-5351-A201-6C6DBA58C412}"/>
              </a:ext>
            </a:extLst>
          </p:cNvPr>
          <p:cNvSpPr/>
          <p:nvPr/>
        </p:nvSpPr>
        <p:spPr>
          <a:xfrm>
            <a:off x="8216708" y="2217324"/>
            <a:ext cx="1992525" cy="336480"/>
          </a:xfrm>
          <a:prstGeom prst="roundRect">
            <a:avLst>
              <a:gd name="adj" fmla="val 0"/>
            </a:avLst>
          </a:prstGeom>
          <a:solidFill>
            <a:schemeClr val="bg1">
              <a:alpha val="606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637FF879-D822-A6FF-ABA7-AC903EC4524F}"/>
                  </a:ext>
                </a:extLst>
              </p:cNvPr>
              <p:cNvSpPr txBox="1"/>
              <p:nvPr/>
            </p:nvSpPr>
            <p:spPr>
              <a:xfrm>
                <a:off x="8240668" y="2231734"/>
                <a:ext cx="14526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b="1" dirty="0">
                    <a:solidFill>
                      <a:schemeClr val="accent6"/>
                    </a:solidFill>
                    <a:latin typeface="STIX Two Text" pitchFamily="2" charset="0"/>
                  </a:rPr>
                  <a:t>Time: </a:t>
                </a:r>
                <a:r>
                  <a:rPr kumimoji="1" lang="en-US" altLang="zh-CN" sz="1400" dirty="0">
                    <a:solidFill>
                      <a:schemeClr val="accent6"/>
                    </a:solidFill>
                    <a:latin typeface="STIX Two Text" pitchFamily="2" charset="0"/>
                  </a:rPr>
                  <a:t>7k</a:t>
                </a:r>
                <a:r>
                  <a:rPr kumimoji="1" lang="en-US" altLang="zh-CN" sz="1400" baseline="30000" dirty="0">
                    <a:solidFill>
                      <a:schemeClr val="accent6"/>
                    </a:solidFill>
                    <a:latin typeface="STIX Two Text" pitchFamily="2" charset="0"/>
                  </a:rPr>
                  <a:t>+</a:t>
                </a:r>
                <a:r>
                  <a:rPr kumimoji="1" lang="en-US" altLang="zh-CN" sz="1400" dirty="0">
                    <a:solidFill>
                      <a:schemeClr val="accent6"/>
                    </a:solidFill>
                    <a:latin typeface="STIX Two Text" pitchFamily="2" charset="0"/>
                  </a:rPr>
                  <a:t>s </a:t>
                </a:r>
                <a14:m>
                  <m:oMath xmlns:m="http://schemas.openxmlformats.org/officeDocument/2006/math">
                    <m:r>
                      <a:rPr kumimoji="1" lang="en-US" altLang="zh-CN" sz="1400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sz="1400" dirty="0">
                    <a:solidFill>
                      <a:schemeClr val="accent6"/>
                    </a:solidFill>
                    <a:latin typeface="STIX Two Text" pitchFamily="2" charset="0"/>
                  </a:rPr>
                  <a:t> 1s</a:t>
                </a:r>
              </a:p>
            </p:txBody>
          </p:sp>
        </mc:Choice>
        <mc:Fallback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637FF879-D822-A6FF-ABA7-AC903EC45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668" y="2231734"/>
                <a:ext cx="1452642" cy="307777"/>
              </a:xfrm>
              <a:prstGeom prst="rect">
                <a:avLst/>
              </a:prstGeom>
              <a:blipFill>
                <a:blip r:embed="rId6"/>
                <a:stretch>
                  <a:fillRect l="-862" t="-3846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3" name="圆角矩形 1152">
            <a:extLst>
              <a:ext uri="{FF2B5EF4-FFF2-40B4-BE49-F238E27FC236}">
                <a16:creationId xmlns:a16="http://schemas.microsoft.com/office/drawing/2014/main" id="{759AA1CA-2D20-0184-C562-6662DA2C3891}"/>
              </a:ext>
            </a:extLst>
          </p:cNvPr>
          <p:cNvSpPr/>
          <p:nvPr/>
        </p:nvSpPr>
        <p:spPr>
          <a:xfrm>
            <a:off x="4536223" y="3989854"/>
            <a:ext cx="1318542" cy="1364648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sp>
        <p:nvSpPr>
          <p:cNvPr id="1174" name="圆角矩形 1173">
            <a:extLst>
              <a:ext uri="{FF2B5EF4-FFF2-40B4-BE49-F238E27FC236}">
                <a16:creationId xmlns:a16="http://schemas.microsoft.com/office/drawing/2014/main" id="{8C3CA795-CA0E-2B2B-CE02-C2D1E0292107}"/>
              </a:ext>
            </a:extLst>
          </p:cNvPr>
          <p:cNvSpPr/>
          <p:nvPr/>
        </p:nvSpPr>
        <p:spPr>
          <a:xfrm>
            <a:off x="6025952" y="3991328"/>
            <a:ext cx="2130137" cy="1364648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grpSp>
        <p:nvGrpSpPr>
          <p:cNvPr id="1175" name="组合 1174">
            <a:extLst>
              <a:ext uri="{FF2B5EF4-FFF2-40B4-BE49-F238E27FC236}">
                <a16:creationId xmlns:a16="http://schemas.microsoft.com/office/drawing/2014/main" id="{782007EE-8915-3518-A6C8-23044F0E2DAC}"/>
              </a:ext>
            </a:extLst>
          </p:cNvPr>
          <p:cNvGrpSpPr/>
          <p:nvPr/>
        </p:nvGrpSpPr>
        <p:grpSpPr>
          <a:xfrm>
            <a:off x="6151419" y="4531679"/>
            <a:ext cx="853272" cy="775192"/>
            <a:chOff x="276405" y="756457"/>
            <a:chExt cx="828973" cy="753117"/>
          </a:xfrm>
        </p:grpSpPr>
        <p:sp>
          <p:nvSpPr>
            <p:cNvPr id="1176" name="任意形状 1175">
              <a:extLst>
                <a:ext uri="{FF2B5EF4-FFF2-40B4-BE49-F238E27FC236}">
                  <a16:creationId xmlns:a16="http://schemas.microsoft.com/office/drawing/2014/main" id="{EE42831F-EF5D-8824-DC17-67634187D238}"/>
                </a:ext>
              </a:extLst>
            </p:cNvPr>
            <p:cNvSpPr/>
            <p:nvPr/>
          </p:nvSpPr>
          <p:spPr>
            <a:xfrm>
              <a:off x="341148" y="939295"/>
              <a:ext cx="42736" cy="104329"/>
            </a:xfrm>
            <a:custGeom>
              <a:avLst/>
              <a:gdLst>
                <a:gd name="connsiteX0" fmla="*/ 28639 w 78470"/>
                <a:gd name="connsiteY0" fmla="*/ 1397 h 191564"/>
                <a:gd name="connsiteX1" fmla="*/ 51880 w 78470"/>
                <a:gd name="connsiteY1" fmla="*/ 0 h 191564"/>
                <a:gd name="connsiteX2" fmla="*/ 51880 w 78470"/>
                <a:gd name="connsiteY2" fmla="*/ 189992 h 191564"/>
                <a:gd name="connsiteX3" fmla="*/ 4128 w 78470"/>
                <a:gd name="connsiteY3" fmla="*/ 140843 h 191564"/>
                <a:gd name="connsiteX4" fmla="*/ 28639 w 78470"/>
                <a:gd name="connsiteY4" fmla="*/ 1397 h 19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70" h="191564">
                  <a:moveTo>
                    <a:pt x="28639" y="1397"/>
                  </a:moveTo>
                  <a:cubicBezTo>
                    <a:pt x="34481" y="1016"/>
                    <a:pt x="46038" y="381"/>
                    <a:pt x="51880" y="0"/>
                  </a:cubicBezTo>
                  <a:cubicBezTo>
                    <a:pt x="82614" y="57531"/>
                    <a:pt x="91758" y="134620"/>
                    <a:pt x="51880" y="189992"/>
                  </a:cubicBezTo>
                  <a:cubicBezTo>
                    <a:pt x="20638" y="199390"/>
                    <a:pt x="8827" y="164592"/>
                    <a:pt x="4128" y="140843"/>
                  </a:cubicBezTo>
                  <a:cubicBezTo>
                    <a:pt x="-3873" y="93980"/>
                    <a:pt x="-2476" y="40005"/>
                    <a:pt x="28639" y="1397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77" name="任意形状 1176">
              <a:extLst>
                <a:ext uri="{FF2B5EF4-FFF2-40B4-BE49-F238E27FC236}">
                  <a16:creationId xmlns:a16="http://schemas.microsoft.com/office/drawing/2014/main" id="{713EA0D8-B86E-A7CE-AD0E-B8F089EA26B7}"/>
                </a:ext>
              </a:extLst>
            </p:cNvPr>
            <p:cNvSpPr/>
            <p:nvPr/>
          </p:nvSpPr>
          <p:spPr>
            <a:xfrm>
              <a:off x="276405" y="756457"/>
              <a:ext cx="828973" cy="753117"/>
            </a:xfrm>
            <a:custGeom>
              <a:avLst/>
              <a:gdLst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447867 w 1644613"/>
                <a:gd name="connsiteY4" fmla="*/ 744100 h 1635893"/>
                <a:gd name="connsiteX5" fmla="*/ 1200852 w 1644613"/>
                <a:gd name="connsiteY5" fmla="*/ 768865 h 1635893"/>
                <a:gd name="connsiteX6" fmla="*/ 1100903 w 1644613"/>
                <a:gd name="connsiteY6" fmla="*/ 724415 h 1635893"/>
                <a:gd name="connsiteX7" fmla="*/ 1075122 w 1644613"/>
                <a:gd name="connsiteY7" fmla="*/ 806838 h 1635893"/>
                <a:gd name="connsiteX8" fmla="*/ 994858 w 1644613"/>
                <a:gd name="connsiteY8" fmla="*/ 891166 h 1635893"/>
                <a:gd name="connsiteX9" fmla="*/ 900370 w 1644613"/>
                <a:gd name="connsiteY9" fmla="*/ 986162 h 1635893"/>
                <a:gd name="connsiteX10" fmla="*/ 765623 w 1644613"/>
                <a:gd name="connsiteY10" fmla="*/ 1048392 h 1635893"/>
                <a:gd name="connsiteX11" fmla="*/ 993715 w 1644613"/>
                <a:gd name="connsiteY11" fmla="*/ 1351541 h 1635893"/>
                <a:gd name="connsiteX12" fmla="*/ 1109666 w 1644613"/>
                <a:gd name="connsiteY12" fmla="*/ 1221620 h 1635893"/>
                <a:gd name="connsiteX13" fmla="*/ 1283275 w 1644613"/>
                <a:gd name="connsiteY13" fmla="*/ 1111003 h 1635893"/>
                <a:gd name="connsiteX14" fmla="*/ 1372810 w 1644613"/>
                <a:gd name="connsiteY14" fmla="*/ 1159136 h 1635893"/>
                <a:gd name="connsiteX15" fmla="*/ 1290260 w 1644613"/>
                <a:gd name="connsiteY15" fmla="*/ 1244353 h 1635893"/>
                <a:gd name="connsiteX16" fmla="*/ 1514796 w 1644613"/>
                <a:gd name="connsiteY16" fmla="*/ 1325633 h 1635893"/>
                <a:gd name="connsiteX17" fmla="*/ 1460440 w 1644613"/>
                <a:gd name="connsiteY17" fmla="*/ 1390657 h 1635893"/>
                <a:gd name="connsiteX18" fmla="*/ 1460821 w 1644613"/>
                <a:gd name="connsiteY18" fmla="*/ 1438790 h 1635893"/>
                <a:gd name="connsiteX19" fmla="*/ 1403163 w 1644613"/>
                <a:gd name="connsiteY19" fmla="*/ 1459999 h 1635893"/>
                <a:gd name="connsiteX20" fmla="*/ 1396686 w 1644613"/>
                <a:gd name="connsiteY20" fmla="*/ 1490352 h 1635893"/>
                <a:gd name="connsiteX21" fmla="*/ 1222569 w 1644613"/>
                <a:gd name="connsiteY21" fmla="*/ 1482224 h 1635893"/>
                <a:gd name="connsiteX22" fmla="*/ 1041340 w 1644613"/>
                <a:gd name="connsiteY22" fmla="*/ 1583443 h 1635893"/>
                <a:gd name="connsiteX23" fmla="*/ 907228 w 1644613"/>
                <a:gd name="connsiteY23" fmla="*/ 1570362 h 1635893"/>
                <a:gd name="connsiteX24" fmla="*/ 909260 w 1644613"/>
                <a:gd name="connsiteY24" fmla="*/ 1626242 h 1635893"/>
                <a:gd name="connsiteX25" fmla="*/ 884622 w 1644613"/>
                <a:gd name="connsiteY25" fmla="*/ 1624718 h 1635893"/>
                <a:gd name="connsiteX26" fmla="*/ 878780 w 1644613"/>
                <a:gd name="connsiteY26" fmla="*/ 1550296 h 1635893"/>
                <a:gd name="connsiteX27" fmla="*/ 820106 w 1644613"/>
                <a:gd name="connsiteY27" fmla="*/ 1144658 h 1635893"/>
                <a:gd name="connsiteX28" fmla="*/ 747208 w 1644613"/>
                <a:gd name="connsiteY28" fmla="*/ 1071887 h 1635893"/>
                <a:gd name="connsiteX29" fmla="*/ 424882 w 1644613"/>
                <a:gd name="connsiteY29" fmla="*/ 1070236 h 1635893"/>
                <a:gd name="connsiteX30" fmla="*/ 337125 w 1644613"/>
                <a:gd name="connsiteY30" fmla="*/ 1072395 h 1635893"/>
                <a:gd name="connsiteX31" fmla="*/ 407610 w 1644613"/>
                <a:gd name="connsiteY31" fmla="*/ 1284231 h 1635893"/>
                <a:gd name="connsiteX32" fmla="*/ 322774 w 1644613"/>
                <a:gd name="connsiteY32" fmla="*/ 1363352 h 1635893"/>
                <a:gd name="connsiteX33" fmla="*/ 288357 w 1644613"/>
                <a:gd name="connsiteY33" fmla="*/ 1588650 h 1635893"/>
                <a:gd name="connsiteX34" fmla="*/ 283023 w 1644613"/>
                <a:gd name="connsiteY34" fmla="*/ 1624718 h 1635893"/>
                <a:gd name="connsiteX35" fmla="*/ 259020 w 1644613"/>
                <a:gd name="connsiteY35" fmla="*/ 1629417 h 1635893"/>
                <a:gd name="connsiteX36" fmla="*/ 323409 w 1644613"/>
                <a:gd name="connsiteY36" fmla="*/ 1250068 h 1635893"/>
                <a:gd name="connsiteX37" fmla="*/ 305629 w 1644613"/>
                <a:gd name="connsiteY37" fmla="*/ 1166248 h 1635893"/>
                <a:gd name="connsiteX38" fmla="*/ 229556 w 1644613"/>
                <a:gd name="connsiteY38" fmla="*/ 1192410 h 1635893"/>
                <a:gd name="connsiteX39" fmla="*/ 18228 w 1644613"/>
                <a:gd name="connsiteY39" fmla="*/ 1623575 h 1635893"/>
                <a:gd name="connsiteX40" fmla="*/ 2099 w 1644613"/>
                <a:gd name="connsiteY40" fmla="*/ 1635894 h 1635893"/>
                <a:gd name="connsiteX41" fmla="*/ 17212 w 1644613"/>
                <a:gd name="connsiteY41" fmla="*/ 1539628 h 1635893"/>
                <a:gd name="connsiteX42" fmla="*/ 107001 w 1644613"/>
                <a:gd name="connsiteY42" fmla="*/ 1318648 h 1635893"/>
                <a:gd name="connsiteX43" fmla="*/ 216983 w 1644613"/>
                <a:gd name="connsiteY43" fmla="*/ 1168153 h 1635893"/>
                <a:gd name="connsiteX44" fmla="*/ 304867 w 1644613"/>
                <a:gd name="connsiteY44" fmla="*/ 1066553 h 1635893"/>
                <a:gd name="connsiteX45" fmla="*/ 391481 w 1644613"/>
                <a:gd name="connsiteY45" fmla="*/ 1032390 h 1635893"/>
                <a:gd name="connsiteX46" fmla="*/ 252924 w 1644613"/>
                <a:gd name="connsiteY46" fmla="*/ 952253 h 1635893"/>
                <a:gd name="connsiteX47" fmla="*/ 138243 w 1644613"/>
                <a:gd name="connsiteY47" fmla="*/ 837064 h 1635893"/>
                <a:gd name="connsiteX48" fmla="*/ 83633 w 1644613"/>
                <a:gd name="connsiteY48" fmla="*/ 754514 h 1635893"/>
                <a:gd name="connsiteX49" fmla="*/ 139767 w 1644613"/>
                <a:gd name="connsiteY49" fmla="*/ 520707 h 1635893"/>
                <a:gd name="connsiteX50" fmla="*/ 413198 w 1644613"/>
                <a:gd name="connsiteY50" fmla="*/ 274200 h 1635893"/>
                <a:gd name="connsiteX51" fmla="*/ 730698 w 1644613"/>
                <a:gd name="connsiteY51" fmla="*/ 270898 h 1635893"/>
                <a:gd name="connsiteX52" fmla="*/ 944058 w 1644613"/>
                <a:gd name="connsiteY52" fmla="*/ 397009 h 1635893"/>
                <a:gd name="connsiteX53" fmla="*/ 1014924 w 1644613"/>
                <a:gd name="connsiteY53" fmla="*/ 137040 h 1635893"/>
                <a:gd name="connsiteX54" fmla="*/ 1076900 w 1644613"/>
                <a:gd name="connsiteY54" fmla="*/ 110878 h 1635893"/>
                <a:gd name="connsiteX55" fmla="*/ 971617 w 1644613"/>
                <a:gd name="connsiteY55" fmla="*/ 432950 h 1635893"/>
                <a:gd name="connsiteX56" fmla="*/ 1070423 w 1644613"/>
                <a:gd name="connsiteY56" fmla="*/ 588017 h 1635893"/>
                <a:gd name="connsiteX57" fmla="*/ 1107507 w 1644613"/>
                <a:gd name="connsiteY57" fmla="*/ 692030 h 1635893"/>
                <a:gd name="connsiteX58" fmla="*/ 1459424 w 1644613"/>
                <a:gd name="connsiteY58" fmla="*/ 707524 h 1635893"/>
                <a:gd name="connsiteX59" fmla="*/ 1614364 w 1644613"/>
                <a:gd name="connsiteY59" fmla="*/ 462160 h 1635893"/>
                <a:gd name="connsiteX60" fmla="*/ 1543879 w 1644613"/>
                <a:gd name="connsiteY60" fmla="*/ 155963 h 1635893"/>
                <a:gd name="connsiteX61" fmla="*/ 1261939 w 1644613"/>
                <a:gd name="connsiteY61" fmla="*/ 27312 h 1635893"/>
                <a:gd name="connsiteX62" fmla="*/ 1076900 w 1644613"/>
                <a:gd name="connsiteY62" fmla="*/ 110878 h 1635893"/>
                <a:gd name="connsiteX63" fmla="*/ 175327 w 1644613"/>
                <a:gd name="connsiteY63" fmla="*/ 504578 h 1635893"/>
                <a:gd name="connsiteX64" fmla="*/ 227270 w 1644613"/>
                <a:gd name="connsiteY64" fmla="*/ 521723 h 1635893"/>
                <a:gd name="connsiteX65" fmla="*/ 284801 w 1644613"/>
                <a:gd name="connsiteY65" fmla="*/ 676663 h 1635893"/>
                <a:gd name="connsiteX66" fmla="*/ 256607 w 1644613"/>
                <a:gd name="connsiteY66" fmla="*/ 816998 h 1635893"/>
                <a:gd name="connsiteX67" fmla="*/ 204283 w 1644613"/>
                <a:gd name="connsiteY67" fmla="*/ 863734 h 1635893"/>
                <a:gd name="connsiteX68" fmla="*/ 615128 w 1644613"/>
                <a:gd name="connsiteY68" fmla="*/ 1040010 h 1635893"/>
                <a:gd name="connsiteX69" fmla="*/ 979491 w 1644613"/>
                <a:gd name="connsiteY69" fmla="*/ 867671 h 1635893"/>
                <a:gd name="connsiteX70" fmla="*/ 1018353 w 1644613"/>
                <a:gd name="connsiteY70" fmla="*/ 573666 h 1635893"/>
                <a:gd name="connsiteX71" fmla="*/ 672151 w 1644613"/>
                <a:gd name="connsiteY71" fmla="*/ 284741 h 1635893"/>
                <a:gd name="connsiteX72" fmla="*/ 175327 w 1644613"/>
                <a:gd name="connsiteY72" fmla="*/ 504578 h 1635893"/>
                <a:gd name="connsiteX73" fmla="*/ 159833 w 1644613"/>
                <a:gd name="connsiteY73" fmla="*/ 539884 h 1635893"/>
                <a:gd name="connsiteX74" fmla="*/ 104588 w 1644613"/>
                <a:gd name="connsiteY74" fmla="*/ 728098 h 1635893"/>
                <a:gd name="connsiteX75" fmla="*/ 197679 w 1644613"/>
                <a:gd name="connsiteY75" fmla="*/ 834143 h 1635893"/>
                <a:gd name="connsiteX76" fmla="*/ 250892 w 1644613"/>
                <a:gd name="connsiteY76" fmla="*/ 752355 h 1635893"/>
                <a:gd name="connsiteX77" fmla="*/ 234636 w 1644613"/>
                <a:gd name="connsiteY77" fmla="*/ 576587 h 1635893"/>
                <a:gd name="connsiteX78" fmla="*/ 159833 w 1644613"/>
                <a:gd name="connsiteY78" fmla="*/ 539884 h 1635893"/>
                <a:gd name="connsiteX79" fmla="*/ 1052135 w 1644613"/>
                <a:gd name="connsiteY79" fmla="*/ 598050 h 1635893"/>
                <a:gd name="connsiteX80" fmla="*/ 1041086 w 1644613"/>
                <a:gd name="connsiteY80" fmla="*/ 807092 h 1635893"/>
                <a:gd name="connsiteX81" fmla="*/ 1052135 w 1644613"/>
                <a:gd name="connsiteY81" fmla="*/ 598050 h 1635893"/>
                <a:gd name="connsiteX82" fmla="*/ 441011 w 1644613"/>
                <a:gd name="connsiteY82" fmla="*/ 1044963 h 1635893"/>
                <a:gd name="connsiteX83" fmla="*/ 658816 w 1644613"/>
                <a:gd name="connsiteY83" fmla="*/ 1078618 h 1635893"/>
                <a:gd name="connsiteX84" fmla="*/ 569154 w 1644613"/>
                <a:gd name="connsiteY84" fmla="*/ 1062616 h 1635893"/>
                <a:gd name="connsiteX85" fmla="*/ 441011 w 1644613"/>
                <a:gd name="connsiteY85" fmla="*/ 1044963 h 1635893"/>
                <a:gd name="connsiteX86" fmla="*/ 303597 w 1644613"/>
                <a:gd name="connsiteY86" fmla="*/ 1095509 h 1635893"/>
                <a:gd name="connsiteX87" fmla="*/ 288992 w 1644613"/>
                <a:gd name="connsiteY87" fmla="*/ 1125100 h 1635893"/>
                <a:gd name="connsiteX88" fmla="*/ 345380 w 1644613"/>
                <a:gd name="connsiteY88" fmla="*/ 1175519 h 1635893"/>
                <a:gd name="connsiteX89" fmla="*/ 332934 w 1644613"/>
                <a:gd name="connsiteY89" fmla="*/ 1333380 h 1635893"/>
                <a:gd name="connsiteX90" fmla="*/ 384369 w 1644613"/>
                <a:gd name="connsiteY90" fmla="*/ 1261879 h 1635893"/>
                <a:gd name="connsiteX91" fmla="*/ 303597 w 1644613"/>
                <a:gd name="connsiteY91" fmla="*/ 1095509 h 1635893"/>
                <a:gd name="connsiteX92" fmla="*/ 1154370 w 1644613"/>
                <a:gd name="connsiteY92" fmla="*/ 1214635 h 1635893"/>
                <a:gd name="connsiteX93" fmla="*/ 1130875 w 1644613"/>
                <a:gd name="connsiteY93" fmla="*/ 1407675 h 1635893"/>
                <a:gd name="connsiteX94" fmla="*/ 1261431 w 1644613"/>
                <a:gd name="connsiteY94" fmla="*/ 1463301 h 1635893"/>
                <a:gd name="connsiteX95" fmla="*/ 1374969 w 1644613"/>
                <a:gd name="connsiteY95" fmla="*/ 1474731 h 1635893"/>
                <a:gd name="connsiteX96" fmla="*/ 1357316 w 1644613"/>
                <a:gd name="connsiteY96" fmla="*/ 1446029 h 1635893"/>
                <a:gd name="connsiteX97" fmla="*/ 1258637 w 1644613"/>
                <a:gd name="connsiteY97" fmla="*/ 1386466 h 1635893"/>
                <a:gd name="connsiteX98" fmla="*/ 1445581 w 1644613"/>
                <a:gd name="connsiteY98" fmla="*/ 1429773 h 1635893"/>
                <a:gd name="connsiteX99" fmla="*/ 1403163 w 1644613"/>
                <a:gd name="connsiteY99" fmla="*/ 1377195 h 1635893"/>
                <a:gd name="connsiteX100" fmla="*/ 1296229 w 1644613"/>
                <a:gd name="connsiteY100" fmla="*/ 1332237 h 1635893"/>
                <a:gd name="connsiteX101" fmla="*/ 1489269 w 1644613"/>
                <a:gd name="connsiteY101" fmla="*/ 1359923 h 1635893"/>
                <a:gd name="connsiteX102" fmla="*/ 1491174 w 1644613"/>
                <a:gd name="connsiteY102" fmla="*/ 1340111 h 1635893"/>
                <a:gd name="connsiteX103" fmla="*/ 1235269 w 1644613"/>
                <a:gd name="connsiteY103" fmla="*/ 1248163 h 1635893"/>
                <a:gd name="connsiteX104" fmla="*/ 1341060 w 1644613"/>
                <a:gd name="connsiteY104" fmla="*/ 1171709 h 1635893"/>
                <a:gd name="connsiteX105" fmla="*/ 1301944 w 1644613"/>
                <a:gd name="connsiteY105" fmla="*/ 1132720 h 1635893"/>
                <a:gd name="connsiteX106" fmla="*/ 1154370 w 1644613"/>
                <a:gd name="connsiteY106" fmla="*/ 1214635 h 1635893"/>
                <a:gd name="connsiteX107" fmla="*/ 857063 w 1644613"/>
                <a:gd name="connsiteY107" fmla="*/ 1181488 h 1635893"/>
                <a:gd name="connsiteX108" fmla="*/ 878272 w 1644613"/>
                <a:gd name="connsiteY108" fmla="*/ 1300868 h 1635893"/>
                <a:gd name="connsiteX109" fmla="*/ 905704 w 1644613"/>
                <a:gd name="connsiteY109" fmla="*/ 1540771 h 1635893"/>
                <a:gd name="connsiteX110" fmla="*/ 1188660 w 1644613"/>
                <a:gd name="connsiteY110" fmla="*/ 1474350 h 1635893"/>
                <a:gd name="connsiteX111" fmla="*/ 1073344 w 1644613"/>
                <a:gd name="connsiteY111" fmla="*/ 1300233 h 1635893"/>
                <a:gd name="connsiteX112" fmla="*/ 973522 w 1644613"/>
                <a:gd name="connsiteY112" fmla="*/ 1438155 h 1635893"/>
                <a:gd name="connsiteX113" fmla="*/ 945201 w 1644613"/>
                <a:gd name="connsiteY113" fmla="*/ 1487558 h 1635893"/>
                <a:gd name="connsiteX114" fmla="*/ 974665 w 1644613"/>
                <a:gd name="connsiteY114" fmla="*/ 1366781 h 1635893"/>
                <a:gd name="connsiteX115" fmla="*/ 857063 w 1644613"/>
                <a:gd name="connsiteY115" fmla="*/ 1181488 h 1635893"/>
                <a:gd name="connsiteX0" fmla="*/ 1014924 w 1644615"/>
                <a:gd name="connsiteY0" fmla="*/ 137040 h 1635895"/>
                <a:gd name="connsiteX1" fmla="*/ 1288609 w 1644615"/>
                <a:gd name="connsiteY1" fmla="*/ 134 h 1635895"/>
                <a:gd name="connsiteX2" fmla="*/ 1606363 w 1644615"/>
                <a:gd name="connsiteY2" fmla="*/ 207525 h 1635895"/>
                <a:gd name="connsiteX3" fmla="*/ 1635827 w 1644615"/>
                <a:gd name="connsiteY3" fmla="*/ 498990 h 1635895"/>
                <a:gd name="connsiteX4" fmla="*/ 1447867 w 1644615"/>
                <a:gd name="connsiteY4" fmla="*/ 744100 h 1635895"/>
                <a:gd name="connsiteX5" fmla="*/ 1200852 w 1644615"/>
                <a:gd name="connsiteY5" fmla="*/ 768865 h 1635895"/>
                <a:gd name="connsiteX6" fmla="*/ 1100903 w 1644615"/>
                <a:gd name="connsiteY6" fmla="*/ 724415 h 1635895"/>
                <a:gd name="connsiteX7" fmla="*/ 1075122 w 1644615"/>
                <a:gd name="connsiteY7" fmla="*/ 806838 h 1635895"/>
                <a:gd name="connsiteX8" fmla="*/ 994858 w 1644615"/>
                <a:gd name="connsiteY8" fmla="*/ 891166 h 1635895"/>
                <a:gd name="connsiteX9" fmla="*/ 900370 w 1644615"/>
                <a:gd name="connsiteY9" fmla="*/ 986162 h 1635895"/>
                <a:gd name="connsiteX10" fmla="*/ 765623 w 1644615"/>
                <a:gd name="connsiteY10" fmla="*/ 1048392 h 1635895"/>
                <a:gd name="connsiteX11" fmla="*/ 993715 w 1644615"/>
                <a:gd name="connsiteY11" fmla="*/ 1351541 h 1635895"/>
                <a:gd name="connsiteX12" fmla="*/ 1109666 w 1644615"/>
                <a:gd name="connsiteY12" fmla="*/ 1221620 h 1635895"/>
                <a:gd name="connsiteX13" fmla="*/ 1283275 w 1644615"/>
                <a:gd name="connsiteY13" fmla="*/ 1111003 h 1635895"/>
                <a:gd name="connsiteX14" fmla="*/ 1372810 w 1644615"/>
                <a:gd name="connsiteY14" fmla="*/ 1159136 h 1635895"/>
                <a:gd name="connsiteX15" fmla="*/ 1290260 w 1644615"/>
                <a:gd name="connsiteY15" fmla="*/ 1244353 h 1635895"/>
                <a:gd name="connsiteX16" fmla="*/ 1514796 w 1644615"/>
                <a:gd name="connsiteY16" fmla="*/ 1325633 h 1635895"/>
                <a:gd name="connsiteX17" fmla="*/ 1460440 w 1644615"/>
                <a:gd name="connsiteY17" fmla="*/ 1390657 h 1635895"/>
                <a:gd name="connsiteX18" fmla="*/ 1460821 w 1644615"/>
                <a:gd name="connsiteY18" fmla="*/ 1438790 h 1635895"/>
                <a:gd name="connsiteX19" fmla="*/ 1403163 w 1644615"/>
                <a:gd name="connsiteY19" fmla="*/ 1459999 h 1635895"/>
                <a:gd name="connsiteX20" fmla="*/ 1396686 w 1644615"/>
                <a:gd name="connsiteY20" fmla="*/ 1490352 h 1635895"/>
                <a:gd name="connsiteX21" fmla="*/ 1222569 w 1644615"/>
                <a:gd name="connsiteY21" fmla="*/ 1482224 h 1635895"/>
                <a:gd name="connsiteX22" fmla="*/ 1041340 w 1644615"/>
                <a:gd name="connsiteY22" fmla="*/ 1583443 h 1635895"/>
                <a:gd name="connsiteX23" fmla="*/ 907228 w 1644615"/>
                <a:gd name="connsiteY23" fmla="*/ 1570362 h 1635895"/>
                <a:gd name="connsiteX24" fmla="*/ 909260 w 1644615"/>
                <a:gd name="connsiteY24" fmla="*/ 1626242 h 1635895"/>
                <a:gd name="connsiteX25" fmla="*/ 884622 w 1644615"/>
                <a:gd name="connsiteY25" fmla="*/ 1624718 h 1635895"/>
                <a:gd name="connsiteX26" fmla="*/ 878780 w 1644615"/>
                <a:gd name="connsiteY26" fmla="*/ 1550296 h 1635895"/>
                <a:gd name="connsiteX27" fmla="*/ 820106 w 1644615"/>
                <a:gd name="connsiteY27" fmla="*/ 1144658 h 1635895"/>
                <a:gd name="connsiteX28" fmla="*/ 747208 w 1644615"/>
                <a:gd name="connsiteY28" fmla="*/ 1071887 h 1635895"/>
                <a:gd name="connsiteX29" fmla="*/ 424882 w 1644615"/>
                <a:gd name="connsiteY29" fmla="*/ 1070236 h 1635895"/>
                <a:gd name="connsiteX30" fmla="*/ 337125 w 1644615"/>
                <a:gd name="connsiteY30" fmla="*/ 1072395 h 1635895"/>
                <a:gd name="connsiteX31" fmla="*/ 407610 w 1644615"/>
                <a:gd name="connsiteY31" fmla="*/ 1284231 h 1635895"/>
                <a:gd name="connsiteX32" fmla="*/ 322774 w 1644615"/>
                <a:gd name="connsiteY32" fmla="*/ 1363352 h 1635895"/>
                <a:gd name="connsiteX33" fmla="*/ 288357 w 1644615"/>
                <a:gd name="connsiteY33" fmla="*/ 1588650 h 1635895"/>
                <a:gd name="connsiteX34" fmla="*/ 283023 w 1644615"/>
                <a:gd name="connsiteY34" fmla="*/ 1624718 h 1635895"/>
                <a:gd name="connsiteX35" fmla="*/ 259020 w 1644615"/>
                <a:gd name="connsiteY35" fmla="*/ 1629417 h 1635895"/>
                <a:gd name="connsiteX36" fmla="*/ 323409 w 1644615"/>
                <a:gd name="connsiteY36" fmla="*/ 1250068 h 1635895"/>
                <a:gd name="connsiteX37" fmla="*/ 305629 w 1644615"/>
                <a:gd name="connsiteY37" fmla="*/ 1166248 h 1635895"/>
                <a:gd name="connsiteX38" fmla="*/ 229556 w 1644615"/>
                <a:gd name="connsiteY38" fmla="*/ 1192410 h 1635895"/>
                <a:gd name="connsiteX39" fmla="*/ 18228 w 1644615"/>
                <a:gd name="connsiteY39" fmla="*/ 1623575 h 1635895"/>
                <a:gd name="connsiteX40" fmla="*/ 2099 w 1644615"/>
                <a:gd name="connsiteY40" fmla="*/ 1635894 h 1635895"/>
                <a:gd name="connsiteX41" fmla="*/ 17212 w 1644615"/>
                <a:gd name="connsiteY41" fmla="*/ 1539628 h 1635895"/>
                <a:gd name="connsiteX42" fmla="*/ 107001 w 1644615"/>
                <a:gd name="connsiteY42" fmla="*/ 1318648 h 1635895"/>
                <a:gd name="connsiteX43" fmla="*/ 216983 w 1644615"/>
                <a:gd name="connsiteY43" fmla="*/ 1168153 h 1635895"/>
                <a:gd name="connsiteX44" fmla="*/ 304867 w 1644615"/>
                <a:gd name="connsiteY44" fmla="*/ 1066553 h 1635895"/>
                <a:gd name="connsiteX45" fmla="*/ 391481 w 1644615"/>
                <a:gd name="connsiteY45" fmla="*/ 1032390 h 1635895"/>
                <a:gd name="connsiteX46" fmla="*/ 252924 w 1644615"/>
                <a:gd name="connsiteY46" fmla="*/ 952253 h 1635895"/>
                <a:gd name="connsiteX47" fmla="*/ 138243 w 1644615"/>
                <a:gd name="connsiteY47" fmla="*/ 837064 h 1635895"/>
                <a:gd name="connsiteX48" fmla="*/ 83633 w 1644615"/>
                <a:gd name="connsiteY48" fmla="*/ 754514 h 1635895"/>
                <a:gd name="connsiteX49" fmla="*/ 139767 w 1644615"/>
                <a:gd name="connsiteY49" fmla="*/ 520707 h 1635895"/>
                <a:gd name="connsiteX50" fmla="*/ 413198 w 1644615"/>
                <a:gd name="connsiteY50" fmla="*/ 274200 h 1635895"/>
                <a:gd name="connsiteX51" fmla="*/ 730698 w 1644615"/>
                <a:gd name="connsiteY51" fmla="*/ 270898 h 1635895"/>
                <a:gd name="connsiteX52" fmla="*/ 944058 w 1644615"/>
                <a:gd name="connsiteY52" fmla="*/ 397009 h 1635895"/>
                <a:gd name="connsiteX53" fmla="*/ 1076900 w 1644615"/>
                <a:gd name="connsiteY53" fmla="*/ 110878 h 1635895"/>
                <a:gd name="connsiteX54" fmla="*/ 971617 w 1644615"/>
                <a:gd name="connsiteY54" fmla="*/ 432950 h 1635895"/>
                <a:gd name="connsiteX55" fmla="*/ 1070423 w 1644615"/>
                <a:gd name="connsiteY55" fmla="*/ 588017 h 1635895"/>
                <a:gd name="connsiteX56" fmla="*/ 1107507 w 1644615"/>
                <a:gd name="connsiteY56" fmla="*/ 692030 h 1635895"/>
                <a:gd name="connsiteX57" fmla="*/ 1459424 w 1644615"/>
                <a:gd name="connsiteY57" fmla="*/ 707524 h 1635895"/>
                <a:gd name="connsiteX58" fmla="*/ 1614364 w 1644615"/>
                <a:gd name="connsiteY58" fmla="*/ 462160 h 1635895"/>
                <a:gd name="connsiteX59" fmla="*/ 1543879 w 1644615"/>
                <a:gd name="connsiteY59" fmla="*/ 155963 h 1635895"/>
                <a:gd name="connsiteX60" fmla="*/ 1261939 w 1644615"/>
                <a:gd name="connsiteY60" fmla="*/ 27312 h 1635895"/>
                <a:gd name="connsiteX61" fmla="*/ 1076900 w 1644615"/>
                <a:gd name="connsiteY61" fmla="*/ 110878 h 1635895"/>
                <a:gd name="connsiteX62" fmla="*/ 175327 w 1644615"/>
                <a:gd name="connsiteY62" fmla="*/ 504578 h 1635895"/>
                <a:gd name="connsiteX63" fmla="*/ 227270 w 1644615"/>
                <a:gd name="connsiteY63" fmla="*/ 521723 h 1635895"/>
                <a:gd name="connsiteX64" fmla="*/ 284801 w 1644615"/>
                <a:gd name="connsiteY64" fmla="*/ 676663 h 1635895"/>
                <a:gd name="connsiteX65" fmla="*/ 256607 w 1644615"/>
                <a:gd name="connsiteY65" fmla="*/ 816998 h 1635895"/>
                <a:gd name="connsiteX66" fmla="*/ 204283 w 1644615"/>
                <a:gd name="connsiteY66" fmla="*/ 863734 h 1635895"/>
                <a:gd name="connsiteX67" fmla="*/ 615128 w 1644615"/>
                <a:gd name="connsiteY67" fmla="*/ 1040010 h 1635895"/>
                <a:gd name="connsiteX68" fmla="*/ 979491 w 1644615"/>
                <a:gd name="connsiteY68" fmla="*/ 867671 h 1635895"/>
                <a:gd name="connsiteX69" fmla="*/ 1018353 w 1644615"/>
                <a:gd name="connsiteY69" fmla="*/ 573666 h 1635895"/>
                <a:gd name="connsiteX70" fmla="*/ 672151 w 1644615"/>
                <a:gd name="connsiteY70" fmla="*/ 284741 h 1635895"/>
                <a:gd name="connsiteX71" fmla="*/ 175327 w 1644615"/>
                <a:gd name="connsiteY71" fmla="*/ 504578 h 1635895"/>
                <a:gd name="connsiteX72" fmla="*/ 159833 w 1644615"/>
                <a:gd name="connsiteY72" fmla="*/ 539884 h 1635895"/>
                <a:gd name="connsiteX73" fmla="*/ 104588 w 1644615"/>
                <a:gd name="connsiteY73" fmla="*/ 728098 h 1635895"/>
                <a:gd name="connsiteX74" fmla="*/ 197679 w 1644615"/>
                <a:gd name="connsiteY74" fmla="*/ 834143 h 1635895"/>
                <a:gd name="connsiteX75" fmla="*/ 250892 w 1644615"/>
                <a:gd name="connsiteY75" fmla="*/ 752355 h 1635895"/>
                <a:gd name="connsiteX76" fmla="*/ 234636 w 1644615"/>
                <a:gd name="connsiteY76" fmla="*/ 576587 h 1635895"/>
                <a:gd name="connsiteX77" fmla="*/ 159833 w 1644615"/>
                <a:gd name="connsiteY77" fmla="*/ 539884 h 1635895"/>
                <a:gd name="connsiteX78" fmla="*/ 1052135 w 1644615"/>
                <a:gd name="connsiteY78" fmla="*/ 598050 h 1635895"/>
                <a:gd name="connsiteX79" fmla="*/ 1041086 w 1644615"/>
                <a:gd name="connsiteY79" fmla="*/ 807092 h 1635895"/>
                <a:gd name="connsiteX80" fmla="*/ 1052135 w 1644615"/>
                <a:gd name="connsiteY80" fmla="*/ 598050 h 1635895"/>
                <a:gd name="connsiteX81" fmla="*/ 441011 w 1644615"/>
                <a:gd name="connsiteY81" fmla="*/ 1044963 h 1635895"/>
                <a:gd name="connsiteX82" fmla="*/ 658816 w 1644615"/>
                <a:gd name="connsiteY82" fmla="*/ 1078618 h 1635895"/>
                <a:gd name="connsiteX83" fmla="*/ 569154 w 1644615"/>
                <a:gd name="connsiteY83" fmla="*/ 1062616 h 1635895"/>
                <a:gd name="connsiteX84" fmla="*/ 441011 w 1644615"/>
                <a:gd name="connsiteY84" fmla="*/ 1044963 h 1635895"/>
                <a:gd name="connsiteX85" fmla="*/ 303597 w 1644615"/>
                <a:gd name="connsiteY85" fmla="*/ 1095509 h 1635895"/>
                <a:gd name="connsiteX86" fmla="*/ 288992 w 1644615"/>
                <a:gd name="connsiteY86" fmla="*/ 1125100 h 1635895"/>
                <a:gd name="connsiteX87" fmla="*/ 345380 w 1644615"/>
                <a:gd name="connsiteY87" fmla="*/ 1175519 h 1635895"/>
                <a:gd name="connsiteX88" fmla="*/ 332934 w 1644615"/>
                <a:gd name="connsiteY88" fmla="*/ 1333380 h 1635895"/>
                <a:gd name="connsiteX89" fmla="*/ 384369 w 1644615"/>
                <a:gd name="connsiteY89" fmla="*/ 1261879 h 1635895"/>
                <a:gd name="connsiteX90" fmla="*/ 303597 w 1644615"/>
                <a:gd name="connsiteY90" fmla="*/ 1095509 h 1635895"/>
                <a:gd name="connsiteX91" fmla="*/ 1154370 w 1644615"/>
                <a:gd name="connsiteY91" fmla="*/ 1214635 h 1635895"/>
                <a:gd name="connsiteX92" fmla="*/ 1130875 w 1644615"/>
                <a:gd name="connsiteY92" fmla="*/ 1407675 h 1635895"/>
                <a:gd name="connsiteX93" fmla="*/ 1261431 w 1644615"/>
                <a:gd name="connsiteY93" fmla="*/ 1463301 h 1635895"/>
                <a:gd name="connsiteX94" fmla="*/ 1374969 w 1644615"/>
                <a:gd name="connsiteY94" fmla="*/ 1474731 h 1635895"/>
                <a:gd name="connsiteX95" fmla="*/ 1357316 w 1644615"/>
                <a:gd name="connsiteY95" fmla="*/ 1446029 h 1635895"/>
                <a:gd name="connsiteX96" fmla="*/ 1258637 w 1644615"/>
                <a:gd name="connsiteY96" fmla="*/ 1386466 h 1635895"/>
                <a:gd name="connsiteX97" fmla="*/ 1445581 w 1644615"/>
                <a:gd name="connsiteY97" fmla="*/ 1429773 h 1635895"/>
                <a:gd name="connsiteX98" fmla="*/ 1403163 w 1644615"/>
                <a:gd name="connsiteY98" fmla="*/ 1377195 h 1635895"/>
                <a:gd name="connsiteX99" fmla="*/ 1296229 w 1644615"/>
                <a:gd name="connsiteY99" fmla="*/ 1332237 h 1635895"/>
                <a:gd name="connsiteX100" fmla="*/ 1489269 w 1644615"/>
                <a:gd name="connsiteY100" fmla="*/ 1359923 h 1635895"/>
                <a:gd name="connsiteX101" fmla="*/ 1491174 w 1644615"/>
                <a:gd name="connsiteY101" fmla="*/ 1340111 h 1635895"/>
                <a:gd name="connsiteX102" fmla="*/ 1235269 w 1644615"/>
                <a:gd name="connsiteY102" fmla="*/ 1248163 h 1635895"/>
                <a:gd name="connsiteX103" fmla="*/ 1341060 w 1644615"/>
                <a:gd name="connsiteY103" fmla="*/ 1171709 h 1635895"/>
                <a:gd name="connsiteX104" fmla="*/ 1301944 w 1644615"/>
                <a:gd name="connsiteY104" fmla="*/ 1132720 h 1635895"/>
                <a:gd name="connsiteX105" fmla="*/ 1154370 w 1644615"/>
                <a:gd name="connsiteY105" fmla="*/ 1214635 h 1635895"/>
                <a:gd name="connsiteX106" fmla="*/ 857063 w 1644615"/>
                <a:gd name="connsiteY106" fmla="*/ 1181488 h 1635895"/>
                <a:gd name="connsiteX107" fmla="*/ 878272 w 1644615"/>
                <a:gd name="connsiteY107" fmla="*/ 1300868 h 1635895"/>
                <a:gd name="connsiteX108" fmla="*/ 905704 w 1644615"/>
                <a:gd name="connsiteY108" fmla="*/ 1540771 h 1635895"/>
                <a:gd name="connsiteX109" fmla="*/ 1188660 w 1644615"/>
                <a:gd name="connsiteY109" fmla="*/ 1474350 h 1635895"/>
                <a:gd name="connsiteX110" fmla="*/ 1073344 w 1644615"/>
                <a:gd name="connsiteY110" fmla="*/ 1300233 h 1635895"/>
                <a:gd name="connsiteX111" fmla="*/ 973522 w 1644615"/>
                <a:gd name="connsiteY111" fmla="*/ 1438155 h 1635895"/>
                <a:gd name="connsiteX112" fmla="*/ 945201 w 1644615"/>
                <a:gd name="connsiteY112" fmla="*/ 1487558 h 1635895"/>
                <a:gd name="connsiteX113" fmla="*/ 974665 w 1644615"/>
                <a:gd name="connsiteY113" fmla="*/ 1366781 h 1635895"/>
                <a:gd name="connsiteX114" fmla="*/ 857063 w 1644615"/>
                <a:gd name="connsiteY114" fmla="*/ 1181488 h 1635895"/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200852 w 1644613"/>
                <a:gd name="connsiteY4" fmla="*/ 768865 h 1635893"/>
                <a:gd name="connsiteX5" fmla="*/ 1100903 w 1644613"/>
                <a:gd name="connsiteY5" fmla="*/ 724415 h 1635893"/>
                <a:gd name="connsiteX6" fmla="*/ 1075122 w 1644613"/>
                <a:gd name="connsiteY6" fmla="*/ 806838 h 1635893"/>
                <a:gd name="connsiteX7" fmla="*/ 994858 w 1644613"/>
                <a:gd name="connsiteY7" fmla="*/ 891166 h 1635893"/>
                <a:gd name="connsiteX8" fmla="*/ 900370 w 1644613"/>
                <a:gd name="connsiteY8" fmla="*/ 986162 h 1635893"/>
                <a:gd name="connsiteX9" fmla="*/ 765623 w 1644613"/>
                <a:gd name="connsiteY9" fmla="*/ 1048392 h 1635893"/>
                <a:gd name="connsiteX10" fmla="*/ 993715 w 1644613"/>
                <a:gd name="connsiteY10" fmla="*/ 1351541 h 1635893"/>
                <a:gd name="connsiteX11" fmla="*/ 1109666 w 1644613"/>
                <a:gd name="connsiteY11" fmla="*/ 1221620 h 1635893"/>
                <a:gd name="connsiteX12" fmla="*/ 1283275 w 1644613"/>
                <a:gd name="connsiteY12" fmla="*/ 1111003 h 1635893"/>
                <a:gd name="connsiteX13" fmla="*/ 1372810 w 1644613"/>
                <a:gd name="connsiteY13" fmla="*/ 1159136 h 1635893"/>
                <a:gd name="connsiteX14" fmla="*/ 1290260 w 1644613"/>
                <a:gd name="connsiteY14" fmla="*/ 1244353 h 1635893"/>
                <a:gd name="connsiteX15" fmla="*/ 1514796 w 1644613"/>
                <a:gd name="connsiteY15" fmla="*/ 1325633 h 1635893"/>
                <a:gd name="connsiteX16" fmla="*/ 1460440 w 1644613"/>
                <a:gd name="connsiteY16" fmla="*/ 1390657 h 1635893"/>
                <a:gd name="connsiteX17" fmla="*/ 1460821 w 1644613"/>
                <a:gd name="connsiteY17" fmla="*/ 1438790 h 1635893"/>
                <a:gd name="connsiteX18" fmla="*/ 1403163 w 1644613"/>
                <a:gd name="connsiteY18" fmla="*/ 1459999 h 1635893"/>
                <a:gd name="connsiteX19" fmla="*/ 1396686 w 1644613"/>
                <a:gd name="connsiteY19" fmla="*/ 1490352 h 1635893"/>
                <a:gd name="connsiteX20" fmla="*/ 1222569 w 1644613"/>
                <a:gd name="connsiteY20" fmla="*/ 1482224 h 1635893"/>
                <a:gd name="connsiteX21" fmla="*/ 1041340 w 1644613"/>
                <a:gd name="connsiteY21" fmla="*/ 1583443 h 1635893"/>
                <a:gd name="connsiteX22" fmla="*/ 907228 w 1644613"/>
                <a:gd name="connsiteY22" fmla="*/ 1570362 h 1635893"/>
                <a:gd name="connsiteX23" fmla="*/ 909260 w 1644613"/>
                <a:gd name="connsiteY23" fmla="*/ 1626242 h 1635893"/>
                <a:gd name="connsiteX24" fmla="*/ 884622 w 1644613"/>
                <a:gd name="connsiteY24" fmla="*/ 1624718 h 1635893"/>
                <a:gd name="connsiteX25" fmla="*/ 878780 w 1644613"/>
                <a:gd name="connsiteY25" fmla="*/ 1550296 h 1635893"/>
                <a:gd name="connsiteX26" fmla="*/ 820106 w 1644613"/>
                <a:gd name="connsiteY26" fmla="*/ 1144658 h 1635893"/>
                <a:gd name="connsiteX27" fmla="*/ 747208 w 1644613"/>
                <a:gd name="connsiteY27" fmla="*/ 1071887 h 1635893"/>
                <a:gd name="connsiteX28" fmla="*/ 424882 w 1644613"/>
                <a:gd name="connsiteY28" fmla="*/ 1070236 h 1635893"/>
                <a:gd name="connsiteX29" fmla="*/ 337125 w 1644613"/>
                <a:gd name="connsiteY29" fmla="*/ 1072395 h 1635893"/>
                <a:gd name="connsiteX30" fmla="*/ 407610 w 1644613"/>
                <a:gd name="connsiteY30" fmla="*/ 1284231 h 1635893"/>
                <a:gd name="connsiteX31" fmla="*/ 322774 w 1644613"/>
                <a:gd name="connsiteY31" fmla="*/ 1363352 h 1635893"/>
                <a:gd name="connsiteX32" fmla="*/ 288357 w 1644613"/>
                <a:gd name="connsiteY32" fmla="*/ 1588650 h 1635893"/>
                <a:gd name="connsiteX33" fmla="*/ 283023 w 1644613"/>
                <a:gd name="connsiteY33" fmla="*/ 1624718 h 1635893"/>
                <a:gd name="connsiteX34" fmla="*/ 259020 w 1644613"/>
                <a:gd name="connsiteY34" fmla="*/ 1629417 h 1635893"/>
                <a:gd name="connsiteX35" fmla="*/ 323409 w 1644613"/>
                <a:gd name="connsiteY35" fmla="*/ 1250068 h 1635893"/>
                <a:gd name="connsiteX36" fmla="*/ 305629 w 1644613"/>
                <a:gd name="connsiteY36" fmla="*/ 1166248 h 1635893"/>
                <a:gd name="connsiteX37" fmla="*/ 229556 w 1644613"/>
                <a:gd name="connsiteY37" fmla="*/ 1192410 h 1635893"/>
                <a:gd name="connsiteX38" fmla="*/ 18228 w 1644613"/>
                <a:gd name="connsiteY38" fmla="*/ 1623575 h 1635893"/>
                <a:gd name="connsiteX39" fmla="*/ 2099 w 1644613"/>
                <a:gd name="connsiteY39" fmla="*/ 1635894 h 1635893"/>
                <a:gd name="connsiteX40" fmla="*/ 17212 w 1644613"/>
                <a:gd name="connsiteY40" fmla="*/ 1539628 h 1635893"/>
                <a:gd name="connsiteX41" fmla="*/ 107001 w 1644613"/>
                <a:gd name="connsiteY41" fmla="*/ 1318648 h 1635893"/>
                <a:gd name="connsiteX42" fmla="*/ 216983 w 1644613"/>
                <a:gd name="connsiteY42" fmla="*/ 1168153 h 1635893"/>
                <a:gd name="connsiteX43" fmla="*/ 304867 w 1644613"/>
                <a:gd name="connsiteY43" fmla="*/ 1066553 h 1635893"/>
                <a:gd name="connsiteX44" fmla="*/ 391481 w 1644613"/>
                <a:gd name="connsiteY44" fmla="*/ 1032390 h 1635893"/>
                <a:gd name="connsiteX45" fmla="*/ 252924 w 1644613"/>
                <a:gd name="connsiteY45" fmla="*/ 952253 h 1635893"/>
                <a:gd name="connsiteX46" fmla="*/ 138243 w 1644613"/>
                <a:gd name="connsiteY46" fmla="*/ 837064 h 1635893"/>
                <a:gd name="connsiteX47" fmla="*/ 83633 w 1644613"/>
                <a:gd name="connsiteY47" fmla="*/ 754514 h 1635893"/>
                <a:gd name="connsiteX48" fmla="*/ 139767 w 1644613"/>
                <a:gd name="connsiteY48" fmla="*/ 520707 h 1635893"/>
                <a:gd name="connsiteX49" fmla="*/ 413198 w 1644613"/>
                <a:gd name="connsiteY49" fmla="*/ 274200 h 1635893"/>
                <a:gd name="connsiteX50" fmla="*/ 730698 w 1644613"/>
                <a:gd name="connsiteY50" fmla="*/ 270898 h 1635893"/>
                <a:gd name="connsiteX51" fmla="*/ 944058 w 1644613"/>
                <a:gd name="connsiteY51" fmla="*/ 397009 h 1635893"/>
                <a:gd name="connsiteX52" fmla="*/ 1076900 w 1644613"/>
                <a:gd name="connsiteY52" fmla="*/ 110878 h 1635893"/>
                <a:gd name="connsiteX53" fmla="*/ 971617 w 1644613"/>
                <a:gd name="connsiteY53" fmla="*/ 432950 h 1635893"/>
                <a:gd name="connsiteX54" fmla="*/ 1070423 w 1644613"/>
                <a:gd name="connsiteY54" fmla="*/ 588017 h 1635893"/>
                <a:gd name="connsiteX55" fmla="*/ 1107507 w 1644613"/>
                <a:gd name="connsiteY55" fmla="*/ 692030 h 1635893"/>
                <a:gd name="connsiteX56" fmla="*/ 1459424 w 1644613"/>
                <a:gd name="connsiteY56" fmla="*/ 707524 h 1635893"/>
                <a:gd name="connsiteX57" fmla="*/ 1614364 w 1644613"/>
                <a:gd name="connsiteY57" fmla="*/ 462160 h 1635893"/>
                <a:gd name="connsiteX58" fmla="*/ 1543879 w 1644613"/>
                <a:gd name="connsiteY58" fmla="*/ 155963 h 1635893"/>
                <a:gd name="connsiteX59" fmla="*/ 1261939 w 1644613"/>
                <a:gd name="connsiteY59" fmla="*/ 27312 h 1635893"/>
                <a:gd name="connsiteX60" fmla="*/ 1076900 w 1644613"/>
                <a:gd name="connsiteY60" fmla="*/ 110878 h 1635893"/>
                <a:gd name="connsiteX61" fmla="*/ 175327 w 1644613"/>
                <a:gd name="connsiteY61" fmla="*/ 504578 h 1635893"/>
                <a:gd name="connsiteX62" fmla="*/ 227270 w 1644613"/>
                <a:gd name="connsiteY62" fmla="*/ 521723 h 1635893"/>
                <a:gd name="connsiteX63" fmla="*/ 284801 w 1644613"/>
                <a:gd name="connsiteY63" fmla="*/ 676663 h 1635893"/>
                <a:gd name="connsiteX64" fmla="*/ 256607 w 1644613"/>
                <a:gd name="connsiteY64" fmla="*/ 816998 h 1635893"/>
                <a:gd name="connsiteX65" fmla="*/ 204283 w 1644613"/>
                <a:gd name="connsiteY65" fmla="*/ 863734 h 1635893"/>
                <a:gd name="connsiteX66" fmla="*/ 615128 w 1644613"/>
                <a:gd name="connsiteY66" fmla="*/ 1040010 h 1635893"/>
                <a:gd name="connsiteX67" fmla="*/ 979491 w 1644613"/>
                <a:gd name="connsiteY67" fmla="*/ 867671 h 1635893"/>
                <a:gd name="connsiteX68" fmla="*/ 1018353 w 1644613"/>
                <a:gd name="connsiteY68" fmla="*/ 573666 h 1635893"/>
                <a:gd name="connsiteX69" fmla="*/ 672151 w 1644613"/>
                <a:gd name="connsiteY69" fmla="*/ 284741 h 1635893"/>
                <a:gd name="connsiteX70" fmla="*/ 175327 w 1644613"/>
                <a:gd name="connsiteY70" fmla="*/ 504578 h 1635893"/>
                <a:gd name="connsiteX71" fmla="*/ 159833 w 1644613"/>
                <a:gd name="connsiteY71" fmla="*/ 539884 h 1635893"/>
                <a:gd name="connsiteX72" fmla="*/ 104588 w 1644613"/>
                <a:gd name="connsiteY72" fmla="*/ 728098 h 1635893"/>
                <a:gd name="connsiteX73" fmla="*/ 197679 w 1644613"/>
                <a:gd name="connsiteY73" fmla="*/ 834143 h 1635893"/>
                <a:gd name="connsiteX74" fmla="*/ 250892 w 1644613"/>
                <a:gd name="connsiteY74" fmla="*/ 752355 h 1635893"/>
                <a:gd name="connsiteX75" fmla="*/ 234636 w 1644613"/>
                <a:gd name="connsiteY75" fmla="*/ 576587 h 1635893"/>
                <a:gd name="connsiteX76" fmla="*/ 159833 w 1644613"/>
                <a:gd name="connsiteY76" fmla="*/ 539884 h 1635893"/>
                <a:gd name="connsiteX77" fmla="*/ 1052135 w 1644613"/>
                <a:gd name="connsiteY77" fmla="*/ 598050 h 1635893"/>
                <a:gd name="connsiteX78" fmla="*/ 1041086 w 1644613"/>
                <a:gd name="connsiteY78" fmla="*/ 807092 h 1635893"/>
                <a:gd name="connsiteX79" fmla="*/ 1052135 w 1644613"/>
                <a:gd name="connsiteY79" fmla="*/ 598050 h 1635893"/>
                <a:gd name="connsiteX80" fmla="*/ 441011 w 1644613"/>
                <a:gd name="connsiteY80" fmla="*/ 1044963 h 1635893"/>
                <a:gd name="connsiteX81" fmla="*/ 658816 w 1644613"/>
                <a:gd name="connsiteY81" fmla="*/ 1078618 h 1635893"/>
                <a:gd name="connsiteX82" fmla="*/ 569154 w 1644613"/>
                <a:gd name="connsiteY82" fmla="*/ 1062616 h 1635893"/>
                <a:gd name="connsiteX83" fmla="*/ 441011 w 1644613"/>
                <a:gd name="connsiteY83" fmla="*/ 1044963 h 1635893"/>
                <a:gd name="connsiteX84" fmla="*/ 303597 w 1644613"/>
                <a:gd name="connsiteY84" fmla="*/ 1095509 h 1635893"/>
                <a:gd name="connsiteX85" fmla="*/ 288992 w 1644613"/>
                <a:gd name="connsiteY85" fmla="*/ 1125100 h 1635893"/>
                <a:gd name="connsiteX86" fmla="*/ 345380 w 1644613"/>
                <a:gd name="connsiteY86" fmla="*/ 1175519 h 1635893"/>
                <a:gd name="connsiteX87" fmla="*/ 332934 w 1644613"/>
                <a:gd name="connsiteY87" fmla="*/ 1333380 h 1635893"/>
                <a:gd name="connsiteX88" fmla="*/ 384369 w 1644613"/>
                <a:gd name="connsiteY88" fmla="*/ 1261879 h 1635893"/>
                <a:gd name="connsiteX89" fmla="*/ 303597 w 1644613"/>
                <a:gd name="connsiteY89" fmla="*/ 1095509 h 1635893"/>
                <a:gd name="connsiteX90" fmla="*/ 1154370 w 1644613"/>
                <a:gd name="connsiteY90" fmla="*/ 1214635 h 1635893"/>
                <a:gd name="connsiteX91" fmla="*/ 1130875 w 1644613"/>
                <a:gd name="connsiteY91" fmla="*/ 1407675 h 1635893"/>
                <a:gd name="connsiteX92" fmla="*/ 1261431 w 1644613"/>
                <a:gd name="connsiteY92" fmla="*/ 1463301 h 1635893"/>
                <a:gd name="connsiteX93" fmla="*/ 1374969 w 1644613"/>
                <a:gd name="connsiteY93" fmla="*/ 1474731 h 1635893"/>
                <a:gd name="connsiteX94" fmla="*/ 1357316 w 1644613"/>
                <a:gd name="connsiteY94" fmla="*/ 1446029 h 1635893"/>
                <a:gd name="connsiteX95" fmla="*/ 1258637 w 1644613"/>
                <a:gd name="connsiteY95" fmla="*/ 1386466 h 1635893"/>
                <a:gd name="connsiteX96" fmla="*/ 1445581 w 1644613"/>
                <a:gd name="connsiteY96" fmla="*/ 1429773 h 1635893"/>
                <a:gd name="connsiteX97" fmla="*/ 1403163 w 1644613"/>
                <a:gd name="connsiteY97" fmla="*/ 1377195 h 1635893"/>
                <a:gd name="connsiteX98" fmla="*/ 1296229 w 1644613"/>
                <a:gd name="connsiteY98" fmla="*/ 1332237 h 1635893"/>
                <a:gd name="connsiteX99" fmla="*/ 1489269 w 1644613"/>
                <a:gd name="connsiteY99" fmla="*/ 1359923 h 1635893"/>
                <a:gd name="connsiteX100" fmla="*/ 1491174 w 1644613"/>
                <a:gd name="connsiteY100" fmla="*/ 1340111 h 1635893"/>
                <a:gd name="connsiteX101" fmla="*/ 1235269 w 1644613"/>
                <a:gd name="connsiteY101" fmla="*/ 1248163 h 1635893"/>
                <a:gd name="connsiteX102" fmla="*/ 1341060 w 1644613"/>
                <a:gd name="connsiteY102" fmla="*/ 1171709 h 1635893"/>
                <a:gd name="connsiteX103" fmla="*/ 1301944 w 1644613"/>
                <a:gd name="connsiteY103" fmla="*/ 1132720 h 1635893"/>
                <a:gd name="connsiteX104" fmla="*/ 1154370 w 1644613"/>
                <a:gd name="connsiteY104" fmla="*/ 1214635 h 1635893"/>
                <a:gd name="connsiteX105" fmla="*/ 857063 w 1644613"/>
                <a:gd name="connsiteY105" fmla="*/ 1181488 h 1635893"/>
                <a:gd name="connsiteX106" fmla="*/ 878272 w 1644613"/>
                <a:gd name="connsiteY106" fmla="*/ 1300868 h 1635893"/>
                <a:gd name="connsiteX107" fmla="*/ 905704 w 1644613"/>
                <a:gd name="connsiteY107" fmla="*/ 1540771 h 1635893"/>
                <a:gd name="connsiteX108" fmla="*/ 1188660 w 1644613"/>
                <a:gd name="connsiteY108" fmla="*/ 1474350 h 1635893"/>
                <a:gd name="connsiteX109" fmla="*/ 1073344 w 1644613"/>
                <a:gd name="connsiteY109" fmla="*/ 1300233 h 1635893"/>
                <a:gd name="connsiteX110" fmla="*/ 973522 w 1644613"/>
                <a:gd name="connsiteY110" fmla="*/ 1438155 h 1635893"/>
                <a:gd name="connsiteX111" fmla="*/ 945201 w 1644613"/>
                <a:gd name="connsiteY111" fmla="*/ 1487558 h 1635893"/>
                <a:gd name="connsiteX112" fmla="*/ 974665 w 1644613"/>
                <a:gd name="connsiteY112" fmla="*/ 1366781 h 1635893"/>
                <a:gd name="connsiteX113" fmla="*/ 857063 w 1644613"/>
                <a:gd name="connsiteY113" fmla="*/ 1181488 h 1635893"/>
                <a:gd name="connsiteX0" fmla="*/ 1014924 w 1644615"/>
                <a:gd name="connsiteY0" fmla="*/ 137040 h 1635895"/>
                <a:gd name="connsiteX1" fmla="*/ 1288609 w 1644615"/>
                <a:gd name="connsiteY1" fmla="*/ 134 h 1635895"/>
                <a:gd name="connsiteX2" fmla="*/ 1606363 w 1644615"/>
                <a:gd name="connsiteY2" fmla="*/ 207525 h 1635895"/>
                <a:gd name="connsiteX3" fmla="*/ 1635827 w 1644615"/>
                <a:gd name="connsiteY3" fmla="*/ 498990 h 1635895"/>
                <a:gd name="connsiteX4" fmla="*/ 1200852 w 1644615"/>
                <a:gd name="connsiteY4" fmla="*/ 768865 h 1635895"/>
                <a:gd name="connsiteX5" fmla="*/ 1100903 w 1644615"/>
                <a:gd name="connsiteY5" fmla="*/ 724415 h 1635895"/>
                <a:gd name="connsiteX6" fmla="*/ 1075122 w 1644615"/>
                <a:gd name="connsiteY6" fmla="*/ 806838 h 1635895"/>
                <a:gd name="connsiteX7" fmla="*/ 994858 w 1644615"/>
                <a:gd name="connsiteY7" fmla="*/ 891166 h 1635895"/>
                <a:gd name="connsiteX8" fmla="*/ 900370 w 1644615"/>
                <a:gd name="connsiteY8" fmla="*/ 986162 h 1635895"/>
                <a:gd name="connsiteX9" fmla="*/ 765623 w 1644615"/>
                <a:gd name="connsiteY9" fmla="*/ 1048392 h 1635895"/>
                <a:gd name="connsiteX10" fmla="*/ 993715 w 1644615"/>
                <a:gd name="connsiteY10" fmla="*/ 1351541 h 1635895"/>
                <a:gd name="connsiteX11" fmla="*/ 1109666 w 1644615"/>
                <a:gd name="connsiteY11" fmla="*/ 1221620 h 1635895"/>
                <a:gd name="connsiteX12" fmla="*/ 1283275 w 1644615"/>
                <a:gd name="connsiteY12" fmla="*/ 1111003 h 1635895"/>
                <a:gd name="connsiteX13" fmla="*/ 1372810 w 1644615"/>
                <a:gd name="connsiteY13" fmla="*/ 1159136 h 1635895"/>
                <a:gd name="connsiteX14" fmla="*/ 1290260 w 1644615"/>
                <a:gd name="connsiteY14" fmla="*/ 1244353 h 1635895"/>
                <a:gd name="connsiteX15" fmla="*/ 1514796 w 1644615"/>
                <a:gd name="connsiteY15" fmla="*/ 1325633 h 1635895"/>
                <a:gd name="connsiteX16" fmla="*/ 1460440 w 1644615"/>
                <a:gd name="connsiteY16" fmla="*/ 1390657 h 1635895"/>
                <a:gd name="connsiteX17" fmla="*/ 1460821 w 1644615"/>
                <a:gd name="connsiteY17" fmla="*/ 1438790 h 1635895"/>
                <a:gd name="connsiteX18" fmla="*/ 1403163 w 1644615"/>
                <a:gd name="connsiteY18" fmla="*/ 1459999 h 1635895"/>
                <a:gd name="connsiteX19" fmla="*/ 1396686 w 1644615"/>
                <a:gd name="connsiteY19" fmla="*/ 1490352 h 1635895"/>
                <a:gd name="connsiteX20" fmla="*/ 1222569 w 1644615"/>
                <a:gd name="connsiteY20" fmla="*/ 1482224 h 1635895"/>
                <a:gd name="connsiteX21" fmla="*/ 1041340 w 1644615"/>
                <a:gd name="connsiteY21" fmla="*/ 1583443 h 1635895"/>
                <a:gd name="connsiteX22" fmla="*/ 907228 w 1644615"/>
                <a:gd name="connsiteY22" fmla="*/ 1570362 h 1635895"/>
                <a:gd name="connsiteX23" fmla="*/ 909260 w 1644615"/>
                <a:gd name="connsiteY23" fmla="*/ 1626242 h 1635895"/>
                <a:gd name="connsiteX24" fmla="*/ 884622 w 1644615"/>
                <a:gd name="connsiteY24" fmla="*/ 1624718 h 1635895"/>
                <a:gd name="connsiteX25" fmla="*/ 878780 w 1644615"/>
                <a:gd name="connsiteY25" fmla="*/ 1550296 h 1635895"/>
                <a:gd name="connsiteX26" fmla="*/ 820106 w 1644615"/>
                <a:gd name="connsiteY26" fmla="*/ 1144658 h 1635895"/>
                <a:gd name="connsiteX27" fmla="*/ 747208 w 1644615"/>
                <a:gd name="connsiteY27" fmla="*/ 1071887 h 1635895"/>
                <a:gd name="connsiteX28" fmla="*/ 424882 w 1644615"/>
                <a:gd name="connsiteY28" fmla="*/ 1070236 h 1635895"/>
                <a:gd name="connsiteX29" fmla="*/ 337125 w 1644615"/>
                <a:gd name="connsiteY29" fmla="*/ 1072395 h 1635895"/>
                <a:gd name="connsiteX30" fmla="*/ 407610 w 1644615"/>
                <a:gd name="connsiteY30" fmla="*/ 1284231 h 1635895"/>
                <a:gd name="connsiteX31" fmla="*/ 322774 w 1644615"/>
                <a:gd name="connsiteY31" fmla="*/ 1363352 h 1635895"/>
                <a:gd name="connsiteX32" fmla="*/ 288357 w 1644615"/>
                <a:gd name="connsiteY32" fmla="*/ 1588650 h 1635895"/>
                <a:gd name="connsiteX33" fmla="*/ 283023 w 1644615"/>
                <a:gd name="connsiteY33" fmla="*/ 1624718 h 1635895"/>
                <a:gd name="connsiteX34" fmla="*/ 259020 w 1644615"/>
                <a:gd name="connsiteY34" fmla="*/ 1629417 h 1635895"/>
                <a:gd name="connsiteX35" fmla="*/ 323409 w 1644615"/>
                <a:gd name="connsiteY35" fmla="*/ 1250068 h 1635895"/>
                <a:gd name="connsiteX36" fmla="*/ 305629 w 1644615"/>
                <a:gd name="connsiteY36" fmla="*/ 1166248 h 1635895"/>
                <a:gd name="connsiteX37" fmla="*/ 229556 w 1644615"/>
                <a:gd name="connsiteY37" fmla="*/ 1192410 h 1635895"/>
                <a:gd name="connsiteX38" fmla="*/ 18228 w 1644615"/>
                <a:gd name="connsiteY38" fmla="*/ 1623575 h 1635895"/>
                <a:gd name="connsiteX39" fmla="*/ 2099 w 1644615"/>
                <a:gd name="connsiteY39" fmla="*/ 1635894 h 1635895"/>
                <a:gd name="connsiteX40" fmla="*/ 17212 w 1644615"/>
                <a:gd name="connsiteY40" fmla="*/ 1539628 h 1635895"/>
                <a:gd name="connsiteX41" fmla="*/ 107001 w 1644615"/>
                <a:gd name="connsiteY41" fmla="*/ 1318648 h 1635895"/>
                <a:gd name="connsiteX42" fmla="*/ 216983 w 1644615"/>
                <a:gd name="connsiteY42" fmla="*/ 1168153 h 1635895"/>
                <a:gd name="connsiteX43" fmla="*/ 304867 w 1644615"/>
                <a:gd name="connsiteY43" fmla="*/ 1066553 h 1635895"/>
                <a:gd name="connsiteX44" fmla="*/ 391481 w 1644615"/>
                <a:gd name="connsiteY44" fmla="*/ 1032390 h 1635895"/>
                <a:gd name="connsiteX45" fmla="*/ 252924 w 1644615"/>
                <a:gd name="connsiteY45" fmla="*/ 952253 h 1635895"/>
                <a:gd name="connsiteX46" fmla="*/ 138243 w 1644615"/>
                <a:gd name="connsiteY46" fmla="*/ 837064 h 1635895"/>
                <a:gd name="connsiteX47" fmla="*/ 83633 w 1644615"/>
                <a:gd name="connsiteY47" fmla="*/ 754514 h 1635895"/>
                <a:gd name="connsiteX48" fmla="*/ 139767 w 1644615"/>
                <a:gd name="connsiteY48" fmla="*/ 520707 h 1635895"/>
                <a:gd name="connsiteX49" fmla="*/ 413198 w 1644615"/>
                <a:gd name="connsiteY49" fmla="*/ 274200 h 1635895"/>
                <a:gd name="connsiteX50" fmla="*/ 730698 w 1644615"/>
                <a:gd name="connsiteY50" fmla="*/ 270898 h 1635895"/>
                <a:gd name="connsiteX51" fmla="*/ 944058 w 1644615"/>
                <a:gd name="connsiteY51" fmla="*/ 397009 h 1635895"/>
                <a:gd name="connsiteX52" fmla="*/ 1076900 w 1644615"/>
                <a:gd name="connsiteY52" fmla="*/ 110878 h 1635895"/>
                <a:gd name="connsiteX53" fmla="*/ 971617 w 1644615"/>
                <a:gd name="connsiteY53" fmla="*/ 432950 h 1635895"/>
                <a:gd name="connsiteX54" fmla="*/ 1070423 w 1644615"/>
                <a:gd name="connsiteY54" fmla="*/ 588017 h 1635895"/>
                <a:gd name="connsiteX55" fmla="*/ 1107507 w 1644615"/>
                <a:gd name="connsiteY55" fmla="*/ 692030 h 1635895"/>
                <a:gd name="connsiteX56" fmla="*/ 1459424 w 1644615"/>
                <a:gd name="connsiteY56" fmla="*/ 707524 h 1635895"/>
                <a:gd name="connsiteX57" fmla="*/ 1433787 w 1644615"/>
                <a:gd name="connsiteY57" fmla="*/ 706301 h 1635895"/>
                <a:gd name="connsiteX58" fmla="*/ 1614364 w 1644615"/>
                <a:gd name="connsiteY58" fmla="*/ 462160 h 1635895"/>
                <a:gd name="connsiteX59" fmla="*/ 1543879 w 1644615"/>
                <a:gd name="connsiteY59" fmla="*/ 155963 h 1635895"/>
                <a:gd name="connsiteX60" fmla="*/ 1261939 w 1644615"/>
                <a:gd name="connsiteY60" fmla="*/ 27312 h 1635895"/>
                <a:gd name="connsiteX61" fmla="*/ 1076900 w 1644615"/>
                <a:gd name="connsiteY61" fmla="*/ 110878 h 1635895"/>
                <a:gd name="connsiteX62" fmla="*/ 175327 w 1644615"/>
                <a:gd name="connsiteY62" fmla="*/ 504578 h 1635895"/>
                <a:gd name="connsiteX63" fmla="*/ 227270 w 1644615"/>
                <a:gd name="connsiteY63" fmla="*/ 521723 h 1635895"/>
                <a:gd name="connsiteX64" fmla="*/ 284801 w 1644615"/>
                <a:gd name="connsiteY64" fmla="*/ 676663 h 1635895"/>
                <a:gd name="connsiteX65" fmla="*/ 256607 w 1644615"/>
                <a:gd name="connsiteY65" fmla="*/ 816998 h 1635895"/>
                <a:gd name="connsiteX66" fmla="*/ 204283 w 1644615"/>
                <a:gd name="connsiteY66" fmla="*/ 863734 h 1635895"/>
                <a:gd name="connsiteX67" fmla="*/ 615128 w 1644615"/>
                <a:gd name="connsiteY67" fmla="*/ 1040010 h 1635895"/>
                <a:gd name="connsiteX68" fmla="*/ 979491 w 1644615"/>
                <a:gd name="connsiteY68" fmla="*/ 867671 h 1635895"/>
                <a:gd name="connsiteX69" fmla="*/ 1018353 w 1644615"/>
                <a:gd name="connsiteY69" fmla="*/ 573666 h 1635895"/>
                <a:gd name="connsiteX70" fmla="*/ 672151 w 1644615"/>
                <a:gd name="connsiteY70" fmla="*/ 284741 h 1635895"/>
                <a:gd name="connsiteX71" fmla="*/ 175327 w 1644615"/>
                <a:gd name="connsiteY71" fmla="*/ 504578 h 1635895"/>
                <a:gd name="connsiteX72" fmla="*/ 159833 w 1644615"/>
                <a:gd name="connsiteY72" fmla="*/ 539884 h 1635895"/>
                <a:gd name="connsiteX73" fmla="*/ 104588 w 1644615"/>
                <a:gd name="connsiteY73" fmla="*/ 728098 h 1635895"/>
                <a:gd name="connsiteX74" fmla="*/ 197679 w 1644615"/>
                <a:gd name="connsiteY74" fmla="*/ 834143 h 1635895"/>
                <a:gd name="connsiteX75" fmla="*/ 250892 w 1644615"/>
                <a:gd name="connsiteY75" fmla="*/ 752355 h 1635895"/>
                <a:gd name="connsiteX76" fmla="*/ 234636 w 1644615"/>
                <a:gd name="connsiteY76" fmla="*/ 576587 h 1635895"/>
                <a:gd name="connsiteX77" fmla="*/ 159833 w 1644615"/>
                <a:gd name="connsiteY77" fmla="*/ 539884 h 1635895"/>
                <a:gd name="connsiteX78" fmla="*/ 1052135 w 1644615"/>
                <a:gd name="connsiteY78" fmla="*/ 598050 h 1635895"/>
                <a:gd name="connsiteX79" fmla="*/ 1041086 w 1644615"/>
                <a:gd name="connsiteY79" fmla="*/ 807092 h 1635895"/>
                <a:gd name="connsiteX80" fmla="*/ 1052135 w 1644615"/>
                <a:gd name="connsiteY80" fmla="*/ 598050 h 1635895"/>
                <a:gd name="connsiteX81" fmla="*/ 441011 w 1644615"/>
                <a:gd name="connsiteY81" fmla="*/ 1044963 h 1635895"/>
                <a:gd name="connsiteX82" fmla="*/ 658816 w 1644615"/>
                <a:gd name="connsiteY82" fmla="*/ 1078618 h 1635895"/>
                <a:gd name="connsiteX83" fmla="*/ 569154 w 1644615"/>
                <a:gd name="connsiteY83" fmla="*/ 1062616 h 1635895"/>
                <a:gd name="connsiteX84" fmla="*/ 441011 w 1644615"/>
                <a:gd name="connsiteY84" fmla="*/ 1044963 h 1635895"/>
                <a:gd name="connsiteX85" fmla="*/ 303597 w 1644615"/>
                <a:gd name="connsiteY85" fmla="*/ 1095509 h 1635895"/>
                <a:gd name="connsiteX86" fmla="*/ 288992 w 1644615"/>
                <a:gd name="connsiteY86" fmla="*/ 1125100 h 1635895"/>
                <a:gd name="connsiteX87" fmla="*/ 345380 w 1644615"/>
                <a:gd name="connsiteY87" fmla="*/ 1175519 h 1635895"/>
                <a:gd name="connsiteX88" fmla="*/ 332934 w 1644615"/>
                <a:gd name="connsiteY88" fmla="*/ 1333380 h 1635895"/>
                <a:gd name="connsiteX89" fmla="*/ 384369 w 1644615"/>
                <a:gd name="connsiteY89" fmla="*/ 1261879 h 1635895"/>
                <a:gd name="connsiteX90" fmla="*/ 303597 w 1644615"/>
                <a:gd name="connsiteY90" fmla="*/ 1095509 h 1635895"/>
                <a:gd name="connsiteX91" fmla="*/ 1154370 w 1644615"/>
                <a:gd name="connsiteY91" fmla="*/ 1214635 h 1635895"/>
                <a:gd name="connsiteX92" fmla="*/ 1130875 w 1644615"/>
                <a:gd name="connsiteY92" fmla="*/ 1407675 h 1635895"/>
                <a:gd name="connsiteX93" fmla="*/ 1261431 w 1644615"/>
                <a:gd name="connsiteY93" fmla="*/ 1463301 h 1635895"/>
                <a:gd name="connsiteX94" fmla="*/ 1374969 w 1644615"/>
                <a:gd name="connsiteY94" fmla="*/ 1474731 h 1635895"/>
                <a:gd name="connsiteX95" fmla="*/ 1357316 w 1644615"/>
                <a:gd name="connsiteY95" fmla="*/ 1446029 h 1635895"/>
                <a:gd name="connsiteX96" fmla="*/ 1258637 w 1644615"/>
                <a:gd name="connsiteY96" fmla="*/ 1386466 h 1635895"/>
                <a:gd name="connsiteX97" fmla="*/ 1445581 w 1644615"/>
                <a:gd name="connsiteY97" fmla="*/ 1429773 h 1635895"/>
                <a:gd name="connsiteX98" fmla="*/ 1403163 w 1644615"/>
                <a:gd name="connsiteY98" fmla="*/ 1377195 h 1635895"/>
                <a:gd name="connsiteX99" fmla="*/ 1296229 w 1644615"/>
                <a:gd name="connsiteY99" fmla="*/ 1332237 h 1635895"/>
                <a:gd name="connsiteX100" fmla="*/ 1489269 w 1644615"/>
                <a:gd name="connsiteY100" fmla="*/ 1359923 h 1635895"/>
                <a:gd name="connsiteX101" fmla="*/ 1491174 w 1644615"/>
                <a:gd name="connsiteY101" fmla="*/ 1340111 h 1635895"/>
                <a:gd name="connsiteX102" fmla="*/ 1235269 w 1644615"/>
                <a:gd name="connsiteY102" fmla="*/ 1248163 h 1635895"/>
                <a:gd name="connsiteX103" fmla="*/ 1341060 w 1644615"/>
                <a:gd name="connsiteY103" fmla="*/ 1171709 h 1635895"/>
                <a:gd name="connsiteX104" fmla="*/ 1301944 w 1644615"/>
                <a:gd name="connsiteY104" fmla="*/ 1132720 h 1635895"/>
                <a:gd name="connsiteX105" fmla="*/ 1154370 w 1644615"/>
                <a:gd name="connsiteY105" fmla="*/ 1214635 h 1635895"/>
                <a:gd name="connsiteX106" fmla="*/ 857063 w 1644615"/>
                <a:gd name="connsiteY106" fmla="*/ 1181488 h 1635895"/>
                <a:gd name="connsiteX107" fmla="*/ 878272 w 1644615"/>
                <a:gd name="connsiteY107" fmla="*/ 1300868 h 1635895"/>
                <a:gd name="connsiteX108" fmla="*/ 905704 w 1644615"/>
                <a:gd name="connsiteY108" fmla="*/ 1540771 h 1635895"/>
                <a:gd name="connsiteX109" fmla="*/ 1188660 w 1644615"/>
                <a:gd name="connsiteY109" fmla="*/ 1474350 h 1635895"/>
                <a:gd name="connsiteX110" fmla="*/ 1073344 w 1644615"/>
                <a:gd name="connsiteY110" fmla="*/ 1300233 h 1635895"/>
                <a:gd name="connsiteX111" fmla="*/ 973522 w 1644615"/>
                <a:gd name="connsiteY111" fmla="*/ 1438155 h 1635895"/>
                <a:gd name="connsiteX112" fmla="*/ 945201 w 1644615"/>
                <a:gd name="connsiteY112" fmla="*/ 1487558 h 1635895"/>
                <a:gd name="connsiteX113" fmla="*/ 974665 w 1644615"/>
                <a:gd name="connsiteY113" fmla="*/ 1366781 h 1635895"/>
                <a:gd name="connsiteX114" fmla="*/ 857063 w 1644615"/>
                <a:gd name="connsiteY114" fmla="*/ 1181488 h 1635895"/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200852 w 1644613"/>
                <a:gd name="connsiteY4" fmla="*/ 768865 h 1635893"/>
                <a:gd name="connsiteX5" fmla="*/ 1100903 w 1644613"/>
                <a:gd name="connsiteY5" fmla="*/ 724415 h 1635893"/>
                <a:gd name="connsiteX6" fmla="*/ 1075122 w 1644613"/>
                <a:gd name="connsiteY6" fmla="*/ 806838 h 1635893"/>
                <a:gd name="connsiteX7" fmla="*/ 994858 w 1644613"/>
                <a:gd name="connsiteY7" fmla="*/ 891166 h 1635893"/>
                <a:gd name="connsiteX8" fmla="*/ 900370 w 1644613"/>
                <a:gd name="connsiteY8" fmla="*/ 986162 h 1635893"/>
                <a:gd name="connsiteX9" fmla="*/ 765623 w 1644613"/>
                <a:gd name="connsiteY9" fmla="*/ 1048392 h 1635893"/>
                <a:gd name="connsiteX10" fmla="*/ 993715 w 1644613"/>
                <a:gd name="connsiteY10" fmla="*/ 1351541 h 1635893"/>
                <a:gd name="connsiteX11" fmla="*/ 1109666 w 1644613"/>
                <a:gd name="connsiteY11" fmla="*/ 1221620 h 1635893"/>
                <a:gd name="connsiteX12" fmla="*/ 1283275 w 1644613"/>
                <a:gd name="connsiteY12" fmla="*/ 1111003 h 1635893"/>
                <a:gd name="connsiteX13" fmla="*/ 1372810 w 1644613"/>
                <a:gd name="connsiteY13" fmla="*/ 1159136 h 1635893"/>
                <a:gd name="connsiteX14" fmla="*/ 1290260 w 1644613"/>
                <a:gd name="connsiteY14" fmla="*/ 1244353 h 1635893"/>
                <a:gd name="connsiteX15" fmla="*/ 1514796 w 1644613"/>
                <a:gd name="connsiteY15" fmla="*/ 1325633 h 1635893"/>
                <a:gd name="connsiteX16" fmla="*/ 1460440 w 1644613"/>
                <a:gd name="connsiteY16" fmla="*/ 1390657 h 1635893"/>
                <a:gd name="connsiteX17" fmla="*/ 1460821 w 1644613"/>
                <a:gd name="connsiteY17" fmla="*/ 1438790 h 1635893"/>
                <a:gd name="connsiteX18" fmla="*/ 1403163 w 1644613"/>
                <a:gd name="connsiteY18" fmla="*/ 1459999 h 1635893"/>
                <a:gd name="connsiteX19" fmla="*/ 1396686 w 1644613"/>
                <a:gd name="connsiteY19" fmla="*/ 1490352 h 1635893"/>
                <a:gd name="connsiteX20" fmla="*/ 1222569 w 1644613"/>
                <a:gd name="connsiteY20" fmla="*/ 1482224 h 1635893"/>
                <a:gd name="connsiteX21" fmla="*/ 1041340 w 1644613"/>
                <a:gd name="connsiteY21" fmla="*/ 1583443 h 1635893"/>
                <a:gd name="connsiteX22" fmla="*/ 907228 w 1644613"/>
                <a:gd name="connsiteY22" fmla="*/ 1570362 h 1635893"/>
                <a:gd name="connsiteX23" fmla="*/ 909260 w 1644613"/>
                <a:gd name="connsiteY23" fmla="*/ 1626242 h 1635893"/>
                <a:gd name="connsiteX24" fmla="*/ 884622 w 1644613"/>
                <a:gd name="connsiteY24" fmla="*/ 1624718 h 1635893"/>
                <a:gd name="connsiteX25" fmla="*/ 878780 w 1644613"/>
                <a:gd name="connsiteY25" fmla="*/ 1550296 h 1635893"/>
                <a:gd name="connsiteX26" fmla="*/ 820106 w 1644613"/>
                <a:gd name="connsiteY26" fmla="*/ 1144658 h 1635893"/>
                <a:gd name="connsiteX27" fmla="*/ 747208 w 1644613"/>
                <a:gd name="connsiteY27" fmla="*/ 1071887 h 1635893"/>
                <a:gd name="connsiteX28" fmla="*/ 424882 w 1644613"/>
                <a:gd name="connsiteY28" fmla="*/ 1070236 h 1635893"/>
                <a:gd name="connsiteX29" fmla="*/ 337125 w 1644613"/>
                <a:gd name="connsiteY29" fmla="*/ 1072395 h 1635893"/>
                <a:gd name="connsiteX30" fmla="*/ 407610 w 1644613"/>
                <a:gd name="connsiteY30" fmla="*/ 1284231 h 1635893"/>
                <a:gd name="connsiteX31" fmla="*/ 322774 w 1644613"/>
                <a:gd name="connsiteY31" fmla="*/ 1363352 h 1635893"/>
                <a:gd name="connsiteX32" fmla="*/ 288357 w 1644613"/>
                <a:gd name="connsiteY32" fmla="*/ 1588650 h 1635893"/>
                <a:gd name="connsiteX33" fmla="*/ 283023 w 1644613"/>
                <a:gd name="connsiteY33" fmla="*/ 1624718 h 1635893"/>
                <a:gd name="connsiteX34" fmla="*/ 259020 w 1644613"/>
                <a:gd name="connsiteY34" fmla="*/ 1629417 h 1635893"/>
                <a:gd name="connsiteX35" fmla="*/ 323409 w 1644613"/>
                <a:gd name="connsiteY35" fmla="*/ 1250068 h 1635893"/>
                <a:gd name="connsiteX36" fmla="*/ 305629 w 1644613"/>
                <a:gd name="connsiteY36" fmla="*/ 1166248 h 1635893"/>
                <a:gd name="connsiteX37" fmla="*/ 229556 w 1644613"/>
                <a:gd name="connsiteY37" fmla="*/ 1192410 h 1635893"/>
                <a:gd name="connsiteX38" fmla="*/ 18228 w 1644613"/>
                <a:gd name="connsiteY38" fmla="*/ 1623575 h 1635893"/>
                <a:gd name="connsiteX39" fmla="*/ 2099 w 1644613"/>
                <a:gd name="connsiteY39" fmla="*/ 1635894 h 1635893"/>
                <a:gd name="connsiteX40" fmla="*/ 17212 w 1644613"/>
                <a:gd name="connsiteY40" fmla="*/ 1539628 h 1635893"/>
                <a:gd name="connsiteX41" fmla="*/ 107001 w 1644613"/>
                <a:gd name="connsiteY41" fmla="*/ 1318648 h 1635893"/>
                <a:gd name="connsiteX42" fmla="*/ 216983 w 1644613"/>
                <a:gd name="connsiteY42" fmla="*/ 1168153 h 1635893"/>
                <a:gd name="connsiteX43" fmla="*/ 304867 w 1644613"/>
                <a:gd name="connsiteY43" fmla="*/ 1066553 h 1635893"/>
                <a:gd name="connsiteX44" fmla="*/ 391481 w 1644613"/>
                <a:gd name="connsiteY44" fmla="*/ 1032390 h 1635893"/>
                <a:gd name="connsiteX45" fmla="*/ 252924 w 1644613"/>
                <a:gd name="connsiteY45" fmla="*/ 952253 h 1635893"/>
                <a:gd name="connsiteX46" fmla="*/ 138243 w 1644613"/>
                <a:gd name="connsiteY46" fmla="*/ 837064 h 1635893"/>
                <a:gd name="connsiteX47" fmla="*/ 83633 w 1644613"/>
                <a:gd name="connsiteY47" fmla="*/ 754514 h 1635893"/>
                <a:gd name="connsiteX48" fmla="*/ 139767 w 1644613"/>
                <a:gd name="connsiteY48" fmla="*/ 520707 h 1635893"/>
                <a:gd name="connsiteX49" fmla="*/ 413198 w 1644613"/>
                <a:gd name="connsiteY49" fmla="*/ 274200 h 1635893"/>
                <a:gd name="connsiteX50" fmla="*/ 730698 w 1644613"/>
                <a:gd name="connsiteY50" fmla="*/ 270898 h 1635893"/>
                <a:gd name="connsiteX51" fmla="*/ 944058 w 1644613"/>
                <a:gd name="connsiteY51" fmla="*/ 397009 h 1635893"/>
                <a:gd name="connsiteX52" fmla="*/ 1076900 w 1644613"/>
                <a:gd name="connsiteY52" fmla="*/ 110878 h 1635893"/>
                <a:gd name="connsiteX53" fmla="*/ 971617 w 1644613"/>
                <a:gd name="connsiteY53" fmla="*/ 432950 h 1635893"/>
                <a:gd name="connsiteX54" fmla="*/ 1070423 w 1644613"/>
                <a:gd name="connsiteY54" fmla="*/ 588017 h 1635893"/>
                <a:gd name="connsiteX55" fmla="*/ 1107507 w 1644613"/>
                <a:gd name="connsiteY55" fmla="*/ 692030 h 1635893"/>
                <a:gd name="connsiteX56" fmla="*/ 1459424 w 1644613"/>
                <a:gd name="connsiteY56" fmla="*/ 707524 h 1635893"/>
                <a:gd name="connsiteX57" fmla="*/ 1614364 w 1644613"/>
                <a:gd name="connsiteY57" fmla="*/ 462160 h 1635893"/>
                <a:gd name="connsiteX58" fmla="*/ 1543879 w 1644613"/>
                <a:gd name="connsiteY58" fmla="*/ 155963 h 1635893"/>
                <a:gd name="connsiteX59" fmla="*/ 1261939 w 1644613"/>
                <a:gd name="connsiteY59" fmla="*/ 27312 h 1635893"/>
                <a:gd name="connsiteX60" fmla="*/ 1076900 w 1644613"/>
                <a:gd name="connsiteY60" fmla="*/ 110878 h 1635893"/>
                <a:gd name="connsiteX61" fmla="*/ 175327 w 1644613"/>
                <a:gd name="connsiteY61" fmla="*/ 504578 h 1635893"/>
                <a:gd name="connsiteX62" fmla="*/ 227270 w 1644613"/>
                <a:gd name="connsiteY62" fmla="*/ 521723 h 1635893"/>
                <a:gd name="connsiteX63" fmla="*/ 284801 w 1644613"/>
                <a:gd name="connsiteY63" fmla="*/ 676663 h 1635893"/>
                <a:gd name="connsiteX64" fmla="*/ 256607 w 1644613"/>
                <a:gd name="connsiteY64" fmla="*/ 816998 h 1635893"/>
                <a:gd name="connsiteX65" fmla="*/ 204283 w 1644613"/>
                <a:gd name="connsiteY65" fmla="*/ 863734 h 1635893"/>
                <a:gd name="connsiteX66" fmla="*/ 615128 w 1644613"/>
                <a:gd name="connsiteY66" fmla="*/ 1040010 h 1635893"/>
                <a:gd name="connsiteX67" fmla="*/ 979491 w 1644613"/>
                <a:gd name="connsiteY67" fmla="*/ 867671 h 1635893"/>
                <a:gd name="connsiteX68" fmla="*/ 1018353 w 1644613"/>
                <a:gd name="connsiteY68" fmla="*/ 573666 h 1635893"/>
                <a:gd name="connsiteX69" fmla="*/ 672151 w 1644613"/>
                <a:gd name="connsiteY69" fmla="*/ 284741 h 1635893"/>
                <a:gd name="connsiteX70" fmla="*/ 175327 w 1644613"/>
                <a:gd name="connsiteY70" fmla="*/ 504578 h 1635893"/>
                <a:gd name="connsiteX71" fmla="*/ 159833 w 1644613"/>
                <a:gd name="connsiteY71" fmla="*/ 539884 h 1635893"/>
                <a:gd name="connsiteX72" fmla="*/ 104588 w 1644613"/>
                <a:gd name="connsiteY72" fmla="*/ 728098 h 1635893"/>
                <a:gd name="connsiteX73" fmla="*/ 197679 w 1644613"/>
                <a:gd name="connsiteY73" fmla="*/ 834143 h 1635893"/>
                <a:gd name="connsiteX74" fmla="*/ 250892 w 1644613"/>
                <a:gd name="connsiteY74" fmla="*/ 752355 h 1635893"/>
                <a:gd name="connsiteX75" fmla="*/ 234636 w 1644613"/>
                <a:gd name="connsiteY75" fmla="*/ 576587 h 1635893"/>
                <a:gd name="connsiteX76" fmla="*/ 159833 w 1644613"/>
                <a:gd name="connsiteY76" fmla="*/ 539884 h 1635893"/>
                <a:gd name="connsiteX77" fmla="*/ 1052135 w 1644613"/>
                <a:gd name="connsiteY77" fmla="*/ 598050 h 1635893"/>
                <a:gd name="connsiteX78" fmla="*/ 1041086 w 1644613"/>
                <a:gd name="connsiteY78" fmla="*/ 807092 h 1635893"/>
                <a:gd name="connsiteX79" fmla="*/ 1052135 w 1644613"/>
                <a:gd name="connsiteY79" fmla="*/ 598050 h 1635893"/>
                <a:gd name="connsiteX80" fmla="*/ 441011 w 1644613"/>
                <a:gd name="connsiteY80" fmla="*/ 1044963 h 1635893"/>
                <a:gd name="connsiteX81" fmla="*/ 658816 w 1644613"/>
                <a:gd name="connsiteY81" fmla="*/ 1078618 h 1635893"/>
                <a:gd name="connsiteX82" fmla="*/ 569154 w 1644613"/>
                <a:gd name="connsiteY82" fmla="*/ 1062616 h 1635893"/>
                <a:gd name="connsiteX83" fmla="*/ 441011 w 1644613"/>
                <a:gd name="connsiteY83" fmla="*/ 1044963 h 1635893"/>
                <a:gd name="connsiteX84" fmla="*/ 303597 w 1644613"/>
                <a:gd name="connsiteY84" fmla="*/ 1095509 h 1635893"/>
                <a:gd name="connsiteX85" fmla="*/ 288992 w 1644613"/>
                <a:gd name="connsiteY85" fmla="*/ 1125100 h 1635893"/>
                <a:gd name="connsiteX86" fmla="*/ 345380 w 1644613"/>
                <a:gd name="connsiteY86" fmla="*/ 1175519 h 1635893"/>
                <a:gd name="connsiteX87" fmla="*/ 332934 w 1644613"/>
                <a:gd name="connsiteY87" fmla="*/ 1333380 h 1635893"/>
                <a:gd name="connsiteX88" fmla="*/ 384369 w 1644613"/>
                <a:gd name="connsiteY88" fmla="*/ 1261879 h 1635893"/>
                <a:gd name="connsiteX89" fmla="*/ 303597 w 1644613"/>
                <a:gd name="connsiteY89" fmla="*/ 1095509 h 1635893"/>
                <a:gd name="connsiteX90" fmla="*/ 1154370 w 1644613"/>
                <a:gd name="connsiteY90" fmla="*/ 1214635 h 1635893"/>
                <a:gd name="connsiteX91" fmla="*/ 1130875 w 1644613"/>
                <a:gd name="connsiteY91" fmla="*/ 1407675 h 1635893"/>
                <a:gd name="connsiteX92" fmla="*/ 1261431 w 1644613"/>
                <a:gd name="connsiteY92" fmla="*/ 1463301 h 1635893"/>
                <a:gd name="connsiteX93" fmla="*/ 1374969 w 1644613"/>
                <a:gd name="connsiteY93" fmla="*/ 1474731 h 1635893"/>
                <a:gd name="connsiteX94" fmla="*/ 1357316 w 1644613"/>
                <a:gd name="connsiteY94" fmla="*/ 1446029 h 1635893"/>
                <a:gd name="connsiteX95" fmla="*/ 1258637 w 1644613"/>
                <a:gd name="connsiteY95" fmla="*/ 1386466 h 1635893"/>
                <a:gd name="connsiteX96" fmla="*/ 1445581 w 1644613"/>
                <a:gd name="connsiteY96" fmla="*/ 1429773 h 1635893"/>
                <a:gd name="connsiteX97" fmla="*/ 1403163 w 1644613"/>
                <a:gd name="connsiteY97" fmla="*/ 1377195 h 1635893"/>
                <a:gd name="connsiteX98" fmla="*/ 1296229 w 1644613"/>
                <a:gd name="connsiteY98" fmla="*/ 1332237 h 1635893"/>
                <a:gd name="connsiteX99" fmla="*/ 1489269 w 1644613"/>
                <a:gd name="connsiteY99" fmla="*/ 1359923 h 1635893"/>
                <a:gd name="connsiteX100" fmla="*/ 1491174 w 1644613"/>
                <a:gd name="connsiteY100" fmla="*/ 1340111 h 1635893"/>
                <a:gd name="connsiteX101" fmla="*/ 1235269 w 1644613"/>
                <a:gd name="connsiteY101" fmla="*/ 1248163 h 1635893"/>
                <a:gd name="connsiteX102" fmla="*/ 1341060 w 1644613"/>
                <a:gd name="connsiteY102" fmla="*/ 1171709 h 1635893"/>
                <a:gd name="connsiteX103" fmla="*/ 1301944 w 1644613"/>
                <a:gd name="connsiteY103" fmla="*/ 1132720 h 1635893"/>
                <a:gd name="connsiteX104" fmla="*/ 1154370 w 1644613"/>
                <a:gd name="connsiteY104" fmla="*/ 1214635 h 1635893"/>
                <a:gd name="connsiteX105" fmla="*/ 857063 w 1644613"/>
                <a:gd name="connsiteY105" fmla="*/ 1181488 h 1635893"/>
                <a:gd name="connsiteX106" fmla="*/ 878272 w 1644613"/>
                <a:gd name="connsiteY106" fmla="*/ 1300868 h 1635893"/>
                <a:gd name="connsiteX107" fmla="*/ 905704 w 1644613"/>
                <a:gd name="connsiteY107" fmla="*/ 1540771 h 1635893"/>
                <a:gd name="connsiteX108" fmla="*/ 1188660 w 1644613"/>
                <a:gd name="connsiteY108" fmla="*/ 1474350 h 1635893"/>
                <a:gd name="connsiteX109" fmla="*/ 1073344 w 1644613"/>
                <a:gd name="connsiteY109" fmla="*/ 1300233 h 1635893"/>
                <a:gd name="connsiteX110" fmla="*/ 973522 w 1644613"/>
                <a:gd name="connsiteY110" fmla="*/ 1438155 h 1635893"/>
                <a:gd name="connsiteX111" fmla="*/ 945201 w 1644613"/>
                <a:gd name="connsiteY111" fmla="*/ 1487558 h 1635893"/>
                <a:gd name="connsiteX112" fmla="*/ 974665 w 1644613"/>
                <a:gd name="connsiteY112" fmla="*/ 1366781 h 1635893"/>
                <a:gd name="connsiteX113" fmla="*/ 857063 w 1644613"/>
                <a:gd name="connsiteY113" fmla="*/ 1181488 h 1635893"/>
                <a:gd name="connsiteX0" fmla="*/ 1014924 w 1644615"/>
                <a:gd name="connsiteY0" fmla="*/ 137040 h 1635895"/>
                <a:gd name="connsiteX1" fmla="*/ 1288609 w 1644615"/>
                <a:gd name="connsiteY1" fmla="*/ 134 h 1635895"/>
                <a:gd name="connsiteX2" fmla="*/ 1606363 w 1644615"/>
                <a:gd name="connsiteY2" fmla="*/ 207525 h 1635895"/>
                <a:gd name="connsiteX3" fmla="*/ 1635827 w 1644615"/>
                <a:gd name="connsiteY3" fmla="*/ 498990 h 1635895"/>
                <a:gd name="connsiteX4" fmla="*/ 1200852 w 1644615"/>
                <a:gd name="connsiteY4" fmla="*/ 768865 h 1635895"/>
                <a:gd name="connsiteX5" fmla="*/ 1100903 w 1644615"/>
                <a:gd name="connsiteY5" fmla="*/ 724415 h 1635895"/>
                <a:gd name="connsiteX6" fmla="*/ 1075122 w 1644615"/>
                <a:gd name="connsiteY6" fmla="*/ 806838 h 1635895"/>
                <a:gd name="connsiteX7" fmla="*/ 994858 w 1644615"/>
                <a:gd name="connsiteY7" fmla="*/ 891166 h 1635895"/>
                <a:gd name="connsiteX8" fmla="*/ 900370 w 1644615"/>
                <a:gd name="connsiteY8" fmla="*/ 986162 h 1635895"/>
                <a:gd name="connsiteX9" fmla="*/ 765623 w 1644615"/>
                <a:gd name="connsiteY9" fmla="*/ 1048392 h 1635895"/>
                <a:gd name="connsiteX10" fmla="*/ 993715 w 1644615"/>
                <a:gd name="connsiteY10" fmla="*/ 1351541 h 1635895"/>
                <a:gd name="connsiteX11" fmla="*/ 1109666 w 1644615"/>
                <a:gd name="connsiteY11" fmla="*/ 1221620 h 1635895"/>
                <a:gd name="connsiteX12" fmla="*/ 1283275 w 1644615"/>
                <a:gd name="connsiteY12" fmla="*/ 1111003 h 1635895"/>
                <a:gd name="connsiteX13" fmla="*/ 1372810 w 1644615"/>
                <a:gd name="connsiteY13" fmla="*/ 1159136 h 1635895"/>
                <a:gd name="connsiteX14" fmla="*/ 1290260 w 1644615"/>
                <a:gd name="connsiteY14" fmla="*/ 1244353 h 1635895"/>
                <a:gd name="connsiteX15" fmla="*/ 1514796 w 1644615"/>
                <a:gd name="connsiteY15" fmla="*/ 1325633 h 1635895"/>
                <a:gd name="connsiteX16" fmla="*/ 1460440 w 1644615"/>
                <a:gd name="connsiteY16" fmla="*/ 1390657 h 1635895"/>
                <a:gd name="connsiteX17" fmla="*/ 1460821 w 1644615"/>
                <a:gd name="connsiteY17" fmla="*/ 1438790 h 1635895"/>
                <a:gd name="connsiteX18" fmla="*/ 1403163 w 1644615"/>
                <a:gd name="connsiteY18" fmla="*/ 1459999 h 1635895"/>
                <a:gd name="connsiteX19" fmla="*/ 1396686 w 1644615"/>
                <a:gd name="connsiteY19" fmla="*/ 1490352 h 1635895"/>
                <a:gd name="connsiteX20" fmla="*/ 1222569 w 1644615"/>
                <a:gd name="connsiteY20" fmla="*/ 1482224 h 1635895"/>
                <a:gd name="connsiteX21" fmla="*/ 1041340 w 1644615"/>
                <a:gd name="connsiteY21" fmla="*/ 1583443 h 1635895"/>
                <a:gd name="connsiteX22" fmla="*/ 907228 w 1644615"/>
                <a:gd name="connsiteY22" fmla="*/ 1570362 h 1635895"/>
                <a:gd name="connsiteX23" fmla="*/ 909260 w 1644615"/>
                <a:gd name="connsiteY23" fmla="*/ 1626242 h 1635895"/>
                <a:gd name="connsiteX24" fmla="*/ 884622 w 1644615"/>
                <a:gd name="connsiteY24" fmla="*/ 1624718 h 1635895"/>
                <a:gd name="connsiteX25" fmla="*/ 878780 w 1644615"/>
                <a:gd name="connsiteY25" fmla="*/ 1550296 h 1635895"/>
                <a:gd name="connsiteX26" fmla="*/ 820106 w 1644615"/>
                <a:gd name="connsiteY26" fmla="*/ 1144658 h 1635895"/>
                <a:gd name="connsiteX27" fmla="*/ 747208 w 1644615"/>
                <a:gd name="connsiteY27" fmla="*/ 1071887 h 1635895"/>
                <a:gd name="connsiteX28" fmla="*/ 424882 w 1644615"/>
                <a:gd name="connsiteY28" fmla="*/ 1070236 h 1635895"/>
                <a:gd name="connsiteX29" fmla="*/ 337125 w 1644615"/>
                <a:gd name="connsiteY29" fmla="*/ 1072395 h 1635895"/>
                <a:gd name="connsiteX30" fmla="*/ 407610 w 1644615"/>
                <a:gd name="connsiteY30" fmla="*/ 1284231 h 1635895"/>
                <a:gd name="connsiteX31" fmla="*/ 322774 w 1644615"/>
                <a:gd name="connsiteY31" fmla="*/ 1363352 h 1635895"/>
                <a:gd name="connsiteX32" fmla="*/ 288357 w 1644615"/>
                <a:gd name="connsiteY32" fmla="*/ 1588650 h 1635895"/>
                <a:gd name="connsiteX33" fmla="*/ 283023 w 1644615"/>
                <a:gd name="connsiteY33" fmla="*/ 1624718 h 1635895"/>
                <a:gd name="connsiteX34" fmla="*/ 259020 w 1644615"/>
                <a:gd name="connsiteY34" fmla="*/ 1629417 h 1635895"/>
                <a:gd name="connsiteX35" fmla="*/ 323409 w 1644615"/>
                <a:gd name="connsiteY35" fmla="*/ 1250068 h 1635895"/>
                <a:gd name="connsiteX36" fmla="*/ 305629 w 1644615"/>
                <a:gd name="connsiteY36" fmla="*/ 1166248 h 1635895"/>
                <a:gd name="connsiteX37" fmla="*/ 229556 w 1644615"/>
                <a:gd name="connsiteY37" fmla="*/ 1192410 h 1635895"/>
                <a:gd name="connsiteX38" fmla="*/ 18228 w 1644615"/>
                <a:gd name="connsiteY38" fmla="*/ 1623575 h 1635895"/>
                <a:gd name="connsiteX39" fmla="*/ 2099 w 1644615"/>
                <a:gd name="connsiteY39" fmla="*/ 1635894 h 1635895"/>
                <a:gd name="connsiteX40" fmla="*/ 17212 w 1644615"/>
                <a:gd name="connsiteY40" fmla="*/ 1539628 h 1635895"/>
                <a:gd name="connsiteX41" fmla="*/ 107001 w 1644615"/>
                <a:gd name="connsiteY41" fmla="*/ 1318648 h 1635895"/>
                <a:gd name="connsiteX42" fmla="*/ 216983 w 1644615"/>
                <a:gd name="connsiteY42" fmla="*/ 1168153 h 1635895"/>
                <a:gd name="connsiteX43" fmla="*/ 304867 w 1644615"/>
                <a:gd name="connsiteY43" fmla="*/ 1066553 h 1635895"/>
                <a:gd name="connsiteX44" fmla="*/ 391481 w 1644615"/>
                <a:gd name="connsiteY44" fmla="*/ 1032390 h 1635895"/>
                <a:gd name="connsiteX45" fmla="*/ 252924 w 1644615"/>
                <a:gd name="connsiteY45" fmla="*/ 952253 h 1635895"/>
                <a:gd name="connsiteX46" fmla="*/ 138243 w 1644615"/>
                <a:gd name="connsiteY46" fmla="*/ 837064 h 1635895"/>
                <a:gd name="connsiteX47" fmla="*/ 83633 w 1644615"/>
                <a:gd name="connsiteY47" fmla="*/ 754514 h 1635895"/>
                <a:gd name="connsiteX48" fmla="*/ 139767 w 1644615"/>
                <a:gd name="connsiteY48" fmla="*/ 520707 h 1635895"/>
                <a:gd name="connsiteX49" fmla="*/ 413198 w 1644615"/>
                <a:gd name="connsiteY49" fmla="*/ 274200 h 1635895"/>
                <a:gd name="connsiteX50" fmla="*/ 730698 w 1644615"/>
                <a:gd name="connsiteY50" fmla="*/ 270898 h 1635895"/>
                <a:gd name="connsiteX51" fmla="*/ 944058 w 1644615"/>
                <a:gd name="connsiteY51" fmla="*/ 397009 h 1635895"/>
                <a:gd name="connsiteX52" fmla="*/ 1076900 w 1644615"/>
                <a:gd name="connsiteY52" fmla="*/ 110878 h 1635895"/>
                <a:gd name="connsiteX53" fmla="*/ 971617 w 1644615"/>
                <a:gd name="connsiteY53" fmla="*/ 432950 h 1635895"/>
                <a:gd name="connsiteX54" fmla="*/ 1070423 w 1644615"/>
                <a:gd name="connsiteY54" fmla="*/ 588017 h 1635895"/>
                <a:gd name="connsiteX55" fmla="*/ 1107507 w 1644615"/>
                <a:gd name="connsiteY55" fmla="*/ 692030 h 1635895"/>
                <a:gd name="connsiteX56" fmla="*/ 1614364 w 1644615"/>
                <a:gd name="connsiteY56" fmla="*/ 462160 h 1635895"/>
                <a:gd name="connsiteX57" fmla="*/ 1543879 w 1644615"/>
                <a:gd name="connsiteY57" fmla="*/ 155963 h 1635895"/>
                <a:gd name="connsiteX58" fmla="*/ 1261939 w 1644615"/>
                <a:gd name="connsiteY58" fmla="*/ 27312 h 1635895"/>
                <a:gd name="connsiteX59" fmla="*/ 1076900 w 1644615"/>
                <a:gd name="connsiteY59" fmla="*/ 110878 h 1635895"/>
                <a:gd name="connsiteX60" fmla="*/ 175327 w 1644615"/>
                <a:gd name="connsiteY60" fmla="*/ 504578 h 1635895"/>
                <a:gd name="connsiteX61" fmla="*/ 227270 w 1644615"/>
                <a:gd name="connsiteY61" fmla="*/ 521723 h 1635895"/>
                <a:gd name="connsiteX62" fmla="*/ 284801 w 1644615"/>
                <a:gd name="connsiteY62" fmla="*/ 676663 h 1635895"/>
                <a:gd name="connsiteX63" fmla="*/ 256607 w 1644615"/>
                <a:gd name="connsiteY63" fmla="*/ 816998 h 1635895"/>
                <a:gd name="connsiteX64" fmla="*/ 204283 w 1644615"/>
                <a:gd name="connsiteY64" fmla="*/ 863734 h 1635895"/>
                <a:gd name="connsiteX65" fmla="*/ 615128 w 1644615"/>
                <a:gd name="connsiteY65" fmla="*/ 1040010 h 1635895"/>
                <a:gd name="connsiteX66" fmla="*/ 979491 w 1644615"/>
                <a:gd name="connsiteY66" fmla="*/ 867671 h 1635895"/>
                <a:gd name="connsiteX67" fmla="*/ 1018353 w 1644615"/>
                <a:gd name="connsiteY67" fmla="*/ 573666 h 1635895"/>
                <a:gd name="connsiteX68" fmla="*/ 672151 w 1644615"/>
                <a:gd name="connsiteY68" fmla="*/ 284741 h 1635895"/>
                <a:gd name="connsiteX69" fmla="*/ 175327 w 1644615"/>
                <a:gd name="connsiteY69" fmla="*/ 504578 h 1635895"/>
                <a:gd name="connsiteX70" fmla="*/ 159833 w 1644615"/>
                <a:gd name="connsiteY70" fmla="*/ 539884 h 1635895"/>
                <a:gd name="connsiteX71" fmla="*/ 104588 w 1644615"/>
                <a:gd name="connsiteY71" fmla="*/ 728098 h 1635895"/>
                <a:gd name="connsiteX72" fmla="*/ 197679 w 1644615"/>
                <a:gd name="connsiteY72" fmla="*/ 834143 h 1635895"/>
                <a:gd name="connsiteX73" fmla="*/ 250892 w 1644615"/>
                <a:gd name="connsiteY73" fmla="*/ 752355 h 1635895"/>
                <a:gd name="connsiteX74" fmla="*/ 234636 w 1644615"/>
                <a:gd name="connsiteY74" fmla="*/ 576587 h 1635895"/>
                <a:gd name="connsiteX75" fmla="*/ 159833 w 1644615"/>
                <a:gd name="connsiteY75" fmla="*/ 539884 h 1635895"/>
                <a:gd name="connsiteX76" fmla="*/ 1052135 w 1644615"/>
                <a:gd name="connsiteY76" fmla="*/ 598050 h 1635895"/>
                <a:gd name="connsiteX77" fmla="*/ 1041086 w 1644615"/>
                <a:gd name="connsiteY77" fmla="*/ 807092 h 1635895"/>
                <a:gd name="connsiteX78" fmla="*/ 1052135 w 1644615"/>
                <a:gd name="connsiteY78" fmla="*/ 598050 h 1635895"/>
                <a:gd name="connsiteX79" fmla="*/ 441011 w 1644615"/>
                <a:gd name="connsiteY79" fmla="*/ 1044963 h 1635895"/>
                <a:gd name="connsiteX80" fmla="*/ 658816 w 1644615"/>
                <a:gd name="connsiteY80" fmla="*/ 1078618 h 1635895"/>
                <a:gd name="connsiteX81" fmla="*/ 569154 w 1644615"/>
                <a:gd name="connsiteY81" fmla="*/ 1062616 h 1635895"/>
                <a:gd name="connsiteX82" fmla="*/ 441011 w 1644615"/>
                <a:gd name="connsiteY82" fmla="*/ 1044963 h 1635895"/>
                <a:gd name="connsiteX83" fmla="*/ 303597 w 1644615"/>
                <a:gd name="connsiteY83" fmla="*/ 1095509 h 1635895"/>
                <a:gd name="connsiteX84" fmla="*/ 288992 w 1644615"/>
                <a:gd name="connsiteY84" fmla="*/ 1125100 h 1635895"/>
                <a:gd name="connsiteX85" fmla="*/ 345380 w 1644615"/>
                <a:gd name="connsiteY85" fmla="*/ 1175519 h 1635895"/>
                <a:gd name="connsiteX86" fmla="*/ 332934 w 1644615"/>
                <a:gd name="connsiteY86" fmla="*/ 1333380 h 1635895"/>
                <a:gd name="connsiteX87" fmla="*/ 384369 w 1644615"/>
                <a:gd name="connsiteY87" fmla="*/ 1261879 h 1635895"/>
                <a:gd name="connsiteX88" fmla="*/ 303597 w 1644615"/>
                <a:gd name="connsiteY88" fmla="*/ 1095509 h 1635895"/>
                <a:gd name="connsiteX89" fmla="*/ 1154370 w 1644615"/>
                <a:gd name="connsiteY89" fmla="*/ 1214635 h 1635895"/>
                <a:gd name="connsiteX90" fmla="*/ 1130875 w 1644615"/>
                <a:gd name="connsiteY90" fmla="*/ 1407675 h 1635895"/>
                <a:gd name="connsiteX91" fmla="*/ 1261431 w 1644615"/>
                <a:gd name="connsiteY91" fmla="*/ 1463301 h 1635895"/>
                <a:gd name="connsiteX92" fmla="*/ 1374969 w 1644615"/>
                <a:gd name="connsiteY92" fmla="*/ 1474731 h 1635895"/>
                <a:gd name="connsiteX93" fmla="*/ 1357316 w 1644615"/>
                <a:gd name="connsiteY93" fmla="*/ 1446029 h 1635895"/>
                <a:gd name="connsiteX94" fmla="*/ 1258637 w 1644615"/>
                <a:gd name="connsiteY94" fmla="*/ 1386466 h 1635895"/>
                <a:gd name="connsiteX95" fmla="*/ 1445581 w 1644615"/>
                <a:gd name="connsiteY95" fmla="*/ 1429773 h 1635895"/>
                <a:gd name="connsiteX96" fmla="*/ 1403163 w 1644615"/>
                <a:gd name="connsiteY96" fmla="*/ 1377195 h 1635895"/>
                <a:gd name="connsiteX97" fmla="*/ 1296229 w 1644615"/>
                <a:gd name="connsiteY97" fmla="*/ 1332237 h 1635895"/>
                <a:gd name="connsiteX98" fmla="*/ 1489269 w 1644615"/>
                <a:gd name="connsiteY98" fmla="*/ 1359923 h 1635895"/>
                <a:gd name="connsiteX99" fmla="*/ 1491174 w 1644615"/>
                <a:gd name="connsiteY99" fmla="*/ 1340111 h 1635895"/>
                <a:gd name="connsiteX100" fmla="*/ 1235269 w 1644615"/>
                <a:gd name="connsiteY100" fmla="*/ 1248163 h 1635895"/>
                <a:gd name="connsiteX101" fmla="*/ 1341060 w 1644615"/>
                <a:gd name="connsiteY101" fmla="*/ 1171709 h 1635895"/>
                <a:gd name="connsiteX102" fmla="*/ 1301944 w 1644615"/>
                <a:gd name="connsiteY102" fmla="*/ 1132720 h 1635895"/>
                <a:gd name="connsiteX103" fmla="*/ 1154370 w 1644615"/>
                <a:gd name="connsiteY103" fmla="*/ 1214635 h 1635895"/>
                <a:gd name="connsiteX104" fmla="*/ 857063 w 1644615"/>
                <a:gd name="connsiteY104" fmla="*/ 1181488 h 1635895"/>
                <a:gd name="connsiteX105" fmla="*/ 878272 w 1644615"/>
                <a:gd name="connsiteY105" fmla="*/ 1300868 h 1635895"/>
                <a:gd name="connsiteX106" fmla="*/ 905704 w 1644615"/>
                <a:gd name="connsiteY106" fmla="*/ 1540771 h 1635895"/>
                <a:gd name="connsiteX107" fmla="*/ 1188660 w 1644615"/>
                <a:gd name="connsiteY107" fmla="*/ 1474350 h 1635895"/>
                <a:gd name="connsiteX108" fmla="*/ 1073344 w 1644615"/>
                <a:gd name="connsiteY108" fmla="*/ 1300233 h 1635895"/>
                <a:gd name="connsiteX109" fmla="*/ 973522 w 1644615"/>
                <a:gd name="connsiteY109" fmla="*/ 1438155 h 1635895"/>
                <a:gd name="connsiteX110" fmla="*/ 945201 w 1644615"/>
                <a:gd name="connsiteY110" fmla="*/ 1487558 h 1635895"/>
                <a:gd name="connsiteX111" fmla="*/ 974665 w 1644615"/>
                <a:gd name="connsiteY111" fmla="*/ 1366781 h 1635895"/>
                <a:gd name="connsiteX112" fmla="*/ 857063 w 1644615"/>
                <a:gd name="connsiteY112" fmla="*/ 1181488 h 1635895"/>
                <a:gd name="connsiteX0" fmla="*/ 1014924 w 1644613"/>
                <a:gd name="connsiteY0" fmla="*/ 137040 h 1635893"/>
                <a:gd name="connsiteX1" fmla="*/ 1288609 w 1644613"/>
                <a:gd name="connsiteY1" fmla="*/ 134 h 1635893"/>
                <a:gd name="connsiteX2" fmla="*/ 1606363 w 1644613"/>
                <a:gd name="connsiteY2" fmla="*/ 207525 h 1635893"/>
                <a:gd name="connsiteX3" fmla="*/ 1635827 w 1644613"/>
                <a:gd name="connsiteY3" fmla="*/ 498990 h 1635893"/>
                <a:gd name="connsiteX4" fmla="*/ 1100903 w 1644613"/>
                <a:gd name="connsiteY4" fmla="*/ 724415 h 1635893"/>
                <a:gd name="connsiteX5" fmla="*/ 1075122 w 1644613"/>
                <a:gd name="connsiteY5" fmla="*/ 806838 h 1635893"/>
                <a:gd name="connsiteX6" fmla="*/ 994858 w 1644613"/>
                <a:gd name="connsiteY6" fmla="*/ 891166 h 1635893"/>
                <a:gd name="connsiteX7" fmla="*/ 900370 w 1644613"/>
                <a:gd name="connsiteY7" fmla="*/ 986162 h 1635893"/>
                <a:gd name="connsiteX8" fmla="*/ 765623 w 1644613"/>
                <a:gd name="connsiteY8" fmla="*/ 1048392 h 1635893"/>
                <a:gd name="connsiteX9" fmla="*/ 993715 w 1644613"/>
                <a:gd name="connsiteY9" fmla="*/ 1351541 h 1635893"/>
                <a:gd name="connsiteX10" fmla="*/ 1109666 w 1644613"/>
                <a:gd name="connsiteY10" fmla="*/ 1221620 h 1635893"/>
                <a:gd name="connsiteX11" fmla="*/ 1283275 w 1644613"/>
                <a:gd name="connsiteY11" fmla="*/ 1111003 h 1635893"/>
                <a:gd name="connsiteX12" fmla="*/ 1372810 w 1644613"/>
                <a:gd name="connsiteY12" fmla="*/ 1159136 h 1635893"/>
                <a:gd name="connsiteX13" fmla="*/ 1290260 w 1644613"/>
                <a:gd name="connsiteY13" fmla="*/ 1244353 h 1635893"/>
                <a:gd name="connsiteX14" fmla="*/ 1514796 w 1644613"/>
                <a:gd name="connsiteY14" fmla="*/ 1325633 h 1635893"/>
                <a:gd name="connsiteX15" fmla="*/ 1460440 w 1644613"/>
                <a:gd name="connsiteY15" fmla="*/ 1390657 h 1635893"/>
                <a:gd name="connsiteX16" fmla="*/ 1460821 w 1644613"/>
                <a:gd name="connsiteY16" fmla="*/ 1438790 h 1635893"/>
                <a:gd name="connsiteX17" fmla="*/ 1403163 w 1644613"/>
                <a:gd name="connsiteY17" fmla="*/ 1459999 h 1635893"/>
                <a:gd name="connsiteX18" fmla="*/ 1396686 w 1644613"/>
                <a:gd name="connsiteY18" fmla="*/ 1490352 h 1635893"/>
                <a:gd name="connsiteX19" fmla="*/ 1222569 w 1644613"/>
                <a:gd name="connsiteY19" fmla="*/ 1482224 h 1635893"/>
                <a:gd name="connsiteX20" fmla="*/ 1041340 w 1644613"/>
                <a:gd name="connsiteY20" fmla="*/ 1583443 h 1635893"/>
                <a:gd name="connsiteX21" fmla="*/ 907228 w 1644613"/>
                <a:gd name="connsiteY21" fmla="*/ 1570362 h 1635893"/>
                <a:gd name="connsiteX22" fmla="*/ 909260 w 1644613"/>
                <a:gd name="connsiteY22" fmla="*/ 1626242 h 1635893"/>
                <a:gd name="connsiteX23" fmla="*/ 884622 w 1644613"/>
                <a:gd name="connsiteY23" fmla="*/ 1624718 h 1635893"/>
                <a:gd name="connsiteX24" fmla="*/ 878780 w 1644613"/>
                <a:gd name="connsiteY24" fmla="*/ 1550296 h 1635893"/>
                <a:gd name="connsiteX25" fmla="*/ 820106 w 1644613"/>
                <a:gd name="connsiteY25" fmla="*/ 1144658 h 1635893"/>
                <a:gd name="connsiteX26" fmla="*/ 747208 w 1644613"/>
                <a:gd name="connsiteY26" fmla="*/ 1071887 h 1635893"/>
                <a:gd name="connsiteX27" fmla="*/ 424882 w 1644613"/>
                <a:gd name="connsiteY27" fmla="*/ 1070236 h 1635893"/>
                <a:gd name="connsiteX28" fmla="*/ 337125 w 1644613"/>
                <a:gd name="connsiteY28" fmla="*/ 1072395 h 1635893"/>
                <a:gd name="connsiteX29" fmla="*/ 407610 w 1644613"/>
                <a:gd name="connsiteY29" fmla="*/ 1284231 h 1635893"/>
                <a:gd name="connsiteX30" fmla="*/ 322774 w 1644613"/>
                <a:gd name="connsiteY30" fmla="*/ 1363352 h 1635893"/>
                <a:gd name="connsiteX31" fmla="*/ 288357 w 1644613"/>
                <a:gd name="connsiteY31" fmla="*/ 1588650 h 1635893"/>
                <a:gd name="connsiteX32" fmla="*/ 283023 w 1644613"/>
                <a:gd name="connsiteY32" fmla="*/ 1624718 h 1635893"/>
                <a:gd name="connsiteX33" fmla="*/ 259020 w 1644613"/>
                <a:gd name="connsiteY33" fmla="*/ 1629417 h 1635893"/>
                <a:gd name="connsiteX34" fmla="*/ 323409 w 1644613"/>
                <a:gd name="connsiteY34" fmla="*/ 1250068 h 1635893"/>
                <a:gd name="connsiteX35" fmla="*/ 305629 w 1644613"/>
                <a:gd name="connsiteY35" fmla="*/ 1166248 h 1635893"/>
                <a:gd name="connsiteX36" fmla="*/ 229556 w 1644613"/>
                <a:gd name="connsiteY36" fmla="*/ 1192410 h 1635893"/>
                <a:gd name="connsiteX37" fmla="*/ 18228 w 1644613"/>
                <a:gd name="connsiteY37" fmla="*/ 1623575 h 1635893"/>
                <a:gd name="connsiteX38" fmla="*/ 2099 w 1644613"/>
                <a:gd name="connsiteY38" fmla="*/ 1635894 h 1635893"/>
                <a:gd name="connsiteX39" fmla="*/ 17212 w 1644613"/>
                <a:gd name="connsiteY39" fmla="*/ 1539628 h 1635893"/>
                <a:gd name="connsiteX40" fmla="*/ 107001 w 1644613"/>
                <a:gd name="connsiteY40" fmla="*/ 1318648 h 1635893"/>
                <a:gd name="connsiteX41" fmla="*/ 216983 w 1644613"/>
                <a:gd name="connsiteY41" fmla="*/ 1168153 h 1635893"/>
                <a:gd name="connsiteX42" fmla="*/ 304867 w 1644613"/>
                <a:gd name="connsiteY42" fmla="*/ 1066553 h 1635893"/>
                <a:gd name="connsiteX43" fmla="*/ 391481 w 1644613"/>
                <a:gd name="connsiteY43" fmla="*/ 1032390 h 1635893"/>
                <a:gd name="connsiteX44" fmla="*/ 252924 w 1644613"/>
                <a:gd name="connsiteY44" fmla="*/ 952253 h 1635893"/>
                <a:gd name="connsiteX45" fmla="*/ 138243 w 1644613"/>
                <a:gd name="connsiteY45" fmla="*/ 837064 h 1635893"/>
                <a:gd name="connsiteX46" fmla="*/ 83633 w 1644613"/>
                <a:gd name="connsiteY46" fmla="*/ 754514 h 1635893"/>
                <a:gd name="connsiteX47" fmla="*/ 139767 w 1644613"/>
                <a:gd name="connsiteY47" fmla="*/ 520707 h 1635893"/>
                <a:gd name="connsiteX48" fmla="*/ 413198 w 1644613"/>
                <a:gd name="connsiteY48" fmla="*/ 274200 h 1635893"/>
                <a:gd name="connsiteX49" fmla="*/ 730698 w 1644613"/>
                <a:gd name="connsiteY49" fmla="*/ 270898 h 1635893"/>
                <a:gd name="connsiteX50" fmla="*/ 944058 w 1644613"/>
                <a:gd name="connsiteY50" fmla="*/ 397009 h 1635893"/>
                <a:gd name="connsiteX51" fmla="*/ 1076900 w 1644613"/>
                <a:gd name="connsiteY51" fmla="*/ 110878 h 1635893"/>
                <a:gd name="connsiteX52" fmla="*/ 971617 w 1644613"/>
                <a:gd name="connsiteY52" fmla="*/ 432950 h 1635893"/>
                <a:gd name="connsiteX53" fmla="*/ 1070423 w 1644613"/>
                <a:gd name="connsiteY53" fmla="*/ 588017 h 1635893"/>
                <a:gd name="connsiteX54" fmla="*/ 1107507 w 1644613"/>
                <a:gd name="connsiteY54" fmla="*/ 692030 h 1635893"/>
                <a:gd name="connsiteX55" fmla="*/ 1614364 w 1644613"/>
                <a:gd name="connsiteY55" fmla="*/ 462160 h 1635893"/>
                <a:gd name="connsiteX56" fmla="*/ 1543879 w 1644613"/>
                <a:gd name="connsiteY56" fmla="*/ 155963 h 1635893"/>
                <a:gd name="connsiteX57" fmla="*/ 1261939 w 1644613"/>
                <a:gd name="connsiteY57" fmla="*/ 27312 h 1635893"/>
                <a:gd name="connsiteX58" fmla="*/ 1076900 w 1644613"/>
                <a:gd name="connsiteY58" fmla="*/ 110878 h 1635893"/>
                <a:gd name="connsiteX59" fmla="*/ 175327 w 1644613"/>
                <a:gd name="connsiteY59" fmla="*/ 504578 h 1635893"/>
                <a:gd name="connsiteX60" fmla="*/ 227270 w 1644613"/>
                <a:gd name="connsiteY60" fmla="*/ 521723 h 1635893"/>
                <a:gd name="connsiteX61" fmla="*/ 284801 w 1644613"/>
                <a:gd name="connsiteY61" fmla="*/ 676663 h 1635893"/>
                <a:gd name="connsiteX62" fmla="*/ 256607 w 1644613"/>
                <a:gd name="connsiteY62" fmla="*/ 816998 h 1635893"/>
                <a:gd name="connsiteX63" fmla="*/ 204283 w 1644613"/>
                <a:gd name="connsiteY63" fmla="*/ 863734 h 1635893"/>
                <a:gd name="connsiteX64" fmla="*/ 615128 w 1644613"/>
                <a:gd name="connsiteY64" fmla="*/ 1040010 h 1635893"/>
                <a:gd name="connsiteX65" fmla="*/ 979491 w 1644613"/>
                <a:gd name="connsiteY65" fmla="*/ 867671 h 1635893"/>
                <a:gd name="connsiteX66" fmla="*/ 1018353 w 1644613"/>
                <a:gd name="connsiteY66" fmla="*/ 573666 h 1635893"/>
                <a:gd name="connsiteX67" fmla="*/ 672151 w 1644613"/>
                <a:gd name="connsiteY67" fmla="*/ 284741 h 1635893"/>
                <a:gd name="connsiteX68" fmla="*/ 175327 w 1644613"/>
                <a:gd name="connsiteY68" fmla="*/ 504578 h 1635893"/>
                <a:gd name="connsiteX69" fmla="*/ 159833 w 1644613"/>
                <a:gd name="connsiteY69" fmla="*/ 539884 h 1635893"/>
                <a:gd name="connsiteX70" fmla="*/ 104588 w 1644613"/>
                <a:gd name="connsiteY70" fmla="*/ 728098 h 1635893"/>
                <a:gd name="connsiteX71" fmla="*/ 197679 w 1644613"/>
                <a:gd name="connsiteY71" fmla="*/ 834143 h 1635893"/>
                <a:gd name="connsiteX72" fmla="*/ 250892 w 1644613"/>
                <a:gd name="connsiteY72" fmla="*/ 752355 h 1635893"/>
                <a:gd name="connsiteX73" fmla="*/ 234636 w 1644613"/>
                <a:gd name="connsiteY73" fmla="*/ 576587 h 1635893"/>
                <a:gd name="connsiteX74" fmla="*/ 159833 w 1644613"/>
                <a:gd name="connsiteY74" fmla="*/ 539884 h 1635893"/>
                <a:gd name="connsiteX75" fmla="*/ 1052135 w 1644613"/>
                <a:gd name="connsiteY75" fmla="*/ 598050 h 1635893"/>
                <a:gd name="connsiteX76" fmla="*/ 1041086 w 1644613"/>
                <a:gd name="connsiteY76" fmla="*/ 807092 h 1635893"/>
                <a:gd name="connsiteX77" fmla="*/ 1052135 w 1644613"/>
                <a:gd name="connsiteY77" fmla="*/ 598050 h 1635893"/>
                <a:gd name="connsiteX78" fmla="*/ 441011 w 1644613"/>
                <a:gd name="connsiteY78" fmla="*/ 1044963 h 1635893"/>
                <a:gd name="connsiteX79" fmla="*/ 658816 w 1644613"/>
                <a:gd name="connsiteY79" fmla="*/ 1078618 h 1635893"/>
                <a:gd name="connsiteX80" fmla="*/ 569154 w 1644613"/>
                <a:gd name="connsiteY80" fmla="*/ 1062616 h 1635893"/>
                <a:gd name="connsiteX81" fmla="*/ 441011 w 1644613"/>
                <a:gd name="connsiteY81" fmla="*/ 1044963 h 1635893"/>
                <a:gd name="connsiteX82" fmla="*/ 303597 w 1644613"/>
                <a:gd name="connsiteY82" fmla="*/ 1095509 h 1635893"/>
                <a:gd name="connsiteX83" fmla="*/ 288992 w 1644613"/>
                <a:gd name="connsiteY83" fmla="*/ 1125100 h 1635893"/>
                <a:gd name="connsiteX84" fmla="*/ 345380 w 1644613"/>
                <a:gd name="connsiteY84" fmla="*/ 1175519 h 1635893"/>
                <a:gd name="connsiteX85" fmla="*/ 332934 w 1644613"/>
                <a:gd name="connsiteY85" fmla="*/ 1333380 h 1635893"/>
                <a:gd name="connsiteX86" fmla="*/ 384369 w 1644613"/>
                <a:gd name="connsiteY86" fmla="*/ 1261879 h 1635893"/>
                <a:gd name="connsiteX87" fmla="*/ 303597 w 1644613"/>
                <a:gd name="connsiteY87" fmla="*/ 1095509 h 1635893"/>
                <a:gd name="connsiteX88" fmla="*/ 1154370 w 1644613"/>
                <a:gd name="connsiteY88" fmla="*/ 1214635 h 1635893"/>
                <a:gd name="connsiteX89" fmla="*/ 1130875 w 1644613"/>
                <a:gd name="connsiteY89" fmla="*/ 1407675 h 1635893"/>
                <a:gd name="connsiteX90" fmla="*/ 1261431 w 1644613"/>
                <a:gd name="connsiteY90" fmla="*/ 1463301 h 1635893"/>
                <a:gd name="connsiteX91" fmla="*/ 1374969 w 1644613"/>
                <a:gd name="connsiteY91" fmla="*/ 1474731 h 1635893"/>
                <a:gd name="connsiteX92" fmla="*/ 1357316 w 1644613"/>
                <a:gd name="connsiteY92" fmla="*/ 1446029 h 1635893"/>
                <a:gd name="connsiteX93" fmla="*/ 1258637 w 1644613"/>
                <a:gd name="connsiteY93" fmla="*/ 1386466 h 1635893"/>
                <a:gd name="connsiteX94" fmla="*/ 1445581 w 1644613"/>
                <a:gd name="connsiteY94" fmla="*/ 1429773 h 1635893"/>
                <a:gd name="connsiteX95" fmla="*/ 1403163 w 1644613"/>
                <a:gd name="connsiteY95" fmla="*/ 1377195 h 1635893"/>
                <a:gd name="connsiteX96" fmla="*/ 1296229 w 1644613"/>
                <a:gd name="connsiteY96" fmla="*/ 1332237 h 1635893"/>
                <a:gd name="connsiteX97" fmla="*/ 1489269 w 1644613"/>
                <a:gd name="connsiteY97" fmla="*/ 1359923 h 1635893"/>
                <a:gd name="connsiteX98" fmla="*/ 1491174 w 1644613"/>
                <a:gd name="connsiteY98" fmla="*/ 1340111 h 1635893"/>
                <a:gd name="connsiteX99" fmla="*/ 1235269 w 1644613"/>
                <a:gd name="connsiteY99" fmla="*/ 1248163 h 1635893"/>
                <a:gd name="connsiteX100" fmla="*/ 1341060 w 1644613"/>
                <a:gd name="connsiteY100" fmla="*/ 1171709 h 1635893"/>
                <a:gd name="connsiteX101" fmla="*/ 1301944 w 1644613"/>
                <a:gd name="connsiteY101" fmla="*/ 1132720 h 1635893"/>
                <a:gd name="connsiteX102" fmla="*/ 1154370 w 1644613"/>
                <a:gd name="connsiteY102" fmla="*/ 1214635 h 1635893"/>
                <a:gd name="connsiteX103" fmla="*/ 857063 w 1644613"/>
                <a:gd name="connsiteY103" fmla="*/ 1181488 h 1635893"/>
                <a:gd name="connsiteX104" fmla="*/ 878272 w 1644613"/>
                <a:gd name="connsiteY104" fmla="*/ 1300868 h 1635893"/>
                <a:gd name="connsiteX105" fmla="*/ 905704 w 1644613"/>
                <a:gd name="connsiteY105" fmla="*/ 1540771 h 1635893"/>
                <a:gd name="connsiteX106" fmla="*/ 1188660 w 1644613"/>
                <a:gd name="connsiteY106" fmla="*/ 1474350 h 1635893"/>
                <a:gd name="connsiteX107" fmla="*/ 1073344 w 1644613"/>
                <a:gd name="connsiteY107" fmla="*/ 1300233 h 1635893"/>
                <a:gd name="connsiteX108" fmla="*/ 973522 w 1644613"/>
                <a:gd name="connsiteY108" fmla="*/ 1438155 h 1635893"/>
                <a:gd name="connsiteX109" fmla="*/ 945201 w 1644613"/>
                <a:gd name="connsiteY109" fmla="*/ 1487558 h 1635893"/>
                <a:gd name="connsiteX110" fmla="*/ 974665 w 1644613"/>
                <a:gd name="connsiteY110" fmla="*/ 1366781 h 1635893"/>
                <a:gd name="connsiteX111" fmla="*/ 857063 w 1644613"/>
                <a:gd name="connsiteY111" fmla="*/ 1181488 h 1635893"/>
                <a:gd name="connsiteX0" fmla="*/ 1014924 w 1618802"/>
                <a:gd name="connsiteY0" fmla="*/ 137040 h 1635895"/>
                <a:gd name="connsiteX1" fmla="*/ 1288609 w 1618802"/>
                <a:gd name="connsiteY1" fmla="*/ 134 h 1635895"/>
                <a:gd name="connsiteX2" fmla="*/ 1606363 w 1618802"/>
                <a:gd name="connsiteY2" fmla="*/ 207525 h 1635895"/>
                <a:gd name="connsiteX3" fmla="*/ 1100903 w 1618802"/>
                <a:gd name="connsiteY3" fmla="*/ 724415 h 1635895"/>
                <a:gd name="connsiteX4" fmla="*/ 1075122 w 1618802"/>
                <a:gd name="connsiteY4" fmla="*/ 806838 h 1635895"/>
                <a:gd name="connsiteX5" fmla="*/ 994858 w 1618802"/>
                <a:gd name="connsiteY5" fmla="*/ 891166 h 1635895"/>
                <a:gd name="connsiteX6" fmla="*/ 900370 w 1618802"/>
                <a:gd name="connsiteY6" fmla="*/ 986162 h 1635895"/>
                <a:gd name="connsiteX7" fmla="*/ 765623 w 1618802"/>
                <a:gd name="connsiteY7" fmla="*/ 1048392 h 1635895"/>
                <a:gd name="connsiteX8" fmla="*/ 993715 w 1618802"/>
                <a:gd name="connsiteY8" fmla="*/ 1351541 h 1635895"/>
                <a:gd name="connsiteX9" fmla="*/ 1109666 w 1618802"/>
                <a:gd name="connsiteY9" fmla="*/ 1221620 h 1635895"/>
                <a:gd name="connsiteX10" fmla="*/ 1283275 w 1618802"/>
                <a:gd name="connsiteY10" fmla="*/ 1111003 h 1635895"/>
                <a:gd name="connsiteX11" fmla="*/ 1372810 w 1618802"/>
                <a:gd name="connsiteY11" fmla="*/ 1159136 h 1635895"/>
                <a:gd name="connsiteX12" fmla="*/ 1290260 w 1618802"/>
                <a:gd name="connsiteY12" fmla="*/ 1244353 h 1635895"/>
                <a:gd name="connsiteX13" fmla="*/ 1514796 w 1618802"/>
                <a:gd name="connsiteY13" fmla="*/ 1325633 h 1635895"/>
                <a:gd name="connsiteX14" fmla="*/ 1460440 w 1618802"/>
                <a:gd name="connsiteY14" fmla="*/ 1390657 h 1635895"/>
                <a:gd name="connsiteX15" fmla="*/ 1460821 w 1618802"/>
                <a:gd name="connsiteY15" fmla="*/ 1438790 h 1635895"/>
                <a:gd name="connsiteX16" fmla="*/ 1403163 w 1618802"/>
                <a:gd name="connsiteY16" fmla="*/ 1459999 h 1635895"/>
                <a:gd name="connsiteX17" fmla="*/ 1396686 w 1618802"/>
                <a:gd name="connsiteY17" fmla="*/ 1490352 h 1635895"/>
                <a:gd name="connsiteX18" fmla="*/ 1222569 w 1618802"/>
                <a:gd name="connsiteY18" fmla="*/ 1482224 h 1635895"/>
                <a:gd name="connsiteX19" fmla="*/ 1041340 w 1618802"/>
                <a:gd name="connsiteY19" fmla="*/ 1583443 h 1635895"/>
                <a:gd name="connsiteX20" fmla="*/ 907228 w 1618802"/>
                <a:gd name="connsiteY20" fmla="*/ 1570362 h 1635895"/>
                <a:gd name="connsiteX21" fmla="*/ 909260 w 1618802"/>
                <a:gd name="connsiteY21" fmla="*/ 1626242 h 1635895"/>
                <a:gd name="connsiteX22" fmla="*/ 884622 w 1618802"/>
                <a:gd name="connsiteY22" fmla="*/ 1624718 h 1635895"/>
                <a:gd name="connsiteX23" fmla="*/ 878780 w 1618802"/>
                <a:gd name="connsiteY23" fmla="*/ 1550296 h 1635895"/>
                <a:gd name="connsiteX24" fmla="*/ 820106 w 1618802"/>
                <a:gd name="connsiteY24" fmla="*/ 1144658 h 1635895"/>
                <a:gd name="connsiteX25" fmla="*/ 747208 w 1618802"/>
                <a:gd name="connsiteY25" fmla="*/ 1071887 h 1635895"/>
                <a:gd name="connsiteX26" fmla="*/ 424882 w 1618802"/>
                <a:gd name="connsiteY26" fmla="*/ 1070236 h 1635895"/>
                <a:gd name="connsiteX27" fmla="*/ 337125 w 1618802"/>
                <a:gd name="connsiteY27" fmla="*/ 1072395 h 1635895"/>
                <a:gd name="connsiteX28" fmla="*/ 407610 w 1618802"/>
                <a:gd name="connsiteY28" fmla="*/ 1284231 h 1635895"/>
                <a:gd name="connsiteX29" fmla="*/ 322774 w 1618802"/>
                <a:gd name="connsiteY29" fmla="*/ 1363352 h 1635895"/>
                <a:gd name="connsiteX30" fmla="*/ 288357 w 1618802"/>
                <a:gd name="connsiteY30" fmla="*/ 1588650 h 1635895"/>
                <a:gd name="connsiteX31" fmla="*/ 283023 w 1618802"/>
                <a:gd name="connsiteY31" fmla="*/ 1624718 h 1635895"/>
                <a:gd name="connsiteX32" fmla="*/ 259020 w 1618802"/>
                <a:gd name="connsiteY32" fmla="*/ 1629417 h 1635895"/>
                <a:gd name="connsiteX33" fmla="*/ 323409 w 1618802"/>
                <a:gd name="connsiteY33" fmla="*/ 1250068 h 1635895"/>
                <a:gd name="connsiteX34" fmla="*/ 305629 w 1618802"/>
                <a:gd name="connsiteY34" fmla="*/ 1166248 h 1635895"/>
                <a:gd name="connsiteX35" fmla="*/ 229556 w 1618802"/>
                <a:gd name="connsiteY35" fmla="*/ 1192410 h 1635895"/>
                <a:gd name="connsiteX36" fmla="*/ 18228 w 1618802"/>
                <a:gd name="connsiteY36" fmla="*/ 1623575 h 1635895"/>
                <a:gd name="connsiteX37" fmla="*/ 2099 w 1618802"/>
                <a:gd name="connsiteY37" fmla="*/ 1635894 h 1635895"/>
                <a:gd name="connsiteX38" fmla="*/ 17212 w 1618802"/>
                <a:gd name="connsiteY38" fmla="*/ 1539628 h 1635895"/>
                <a:gd name="connsiteX39" fmla="*/ 107001 w 1618802"/>
                <a:gd name="connsiteY39" fmla="*/ 1318648 h 1635895"/>
                <a:gd name="connsiteX40" fmla="*/ 216983 w 1618802"/>
                <a:gd name="connsiteY40" fmla="*/ 1168153 h 1635895"/>
                <a:gd name="connsiteX41" fmla="*/ 304867 w 1618802"/>
                <a:gd name="connsiteY41" fmla="*/ 1066553 h 1635895"/>
                <a:gd name="connsiteX42" fmla="*/ 391481 w 1618802"/>
                <a:gd name="connsiteY42" fmla="*/ 1032390 h 1635895"/>
                <a:gd name="connsiteX43" fmla="*/ 252924 w 1618802"/>
                <a:gd name="connsiteY43" fmla="*/ 952253 h 1635895"/>
                <a:gd name="connsiteX44" fmla="*/ 138243 w 1618802"/>
                <a:gd name="connsiteY44" fmla="*/ 837064 h 1635895"/>
                <a:gd name="connsiteX45" fmla="*/ 83633 w 1618802"/>
                <a:gd name="connsiteY45" fmla="*/ 754514 h 1635895"/>
                <a:gd name="connsiteX46" fmla="*/ 139767 w 1618802"/>
                <a:gd name="connsiteY46" fmla="*/ 520707 h 1635895"/>
                <a:gd name="connsiteX47" fmla="*/ 413198 w 1618802"/>
                <a:gd name="connsiteY47" fmla="*/ 274200 h 1635895"/>
                <a:gd name="connsiteX48" fmla="*/ 730698 w 1618802"/>
                <a:gd name="connsiteY48" fmla="*/ 270898 h 1635895"/>
                <a:gd name="connsiteX49" fmla="*/ 944058 w 1618802"/>
                <a:gd name="connsiteY49" fmla="*/ 397009 h 1635895"/>
                <a:gd name="connsiteX50" fmla="*/ 1076900 w 1618802"/>
                <a:gd name="connsiteY50" fmla="*/ 110878 h 1635895"/>
                <a:gd name="connsiteX51" fmla="*/ 971617 w 1618802"/>
                <a:gd name="connsiteY51" fmla="*/ 432950 h 1635895"/>
                <a:gd name="connsiteX52" fmla="*/ 1070423 w 1618802"/>
                <a:gd name="connsiteY52" fmla="*/ 588017 h 1635895"/>
                <a:gd name="connsiteX53" fmla="*/ 1107507 w 1618802"/>
                <a:gd name="connsiteY53" fmla="*/ 692030 h 1635895"/>
                <a:gd name="connsiteX54" fmla="*/ 1614364 w 1618802"/>
                <a:gd name="connsiteY54" fmla="*/ 462160 h 1635895"/>
                <a:gd name="connsiteX55" fmla="*/ 1543879 w 1618802"/>
                <a:gd name="connsiteY55" fmla="*/ 155963 h 1635895"/>
                <a:gd name="connsiteX56" fmla="*/ 1261939 w 1618802"/>
                <a:gd name="connsiteY56" fmla="*/ 27312 h 1635895"/>
                <a:gd name="connsiteX57" fmla="*/ 1076900 w 1618802"/>
                <a:gd name="connsiteY57" fmla="*/ 110878 h 1635895"/>
                <a:gd name="connsiteX58" fmla="*/ 175327 w 1618802"/>
                <a:gd name="connsiteY58" fmla="*/ 504578 h 1635895"/>
                <a:gd name="connsiteX59" fmla="*/ 227270 w 1618802"/>
                <a:gd name="connsiteY59" fmla="*/ 521723 h 1635895"/>
                <a:gd name="connsiteX60" fmla="*/ 284801 w 1618802"/>
                <a:gd name="connsiteY60" fmla="*/ 676663 h 1635895"/>
                <a:gd name="connsiteX61" fmla="*/ 256607 w 1618802"/>
                <a:gd name="connsiteY61" fmla="*/ 816998 h 1635895"/>
                <a:gd name="connsiteX62" fmla="*/ 204283 w 1618802"/>
                <a:gd name="connsiteY62" fmla="*/ 863734 h 1635895"/>
                <a:gd name="connsiteX63" fmla="*/ 615128 w 1618802"/>
                <a:gd name="connsiteY63" fmla="*/ 1040010 h 1635895"/>
                <a:gd name="connsiteX64" fmla="*/ 979491 w 1618802"/>
                <a:gd name="connsiteY64" fmla="*/ 867671 h 1635895"/>
                <a:gd name="connsiteX65" fmla="*/ 1018353 w 1618802"/>
                <a:gd name="connsiteY65" fmla="*/ 573666 h 1635895"/>
                <a:gd name="connsiteX66" fmla="*/ 672151 w 1618802"/>
                <a:gd name="connsiteY66" fmla="*/ 284741 h 1635895"/>
                <a:gd name="connsiteX67" fmla="*/ 175327 w 1618802"/>
                <a:gd name="connsiteY67" fmla="*/ 504578 h 1635895"/>
                <a:gd name="connsiteX68" fmla="*/ 159833 w 1618802"/>
                <a:gd name="connsiteY68" fmla="*/ 539884 h 1635895"/>
                <a:gd name="connsiteX69" fmla="*/ 104588 w 1618802"/>
                <a:gd name="connsiteY69" fmla="*/ 728098 h 1635895"/>
                <a:gd name="connsiteX70" fmla="*/ 197679 w 1618802"/>
                <a:gd name="connsiteY70" fmla="*/ 834143 h 1635895"/>
                <a:gd name="connsiteX71" fmla="*/ 250892 w 1618802"/>
                <a:gd name="connsiteY71" fmla="*/ 752355 h 1635895"/>
                <a:gd name="connsiteX72" fmla="*/ 234636 w 1618802"/>
                <a:gd name="connsiteY72" fmla="*/ 576587 h 1635895"/>
                <a:gd name="connsiteX73" fmla="*/ 159833 w 1618802"/>
                <a:gd name="connsiteY73" fmla="*/ 539884 h 1635895"/>
                <a:gd name="connsiteX74" fmla="*/ 1052135 w 1618802"/>
                <a:gd name="connsiteY74" fmla="*/ 598050 h 1635895"/>
                <a:gd name="connsiteX75" fmla="*/ 1041086 w 1618802"/>
                <a:gd name="connsiteY75" fmla="*/ 807092 h 1635895"/>
                <a:gd name="connsiteX76" fmla="*/ 1052135 w 1618802"/>
                <a:gd name="connsiteY76" fmla="*/ 598050 h 1635895"/>
                <a:gd name="connsiteX77" fmla="*/ 441011 w 1618802"/>
                <a:gd name="connsiteY77" fmla="*/ 1044963 h 1635895"/>
                <a:gd name="connsiteX78" fmla="*/ 658816 w 1618802"/>
                <a:gd name="connsiteY78" fmla="*/ 1078618 h 1635895"/>
                <a:gd name="connsiteX79" fmla="*/ 569154 w 1618802"/>
                <a:gd name="connsiteY79" fmla="*/ 1062616 h 1635895"/>
                <a:gd name="connsiteX80" fmla="*/ 441011 w 1618802"/>
                <a:gd name="connsiteY80" fmla="*/ 1044963 h 1635895"/>
                <a:gd name="connsiteX81" fmla="*/ 303597 w 1618802"/>
                <a:gd name="connsiteY81" fmla="*/ 1095509 h 1635895"/>
                <a:gd name="connsiteX82" fmla="*/ 288992 w 1618802"/>
                <a:gd name="connsiteY82" fmla="*/ 1125100 h 1635895"/>
                <a:gd name="connsiteX83" fmla="*/ 345380 w 1618802"/>
                <a:gd name="connsiteY83" fmla="*/ 1175519 h 1635895"/>
                <a:gd name="connsiteX84" fmla="*/ 332934 w 1618802"/>
                <a:gd name="connsiteY84" fmla="*/ 1333380 h 1635895"/>
                <a:gd name="connsiteX85" fmla="*/ 384369 w 1618802"/>
                <a:gd name="connsiteY85" fmla="*/ 1261879 h 1635895"/>
                <a:gd name="connsiteX86" fmla="*/ 303597 w 1618802"/>
                <a:gd name="connsiteY86" fmla="*/ 1095509 h 1635895"/>
                <a:gd name="connsiteX87" fmla="*/ 1154370 w 1618802"/>
                <a:gd name="connsiteY87" fmla="*/ 1214635 h 1635895"/>
                <a:gd name="connsiteX88" fmla="*/ 1130875 w 1618802"/>
                <a:gd name="connsiteY88" fmla="*/ 1407675 h 1635895"/>
                <a:gd name="connsiteX89" fmla="*/ 1261431 w 1618802"/>
                <a:gd name="connsiteY89" fmla="*/ 1463301 h 1635895"/>
                <a:gd name="connsiteX90" fmla="*/ 1374969 w 1618802"/>
                <a:gd name="connsiteY90" fmla="*/ 1474731 h 1635895"/>
                <a:gd name="connsiteX91" fmla="*/ 1357316 w 1618802"/>
                <a:gd name="connsiteY91" fmla="*/ 1446029 h 1635895"/>
                <a:gd name="connsiteX92" fmla="*/ 1258637 w 1618802"/>
                <a:gd name="connsiteY92" fmla="*/ 1386466 h 1635895"/>
                <a:gd name="connsiteX93" fmla="*/ 1445581 w 1618802"/>
                <a:gd name="connsiteY93" fmla="*/ 1429773 h 1635895"/>
                <a:gd name="connsiteX94" fmla="*/ 1403163 w 1618802"/>
                <a:gd name="connsiteY94" fmla="*/ 1377195 h 1635895"/>
                <a:gd name="connsiteX95" fmla="*/ 1296229 w 1618802"/>
                <a:gd name="connsiteY95" fmla="*/ 1332237 h 1635895"/>
                <a:gd name="connsiteX96" fmla="*/ 1489269 w 1618802"/>
                <a:gd name="connsiteY96" fmla="*/ 1359923 h 1635895"/>
                <a:gd name="connsiteX97" fmla="*/ 1491174 w 1618802"/>
                <a:gd name="connsiteY97" fmla="*/ 1340111 h 1635895"/>
                <a:gd name="connsiteX98" fmla="*/ 1235269 w 1618802"/>
                <a:gd name="connsiteY98" fmla="*/ 1248163 h 1635895"/>
                <a:gd name="connsiteX99" fmla="*/ 1341060 w 1618802"/>
                <a:gd name="connsiteY99" fmla="*/ 1171709 h 1635895"/>
                <a:gd name="connsiteX100" fmla="*/ 1301944 w 1618802"/>
                <a:gd name="connsiteY100" fmla="*/ 1132720 h 1635895"/>
                <a:gd name="connsiteX101" fmla="*/ 1154370 w 1618802"/>
                <a:gd name="connsiteY101" fmla="*/ 1214635 h 1635895"/>
                <a:gd name="connsiteX102" fmla="*/ 857063 w 1618802"/>
                <a:gd name="connsiteY102" fmla="*/ 1181488 h 1635895"/>
                <a:gd name="connsiteX103" fmla="*/ 878272 w 1618802"/>
                <a:gd name="connsiteY103" fmla="*/ 1300868 h 1635895"/>
                <a:gd name="connsiteX104" fmla="*/ 905704 w 1618802"/>
                <a:gd name="connsiteY104" fmla="*/ 1540771 h 1635895"/>
                <a:gd name="connsiteX105" fmla="*/ 1188660 w 1618802"/>
                <a:gd name="connsiteY105" fmla="*/ 1474350 h 1635895"/>
                <a:gd name="connsiteX106" fmla="*/ 1073344 w 1618802"/>
                <a:gd name="connsiteY106" fmla="*/ 1300233 h 1635895"/>
                <a:gd name="connsiteX107" fmla="*/ 973522 w 1618802"/>
                <a:gd name="connsiteY107" fmla="*/ 1438155 h 1635895"/>
                <a:gd name="connsiteX108" fmla="*/ 945201 w 1618802"/>
                <a:gd name="connsiteY108" fmla="*/ 1487558 h 1635895"/>
                <a:gd name="connsiteX109" fmla="*/ 974665 w 1618802"/>
                <a:gd name="connsiteY109" fmla="*/ 1366781 h 1635895"/>
                <a:gd name="connsiteX110" fmla="*/ 857063 w 1618802"/>
                <a:gd name="connsiteY110" fmla="*/ 1181488 h 1635895"/>
                <a:gd name="connsiteX0" fmla="*/ 1014924 w 1606362"/>
                <a:gd name="connsiteY0" fmla="*/ 137040 h 1635893"/>
                <a:gd name="connsiteX1" fmla="*/ 1288609 w 1606362"/>
                <a:gd name="connsiteY1" fmla="*/ 134 h 1635893"/>
                <a:gd name="connsiteX2" fmla="*/ 1606363 w 1606362"/>
                <a:gd name="connsiteY2" fmla="*/ 207525 h 1635893"/>
                <a:gd name="connsiteX3" fmla="*/ 1100903 w 1606362"/>
                <a:gd name="connsiteY3" fmla="*/ 724415 h 1635893"/>
                <a:gd name="connsiteX4" fmla="*/ 1075122 w 1606362"/>
                <a:gd name="connsiteY4" fmla="*/ 806838 h 1635893"/>
                <a:gd name="connsiteX5" fmla="*/ 994858 w 1606362"/>
                <a:gd name="connsiteY5" fmla="*/ 891166 h 1635893"/>
                <a:gd name="connsiteX6" fmla="*/ 900370 w 1606362"/>
                <a:gd name="connsiteY6" fmla="*/ 986162 h 1635893"/>
                <a:gd name="connsiteX7" fmla="*/ 765623 w 1606362"/>
                <a:gd name="connsiteY7" fmla="*/ 1048392 h 1635893"/>
                <a:gd name="connsiteX8" fmla="*/ 993715 w 1606362"/>
                <a:gd name="connsiteY8" fmla="*/ 1351541 h 1635893"/>
                <a:gd name="connsiteX9" fmla="*/ 1109666 w 1606362"/>
                <a:gd name="connsiteY9" fmla="*/ 1221620 h 1635893"/>
                <a:gd name="connsiteX10" fmla="*/ 1283275 w 1606362"/>
                <a:gd name="connsiteY10" fmla="*/ 1111003 h 1635893"/>
                <a:gd name="connsiteX11" fmla="*/ 1372810 w 1606362"/>
                <a:gd name="connsiteY11" fmla="*/ 1159136 h 1635893"/>
                <a:gd name="connsiteX12" fmla="*/ 1290260 w 1606362"/>
                <a:gd name="connsiteY12" fmla="*/ 1244353 h 1635893"/>
                <a:gd name="connsiteX13" fmla="*/ 1514796 w 1606362"/>
                <a:gd name="connsiteY13" fmla="*/ 1325633 h 1635893"/>
                <a:gd name="connsiteX14" fmla="*/ 1460440 w 1606362"/>
                <a:gd name="connsiteY14" fmla="*/ 1390657 h 1635893"/>
                <a:gd name="connsiteX15" fmla="*/ 1460821 w 1606362"/>
                <a:gd name="connsiteY15" fmla="*/ 1438790 h 1635893"/>
                <a:gd name="connsiteX16" fmla="*/ 1403163 w 1606362"/>
                <a:gd name="connsiteY16" fmla="*/ 1459999 h 1635893"/>
                <a:gd name="connsiteX17" fmla="*/ 1396686 w 1606362"/>
                <a:gd name="connsiteY17" fmla="*/ 1490352 h 1635893"/>
                <a:gd name="connsiteX18" fmla="*/ 1222569 w 1606362"/>
                <a:gd name="connsiteY18" fmla="*/ 1482224 h 1635893"/>
                <a:gd name="connsiteX19" fmla="*/ 1041340 w 1606362"/>
                <a:gd name="connsiteY19" fmla="*/ 1583443 h 1635893"/>
                <a:gd name="connsiteX20" fmla="*/ 907228 w 1606362"/>
                <a:gd name="connsiteY20" fmla="*/ 1570362 h 1635893"/>
                <a:gd name="connsiteX21" fmla="*/ 909260 w 1606362"/>
                <a:gd name="connsiteY21" fmla="*/ 1626242 h 1635893"/>
                <a:gd name="connsiteX22" fmla="*/ 884622 w 1606362"/>
                <a:gd name="connsiteY22" fmla="*/ 1624718 h 1635893"/>
                <a:gd name="connsiteX23" fmla="*/ 878780 w 1606362"/>
                <a:gd name="connsiteY23" fmla="*/ 1550296 h 1635893"/>
                <a:gd name="connsiteX24" fmla="*/ 820106 w 1606362"/>
                <a:gd name="connsiteY24" fmla="*/ 1144658 h 1635893"/>
                <a:gd name="connsiteX25" fmla="*/ 747208 w 1606362"/>
                <a:gd name="connsiteY25" fmla="*/ 1071887 h 1635893"/>
                <a:gd name="connsiteX26" fmla="*/ 424882 w 1606362"/>
                <a:gd name="connsiteY26" fmla="*/ 1070236 h 1635893"/>
                <a:gd name="connsiteX27" fmla="*/ 337125 w 1606362"/>
                <a:gd name="connsiteY27" fmla="*/ 1072395 h 1635893"/>
                <a:gd name="connsiteX28" fmla="*/ 407610 w 1606362"/>
                <a:gd name="connsiteY28" fmla="*/ 1284231 h 1635893"/>
                <a:gd name="connsiteX29" fmla="*/ 322774 w 1606362"/>
                <a:gd name="connsiteY29" fmla="*/ 1363352 h 1635893"/>
                <a:gd name="connsiteX30" fmla="*/ 288357 w 1606362"/>
                <a:gd name="connsiteY30" fmla="*/ 1588650 h 1635893"/>
                <a:gd name="connsiteX31" fmla="*/ 283023 w 1606362"/>
                <a:gd name="connsiteY31" fmla="*/ 1624718 h 1635893"/>
                <a:gd name="connsiteX32" fmla="*/ 259020 w 1606362"/>
                <a:gd name="connsiteY32" fmla="*/ 1629417 h 1635893"/>
                <a:gd name="connsiteX33" fmla="*/ 323409 w 1606362"/>
                <a:gd name="connsiteY33" fmla="*/ 1250068 h 1635893"/>
                <a:gd name="connsiteX34" fmla="*/ 305629 w 1606362"/>
                <a:gd name="connsiteY34" fmla="*/ 1166248 h 1635893"/>
                <a:gd name="connsiteX35" fmla="*/ 229556 w 1606362"/>
                <a:gd name="connsiteY35" fmla="*/ 1192410 h 1635893"/>
                <a:gd name="connsiteX36" fmla="*/ 18228 w 1606362"/>
                <a:gd name="connsiteY36" fmla="*/ 1623575 h 1635893"/>
                <a:gd name="connsiteX37" fmla="*/ 2099 w 1606362"/>
                <a:gd name="connsiteY37" fmla="*/ 1635894 h 1635893"/>
                <a:gd name="connsiteX38" fmla="*/ 17212 w 1606362"/>
                <a:gd name="connsiteY38" fmla="*/ 1539628 h 1635893"/>
                <a:gd name="connsiteX39" fmla="*/ 107001 w 1606362"/>
                <a:gd name="connsiteY39" fmla="*/ 1318648 h 1635893"/>
                <a:gd name="connsiteX40" fmla="*/ 216983 w 1606362"/>
                <a:gd name="connsiteY40" fmla="*/ 1168153 h 1635893"/>
                <a:gd name="connsiteX41" fmla="*/ 304867 w 1606362"/>
                <a:gd name="connsiteY41" fmla="*/ 1066553 h 1635893"/>
                <a:gd name="connsiteX42" fmla="*/ 391481 w 1606362"/>
                <a:gd name="connsiteY42" fmla="*/ 1032390 h 1635893"/>
                <a:gd name="connsiteX43" fmla="*/ 252924 w 1606362"/>
                <a:gd name="connsiteY43" fmla="*/ 952253 h 1635893"/>
                <a:gd name="connsiteX44" fmla="*/ 138243 w 1606362"/>
                <a:gd name="connsiteY44" fmla="*/ 837064 h 1635893"/>
                <a:gd name="connsiteX45" fmla="*/ 83633 w 1606362"/>
                <a:gd name="connsiteY45" fmla="*/ 754514 h 1635893"/>
                <a:gd name="connsiteX46" fmla="*/ 139767 w 1606362"/>
                <a:gd name="connsiteY46" fmla="*/ 520707 h 1635893"/>
                <a:gd name="connsiteX47" fmla="*/ 413198 w 1606362"/>
                <a:gd name="connsiteY47" fmla="*/ 274200 h 1635893"/>
                <a:gd name="connsiteX48" fmla="*/ 730698 w 1606362"/>
                <a:gd name="connsiteY48" fmla="*/ 270898 h 1635893"/>
                <a:gd name="connsiteX49" fmla="*/ 944058 w 1606362"/>
                <a:gd name="connsiteY49" fmla="*/ 397009 h 1635893"/>
                <a:gd name="connsiteX50" fmla="*/ 1076900 w 1606362"/>
                <a:gd name="connsiteY50" fmla="*/ 110878 h 1635893"/>
                <a:gd name="connsiteX51" fmla="*/ 971617 w 1606362"/>
                <a:gd name="connsiteY51" fmla="*/ 432950 h 1635893"/>
                <a:gd name="connsiteX52" fmla="*/ 1070423 w 1606362"/>
                <a:gd name="connsiteY52" fmla="*/ 588017 h 1635893"/>
                <a:gd name="connsiteX53" fmla="*/ 1107507 w 1606362"/>
                <a:gd name="connsiteY53" fmla="*/ 692030 h 1635893"/>
                <a:gd name="connsiteX54" fmla="*/ 1543879 w 1606362"/>
                <a:gd name="connsiteY54" fmla="*/ 155963 h 1635893"/>
                <a:gd name="connsiteX55" fmla="*/ 1261939 w 1606362"/>
                <a:gd name="connsiteY55" fmla="*/ 27312 h 1635893"/>
                <a:gd name="connsiteX56" fmla="*/ 1076900 w 1606362"/>
                <a:gd name="connsiteY56" fmla="*/ 110878 h 1635893"/>
                <a:gd name="connsiteX57" fmla="*/ 175327 w 1606362"/>
                <a:gd name="connsiteY57" fmla="*/ 504578 h 1635893"/>
                <a:gd name="connsiteX58" fmla="*/ 227270 w 1606362"/>
                <a:gd name="connsiteY58" fmla="*/ 521723 h 1635893"/>
                <a:gd name="connsiteX59" fmla="*/ 284801 w 1606362"/>
                <a:gd name="connsiteY59" fmla="*/ 676663 h 1635893"/>
                <a:gd name="connsiteX60" fmla="*/ 256607 w 1606362"/>
                <a:gd name="connsiteY60" fmla="*/ 816998 h 1635893"/>
                <a:gd name="connsiteX61" fmla="*/ 204283 w 1606362"/>
                <a:gd name="connsiteY61" fmla="*/ 863734 h 1635893"/>
                <a:gd name="connsiteX62" fmla="*/ 615128 w 1606362"/>
                <a:gd name="connsiteY62" fmla="*/ 1040010 h 1635893"/>
                <a:gd name="connsiteX63" fmla="*/ 979491 w 1606362"/>
                <a:gd name="connsiteY63" fmla="*/ 867671 h 1635893"/>
                <a:gd name="connsiteX64" fmla="*/ 1018353 w 1606362"/>
                <a:gd name="connsiteY64" fmla="*/ 573666 h 1635893"/>
                <a:gd name="connsiteX65" fmla="*/ 672151 w 1606362"/>
                <a:gd name="connsiteY65" fmla="*/ 284741 h 1635893"/>
                <a:gd name="connsiteX66" fmla="*/ 175327 w 1606362"/>
                <a:gd name="connsiteY66" fmla="*/ 504578 h 1635893"/>
                <a:gd name="connsiteX67" fmla="*/ 159833 w 1606362"/>
                <a:gd name="connsiteY67" fmla="*/ 539884 h 1635893"/>
                <a:gd name="connsiteX68" fmla="*/ 104588 w 1606362"/>
                <a:gd name="connsiteY68" fmla="*/ 728098 h 1635893"/>
                <a:gd name="connsiteX69" fmla="*/ 197679 w 1606362"/>
                <a:gd name="connsiteY69" fmla="*/ 834143 h 1635893"/>
                <a:gd name="connsiteX70" fmla="*/ 250892 w 1606362"/>
                <a:gd name="connsiteY70" fmla="*/ 752355 h 1635893"/>
                <a:gd name="connsiteX71" fmla="*/ 234636 w 1606362"/>
                <a:gd name="connsiteY71" fmla="*/ 576587 h 1635893"/>
                <a:gd name="connsiteX72" fmla="*/ 159833 w 1606362"/>
                <a:gd name="connsiteY72" fmla="*/ 539884 h 1635893"/>
                <a:gd name="connsiteX73" fmla="*/ 1052135 w 1606362"/>
                <a:gd name="connsiteY73" fmla="*/ 598050 h 1635893"/>
                <a:gd name="connsiteX74" fmla="*/ 1041086 w 1606362"/>
                <a:gd name="connsiteY74" fmla="*/ 807092 h 1635893"/>
                <a:gd name="connsiteX75" fmla="*/ 1052135 w 1606362"/>
                <a:gd name="connsiteY75" fmla="*/ 598050 h 1635893"/>
                <a:gd name="connsiteX76" fmla="*/ 441011 w 1606362"/>
                <a:gd name="connsiteY76" fmla="*/ 1044963 h 1635893"/>
                <a:gd name="connsiteX77" fmla="*/ 658816 w 1606362"/>
                <a:gd name="connsiteY77" fmla="*/ 1078618 h 1635893"/>
                <a:gd name="connsiteX78" fmla="*/ 569154 w 1606362"/>
                <a:gd name="connsiteY78" fmla="*/ 1062616 h 1635893"/>
                <a:gd name="connsiteX79" fmla="*/ 441011 w 1606362"/>
                <a:gd name="connsiteY79" fmla="*/ 1044963 h 1635893"/>
                <a:gd name="connsiteX80" fmla="*/ 303597 w 1606362"/>
                <a:gd name="connsiteY80" fmla="*/ 1095509 h 1635893"/>
                <a:gd name="connsiteX81" fmla="*/ 288992 w 1606362"/>
                <a:gd name="connsiteY81" fmla="*/ 1125100 h 1635893"/>
                <a:gd name="connsiteX82" fmla="*/ 345380 w 1606362"/>
                <a:gd name="connsiteY82" fmla="*/ 1175519 h 1635893"/>
                <a:gd name="connsiteX83" fmla="*/ 332934 w 1606362"/>
                <a:gd name="connsiteY83" fmla="*/ 1333380 h 1635893"/>
                <a:gd name="connsiteX84" fmla="*/ 384369 w 1606362"/>
                <a:gd name="connsiteY84" fmla="*/ 1261879 h 1635893"/>
                <a:gd name="connsiteX85" fmla="*/ 303597 w 1606362"/>
                <a:gd name="connsiteY85" fmla="*/ 1095509 h 1635893"/>
                <a:gd name="connsiteX86" fmla="*/ 1154370 w 1606362"/>
                <a:gd name="connsiteY86" fmla="*/ 1214635 h 1635893"/>
                <a:gd name="connsiteX87" fmla="*/ 1130875 w 1606362"/>
                <a:gd name="connsiteY87" fmla="*/ 1407675 h 1635893"/>
                <a:gd name="connsiteX88" fmla="*/ 1261431 w 1606362"/>
                <a:gd name="connsiteY88" fmla="*/ 1463301 h 1635893"/>
                <a:gd name="connsiteX89" fmla="*/ 1374969 w 1606362"/>
                <a:gd name="connsiteY89" fmla="*/ 1474731 h 1635893"/>
                <a:gd name="connsiteX90" fmla="*/ 1357316 w 1606362"/>
                <a:gd name="connsiteY90" fmla="*/ 1446029 h 1635893"/>
                <a:gd name="connsiteX91" fmla="*/ 1258637 w 1606362"/>
                <a:gd name="connsiteY91" fmla="*/ 1386466 h 1635893"/>
                <a:gd name="connsiteX92" fmla="*/ 1445581 w 1606362"/>
                <a:gd name="connsiteY92" fmla="*/ 1429773 h 1635893"/>
                <a:gd name="connsiteX93" fmla="*/ 1403163 w 1606362"/>
                <a:gd name="connsiteY93" fmla="*/ 1377195 h 1635893"/>
                <a:gd name="connsiteX94" fmla="*/ 1296229 w 1606362"/>
                <a:gd name="connsiteY94" fmla="*/ 1332237 h 1635893"/>
                <a:gd name="connsiteX95" fmla="*/ 1489269 w 1606362"/>
                <a:gd name="connsiteY95" fmla="*/ 1359923 h 1635893"/>
                <a:gd name="connsiteX96" fmla="*/ 1491174 w 1606362"/>
                <a:gd name="connsiteY96" fmla="*/ 1340111 h 1635893"/>
                <a:gd name="connsiteX97" fmla="*/ 1235269 w 1606362"/>
                <a:gd name="connsiteY97" fmla="*/ 1248163 h 1635893"/>
                <a:gd name="connsiteX98" fmla="*/ 1341060 w 1606362"/>
                <a:gd name="connsiteY98" fmla="*/ 1171709 h 1635893"/>
                <a:gd name="connsiteX99" fmla="*/ 1301944 w 1606362"/>
                <a:gd name="connsiteY99" fmla="*/ 1132720 h 1635893"/>
                <a:gd name="connsiteX100" fmla="*/ 1154370 w 1606362"/>
                <a:gd name="connsiteY100" fmla="*/ 1214635 h 1635893"/>
                <a:gd name="connsiteX101" fmla="*/ 857063 w 1606362"/>
                <a:gd name="connsiteY101" fmla="*/ 1181488 h 1635893"/>
                <a:gd name="connsiteX102" fmla="*/ 878272 w 1606362"/>
                <a:gd name="connsiteY102" fmla="*/ 1300868 h 1635893"/>
                <a:gd name="connsiteX103" fmla="*/ 905704 w 1606362"/>
                <a:gd name="connsiteY103" fmla="*/ 1540771 h 1635893"/>
                <a:gd name="connsiteX104" fmla="*/ 1188660 w 1606362"/>
                <a:gd name="connsiteY104" fmla="*/ 1474350 h 1635893"/>
                <a:gd name="connsiteX105" fmla="*/ 1073344 w 1606362"/>
                <a:gd name="connsiteY105" fmla="*/ 1300233 h 1635893"/>
                <a:gd name="connsiteX106" fmla="*/ 973522 w 1606362"/>
                <a:gd name="connsiteY106" fmla="*/ 1438155 h 1635893"/>
                <a:gd name="connsiteX107" fmla="*/ 945201 w 1606362"/>
                <a:gd name="connsiteY107" fmla="*/ 1487558 h 1635893"/>
                <a:gd name="connsiteX108" fmla="*/ 974665 w 1606362"/>
                <a:gd name="connsiteY108" fmla="*/ 1366781 h 1635893"/>
                <a:gd name="connsiteX109" fmla="*/ 857063 w 1606362"/>
                <a:gd name="connsiteY109" fmla="*/ 1181488 h 1635893"/>
                <a:gd name="connsiteX0" fmla="*/ 1014924 w 1543880"/>
                <a:gd name="connsiteY0" fmla="*/ 136948 h 1635803"/>
                <a:gd name="connsiteX1" fmla="*/ 1288609 w 1543880"/>
                <a:gd name="connsiteY1" fmla="*/ 42 h 1635803"/>
                <a:gd name="connsiteX2" fmla="*/ 1100903 w 1543880"/>
                <a:gd name="connsiteY2" fmla="*/ 724323 h 1635803"/>
                <a:gd name="connsiteX3" fmla="*/ 1075122 w 1543880"/>
                <a:gd name="connsiteY3" fmla="*/ 806746 h 1635803"/>
                <a:gd name="connsiteX4" fmla="*/ 994858 w 1543880"/>
                <a:gd name="connsiteY4" fmla="*/ 891074 h 1635803"/>
                <a:gd name="connsiteX5" fmla="*/ 900370 w 1543880"/>
                <a:gd name="connsiteY5" fmla="*/ 986070 h 1635803"/>
                <a:gd name="connsiteX6" fmla="*/ 765623 w 1543880"/>
                <a:gd name="connsiteY6" fmla="*/ 1048300 h 1635803"/>
                <a:gd name="connsiteX7" fmla="*/ 993715 w 1543880"/>
                <a:gd name="connsiteY7" fmla="*/ 1351449 h 1635803"/>
                <a:gd name="connsiteX8" fmla="*/ 1109666 w 1543880"/>
                <a:gd name="connsiteY8" fmla="*/ 1221528 h 1635803"/>
                <a:gd name="connsiteX9" fmla="*/ 1283275 w 1543880"/>
                <a:gd name="connsiteY9" fmla="*/ 1110911 h 1635803"/>
                <a:gd name="connsiteX10" fmla="*/ 1372810 w 1543880"/>
                <a:gd name="connsiteY10" fmla="*/ 1159044 h 1635803"/>
                <a:gd name="connsiteX11" fmla="*/ 1290260 w 1543880"/>
                <a:gd name="connsiteY11" fmla="*/ 1244261 h 1635803"/>
                <a:gd name="connsiteX12" fmla="*/ 1514796 w 1543880"/>
                <a:gd name="connsiteY12" fmla="*/ 1325541 h 1635803"/>
                <a:gd name="connsiteX13" fmla="*/ 1460440 w 1543880"/>
                <a:gd name="connsiteY13" fmla="*/ 1390565 h 1635803"/>
                <a:gd name="connsiteX14" fmla="*/ 1460821 w 1543880"/>
                <a:gd name="connsiteY14" fmla="*/ 1438698 h 1635803"/>
                <a:gd name="connsiteX15" fmla="*/ 1403163 w 1543880"/>
                <a:gd name="connsiteY15" fmla="*/ 1459907 h 1635803"/>
                <a:gd name="connsiteX16" fmla="*/ 1396686 w 1543880"/>
                <a:gd name="connsiteY16" fmla="*/ 1490260 h 1635803"/>
                <a:gd name="connsiteX17" fmla="*/ 1222569 w 1543880"/>
                <a:gd name="connsiteY17" fmla="*/ 1482132 h 1635803"/>
                <a:gd name="connsiteX18" fmla="*/ 1041340 w 1543880"/>
                <a:gd name="connsiteY18" fmla="*/ 1583351 h 1635803"/>
                <a:gd name="connsiteX19" fmla="*/ 907228 w 1543880"/>
                <a:gd name="connsiteY19" fmla="*/ 1570270 h 1635803"/>
                <a:gd name="connsiteX20" fmla="*/ 909260 w 1543880"/>
                <a:gd name="connsiteY20" fmla="*/ 1626150 h 1635803"/>
                <a:gd name="connsiteX21" fmla="*/ 884622 w 1543880"/>
                <a:gd name="connsiteY21" fmla="*/ 1624626 h 1635803"/>
                <a:gd name="connsiteX22" fmla="*/ 878780 w 1543880"/>
                <a:gd name="connsiteY22" fmla="*/ 1550204 h 1635803"/>
                <a:gd name="connsiteX23" fmla="*/ 820106 w 1543880"/>
                <a:gd name="connsiteY23" fmla="*/ 1144566 h 1635803"/>
                <a:gd name="connsiteX24" fmla="*/ 747208 w 1543880"/>
                <a:gd name="connsiteY24" fmla="*/ 1071795 h 1635803"/>
                <a:gd name="connsiteX25" fmla="*/ 424882 w 1543880"/>
                <a:gd name="connsiteY25" fmla="*/ 1070144 h 1635803"/>
                <a:gd name="connsiteX26" fmla="*/ 337125 w 1543880"/>
                <a:gd name="connsiteY26" fmla="*/ 1072303 h 1635803"/>
                <a:gd name="connsiteX27" fmla="*/ 407610 w 1543880"/>
                <a:gd name="connsiteY27" fmla="*/ 1284139 h 1635803"/>
                <a:gd name="connsiteX28" fmla="*/ 322774 w 1543880"/>
                <a:gd name="connsiteY28" fmla="*/ 1363260 h 1635803"/>
                <a:gd name="connsiteX29" fmla="*/ 288357 w 1543880"/>
                <a:gd name="connsiteY29" fmla="*/ 1588558 h 1635803"/>
                <a:gd name="connsiteX30" fmla="*/ 283023 w 1543880"/>
                <a:gd name="connsiteY30" fmla="*/ 1624626 h 1635803"/>
                <a:gd name="connsiteX31" fmla="*/ 259020 w 1543880"/>
                <a:gd name="connsiteY31" fmla="*/ 1629325 h 1635803"/>
                <a:gd name="connsiteX32" fmla="*/ 323409 w 1543880"/>
                <a:gd name="connsiteY32" fmla="*/ 1249976 h 1635803"/>
                <a:gd name="connsiteX33" fmla="*/ 305629 w 1543880"/>
                <a:gd name="connsiteY33" fmla="*/ 1166156 h 1635803"/>
                <a:gd name="connsiteX34" fmla="*/ 229556 w 1543880"/>
                <a:gd name="connsiteY34" fmla="*/ 1192318 h 1635803"/>
                <a:gd name="connsiteX35" fmla="*/ 18228 w 1543880"/>
                <a:gd name="connsiteY35" fmla="*/ 1623483 h 1635803"/>
                <a:gd name="connsiteX36" fmla="*/ 2099 w 1543880"/>
                <a:gd name="connsiteY36" fmla="*/ 1635802 h 1635803"/>
                <a:gd name="connsiteX37" fmla="*/ 17212 w 1543880"/>
                <a:gd name="connsiteY37" fmla="*/ 1539536 h 1635803"/>
                <a:gd name="connsiteX38" fmla="*/ 107001 w 1543880"/>
                <a:gd name="connsiteY38" fmla="*/ 1318556 h 1635803"/>
                <a:gd name="connsiteX39" fmla="*/ 216983 w 1543880"/>
                <a:gd name="connsiteY39" fmla="*/ 1168061 h 1635803"/>
                <a:gd name="connsiteX40" fmla="*/ 304867 w 1543880"/>
                <a:gd name="connsiteY40" fmla="*/ 1066461 h 1635803"/>
                <a:gd name="connsiteX41" fmla="*/ 391481 w 1543880"/>
                <a:gd name="connsiteY41" fmla="*/ 1032298 h 1635803"/>
                <a:gd name="connsiteX42" fmla="*/ 252924 w 1543880"/>
                <a:gd name="connsiteY42" fmla="*/ 952161 h 1635803"/>
                <a:gd name="connsiteX43" fmla="*/ 138243 w 1543880"/>
                <a:gd name="connsiteY43" fmla="*/ 836972 h 1635803"/>
                <a:gd name="connsiteX44" fmla="*/ 83633 w 1543880"/>
                <a:gd name="connsiteY44" fmla="*/ 754422 h 1635803"/>
                <a:gd name="connsiteX45" fmla="*/ 139767 w 1543880"/>
                <a:gd name="connsiteY45" fmla="*/ 520615 h 1635803"/>
                <a:gd name="connsiteX46" fmla="*/ 413198 w 1543880"/>
                <a:gd name="connsiteY46" fmla="*/ 274108 h 1635803"/>
                <a:gd name="connsiteX47" fmla="*/ 730698 w 1543880"/>
                <a:gd name="connsiteY47" fmla="*/ 270806 h 1635803"/>
                <a:gd name="connsiteX48" fmla="*/ 944058 w 1543880"/>
                <a:gd name="connsiteY48" fmla="*/ 396917 h 1635803"/>
                <a:gd name="connsiteX49" fmla="*/ 1076900 w 1543880"/>
                <a:gd name="connsiteY49" fmla="*/ 110786 h 1635803"/>
                <a:gd name="connsiteX50" fmla="*/ 971617 w 1543880"/>
                <a:gd name="connsiteY50" fmla="*/ 432858 h 1635803"/>
                <a:gd name="connsiteX51" fmla="*/ 1070423 w 1543880"/>
                <a:gd name="connsiteY51" fmla="*/ 587925 h 1635803"/>
                <a:gd name="connsiteX52" fmla="*/ 1107507 w 1543880"/>
                <a:gd name="connsiteY52" fmla="*/ 691938 h 1635803"/>
                <a:gd name="connsiteX53" fmla="*/ 1543879 w 1543880"/>
                <a:gd name="connsiteY53" fmla="*/ 155871 h 1635803"/>
                <a:gd name="connsiteX54" fmla="*/ 1261939 w 1543880"/>
                <a:gd name="connsiteY54" fmla="*/ 27220 h 1635803"/>
                <a:gd name="connsiteX55" fmla="*/ 1076900 w 1543880"/>
                <a:gd name="connsiteY55" fmla="*/ 110786 h 1635803"/>
                <a:gd name="connsiteX56" fmla="*/ 175327 w 1543880"/>
                <a:gd name="connsiteY56" fmla="*/ 504486 h 1635803"/>
                <a:gd name="connsiteX57" fmla="*/ 227270 w 1543880"/>
                <a:gd name="connsiteY57" fmla="*/ 521631 h 1635803"/>
                <a:gd name="connsiteX58" fmla="*/ 284801 w 1543880"/>
                <a:gd name="connsiteY58" fmla="*/ 676571 h 1635803"/>
                <a:gd name="connsiteX59" fmla="*/ 256607 w 1543880"/>
                <a:gd name="connsiteY59" fmla="*/ 816906 h 1635803"/>
                <a:gd name="connsiteX60" fmla="*/ 204283 w 1543880"/>
                <a:gd name="connsiteY60" fmla="*/ 863642 h 1635803"/>
                <a:gd name="connsiteX61" fmla="*/ 615128 w 1543880"/>
                <a:gd name="connsiteY61" fmla="*/ 1039918 h 1635803"/>
                <a:gd name="connsiteX62" fmla="*/ 979491 w 1543880"/>
                <a:gd name="connsiteY62" fmla="*/ 867579 h 1635803"/>
                <a:gd name="connsiteX63" fmla="*/ 1018353 w 1543880"/>
                <a:gd name="connsiteY63" fmla="*/ 573574 h 1635803"/>
                <a:gd name="connsiteX64" fmla="*/ 672151 w 1543880"/>
                <a:gd name="connsiteY64" fmla="*/ 284649 h 1635803"/>
                <a:gd name="connsiteX65" fmla="*/ 175327 w 1543880"/>
                <a:gd name="connsiteY65" fmla="*/ 504486 h 1635803"/>
                <a:gd name="connsiteX66" fmla="*/ 159833 w 1543880"/>
                <a:gd name="connsiteY66" fmla="*/ 539792 h 1635803"/>
                <a:gd name="connsiteX67" fmla="*/ 104588 w 1543880"/>
                <a:gd name="connsiteY67" fmla="*/ 728006 h 1635803"/>
                <a:gd name="connsiteX68" fmla="*/ 197679 w 1543880"/>
                <a:gd name="connsiteY68" fmla="*/ 834051 h 1635803"/>
                <a:gd name="connsiteX69" fmla="*/ 250892 w 1543880"/>
                <a:gd name="connsiteY69" fmla="*/ 752263 h 1635803"/>
                <a:gd name="connsiteX70" fmla="*/ 234636 w 1543880"/>
                <a:gd name="connsiteY70" fmla="*/ 576495 h 1635803"/>
                <a:gd name="connsiteX71" fmla="*/ 159833 w 1543880"/>
                <a:gd name="connsiteY71" fmla="*/ 539792 h 1635803"/>
                <a:gd name="connsiteX72" fmla="*/ 1052135 w 1543880"/>
                <a:gd name="connsiteY72" fmla="*/ 597958 h 1635803"/>
                <a:gd name="connsiteX73" fmla="*/ 1041086 w 1543880"/>
                <a:gd name="connsiteY73" fmla="*/ 807000 h 1635803"/>
                <a:gd name="connsiteX74" fmla="*/ 1052135 w 1543880"/>
                <a:gd name="connsiteY74" fmla="*/ 597958 h 1635803"/>
                <a:gd name="connsiteX75" fmla="*/ 441011 w 1543880"/>
                <a:gd name="connsiteY75" fmla="*/ 1044871 h 1635803"/>
                <a:gd name="connsiteX76" fmla="*/ 658816 w 1543880"/>
                <a:gd name="connsiteY76" fmla="*/ 1078526 h 1635803"/>
                <a:gd name="connsiteX77" fmla="*/ 569154 w 1543880"/>
                <a:gd name="connsiteY77" fmla="*/ 1062524 h 1635803"/>
                <a:gd name="connsiteX78" fmla="*/ 441011 w 1543880"/>
                <a:gd name="connsiteY78" fmla="*/ 1044871 h 1635803"/>
                <a:gd name="connsiteX79" fmla="*/ 303597 w 1543880"/>
                <a:gd name="connsiteY79" fmla="*/ 1095417 h 1635803"/>
                <a:gd name="connsiteX80" fmla="*/ 288992 w 1543880"/>
                <a:gd name="connsiteY80" fmla="*/ 1125008 h 1635803"/>
                <a:gd name="connsiteX81" fmla="*/ 345380 w 1543880"/>
                <a:gd name="connsiteY81" fmla="*/ 1175427 h 1635803"/>
                <a:gd name="connsiteX82" fmla="*/ 332934 w 1543880"/>
                <a:gd name="connsiteY82" fmla="*/ 1333288 h 1635803"/>
                <a:gd name="connsiteX83" fmla="*/ 384369 w 1543880"/>
                <a:gd name="connsiteY83" fmla="*/ 1261787 h 1635803"/>
                <a:gd name="connsiteX84" fmla="*/ 303597 w 1543880"/>
                <a:gd name="connsiteY84" fmla="*/ 1095417 h 1635803"/>
                <a:gd name="connsiteX85" fmla="*/ 1154370 w 1543880"/>
                <a:gd name="connsiteY85" fmla="*/ 1214543 h 1635803"/>
                <a:gd name="connsiteX86" fmla="*/ 1130875 w 1543880"/>
                <a:gd name="connsiteY86" fmla="*/ 1407583 h 1635803"/>
                <a:gd name="connsiteX87" fmla="*/ 1261431 w 1543880"/>
                <a:gd name="connsiteY87" fmla="*/ 1463209 h 1635803"/>
                <a:gd name="connsiteX88" fmla="*/ 1374969 w 1543880"/>
                <a:gd name="connsiteY88" fmla="*/ 1474639 h 1635803"/>
                <a:gd name="connsiteX89" fmla="*/ 1357316 w 1543880"/>
                <a:gd name="connsiteY89" fmla="*/ 1445937 h 1635803"/>
                <a:gd name="connsiteX90" fmla="*/ 1258637 w 1543880"/>
                <a:gd name="connsiteY90" fmla="*/ 1386374 h 1635803"/>
                <a:gd name="connsiteX91" fmla="*/ 1445581 w 1543880"/>
                <a:gd name="connsiteY91" fmla="*/ 1429681 h 1635803"/>
                <a:gd name="connsiteX92" fmla="*/ 1403163 w 1543880"/>
                <a:gd name="connsiteY92" fmla="*/ 1377103 h 1635803"/>
                <a:gd name="connsiteX93" fmla="*/ 1296229 w 1543880"/>
                <a:gd name="connsiteY93" fmla="*/ 1332145 h 1635803"/>
                <a:gd name="connsiteX94" fmla="*/ 1489269 w 1543880"/>
                <a:gd name="connsiteY94" fmla="*/ 1359831 h 1635803"/>
                <a:gd name="connsiteX95" fmla="*/ 1491174 w 1543880"/>
                <a:gd name="connsiteY95" fmla="*/ 1340019 h 1635803"/>
                <a:gd name="connsiteX96" fmla="*/ 1235269 w 1543880"/>
                <a:gd name="connsiteY96" fmla="*/ 1248071 h 1635803"/>
                <a:gd name="connsiteX97" fmla="*/ 1341060 w 1543880"/>
                <a:gd name="connsiteY97" fmla="*/ 1171617 h 1635803"/>
                <a:gd name="connsiteX98" fmla="*/ 1301944 w 1543880"/>
                <a:gd name="connsiteY98" fmla="*/ 1132628 h 1635803"/>
                <a:gd name="connsiteX99" fmla="*/ 1154370 w 1543880"/>
                <a:gd name="connsiteY99" fmla="*/ 1214543 h 1635803"/>
                <a:gd name="connsiteX100" fmla="*/ 857063 w 1543880"/>
                <a:gd name="connsiteY100" fmla="*/ 1181396 h 1635803"/>
                <a:gd name="connsiteX101" fmla="*/ 878272 w 1543880"/>
                <a:gd name="connsiteY101" fmla="*/ 1300776 h 1635803"/>
                <a:gd name="connsiteX102" fmla="*/ 905704 w 1543880"/>
                <a:gd name="connsiteY102" fmla="*/ 1540679 h 1635803"/>
                <a:gd name="connsiteX103" fmla="*/ 1188660 w 1543880"/>
                <a:gd name="connsiteY103" fmla="*/ 1474258 h 1635803"/>
                <a:gd name="connsiteX104" fmla="*/ 1073344 w 1543880"/>
                <a:gd name="connsiteY104" fmla="*/ 1300141 h 1635803"/>
                <a:gd name="connsiteX105" fmla="*/ 973522 w 1543880"/>
                <a:gd name="connsiteY105" fmla="*/ 1438063 h 1635803"/>
                <a:gd name="connsiteX106" fmla="*/ 945201 w 1543880"/>
                <a:gd name="connsiteY106" fmla="*/ 1487466 h 1635803"/>
                <a:gd name="connsiteX107" fmla="*/ 974665 w 1543880"/>
                <a:gd name="connsiteY107" fmla="*/ 1366689 h 1635803"/>
                <a:gd name="connsiteX108" fmla="*/ 857063 w 1543880"/>
                <a:gd name="connsiteY108" fmla="*/ 1181396 h 1635803"/>
                <a:gd name="connsiteX0" fmla="*/ 1014924 w 1522114"/>
                <a:gd name="connsiteY0" fmla="*/ 143988 h 1642841"/>
                <a:gd name="connsiteX1" fmla="*/ 1288609 w 1522114"/>
                <a:gd name="connsiteY1" fmla="*/ 7082 h 1642841"/>
                <a:gd name="connsiteX2" fmla="*/ 1100903 w 1522114"/>
                <a:gd name="connsiteY2" fmla="*/ 731363 h 1642841"/>
                <a:gd name="connsiteX3" fmla="*/ 1075122 w 1522114"/>
                <a:gd name="connsiteY3" fmla="*/ 813786 h 1642841"/>
                <a:gd name="connsiteX4" fmla="*/ 994858 w 1522114"/>
                <a:gd name="connsiteY4" fmla="*/ 898114 h 1642841"/>
                <a:gd name="connsiteX5" fmla="*/ 900370 w 1522114"/>
                <a:gd name="connsiteY5" fmla="*/ 993110 h 1642841"/>
                <a:gd name="connsiteX6" fmla="*/ 765623 w 1522114"/>
                <a:gd name="connsiteY6" fmla="*/ 1055340 h 1642841"/>
                <a:gd name="connsiteX7" fmla="*/ 993715 w 1522114"/>
                <a:gd name="connsiteY7" fmla="*/ 1358489 h 1642841"/>
                <a:gd name="connsiteX8" fmla="*/ 1109666 w 1522114"/>
                <a:gd name="connsiteY8" fmla="*/ 1228568 h 1642841"/>
                <a:gd name="connsiteX9" fmla="*/ 1283275 w 1522114"/>
                <a:gd name="connsiteY9" fmla="*/ 1117951 h 1642841"/>
                <a:gd name="connsiteX10" fmla="*/ 1372810 w 1522114"/>
                <a:gd name="connsiteY10" fmla="*/ 1166084 h 1642841"/>
                <a:gd name="connsiteX11" fmla="*/ 1290260 w 1522114"/>
                <a:gd name="connsiteY11" fmla="*/ 1251301 h 1642841"/>
                <a:gd name="connsiteX12" fmla="*/ 1514796 w 1522114"/>
                <a:gd name="connsiteY12" fmla="*/ 1332581 h 1642841"/>
                <a:gd name="connsiteX13" fmla="*/ 1460440 w 1522114"/>
                <a:gd name="connsiteY13" fmla="*/ 1397605 h 1642841"/>
                <a:gd name="connsiteX14" fmla="*/ 1460821 w 1522114"/>
                <a:gd name="connsiteY14" fmla="*/ 1445738 h 1642841"/>
                <a:gd name="connsiteX15" fmla="*/ 1403163 w 1522114"/>
                <a:gd name="connsiteY15" fmla="*/ 1466947 h 1642841"/>
                <a:gd name="connsiteX16" fmla="*/ 1396686 w 1522114"/>
                <a:gd name="connsiteY16" fmla="*/ 1497300 h 1642841"/>
                <a:gd name="connsiteX17" fmla="*/ 1222569 w 1522114"/>
                <a:gd name="connsiteY17" fmla="*/ 1489172 h 1642841"/>
                <a:gd name="connsiteX18" fmla="*/ 1041340 w 1522114"/>
                <a:gd name="connsiteY18" fmla="*/ 1590391 h 1642841"/>
                <a:gd name="connsiteX19" fmla="*/ 907228 w 1522114"/>
                <a:gd name="connsiteY19" fmla="*/ 1577310 h 1642841"/>
                <a:gd name="connsiteX20" fmla="*/ 909260 w 1522114"/>
                <a:gd name="connsiteY20" fmla="*/ 1633190 h 1642841"/>
                <a:gd name="connsiteX21" fmla="*/ 884622 w 1522114"/>
                <a:gd name="connsiteY21" fmla="*/ 1631666 h 1642841"/>
                <a:gd name="connsiteX22" fmla="*/ 878780 w 1522114"/>
                <a:gd name="connsiteY22" fmla="*/ 1557244 h 1642841"/>
                <a:gd name="connsiteX23" fmla="*/ 820106 w 1522114"/>
                <a:gd name="connsiteY23" fmla="*/ 1151606 h 1642841"/>
                <a:gd name="connsiteX24" fmla="*/ 747208 w 1522114"/>
                <a:gd name="connsiteY24" fmla="*/ 1078835 h 1642841"/>
                <a:gd name="connsiteX25" fmla="*/ 424882 w 1522114"/>
                <a:gd name="connsiteY25" fmla="*/ 1077184 h 1642841"/>
                <a:gd name="connsiteX26" fmla="*/ 337125 w 1522114"/>
                <a:gd name="connsiteY26" fmla="*/ 1079343 h 1642841"/>
                <a:gd name="connsiteX27" fmla="*/ 407610 w 1522114"/>
                <a:gd name="connsiteY27" fmla="*/ 1291179 h 1642841"/>
                <a:gd name="connsiteX28" fmla="*/ 322774 w 1522114"/>
                <a:gd name="connsiteY28" fmla="*/ 1370300 h 1642841"/>
                <a:gd name="connsiteX29" fmla="*/ 288357 w 1522114"/>
                <a:gd name="connsiteY29" fmla="*/ 1595598 h 1642841"/>
                <a:gd name="connsiteX30" fmla="*/ 283023 w 1522114"/>
                <a:gd name="connsiteY30" fmla="*/ 1631666 h 1642841"/>
                <a:gd name="connsiteX31" fmla="*/ 259020 w 1522114"/>
                <a:gd name="connsiteY31" fmla="*/ 1636365 h 1642841"/>
                <a:gd name="connsiteX32" fmla="*/ 323409 w 1522114"/>
                <a:gd name="connsiteY32" fmla="*/ 1257016 h 1642841"/>
                <a:gd name="connsiteX33" fmla="*/ 305629 w 1522114"/>
                <a:gd name="connsiteY33" fmla="*/ 1173196 h 1642841"/>
                <a:gd name="connsiteX34" fmla="*/ 229556 w 1522114"/>
                <a:gd name="connsiteY34" fmla="*/ 1199358 h 1642841"/>
                <a:gd name="connsiteX35" fmla="*/ 18228 w 1522114"/>
                <a:gd name="connsiteY35" fmla="*/ 1630523 h 1642841"/>
                <a:gd name="connsiteX36" fmla="*/ 2099 w 1522114"/>
                <a:gd name="connsiteY36" fmla="*/ 1642842 h 1642841"/>
                <a:gd name="connsiteX37" fmla="*/ 17212 w 1522114"/>
                <a:gd name="connsiteY37" fmla="*/ 1546576 h 1642841"/>
                <a:gd name="connsiteX38" fmla="*/ 107001 w 1522114"/>
                <a:gd name="connsiteY38" fmla="*/ 1325596 h 1642841"/>
                <a:gd name="connsiteX39" fmla="*/ 216983 w 1522114"/>
                <a:gd name="connsiteY39" fmla="*/ 1175101 h 1642841"/>
                <a:gd name="connsiteX40" fmla="*/ 304867 w 1522114"/>
                <a:gd name="connsiteY40" fmla="*/ 1073501 h 1642841"/>
                <a:gd name="connsiteX41" fmla="*/ 391481 w 1522114"/>
                <a:gd name="connsiteY41" fmla="*/ 1039338 h 1642841"/>
                <a:gd name="connsiteX42" fmla="*/ 252924 w 1522114"/>
                <a:gd name="connsiteY42" fmla="*/ 959201 h 1642841"/>
                <a:gd name="connsiteX43" fmla="*/ 138243 w 1522114"/>
                <a:gd name="connsiteY43" fmla="*/ 844012 h 1642841"/>
                <a:gd name="connsiteX44" fmla="*/ 83633 w 1522114"/>
                <a:gd name="connsiteY44" fmla="*/ 761462 h 1642841"/>
                <a:gd name="connsiteX45" fmla="*/ 139767 w 1522114"/>
                <a:gd name="connsiteY45" fmla="*/ 527655 h 1642841"/>
                <a:gd name="connsiteX46" fmla="*/ 413198 w 1522114"/>
                <a:gd name="connsiteY46" fmla="*/ 281148 h 1642841"/>
                <a:gd name="connsiteX47" fmla="*/ 730698 w 1522114"/>
                <a:gd name="connsiteY47" fmla="*/ 277846 h 1642841"/>
                <a:gd name="connsiteX48" fmla="*/ 944058 w 1522114"/>
                <a:gd name="connsiteY48" fmla="*/ 403957 h 1642841"/>
                <a:gd name="connsiteX49" fmla="*/ 1076900 w 1522114"/>
                <a:gd name="connsiteY49" fmla="*/ 117826 h 1642841"/>
                <a:gd name="connsiteX50" fmla="*/ 971617 w 1522114"/>
                <a:gd name="connsiteY50" fmla="*/ 439898 h 1642841"/>
                <a:gd name="connsiteX51" fmla="*/ 1070423 w 1522114"/>
                <a:gd name="connsiteY51" fmla="*/ 594965 h 1642841"/>
                <a:gd name="connsiteX52" fmla="*/ 1107507 w 1522114"/>
                <a:gd name="connsiteY52" fmla="*/ 698978 h 1642841"/>
                <a:gd name="connsiteX53" fmla="*/ 1261939 w 1522114"/>
                <a:gd name="connsiteY53" fmla="*/ 34260 h 1642841"/>
                <a:gd name="connsiteX54" fmla="*/ 1076900 w 1522114"/>
                <a:gd name="connsiteY54" fmla="*/ 117826 h 1642841"/>
                <a:gd name="connsiteX55" fmla="*/ 175327 w 1522114"/>
                <a:gd name="connsiteY55" fmla="*/ 511526 h 1642841"/>
                <a:gd name="connsiteX56" fmla="*/ 227270 w 1522114"/>
                <a:gd name="connsiteY56" fmla="*/ 528671 h 1642841"/>
                <a:gd name="connsiteX57" fmla="*/ 284801 w 1522114"/>
                <a:gd name="connsiteY57" fmla="*/ 683611 h 1642841"/>
                <a:gd name="connsiteX58" fmla="*/ 256607 w 1522114"/>
                <a:gd name="connsiteY58" fmla="*/ 823946 h 1642841"/>
                <a:gd name="connsiteX59" fmla="*/ 204283 w 1522114"/>
                <a:gd name="connsiteY59" fmla="*/ 870682 h 1642841"/>
                <a:gd name="connsiteX60" fmla="*/ 615128 w 1522114"/>
                <a:gd name="connsiteY60" fmla="*/ 1046958 h 1642841"/>
                <a:gd name="connsiteX61" fmla="*/ 979491 w 1522114"/>
                <a:gd name="connsiteY61" fmla="*/ 874619 h 1642841"/>
                <a:gd name="connsiteX62" fmla="*/ 1018353 w 1522114"/>
                <a:gd name="connsiteY62" fmla="*/ 580614 h 1642841"/>
                <a:gd name="connsiteX63" fmla="*/ 672151 w 1522114"/>
                <a:gd name="connsiteY63" fmla="*/ 291689 h 1642841"/>
                <a:gd name="connsiteX64" fmla="*/ 175327 w 1522114"/>
                <a:gd name="connsiteY64" fmla="*/ 511526 h 1642841"/>
                <a:gd name="connsiteX65" fmla="*/ 159833 w 1522114"/>
                <a:gd name="connsiteY65" fmla="*/ 546832 h 1642841"/>
                <a:gd name="connsiteX66" fmla="*/ 104588 w 1522114"/>
                <a:gd name="connsiteY66" fmla="*/ 735046 h 1642841"/>
                <a:gd name="connsiteX67" fmla="*/ 197679 w 1522114"/>
                <a:gd name="connsiteY67" fmla="*/ 841091 h 1642841"/>
                <a:gd name="connsiteX68" fmla="*/ 250892 w 1522114"/>
                <a:gd name="connsiteY68" fmla="*/ 759303 h 1642841"/>
                <a:gd name="connsiteX69" fmla="*/ 234636 w 1522114"/>
                <a:gd name="connsiteY69" fmla="*/ 583535 h 1642841"/>
                <a:gd name="connsiteX70" fmla="*/ 159833 w 1522114"/>
                <a:gd name="connsiteY70" fmla="*/ 546832 h 1642841"/>
                <a:gd name="connsiteX71" fmla="*/ 1052135 w 1522114"/>
                <a:gd name="connsiteY71" fmla="*/ 604998 h 1642841"/>
                <a:gd name="connsiteX72" fmla="*/ 1041086 w 1522114"/>
                <a:gd name="connsiteY72" fmla="*/ 814040 h 1642841"/>
                <a:gd name="connsiteX73" fmla="*/ 1052135 w 1522114"/>
                <a:gd name="connsiteY73" fmla="*/ 604998 h 1642841"/>
                <a:gd name="connsiteX74" fmla="*/ 441011 w 1522114"/>
                <a:gd name="connsiteY74" fmla="*/ 1051911 h 1642841"/>
                <a:gd name="connsiteX75" fmla="*/ 658816 w 1522114"/>
                <a:gd name="connsiteY75" fmla="*/ 1085566 h 1642841"/>
                <a:gd name="connsiteX76" fmla="*/ 569154 w 1522114"/>
                <a:gd name="connsiteY76" fmla="*/ 1069564 h 1642841"/>
                <a:gd name="connsiteX77" fmla="*/ 441011 w 1522114"/>
                <a:gd name="connsiteY77" fmla="*/ 1051911 h 1642841"/>
                <a:gd name="connsiteX78" fmla="*/ 303597 w 1522114"/>
                <a:gd name="connsiteY78" fmla="*/ 1102457 h 1642841"/>
                <a:gd name="connsiteX79" fmla="*/ 288992 w 1522114"/>
                <a:gd name="connsiteY79" fmla="*/ 1132048 h 1642841"/>
                <a:gd name="connsiteX80" fmla="*/ 345380 w 1522114"/>
                <a:gd name="connsiteY80" fmla="*/ 1182467 h 1642841"/>
                <a:gd name="connsiteX81" fmla="*/ 332934 w 1522114"/>
                <a:gd name="connsiteY81" fmla="*/ 1340328 h 1642841"/>
                <a:gd name="connsiteX82" fmla="*/ 384369 w 1522114"/>
                <a:gd name="connsiteY82" fmla="*/ 1268827 h 1642841"/>
                <a:gd name="connsiteX83" fmla="*/ 303597 w 1522114"/>
                <a:gd name="connsiteY83" fmla="*/ 1102457 h 1642841"/>
                <a:gd name="connsiteX84" fmla="*/ 1154370 w 1522114"/>
                <a:gd name="connsiteY84" fmla="*/ 1221583 h 1642841"/>
                <a:gd name="connsiteX85" fmla="*/ 1130875 w 1522114"/>
                <a:gd name="connsiteY85" fmla="*/ 1414623 h 1642841"/>
                <a:gd name="connsiteX86" fmla="*/ 1261431 w 1522114"/>
                <a:gd name="connsiteY86" fmla="*/ 1470249 h 1642841"/>
                <a:gd name="connsiteX87" fmla="*/ 1374969 w 1522114"/>
                <a:gd name="connsiteY87" fmla="*/ 1481679 h 1642841"/>
                <a:gd name="connsiteX88" fmla="*/ 1357316 w 1522114"/>
                <a:gd name="connsiteY88" fmla="*/ 1452977 h 1642841"/>
                <a:gd name="connsiteX89" fmla="*/ 1258637 w 1522114"/>
                <a:gd name="connsiteY89" fmla="*/ 1393414 h 1642841"/>
                <a:gd name="connsiteX90" fmla="*/ 1445581 w 1522114"/>
                <a:gd name="connsiteY90" fmla="*/ 1436721 h 1642841"/>
                <a:gd name="connsiteX91" fmla="*/ 1403163 w 1522114"/>
                <a:gd name="connsiteY91" fmla="*/ 1384143 h 1642841"/>
                <a:gd name="connsiteX92" fmla="*/ 1296229 w 1522114"/>
                <a:gd name="connsiteY92" fmla="*/ 1339185 h 1642841"/>
                <a:gd name="connsiteX93" fmla="*/ 1489269 w 1522114"/>
                <a:gd name="connsiteY93" fmla="*/ 1366871 h 1642841"/>
                <a:gd name="connsiteX94" fmla="*/ 1491174 w 1522114"/>
                <a:gd name="connsiteY94" fmla="*/ 1347059 h 1642841"/>
                <a:gd name="connsiteX95" fmla="*/ 1235269 w 1522114"/>
                <a:gd name="connsiteY95" fmla="*/ 1255111 h 1642841"/>
                <a:gd name="connsiteX96" fmla="*/ 1341060 w 1522114"/>
                <a:gd name="connsiteY96" fmla="*/ 1178657 h 1642841"/>
                <a:gd name="connsiteX97" fmla="*/ 1301944 w 1522114"/>
                <a:gd name="connsiteY97" fmla="*/ 1139668 h 1642841"/>
                <a:gd name="connsiteX98" fmla="*/ 1154370 w 1522114"/>
                <a:gd name="connsiteY98" fmla="*/ 1221583 h 1642841"/>
                <a:gd name="connsiteX99" fmla="*/ 857063 w 1522114"/>
                <a:gd name="connsiteY99" fmla="*/ 1188436 h 1642841"/>
                <a:gd name="connsiteX100" fmla="*/ 878272 w 1522114"/>
                <a:gd name="connsiteY100" fmla="*/ 1307816 h 1642841"/>
                <a:gd name="connsiteX101" fmla="*/ 905704 w 1522114"/>
                <a:gd name="connsiteY101" fmla="*/ 1547719 h 1642841"/>
                <a:gd name="connsiteX102" fmla="*/ 1188660 w 1522114"/>
                <a:gd name="connsiteY102" fmla="*/ 1481298 h 1642841"/>
                <a:gd name="connsiteX103" fmla="*/ 1073344 w 1522114"/>
                <a:gd name="connsiteY103" fmla="*/ 1307181 h 1642841"/>
                <a:gd name="connsiteX104" fmla="*/ 973522 w 1522114"/>
                <a:gd name="connsiteY104" fmla="*/ 1445103 h 1642841"/>
                <a:gd name="connsiteX105" fmla="*/ 945201 w 1522114"/>
                <a:gd name="connsiteY105" fmla="*/ 1494506 h 1642841"/>
                <a:gd name="connsiteX106" fmla="*/ 974665 w 1522114"/>
                <a:gd name="connsiteY106" fmla="*/ 1373729 h 1642841"/>
                <a:gd name="connsiteX107" fmla="*/ 857063 w 1522114"/>
                <a:gd name="connsiteY107" fmla="*/ 1188436 h 1642841"/>
                <a:gd name="connsiteX0" fmla="*/ 1014924 w 1522114"/>
                <a:gd name="connsiteY0" fmla="*/ 136948 h 1635803"/>
                <a:gd name="connsiteX1" fmla="*/ 1288609 w 1522114"/>
                <a:gd name="connsiteY1" fmla="*/ 42 h 1635803"/>
                <a:gd name="connsiteX2" fmla="*/ 1100903 w 1522114"/>
                <a:gd name="connsiteY2" fmla="*/ 724323 h 1635803"/>
                <a:gd name="connsiteX3" fmla="*/ 1075122 w 1522114"/>
                <a:gd name="connsiteY3" fmla="*/ 806746 h 1635803"/>
                <a:gd name="connsiteX4" fmla="*/ 994858 w 1522114"/>
                <a:gd name="connsiteY4" fmla="*/ 891074 h 1635803"/>
                <a:gd name="connsiteX5" fmla="*/ 900370 w 1522114"/>
                <a:gd name="connsiteY5" fmla="*/ 986070 h 1635803"/>
                <a:gd name="connsiteX6" fmla="*/ 765623 w 1522114"/>
                <a:gd name="connsiteY6" fmla="*/ 1048300 h 1635803"/>
                <a:gd name="connsiteX7" fmla="*/ 993715 w 1522114"/>
                <a:gd name="connsiteY7" fmla="*/ 1351449 h 1635803"/>
                <a:gd name="connsiteX8" fmla="*/ 1109666 w 1522114"/>
                <a:gd name="connsiteY8" fmla="*/ 1221528 h 1635803"/>
                <a:gd name="connsiteX9" fmla="*/ 1283275 w 1522114"/>
                <a:gd name="connsiteY9" fmla="*/ 1110911 h 1635803"/>
                <a:gd name="connsiteX10" fmla="*/ 1372810 w 1522114"/>
                <a:gd name="connsiteY10" fmla="*/ 1159044 h 1635803"/>
                <a:gd name="connsiteX11" fmla="*/ 1290260 w 1522114"/>
                <a:gd name="connsiteY11" fmla="*/ 1244261 h 1635803"/>
                <a:gd name="connsiteX12" fmla="*/ 1514796 w 1522114"/>
                <a:gd name="connsiteY12" fmla="*/ 1325541 h 1635803"/>
                <a:gd name="connsiteX13" fmla="*/ 1460440 w 1522114"/>
                <a:gd name="connsiteY13" fmla="*/ 1390565 h 1635803"/>
                <a:gd name="connsiteX14" fmla="*/ 1460821 w 1522114"/>
                <a:gd name="connsiteY14" fmla="*/ 1438698 h 1635803"/>
                <a:gd name="connsiteX15" fmla="*/ 1403163 w 1522114"/>
                <a:gd name="connsiteY15" fmla="*/ 1459907 h 1635803"/>
                <a:gd name="connsiteX16" fmla="*/ 1396686 w 1522114"/>
                <a:gd name="connsiteY16" fmla="*/ 1490260 h 1635803"/>
                <a:gd name="connsiteX17" fmla="*/ 1222569 w 1522114"/>
                <a:gd name="connsiteY17" fmla="*/ 1482132 h 1635803"/>
                <a:gd name="connsiteX18" fmla="*/ 1041340 w 1522114"/>
                <a:gd name="connsiteY18" fmla="*/ 1583351 h 1635803"/>
                <a:gd name="connsiteX19" fmla="*/ 907228 w 1522114"/>
                <a:gd name="connsiteY19" fmla="*/ 1570270 h 1635803"/>
                <a:gd name="connsiteX20" fmla="*/ 909260 w 1522114"/>
                <a:gd name="connsiteY20" fmla="*/ 1626150 h 1635803"/>
                <a:gd name="connsiteX21" fmla="*/ 884622 w 1522114"/>
                <a:gd name="connsiteY21" fmla="*/ 1624626 h 1635803"/>
                <a:gd name="connsiteX22" fmla="*/ 878780 w 1522114"/>
                <a:gd name="connsiteY22" fmla="*/ 1550204 h 1635803"/>
                <a:gd name="connsiteX23" fmla="*/ 820106 w 1522114"/>
                <a:gd name="connsiteY23" fmla="*/ 1144566 h 1635803"/>
                <a:gd name="connsiteX24" fmla="*/ 747208 w 1522114"/>
                <a:gd name="connsiteY24" fmla="*/ 1071795 h 1635803"/>
                <a:gd name="connsiteX25" fmla="*/ 424882 w 1522114"/>
                <a:gd name="connsiteY25" fmla="*/ 1070144 h 1635803"/>
                <a:gd name="connsiteX26" fmla="*/ 337125 w 1522114"/>
                <a:gd name="connsiteY26" fmla="*/ 1072303 h 1635803"/>
                <a:gd name="connsiteX27" fmla="*/ 407610 w 1522114"/>
                <a:gd name="connsiteY27" fmla="*/ 1284139 h 1635803"/>
                <a:gd name="connsiteX28" fmla="*/ 322774 w 1522114"/>
                <a:gd name="connsiteY28" fmla="*/ 1363260 h 1635803"/>
                <a:gd name="connsiteX29" fmla="*/ 288357 w 1522114"/>
                <a:gd name="connsiteY29" fmla="*/ 1588558 h 1635803"/>
                <a:gd name="connsiteX30" fmla="*/ 283023 w 1522114"/>
                <a:gd name="connsiteY30" fmla="*/ 1624626 h 1635803"/>
                <a:gd name="connsiteX31" fmla="*/ 259020 w 1522114"/>
                <a:gd name="connsiteY31" fmla="*/ 1629325 h 1635803"/>
                <a:gd name="connsiteX32" fmla="*/ 323409 w 1522114"/>
                <a:gd name="connsiteY32" fmla="*/ 1249976 h 1635803"/>
                <a:gd name="connsiteX33" fmla="*/ 305629 w 1522114"/>
                <a:gd name="connsiteY33" fmla="*/ 1166156 h 1635803"/>
                <a:gd name="connsiteX34" fmla="*/ 229556 w 1522114"/>
                <a:gd name="connsiteY34" fmla="*/ 1192318 h 1635803"/>
                <a:gd name="connsiteX35" fmla="*/ 18228 w 1522114"/>
                <a:gd name="connsiteY35" fmla="*/ 1623483 h 1635803"/>
                <a:gd name="connsiteX36" fmla="*/ 2099 w 1522114"/>
                <a:gd name="connsiteY36" fmla="*/ 1635802 h 1635803"/>
                <a:gd name="connsiteX37" fmla="*/ 17212 w 1522114"/>
                <a:gd name="connsiteY37" fmla="*/ 1539536 h 1635803"/>
                <a:gd name="connsiteX38" fmla="*/ 107001 w 1522114"/>
                <a:gd name="connsiteY38" fmla="*/ 1318556 h 1635803"/>
                <a:gd name="connsiteX39" fmla="*/ 216983 w 1522114"/>
                <a:gd name="connsiteY39" fmla="*/ 1168061 h 1635803"/>
                <a:gd name="connsiteX40" fmla="*/ 304867 w 1522114"/>
                <a:gd name="connsiteY40" fmla="*/ 1066461 h 1635803"/>
                <a:gd name="connsiteX41" fmla="*/ 391481 w 1522114"/>
                <a:gd name="connsiteY41" fmla="*/ 1032298 h 1635803"/>
                <a:gd name="connsiteX42" fmla="*/ 252924 w 1522114"/>
                <a:gd name="connsiteY42" fmla="*/ 952161 h 1635803"/>
                <a:gd name="connsiteX43" fmla="*/ 138243 w 1522114"/>
                <a:gd name="connsiteY43" fmla="*/ 836972 h 1635803"/>
                <a:gd name="connsiteX44" fmla="*/ 83633 w 1522114"/>
                <a:gd name="connsiteY44" fmla="*/ 754422 h 1635803"/>
                <a:gd name="connsiteX45" fmla="*/ 139767 w 1522114"/>
                <a:gd name="connsiteY45" fmla="*/ 520615 h 1635803"/>
                <a:gd name="connsiteX46" fmla="*/ 413198 w 1522114"/>
                <a:gd name="connsiteY46" fmla="*/ 274108 h 1635803"/>
                <a:gd name="connsiteX47" fmla="*/ 730698 w 1522114"/>
                <a:gd name="connsiteY47" fmla="*/ 270806 h 1635803"/>
                <a:gd name="connsiteX48" fmla="*/ 944058 w 1522114"/>
                <a:gd name="connsiteY48" fmla="*/ 396917 h 1635803"/>
                <a:gd name="connsiteX49" fmla="*/ 1076900 w 1522114"/>
                <a:gd name="connsiteY49" fmla="*/ 110786 h 1635803"/>
                <a:gd name="connsiteX50" fmla="*/ 971617 w 1522114"/>
                <a:gd name="connsiteY50" fmla="*/ 432858 h 1635803"/>
                <a:gd name="connsiteX51" fmla="*/ 1070423 w 1522114"/>
                <a:gd name="connsiteY51" fmla="*/ 587925 h 1635803"/>
                <a:gd name="connsiteX52" fmla="*/ 1107507 w 1522114"/>
                <a:gd name="connsiteY52" fmla="*/ 691938 h 1635803"/>
                <a:gd name="connsiteX53" fmla="*/ 1076900 w 1522114"/>
                <a:gd name="connsiteY53" fmla="*/ 110786 h 1635803"/>
                <a:gd name="connsiteX54" fmla="*/ 175327 w 1522114"/>
                <a:gd name="connsiteY54" fmla="*/ 504486 h 1635803"/>
                <a:gd name="connsiteX55" fmla="*/ 227270 w 1522114"/>
                <a:gd name="connsiteY55" fmla="*/ 521631 h 1635803"/>
                <a:gd name="connsiteX56" fmla="*/ 284801 w 1522114"/>
                <a:gd name="connsiteY56" fmla="*/ 676571 h 1635803"/>
                <a:gd name="connsiteX57" fmla="*/ 256607 w 1522114"/>
                <a:gd name="connsiteY57" fmla="*/ 816906 h 1635803"/>
                <a:gd name="connsiteX58" fmla="*/ 204283 w 1522114"/>
                <a:gd name="connsiteY58" fmla="*/ 863642 h 1635803"/>
                <a:gd name="connsiteX59" fmla="*/ 615128 w 1522114"/>
                <a:gd name="connsiteY59" fmla="*/ 1039918 h 1635803"/>
                <a:gd name="connsiteX60" fmla="*/ 979491 w 1522114"/>
                <a:gd name="connsiteY60" fmla="*/ 867579 h 1635803"/>
                <a:gd name="connsiteX61" fmla="*/ 1018353 w 1522114"/>
                <a:gd name="connsiteY61" fmla="*/ 573574 h 1635803"/>
                <a:gd name="connsiteX62" fmla="*/ 672151 w 1522114"/>
                <a:gd name="connsiteY62" fmla="*/ 284649 h 1635803"/>
                <a:gd name="connsiteX63" fmla="*/ 175327 w 1522114"/>
                <a:gd name="connsiteY63" fmla="*/ 504486 h 1635803"/>
                <a:gd name="connsiteX64" fmla="*/ 159833 w 1522114"/>
                <a:gd name="connsiteY64" fmla="*/ 539792 h 1635803"/>
                <a:gd name="connsiteX65" fmla="*/ 104588 w 1522114"/>
                <a:gd name="connsiteY65" fmla="*/ 728006 h 1635803"/>
                <a:gd name="connsiteX66" fmla="*/ 197679 w 1522114"/>
                <a:gd name="connsiteY66" fmla="*/ 834051 h 1635803"/>
                <a:gd name="connsiteX67" fmla="*/ 250892 w 1522114"/>
                <a:gd name="connsiteY67" fmla="*/ 752263 h 1635803"/>
                <a:gd name="connsiteX68" fmla="*/ 234636 w 1522114"/>
                <a:gd name="connsiteY68" fmla="*/ 576495 h 1635803"/>
                <a:gd name="connsiteX69" fmla="*/ 159833 w 1522114"/>
                <a:gd name="connsiteY69" fmla="*/ 539792 h 1635803"/>
                <a:gd name="connsiteX70" fmla="*/ 1052135 w 1522114"/>
                <a:gd name="connsiteY70" fmla="*/ 597958 h 1635803"/>
                <a:gd name="connsiteX71" fmla="*/ 1041086 w 1522114"/>
                <a:gd name="connsiteY71" fmla="*/ 807000 h 1635803"/>
                <a:gd name="connsiteX72" fmla="*/ 1052135 w 1522114"/>
                <a:gd name="connsiteY72" fmla="*/ 597958 h 1635803"/>
                <a:gd name="connsiteX73" fmla="*/ 441011 w 1522114"/>
                <a:gd name="connsiteY73" fmla="*/ 1044871 h 1635803"/>
                <a:gd name="connsiteX74" fmla="*/ 658816 w 1522114"/>
                <a:gd name="connsiteY74" fmla="*/ 1078526 h 1635803"/>
                <a:gd name="connsiteX75" fmla="*/ 569154 w 1522114"/>
                <a:gd name="connsiteY75" fmla="*/ 1062524 h 1635803"/>
                <a:gd name="connsiteX76" fmla="*/ 441011 w 1522114"/>
                <a:gd name="connsiteY76" fmla="*/ 1044871 h 1635803"/>
                <a:gd name="connsiteX77" fmla="*/ 303597 w 1522114"/>
                <a:gd name="connsiteY77" fmla="*/ 1095417 h 1635803"/>
                <a:gd name="connsiteX78" fmla="*/ 288992 w 1522114"/>
                <a:gd name="connsiteY78" fmla="*/ 1125008 h 1635803"/>
                <a:gd name="connsiteX79" fmla="*/ 345380 w 1522114"/>
                <a:gd name="connsiteY79" fmla="*/ 1175427 h 1635803"/>
                <a:gd name="connsiteX80" fmla="*/ 332934 w 1522114"/>
                <a:gd name="connsiteY80" fmla="*/ 1333288 h 1635803"/>
                <a:gd name="connsiteX81" fmla="*/ 384369 w 1522114"/>
                <a:gd name="connsiteY81" fmla="*/ 1261787 h 1635803"/>
                <a:gd name="connsiteX82" fmla="*/ 303597 w 1522114"/>
                <a:gd name="connsiteY82" fmla="*/ 1095417 h 1635803"/>
                <a:gd name="connsiteX83" fmla="*/ 1154370 w 1522114"/>
                <a:gd name="connsiteY83" fmla="*/ 1214543 h 1635803"/>
                <a:gd name="connsiteX84" fmla="*/ 1130875 w 1522114"/>
                <a:gd name="connsiteY84" fmla="*/ 1407583 h 1635803"/>
                <a:gd name="connsiteX85" fmla="*/ 1261431 w 1522114"/>
                <a:gd name="connsiteY85" fmla="*/ 1463209 h 1635803"/>
                <a:gd name="connsiteX86" fmla="*/ 1374969 w 1522114"/>
                <a:gd name="connsiteY86" fmla="*/ 1474639 h 1635803"/>
                <a:gd name="connsiteX87" fmla="*/ 1357316 w 1522114"/>
                <a:gd name="connsiteY87" fmla="*/ 1445937 h 1635803"/>
                <a:gd name="connsiteX88" fmla="*/ 1258637 w 1522114"/>
                <a:gd name="connsiteY88" fmla="*/ 1386374 h 1635803"/>
                <a:gd name="connsiteX89" fmla="*/ 1445581 w 1522114"/>
                <a:gd name="connsiteY89" fmla="*/ 1429681 h 1635803"/>
                <a:gd name="connsiteX90" fmla="*/ 1403163 w 1522114"/>
                <a:gd name="connsiteY90" fmla="*/ 1377103 h 1635803"/>
                <a:gd name="connsiteX91" fmla="*/ 1296229 w 1522114"/>
                <a:gd name="connsiteY91" fmla="*/ 1332145 h 1635803"/>
                <a:gd name="connsiteX92" fmla="*/ 1489269 w 1522114"/>
                <a:gd name="connsiteY92" fmla="*/ 1359831 h 1635803"/>
                <a:gd name="connsiteX93" fmla="*/ 1491174 w 1522114"/>
                <a:gd name="connsiteY93" fmla="*/ 1340019 h 1635803"/>
                <a:gd name="connsiteX94" fmla="*/ 1235269 w 1522114"/>
                <a:gd name="connsiteY94" fmla="*/ 1248071 h 1635803"/>
                <a:gd name="connsiteX95" fmla="*/ 1341060 w 1522114"/>
                <a:gd name="connsiteY95" fmla="*/ 1171617 h 1635803"/>
                <a:gd name="connsiteX96" fmla="*/ 1301944 w 1522114"/>
                <a:gd name="connsiteY96" fmla="*/ 1132628 h 1635803"/>
                <a:gd name="connsiteX97" fmla="*/ 1154370 w 1522114"/>
                <a:gd name="connsiteY97" fmla="*/ 1214543 h 1635803"/>
                <a:gd name="connsiteX98" fmla="*/ 857063 w 1522114"/>
                <a:gd name="connsiteY98" fmla="*/ 1181396 h 1635803"/>
                <a:gd name="connsiteX99" fmla="*/ 878272 w 1522114"/>
                <a:gd name="connsiteY99" fmla="*/ 1300776 h 1635803"/>
                <a:gd name="connsiteX100" fmla="*/ 905704 w 1522114"/>
                <a:gd name="connsiteY100" fmla="*/ 1540679 h 1635803"/>
                <a:gd name="connsiteX101" fmla="*/ 1188660 w 1522114"/>
                <a:gd name="connsiteY101" fmla="*/ 1474258 h 1635803"/>
                <a:gd name="connsiteX102" fmla="*/ 1073344 w 1522114"/>
                <a:gd name="connsiteY102" fmla="*/ 1300141 h 1635803"/>
                <a:gd name="connsiteX103" fmla="*/ 973522 w 1522114"/>
                <a:gd name="connsiteY103" fmla="*/ 1438063 h 1635803"/>
                <a:gd name="connsiteX104" fmla="*/ 945201 w 1522114"/>
                <a:gd name="connsiteY104" fmla="*/ 1487466 h 1635803"/>
                <a:gd name="connsiteX105" fmla="*/ 974665 w 1522114"/>
                <a:gd name="connsiteY105" fmla="*/ 1366689 h 1635803"/>
                <a:gd name="connsiteX106" fmla="*/ 857063 w 1522114"/>
                <a:gd name="connsiteY106" fmla="*/ 1181396 h 1635803"/>
                <a:gd name="connsiteX0" fmla="*/ 1014924 w 1522114"/>
                <a:gd name="connsiteY0" fmla="*/ 26162 h 1525016"/>
                <a:gd name="connsiteX1" fmla="*/ 1100903 w 1522114"/>
                <a:gd name="connsiteY1" fmla="*/ 613537 h 1525016"/>
                <a:gd name="connsiteX2" fmla="*/ 1075122 w 1522114"/>
                <a:gd name="connsiteY2" fmla="*/ 695960 h 1525016"/>
                <a:gd name="connsiteX3" fmla="*/ 994858 w 1522114"/>
                <a:gd name="connsiteY3" fmla="*/ 780288 h 1525016"/>
                <a:gd name="connsiteX4" fmla="*/ 900370 w 1522114"/>
                <a:gd name="connsiteY4" fmla="*/ 875284 h 1525016"/>
                <a:gd name="connsiteX5" fmla="*/ 765623 w 1522114"/>
                <a:gd name="connsiteY5" fmla="*/ 937514 h 1525016"/>
                <a:gd name="connsiteX6" fmla="*/ 993715 w 1522114"/>
                <a:gd name="connsiteY6" fmla="*/ 1240663 h 1525016"/>
                <a:gd name="connsiteX7" fmla="*/ 1109666 w 1522114"/>
                <a:gd name="connsiteY7" fmla="*/ 1110742 h 1525016"/>
                <a:gd name="connsiteX8" fmla="*/ 1283275 w 1522114"/>
                <a:gd name="connsiteY8" fmla="*/ 1000125 h 1525016"/>
                <a:gd name="connsiteX9" fmla="*/ 1372810 w 1522114"/>
                <a:gd name="connsiteY9" fmla="*/ 1048258 h 1525016"/>
                <a:gd name="connsiteX10" fmla="*/ 1290260 w 1522114"/>
                <a:gd name="connsiteY10" fmla="*/ 1133475 h 1525016"/>
                <a:gd name="connsiteX11" fmla="*/ 1514796 w 1522114"/>
                <a:gd name="connsiteY11" fmla="*/ 1214755 h 1525016"/>
                <a:gd name="connsiteX12" fmla="*/ 1460440 w 1522114"/>
                <a:gd name="connsiteY12" fmla="*/ 1279779 h 1525016"/>
                <a:gd name="connsiteX13" fmla="*/ 1460821 w 1522114"/>
                <a:gd name="connsiteY13" fmla="*/ 1327912 h 1525016"/>
                <a:gd name="connsiteX14" fmla="*/ 1403163 w 1522114"/>
                <a:gd name="connsiteY14" fmla="*/ 1349121 h 1525016"/>
                <a:gd name="connsiteX15" fmla="*/ 1396686 w 1522114"/>
                <a:gd name="connsiteY15" fmla="*/ 1379474 h 1525016"/>
                <a:gd name="connsiteX16" fmla="*/ 1222569 w 1522114"/>
                <a:gd name="connsiteY16" fmla="*/ 1371346 h 1525016"/>
                <a:gd name="connsiteX17" fmla="*/ 1041340 w 1522114"/>
                <a:gd name="connsiteY17" fmla="*/ 1472565 h 1525016"/>
                <a:gd name="connsiteX18" fmla="*/ 907228 w 1522114"/>
                <a:gd name="connsiteY18" fmla="*/ 1459484 h 1525016"/>
                <a:gd name="connsiteX19" fmla="*/ 909260 w 1522114"/>
                <a:gd name="connsiteY19" fmla="*/ 1515364 h 1525016"/>
                <a:gd name="connsiteX20" fmla="*/ 884622 w 1522114"/>
                <a:gd name="connsiteY20" fmla="*/ 1513840 h 1525016"/>
                <a:gd name="connsiteX21" fmla="*/ 878780 w 1522114"/>
                <a:gd name="connsiteY21" fmla="*/ 1439418 h 1525016"/>
                <a:gd name="connsiteX22" fmla="*/ 820106 w 1522114"/>
                <a:gd name="connsiteY22" fmla="*/ 1033780 h 1525016"/>
                <a:gd name="connsiteX23" fmla="*/ 747208 w 1522114"/>
                <a:gd name="connsiteY23" fmla="*/ 961009 h 1525016"/>
                <a:gd name="connsiteX24" fmla="*/ 424882 w 1522114"/>
                <a:gd name="connsiteY24" fmla="*/ 959358 h 1525016"/>
                <a:gd name="connsiteX25" fmla="*/ 337125 w 1522114"/>
                <a:gd name="connsiteY25" fmla="*/ 961517 h 1525016"/>
                <a:gd name="connsiteX26" fmla="*/ 407610 w 1522114"/>
                <a:gd name="connsiteY26" fmla="*/ 1173353 h 1525016"/>
                <a:gd name="connsiteX27" fmla="*/ 322774 w 1522114"/>
                <a:gd name="connsiteY27" fmla="*/ 1252474 h 1525016"/>
                <a:gd name="connsiteX28" fmla="*/ 288357 w 1522114"/>
                <a:gd name="connsiteY28" fmla="*/ 1477772 h 1525016"/>
                <a:gd name="connsiteX29" fmla="*/ 283023 w 1522114"/>
                <a:gd name="connsiteY29" fmla="*/ 1513840 h 1525016"/>
                <a:gd name="connsiteX30" fmla="*/ 259020 w 1522114"/>
                <a:gd name="connsiteY30" fmla="*/ 1518539 h 1525016"/>
                <a:gd name="connsiteX31" fmla="*/ 323409 w 1522114"/>
                <a:gd name="connsiteY31" fmla="*/ 1139190 h 1525016"/>
                <a:gd name="connsiteX32" fmla="*/ 305629 w 1522114"/>
                <a:gd name="connsiteY32" fmla="*/ 1055370 h 1525016"/>
                <a:gd name="connsiteX33" fmla="*/ 229556 w 1522114"/>
                <a:gd name="connsiteY33" fmla="*/ 1081532 h 1525016"/>
                <a:gd name="connsiteX34" fmla="*/ 18228 w 1522114"/>
                <a:gd name="connsiteY34" fmla="*/ 1512697 h 1525016"/>
                <a:gd name="connsiteX35" fmla="*/ 2099 w 1522114"/>
                <a:gd name="connsiteY35" fmla="*/ 1525016 h 1525016"/>
                <a:gd name="connsiteX36" fmla="*/ 17212 w 1522114"/>
                <a:gd name="connsiteY36" fmla="*/ 1428750 h 1525016"/>
                <a:gd name="connsiteX37" fmla="*/ 107001 w 1522114"/>
                <a:gd name="connsiteY37" fmla="*/ 1207770 h 1525016"/>
                <a:gd name="connsiteX38" fmla="*/ 216983 w 1522114"/>
                <a:gd name="connsiteY38" fmla="*/ 1057275 h 1525016"/>
                <a:gd name="connsiteX39" fmla="*/ 304867 w 1522114"/>
                <a:gd name="connsiteY39" fmla="*/ 955675 h 1525016"/>
                <a:gd name="connsiteX40" fmla="*/ 391481 w 1522114"/>
                <a:gd name="connsiteY40" fmla="*/ 921512 h 1525016"/>
                <a:gd name="connsiteX41" fmla="*/ 252924 w 1522114"/>
                <a:gd name="connsiteY41" fmla="*/ 841375 h 1525016"/>
                <a:gd name="connsiteX42" fmla="*/ 138243 w 1522114"/>
                <a:gd name="connsiteY42" fmla="*/ 726186 h 1525016"/>
                <a:gd name="connsiteX43" fmla="*/ 83633 w 1522114"/>
                <a:gd name="connsiteY43" fmla="*/ 643636 h 1525016"/>
                <a:gd name="connsiteX44" fmla="*/ 139767 w 1522114"/>
                <a:gd name="connsiteY44" fmla="*/ 409829 h 1525016"/>
                <a:gd name="connsiteX45" fmla="*/ 413198 w 1522114"/>
                <a:gd name="connsiteY45" fmla="*/ 163322 h 1525016"/>
                <a:gd name="connsiteX46" fmla="*/ 730698 w 1522114"/>
                <a:gd name="connsiteY46" fmla="*/ 160020 h 1525016"/>
                <a:gd name="connsiteX47" fmla="*/ 944058 w 1522114"/>
                <a:gd name="connsiteY47" fmla="*/ 286131 h 1525016"/>
                <a:gd name="connsiteX48" fmla="*/ 1076900 w 1522114"/>
                <a:gd name="connsiteY48" fmla="*/ 0 h 1525016"/>
                <a:gd name="connsiteX49" fmla="*/ 971617 w 1522114"/>
                <a:gd name="connsiteY49" fmla="*/ 322072 h 1525016"/>
                <a:gd name="connsiteX50" fmla="*/ 1070423 w 1522114"/>
                <a:gd name="connsiteY50" fmla="*/ 477139 h 1525016"/>
                <a:gd name="connsiteX51" fmla="*/ 1107507 w 1522114"/>
                <a:gd name="connsiteY51" fmla="*/ 581152 h 1525016"/>
                <a:gd name="connsiteX52" fmla="*/ 1076900 w 1522114"/>
                <a:gd name="connsiteY52" fmla="*/ 0 h 1525016"/>
                <a:gd name="connsiteX53" fmla="*/ 175327 w 1522114"/>
                <a:gd name="connsiteY53" fmla="*/ 393700 h 1525016"/>
                <a:gd name="connsiteX54" fmla="*/ 227270 w 1522114"/>
                <a:gd name="connsiteY54" fmla="*/ 410845 h 1525016"/>
                <a:gd name="connsiteX55" fmla="*/ 284801 w 1522114"/>
                <a:gd name="connsiteY55" fmla="*/ 565785 h 1525016"/>
                <a:gd name="connsiteX56" fmla="*/ 256607 w 1522114"/>
                <a:gd name="connsiteY56" fmla="*/ 706120 h 1525016"/>
                <a:gd name="connsiteX57" fmla="*/ 204283 w 1522114"/>
                <a:gd name="connsiteY57" fmla="*/ 752856 h 1525016"/>
                <a:gd name="connsiteX58" fmla="*/ 615128 w 1522114"/>
                <a:gd name="connsiteY58" fmla="*/ 929132 h 1525016"/>
                <a:gd name="connsiteX59" fmla="*/ 979491 w 1522114"/>
                <a:gd name="connsiteY59" fmla="*/ 756793 h 1525016"/>
                <a:gd name="connsiteX60" fmla="*/ 1018353 w 1522114"/>
                <a:gd name="connsiteY60" fmla="*/ 462788 h 1525016"/>
                <a:gd name="connsiteX61" fmla="*/ 672151 w 1522114"/>
                <a:gd name="connsiteY61" fmla="*/ 173863 h 1525016"/>
                <a:gd name="connsiteX62" fmla="*/ 175327 w 1522114"/>
                <a:gd name="connsiteY62" fmla="*/ 393700 h 1525016"/>
                <a:gd name="connsiteX63" fmla="*/ 159833 w 1522114"/>
                <a:gd name="connsiteY63" fmla="*/ 429006 h 1525016"/>
                <a:gd name="connsiteX64" fmla="*/ 104588 w 1522114"/>
                <a:gd name="connsiteY64" fmla="*/ 617220 h 1525016"/>
                <a:gd name="connsiteX65" fmla="*/ 197679 w 1522114"/>
                <a:gd name="connsiteY65" fmla="*/ 723265 h 1525016"/>
                <a:gd name="connsiteX66" fmla="*/ 250892 w 1522114"/>
                <a:gd name="connsiteY66" fmla="*/ 641477 h 1525016"/>
                <a:gd name="connsiteX67" fmla="*/ 234636 w 1522114"/>
                <a:gd name="connsiteY67" fmla="*/ 465709 h 1525016"/>
                <a:gd name="connsiteX68" fmla="*/ 159833 w 1522114"/>
                <a:gd name="connsiteY68" fmla="*/ 429006 h 1525016"/>
                <a:gd name="connsiteX69" fmla="*/ 1052135 w 1522114"/>
                <a:gd name="connsiteY69" fmla="*/ 487172 h 1525016"/>
                <a:gd name="connsiteX70" fmla="*/ 1041086 w 1522114"/>
                <a:gd name="connsiteY70" fmla="*/ 696214 h 1525016"/>
                <a:gd name="connsiteX71" fmla="*/ 1052135 w 1522114"/>
                <a:gd name="connsiteY71" fmla="*/ 487172 h 1525016"/>
                <a:gd name="connsiteX72" fmla="*/ 441011 w 1522114"/>
                <a:gd name="connsiteY72" fmla="*/ 934085 h 1525016"/>
                <a:gd name="connsiteX73" fmla="*/ 658816 w 1522114"/>
                <a:gd name="connsiteY73" fmla="*/ 967740 h 1525016"/>
                <a:gd name="connsiteX74" fmla="*/ 569154 w 1522114"/>
                <a:gd name="connsiteY74" fmla="*/ 951738 h 1525016"/>
                <a:gd name="connsiteX75" fmla="*/ 441011 w 1522114"/>
                <a:gd name="connsiteY75" fmla="*/ 934085 h 1525016"/>
                <a:gd name="connsiteX76" fmla="*/ 303597 w 1522114"/>
                <a:gd name="connsiteY76" fmla="*/ 984631 h 1525016"/>
                <a:gd name="connsiteX77" fmla="*/ 288992 w 1522114"/>
                <a:gd name="connsiteY77" fmla="*/ 1014222 h 1525016"/>
                <a:gd name="connsiteX78" fmla="*/ 345380 w 1522114"/>
                <a:gd name="connsiteY78" fmla="*/ 1064641 h 1525016"/>
                <a:gd name="connsiteX79" fmla="*/ 332934 w 1522114"/>
                <a:gd name="connsiteY79" fmla="*/ 1222502 h 1525016"/>
                <a:gd name="connsiteX80" fmla="*/ 384369 w 1522114"/>
                <a:gd name="connsiteY80" fmla="*/ 1151001 h 1525016"/>
                <a:gd name="connsiteX81" fmla="*/ 303597 w 1522114"/>
                <a:gd name="connsiteY81" fmla="*/ 984631 h 1525016"/>
                <a:gd name="connsiteX82" fmla="*/ 1154370 w 1522114"/>
                <a:gd name="connsiteY82" fmla="*/ 1103757 h 1525016"/>
                <a:gd name="connsiteX83" fmla="*/ 1130875 w 1522114"/>
                <a:gd name="connsiteY83" fmla="*/ 1296797 h 1525016"/>
                <a:gd name="connsiteX84" fmla="*/ 1261431 w 1522114"/>
                <a:gd name="connsiteY84" fmla="*/ 1352423 h 1525016"/>
                <a:gd name="connsiteX85" fmla="*/ 1374969 w 1522114"/>
                <a:gd name="connsiteY85" fmla="*/ 1363853 h 1525016"/>
                <a:gd name="connsiteX86" fmla="*/ 1357316 w 1522114"/>
                <a:gd name="connsiteY86" fmla="*/ 1335151 h 1525016"/>
                <a:gd name="connsiteX87" fmla="*/ 1258637 w 1522114"/>
                <a:gd name="connsiteY87" fmla="*/ 1275588 h 1525016"/>
                <a:gd name="connsiteX88" fmla="*/ 1445581 w 1522114"/>
                <a:gd name="connsiteY88" fmla="*/ 1318895 h 1525016"/>
                <a:gd name="connsiteX89" fmla="*/ 1403163 w 1522114"/>
                <a:gd name="connsiteY89" fmla="*/ 1266317 h 1525016"/>
                <a:gd name="connsiteX90" fmla="*/ 1296229 w 1522114"/>
                <a:gd name="connsiteY90" fmla="*/ 1221359 h 1525016"/>
                <a:gd name="connsiteX91" fmla="*/ 1489269 w 1522114"/>
                <a:gd name="connsiteY91" fmla="*/ 1249045 h 1525016"/>
                <a:gd name="connsiteX92" fmla="*/ 1491174 w 1522114"/>
                <a:gd name="connsiteY92" fmla="*/ 1229233 h 1525016"/>
                <a:gd name="connsiteX93" fmla="*/ 1235269 w 1522114"/>
                <a:gd name="connsiteY93" fmla="*/ 1137285 h 1525016"/>
                <a:gd name="connsiteX94" fmla="*/ 1341060 w 1522114"/>
                <a:gd name="connsiteY94" fmla="*/ 1060831 h 1525016"/>
                <a:gd name="connsiteX95" fmla="*/ 1301944 w 1522114"/>
                <a:gd name="connsiteY95" fmla="*/ 1021842 h 1525016"/>
                <a:gd name="connsiteX96" fmla="*/ 1154370 w 1522114"/>
                <a:gd name="connsiteY96" fmla="*/ 1103757 h 1525016"/>
                <a:gd name="connsiteX97" fmla="*/ 857063 w 1522114"/>
                <a:gd name="connsiteY97" fmla="*/ 1070610 h 1525016"/>
                <a:gd name="connsiteX98" fmla="*/ 878272 w 1522114"/>
                <a:gd name="connsiteY98" fmla="*/ 1189990 h 1525016"/>
                <a:gd name="connsiteX99" fmla="*/ 905704 w 1522114"/>
                <a:gd name="connsiteY99" fmla="*/ 1429893 h 1525016"/>
                <a:gd name="connsiteX100" fmla="*/ 1188660 w 1522114"/>
                <a:gd name="connsiteY100" fmla="*/ 1363472 h 1525016"/>
                <a:gd name="connsiteX101" fmla="*/ 1073344 w 1522114"/>
                <a:gd name="connsiteY101" fmla="*/ 1189355 h 1525016"/>
                <a:gd name="connsiteX102" fmla="*/ 973522 w 1522114"/>
                <a:gd name="connsiteY102" fmla="*/ 1327277 h 1525016"/>
                <a:gd name="connsiteX103" fmla="*/ 945201 w 1522114"/>
                <a:gd name="connsiteY103" fmla="*/ 1376680 h 1525016"/>
                <a:gd name="connsiteX104" fmla="*/ 974665 w 1522114"/>
                <a:gd name="connsiteY104" fmla="*/ 1255903 h 1525016"/>
                <a:gd name="connsiteX105" fmla="*/ 857063 w 1522114"/>
                <a:gd name="connsiteY105" fmla="*/ 1070610 h 1525016"/>
                <a:gd name="connsiteX0" fmla="*/ 1014924 w 1522114"/>
                <a:gd name="connsiteY0" fmla="*/ 26162 h 1525016"/>
                <a:gd name="connsiteX1" fmla="*/ 1100903 w 1522114"/>
                <a:gd name="connsiteY1" fmla="*/ 613537 h 1525016"/>
                <a:gd name="connsiteX2" fmla="*/ 1075122 w 1522114"/>
                <a:gd name="connsiteY2" fmla="*/ 695960 h 1525016"/>
                <a:gd name="connsiteX3" fmla="*/ 994858 w 1522114"/>
                <a:gd name="connsiteY3" fmla="*/ 780288 h 1525016"/>
                <a:gd name="connsiteX4" fmla="*/ 900370 w 1522114"/>
                <a:gd name="connsiteY4" fmla="*/ 875284 h 1525016"/>
                <a:gd name="connsiteX5" fmla="*/ 765623 w 1522114"/>
                <a:gd name="connsiteY5" fmla="*/ 937514 h 1525016"/>
                <a:gd name="connsiteX6" fmla="*/ 993715 w 1522114"/>
                <a:gd name="connsiteY6" fmla="*/ 1240663 h 1525016"/>
                <a:gd name="connsiteX7" fmla="*/ 1109666 w 1522114"/>
                <a:gd name="connsiteY7" fmla="*/ 1110742 h 1525016"/>
                <a:gd name="connsiteX8" fmla="*/ 1283275 w 1522114"/>
                <a:gd name="connsiteY8" fmla="*/ 1000125 h 1525016"/>
                <a:gd name="connsiteX9" fmla="*/ 1372810 w 1522114"/>
                <a:gd name="connsiteY9" fmla="*/ 1048258 h 1525016"/>
                <a:gd name="connsiteX10" fmla="*/ 1290260 w 1522114"/>
                <a:gd name="connsiteY10" fmla="*/ 1133475 h 1525016"/>
                <a:gd name="connsiteX11" fmla="*/ 1514796 w 1522114"/>
                <a:gd name="connsiteY11" fmla="*/ 1214755 h 1525016"/>
                <a:gd name="connsiteX12" fmla="*/ 1460440 w 1522114"/>
                <a:gd name="connsiteY12" fmla="*/ 1279779 h 1525016"/>
                <a:gd name="connsiteX13" fmla="*/ 1460821 w 1522114"/>
                <a:gd name="connsiteY13" fmla="*/ 1327912 h 1525016"/>
                <a:gd name="connsiteX14" fmla="*/ 1403163 w 1522114"/>
                <a:gd name="connsiteY14" fmla="*/ 1349121 h 1525016"/>
                <a:gd name="connsiteX15" fmla="*/ 1396686 w 1522114"/>
                <a:gd name="connsiteY15" fmla="*/ 1379474 h 1525016"/>
                <a:gd name="connsiteX16" fmla="*/ 1222569 w 1522114"/>
                <a:gd name="connsiteY16" fmla="*/ 1371346 h 1525016"/>
                <a:gd name="connsiteX17" fmla="*/ 1041340 w 1522114"/>
                <a:gd name="connsiteY17" fmla="*/ 1472565 h 1525016"/>
                <a:gd name="connsiteX18" fmla="*/ 907228 w 1522114"/>
                <a:gd name="connsiteY18" fmla="*/ 1459484 h 1525016"/>
                <a:gd name="connsiteX19" fmla="*/ 909260 w 1522114"/>
                <a:gd name="connsiteY19" fmla="*/ 1515364 h 1525016"/>
                <a:gd name="connsiteX20" fmla="*/ 884622 w 1522114"/>
                <a:gd name="connsiteY20" fmla="*/ 1513840 h 1525016"/>
                <a:gd name="connsiteX21" fmla="*/ 878780 w 1522114"/>
                <a:gd name="connsiteY21" fmla="*/ 1439418 h 1525016"/>
                <a:gd name="connsiteX22" fmla="*/ 820106 w 1522114"/>
                <a:gd name="connsiteY22" fmla="*/ 1033780 h 1525016"/>
                <a:gd name="connsiteX23" fmla="*/ 747208 w 1522114"/>
                <a:gd name="connsiteY23" fmla="*/ 961009 h 1525016"/>
                <a:gd name="connsiteX24" fmla="*/ 424882 w 1522114"/>
                <a:gd name="connsiteY24" fmla="*/ 959358 h 1525016"/>
                <a:gd name="connsiteX25" fmla="*/ 337125 w 1522114"/>
                <a:gd name="connsiteY25" fmla="*/ 961517 h 1525016"/>
                <a:gd name="connsiteX26" fmla="*/ 407610 w 1522114"/>
                <a:gd name="connsiteY26" fmla="*/ 1173353 h 1525016"/>
                <a:gd name="connsiteX27" fmla="*/ 322774 w 1522114"/>
                <a:gd name="connsiteY27" fmla="*/ 1252474 h 1525016"/>
                <a:gd name="connsiteX28" fmla="*/ 288357 w 1522114"/>
                <a:gd name="connsiteY28" fmla="*/ 1477772 h 1525016"/>
                <a:gd name="connsiteX29" fmla="*/ 283023 w 1522114"/>
                <a:gd name="connsiteY29" fmla="*/ 1513840 h 1525016"/>
                <a:gd name="connsiteX30" fmla="*/ 259020 w 1522114"/>
                <a:gd name="connsiteY30" fmla="*/ 1518539 h 1525016"/>
                <a:gd name="connsiteX31" fmla="*/ 323409 w 1522114"/>
                <a:gd name="connsiteY31" fmla="*/ 1139190 h 1525016"/>
                <a:gd name="connsiteX32" fmla="*/ 305629 w 1522114"/>
                <a:gd name="connsiteY32" fmla="*/ 1055370 h 1525016"/>
                <a:gd name="connsiteX33" fmla="*/ 229556 w 1522114"/>
                <a:gd name="connsiteY33" fmla="*/ 1081532 h 1525016"/>
                <a:gd name="connsiteX34" fmla="*/ 18228 w 1522114"/>
                <a:gd name="connsiteY34" fmla="*/ 1512697 h 1525016"/>
                <a:gd name="connsiteX35" fmla="*/ 2099 w 1522114"/>
                <a:gd name="connsiteY35" fmla="*/ 1525016 h 1525016"/>
                <a:gd name="connsiteX36" fmla="*/ 17212 w 1522114"/>
                <a:gd name="connsiteY36" fmla="*/ 1428750 h 1525016"/>
                <a:gd name="connsiteX37" fmla="*/ 107001 w 1522114"/>
                <a:gd name="connsiteY37" fmla="*/ 1207770 h 1525016"/>
                <a:gd name="connsiteX38" fmla="*/ 216983 w 1522114"/>
                <a:gd name="connsiteY38" fmla="*/ 1057275 h 1525016"/>
                <a:gd name="connsiteX39" fmla="*/ 304867 w 1522114"/>
                <a:gd name="connsiteY39" fmla="*/ 955675 h 1525016"/>
                <a:gd name="connsiteX40" fmla="*/ 391481 w 1522114"/>
                <a:gd name="connsiteY40" fmla="*/ 921512 h 1525016"/>
                <a:gd name="connsiteX41" fmla="*/ 252924 w 1522114"/>
                <a:gd name="connsiteY41" fmla="*/ 841375 h 1525016"/>
                <a:gd name="connsiteX42" fmla="*/ 138243 w 1522114"/>
                <a:gd name="connsiteY42" fmla="*/ 726186 h 1525016"/>
                <a:gd name="connsiteX43" fmla="*/ 83633 w 1522114"/>
                <a:gd name="connsiteY43" fmla="*/ 643636 h 1525016"/>
                <a:gd name="connsiteX44" fmla="*/ 139767 w 1522114"/>
                <a:gd name="connsiteY44" fmla="*/ 409829 h 1525016"/>
                <a:gd name="connsiteX45" fmla="*/ 413198 w 1522114"/>
                <a:gd name="connsiteY45" fmla="*/ 163322 h 1525016"/>
                <a:gd name="connsiteX46" fmla="*/ 730698 w 1522114"/>
                <a:gd name="connsiteY46" fmla="*/ 160020 h 1525016"/>
                <a:gd name="connsiteX47" fmla="*/ 944058 w 1522114"/>
                <a:gd name="connsiteY47" fmla="*/ 286131 h 1525016"/>
                <a:gd name="connsiteX48" fmla="*/ 1076900 w 1522114"/>
                <a:gd name="connsiteY48" fmla="*/ 0 h 1525016"/>
                <a:gd name="connsiteX49" fmla="*/ 971617 w 1522114"/>
                <a:gd name="connsiteY49" fmla="*/ 322072 h 1525016"/>
                <a:gd name="connsiteX50" fmla="*/ 1070423 w 1522114"/>
                <a:gd name="connsiteY50" fmla="*/ 477139 h 1525016"/>
                <a:gd name="connsiteX51" fmla="*/ 1107507 w 1522114"/>
                <a:gd name="connsiteY51" fmla="*/ 581152 h 1525016"/>
                <a:gd name="connsiteX52" fmla="*/ 175327 w 1522114"/>
                <a:gd name="connsiteY52" fmla="*/ 393700 h 1525016"/>
                <a:gd name="connsiteX53" fmla="*/ 227270 w 1522114"/>
                <a:gd name="connsiteY53" fmla="*/ 410845 h 1525016"/>
                <a:gd name="connsiteX54" fmla="*/ 284801 w 1522114"/>
                <a:gd name="connsiteY54" fmla="*/ 565785 h 1525016"/>
                <a:gd name="connsiteX55" fmla="*/ 256607 w 1522114"/>
                <a:gd name="connsiteY55" fmla="*/ 706120 h 1525016"/>
                <a:gd name="connsiteX56" fmla="*/ 204283 w 1522114"/>
                <a:gd name="connsiteY56" fmla="*/ 752856 h 1525016"/>
                <a:gd name="connsiteX57" fmla="*/ 615128 w 1522114"/>
                <a:gd name="connsiteY57" fmla="*/ 929132 h 1525016"/>
                <a:gd name="connsiteX58" fmla="*/ 979491 w 1522114"/>
                <a:gd name="connsiteY58" fmla="*/ 756793 h 1525016"/>
                <a:gd name="connsiteX59" fmla="*/ 1018353 w 1522114"/>
                <a:gd name="connsiteY59" fmla="*/ 462788 h 1525016"/>
                <a:gd name="connsiteX60" fmla="*/ 672151 w 1522114"/>
                <a:gd name="connsiteY60" fmla="*/ 173863 h 1525016"/>
                <a:gd name="connsiteX61" fmla="*/ 175327 w 1522114"/>
                <a:gd name="connsiteY61" fmla="*/ 393700 h 1525016"/>
                <a:gd name="connsiteX62" fmla="*/ 159833 w 1522114"/>
                <a:gd name="connsiteY62" fmla="*/ 429006 h 1525016"/>
                <a:gd name="connsiteX63" fmla="*/ 104588 w 1522114"/>
                <a:gd name="connsiteY63" fmla="*/ 617220 h 1525016"/>
                <a:gd name="connsiteX64" fmla="*/ 197679 w 1522114"/>
                <a:gd name="connsiteY64" fmla="*/ 723265 h 1525016"/>
                <a:gd name="connsiteX65" fmla="*/ 250892 w 1522114"/>
                <a:gd name="connsiteY65" fmla="*/ 641477 h 1525016"/>
                <a:gd name="connsiteX66" fmla="*/ 234636 w 1522114"/>
                <a:gd name="connsiteY66" fmla="*/ 465709 h 1525016"/>
                <a:gd name="connsiteX67" fmla="*/ 159833 w 1522114"/>
                <a:gd name="connsiteY67" fmla="*/ 429006 h 1525016"/>
                <a:gd name="connsiteX68" fmla="*/ 1052135 w 1522114"/>
                <a:gd name="connsiteY68" fmla="*/ 487172 h 1525016"/>
                <a:gd name="connsiteX69" fmla="*/ 1041086 w 1522114"/>
                <a:gd name="connsiteY69" fmla="*/ 696214 h 1525016"/>
                <a:gd name="connsiteX70" fmla="*/ 1052135 w 1522114"/>
                <a:gd name="connsiteY70" fmla="*/ 487172 h 1525016"/>
                <a:gd name="connsiteX71" fmla="*/ 441011 w 1522114"/>
                <a:gd name="connsiteY71" fmla="*/ 934085 h 1525016"/>
                <a:gd name="connsiteX72" fmla="*/ 658816 w 1522114"/>
                <a:gd name="connsiteY72" fmla="*/ 967740 h 1525016"/>
                <a:gd name="connsiteX73" fmla="*/ 569154 w 1522114"/>
                <a:gd name="connsiteY73" fmla="*/ 951738 h 1525016"/>
                <a:gd name="connsiteX74" fmla="*/ 441011 w 1522114"/>
                <a:gd name="connsiteY74" fmla="*/ 934085 h 1525016"/>
                <a:gd name="connsiteX75" fmla="*/ 303597 w 1522114"/>
                <a:gd name="connsiteY75" fmla="*/ 984631 h 1525016"/>
                <a:gd name="connsiteX76" fmla="*/ 288992 w 1522114"/>
                <a:gd name="connsiteY76" fmla="*/ 1014222 h 1525016"/>
                <a:gd name="connsiteX77" fmla="*/ 345380 w 1522114"/>
                <a:gd name="connsiteY77" fmla="*/ 1064641 h 1525016"/>
                <a:gd name="connsiteX78" fmla="*/ 332934 w 1522114"/>
                <a:gd name="connsiteY78" fmla="*/ 1222502 h 1525016"/>
                <a:gd name="connsiteX79" fmla="*/ 384369 w 1522114"/>
                <a:gd name="connsiteY79" fmla="*/ 1151001 h 1525016"/>
                <a:gd name="connsiteX80" fmla="*/ 303597 w 1522114"/>
                <a:gd name="connsiteY80" fmla="*/ 984631 h 1525016"/>
                <a:gd name="connsiteX81" fmla="*/ 1154370 w 1522114"/>
                <a:gd name="connsiteY81" fmla="*/ 1103757 h 1525016"/>
                <a:gd name="connsiteX82" fmla="*/ 1130875 w 1522114"/>
                <a:gd name="connsiteY82" fmla="*/ 1296797 h 1525016"/>
                <a:gd name="connsiteX83" fmla="*/ 1261431 w 1522114"/>
                <a:gd name="connsiteY83" fmla="*/ 1352423 h 1525016"/>
                <a:gd name="connsiteX84" fmla="*/ 1374969 w 1522114"/>
                <a:gd name="connsiteY84" fmla="*/ 1363853 h 1525016"/>
                <a:gd name="connsiteX85" fmla="*/ 1357316 w 1522114"/>
                <a:gd name="connsiteY85" fmla="*/ 1335151 h 1525016"/>
                <a:gd name="connsiteX86" fmla="*/ 1258637 w 1522114"/>
                <a:gd name="connsiteY86" fmla="*/ 1275588 h 1525016"/>
                <a:gd name="connsiteX87" fmla="*/ 1445581 w 1522114"/>
                <a:gd name="connsiteY87" fmla="*/ 1318895 h 1525016"/>
                <a:gd name="connsiteX88" fmla="*/ 1403163 w 1522114"/>
                <a:gd name="connsiteY88" fmla="*/ 1266317 h 1525016"/>
                <a:gd name="connsiteX89" fmla="*/ 1296229 w 1522114"/>
                <a:gd name="connsiteY89" fmla="*/ 1221359 h 1525016"/>
                <a:gd name="connsiteX90" fmla="*/ 1489269 w 1522114"/>
                <a:gd name="connsiteY90" fmla="*/ 1249045 h 1525016"/>
                <a:gd name="connsiteX91" fmla="*/ 1491174 w 1522114"/>
                <a:gd name="connsiteY91" fmla="*/ 1229233 h 1525016"/>
                <a:gd name="connsiteX92" fmla="*/ 1235269 w 1522114"/>
                <a:gd name="connsiteY92" fmla="*/ 1137285 h 1525016"/>
                <a:gd name="connsiteX93" fmla="*/ 1341060 w 1522114"/>
                <a:gd name="connsiteY93" fmla="*/ 1060831 h 1525016"/>
                <a:gd name="connsiteX94" fmla="*/ 1301944 w 1522114"/>
                <a:gd name="connsiteY94" fmla="*/ 1021842 h 1525016"/>
                <a:gd name="connsiteX95" fmla="*/ 1154370 w 1522114"/>
                <a:gd name="connsiteY95" fmla="*/ 1103757 h 1525016"/>
                <a:gd name="connsiteX96" fmla="*/ 857063 w 1522114"/>
                <a:gd name="connsiteY96" fmla="*/ 1070610 h 1525016"/>
                <a:gd name="connsiteX97" fmla="*/ 878272 w 1522114"/>
                <a:gd name="connsiteY97" fmla="*/ 1189990 h 1525016"/>
                <a:gd name="connsiteX98" fmla="*/ 905704 w 1522114"/>
                <a:gd name="connsiteY98" fmla="*/ 1429893 h 1525016"/>
                <a:gd name="connsiteX99" fmla="*/ 1188660 w 1522114"/>
                <a:gd name="connsiteY99" fmla="*/ 1363472 h 1525016"/>
                <a:gd name="connsiteX100" fmla="*/ 1073344 w 1522114"/>
                <a:gd name="connsiteY100" fmla="*/ 1189355 h 1525016"/>
                <a:gd name="connsiteX101" fmla="*/ 973522 w 1522114"/>
                <a:gd name="connsiteY101" fmla="*/ 1327277 h 1525016"/>
                <a:gd name="connsiteX102" fmla="*/ 945201 w 1522114"/>
                <a:gd name="connsiteY102" fmla="*/ 1376680 h 1525016"/>
                <a:gd name="connsiteX103" fmla="*/ 974665 w 1522114"/>
                <a:gd name="connsiteY103" fmla="*/ 1255903 h 1525016"/>
                <a:gd name="connsiteX104" fmla="*/ 857063 w 1522114"/>
                <a:gd name="connsiteY104" fmla="*/ 1070610 h 1525016"/>
                <a:gd name="connsiteX0" fmla="*/ 1100903 w 1522114"/>
                <a:gd name="connsiteY0" fmla="*/ 613537 h 1525016"/>
                <a:gd name="connsiteX1" fmla="*/ 1075122 w 1522114"/>
                <a:gd name="connsiteY1" fmla="*/ 695960 h 1525016"/>
                <a:gd name="connsiteX2" fmla="*/ 994858 w 1522114"/>
                <a:gd name="connsiteY2" fmla="*/ 780288 h 1525016"/>
                <a:gd name="connsiteX3" fmla="*/ 900370 w 1522114"/>
                <a:gd name="connsiteY3" fmla="*/ 875284 h 1525016"/>
                <a:gd name="connsiteX4" fmla="*/ 765623 w 1522114"/>
                <a:gd name="connsiteY4" fmla="*/ 937514 h 1525016"/>
                <a:gd name="connsiteX5" fmla="*/ 993715 w 1522114"/>
                <a:gd name="connsiteY5" fmla="*/ 1240663 h 1525016"/>
                <a:gd name="connsiteX6" fmla="*/ 1109666 w 1522114"/>
                <a:gd name="connsiteY6" fmla="*/ 1110742 h 1525016"/>
                <a:gd name="connsiteX7" fmla="*/ 1283275 w 1522114"/>
                <a:gd name="connsiteY7" fmla="*/ 1000125 h 1525016"/>
                <a:gd name="connsiteX8" fmla="*/ 1372810 w 1522114"/>
                <a:gd name="connsiteY8" fmla="*/ 1048258 h 1525016"/>
                <a:gd name="connsiteX9" fmla="*/ 1290260 w 1522114"/>
                <a:gd name="connsiteY9" fmla="*/ 1133475 h 1525016"/>
                <a:gd name="connsiteX10" fmla="*/ 1514796 w 1522114"/>
                <a:gd name="connsiteY10" fmla="*/ 1214755 h 1525016"/>
                <a:gd name="connsiteX11" fmla="*/ 1460440 w 1522114"/>
                <a:gd name="connsiteY11" fmla="*/ 1279779 h 1525016"/>
                <a:gd name="connsiteX12" fmla="*/ 1460821 w 1522114"/>
                <a:gd name="connsiteY12" fmla="*/ 1327912 h 1525016"/>
                <a:gd name="connsiteX13" fmla="*/ 1403163 w 1522114"/>
                <a:gd name="connsiteY13" fmla="*/ 1349121 h 1525016"/>
                <a:gd name="connsiteX14" fmla="*/ 1396686 w 1522114"/>
                <a:gd name="connsiteY14" fmla="*/ 1379474 h 1525016"/>
                <a:gd name="connsiteX15" fmla="*/ 1222569 w 1522114"/>
                <a:gd name="connsiteY15" fmla="*/ 1371346 h 1525016"/>
                <a:gd name="connsiteX16" fmla="*/ 1041340 w 1522114"/>
                <a:gd name="connsiteY16" fmla="*/ 1472565 h 1525016"/>
                <a:gd name="connsiteX17" fmla="*/ 907228 w 1522114"/>
                <a:gd name="connsiteY17" fmla="*/ 1459484 h 1525016"/>
                <a:gd name="connsiteX18" fmla="*/ 909260 w 1522114"/>
                <a:gd name="connsiteY18" fmla="*/ 1515364 h 1525016"/>
                <a:gd name="connsiteX19" fmla="*/ 884622 w 1522114"/>
                <a:gd name="connsiteY19" fmla="*/ 1513840 h 1525016"/>
                <a:gd name="connsiteX20" fmla="*/ 878780 w 1522114"/>
                <a:gd name="connsiteY20" fmla="*/ 1439418 h 1525016"/>
                <a:gd name="connsiteX21" fmla="*/ 820106 w 1522114"/>
                <a:gd name="connsiteY21" fmla="*/ 1033780 h 1525016"/>
                <a:gd name="connsiteX22" fmla="*/ 747208 w 1522114"/>
                <a:gd name="connsiteY22" fmla="*/ 961009 h 1525016"/>
                <a:gd name="connsiteX23" fmla="*/ 424882 w 1522114"/>
                <a:gd name="connsiteY23" fmla="*/ 959358 h 1525016"/>
                <a:gd name="connsiteX24" fmla="*/ 337125 w 1522114"/>
                <a:gd name="connsiteY24" fmla="*/ 961517 h 1525016"/>
                <a:gd name="connsiteX25" fmla="*/ 407610 w 1522114"/>
                <a:gd name="connsiteY25" fmla="*/ 1173353 h 1525016"/>
                <a:gd name="connsiteX26" fmla="*/ 322774 w 1522114"/>
                <a:gd name="connsiteY26" fmla="*/ 1252474 h 1525016"/>
                <a:gd name="connsiteX27" fmla="*/ 288357 w 1522114"/>
                <a:gd name="connsiteY27" fmla="*/ 1477772 h 1525016"/>
                <a:gd name="connsiteX28" fmla="*/ 283023 w 1522114"/>
                <a:gd name="connsiteY28" fmla="*/ 1513840 h 1525016"/>
                <a:gd name="connsiteX29" fmla="*/ 259020 w 1522114"/>
                <a:gd name="connsiteY29" fmla="*/ 1518539 h 1525016"/>
                <a:gd name="connsiteX30" fmla="*/ 323409 w 1522114"/>
                <a:gd name="connsiteY30" fmla="*/ 1139190 h 1525016"/>
                <a:gd name="connsiteX31" fmla="*/ 305629 w 1522114"/>
                <a:gd name="connsiteY31" fmla="*/ 1055370 h 1525016"/>
                <a:gd name="connsiteX32" fmla="*/ 229556 w 1522114"/>
                <a:gd name="connsiteY32" fmla="*/ 1081532 h 1525016"/>
                <a:gd name="connsiteX33" fmla="*/ 18228 w 1522114"/>
                <a:gd name="connsiteY33" fmla="*/ 1512697 h 1525016"/>
                <a:gd name="connsiteX34" fmla="*/ 2099 w 1522114"/>
                <a:gd name="connsiteY34" fmla="*/ 1525016 h 1525016"/>
                <a:gd name="connsiteX35" fmla="*/ 17212 w 1522114"/>
                <a:gd name="connsiteY35" fmla="*/ 1428750 h 1525016"/>
                <a:gd name="connsiteX36" fmla="*/ 107001 w 1522114"/>
                <a:gd name="connsiteY36" fmla="*/ 1207770 h 1525016"/>
                <a:gd name="connsiteX37" fmla="*/ 216983 w 1522114"/>
                <a:gd name="connsiteY37" fmla="*/ 1057275 h 1525016"/>
                <a:gd name="connsiteX38" fmla="*/ 304867 w 1522114"/>
                <a:gd name="connsiteY38" fmla="*/ 955675 h 1525016"/>
                <a:gd name="connsiteX39" fmla="*/ 391481 w 1522114"/>
                <a:gd name="connsiteY39" fmla="*/ 921512 h 1525016"/>
                <a:gd name="connsiteX40" fmla="*/ 252924 w 1522114"/>
                <a:gd name="connsiteY40" fmla="*/ 841375 h 1525016"/>
                <a:gd name="connsiteX41" fmla="*/ 138243 w 1522114"/>
                <a:gd name="connsiteY41" fmla="*/ 726186 h 1525016"/>
                <a:gd name="connsiteX42" fmla="*/ 83633 w 1522114"/>
                <a:gd name="connsiteY42" fmla="*/ 643636 h 1525016"/>
                <a:gd name="connsiteX43" fmla="*/ 139767 w 1522114"/>
                <a:gd name="connsiteY43" fmla="*/ 409829 h 1525016"/>
                <a:gd name="connsiteX44" fmla="*/ 413198 w 1522114"/>
                <a:gd name="connsiteY44" fmla="*/ 163322 h 1525016"/>
                <a:gd name="connsiteX45" fmla="*/ 730698 w 1522114"/>
                <a:gd name="connsiteY45" fmla="*/ 160020 h 1525016"/>
                <a:gd name="connsiteX46" fmla="*/ 944058 w 1522114"/>
                <a:gd name="connsiteY46" fmla="*/ 286131 h 1525016"/>
                <a:gd name="connsiteX47" fmla="*/ 1076900 w 1522114"/>
                <a:gd name="connsiteY47" fmla="*/ 0 h 1525016"/>
                <a:gd name="connsiteX48" fmla="*/ 971617 w 1522114"/>
                <a:gd name="connsiteY48" fmla="*/ 322072 h 1525016"/>
                <a:gd name="connsiteX49" fmla="*/ 1070423 w 1522114"/>
                <a:gd name="connsiteY49" fmla="*/ 477139 h 1525016"/>
                <a:gd name="connsiteX50" fmla="*/ 1107507 w 1522114"/>
                <a:gd name="connsiteY50" fmla="*/ 581152 h 1525016"/>
                <a:gd name="connsiteX51" fmla="*/ 175327 w 1522114"/>
                <a:gd name="connsiteY51" fmla="*/ 393700 h 1525016"/>
                <a:gd name="connsiteX52" fmla="*/ 227270 w 1522114"/>
                <a:gd name="connsiteY52" fmla="*/ 410845 h 1525016"/>
                <a:gd name="connsiteX53" fmla="*/ 284801 w 1522114"/>
                <a:gd name="connsiteY53" fmla="*/ 565785 h 1525016"/>
                <a:gd name="connsiteX54" fmla="*/ 256607 w 1522114"/>
                <a:gd name="connsiteY54" fmla="*/ 706120 h 1525016"/>
                <a:gd name="connsiteX55" fmla="*/ 204283 w 1522114"/>
                <a:gd name="connsiteY55" fmla="*/ 752856 h 1525016"/>
                <a:gd name="connsiteX56" fmla="*/ 615128 w 1522114"/>
                <a:gd name="connsiteY56" fmla="*/ 929132 h 1525016"/>
                <a:gd name="connsiteX57" fmla="*/ 979491 w 1522114"/>
                <a:gd name="connsiteY57" fmla="*/ 756793 h 1525016"/>
                <a:gd name="connsiteX58" fmla="*/ 1018353 w 1522114"/>
                <a:gd name="connsiteY58" fmla="*/ 462788 h 1525016"/>
                <a:gd name="connsiteX59" fmla="*/ 672151 w 1522114"/>
                <a:gd name="connsiteY59" fmla="*/ 173863 h 1525016"/>
                <a:gd name="connsiteX60" fmla="*/ 175327 w 1522114"/>
                <a:gd name="connsiteY60" fmla="*/ 393700 h 1525016"/>
                <a:gd name="connsiteX61" fmla="*/ 159833 w 1522114"/>
                <a:gd name="connsiteY61" fmla="*/ 429006 h 1525016"/>
                <a:gd name="connsiteX62" fmla="*/ 104588 w 1522114"/>
                <a:gd name="connsiteY62" fmla="*/ 617220 h 1525016"/>
                <a:gd name="connsiteX63" fmla="*/ 197679 w 1522114"/>
                <a:gd name="connsiteY63" fmla="*/ 723265 h 1525016"/>
                <a:gd name="connsiteX64" fmla="*/ 250892 w 1522114"/>
                <a:gd name="connsiteY64" fmla="*/ 641477 h 1525016"/>
                <a:gd name="connsiteX65" fmla="*/ 234636 w 1522114"/>
                <a:gd name="connsiteY65" fmla="*/ 465709 h 1525016"/>
                <a:gd name="connsiteX66" fmla="*/ 159833 w 1522114"/>
                <a:gd name="connsiteY66" fmla="*/ 429006 h 1525016"/>
                <a:gd name="connsiteX67" fmla="*/ 1052135 w 1522114"/>
                <a:gd name="connsiteY67" fmla="*/ 487172 h 1525016"/>
                <a:gd name="connsiteX68" fmla="*/ 1041086 w 1522114"/>
                <a:gd name="connsiteY68" fmla="*/ 696214 h 1525016"/>
                <a:gd name="connsiteX69" fmla="*/ 1052135 w 1522114"/>
                <a:gd name="connsiteY69" fmla="*/ 487172 h 1525016"/>
                <a:gd name="connsiteX70" fmla="*/ 441011 w 1522114"/>
                <a:gd name="connsiteY70" fmla="*/ 934085 h 1525016"/>
                <a:gd name="connsiteX71" fmla="*/ 658816 w 1522114"/>
                <a:gd name="connsiteY71" fmla="*/ 967740 h 1525016"/>
                <a:gd name="connsiteX72" fmla="*/ 569154 w 1522114"/>
                <a:gd name="connsiteY72" fmla="*/ 951738 h 1525016"/>
                <a:gd name="connsiteX73" fmla="*/ 441011 w 1522114"/>
                <a:gd name="connsiteY73" fmla="*/ 934085 h 1525016"/>
                <a:gd name="connsiteX74" fmla="*/ 303597 w 1522114"/>
                <a:gd name="connsiteY74" fmla="*/ 984631 h 1525016"/>
                <a:gd name="connsiteX75" fmla="*/ 288992 w 1522114"/>
                <a:gd name="connsiteY75" fmla="*/ 1014222 h 1525016"/>
                <a:gd name="connsiteX76" fmla="*/ 345380 w 1522114"/>
                <a:gd name="connsiteY76" fmla="*/ 1064641 h 1525016"/>
                <a:gd name="connsiteX77" fmla="*/ 332934 w 1522114"/>
                <a:gd name="connsiteY77" fmla="*/ 1222502 h 1525016"/>
                <a:gd name="connsiteX78" fmla="*/ 384369 w 1522114"/>
                <a:gd name="connsiteY78" fmla="*/ 1151001 h 1525016"/>
                <a:gd name="connsiteX79" fmla="*/ 303597 w 1522114"/>
                <a:gd name="connsiteY79" fmla="*/ 984631 h 1525016"/>
                <a:gd name="connsiteX80" fmla="*/ 1154370 w 1522114"/>
                <a:gd name="connsiteY80" fmla="*/ 1103757 h 1525016"/>
                <a:gd name="connsiteX81" fmla="*/ 1130875 w 1522114"/>
                <a:gd name="connsiteY81" fmla="*/ 1296797 h 1525016"/>
                <a:gd name="connsiteX82" fmla="*/ 1261431 w 1522114"/>
                <a:gd name="connsiteY82" fmla="*/ 1352423 h 1525016"/>
                <a:gd name="connsiteX83" fmla="*/ 1374969 w 1522114"/>
                <a:gd name="connsiteY83" fmla="*/ 1363853 h 1525016"/>
                <a:gd name="connsiteX84" fmla="*/ 1357316 w 1522114"/>
                <a:gd name="connsiteY84" fmla="*/ 1335151 h 1525016"/>
                <a:gd name="connsiteX85" fmla="*/ 1258637 w 1522114"/>
                <a:gd name="connsiteY85" fmla="*/ 1275588 h 1525016"/>
                <a:gd name="connsiteX86" fmla="*/ 1445581 w 1522114"/>
                <a:gd name="connsiteY86" fmla="*/ 1318895 h 1525016"/>
                <a:gd name="connsiteX87" fmla="*/ 1403163 w 1522114"/>
                <a:gd name="connsiteY87" fmla="*/ 1266317 h 1525016"/>
                <a:gd name="connsiteX88" fmla="*/ 1296229 w 1522114"/>
                <a:gd name="connsiteY88" fmla="*/ 1221359 h 1525016"/>
                <a:gd name="connsiteX89" fmla="*/ 1489269 w 1522114"/>
                <a:gd name="connsiteY89" fmla="*/ 1249045 h 1525016"/>
                <a:gd name="connsiteX90" fmla="*/ 1491174 w 1522114"/>
                <a:gd name="connsiteY90" fmla="*/ 1229233 h 1525016"/>
                <a:gd name="connsiteX91" fmla="*/ 1235269 w 1522114"/>
                <a:gd name="connsiteY91" fmla="*/ 1137285 h 1525016"/>
                <a:gd name="connsiteX92" fmla="*/ 1341060 w 1522114"/>
                <a:gd name="connsiteY92" fmla="*/ 1060831 h 1525016"/>
                <a:gd name="connsiteX93" fmla="*/ 1301944 w 1522114"/>
                <a:gd name="connsiteY93" fmla="*/ 1021842 h 1525016"/>
                <a:gd name="connsiteX94" fmla="*/ 1154370 w 1522114"/>
                <a:gd name="connsiteY94" fmla="*/ 1103757 h 1525016"/>
                <a:gd name="connsiteX95" fmla="*/ 857063 w 1522114"/>
                <a:gd name="connsiteY95" fmla="*/ 1070610 h 1525016"/>
                <a:gd name="connsiteX96" fmla="*/ 878272 w 1522114"/>
                <a:gd name="connsiteY96" fmla="*/ 1189990 h 1525016"/>
                <a:gd name="connsiteX97" fmla="*/ 905704 w 1522114"/>
                <a:gd name="connsiteY97" fmla="*/ 1429893 h 1525016"/>
                <a:gd name="connsiteX98" fmla="*/ 1188660 w 1522114"/>
                <a:gd name="connsiteY98" fmla="*/ 1363472 h 1525016"/>
                <a:gd name="connsiteX99" fmla="*/ 1073344 w 1522114"/>
                <a:gd name="connsiteY99" fmla="*/ 1189355 h 1525016"/>
                <a:gd name="connsiteX100" fmla="*/ 973522 w 1522114"/>
                <a:gd name="connsiteY100" fmla="*/ 1327277 h 1525016"/>
                <a:gd name="connsiteX101" fmla="*/ 945201 w 1522114"/>
                <a:gd name="connsiteY101" fmla="*/ 1376680 h 1525016"/>
                <a:gd name="connsiteX102" fmla="*/ 974665 w 1522114"/>
                <a:gd name="connsiteY102" fmla="*/ 1255903 h 1525016"/>
                <a:gd name="connsiteX103" fmla="*/ 857063 w 1522114"/>
                <a:gd name="connsiteY103" fmla="*/ 1070610 h 1525016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4058 w 1522114"/>
                <a:gd name="connsiteY46" fmla="*/ 143947 h 1382832"/>
                <a:gd name="connsiteX47" fmla="*/ 971617 w 1522114"/>
                <a:gd name="connsiteY47" fmla="*/ 179888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4058 w 1522114"/>
                <a:gd name="connsiteY46" fmla="*/ 143947 h 1382832"/>
                <a:gd name="connsiteX47" fmla="*/ 1053234 w 1522114"/>
                <a:gd name="connsiteY47" fmla="*/ 174057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4058 w 1522114"/>
                <a:gd name="connsiteY46" fmla="*/ 143947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107507 w 1522114"/>
                <a:gd name="connsiteY49" fmla="*/ 438968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229733 w 1522114"/>
                <a:gd name="connsiteY49" fmla="*/ 384357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063298 w 1522114"/>
                <a:gd name="connsiteY49" fmla="*/ 269933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021689 w 1522114"/>
                <a:gd name="connsiteY49" fmla="*/ 212721 h 1382832"/>
                <a:gd name="connsiteX50" fmla="*/ 175327 w 1522114"/>
                <a:gd name="connsiteY50" fmla="*/ 251516 h 1382832"/>
                <a:gd name="connsiteX51" fmla="*/ 227270 w 1522114"/>
                <a:gd name="connsiteY51" fmla="*/ 268661 h 1382832"/>
                <a:gd name="connsiteX52" fmla="*/ 284801 w 1522114"/>
                <a:gd name="connsiteY52" fmla="*/ 423601 h 1382832"/>
                <a:gd name="connsiteX53" fmla="*/ 256607 w 1522114"/>
                <a:gd name="connsiteY53" fmla="*/ 563936 h 1382832"/>
                <a:gd name="connsiteX54" fmla="*/ 204283 w 1522114"/>
                <a:gd name="connsiteY54" fmla="*/ 610672 h 1382832"/>
                <a:gd name="connsiteX55" fmla="*/ 615128 w 1522114"/>
                <a:gd name="connsiteY55" fmla="*/ 786948 h 1382832"/>
                <a:gd name="connsiteX56" fmla="*/ 979491 w 1522114"/>
                <a:gd name="connsiteY56" fmla="*/ 614609 h 1382832"/>
                <a:gd name="connsiteX57" fmla="*/ 1018353 w 1522114"/>
                <a:gd name="connsiteY57" fmla="*/ 320604 h 1382832"/>
                <a:gd name="connsiteX58" fmla="*/ 672151 w 1522114"/>
                <a:gd name="connsiteY58" fmla="*/ 31679 h 1382832"/>
                <a:gd name="connsiteX59" fmla="*/ 175327 w 1522114"/>
                <a:gd name="connsiteY59" fmla="*/ 251516 h 1382832"/>
                <a:gd name="connsiteX60" fmla="*/ 159833 w 1522114"/>
                <a:gd name="connsiteY60" fmla="*/ 286822 h 1382832"/>
                <a:gd name="connsiteX61" fmla="*/ 104588 w 1522114"/>
                <a:gd name="connsiteY61" fmla="*/ 475036 h 1382832"/>
                <a:gd name="connsiteX62" fmla="*/ 197679 w 1522114"/>
                <a:gd name="connsiteY62" fmla="*/ 581081 h 1382832"/>
                <a:gd name="connsiteX63" fmla="*/ 250892 w 1522114"/>
                <a:gd name="connsiteY63" fmla="*/ 499293 h 1382832"/>
                <a:gd name="connsiteX64" fmla="*/ 234636 w 1522114"/>
                <a:gd name="connsiteY64" fmla="*/ 323525 h 1382832"/>
                <a:gd name="connsiteX65" fmla="*/ 159833 w 1522114"/>
                <a:gd name="connsiteY65" fmla="*/ 286822 h 1382832"/>
                <a:gd name="connsiteX66" fmla="*/ 1052135 w 1522114"/>
                <a:gd name="connsiteY66" fmla="*/ 344988 h 1382832"/>
                <a:gd name="connsiteX67" fmla="*/ 1041086 w 1522114"/>
                <a:gd name="connsiteY67" fmla="*/ 554030 h 1382832"/>
                <a:gd name="connsiteX68" fmla="*/ 1052135 w 1522114"/>
                <a:gd name="connsiteY68" fmla="*/ 344988 h 1382832"/>
                <a:gd name="connsiteX69" fmla="*/ 441011 w 1522114"/>
                <a:gd name="connsiteY69" fmla="*/ 791901 h 1382832"/>
                <a:gd name="connsiteX70" fmla="*/ 658816 w 1522114"/>
                <a:gd name="connsiteY70" fmla="*/ 825556 h 1382832"/>
                <a:gd name="connsiteX71" fmla="*/ 569154 w 1522114"/>
                <a:gd name="connsiteY71" fmla="*/ 809554 h 1382832"/>
                <a:gd name="connsiteX72" fmla="*/ 441011 w 1522114"/>
                <a:gd name="connsiteY72" fmla="*/ 791901 h 1382832"/>
                <a:gd name="connsiteX73" fmla="*/ 303597 w 1522114"/>
                <a:gd name="connsiteY73" fmla="*/ 842447 h 1382832"/>
                <a:gd name="connsiteX74" fmla="*/ 288992 w 1522114"/>
                <a:gd name="connsiteY74" fmla="*/ 872038 h 1382832"/>
                <a:gd name="connsiteX75" fmla="*/ 345380 w 1522114"/>
                <a:gd name="connsiteY75" fmla="*/ 922457 h 1382832"/>
                <a:gd name="connsiteX76" fmla="*/ 332934 w 1522114"/>
                <a:gd name="connsiteY76" fmla="*/ 1080318 h 1382832"/>
                <a:gd name="connsiteX77" fmla="*/ 384369 w 1522114"/>
                <a:gd name="connsiteY77" fmla="*/ 1008817 h 1382832"/>
                <a:gd name="connsiteX78" fmla="*/ 303597 w 1522114"/>
                <a:gd name="connsiteY78" fmla="*/ 842447 h 1382832"/>
                <a:gd name="connsiteX79" fmla="*/ 1154370 w 1522114"/>
                <a:gd name="connsiteY79" fmla="*/ 961573 h 1382832"/>
                <a:gd name="connsiteX80" fmla="*/ 1130875 w 1522114"/>
                <a:gd name="connsiteY80" fmla="*/ 1154613 h 1382832"/>
                <a:gd name="connsiteX81" fmla="*/ 1261431 w 1522114"/>
                <a:gd name="connsiteY81" fmla="*/ 1210239 h 1382832"/>
                <a:gd name="connsiteX82" fmla="*/ 1374969 w 1522114"/>
                <a:gd name="connsiteY82" fmla="*/ 1221669 h 1382832"/>
                <a:gd name="connsiteX83" fmla="*/ 1357316 w 1522114"/>
                <a:gd name="connsiteY83" fmla="*/ 1192967 h 1382832"/>
                <a:gd name="connsiteX84" fmla="*/ 1258637 w 1522114"/>
                <a:gd name="connsiteY84" fmla="*/ 1133404 h 1382832"/>
                <a:gd name="connsiteX85" fmla="*/ 1445581 w 1522114"/>
                <a:gd name="connsiteY85" fmla="*/ 1176711 h 1382832"/>
                <a:gd name="connsiteX86" fmla="*/ 1403163 w 1522114"/>
                <a:gd name="connsiteY86" fmla="*/ 1124133 h 1382832"/>
                <a:gd name="connsiteX87" fmla="*/ 1296229 w 1522114"/>
                <a:gd name="connsiteY87" fmla="*/ 1079175 h 1382832"/>
                <a:gd name="connsiteX88" fmla="*/ 1489269 w 1522114"/>
                <a:gd name="connsiteY88" fmla="*/ 1106861 h 1382832"/>
                <a:gd name="connsiteX89" fmla="*/ 1491174 w 1522114"/>
                <a:gd name="connsiteY89" fmla="*/ 1087049 h 1382832"/>
                <a:gd name="connsiteX90" fmla="*/ 1235269 w 1522114"/>
                <a:gd name="connsiteY90" fmla="*/ 995101 h 1382832"/>
                <a:gd name="connsiteX91" fmla="*/ 1341060 w 1522114"/>
                <a:gd name="connsiteY91" fmla="*/ 918647 h 1382832"/>
                <a:gd name="connsiteX92" fmla="*/ 1301944 w 1522114"/>
                <a:gd name="connsiteY92" fmla="*/ 879658 h 1382832"/>
                <a:gd name="connsiteX93" fmla="*/ 1154370 w 1522114"/>
                <a:gd name="connsiteY93" fmla="*/ 961573 h 1382832"/>
                <a:gd name="connsiteX94" fmla="*/ 857063 w 1522114"/>
                <a:gd name="connsiteY94" fmla="*/ 928426 h 1382832"/>
                <a:gd name="connsiteX95" fmla="*/ 878272 w 1522114"/>
                <a:gd name="connsiteY95" fmla="*/ 1047806 h 1382832"/>
                <a:gd name="connsiteX96" fmla="*/ 905704 w 1522114"/>
                <a:gd name="connsiteY96" fmla="*/ 1287709 h 1382832"/>
                <a:gd name="connsiteX97" fmla="*/ 1188660 w 1522114"/>
                <a:gd name="connsiteY97" fmla="*/ 1221288 h 1382832"/>
                <a:gd name="connsiteX98" fmla="*/ 1073344 w 1522114"/>
                <a:gd name="connsiteY98" fmla="*/ 1047171 h 1382832"/>
                <a:gd name="connsiteX99" fmla="*/ 973522 w 1522114"/>
                <a:gd name="connsiteY99" fmla="*/ 1185093 h 1382832"/>
                <a:gd name="connsiteX100" fmla="*/ 945201 w 1522114"/>
                <a:gd name="connsiteY100" fmla="*/ 1234496 h 1382832"/>
                <a:gd name="connsiteX101" fmla="*/ 974665 w 1522114"/>
                <a:gd name="connsiteY101" fmla="*/ 1113719 h 1382832"/>
                <a:gd name="connsiteX102" fmla="*/ 857063 w 1522114"/>
                <a:gd name="connsiteY102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064894 w 1522114"/>
                <a:gd name="connsiteY47" fmla="*/ 372269 h 1382832"/>
                <a:gd name="connsiteX48" fmla="*/ 1070423 w 1522114"/>
                <a:gd name="connsiteY48" fmla="*/ 334955 h 1382832"/>
                <a:gd name="connsiteX49" fmla="*/ 175327 w 1522114"/>
                <a:gd name="connsiteY49" fmla="*/ 251516 h 1382832"/>
                <a:gd name="connsiteX50" fmla="*/ 227270 w 1522114"/>
                <a:gd name="connsiteY50" fmla="*/ 268661 h 1382832"/>
                <a:gd name="connsiteX51" fmla="*/ 284801 w 1522114"/>
                <a:gd name="connsiteY51" fmla="*/ 423601 h 1382832"/>
                <a:gd name="connsiteX52" fmla="*/ 256607 w 1522114"/>
                <a:gd name="connsiteY52" fmla="*/ 563936 h 1382832"/>
                <a:gd name="connsiteX53" fmla="*/ 204283 w 1522114"/>
                <a:gd name="connsiteY53" fmla="*/ 610672 h 1382832"/>
                <a:gd name="connsiteX54" fmla="*/ 615128 w 1522114"/>
                <a:gd name="connsiteY54" fmla="*/ 786948 h 1382832"/>
                <a:gd name="connsiteX55" fmla="*/ 979491 w 1522114"/>
                <a:gd name="connsiteY55" fmla="*/ 614609 h 1382832"/>
                <a:gd name="connsiteX56" fmla="*/ 1018353 w 1522114"/>
                <a:gd name="connsiteY56" fmla="*/ 320604 h 1382832"/>
                <a:gd name="connsiteX57" fmla="*/ 672151 w 1522114"/>
                <a:gd name="connsiteY57" fmla="*/ 31679 h 1382832"/>
                <a:gd name="connsiteX58" fmla="*/ 175327 w 1522114"/>
                <a:gd name="connsiteY58" fmla="*/ 251516 h 1382832"/>
                <a:gd name="connsiteX59" fmla="*/ 159833 w 1522114"/>
                <a:gd name="connsiteY59" fmla="*/ 286822 h 1382832"/>
                <a:gd name="connsiteX60" fmla="*/ 104588 w 1522114"/>
                <a:gd name="connsiteY60" fmla="*/ 475036 h 1382832"/>
                <a:gd name="connsiteX61" fmla="*/ 197679 w 1522114"/>
                <a:gd name="connsiteY61" fmla="*/ 581081 h 1382832"/>
                <a:gd name="connsiteX62" fmla="*/ 250892 w 1522114"/>
                <a:gd name="connsiteY62" fmla="*/ 499293 h 1382832"/>
                <a:gd name="connsiteX63" fmla="*/ 234636 w 1522114"/>
                <a:gd name="connsiteY63" fmla="*/ 323525 h 1382832"/>
                <a:gd name="connsiteX64" fmla="*/ 159833 w 1522114"/>
                <a:gd name="connsiteY64" fmla="*/ 286822 h 1382832"/>
                <a:gd name="connsiteX65" fmla="*/ 1052135 w 1522114"/>
                <a:gd name="connsiteY65" fmla="*/ 344988 h 1382832"/>
                <a:gd name="connsiteX66" fmla="*/ 1041086 w 1522114"/>
                <a:gd name="connsiteY66" fmla="*/ 554030 h 1382832"/>
                <a:gd name="connsiteX67" fmla="*/ 1052135 w 1522114"/>
                <a:gd name="connsiteY67" fmla="*/ 344988 h 1382832"/>
                <a:gd name="connsiteX68" fmla="*/ 441011 w 1522114"/>
                <a:gd name="connsiteY68" fmla="*/ 791901 h 1382832"/>
                <a:gd name="connsiteX69" fmla="*/ 658816 w 1522114"/>
                <a:gd name="connsiteY69" fmla="*/ 825556 h 1382832"/>
                <a:gd name="connsiteX70" fmla="*/ 569154 w 1522114"/>
                <a:gd name="connsiteY70" fmla="*/ 809554 h 1382832"/>
                <a:gd name="connsiteX71" fmla="*/ 441011 w 1522114"/>
                <a:gd name="connsiteY71" fmla="*/ 791901 h 1382832"/>
                <a:gd name="connsiteX72" fmla="*/ 303597 w 1522114"/>
                <a:gd name="connsiteY72" fmla="*/ 842447 h 1382832"/>
                <a:gd name="connsiteX73" fmla="*/ 288992 w 1522114"/>
                <a:gd name="connsiteY73" fmla="*/ 872038 h 1382832"/>
                <a:gd name="connsiteX74" fmla="*/ 345380 w 1522114"/>
                <a:gd name="connsiteY74" fmla="*/ 922457 h 1382832"/>
                <a:gd name="connsiteX75" fmla="*/ 332934 w 1522114"/>
                <a:gd name="connsiteY75" fmla="*/ 1080318 h 1382832"/>
                <a:gd name="connsiteX76" fmla="*/ 384369 w 1522114"/>
                <a:gd name="connsiteY76" fmla="*/ 1008817 h 1382832"/>
                <a:gd name="connsiteX77" fmla="*/ 303597 w 1522114"/>
                <a:gd name="connsiteY77" fmla="*/ 842447 h 1382832"/>
                <a:gd name="connsiteX78" fmla="*/ 1154370 w 1522114"/>
                <a:gd name="connsiteY78" fmla="*/ 961573 h 1382832"/>
                <a:gd name="connsiteX79" fmla="*/ 1130875 w 1522114"/>
                <a:gd name="connsiteY79" fmla="*/ 1154613 h 1382832"/>
                <a:gd name="connsiteX80" fmla="*/ 1261431 w 1522114"/>
                <a:gd name="connsiteY80" fmla="*/ 1210239 h 1382832"/>
                <a:gd name="connsiteX81" fmla="*/ 1374969 w 1522114"/>
                <a:gd name="connsiteY81" fmla="*/ 1221669 h 1382832"/>
                <a:gd name="connsiteX82" fmla="*/ 1357316 w 1522114"/>
                <a:gd name="connsiteY82" fmla="*/ 1192967 h 1382832"/>
                <a:gd name="connsiteX83" fmla="*/ 1258637 w 1522114"/>
                <a:gd name="connsiteY83" fmla="*/ 1133404 h 1382832"/>
                <a:gd name="connsiteX84" fmla="*/ 1445581 w 1522114"/>
                <a:gd name="connsiteY84" fmla="*/ 1176711 h 1382832"/>
                <a:gd name="connsiteX85" fmla="*/ 1403163 w 1522114"/>
                <a:gd name="connsiteY85" fmla="*/ 1124133 h 1382832"/>
                <a:gd name="connsiteX86" fmla="*/ 1296229 w 1522114"/>
                <a:gd name="connsiteY86" fmla="*/ 1079175 h 1382832"/>
                <a:gd name="connsiteX87" fmla="*/ 1489269 w 1522114"/>
                <a:gd name="connsiteY87" fmla="*/ 1106861 h 1382832"/>
                <a:gd name="connsiteX88" fmla="*/ 1491174 w 1522114"/>
                <a:gd name="connsiteY88" fmla="*/ 1087049 h 1382832"/>
                <a:gd name="connsiteX89" fmla="*/ 1235269 w 1522114"/>
                <a:gd name="connsiteY89" fmla="*/ 995101 h 1382832"/>
                <a:gd name="connsiteX90" fmla="*/ 1341060 w 1522114"/>
                <a:gd name="connsiteY90" fmla="*/ 918647 h 1382832"/>
                <a:gd name="connsiteX91" fmla="*/ 1301944 w 1522114"/>
                <a:gd name="connsiteY91" fmla="*/ 879658 h 1382832"/>
                <a:gd name="connsiteX92" fmla="*/ 1154370 w 1522114"/>
                <a:gd name="connsiteY92" fmla="*/ 961573 h 1382832"/>
                <a:gd name="connsiteX93" fmla="*/ 857063 w 1522114"/>
                <a:gd name="connsiteY93" fmla="*/ 928426 h 1382832"/>
                <a:gd name="connsiteX94" fmla="*/ 878272 w 1522114"/>
                <a:gd name="connsiteY94" fmla="*/ 1047806 h 1382832"/>
                <a:gd name="connsiteX95" fmla="*/ 905704 w 1522114"/>
                <a:gd name="connsiteY95" fmla="*/ 1287709 h 1382832"/>
                <a:gd name="connsiteX96" fmla="*/ 1188660 w 1522114"/>
                <a:gd name="connsiteY96" fmla="*/ 1221288 h 1382832"/>
                <a:gd name="connsiteX97" fmla="*/ 1073344 w 1522114"/>
                <a:gd name="connsiteY97" fmla="*/ 1047171 h 1382832"/>
                <a:gd name="connsiteX98" fmla="*/ 973522 w 1522114"/>
                <a:gd name="connsiteY98" fmla="*/ 1185093 h 1382832"/>
                <a:gd name="connsiteX99" fmla="*/ 945201 w 1522114"/>
                <a:gd name="connsiteY99" fmla="*/ 1234496 h 1382832"/>
                <a:gd name="connsiteX100" fmla="*/ 974665 w 1522114"/>
                <a:gd name="connsiteY100" fmla="*/ 1113719 h 1382832"/>
                <a:gd name="connsiteX101" fmla="*/ 857063 w 1522114"/>
                <a:gd name="connsiteY101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52135 w 1522114"/>
                <a:gd name="connsiteY63" fmla="*/ 344988 h 1382832"/>
                <a:gd name="connsiteX64" fmla="*/ 1041086 w 1522114"/>
                <a:gd name="connsiteY64" fmla="*/ 554030 h 1382832"/>
                <a:gd name="connsiteX65" fmla="*/ 1052135 w 1522114"/>
                <a:gd name="connsiteY65" fmla="*/ 34498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52135 w 1522114"/>
                <a:gd name="connsiteY63" fmla="*/ 34498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36532 w 1522114"/>
                <a:gd name="connsiteY63" fmla="*/ 34498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153556 w 1522114"/>
                <a:gd name="connsiteY63" fmla="*/ 339787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171760 w 1522114"/>
                <a:gd name="connsiteY63" fmla="*/ 43860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36532 w 1522114"/>
                <a:gd name="connsiteY63" fmla="*/ 21496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955915 w 1522114"/>
                <a:gd name="connsiteY63" fmla="*/ 16555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955915 w 1522114"/>
                <a:gd name="connsiteY63" fmla="*/ 16555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955915 w 1522114"/>
                <a:gd name="connsiteY63" fmla="*/ 165551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202966 w 1522114"/>
                <a:gd name="connsiteY63" fmla="*/ 295578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49887 w 1522114"/>
                <a:gd name="connsiteY46" fmla="*/ 155606 h 1382832"/>
                <a:gd name="connsiteX47" fmla="*/ 175327 w 1522114"/>
                <a:gd name="connsiteY47" fmla="*/ 251516 h 1382832"/>
                <a:gd name="connsiteX48" fmla="*/ 227270 w 1522114"/>
                <a:gd name="connsiteY48" fmla="*/ 268661 h 1382832"/>
                <a:gd name="connsiteX49" fmla="*/ 284801 w 1522114"/>
                <a:gd name="connsiteY49" fmla="*/ 423601 h 1382832"/>
                <a:gd name="connsiteX50" fmla="*/ 256607 w 1522114"/>
                <a:gd name="connsiteY50" fmla="*/ 563936 h 1382832"/>
                <a:gd name="connsiteX51" fmla="*/ 204283 w 1522114"/>
                <a:gd name="connsiteY51" fmla="*/ 610672 h 1382832"/>
                <a:gd name="connsiteX52" fmla="*/ 615128 w 1522114"/>
                <a:gd name="connsiteY52" fmla="*/ 786948 h 1382832"/>
                <a:gd name="connsiteX53" fmla="*/ 979491 w 1522114"/>
                <a:gd name="connsiteY53" fmla="*/ 614609 h 1382832"/>
                <a:gd name="connsiteX54" fmla="*/ 1018353 w 1522114"/>
                <a:gd name="connsiteY54" fmla="*/ 320604 h 1382832"/>
                <a:gd name="connsiteX55" fmla="*/ 672151 w 1522114"/>
                <a:gd name="connsiteY55" fmla="*/ 31679 h 1382832"/>
                <a:gd name="connsiteX56" fmla="*/ 175327 w 1522114"/>
                <a:gd name="connsiteY56" fmla="*/ 251516 h 1382832"/>
                <a:gd name="connsiteX57" fmla="*/ 159833 w 1522114"/>
                <a:gd name="connsiteY57" fmla="*/ 286822 h 1382832"/>
                <a:gd name="connsiteX58" fmla="*/ 104588 w 1522114"/>
                <a:gd name="connsiteY58" fmla="*/ 475036 h 1382832"/>
                <a:gd name="connsiteX59" fmla="*/ 197679 w 1522114"/>
                <a:gd name="connsiteY59" fmla="*/ 581081 h 1382832"/>
                <a:gd name="connsiteX60" fmla="*/ 250892 w 1522114"/>
                <a:gd name="connsiteY60" fmla="*/ 499293 h 1382832"/>
                <a:gd name="connsiteX61" fmla="*/ 234636 w 1522114"/>
                <a:gd name="connsiteY61" fmla="*/ 323525 h 1382832"/>
                <a:gd name="connsiteX62" fmla="*/ 159833 w 1522114"/>
                <a:gd name="connsiteY62" fmla="*/ 286822 h 1382832"/>
                <a:gd name="connsiteX63" fmla="*/ 1041086 w 1522114"/>
                <a:gd name="connsiteY63" fmla="*/ 554030 h 1382832"/>
                <a:gd name="connsiteX64" fmla="*/ 1052135 w 1522114"/>
                <a:gd name="connsiteY64" fmla="*/ 394398 h 1382832"/>
                <a:gd name="connsiteX65" fmla="*/ 441011 w 1522114"/>
                <a:gd name="connsiteY65" fmla="*/ 791901 h 1382832"/>
                <a:gd name="connsiteX66" fmla="*/ 658816 w 1522114"/>
                <a:gd name="connsiteY66" fmla="*/ 825556 h 1382832"/>
                <a:gd name="connsiteX67" fmla="*/ 569154 w 1522114"/>
                <a:gd name="connsiteY67" fmla="*/ 809554 h 1382832"/>
                <a:gd name="connsiteX68" fmla="*/ 441011 w 1522114"/>
                <a:gd name="connsiteY68" fmla="*/ 791901 h 1382832"/>
                <a:gd name="connsiteX69" fmla="*/ 303597 w 1522114"/>
                <a:gd name="connsiteY69" fmla="*/ 842447 h 1382832"/>
                <a:gd name="connsiteX70" fmla="*/ 288992 w 1522114"/>
                <a:gd name="connsiteY70" fmla="*/ 872038 h 1382832"/>
                <a:gd name="connsiteX71" fmla="*/ 345380 w 1522114"/>
                <a:gd name="connsiteY71" fmla="*/ 922457 h 1382832"/>
                <a:gd name="connsiteX72" fmla="*/ 332934 w 1522114"/>
                <a:gd name="connsiteY72" fmla="*/ 1080318 h 1382832"/>
                <a:gd name="connsiteX73" fmla="*/ 384369 w 1522114"/>
                <a:gd name="connsiteY73" fmla="*/ 1008817 h 1382832"/>
                <a:gd name="connsiteX74" fmla="*/ 303597 w 1522114"/>
                <a:gd name="connsiteY74" fmla="*/ 842447 h 1382832"/>
                <a:gd name="connsiteX75" fmla="*/ 1154370 w 1522114"/>
                <a:gd name="connsiteY75" fmla="*/ 961573 h 1382832"/>
                <a:gd name="connsiteX76" fmla="*/ 1130875 w 1522114"/>
                <a:gd name="connsiteY76" fmla="*/ 1154613 h 1382832"/>
                <a:gd name="connsiteX77" fmla="*/ 1261431 w 1522114"/>
                <a:gd name="connsiteY77" fmla="*/ 1210239 h 1382832"/>
                <a:gd name="connsiteX78" fmla="*/ 1374969 w 1522114"/>
                <a:gd name="connsiteY78" fmla="*/ 1221669 h 1382832"/>
                <a:gd name="connsiteX79" fmla="*/ 1357316 w 1522114"/>
                <a:gd name="connsiteY79" fmla="*/ 1192967 h 1382832"/>
                <a:gd name="connsiteX80" fmla="*/ 1258637 w 1522114"/>
                <a:gd name="connsiteY80" fmla="*/ 1133404 h 1382832"/>
                <a:gd name="connsiteX81" fmla="*/ 1445581 w 1522114"/>
                <a:gd name="connsiteY81" fmla="*/ 1176711 h 1382832"/>
                <a:gd name="connsiteX82" fmla="*/ 1403163 w 1522114"/>
                <a:gd name="connsiteY82" fmla="*/ 1124133 h 1382832"/>
                <a:gd name="connsiteX83" fmla="*/ 1296229 w 1522114"/>
                <a:gd name="connsiteY83" fmla="*/ 1079175 h 1382832"/>
                <a:gd name="connsiteX84" fmla="*/ 1489269 w 1522114"/>
                <a:gd name="connsiteY84" fmla="*/ 1106861 h 1382832"/>
                <a:gd name="connsiteX85" fmla="*/ 1491174 w 1522114"/>
                <a:gd name="connsiteY85" fmla="*/ 1087049 h 1382832"/>
                <a:gd name="connsiteX86" fmla="*/ 1235269 w 1522114"/>
                <a:gd name="connsiteY86" fmla="*/ 995101 h 1382832"/>
                <a:gd name="connsiteX87" fmla="*/ 1341060 w 1522114"/>
                <a:gd name="connsiteY87" fmla="*/ 918647 h 1382832"/>
                <a:gd name="connsiteX88" fmla="*/ 1301944 w 1522114"/>
                <a:gd name="connsiteY88" fmla="*/ 879658 h 1382832"/>
                <a:gd name="connsiteX89" fmla="*/ 1154370 w 1522114"/>
                <a:gd name="connsiteY89" fmla="*/ 961573 h 1382832"/>
                <a:gd name="connsiteX90" fmla="*/ 857063 w 1522114"/>
                <a:gd name="connsiteY90" fmla="*/ 928426 h 1382832"/>
                <a:gd name="connsiteX91" fmla="*/ 878272 w 1522114"/>
                <a:gd name="connsiteY91" fmla="*/ 1047806 h 1382832"/>
                <a:gd name="connsiteX92" fmla="*/ 905704 w 1522114"/>
                <a:gd name="connsiteY92" fmla="*/ 1287709 h 1382832"/>
                <a:gd name="connsiteX93" fmla="*/ 1188660 w 1522114"/>
                <a:gd name="connsiteY93" fmla="*/ 1221288 h 1382832"/>
                <a:gd name="connsiteX94" fmla="*/ 1073344 w 1522114"/>
                <a:gd name="connsiteY94" fmla="*/ 1047171 h 1382832"/>
                <a:gd name="connsiteX95" fmla="*/ 973522 w 1522114"/>
                <a:gd name="connsiteY95" fmla="*/ 1185093 h 1382832"/>
                <a:gd name="connsiteX96" fmla="*/ 945201 w 1522114"/>
                <a:gd name="connsiteY96" fmla="*/ 1234496 h 1382832"/>
                <a:gd name="connsiteX97" fmla="*/ 974665 w 1522114"/>
                <a:gd name="connsiteY97" fmla="*/ 1113719 h 1382832"/>
                <a:gd name="connsiteX98" fmla="*/ 857063 w 1522114"/>
                <a:gd name="connsiteY98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949887 w 1522114"/>
                <a:gd name="connsiteY47" fmla="*/ 155606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962889 w 1522114"/>
                <a:gd name="connsiteY47" fmla="*/ 181611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38305 w 1522114"/>
                <a:gd name="connsiteY47" fmla="*/ 31944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38305 w 1522114"/>
                <a:gd name="connsiteY47" fmla="*/ 31944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38305 w 1522114"/>
                <a:gd name="connsiteY47" fmla="*/ 31944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2135 w 1522114"/>
                <a:gd name="connsiteY65" fmla="*/ 394398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  <a:gd name="connsiteX0" fmla="*/ 1100903 w 1522114"/>
                <a:gd name="connsiteY0" fmla="*/ 471353 h 1382832"/>
                <a:gd name="connsiteX1" fmla="*/ 1075122 w 1522114"/>
                <a:gd name="connsiteY1" fmla="*/ 553776 h 1382832"/>
                <a:gd name="connsiteX2" fmla="*/ 994858 w 1522114"/>
                <a:gd name="connsiteY2" fmla="*/ 638104 h 1382832"/>
                <a:gd name="connsiteX3" fmla="*/ 900370 w 1522114"/>
                <a:gd name="connsiteY3" fmla="*/ 733100 h 1382832"/>
                <a:gd name="connsiteX4" fmla="*/ 765623 w 1522114"/>
                <a:gd name="connsiteY4" fmla="*/ 795330 h 1382832"/>
                <a:gd name="connsiteX5" fmla="*/ 993715 w 1522114"/>
                <a:gd name="connsiteY5" fmla="*/ 1098479 h 1382832"/>
                <a:gd name="connsiteX6" fmla="*/ 1109666 w 1522114"/>
                <a:gd name="connsiteY6" fmla="*/ 968558 h 1382832"/>
                <a:gd name="connsiteX7" fmla="*/ 1283275 w 1522114"/>
                <a:gd name="connsiteY7" fmla="*/ 857941 h 1382832"/>
                <a:gd name="connsiteX8" fmla="*/ 1372810 w 1522114"/>
                <a:gd name="connsiteY8" fmla="*/ 906074 h 1382832"/>
                <a:gd name="connsiteX9" fmla="*/ 1290260 w 1522114"/>
                <a:gd name="connsiteY9" fmla="*/ 991291 h 1382832"/>
                <a:gd name="connsiteX10" fmla="*/ 1514796 w 1522114"/>
                <a:gd name="connsiteY10" fmla="*/ 1072571 h 1382832"/>
                <a:gd name="connsiteX11" fmla="*/ 1460440 w 1522114"/>
                <a:gd name="connsiteY11" fmla="*/ 1137595 h 1382832"/>
                <a:gd name="connsiteX12" fmla="*/ 1460821 w 1522114"/>
                <a:gd name="connsiteY12" fmla="*/ 1185728 h 1382832"/>
                <a:gd name="connsiteX13" fmla="*/ 1403163 w 1522114"/>
                <a:gd name="connsiteY13" fmla="*/ 1206937 h 1382832"/>
                <a:gd name="connsiteX14" fmla="*/ 1396686 w 1522114"/>
                <a:gd name="connsiteY14" fmla="*/ 1237290 h 1382832"/>
                <a:gd name="connsiteX15" fmla="*/ 1222569 w 1522114"/>
                <a:gd name="connsiteY15" fmla="*/ 1229162 h 1382832"/>
                <a:gd name="connsiteX16" fmla="*/ 1041340 w 1522114"/>
                <a:gd name="connsiteY16" fmla="*/ 1330381 h 1382832"/>
                <a:gd name="connsiteX17" fmla="*/ 907228 w 1522114"/>
                <a:gd name="connsiteY17" fmla="*/ 1317300 h 1382832"/>
                <a:gd name="connsiteX18" fmla="*/ 909260 w 1522114"/>
                <a:gd name="connsiteY18" fmla="*/ 1373180 h 1382832"/>
                <a:gd name="connsiteX19" fmla="*/ 884622 w 1522114"/>
                <a:gd name="connsiteY19" fmla="*/ 1371656 h 1382832"/>
                <a:gd name="connsiteX20" fmla="*/ 878780 w 1522114"/>
                <a:gd name="connsiteY20" fmla="*/ 1297234 h 1382832"/>
                <a:gd name="connsiteX21" fmla="*/ 820106 w 1522114"/>
                <a:gd name="connsiteY21" fmla="*/ 891596 h 1382832"/>
                <a:gd name="connsiteX22" fmla="*/ 747208 w 1522114"/>
                <a:gd name="connsiteY22" fmla="*/ 818825 h 1382832"/>
                <a:gd name="connsiteX23" fmla="*/ 424882 w 1522114"/>
                <a:gd name="connsiteY23" fmla="*/ 817174 h 1382832"/>
                <a:gd name="connsiteX24" fmla="*/ 337125 w 1522114"/>
                <a:gd name="connsiteY24" fmla="*/ 819333 h 1382832"/>
                <a:gd name="connsiteX25" fmla="*/ 407610 w 1522114"/>
                <a:gd name="connsiteY25" fmla="*/ 1031169 h 1382832"/>
                <a:gd name="connsiteX26" fmla="*/ 322774 w 1522114"/>
                <a:gd name="connsiteY26" fmla="*/ 1110290 h 1382832"/>
                <a:gd name="connsiteX27" fmla="*/ 288357 w 1522114"/>
                <a:gd name="connsiteY27" fmla="*/ 1335588 h 1382832"/>
                <a:gd name="connsiteX28" fmla="*/ 283023 w 1522114"/>
                <a:gd name="connsiteY28" fmla="*/ 1371656 h 1382832"/>
                <a:gd name="connsiteX29" fmla="*/ 259020 w 1522114"/>
                <a:gd name="connsiteY29" fmla="*/ 1376355 h 1382832"/>
                <a:gd name="connsiteX30" fmla="*/ 323409 w 1522114"/>
                <a:gd name="connsiteY30" fmla="*/ 997006 h 1382832"/>
                <a:gd name="connsiteX31" fmla="*/ 305629 w 1522114"/>
                <a:gd name="connsiteY31" fmla="*/ 913186 h 1382832"/>
                <a:gd name="connsiteX32" fmla="*/ 229556 w 1522114"/>
                <a:gd name="connsiteY32" fmla="*/ 939348 h 1382832"/>
                <a:gd name="connsiteX33" fmla="*/ 18228 w 1522114"/>
                <a:gd name="connsiteY33" fmla="*/ 1370513 h 1382832"/>
                <a:gd name="connsiteX34" fmla="*/ 2099 w 1522114"/>
                <a:gd name="connsiteY34" fmla="*/ 1382832 h 1382832"/>
                <a:gd name="connsiteX35" fmla="*/ 17212 w 1522114"/>
                <a:gd name="connsiteY35" fmla="*/ 1286566 h 1382832"/>
                <a:gd name="connsiteX36" fmla="*/ 107001 w 1522114"/>
                <a:gd name="connsiteY36" fmla="*/ 1065586 h 1382832"/>
                <a:gd name="connsiteX37" fmla="*/ 216983 w 1522114"/>
                <a:gd name="connsiteY37" fmla="*/ 915091 h 1382832"/>
                <a:gd name="connsiteX38" fmla="*/ 304867 w 1522114"/>
                <a:gd name="connsiteY38" fmla="*/ 813491 h 1382832"/>
                <a:gd name="connsiteX39" fmla="*/ 391481 w 1522114"/>
                <a:gd name="connsiteY39" fmla="*/ 779328 h 1382832"/>
                <a:gd name="connsiteX40" fmla="*/ 252924 w 1522114"/>
                <a:gd name="connsiteY40" fmla="*/ 699191 h 1382832"/>
                <a:gd name="connsiteX41" fmla="*/ 138243 w 1522114"/>
                <a:gd name="connsiteY41" fmla="*/ 584002 h 1382832"/>
                <a:gd name="connsiteX42" fmla="*/ 83633 w 1522114"/>
                <a:gd name="connsiteY42" fmla="*/ 501452 h 1382832"/>
                <a:gd name="connsiteX43" fmla="*/ 139767 w 1522114"/>
                <a:gd name="connsiteY43" fmla="*/ 267645 h 1382832"/>
                <a:gd name="connsiteX44" fmla="*/ 413198 w 1522114"/>
                <a:gd name="connsiteY44" fmla="*/ 21138 h 1382832"/>
                <a:gd name="connsiteX45" fmla="*/ 730698 w 1522114"/>
                <a:gd name="connsiteY45" fmla="*/ 17836 h 1382832"/>
                <a:gd name="connsiteX46" fmla="*/ 912643 w 1522114"/>
                <a:gd name="connsiteY46" fmla="*/ 121183 h 1382832"/>
                <a:gd name="connsiteX47" fmla="*/ 1056509 w 1522114"/>
                <a:gd name="connsiteY47" fmla="*/ 366250 h 1382832"/>
                <a:gd name="connsiteX48" fmla="*/ 175327 w 1522114"/>
                <a:gd name="connsiteY48" fmla="*/ 251516 h 1382832"/>
                <a:gd name="connsiteX49" fmla="*/ 227270 w 1522114"/>
                <a:gd name="connsiteY49" fmla="*/ 268661 h 1382832"/>
                <a:gd name="connsiteX50" fmla="*/ 284801 w 1522114"/>
                <a:gd name="connsiteY50" fmla="*/ 423601 h 1382832"/>
                <a:gd name="connsiteX51" fmla="*/ 256607 w 1522114"/>
                <a:gd name="connsiteY51" fmla="*/ 563936 h 1382832"/>
                <a:gd name="connsiteX52" fmla="*/ 204283 w 1522114"/>
                <a:gd name="connsiteY52" fmla="*/ 610672 h 1382832"/>
                <a:gd name="connsiteX53" fmla="*/ 615128 w 1522114"/>
                <a:gd name="connsiteY53" fmla="*/ 786948 h 1382832"/>
                <a:gd name="connsiteX54" fmla="*/ 979491 w 1522114"/>
                <a:gd name="connsiteY54" fmla="*/ 614609 h 1382832"/>
                <a:gd name="connsiteX55" fmla="*/ 1018353 w 1522114"/>
                <a:gd name="connsiteY55" fmla="*/ 320604 h 1382832"/>
                <a:gd name="connsiteX56" fmla="*/ 672151 w 1522114"/>
                <a:gd name="connsiteY56" fmla="*/ 31679 h 1382832"/>
                <a:gd name="connsiteX57" fmla="*/ 175327 w 1522114"/>
                <a:gd name="connsiteY57" fmla="*/ 251516 h 1382832"/>
                <a:gd name="connsiteX58" fmla="*/ 159833 w 1522114"/>
                <a:gd name="connsiteY58" fmla="*/ 286822 h 1382832"/>
                <a:gd name="connsiteX59" fmla="*/ 104588 w 1522114"/>
                <a:gd name="connsiteY59" fmla="*/ 475036 h 1382832"/>
                <a:gd name="connsiteX60" fmla="*/ 197679 w 1522114"/>
                <a:gd name="connsiteY60" fmla="*/ 581081 h 1382832"/>
                <a:gd name="connsiteX61" fmla="*/ 250892 w 1522114"/>
                <a:gd name="connsiteY61" fmla="*/ 499293 h 1382832"/>
                <a:gd name="connsiteX62" fmla="*/ 234636 w 1522114"/>
                <a:gd name="connsiteY62" fmla="*/ 323525 h 1382832"/>
                <a:gd name="connsiteX63" fmla="*/ 159833 w 1522114"/>
                <a:gd name="connsiteY63" fmla="*/ 286822 h 1382832"/>
                <a:gd name="connsiteX64" fmla="*/ 1041086 w 1522114"/>
                <a:gd name="connsiteY64" fmla="*/ 554030 h 1382832"/>
                <a:gd name="connsiteX65" fmla="*/ 1054736 w 1522114"/>
                <a:gd name="connsiteY65" fmla="*/ 415202 h 1382832"/>
                <a:gd name="connsiteX66" fmla="*/ 441011 w 1522114"/>
                <a:gd name="connsiteY66" fmla="*/ 791901 h 1382832"/>
                <a:gd name="connsiteX67" fmla="*/ 658816 w 1522114"/>
                <a:gd name="connsiteY67" fmla="*/ 825556 h 1382832"/>
                <a:gd name="connsiteX68" fmla="*/ 569154 w 1522114"/>
                <a:gd name="connsiteY68" fmla="*/ 809554 h 1382832"/>
                <a:gd name="connsiteX69" fmla="*/ 441011 w 1522114"/>
                <a:gd name="connsiteY69" fmla="*/ 791901 h 1382832"/>
                <a:gd name="connsiteX70" fmla="*/ 303597 w 1522114"/>
                <a:gd name="connsiteY70" fmla="*/ 842447 h 1382832"/>
                <a:gd name="connsiteX71" fmla="*/ 288992 w 1522114"/>
                <a:gd name="connsiteY71" fmla="*/ 872038 h 1382832"/>
                <a:gd name="connsiteX72" fmla="*/ 345380 w 1522114"/>
                <a:gd name="connsiteY72" fmla="*/ 922457 h 1382832"/>
                <a:gd name="connsiteX73" fmla="*/ 332934 w 1522114"/>
                <a:gd name="connsiteY73" fmla="*/ 1080318 h 1382832"/>
                <a:gd name="connsiteX74" fmla="*/ 384369 w 1522114"/>
                <a:gd name="connsiteY74" fmla="*/ 1008817 h 1382832"/>
                <a:gd name="connsiteX75" fmla="*/ 303597 w 1522114"/>
                <a:gd name="connsiteY75" fmla="*/ 842447 h 1382832"/>
                <a:gd name="connsiteX76" fmla="*/ 1154370 w 1522114"/>
                <a:gd name="connsiteY76" fmla="*/ 961573 h 1382832"/>
                <a:gd name="connsiteX77" fmla="*/ 1130875 w 1522114"/>
                <a:gd name="connsiteY77" fmla="*/ 1154613 h 1382832"/>
                <a:gd name="connsiteX78" fmla="*/ 1261431 w 1522114"/>
                <a:gd name="connsiteY78" fmla="*/ 1210239 h 1382832"/>
                <a:gd name="connsiteX79" fmla="*/ 1374969 w 1522114"/>
                <a:gd name="connsiteY79" fmla="*/ 1221669 h 1382832"/>
                <a:gd name="connsiteX80" fmla="*/ 1357316 w 1522114"/>
                <a:gd name="connsiteY80" fmla="*/ 1192967 h 1382832"/>
                <a:gd name="connsiteX81" fmla="*/ 1258637 w 1522114"/>
                <a:gd name="connsiteY81" fmla="*/ 1133404 h 1382832"/>
                <a:gd name="connsiteX82" fmla="*/ 1445581 w 1522114"/>
                <a:gd name="connsiteY82" fmla="*/ 1176711 h 1382832"/>
                <a:gd name="connsiteX83" fmla="*/ 1403163 w 1522114"/>
                <a:gd name="connsiteY83" fmla="*/ 1124133 h 1382832"/>
                <a:gd name="connsiteX84" fmla="*/ 1296229 w 1522114"/>
                <a:gd name="connsiteY84" fmla="*/ 1079175 h 1382832"/>
                <a:gd name="connsiteX85" fmla="*/ 1489269 w 1522114"/>
                <a:gd name="connsiteY85" fmla="*/ 1106861 h 1382832"/>
                <a:gd name="connsiteX86" fmla="*/ 1491174 w 1522114"/>
                <a:gd name="connsiteY86" fmla="*/ 1087049 h 1382832"/>
                <a:gd name="connsiteX87" fmla="*/ 1235269 w 1522114"/>
                <a:gd name="connsiteY87" fmla="*/ 995101 h 1382832"/>
                <a:gd name="connsiteX88" fmla="*/ 1341060 w 1522114"/>
                <a:gd name="connsiteY88" fmla="*/ 918647 h 1382832"/>
                <a:gd name="connsiteX89" fmla="*/ 1301944 w 1522114"/>
                <a:gd name="connsiteY89" fmla="*/ 879658 h 1382832"/>
                <a:gd name="connsiteX90" fmla="*/ 1154370 w 1522114"/>
                <a:gd name="connsiteY90" fmla="*/ 961573 h 1382832"/>
                <a:gd name="connsiteX91" fmla="*/ 857063 w 1522114"/>
                <a:gd name="connsiteY91" fmla="*/ 928426 h 1382832"/>
                <a:gd name="connsiteX92" fmla="*/ 878272 w 1522114"/>
                <a:gd name="connsiteY92" fmla="*/ 1047806 h 1382832"/>
                <a:gd name="connsiteX93" fmla="*/ 905704 w 1522114"/>
                <a:gd name="connsiteY93" fmla="*/ 1287709 h 1382832"/>
                <a:gd name="connsiteX94" fmla="*/ 1188660 w 1522114"/>
                <a:gd name="connsiteY94" fmla="*/ 1221288 h 1382832"/>
                <a:gd name="connsiteX95" fmla="*/ 1073344 w 1522114"/>
                <a:gd name="connsiteY95" fmla="*/ 1047171 h 1382832"/>
                <a:gd name="connsiteX96" fmla="*/ 973522 w 1522114"/>
                <a:gd name="connsiteY96" fmla="*/ 1185093 h 1382832"/>
                <a:gd name="connsiteX97" fmla="*/ 945201 w 1522114"/>
                <a:gd name="connsiteY97" fmla="*/ 1234496 h 1382832"/>
                <a:gd name="connsiteX98" fmla="*/ 974665 w 1522114"/>
                <a:gd name="connsiteY98" fmla="*/ 1113719 h 1382832"/>
                <a:gd name="connsiteX99" fmla="*/ 857063 w 1522114"/>
                <a:gd name="connsiteY99" fmla="*/ 928426 h 138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1522114" h="1382832">
                  <a:moveTo>
                    <a:pt x="1100903" y="471353"/>
                  </a:moveTo>
                  <a:cubicBezTo>
                    <a:pt x="1094934" y="499547"/>
                    <a:pt x="1090108" y="528757"/>
                    <a:pt x="1075122" y="553776"/>
                  </a:cubicBezTo>
                  <a:cubicBezTo>
                    <a:pt x="1055945" y="588574"/>
                    <a:pt x="1017718" y="606227"/>
                    <a:pt x="994858" y="638104"/>
                  </a:cubicBezTo>
                  <a:cubicBezTo>
                    <a:pt x="967680" y="673791"/>
                    <a:pt x="937454" y="707446"/>
                    <a:pt x="900370" y="733100"/>
                  </a:cubicBezTo>
                  <a:cubicBezTo>
                    <a:pt x="858841" y="760405"/>
                    <a:pt x="812613" y="779709"/>
                    <a:pt x="765623" y="795330"/>
                  </a:cubicBezTo>
                  <a:cubicBezTo>
                    <a:pt x="871160" y="870006"/>
                    <a:pt x="929834" y="989894"/>
                    <a:pt x="993715" y="1098479"/>
                  </a:cubicBezTo>
                  <a:cubicBezTo>
                    <a:pt x="1031561" y="1054537"/>
                    <a:pt x="1069915" y="1010976"/>
                    <a:pt x="1109666" y="968558"/>
                  </a:cubicBezTo>
                  <a:cubicBezTo>
                    <a:pt x="1156783" y="917123"/>
                    <a:pt x="1222442" y="889564"/>
                    <a:pt x="1283275" y="857941"/>
                  </a:cubicBezTo>
                  <a:cubicBezTo>
                    <a:pt x="1319978" y="840669"/>
                    <a:pt x="1372683" y="861624"/>
                    <a:pt x="1372810" y="906074"/>
                  </a:cubicBezTo>
                  <a:cubicBezTo>
                    <a:pt x="1369762" y="950778"/>
                    <a:pt x="1323534" y="970971"/>
                    <a:pt x="1290260" y="991291"/>
                  </a:cubicBezTo>
                  <a:cubicBezTo>
                    <a:pt x="1367222" y="1005896"/>
                    <a:pt x="1461583" y="1006150"/>
                    <a:pt x="1514796" y="1072571"/>
                  </a:cubicBezTo>
                  <a:cubicBezTo>
                    <a:pt x="1541974" y="1111179"/>
                    <a:pt x="1486602" y="1127308"/>
                    <a:pt x="1460440" y="1137595"/>
                  </a:cubicBezTo>
                  <a:cubicBezTo>
                    <a:pt x="1461202" y="1153597"/>
                    <a:pt x="1461329" y="1169599"/>
                    <a:pt x="1460821" y="1185728"/>
                  </a:cubicBezTo>
                  <a:cubicBezTo>
                    <a:pt x="1449010" y="1205413"/>
                    <a:pt x="1422213" y="1201222"/>
                    <a:pt x="1403163" y="1206937"/>
                  </a:cubicBezTo>
                  <a:cubicBezTo>
                    <a:pt x="1401639" y="1214557"/>
                    <a:pt x="1398337" y="1229670"/>
                    <a:pt x="1396686" y="1237290"/>
                  </a:cubicBezTo>
                  <a:cubicBezTo>
                    <a:pt x="1340679" y="1264722"/>
                    <a:pt x="1279719" y="1236909"/>
                    <a:pt x="1222569" y="1229162"/>
                  </a:cubicBezTo>
                  <a:cubicBezTo>
                    <a:pt x="1167578" y="1270945"/>
                    <a:pt x="1111952" y="1318951"/>
                    <a:pt x="1041340" y="1330381"/>
                  </a:cubicBezTo>
                  <a:cubicBezTo>
                    <a:pt x="996382" y="1342192"/>
                    <a:pt x="950662" y="1328857"/>
                    <a:pt x="907228" y="1317300"/>
                  </a:cubicBezTo>
                  <a:cubicBezTo>
                    <a:pt x="907863" y="1335842"/>
                    <a:pt x="908625" y="1354511"/>
                    <a:pt x="909260" y="1373180"/>
                  </a:cubicBezTo>
                  <a:lnTo>
                    <a:pt x="884622" y="1371656"/>
                  </a:lnTo>
                  <a:cubicBezTo>
                    <a:pt x="882336" y="1346764"/>
                    <a:pt x="880939" y="1321999"/>
                    <a:pt x="878780" y="1297234"/>
                  </a:cubicBezTo>
                  <a:cubicBezTo>
                    <a:pt x="867477" y="1160963"/>
                    <a:pt x="854904" y="1024184"/>
                    <a:pt x="820106" y="891596"/>
                  </a:cubicBezTo>
                  <a:cubicBezTo>
                    <a:pt x="811089" y="855020"/>
                    <a:pt x="777942" y="835335"/>
                    <a:pt x="747208" y="818825"/>
                  </a:cubicBezTo>
                  <a:cubicBezTo>
                    <a:pt x="648021" y="873562"/>
                    <a:pt x="526736" y="854893"/>
                    <a:pt x="424882" y="817174"/>
                  </a:cubicBezTo>
                  <a:cubicBezTo>
                    <a:pt x="396561" y="803966"/>
                    <a:pt x="366081" y="815523"/>
                    <a:pt x="337125" y="819333"/>
                  </a:cubicBezTo>
                  <a:cubicBezTo>
                    <a:pt x="379924" y="879785"/>
                    <a:pt x="430470" y="953572"/>
                    <a:pt x="407610" y="1031169"/>
                  </a:cubicBezTo>
                  <a:cubicBezTo>
                    <a:pt x="398085" y="1073079"/>
                    <a:pt x="358461" y="1093780"/>
                    <a:pt x="322774" y="1110290"/>
                  </a:cubicBezTo>
                  <a:cubicBezTo>
                    <a:pt x="311471" y="1185474"/>
                    <a:pt x="293945" y="1259642"/>
                    <a:pt x="288357" y="1335588"/>
                  </a:cubicBezTo>
                  <a:cubicBezTo>
                    <a:pt x="287087" y="1344605"/>
                    <a:pt x="284420" y="1362639"/>
                    <a:pt x="283023" y="1371656"/>
                  </a:cubicBezTo>
                  <a:lnTo>
                    <a:pt x="259020" y="1376355"/>
                  </a:lnTo>
                  <a:cubicBezTo>
                    <a:pt x="267021" y="1247958"/>
                    <a:pt x="295850" y="1122228"/>
                    <a:pt x="323409" y="997006"/>
                  </a:cubicBezTo>
                  <a:cubicBezTo>
                    <a:pt x="329124" y="968558"/>
                    <a:pt x="329632" y="933887"/>
                    <a:pt x="305629" y="913186"/>
                  </a:cubicBezTo>
                  <a:cubicBezTo>
                    <a:pt x="277181" y="895660"/>
                    <a:pt x="247844" y="918012"/>
                    <a:pt x="229556" y="939348"/>
                  </a:cubicBezTo>
                  <a:cubicBezTo>
                    <a:pt x="118812" y="1058728"/>
                    <a:pt x="60900" y="1215954"/>
                    <a:pt x="18228" y="1370513"/>
                  </a:cubicBezTo>
                  <a:lnTo>
                    <a:pt x="2099" y="1382832"/>
                  </a:lnTo>
                  <a:cubicBezTo>
                    <a:pt x="-5394" y="1349558"/>
                    <a:pt x="8957" y="1318062"/>
                    <a:pt x="17212" y="1286566"/>
                  </a:cubicBezTo>
                  <a:cubicBezTo>
                    <a:pt x="36516" y="1209096"/>
                    <a:pt x="70679" y="1136325"/>
                    <a:pt x="107001" y="1065586"/>
                  </a:cubicBezTo>
                  <a:cubicBezTo>
                    <a:pt x="137100" y="1010976"/>
                    <a:pt x="174184" y="960430"/>
                    <a:pt x="216983" y="915091"/>
                  </a:cubicBezTo>
                  <a:cubicBezTo>
                    <a:pt x="248352" y="882960"/>
                    <a:pt x="268545" y="840796"/>
                    <a:pt x="304867" y="813491"/>
                  </a:cubicBezTo>
                  <a:cubicBezTo>
                    <a:pt x="329886" y="793806"/>
                    <a:pt x="361763" y="787964"/>
                    <a:pt x="391481" y="779328"/>
                  </a:cubicBezTo>
                  <a:cubicBezTo>
                    <a:pt x="343475" y="756087"/>
                    <a:pt x="293564" y="734497"/>
                    <a:pt x="252924" y="699191"/>
                  </a:cubicBezTo>
                  <a:cubicBezTo>
                    <a:pt x="209236" y="665790"/>
                    <a:pt x="187392" y="610672"/>
                    <a:pt x="138243" y="584002"/>
                  </a:cubicBezTo>
                  <a:cubicBezTo>
                    <a:pt x="109033" y="565841"/>
                    <a:pt x="90491" y="534599"/>
                    <a:pt x="83633" y="501452"/>
                  </a:cubicBezTo>
                  <a:cubicBezTo>
                    <a:pt x="60900" y="421061"/>
                    <a:pt x="74616" y="324795"/>
                    <a:pt x="139767" y="267645"/>
                  </a:cubicBezTo>
                  <a:cubicBezTo>
                    <a:pt x="191075" y="151567"/>
                    <a:pt x="291278" y="58476"/>
                    <a:pt x="413198" y="21138"/>
                  </a:cubicBezTo>
                  <a:cubicBezTo>
                    <a:pt x="516830" y="-5278"/>
                    <a:pt x="626558" y="-7564"/>
                    <a:pt x="730698" y="17836"/>
                  </a:cubicBezTo>
                  <a:cubicBezTo>
                    <a:pt x="813939" y="34943"/>
                    <a:pt x="876112" y="98221"/>
                    <a:pt x="912643" y="121183"/>
                  </a:cubicBezTo>
                  <a:cubicBezTo>
                    <a:pt x="972579" y="183153"/>
                    <a:pt x="1025963" y="238339"/>
                    <a:pt x="1056509" y="366250"/>
                  </a:cubicBezTo>
                  <a:moveTo>
                    <a:pt x="175327" y="251516"/>
                  </a:moveTo>
                  <a:cubicBezTo>
                    <a:pt x="192726" y="256977"/>
                    <a:pt x="209998" y="262692"/>
                    <a:pt x="227270" y="268661"/>
                  </a:cubicBezTo>
                  <a:cubicBezTo>
                    <a:pt x="268418" y="309682"/>
                    <a:pt x="275276" y="369245"/>
                    <a:pt x="284801" y="423601"/>
                  </a:cubicBezTo>
                  <a:cubicBezTo>
                    <a:pt x="288484" y="471988"/>
                    <a:pt x="270450" y="518470"/>
                    <a:pt x="256607" y="563936"/>
                  </a:cubicBezTo>
                  <a:cubicBezTo>
                    <a:pt x="239970" y="580446"/>
                    <a:pt x="222571" y="596067"/>
                    <a:pt x="204283" y="610672"/>
                  </a:cubicBezTo>
                  <a:cubicBezTo>
                    <a:pt x="296231" y="739450"/>
                    <a:pt x="463490" y="787710"/>
                    <a:pt x="615128" y="786948"/>
                  </a:cubicBezTo>
                  <a:cubicBezTo>
                    <a:pt x="754447" y="793552"/>
                    <a:pt x="900243" y="732338"/>
                    <a:pt x="979491" y="614609"/>
                  </a:cubicBezTo>
                  <a:cubicBezTo>
                    <a:pt x="1036133" y="529773"/>
                    <a:pt x="1058231" y="416743"/>
                    <a:pt x="1018353" y="320604"/>
                  </a:cubicBezTo>
                  <a:cubicBezTo>
                    <a:pt x="969077" y="169474"/>
                    <a:pt x="828742" y="54793"/>
                    <a:pt x="672151" y="31679"/>
                  </a:cubicBezTo>
                  <a:cubicBezTo>
                    <a:pt x="483302" y="-10739"/>
                    <a:pt x="265878" y="75748"/>
                    <a:pt x="175327" y="251516"/>
                  </a:cubicBezTo>
                  <a:moveTo>
                    <a:pt x="159833" y="286822"/>
                  </a:moveTo>
                  <a:cubicBezTo>
                    <a:pt x="97349" y="324033"/>
                    <a:pt x="93285" y="410901"/>
                    <a:pt x="104588" y="475036"/>
                  </a:cubicBezTo>
                  <a:cubicBezTo>
                    <a:pt x="109414" y="523804"/>
                    <a:pt x="139767" y="587050"/>
                    <a:pt x="197679" y="581081"/>
                  </a:cubicBezTo>
                  <a:cubicBezTo>
                    <a:pt x="231715" y="568635"/>
                    <a:pt x="242129" y="530535"/>
                    <a:pt x="250892" y="499293"/>
                  </a:cubicBezTo>
                  <a:cubicBezTo>
                    <a:pt x="268926" y="441127"/>
                    <a:pt x="256353" y="378770"/>
                    <a:pt x="234636" y="323525"/>
                  </a:cubicBezTo>
                  <a:cubicBezTo>
                    <a:pt x="224095" y="294823"/>
                    <a:pt x="190059" y="268915"/>
                    <a:pt x="159833" y="286822"/>
                  </a:cubicBezTo>
                  <a:moveTo>
                    <a:pt x="1041086" y="554030"/>
                  </a:moveTo>
                  <a:cubicBezTo>
                    <a:pt x="1085663" y="495356"/>
                    <a:pt x="1087629" y="479337"/>
                    <a:pt x="1054736" y="415202"/>
                  </a:cubicBezTo>
                  <a:moveTo>
                    <a:pt x="441011" y="791901"/>
                  </a:moveTo>
                  <a:cubicBezTo>
                    <a:pt x="504003" y="832922"/>
                    <a:pt x="586553" y="833176"/>
                    <a:pt x="658816" y="825556"/>
                  </a:cubicBezTo>
                  <a:cubicBezTo>
                    <a:pt x="631384" y="810316"/>
                    <a:pt x="599507" y="811840"/>
                    <a:pt x="569154" y="809554"/>
                  </a:cubicBezTo>
                  <a:cubicBezTo>
                    <a:pt x="526101" y="806633"/>
                    <a:pt x="483937" y="796981"/>
                    <a:pt x="441011" y="791901"/>
                  </a:cubicBezTo>
                  <a:moveTo>
                    <a:pt x="303597" y="842447"/>
                  </a:moveTo>
                  <a:cubicBezTo>
                    <a:pt x="298771" y="852226"/>
                    <a:pt x="293818" y="862132"/>
                    <a:pt x="288992" y="872038"/>
                  </a:cubicBezTo>
                  <a:cubicBezTo>
                    <a:pt x="311725" y="883595"/>
                    <a:pt x="336363" y="896676"/>
                    <a:pt x="345380" y="922457"/>
                  </a:cubicBezTo>
                  <a:cubicBezTo>
                    <a:pt x="365446" y="974273"/>
                    <a:pt x="341062" y="1028629"/>
                    <a:pt x="332934" y="1080318"/>
                  </a:cubicBezTo>
                  <a:cubicBezTo>
                    <a:pt x="360620" y="1066221"/>
                    <a:pt x="386655" y="1042853"/>
                    <a:pt x="384369" y="1008817"/>
                  </a:cubicBezTo>
                  <a:cubicBezTo>
                    <a:pt x="387671" y="947349"/>
                    <a:pt x="365065" y="867593"/>
                    <a:pt x="303597" y="842447"/>
                  </a:cubicBezTo>
                  <a:moveTo>
                    <a:pt x="1154370" y="961573"/>
                  </a:moveTo>
                  <a:cubicBezTo>
                    <a:pt x="1093537" y="1003356"/>
                    <a:pt x="1079059" y="1100130"/>
                    <a:pt x="1130875" y="1154613"/>
                  </a:cubicBezTo>
                  <a:cubicBezTo>
                    <a:pt x="1164276" y="1191189"/>
                    <a:pt x="1215076" y="1200714"/>
                    <a:pt x="1261431" y="1210239"/>
                  </a:cubicBezTo>
                  <a:cubicBezTo>
                    <a:pt x="1298769" y="1216716"/>
                    <a:pt x="1336742" y="1229035"/>
                    <a:pt x="1374969" y="1221669"/>
                  </a:cubicBezTo>
                  <a:cubicBezTo>
                    <a:pt x="1378906" y="1205667"/>
                    <a:pt x="1373064" y="1196015"/>
                    <a:pt x="1357316" y="1192967"/>
                  </a:cubicBezTo>
                  <a:cubicBezTo>
                    <a:pt x="1323280" y="1175568"/>
                    <a:pt x="1272734" y="1175695"/>
                    <a:pt x="1258637" y="1133404"/>
                  </a:cubicBezTo>
                  <a:cubicBezTo>
                    <a:pt x="1322010" y="1145088"/>
                    <a:pt x="1378271" y="1187887"/>
                    <a:pt x="1445581" y="1176711"/>
                  </a:cubicBezTo>
                  <a:cubicBezTo>
                    <a:pt x="1434786" y="1157534"/>
                    <a:pt x="1430341" y="1126038"/>
                    <a:pt x="1403163" y="1124133"/>
                  </a:cubicBezTo>
                  <a:cubicBezTo>
                    <a:pt x="1367603" y="1109655"/>
                    <a:pt x="1310580" y="1123752"/>
                    <a:pt x="1296229" y="1079175"/>
                  </a:cubicBezTo>
                  <a:cubicBezTo>
                    <a:pt x="1361507" y="1082604"/>
                    <a:pt x="1423483" y="1111306"/>
                    <a:pt x="1489269" y="1106861"/>
                  </a:cubicBezTo>
                  <a:cubicBezTo>
                    <a:pt x="1489777" y="1101908"/>
                    <a:pt x="1490666" y="1092002"/>
                    <a:pt x="1491174" y="1087049"/>
                  </a:cubicBezTo>
                  <a:cubicBezTo>
                    <a:pt x="1425134" y="1015167"/>
                    <a:pt x="1315279" y="1039678"/>
                    <a:pt x="1235269" y="995101"/>
                  </a:cubicBezTo>
                  <a:cubicBezTo>
                    <a:pt x="1267400" y="965129"/>
                    <a:pt x="1315025" y="954969"/>
                    <a:pt x="1341060" y="918647"/>
                  </a:cubicBezTo>
                  <a:cubicBezTo>
                    <a:pt x="1357189" y="895533"/>
                    <a:pt x="1325185" y="867720"/>
                    <a:pt x="1301944" y="879658"/>
                  </a:cubicBezTo>
                  <a:cubicBezTo>
                    <a:pt x="1249620" y="900359"/>
                    <a:pt x="1200217" y="928807"/>
                    <a:pt x="1154370" y="961573"/>
                  </a:cubicBezTo>
                  <a:moveTo>
                    <a:pt x="857063" y="928426"/>
                  </a:moveTo>
                  <a:cubicBezTo>
                    <a:pt x="862905" y="968431"/>
                    <a:pt x="869509" y="1008309"/>
                    <a:pt x="878272" y="1047806"/>
                  </a:cubicBezTo>
                  <a:cubicBezTo>
                    <a:pt x="894655" y="1126800"/>
                    <a:pt x="890718" y="1208461"/>
                    <a:pt x="905704" y="1287709"/>
                  </a:cubicBezTo>
                  <a:cubicBezTo>
                    <a:pt x="1003113" y="1335334"/>
                    <a:pt x="1115635" y="1292789"/>
                    <a:pt x="1188660" y="1221288"/>
                  </a:cubicBezTo>
                  <a:cubicBezTo>
                    <a:pt x="1114238" y="1199063"/>
                    <a:pt x="1062930" y="1125403"/>
                    <a:pt x="1073344" y="1047171"/>
                  </a:cubicBezTo>
                  <a:cubicBezTo>
                    <a:pt x="1035625" y="1089335"/>
                    <a:pt x="991429" y="1129975"/>
                    <a:pt x="973522" y="1185093"/>
                  </a:cubicBezTo>
                  <a:cubicBezTo>
                    <a:pt x="968823" y="1204016"/>
                    <a:pt x="958917" y="1220653"/>
                    <a:pt x="945201" y="1234496"/>
                  </a:cubicBezTo>
                  <a:cubicBezTo>
                    <a:pt x="926659" y="1190300"/>
                    <a:pt x="968823" y="1153851"/>
                    <a:pt x="974665" y="1113719"/>
                  </a:cubicBezTo>
                  <a:cubicBezTo>
                    <a:pt x="938978" y="1049838"/>
                    <a:pt x="899481" y="988116"/>
                    <a:pt x="857063" y="928426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78" name="任意形状 1177">
              <a:extLst>
                <a:ext uri="{FF2B5EF4-FFF2-40B4-BE49-F238E27FC236}">
                  <a16:creationId xmlns:a16="http://schemas.microsoft.com/office/drawing/2014/main" id="{E89A984F-0B7A-1498-F463-E93E72007E0A}"/>
                </a:ext>
              </a:extLst>
            </p:cNvPr>
            <p:cNvSpPr/>
            <p:nvPr/>
          </p:nvSpPr>
          <p:spPr>
            <a:xfrm>
              <a:off x="473959" y="874495"/>
              <a:ext cx="356515" cy="277723"/>
            </a:xfrm>
            <a:custGeom>
              <a:avLst/>
              <a:gdLst>
                <a:gd name="connsiteX0" fmla="*/ 18840 w 654613"/>
                <a:gd name="connsiteY0" fmla="*/ 154795 h 509939"/>
                <a:gd name="connsiteX1" fmla="*/ 227374 w 654613"/>
                <a:gd name="connsiteY1" fmla="*/ 3792 h 509939"/>
                <a:gd name="connsiteX2" fmla="*/ 610406 w 654613"/>
                <a:gd name="connsiteY2" fmla="*/ 90660 h 509939"/>
                <a:gd name="connsiteX3" fmla="*/ 643299 w 654613"/>
                <a:gd name="connsiteY3" fmla="*/ 311132 h 509939"/>
                <a:gd name="connsiteX4" fmla="*/ 430828 w 654613"/>
                <a:gd name="connsiteY4" fmla="*/ 499346 h 509939"/>
                <a:gd name="connsiteX5" fmla="*/ 113455 w 654613"/>
                <a:gd name="connsiteY5" fmla="*/ 453626 h 509939"/>
                <a:gd name="connsiteX6" fmla="*/ 18840 w 654613"/>
                <a:gd name="connsiteY6" fmla="*/ 154795 h 509939"/>
                <a:gd name="connsiteX7" fmla="*/ 193592 w 654613"/>
                <a:gd name="connsiteY7" fmla="*/ 34653 h 509939"/>
                <a:gd name="connsiteX8" fmla="*/ 41573 w 654613"/>
                <a:gd name="connsiteY8" fmla="*/ 331198 h 509939"/>
                <a:gd name="connsiteX9" fmla="*/ 145332 w 654613"/>
                <a:gd name="connsiteY9" fmla="*/ 441815 h 509939"/>
                <a:gd name="connsiteX10" fmla="*/ 405682 w 654613"/>
                <a:gd name="connsiteY10" fmla="*/ 479407 h 509939"/>
                <a:gd name="connsiteX11" fmla="*/ 625773 w 654613"/>
                <a:gd name="connsiteY11" fmla="*/ 257665 h 509939"/>
                <a:gd name="connsiteX12" fmla="*/ 578656 w 654613"/>
                <a:gd name="connsiteY12" fmla="*/ 97518 h 509939"/>
                <a:gd name="connsiteX13" fmla="*/ 193592 w 654613"/>
                <a:gd name="connsiteY13" fmla="*/ 34653 h 50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4613" h="509939">
                  <a:moveTo>
                    <a:pt x="18840" y="154795"/>
                  </a:moveTo>
                  <a:cubicBezTo>
                    <a:pt x="46526" y="65006"/>
                    <a:pt x="136950" y="10142"/>
                    <a:pt x="227374" y="3792"/>
                  </a:cubicBezTo>
                  <a:cubicBezTo>
                    <a:pt x="358565" y="-5479"/>
                    <a:pt x="507790" y="-4844"/>
                    <a:pt x="610406" y="90660"/>
                  </a:cubicBezTo>
                  <a:cubicBezTo>
                    <a:pt x="659936" y="151874"/>
                    <a:pt x="662984" y="237853"/>
                    <a:pt x="643299" y="311132"/>
                  </a:cubicBezTo>
                  <a:cubicBezTo>
                    <a:pt x="613073" y="406636"/>
                    <a:pt x="527094" y="477121"/>
                    <a:pt x="430828" y="499346"/>
                  </a:cubicBezTo>
                  <a:cubicBezTo>
                    <a:pt x="324148" y="522460"/>
                    <a:pt x="208832" y="507982"/>
                    <a:pt x="113455" y="453626"/>
                  </a:cubicBezTo>
                  <a:cubicBezTo>
                    <a:pt x="12236" y="396222"/>
                    <a:pt x="-26626" y="259697"/>
                    <a:pt x="18840" y="154795"/>
                  </a:cubicBezTo>
                  <a:moveTo>
                    <a:pt x="193592" y="34653"/>
                  </a:moveTo>
                  <a:cubicBezTo>
                    <a:pt x="63417" y="54846"/>
                    <a:pt x="-10370" y="214739"/>
                    <a:pt x="41573" y="331198"/>
                  </a:cubicBezTo>
                  <a:cubicBezTo>
                    <a:pt x="58210" y="381109"/>
                    <a:pt x="98977" y="418828"/>
                    <a:pt x="145332" y="441815"/>
                  </a:cubicBezTo>
                  <a:cubicBezTo>
                    <a:pt x="224580" y="484106"/>
                    <a:pt x="317925" y="490202"/>
                    <a:pt x="405682" y="479407"/>
                  </a:cubicBezTo>
                  <a:cubicBezTo>
                    <a:pt x="515029" y="462516"/>
                    <a:pt x="619169" y="372473"/>
                    <a:pt x="625773" y="257665"/>
                  </a:cubicBezTo>
                  <a:cubicBezTo>
                    <a:pt x="630599" y="201531"/>
                    <a:pt x="628694" y="133967"/>
                    <a:pt x="578656" y="97518"/>
                  </a:cubicBezTo>
                  <a:cubicBezTo>
                    <a:pt x="471087" y="10904"/>
                    <a:pt x="322497" y="20683"/>
                    <a:pt x="193592" y="34653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79" name="任意形状 1178">
              <a:extLst>
                <a:ext uri="{FF2B5EF4-FFF2-40B4-BE49-F238E27FC236}">
                  <a16:creationId xmlns:a16="http://schemas.microsoft.com/office/drawing/2014/main" id="{0349F398-2AB7-3FC1-11B6-495750ABD933}"/>
                </a:ext>
              </a:extLst>
            </p:cNvPr>
            <p:cNvSpPr/>
            <p:nvPr/>
          </p:nvSpPr>
          <p:spPr>
            <a:xfrm>
              <a:off x="585914" y="1244790"/>
              <a:ext cx="93860" cy="98275"/>
            </a:xfrm>
            <a:custGeom>
              <a:avLst/>
              <a:gdLst>
                <a:gd name="connsiteX0" fmla="*/ 52670 w 172341"/>
                <a:gd name="connsiteY0" fmla="*/ 5741 h 180447"/>
                <a:gd name="connsiteX1" fmla="*/ 171542 w 172341"/>
                <a:gd name="connsiteY1" fmla="*/ 86259 h 180447"/>
                <a:gd name="connsiteX2" fmla="*/ 42891 w 172341"/>
                <a:gd name="connsiteY2" fmla="*/ 166904 h 180447"/>
                <a:gd name="connsiteX3" fmla="*/ 52670 w 172341"/>
                <a:gd name="connsiteY3" fmla="*/ 5741 h 180447"/>
                <a:gd name="connsiteX4" fmla="*/ 64989 w 172341"/>
                <a:gd name="connsiteY4" fmla="*/ 29490 h 180447"/>
                <a:gd name="connsiteX5" fmla="*/ 53178 w 172341"/>
                <a:gd name="connsiteY5" fmla="*/ 142774 h 180447"/>
                <a:gd name="connsiteX6" fmla="*/ 145380 w 172341"/>
                <a:gd name="connsiteY6" fmla="*/ 86513 h 180447"/>
                <a:gd name="connsiteX7" fmla="*/ 64989 w 172341"/>
                <a:gd name="connsiteY7" fmla="*/ 29490 h 18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341" h="180447">
                  <a:moveTo>
                    <a:pt x="52670" y="5741"/>
                  </a:moveTo>
                  <a:cubicBezTo>
                    <a:pt x="107280" y="-15595"/>
                    <a:pt x="175859" y="25045"/>
                    <a:pt x="171542" y="86259"/>
                  </a:cubicBezTo>
                  <a:cubicBezTo>
                    <a:pt x="181448" y="151791"/>
                    <a:pt x="97120" y="206909"/>
                    <a:pt x="42891" y="166904"/>
                  </a:cubicBezTo>
                  <a:cubicBezTo>
                    <a:pt x="-16926" y="132614"/>
                    <a:pt x="-14640" y="29236"/>
                    <a:pt x="52670" y="5741"/>
                  </a:cubicBezTo>
                  <a:moveTo>
                    <a:pt x="64989" y="29490"/>
                  </a:moveTo>
                  <a:cubicBezTo>
                    <a:pt x="18125" y="45111"/>
                    <a:pt x="11649" y="117374"/>
                    <a:pt x="53178" y="142774"/>
                  </a:cubicBezTo>
                  <a:cubicBezTo>
                    <a:pt x="92548" y="175159"/>
                    <a:pt x="153126" y="134646"/>
                    <a:pt x="145380" y="86513"/>
                  </a:cubicBezTo>
                  <a:cubicBezTo>
                    <a:pt x="148300" y="45619"/>
                    <a:pt x="102200" y="15266"/>
                    <a:pt x="64989" y="29490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0" name="任意形状 1179">
              <a:extLst>
                <a:ext uri="{FF2B5EF4-FFF2-40B4-BE49-F238E27FC236}">
                  <a16:creationId xmlns:a16="http://schemas.microsoft.com/office/drawing/2014/main" id="{7EB949F8-8FC5-3E55-2A72-EDC16E370D66}"/>
                </a:ext>
              </a:extLst>
            </p:cNvPr>
            <p:cNvSpPr/>
            <p:nvPr/>
          </p:nvSpPr>
          <p:spPr>
            <a:xfrm>
              <a:off x="371893" y="767908"/>
              <a:ext cx="270579" cy="134866"/>
            </a:xfrm>
            <a:custGeom>
              <a:avLst/>
              <a:gdLst>
                <a:gd name="connsiteX0" fmla="*/ 0 w 496823"/>
                <a:gd name="connsiteY0" fmla="*/ 230489 h 247634"/>
                <a:gd name="connsiteX1" fmla="*/ 496824 w 496823"/>
                <a:gd name="connsiteY1" fmla="*/ 10652 h 247634"/>
                <a:gd name="connsiteX2" fmla="*/ 51943 w 496823"/>
                <a:gd name="connsiteY2" fmla="*/ 247634 h 247634"/>
                <a:gd name="connsiteX3" fmla="*/ 0 w 496823"/>
                <a:gd name="connsiteY3" fmla="*/ 230489 h 24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823" h="247634">
                  <a:moveTo>
                    <a:pt x="0" y="230489"/>
                  </a:moveTo>
                  <a:cubicBezTo>
                    <a:pt x="90551" y="54721"/>
                    <a:pt x="307975" y="-31766"/>
                    <a:pt x="496824" y="10652"/>
                  </a:cubicBezTo>
                  <a:cubicBezTo>
                    <a:pt x="331724" y="45577"/>
                    <a:pt x="157734" y="108823"/>
                    <a:pt x="51943" y="247634"/>
                  </a:cubicBezTo>
                  <a:cubicBezTo>
                    <a:pt x="34671" y="241665"/>
                    <a:pt x="17399" y="235950"/>
                    <a:pt x="0" y="230489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1" name="任意形状 1180">
              <a:extLst>
                <a:ext uri="{FF2B5EF4-FFF2-40B4-BE49-F238E27FC236}">
                  <a16:creationId xmlns:a16="http://schemas.microsoft.com/office/drawing/2014/main" id="{363FEC68-85CB-6AA9-766D-32AEDF28994F}"/>
                </a:ext>
              </a:extLst>
            </p:cNvPr>
            <p:cNvSpPr/>
            <p:nvPr/>
          </p:nvSpPr>
          <p:spPr>
            <a:xfrm>
              <a:off x="400183" y="773709"/>
              <a:ext cx="430839" cy="350625"/>
            </a:xfrm>
            <a:custGeom>
              <a:avLst/>
              <a:gdLst>
                <a:gd name="connsiteX0" fmla="*/ 444881 w 791083"/>
                <a:gd name="connsiteY0" fmla="*/ 0 h 643798"/>
                <a:gd name="connsiteX1" fmla="*/ 791083 w 791083"/>
                <a:gd name="connsiteY1" fmla="*/ 288925 h 643798"/>
                <a:gd name="connsiteX2" fmla="*/ 745871 w 791083"/>
                <a:gd name="connsiteY2" fmla="*/ 275717 h 643798"/>
                <a:gd name="connsiteX3" fmla="*/ 362839 w 791083"/>
                <a:gd name="connsiteY3" fmla="*/ 188849 h 643798"/>
                <a:gd name="connsiteX4" fmla="*/ 154305 w 791083"/>
                <a:gd name="connsiteY4" fmla="*/ 339852 h 643798"/>
                <a:gd name="connsiteX5" fmla="*/ 248920 w 791083"/>
                <a:gd name="connsiteY5" fmla="*/ 638683 h 643798"/>
                <a:gd name="connsiteX6" fmla="*/ 189611 w 791083"/>
                <a:gd name="connsiteY6" fmla="*/ 639445 h 643798"/>
                <a:gd name="connsiteX7" fmla="*/ 29337 w 791083"/>
                <a:gd name="connsiteY7" fmla="*/ 532257 h 643798"/>
                <a:gd name="connsiteX8" fmla="*/ 57531 w 791083"/>
                <a:gd name="connsiteY8" fmla="*/ 391922 h 643798"/>
                <a:gd name="connsiteX9" fmla="*/ 0 w 791083"/>
                <a:gd name="connsiteY9" fmla="*/ 236982 h 643798"/>
                <a:gd name="connsiteX10" fmla="*/ 444881 w 791083"/>
                <a:gd name="connsiteY10" fmla="*/ 0 h 64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083" h="643798">
                  <a:moveTo>
                    <a:pt x="444881" y="0"/>
                  </a:moveTo>
                  <a:cubicBezTo>
                    <a:pt x="601472" y="23114"/>
                    <a:pt x="741807" y="137795"/>
                    <a:pt x="791083" y="288925"/>
                  </a:cubicBezTo>
                  <a:cubicBezTo>
                    <a:pt x="775843" y="284734"/>
                    <a:pt x="760857" y="280289"/>
                    <a:pt x="745871" y="275717"/>
                  </a:cubicBezTo>
                  <a:cubicBezTo>
                    <a:pt x="643255" y="180213"/>
                    <a:pt x="494030" y="179578"/>
                    <a:pt x="362839" y="188849"/>
                  </a:cubicBezTo>
                  <a:cubicBezTo>
                    <a:pt x="272415" y="195199"/>
                    <a:pt x="181991" y="250063"/>
                    <a:pt x="154305" y="339852"/>
                  </a:cubicBezTo>
                  <a:cubicBezTo>
                    <a:pt x="108839" y="444754"/>
                    <a:pt x="147701" y="581279"/>
                    <a:pt x="248920" y="638683"/>
                  </a:cubicBezTo>
                  <a:cubicBezTo>
                    <a:pt x="229489" y="640588"/>
                    <a:pt x="208534" y="648716"/>
                    <a:pt x="189611" y="639445"/>
                  </a:cubicBezTo>
                  <a:cubicBezTo>
                    <a:pt x="130556" y="613156"/>
                    <a:pt x="81026" y="570230"/>
                    <a:pt x="29337" y="532257"/>
                  </a:cubicBezTo>
                  <a:cubicBezTo>
                    <a:pt x="43180" y="486791"/>
                    <a:pt x="61214" y="440309"/>
                    <a:pt x="57531" y="391922"/>
                  </a:cubicBezTo>
                  <a:cubicBezTo>
                    <a:pt x="48006" y="337566"/>
                    <a:pt x="41148" y="278003"/>
                    <a:pt x="0" y="236982"/>
                  </a:cubicBezTo>
                  <a:cubicBezTo>
                    <a:pt x="105791" y="98171"/>
                    <a:pt x="279781" y="34925"/>
                    <a:pt x="444881" y="0"/>
                  </a:cubicBezTo>
                  <a:close/>
                </a:path>
              </a:pathLst>
            </a:custGeom>
            <a:solidFill>
              <a:srgbClr val="EEEEF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2" name="任意形状 1181">
              <a:extLst>
                <a:ext uri="{FF2B5EF4-FFF2-40B4-BE49-F238E27FC236}">
                  <a16:creationId xmlns:a16="http://schemas.microsoft.com/office/drawing/2014/main" id="{CE015CA1-C37F-8125-E615-D682A828F888}"/>
                </a:ext>
              </a:extLst>
            </p:cNvPr>
            <p:cNvSpPr/>
            <p:nvPr/>
          </p:nvSpPr>
          <p:spPr>
            <a:xfrm>
              <a:off x="487470" y="888370"/>
              <a:ext cx="328259" cy="249763"/>
            </a:xfrm>
            <a:custGeom>
              <a:avLst/>
              <a:gdLst>
                <a:gd name="connsiteX0" fmla="*/ 168784 w 602732"/>
                <a:gd name="connsiteY0" fmla="*/ 9177 h 458602"/>
                <a:gd name="connsiteX1" fmla="*/ 553848 w 602732"/>
                <a:gd name="connsiteY1" fmla="*/ 72041 h 458602"/>
                <a:gd name="connsiteX2" fmla="*/ 600965 w 602732"/>
                <a:gd name="connsiteY2" fmla="*/ 232189 h 458602"/>
                <a:gd name="connsiteX3" fmla="*/ 380874 w 602732"/>
                <a:gd name="connsiteY3" fmla="*/ 453930 h 458602"/>
                <a:gd name="connsiteX4" fmla="*/ 120524 w 602732"/>
                <a:gd name="connsiteY4" fmla="*/ 416339 h 458602"/>
                <a:gd name="connsiteX5" fmla="*/ 16765 w 602732"/>
                <a:gd name="connsiteY5" fmla="*/ 305722 h 458602"/>
                <a:gd name="connsiteX6" fmla="*/ 168784 w 602732"/>
                <a:gd name="connsiteY6" fmla="*/ 9177 h 458602"/>
                <a:gd name="connsiteX7" fmla="*/ 151131 w 602732"/>
                <a:gd name="connsiteY7" fmla="*/ 206154 h 458602"/>
                <a:gd name="connsiteX8" fmla="*/ 241047 w 602732"/>
                <a:gd name="connsiteY8" fmla="*/ 358808 h 458602"/>
                <a:gd name="connsiteX9" fmla="*/ 353823 w 602732"/>
                <a:gd name="connsiteY9" fmla="*/ 383319 h 458602"/>
                <a:gd name="connsiteX10" fmla="*/ 493777 w 602732"/>
                <a:gd name="connsiteY10" fmla="*/ 181389 h 458602"/>
                <a:gd name="connsiteX11" fmla="*/ 432309 w 602732"/>
                <a:gd name="connsiteY11" fmla="*/ 129827 h 458602"/>
                <a:gd name="connsiteX12" fmla="*/ 385319 w 602732"/>
                <a:gd name="connsiteY12" fmla="*/ 208058 h 458602"/>
                <a:gd name="connsiteX13" fmla="*/ 325121 w 602732"/>
                <a:gd name="connsiteY13" fmla="*/ 338742 h 458602"/>
                <a:gd name="connsiteX14" fmla="*/ 255271 w 602732"/>
                <a:gd name="connsiteY14" fmla="*/ 168308 h 458602"/>
                <a:gd name="connsiteX15" fmla="*/ 213107 w 602732"/>
                <a:gd name="connsiteY15" fmla="*/ 122588 h 458602"/>
                <a:gd name="connsiteX16" fmla="*/ 151131 w 602732"/>
                <a:gd name="connsiteY16" fmla="*/ 206154 h 458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02732" h="458602">
                  <a:moveTo>
                    <a:pt x="168784" y="9177"/>
                  </a:moveTo>
                  <a:cubicBezTo>
                    <a:pt x="297689" y="-4793"/>
                    <a:pt x="446279" y="-14573"/>
                    <a:pt x="553848" y="72041"/>
                  </a:cubicBezTo>
                  <a:cubicBezTo>
                    <a:pt x="603886" y="108491"/>
                    <a:pt x="605791" y="176055"/>
                    <a:pt x="600965" y="232189"/>
                  </a:cubicBezTo>
                  <a:cubicBezTo>
                    <a:pt x="594361" y="346997"/>
                    <a:pt x="490221" y="437039"/>
                    <a:pt x="380874" y="453930"/>
                  </a:cubicBezTo>
                  <a:cubicBezTo>
                    <a:pt x="293117" y="464726"/>
                    <a:pt x="199772" y="458629"/>
                    <a:pt x="120524" y="416339"/>
                  </a:cubicBezTo>
                  <a:cubicBezTo>
                    <a:pt x="74169" y="393352"/>
                    <a:pt x="33402" y="355633"/>
                    <a:pt x="16765" y="305722"/>
                  </a:cubicBezTo>
                  <a:cubicBezTo>
                    <a:pt x="-35178" y="189263"/>
                    <a:pt x="38609" y="29369"/>
                    <a:pt x="168784" y="9177"/>
                  </a:cubicBezTo>
                  <a:moveTo>
                    <a:pt x="151131" y="206154"/>
                  </a:moveTo>
                  <a:cubicBezTo>
                    <a:pt x="140590" y="272067"/>
                    <a:pt x="192660" y="323375"/>
                    <a:pt x="241047" y="358808"/>
                  </a:cubicBezTo>
                  <a:cubicBezTo>
                    <a:pt x="272162" y="382557"/>
                    <a:pt x="315723" y="407449"/>
                    <a:pt x="353823" y="383319"/>
                  </a:cubicBezTo>
                  <a:cubicBezTo>
                    <a:pt x="425451" y="339758"/>
                    <a:pt x="480696" y="264955"/>
                    <a:pt x="493777" y="181389"/>
                  </a:cubicBezTo>
                  <a:cubicBezTo>
                    <a:pt x="492888" y="153449"/>
                    <a:pt x="462789" y="115730"/>
                    <a:pt x="432309" y="129827"/>
                  </a:cubicBezTo>
                  <a:cubicBezTo>
                    <a:pt x="407290" y="148750"/>
                    <a:pt x="394971" y="179230"/>
                    <a:pt x="385319" y="208058"/>
                  </a:cubicBezTo>
                  <a:cubicBezTo>
                    <a:pt x="371730" y="254286"/>
                    <a:pt x="350013" y="297594"/>
                    <a:pt x="325121" y="338742"/>
                  </a:cubicBezTo>
                  <a:cubicBezTo>
                    <a:pt x="276861" y="295054"/>
                    <a:pt x="271781" y="227108"/>
                    <a:pt x="255271" y="168308"/>
                  </a:cubicBezTo>
                  <a:cubicBezTo>
                    <a:pt x="245873" y="150655"/>
                    <a:pt x="238126" y="120683"/>
                    <a:pt x="213107" y="122588"/>
                  </a:cubicBezTo>
                  <a:cubicBezTo>
                    <a:pt x="172340" y="124747"/>
                    <a:pt x="155449" y="171864"/>
                    <a:pt x="151131" y="206154"/>
                  </a:cubicBezTo>
                  <a:close/>
                </a:path>
              </a:pathLst>
            </a:custGeom>
            <a:solidFill>
              <a:srgbClr val="0E1D3A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3" name="任意形状 1182">
              <a:extLst>
                <a:ext uri="{FF2B5EF4-FFF2-40B4-BE49-F238E27FC236}">
                  <a16:creationId xmlns:a16="http://schemas.microsoft.com/office/drawing/2014/main" id="{EFFA2F19-4438-17D5-D7B3-E8B1C534C929}"/>
                </a:ext>
              </a:extLst>
            </p:cNvPr>
            <p:cNvSpPr/>
            <p:nvPr/>
          </p:nvSpPr>
          <p:spPr>
            <a:xfrm>
              <a:off x="330673" y="909451"/>
              <a:ext cx="87073" cy="163687"/>
            </a:xfrm>
            <a:custGeom>
              <a:avLst/>
              <a:gdLst>
                <a:gd name="connsiteX0" fmla="*/ 60193 w 159878"/>
                <a:gd name="connsiteY0" fmla="*/ 5902 h 300553"/>
                <a:gd name="connsiteX1" fmla="*/ 134996 w 159878"/>
                <a:gd name="connsiteY1" fmla="*/ 42605 h 300553"/>
                <a:gd name="connsiteX2" fmla="*/ 151252 w 159878"/>
                <a:gd name="connsiteY2" fmla="*/ 218373 h 300553"/>
                <a:gd name="connsiteX3" fmla="*/ 98039 w 159878"/>
                <a:gd name="connsiteY3" fmla="*/ 300161 h 300553"/>
                <a:gd name="connsiteX4" fmla="*/ 4948 w 159878"/>
                <a:gd name="connsiteY4" fmla="*/ 194116 h 300553"/>
                <a:gd name="connsiteX5" fmla="*/ 60193 w 159878"/>
                <a:gd name="connsiteY5" fmla="*/ 5902 h 300553"/>
                <a:gd name="connsiteX6" fmla="*/ 47874 w 159878"/>
                <a:gd name="connsiteY6" fmla="*/ 56194 h 300553"/>
                <a:gd name="connsiteX7" fmla="*/ 23363 w 159878"/>
                <a:gd name="connsiteY7" fmla="*/ 195640 h 300553"/>
                <a:gd name="connsiteX8" fmla="*/ 71115 w 159878"/>
                <a:gd name="connsiteY8" fmla="*/ 244789 h 300553"/>
                <a:gd name="connsiteX9" fmla="*/ 71115 w 159878"/>
                <a:gd name="connsiteY9" fmla="*/ 54797 h 300553"/>
                <a:gd name="connsiteX10" fmla="*/ 47874 w 159878"/>
                <a:gd name="connsiteY10" fmla="*/ 56194 h 300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878" h="300553">
                  <a:moveTo>
                    <a:pt x="60193" y="5902"/>
                  </a:moveTo>
                  <a:cubicBezTo>
                    <a:pt x="90419" y="-12005"/>
                    <a:pt x="124455" y="13903"/>
                    <a:pt x="134996" y="42605"/>
                  </a:cubicBezTo>
                  <a:cubicBezTo>
                    <a:pt x="156713" y="97850"/>
                    <a:pt x="169286" y="160207"/>
                    <a:pt x="151252" y="218373"/>
                  </a:cubicBezTo>
                  <a:cubicBezTo>
                    <a:pt x="142489" y="249615"/>
                    <a:pt x="132075" y="287715"/>
                    <a:pt x="98039" y="300161"/>
                  </a:cubicBezTo>
                  <a:cubicBezTo>
                    <a:pt x="40127" y="306130"/>
                    <a:pt x="9774" y="242884"/>
                    <a:pt x="4948" y="194116"/>
                  </a:cubicBezTo>
                  <a:cubicBezTo>
                    <a:pt x="-6355" y="129981"/>
                    <a:pt x="-2291" y="43113"/>
                    <a:pt x="60193" y="5902"/>
                  </a:cubicBezTo>
                  <a:moveTo>
                    <a:pt x="47874" y="56194"/>
                  </a:moveTo>
                  <a:cubicBezTo>
                    <a:pt x="16759" y="94802"/>
                    <a:pt x="15362" y="148777"/>
                    <a:pt x="23363" y="195640"/>
                  </a:cubicBezTo>
                  <a:cubicBezTo>
                    <a:pt x="28062" y="219389"/>
                    <a:pt x="39873" y="254187"/>
                    <a:pt x="71115" y="244789"/>
                  </a:cubicBezTo>
                  <a:cubicBezTo>
                    <a:pt x="110993" y="189417"/>
                    <a:pt x="101849" y="112328"/>
                    <a:pt x="71115" y="54797"/>
                  </a:cubicBezTo>
                  <a:cubicBezTo>
                    <a:pt x="65273" y="55178"/>
                    <a:pt x="53716" y="55813"/>
                    <a:pt x="47874" y="56194"/>
                  </a:cubicBezTo>
                  <a:close/>
                </a:path>
              </a:pathLst>
            </a:custGeom>
            <a:solidFill>
              <a:srgbClr val="9B9CD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4" name="任意形状 1183">
              <a:extLst>
                <a:ext uri="{FF2B5EF4-FFF2-40B4-BE49-F238E27FC236}">
                  <a16:creationId xmlns:a16="http://schemas.microsoft.com/office/drawing/2014/main" id="{83C64591-6256-FA0C-6237-A13E6610F74A}"/>
                </a:ext>
              </a:extLst>
            </p:cNvPr>
            <p:cNvSpPr/>
            <p:nvPr/>
          </p:nvSpPr>
          <p:spPr>
            <a:xfrm>
              <a:off x="387663" y="923870"/>
              <a:ext cx="454399" cy="261436"/>
            </a:xfrm>
            <a:custGeom>
              <a:avLst/>
              <a:gdLst>
                <a:gd name="connsiteX0" fmla="*/ 768858 w 834342"/>
                <a:gd name="connsiteY0" fmla="*/ 0 h 480035"/>
                <a:gd name="connsiteX1" fmla="*/ 814070 w 834342"/>
                <a:gd name="connsiteY1" fmla="*/ 13208 h 480035"/>
                <a:gd name="connsiteX2" fmla="*/ 775208 w 834342"/>
                <a:gd name="connsiteY2" fmla="*/ 307213 h 480035"/>
                <a:gd name="connsiteX3" fmla="*/ 410845 w 834342"/>
                <a:gd name="connsiteY3" fmla="*/ 479552 h 480035"/>
                <a:gd name="connsiteX4" fmla="*/ 0 w 834342"/>
                <a:gd name="connsiteY4" fmla="*/ 303276 h 480035"/>
                <a:gd name="connsiteX5" fmla="*/ 52324 w 834342"/>
                <a:gd name="connsiteY5" fmla="*/ 256540 h 480035"/>
                <a:gd name="connsiteX6" fmla="*/ 212598 w 834342"/>
                <a:gd name="connsiteY6" fmla="*/ 363728 h 480035"/>
                <a:gd name="connsiteX7" fmla="*/ 271907 w 834342"/>
                <a:gd name="connsiteY7" fmla="*/ 362966 h 480035"/>
                <a:gd name="connsiteX8" fmla="*/ 589280 w 834342"/>
                <a:gd name="connsiteY8" fmla="*/ 408686 h 480035"/>
                <a:gd name="connsiteX9" fmla="*/ 801751 w 834342"/>
                <a:gd name="connsiteY9" fmla="*/ 220472 h 480035"/>
                <a:gd name="connsiteX10" fmla="*/ 768858 w 834342"/>
                <a:gd name="connsiteY10" fmla="*/ 0 h 4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4342" h="480035">
                  <a:moveTo>
                    <a:pt x="768858" y="0"/>
                  </a:moveTo>
                  <a:cubicBezTo>
                    <a:pt x="783844" y="4572"/>
                    <a:pt x="798830" y="9017"/>
                    <a:pt x="814070" y="13208"/>
                  </a:cubicBezTo>
                  <a:cubicBezTo>
                    <a:pt x="853948" y="109347"/>
                    <a:pt x="831850" y="222377"/>
                    <a:pt x="775208" y="307213"/>
                  </a:cubicBezTo>
                  <a:cubicBezTo>
                    <a:pt x="695960" y="424942"/>
                    <a:pt x="550164" y="486156"/>
                    <a:pt x="410845" y="479552"/>
                  </a:cubicBezTo>
                  <a:cubicBezTo>
                    <a:pt x="259207" y="480314"/>
                    <a:pt x="91948" y="432054"/>
                    <a:pt x="0" y="303276"/>
                  </a:cubicBezTo>
                  <a:cubicBezTo>
                    <a:pt x="18288" y="288671"/>
                    <a:pt x="35687" y="273050"/>
                    <a:pt x="52324" y="256540"/>
                  </a:cubicBezTo>
                  <a:cubicBezTo>
                    <a:pt x="104013" y="294513"/>
                    <a:pt x="153543" y="337439"/>
                    <a:pt x="212598" y="363728"/>
                  </a:cubicBezTo>
                  <a:cubicBezTo>
                    <a:pt x="231521" y="372999"/>
                    <a:pt x="252476" y="364871"/>
                    <a:pt x="271907" y="362966"/>
                  </a:cubicBezTo>
                  <a:cubicBezTo>
                    <a:pt x="367284" y="417322"/>
                    <a:pt x="482600" y="431800"/>
                    <a:pt x="589280" y="408686"/>
                  </a:cubicBezTo>
                  <a:cubicBezTo>
                    <a:pt x="685546" y="386461"/>
                    <a:pt x="771525" y="315976"/>
                    <a:pt x="801751" y="220472"/>
                  </a:cubicBezTo>
                  <a:cubicBezTo>
                    <a:pt x="821436" y="147193"/>
                    <a:pt x="818388" y="61214"/>
                    <a:pt x="768858" y="0"/>
                  </a:cubicBezTo>
                  <a:close/>
                </a:path>
              </a:pathLst>
            </a:custGeom>
            <a:solidFill>
              <a:srgbClr val="BEC4F4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5" name="任意形状 1184">
              <a:extLst>
                <a:ext uri="{FF2B5EF4-FFF2-40B4-BE49-F238E27FC236}">
                  <a16:creationId xmlns:a16="http://schemas.microsoft.com/office/drawing/2014/main" id="{611E105F-F5B8-2A08-29FF-038D6424736A}"/>
                </a:ext>
              </a:extLst>
            </p:cNvPr>
            <p:cNvSpPr/>
            <p:nvPr/>
          </p:nvSpPr>
          <p:spPr>
            <a:xfrm>
              <a:off x="569031" y="955087"/>
              <a:ext cx="187359" cy="147410"/>
            </a:xfrm>
            <a:custGeom>
              <a:avLst/>
              <a:gdLst>
                <a:gd name="connsiteX0" fmla="*/ 1373 w 344019"/>
                <a:gd name="connsiteY0" fmla="*/ 83653 h 270666"/>
                <a:gd name="connsiteX1" fmla="*/ 63349 w 344019"/>
                <a:gd name="connsiteY1" fmla="*/ 87 h 270666"/>
                <a:gd name="connsiteX2" fmla="*/ 105513 w 344019"/>
                <a:gd name="connsiteY2" fmla="*/ 45807 h 270666"/>
                <a:gd name="connsiteX3" fmla="*/ 175363 w 344019"/>
                <a:gd name="connsiteY3" fmla="*/ 216241 h 270666"/>
                <a:gd name="connsiteX4" fmla="*/ 235561 w 344019"/>
                <a:gd name="connsiteY4" fmla="*/ 85558 h 270666"/>
                <a:gd name="connsiteX5" fmla="*/ 282551 w 344019"/>
                <a:gd name="connsiteY5" fmla="*/ 7326 h 270666"/>
                <a:gd name="connsiteX6" fmla="*/ 344019 w 344019"/>
                <a:gd name="connsiteY6" fmla="*/ 58888 h 270666"/>
                <a:gd name="connsiteX7" fmla="*/ 204065 w 344019"/>
                <a:gd name="connsiteY7" fmla="*/ 260818 h 270666"/>
                <a:gd name="connsiteX8" fmla="*/ 91289 w 344019"/>
                <a:gd name="connsiteY8" fmla="*/ 236307 h 270666"/>
                <a:gd name="connsiteX9" fmla="*/ 1373 w 344019"/>
                <a:gd name="connsiteY9" fmla="*/ 83653 h 270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019" h="270666">
                  <a:moveTo>
                    <a:pt x="1373" y="83653"/>
                  </a:moveTo>
                  <a:cubicBezTo>
                    <a:pt x="5691" y="49363"/>
                    <a:pt x="22582" y="2246"/>
                    <a:pt x="63349" y="87"/>
                  </a:cubicBezTo>
                  <a:cubicBezTo>
                    <a:pt x="88368" y="-1818"/>
                    <a:pt x="96115" y="28154"/>
                    <a:pt x="105513" y="45807"/>
                  </a:cubicBezTo>
                  <a:cubicBezTo>
                    <a:pt x="122023" y="104608"/>
                    <a:pt x="127103" y="172553"/>
                    <a:pt x="175363" y="216241"/>
                  </a:cubicBezTo>
                  <a:cubicBezTo>
                    <a:pt x="200255" y="175093"/>
                    <a:pt x="221972" y="131786"/>
                    <a:pt x="235561" y="85558"/>
                  </a:cubicBezTo>
                  <a:cubicBezTo>
                    <a:pt x="245213" y="56729"/>
                    <a:pt x="257532" y="26249"/>
                    <a:pt x="282551" y="7326"/>
                  </a:cubicBezTo>
                  <a:cubicBezTo>
                    <a:pt x="313031" y="-6771"/>
                    <a:pt x="343130" y="30948"/>
                    <a:pt x="344019" y="58888"/>
                  </a:cubicBezTo>
                  <a:cubicBezTo>
                    <a:pt x="330938" y="142454"/>
                    <a:pt x="275693" y="217257"/>
                    <a:pt x="204065" y="260818"/>
                  </a:cubicBezTo>
                  <a:cubicBezTo>
                    <a:pt x="165965" y="284948"/>
                    <a:pt x="122404" y="260056"/>
                    <a:pt x="91289" y="236307"/>
                  </a:cubicBezTo>
                  <a:cubicBezTo>
                    <a:pt x="42902" y="200874"/>
                    <a:pt x="-9168" y="149566"/>
                    <a:pt x="1373" y="83653"/>
                  </a:cubicBezTo>
                  <a:close/>
                </a:path>
              </a:pathLst>
            </a:custGeom>
            <a:solidFill>
              <a:srgbClr val="6F7D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6" name="任意形状 1185">
              <a:extLst>
                <a:ext uri="{FF2B5EF4-FFF2-40B4-BE49-F238E27FC236}">
                  <a16:creationId xmlns:a16="http://schemas.microsoft.com/office/drawing/2014/main" id="{D08B7595-813A-8360-3513-9D4CAFDB1808}"/>
                </a:ext>
              </a:extLst>
            </p:cNvPr>
            <p:cNvSpPr/>
            <p:nvPr/>
          </p:nvSpPr>
          <p:spPr>
            <a:xfrm>
              <a:off x="516590" y="1187741"/>
              <a:ext cx="118621" cy="20423"/>
            </a:xfrm>
            <a:custGeom>
              <a:avLst/>
              <a:gdLst>
                <a:gd name="connsiteX0" fmla="*/ 0 w 217805"/>
                <a:gd name="connsiteY0" fmla="*/ 0 h 37499"/>
                <a:gd name="connsiteX1" fmla="*/ 128143 w 217805"/>
                <a:gd name="connsiteY1" fmla="*/ 17653 h 37499"/>
                <a:gd name="connsiteX2" fmla="*/ 217805 w 217805"/>
                <a:gd name="connsiteY2" fmla="*/ 33655 h 37499"/>
                <a:gd name="connsiteX3" fmla="*/ 0 w 217805"/>
                <a:gd name="connsiteY3" fmla="*/ 0 h 3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05" h="37499">
                  <a:moveTo>
                    <a:pt x="0" y="0"/>
                  </a:moveTo>
                  <a:cubicBezTo>
                    <a:pt x="42926" y="5080"/>
                    <a:pt x="85090" y="14732"/>
                    <a:pt x="128143" y="17653"/>
                  </a:cubicBezTo>
                  <a:cubicBezTo>
                    <a:pt x="158496" y="19939"/>
                    <a:pt x="190373" y="18415"/>
                    <a:pt x="217805" y="33655"/>
                  </a:cubicBezTo>
                  <a:cubicBezTo>
                    <a:pt x="145542" y="41275"/>
                    <a:pt x="62992" y="41021"/>
                    <a:pt x="0" y="0"/>
                  </a:cubicBezTo>
                  <a:close/>
                </a:path>
              </a:pathLst>
            </a:custGeom>
            <a:solidFill>
              <a:srgbClr val="15203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7" name="任意形状 1186">
              <a:extLst>
                <a:ext uri="{FF2B5EF4-FFF2-40B4-BE49-F238E27FC236}">
                  <a16:creationId xmlns:a16="http://schemas.microsoft.com/office/drawing/2014/main" id="{ADE449C4-5D7F-95B0-E295-8EC9AD54A345}"/>
                </a:ext>
              </a:extLst>
            </p:cNvPr>
            <p:cNvSpPr/>
            <p:nvPr/>
          </p:nvSpPr>
          <p:spPr>
            <a:xfrm>
              <a:off x="433452" y="1198149"/>
              <a:ext cx="321556" cy="307650"/>
            </a:xfrm>
            <a:custGeom>
              <a:avLst/>
              <a:gdLst>
                <a:gd name="connsiteX0" fmla="*/ 48768 w 590423"/>
                <a:gd name="connsiteY0" fmla="*/ 8321 h 564890"/>
                <a:gd name="connsiteX1" fmla="*/ 136525 w 590423"/>
                <a:gd name="connsiteY1" fmla="*/ 6162 h 564890"/>
                <a:gd name="connsiteX2" fmla="*/ 458851 w 590423"/>
                <a:gd name="connsiteY2" fmla="*/ 7813 h 564890"/>
                <a:gd name="connsiteX3" fmla="*/ 531749 w 590423"/>
                <a:gd name="connsiteY3" fmla="*/ 80584 h 564890"/>
                <a:gd name="connsiteX4" fmla="*/ 590423 w 590423"/>
                <a:gd name="connsiteY4" fmla="*/ 486222 h 564890"/>
                <a:gd name="connsiteX5" fmla="*/ 411988 w 590423"/>
                <a:gd name="connsiteY5" fmla="*/ 559247 h 564890"/>
                <a:gd name="connsiteX6" fmla="*/ 155448 w 590423"/>
                <a:gd name="connsiteY6" fmla="*/ 558993 h 564890"/>
                <a:gd name="connsiteX7" fmla="*/ 21209 w 590423"/>
                <a:gd name="connsiteY7" fmla="*/ 512892 h 564890"/>
                <a:gd name="connsiteX8" fmla="*/ 0 w 590423"/>
                <a:gd name="connsiteY8" fmla="*/ 524576 h 564890"/>
                <a:gd name="connsiteX9" fmla="*/ 34417 w 590423"/>
                <a:gd name="connsiteY9" fmla="*/ 299278 h 564890"/>
                <a:gd name="connsiteX10" fmla="*/ 119253 w 590423"/>
                <a:gd name="connsiteY10" fmla="*/ 220157 h 564890"/>
                <a:gd name="connsiteX11" fmla="*/ 48768 w 590423"/>
                <a:gd name="connsiteY11" fmla="*/ 8321 h 564890"/>
                <a:gd name="connsiteX12" fmla="*/ 332613 w 590423"/>
                <a:gd name="connsiteY12" fmla="*/ 91379 h 564890"/>
                <a:gd name="connsiteX13" fmla="*/ 322834 w 590423"/>
                <a:gd name="connsiteY13" fmla="*/ 252542 h 564890"/>
                <a:gd name="connsiteX14" fmla="*/ 451485 w 590423"/>
                <a:gd name="connsiteY14" fmla="*/ 171897 h 564890"/>
                <a:gd name="connsiteX15" fmla="*/ 332613 w 590423"/>
                <a:gd name="connsiteY15" fmla="*/ 91379 h 56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0423" h="564890">
                  <a:moveTo>
                    <a:pt x="48768" y="8321"/>
                  </a:moveTo>
                  <a:cubicBezTo>
                    <a:pt x="77724" y="4511"/>
                    <a:pt x="108204" y="-7046"/>
                    <a:pt x="136525" y="6162"/>
                  </a:cubicBezTo>
                  <a:cubicBezTo>
                    <a:pt x="238379" y="43881"/>
                    <a:pt x="359664" y="62550"/>
                    <a:pt x="458851" y="7813"/>
                  </a:cubicBezTo>
                  <a:cubicBezTo>
                    <a:pt x="489585" y="24323"/>
                    <a:pt x="522732" y="44008"/>
                    <a:pt x="531749" y="80584"/>
                  </a:cubicBezTo>
                  <a:cubicBezTo>
                    <a:pt x="566547" y="213172"/>
                    <a:pt x="579120" y="349951"/>
                    <a:pt x="590423" y="486222"/>
                  </a:cubicBezTo>
                  <a:cubicBezTo>
                    <a:pt x="535051" y="519496"/>
                    <a:pt x="474599" y="543753"/>
                    <a:pt x="411988" y="559247"/>
                  </a:cubicBezTo>
                  <a:cubicBezTo>
                    <a:pt x="327152" y="566105"/>
                    <a:pt x="240030" y="567502"/>
                    <a:pt x="155448" y="558993"/>
                  </a:cubicBezTo>
                  <a:cubicBezTo>
                    <a:pt x="109982" y="545785"/>
                    <a:pt x="65659" y="528894"/>
                    <a:pt x="21209" y="512892"/>
                  </a:cubicBezTo>
                  <a:cubicBezTo>
                    <a:pt x="15875" y="515813"/>
                    <a:pt x="5334" y="521655"/>
                    <a:pt x="0" y="524576"/>
                  </a:cubicBezTo>
                  <a:cubicBezTo>
                    <a:pt x="5588" y="448630"/>
                    <a:pt x="23114" y="374462"/>
                    <a:pt x="34417" y="299278"/>
                  </a:cubicBezTo>
                  <a:cubicBezTo>
                    <a:pt x="70104" y="282768"/>
                    <a:pt x="109728" y="262067"/>
                    <a:pt x="119253" y="220157"/>
                  </a:cubicBezTo>
                  <a:cubicBezTo>
                    <a:pt x="142113" y="142560"/>
                    <a:pt x="91567" y="68773"/>
                    <a:pt x="48768" y="8321"/>
                  </a:cubicBezTo>
                  <a:moveTo>
                    <a:pt x="332613" y="91379"/>
                  </a:moveTo>
                  <a:cubicBezTo>
                    <a:pt x="265303" y="114874"/>
                    <a:pt x="263017" y="218252"/>
                    <a:pt x="322834" y="252542"/>
                  </a:cubicBezTo>
                  <a:cubicBezTo>
                    <a:pt x="377063" y="292547"/>
                    <a:pt x="461391" y="237429"/>
                    <a:pt x="451485" y="171897"/>
                  </a:cubicBezTo>
                  <a:cubicBezTo>
                    <a:pt x="455803" y="110683"/>
                    <a:pt x="387223" y="70043"/>
                    <a:pt x="332613" y="91379"/>
                  </a:cubicBezTo>
                  <a:close/>
                </a:path>
              </a:pathLst>
            </a:custGeom>
            <a:solidFill>
              <a:srgbClr val="EFEEFB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8" name="任意形状 1187">
              <a:extLst>
                <a:ext uri="{FF2B5EF4-FFF2-40B4-BE49-F238E27FC236}">
                  <a16:creationId xmlns:a16="http://schemas.microsoft.com/office/drawing/2014/main" id="{ED433D09-B8A8-8D57-EE86-65DEE6C9B145}"/>
                </a:ext>
              </a:extLst>
            </p:cNvPr>
            <p:cNvSpPr/>
            <p:nvPr/>
          </p:nvSpPr>
          <p:spPr>
            <a:xfrm>
              <a:off x="433798" y="1215270"/>
              <a:ext cx="52114" cy="129549"/>
            </a:xfrm>
            <a:custGeom>
              <a:avLst/>
              <a:gdLst>
                <a:gd name="connsiteX0" fmla="*/ 14605 w 95689"/>
                <a:gd name="connsiteY0" fmla="*/ 0 h 237870"/>
                <a:gd name="connsiteX1" fmla="*/ 95377 w 95689"/>
                <a:gd name="connsiteY1" fmla="*/ 166370 h 237870"/>
                <a:gd name="connsiteX2" fmla="*/ 43942 w 95689"/>
                <a:gd name="connsiteY2" fmla="*/ 237871 h 237870"/>
                <a:gd name="connsiteX3" fmla="*/ 56388 w 95689"/>
                <a:gd name="connsiteY3" fmla="*/ 80010 h 237870"/>
                <a:gd name="connsiteX4" fmla="*/ 0 w 95689"/>
                <a:gd name="connsiteY4" fmla="*/ 29591 h 237870"/>
                <a:gd name="connsiteX5" fmla="*/ 14605 w 95689"/>
                <a:gd name="connsiteY5" fmla="*/ 0 h 237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689" h="237870">
                  <a:moveTo>
                    <a:pt x="14605" y="0"/>
                  </a:moveTo>
                  <a:cubicBezTo>
                    <a:pt x="76073" y="25146"/>
                    <a:pt x="98679" y="104902"/>
                    <a:pt x="95377" y="166370"/>
                  </a:cubicBezTo>
                  <a:cubicBezTo>
                    <a:pt x="97663" y="200406"/>
                    <a:pt x="71628" y="223774"/>
                    <a:pt x="43942" y="237871"/>
                  </a:cubicBezTo>
                  <a:cubicBezTo>
                    <a:pt x="52070" y="186182"/>
                    <a:pt x="76454" y="131826"/>
                    <a:pt x="56388" y="80010"/>
                  </a:cubicBezTo>
                  <a:cubicBezTo>
                    <a:pt x="47371" y="54229"/>
                    <a:pt x="22733" y="41148"/>
                    <a:pt x="0" y="29591"/>
                  </a:cubicBezTo>
                  <a:cubicBezTo>
                    <a:pt x="4826" y="19685"/>
                    <a:pt x="9779" y="9779"/>
                    <a:pt x="14605" y="0"/>
                  </a:cubicBezTo>
                  <a:close/>
                </a:path>
              </a:pathLst>
            </a:custGeom>
            <a:solidFill>
              <a:srgbClr val="2A406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89" name="任意形状 1188">
              <a:extLst>
                <a:ext uri="{FF2B5EF4-FFF2-40B4-BE49-F238E27FC236}">
                  <a16:creationId xmlns:a16="http://schemas.microsoft.com/office/drawing/2014/main" id="{1496350B-9C38-2C93-8550-1A6737E29F9B}"/>
                </a:ext>
              </a:extLst>
            </p:cNvPr>
            <p:cNvSpPr/>
            <p:nvPr/>
          </p:nvSpPr>
          <p:spPr>
            <a:xfrm>
              <a:off x="875047" y="1233976"/>
              <a:ext cx="213482" cy="189063"/>
            </a:xfrm>
            <a:custGeom>
              <a:avLst/>
              <a:gdLst>
                <a:gd name="connsiteX0" fmla="*/ 55179 w 391983"/>
                <a:gd name="connsiteY0" fmla="*/ 84778 h 347148"/>
                <a:gd name="connsiteX1" fmla="*/ 202753 w 391983"/>
                <a:gd name="connsiteY1" fmla="*/ 2862 h 347148"/>
                <a:gd name="connsiteX2" fmla="*/ 241869 w 391983"/>
                <a:gd name="connsiteY2" fmla="*/ 41851 h 347148"/>
                <a:gd name="connsiteX3" fmla="*/ 136078 w 391983"/>
                <a:gd name="connsiteY3" fmla="*/ 118306 h 347148"/>
                <a:gd name="connsiteX4" fmla="*/ 391983 w 391983"/>
                <a:gd name="connsiteY4" fmla="*/ 210253 h 347148"/>
                <a:gd name="connsiteX5" fmla="*/ 390078 w 391983"/>
                <a:gd name="connsiteY5" fmla="*/ 230065 h 347148"/>
                <a:gd name="connsiteX6" fmla="*/ 197038 w 391983"/>
                <a:gd name="connsiteY6" fmla="*/ 202379 h 347148"/>
                <a:gd name="connsiteX7" fmla="*/ 303972 w 391983"/>
                <a:gd name="connsiteY7" fmla="*/ 247337 h 347148"/>
                <a:gd name="connsiteX8" fmla="*/ 346390 w 391983"/>
                <a:gd name="connsiteY8" fmla="*/ 299915 h 347148"/>
                <a:gd name="connsiteX9" fmla="*/ 159446 w 391983"/>
                <a:gd name="connsiteY9" fmla="*/ 256609 h 347148"/>
                <a:gd name="connsiteX10" fmla="*/ 258125 w 391983"/>
                <a:gd name="connsiteY10" fmla="*/ 316171 h 347148"/>
                <a:gd name="connsiteX11" fmla="*/ 275778 w 391983"/>
                <a:gd name="connsiteY11" fmla="*/ 344873 h 347148"/>
                <a:gd name="connsiteX12" fmla="*/ 162240 w 391983"/>
                <a:gd name="connsiteY12" fmla="*/ 333443 h 347148"/>
                <a:gd name="connsiteX13" fmla="*/ 31684 w 391983"/>
                <a:gd name="connsiteY13" fmla="*/ 277817 h 347148"/>
                <a:gd name="connsiteX14" fmla="*/ 55179 w 391983"/>
                <a:gd name="connsiteY14" fmla="*/ 84778 h 34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1983" h="347148">
                  <a:moveTo>
                    <a:pt x="55179" y="84778"/>
                  </a:moveTo>
                  <a:cubicBezTo>
                    <a:pt x="101026" y="52011"/>
                    <a:pt x="150429" y="23563"/>
                    <a:pt x="202753" y="2862"/>
                  </a:cubicBezTo>
                  <a:cubicBezTo>
                    <a:pt x="225994" y="-9076"/>
                    <a:pt x="257998" y="18737"/>
                    <a:pt x="241869" y="41851"/>
                  </a:cubicBezTo>
                  <a:cubicBezTo>
                    <a:pt x="215834" y="78173"/>
                    <a:pt x="168209" y="88333"/>
                    <a:pt x="136078" y="118306"/>
                  </a:cubicBezTo>
                  <a:cubicBezTo>
                    <a:pt x="216088" y="162882"/>
                    <a:pt x="325943" y="138371"/>
                    <a:pt x="391983" y="210253"/>
                  </a:cubicBezTo>
                  <a:cubicBezTo>
                    <a:pt x="391475" y="215206"/>
                    <a:pt x="390586" y="225112"/>
                    <a:pt x="390078" y="230065"/>
                  </a:cubicBezTo>
                  <a:cubicBezTo>
                    <a:pt x="324292" y="234510"/>
                    <a:pt x="262316" y="205809"/>
                    <a:pt x="197038" y="202379"/>
                  </a:cubicBezTo>
                  <a:cubicBezTo>
                    <a:pt x="211389" y="246956"/>
                    <a:pt x="268412" y="232859"/>
                    <a:pt x="303972" y="247337"/>
                  </a:cubicBezTo>
                  <a:cubicBezTo>
                    <a:pt x="331150" y="249242"/>
                    <a:pt x="335595" y="280738"/>
                    <a:pt x="346390" y="299915"/>
                  </a:cubicBezTo>
                  <a:cubicBezTo>
                    <a:pt x="279080" y="311091"/>
                    <a:pt x="222819" y="268292"/>
                    <a:pt x="159446" y="256609"/>
                  </a:cubicBezTo>
                  <a:cubicBezTo>
                    <a:pt x="173543" y="298899"/>
                    <a:pt x="224089" y="298772"/>
                    <a:pt x="258125" y="316171"/>
                  </a:cubicBezTo>
                  <a:cubicBezTo>
                    <a:pt x="273873" y="319219"/>
                    <a:pt x="279715" y="328871"/>
                    <a:pt x="275778" y="344873"/>
                  </a:cubicBezTo>
                  <a:cubicBezTo>
                    <a:pt x="237551" y="352239"/>
                    <a:pt x="199578" y="339920"/>
                    <a:pt x="162240" y="333443"/>
                  </a:cubicBezTo>
                  <a:cubicBezTo>
                    <a:pt x="115885" y="323918"/>
                    <a:pt x="65085" y="314393"/>
                    <a:pt x="31684" y="277817"/>
                  </a:cubicBezTo>
                  <a:cubicBezTo>
                    <a:pt x="-20132" y="223334"/>
                    <a:pt x="-5654" y="126560"/>
                    <a:pt x="55179" y="84778"/>
                  </a:cubicBezTo>
                  <a:close/>
                </a:path>
              </a:pathLst>
            </a:custGeom>
            <a:solidFill>
              <a:srgbClr val="344B7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0" name="任意形状 1189">
              <a:extLst>
                <a:ext uri="{FF2B5EF4-FFF2-40B4-BE49-F238E27FC236}">
                  <a16:creationId xmlns:a16="http://schemas.microsoft.com/office/drawing/2014/main" id="{F2B27B7F-F90E-37E9-53FF-B376231816B5}"/>
                </a:ext>
              </a:extLst>
            </p:cNvPr>
            <p:cNvSpPr/>
            <p:nvPr/>
          </p:nvSpPr>
          <p:spPr>
            <a:xfrm>
              <a:off x="286334" y="1250361"/>
              <a:ext cx="167986" cy="255685"/>
            </a:xfrm>
            <a:custGeom>
              <a:avLst/>
              <a:gdLst>
                <a:gd name="connsiteX0" fmla="*/ 211328 w 308446"/>
                <a:gd name="connsiteY0" fmla="*/ 32469 h 469475"/>
                <a:gd name="connsiteX1" fmla="*/ 287401 w 308446"/>
                <a:gd name="connsiteY1" fmla="*/ 6307 h 469475"/>
                <a:gd name="connsiteX2" fmla="*/ 305181 w 308446"/>
                <a:gd name="connsiteY2" fmla="*/ 90127 h 469475"/>
                <a:gd name="connsiteX3" fmla="*/ 240792 w 308446"/>
                <a:gd name="connsiteY3" fmla="*/ 469476 h 469475"/>
                <a:gd name="connsiteX4" fmla="*/ 0 w 308446"/>
                <a:gd name="connsiteY4" fmla="*/ 463634 h 469475"/>
                <a:gd name="connsiteX5" fmla="*/ 211328 w 308446"/>
                <a:gd name="connsiteY5" fmla="*/ 32469 h 46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8446" h="469475">
                  <a:moveTo>
                    <a:pt x="211328" y="32469"/>
                  </a:moveTo>
                  <a:cubicBezTo>
                    <a:pt x="229616" y="11133"/>
                    <a:pt x="258953" y="-11219"/>
                    <a:pt x="287401" y="6307"/>
                  </a:cubicBezTo>
                  <a:cubicBezTo>
                    <a:pt x="311404" y="27008"/>
                    <a:pt x="310896" y="61679"/>
                    <a:pt x="305181" y="90127"/>
                  </a:cubicBezTo>
                  <a:cubicBezTo>
                    <a:pt x="277622" y="215349"/>
                    <a:pt x="248793" y="341079"/>
                    <a:pt x="240792" y="469476"/>
                  </a:cubicBezTo>
                  <a:cubicBezTo>
                    <a:pt x="160655" y="462872"/>
                    <a:pt x="80137" y="469730"/>
                    <a:pt x="0" y="463634"/>
                  </a:cubicBezTo>
                  <a:cubicBezTo>
                    <a:pt x="42672" y="309075"/>
                    <a:pt x="100584" y="151849"/>
                    <a:pt x="211328" y="32469"/>
                  </a:cubicBezTo>
                  <a:close/>
                </a:path>
              </a:pathLst>
            </a:custGeom>
            <a:solidFill>
              <a:srgbClr val="EFEEF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1" name="任意形状 1190">
              <a:extLst>
                <a:ext uri="{FF2B5EF4-FFF2-40B4-BE49-F238E27FC236}">
                  <a16:creationId xmlns:a16="http://schemas.microsoft.com/office/drawing/2014/main" id="{6C8FAFA6-EDF6-67F8-F04B-9BE83449B179}"/>
                </a:ext>
              </a:extLst>
            </p:cNvPr>
            <p:cNvSpPr/>
            <p:nvPr/>
          </p:nvSpPr>
          <p:spPr>
            <a:xfrm>
              <a:off x="599847" y="1258913"/>
              <a:ext cx="65612" cy="69973"/>
            </a:xfrm>
            <a:custGeom>
              <a:avLst/>
              <a:gdLst>
                <a:gd name="connsiteX0" fmla="*/ 39406 w 120473"/>
                <a:gd name="connsiteY0" fmla="*/ 3557 h 128481"/>
                <a:gd name="connsiteX1" fmla="*/ 119797 w 120473"/>
                <a:gd name="connsiteY1" fmla="*/ 60580 h 128481"/>
                <a:gd name="connsiteX2" fmla="*/ 27595 w 120473"/>
                <a:gd name="connsiteY2" fmla="*/ 116841 h 128481"/>
                <a:gd name="connsiteX3" fmla="*/ 39406 w 120473"/>
                <a:gd name="connsiteY3" fmla="*/ 3557 h 12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473" h="128481">
                  <a:moveTo>
                    <a:pt x="39406" y="3557"/>
                  </a:moveTo>
                  <a:cubicBezTo>
                    <a:pt x="76617" y="-10667"/>
                    <a:pt x="122718" y="19686"/>
                    <a:pt x="119797" y="60580"/>
                  </a:cubicBezTo>
                  <a:cubicBezTo>
                    <a:pt x="127544" y="108713"/>
                    <a:pt x="66965" y="149226"/>
                    <a:pt x="27595" y="116841"/>
                  </a:cubicBezTo>
                  <a:cubicBezTo>
                    <a:pt x="-13934" y="91441"/>
                    <a:pt x="-7457" y="19178"/>
                    <a:pt x="39406" y="3557"/>
                  </a:cubicBezTo>
                  <a:close/>
                </a:path>
              </a:pathLst>
            </a:custGeom>
            <a:solidFill>
              <a:srgbClr val="6F7D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2" name="任意形状 1191">
              <a:extLst>
                <a:ext uri="{FF2B5EF4-FFF2-40B4-BE49-F238E27FC236}">
                  <a16:creationId xmlns:a16="http://schemas.microsoft.com/office/drawing/2014/main" id="{8832145C-7F63-4E4C-130B-6C09448CA66A}"/>
                </a:ext>
              </a:extLst>
            </p:cNvPr>
            <p:cNvSpPr/>
            <p:nvPr/>
          </p:nvSpPr>
          <p:spPr>
            <a:xfrm>
              <a:off x="743180" y="1262096"/>
              <a:ext cx="180594" cy="206662"/>
            </a:xfrm>
            <a:custGeom>
              <a:avLst/>
              <a:gdLst>
                <a:gd name="connsiteX0" fmla="*/ 0 w 331597"/>
                <a:gd name="connsiteY0" fmla="*/ 0 h 379462"/>
                <a:gd name="connsiteX1" fmla="*/ 117602 w 331597"/>
                <a:gd name="connsiteY1" fmla="*/ 185293 h 379462"/>
                <a:gd name="connsiteX2" fmla="*/ 88138 w 331597"/>
                <a:gd name="connsiteY2" fmla="*/ 306070 h 379462"/>
                <a:gd name="connsiteX3" fmla="*/ 116459 w 331597"/>
                <a:gd name="connsiteY3" fmla="*/ 256667 h 379462"/>
                <a:gd name="connsiteX4" fmla="*/ 216281 w 331597"/>
                <a:gd name="connsiteY4" fmla="*/ 118745 h 379462"/>
                <a:gd name="connsiteX5" fmla="*/ 331597 w 331597"/>
                <a:gd name="connsiteY5" fmla="*/ 292862 h 379462"/>
                <a:gd name="connsiteX6" fmla="*/ 48641 w 331597"/>
                <a:gd name="connsiteY6" fmla="*/ 359283 h 379462"/>
                <a:gd name="connsiteX7" fmla="*/ 21209 w 331597"/>
                <a:gd name="connsiteY7" fmla="*/ 119380 h 379462"/>
                <a:gd name="connsiteX8" fmla="*/ 0 w 331597"/>
                <a:gd name="connsiteY8" fmla="*/ 0 h 37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597" h="379462">
                  <a:moveTo>
                    <a:pt x="0" y="0"/>
                  </a:moveTo>
                  <a:cubicBezTo>
                    <a:pt x="42418" y="59690"/>
                    <a:pt x="81915" y="121412"/>
                    <a:pt x="117602" y="185293"/>
                  </a:cubicBezTo>
                  <a:cubicBezTo>
                    <a:pt x="111760" y="225425"/>
                    <a:pt x="69596" y="261874"/>
                    <a:pt x="88138" y="306070"/>
                  </a:cubicBezTo>
                  <a:cubicBezTo>
                    <a:pt x="101854" y="292227"/>
                    <a:pt x="111760" y="275590"/>
                    <a:pt x="116459" y="256667"/>
                  </a:cubicBezTo>
                  <a:cubicBezTo>
                    <a:pt x="134366" y="201549"/>
                    <a:pt x="178562" y="160909"/>
                    <a:pt x="216281" y="118745"/>
                  </a:cubicBezTo>
                  <a:cubicBezTo>
                    <a:pt x="205867" y="196977"/>
                    <a:pt x="257175" y="270637"/>
                    <a:pt x="331597" y="292862"/>
                  </a:cubicBezTo>
                  <a:cubicBezTo>
                    <a:pt x="258572" y="364363"/>
                    <a:pt x="146050" y="406908"/>
                    <a:pt x="48641" y="359283"/>
                  </a:cubicBezTo>
                  <a:cubicBezTo>
                    <a:pt x="33655" y="280035"/>
                    <a:pt x="37592" y="198374"/>
                    <a:pt x="21209" y="119380"/>
                  </a:cubicBezTo>
                  <a:cubicBezTo>
                    <a:pt x="12446" y="79883"/>
                    <a:pt x="5842" y="40005"/>
                    <a:pt x="0" y="0"/>
                  </a:cubicBezTo>
                  <a:close/>
                </a:path>
              </a:pathLst>
            </a:custGeom>
            <a:solidFill>
              <a:srgbClr val="EEEDFB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3" name="任意形状 1192">
              <a:extLst>
                <a:ext uri="{FF2B5EF4-FFF2-40B4-BE49-F238E27FC236}">
                  <a16:creationId xmlns:a16="http://schemas.microsoft.com/office/drawing/2014/main" id="{9B224436-A7A5-36E2-40E1-70EECBA31E34}"/>
                </a:ext>
              </a:extLst>
            </p:cNvPr>
            <p:cNvSpPr/>
            <p:nvPr/>
          </p:nvSpPr>
          <p:spPr>
            <a:xfrm>
              <a:off x="657828" y="1462955"/>
              <a:ext cx="100361" cy="41191"/>
            </a:xfrm>
            <a:custGeom>
              <a:avLst/>
              <a:gdLst>
                <a:gd name="connsiteX0" fmla="*/ 0 w 184277"/>
                <a:gd name="connsiteY0" fmla="*/ 73025 h 75632"/>
                <a:gd name="connsiteX1" fmla="*/ 178435 w 184277"/>
                <a:gd name="connsiteY1" fmla="*/ 0 h 75632"/>
                <a:gd name="connsiteX2" fmla="*/ 184277 w 184277"/>
                <a:gd name="connsiteY2" fmla="*/ 74422 h 75632"/>
                <a:gd name="connsiteX3" fmla="*/ 0 w 184277"/>
                <a:gd name="connsiteY3" fmla="*/ 73025 h 7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277" h="75632">
                  <a:moveTo>
                    <a:pt x="0" y="73025"/>
                  </a:moveTo>
                  <a:cubicBezTo>
                    <a:pt x="62611" y="57531"/>
                    <a:pt x="123063" y="33274"/>
                    <a:pt x="178435" y="0"/>
                  </a:cubicBezTo>
                  <a:cubicBezTo>
                    <a:pt x="180594" y="24765"/>
                    <a:pt x="181991" y="49530"/>
                    <a:pt x="184277" y="74422"/>
                  </a:cubicBezTo>
                  <a:cubicBezTo>
                    <a:pt x="122809" y="76327"/>
                    <a:pt x="61341" y="76073"/>
                    <a:pt x="0" y="73025"/>
                  </a:cubicBezTo>
                  <a:close/>
                </a:path>
              </a:pathLst>
            </a:custGeom>
            <a:solidFill>
              <a:srgbClr val="C3C9F8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194" name="任意形状 1193">
              <a:extLst>
                <a:ext uri="{FF2B5EF4-FFF2-40B4-BE49-F238E27FC236}">
                  <a16:creationId xmlns:a16="http://schemas.microsoft.com/office/drawing/2014/main" id="{B1D609C6-F5D2-02F7-BA06-9934F9B2CED1}"/>
                </a:ext>
              </a:extLst>
            </p:cNvPr>
            <p:cNvSpPr/>
            <p:nvPr/>
          </p:nvSpPr>
          <p:spPr>
            <a:xfrm>
              <a:off x="430546" y="1477480"/>
              <a:ext cx="87564" cy="26701"/>
            </a:xfrm>
            <a:custGeom>
              <a:avLst/>
              <a:gdLst>
                <a:gd name="connsiteX0" fmla="*/ 5334 w 160781"/>
                <a:gd name="connsiteY0" fmla="*/ 11684 h 49027"/>
                <a:gd name="connsiteX1" fmla="*/ 26543 w 160781"/>
                <a:gd name="connsiteY1" fmla="*/ 0 h 49027"/>
                <a:gd name="connsiteX2" fmla="*/ 160782 w 160781"/>
                <a:gd name="connsiteY2" fmla="*/ 46101 h 49027"/>
                <a:gd name="connsiteX3" fmla="*/ 0 w 160781"/>
                <a:gd name="connsiteY3" fmla="*/ 47752 h 49027"/>
                <a:gd name="connsiteX4" fmla="*/ 5334 w 160781"/>
                <a:gd name="connsiteY4" fmla="*/ 11684 h 4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81" h="49027">
                  <a:moveTo>
                    <a:pt x="5334" y="11684"/>
                  </a:moveTo>
                  <a:cubicBezTo>
                    <a:pt x="10668" y="8763"/>
                    <a:pt x="21209" y="2921"/>
                    <a:pt x="26543" y="0"/>
                  </a:cubicBezTo>
                  <a:cubicBezTo>
                    <a:pt x="70993" y="16002"/>
                    <a:pt x="115316" y="32893"/>
                    <a:pt x="160782" y="46101"/>
                  </a:cubicBezTo>
                  <a:cubicBezTo>
                    <a:pt x="107188" y="48895"/>
                    <a:pt x="53594" y="50165"/>
                    <a:pt x="0" y="47752"/>
                  </a:cubicBezTo>
                  <a:cubicBezTo>
                    <a:pt x="1397" y="38735"/>
                    <a:pt x="4064" y="20701"/>
                    <a:pt x="5334" y="11684"/>
                  </a:cubicBezTo>
                  <a:close/>
                </a:path>
              </a:pathLst>
            </a:custGeom>
            <a:solidFill>
              <a:srgbClr val="C1C8F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</p:grpSp>
      <p:sp>
        <p:nvSpPr>
          <p:cNvPr id="1195" name="圆角矩形 1194">
            <a:extLst>
              <a:ext uri="{FF2B5EF4-FFF2-40B4-BE49-F238E27FC236}">
                <a16:creationId xmlns:a16="http://schemas.microsoft.com/office/drawing/2014/main" id="{DD75139E-04A1-877D-8CAF-C97A2A18E1C9}"/>
              </a:ext>
            </a:extLst>
          </p:cNvPr>
          <p:cNvSpPr/>
          <p:nvPr/>
        </p:nvSpPr>
        <p:spPr>
          <a:xfrm>
            <a:off x="8321312" y="3991328"/>
            <a:ext cx="1890351" cy="1364648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grpSp>
        <p:nvGrpSpPr>
          <p:cNvPr id="1196" name="组合 1195">
            <a:extLst>
              <a:ext uri="{FF2B5EF4-FFF2-40B4-BE49-F238E27FC236}">
                <a16:creationId xmlns:a16="http://schemas.microsoft.com/office/drawing/2014/main" id="{D2AB8F3B-C262-9298-2D97-FFF6F7F97F8B}"/>
              </a:ext>
            </a:extLst>
          </p:cNvPr>
          <p:cNvGrpSpPr/>
          <p:nvPr/>
        </p:nvGrpSpPr>
        <p:grpSpPr>
          <a:xfrm>
            <a:off x="8375684" y="4443681"/>
            <a:ext cx="1756979" cy="888668"/>
            <a:chOff x="5915710" y="4333639"/>
            <a:chExt cx="2403862" cy="1215857"/>
          </a:xfrm>
        </p:grpSpPr>
        <p:grpSp>
          <p:nvGrpSpPr>
            <p:cNvPr id="1197" name="组合 1196">
              <a:extLst>
                <a:ext uri="{FF2B5EF4-FFF2-40B4-BE49-F238E27FC236}">
                  <a16:creationId xmlns:a16="http://schemas.microsoft.com/office/drawing/2014/main" id="{19DD6749-4C7C-D018-E89F-3D68171C0DB8}"/>
                </a:ext>
              </a:extLst>
            </p:cNvPr>
            <p:cNvGrpSpPr/>
            <p:nvPr/>
          </p:nvGrpSpPr>
          <p:grpSpPr>
            <a:xfrm>
              <a:off x="5915710" y="4437237"/>
              <a:ext cx="2353076" cy="1112259"/>
              <a:chOff x="-208785" y="4248016"/>
              <a:chExt cx="2353076" cy="1112259"/>
            </a:xfrm>
          </p:grpSpPr>
          <p:sp>
            <p:nvSpPr>
              <p:cNvPr id="1206" name="任意形状 1205">
                <a:extLst>
                  <a:ext uri="{FF2B5EF4-FFF2-40B4-BE49-F238E27FC236}">
                    <a16:creationId xmlns:a16="http://schemas.microsoft.com/office/drawing/2014/main" id="{67699C64-E496-C356-9F24-193B178A88DF}"/>
                  </a:ext>
                </a:extLst>
              </p:cNvPr>
              <p:cNvSpPr/>
              <p:nvPr/>
            </p:nvSpPr>
            <p:spPr>
              <a:xfrm>
                <a:off x="-208785" y="4248016"/>
                <a:ext cx="2353076" cy="1112259"/>
              </a:xfrm>
              <a:custGeom>
                <a:avLst/>
                <a:gdLst>
                  <a:gd name="connsiteX0" fmla="*/ 146946 w 1353299"/>
                  <a:gd name="connsiteY0" fmla="*/ 627574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12" fmla="*/ 146946 w 1353299"/>
                  <a:gd name="connsiteY12" fmla="*/ 627574 h 1060830"/>
                  <a:gd name="connsiteX0" fmla="*/ 523464 w 1353299"/>
                  <a:gd name="connsiteY0" fmla="*/ 224162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55 h 1060823"/>
                  <a:gd name="connsiteX1" fmla="*/ 159884 w 1356954"/>
                  <a:gd name="connsiteY1" fmla="*/ 589374 h 1060823"/>
                  <a:gd name="connsiteX2" fmla="*/ 16131 w 1356954"/>
                  <a:gd name="connsiteY2" fmla="*/ 726179 h 1060823"/>
                  <a:gd name="connsiteX3" fmla="*/ 60954 w 1356954"/>
                  <a:gd name="connsiteY3" fmla="*/ 878579 h 1060823"/>
                  <a:gd name="connsiteX4" fmla="*/ 527119 w 1356954"/>
                  <a:gd name="connsiteY4" fmla="*/ 977191 h 1060823"/>
                  <a:gd name="connsiteX5" fmla="*/ 1056037 w 1356954"/>
                  <a:gd name="connsiteY5" fmla="*/ 1048908 h 1060823"/>
                  <a:gd name="connsiteX6" fmla="*/ 1324978 w 1356954"/>
                  <a:gd name="connsiteY6" fmla="*/ 717214 h 1060823"/>
                  <a:gd name="connsiteX7" fmla="*/ 1351872 w 1356954"/>
                  <a:gd name="connsiteY7" fmla="*/ 609638 h 1060823"/>
                  <a:gd name="connsiteX8" fmla="*/ 1324978 w 1356954"/>
                  <a:gd name="connsiteY8" fmla="*/ 385520 h 1060823"/>
                  <a:gd name="connsiteX9" fmla="*/ 1113220 w 1356954"/>
                  <a:gd name="connsiteY9" fmla="*/ 238690 h 1060823"/>
                  <a:gd name="connsiteX10" fmla="*/ 822954 w 1356954"/>
                  <a:gd name="connsiteY10" fmla="*/ 38 h 1060823"/>
                  <a:gd name="connsiteX11" fmla="*/ 527119 w 1356954"/>
                  <a:gd name="connsiteY11" fmla="*/ 224155 h 1060823"/>
                  <a:gd name="connsiteX0" fmla="*/ 527119 w 1355127"/>
                  <a:gd name="connsiteY0" fmla="*/ 224155 h 1060823"/>
                  <a:gd name="connsiteX1" fmla="*/ 159884 w 1355127"/>
                  <a:gd name="connsiteY1" fmla="*/ 589374 h 1060823"/>
                  <a:gd name="connsiteX2" fmla="*/ 16131 w 1355127"/>
                  <a:gd name="connsiteY2" fmla="*/ 726179 h 1060823"/>
                  <a:gd name="connsiteX3" fmla="*/ 60954 w 1355127"/>
                  <a:gd name="connsiteY3" fmla="*/ 878579 h 1060823"/>
                  <a:gd name="connsiteX4" fmla="*/ 527119 w 1355127"/>
                  <a:gd name="connsiteY4" fmla="*/ 977191 h 1060823"/>
                  <a:gd name="connsiteX5" fmla="*/ 1056037 w 1355127"/>
                  <a:gd name="connsiteY5" fmla="*/ 1048908 h 1060823"/>
                  <a:gd name="connsiteX6" fmla="*/ 1324978 w 1355127"/>
                  <a:gd name="connsiteY6" fmla="*/ 717214 h 1060823"/>
                  <a:gd name="connsiteX7" fmla="*/ 1324978 w 1355127"/>
                  <a:gd name="connsiteY7" fmla="*/ 385520 h 1060823"/>
                  <a:gd name="connsiteX8" fmla="*/ 1113220 w 1355127"/>
                  <a:gd name="connsiteY8" fmla="*/ 238690 h 1060823"/>
                  <a:gd name="connsiteX9" fmla="*/ 822954 w 1355127"/>
                  <a:gd name="connsiteY9" fmla="*/ 38 h 1060823"/>
                  <a:gd name="connsiteX10" fmla="*/ 527119 w 1355127"/>
                  <a:gd name="connsiteY10" fmla="*/ 224155 h 1060823"/>
                  <a:gd name="connsiteX0" fmla="*/ 527119 w 1366276"/>
                  <a:gd name="connsiteY0" fmla="*/ 224155 h 1060823"/>
                  <a:gd name="connsiteX1" fmla="*/ 159884 w 1366276"/>
                  <a:gd name="connsiteY1" fmla="*/ 589374 h 1060823"/>
                  <a:gd name="connsiteX2" fmla="*/ 16131 w 1366276"/>
                  <a:gd name="connsiteY2" fmla="*/ 726179 h 1060823"/>
                  <a:gd name="connsiteX3" fmla="*/ 60954 w 1366276"/>
                  <a:gd name="connsiteY3" fmla="*/ 878579 h 1060823"/>
                  <a:gd name="connsiteX4" fmla="*/ 527119 w 1366276"/>
                  <a:gd name="connsiteY4" fmla="*/ 977191 h 1060823"/>
                  <a:gd name="connsiteX5" fmla="*/ 1056037 w 1366276"/>
                  <a:gd name="connsiteY5" fmla="*/ 1048908 h 1060823"/>
                  <a:gd name="connsiteX6" fmla="*/ 1324978 w 1366276"/>
                  <a:gd name="connsiteY6" fmla="*/ 717214 h 1060823"/>
                  <a:gd name="connsiteX7" fmla="*/ 1324978 w 1366276"/>
                  <a:gd name="connsiteY7" fmla="*/ 385520 h 1060823"/>
                  <a:gd name="connsiteX8" fmla="*/ 1113220 w 1366276"/>
                  <a:gd name="connsiteY8" fmla="*/ 238690 h 1060823"/>
                  <a:gd name="connsiteX9" fmla="*/ 822954 w 1366276"/>
                  <a:gd name="connsiteY9" fmla="*/ 38 h 1060823"/>
                  <a:gd name="connsiteX10" fmla="*/ 527119 w 1366276"/>
                  <a:gd name="connsiteY10" fmla="*/ 224155 h 1060823"/>
                  <a:gd name="connsiteX0" fmla="*/ 527119 w 1383515"/>
                  <a:gd name="connsiteY0" fmla="*/ 224155 h 1060823"/>
                  <a:gd name="connsiteX1" fmla="*/ 159884 w 1383515"/>
                  <a:gd name="connsiteY1" fmla="*/ 589374 h 1060823"/>
                  <a:gd name="connsiteX2" fmla="*/ 16131 w 1383515"/>
                  <a:gd name="connsiteY2" fmla="*/ 726179 h 1060823"/>
                  <a:gd name="connsiteX3" fmla="*/ 60954 w 1383515"/>
                  <a:gd name="connsiteY3" fmla="*/ 878579 h 1060823"/>
                  <a:gd name="connsiteX4" fmla="*/ 527119 w 1383515"/>
                  <a:gd name="connsiteY4" fmla="*/ 977191 h 1060823"/>
                  <a:gd name="connsiteX5" fmla="*/ 1056037 w 1383515"/>
                  <a:gd name="connsiteY5" fmla="*/ 1048908 h 1060823"/>
                  <a:gd name="connsiteX6" fmla="*/ 1324978 w 1383515"/>
                  <a:gd name="connsiteY6" fmla="*/ 717214 h 1060823"/>
                  <a:gd name="connsiteX7" fmla="*/ 1324978 w 1383515"/>
                  <a:gd name="connsiteY7" fmla="*/ 385520 h 1060823"/>
                  <a:gd name="connsiteX8" fmla="*/ 1113220 w 1383515"/>
                  <a:gd name="connsiteY8" fmla="*/ 238690 h 1060823"/>
                  <a:gd name="connsiteX9" fmla="*/ 822954 w 1383515"/>
                  <a:gd name="connsiteY9" fmla="*/ 38 h 1060823"/>
                  <a:gd name="connsiteX10" fmla="*/ 527119 w 1383515"/>
                  <a:gd name="connsiteY10" fmla="*/ 224155 h 1060823"/>
                  <a:gd name="connsiteX0" fmla="*/ 528943 w 1385339"/>
                  <a:gd name="connsiteY0" fmla="*/ 224155 h 1054145"/>
                  <a:gd name="connsiteX1" fmla="*/ 161708 w 1385339"/>
                  <a:gd name="connsiteY1" fmla="*/ 589374 h 1054145"/>
                  <a:gd name="connsiteX2" fmla="*/ 17955 w 1385339"/>
                  <a:gd name="connsiteY2" fmla="*/ 726179 h 1054145"/>
                  <a:gd name="connsiteX3" fmla="*/ 62778 w 1385339"/>
                  <a:gd name="connsiteY3" fmla="*/ 878579 h 1054145"/>
                  <a:gd name="connsiteX4" fmla="*/ 561407 w 1385339"/>
                  <a:gd name="connsiteY4" fmla="*/ 917674 h 1054145"/>
                  <a:gd name="connsiteX5" fmla="*/ 1057861 w 1385339"/>
                  <a:gd name="connsiteY5" fmla="*/ 1048908 h 1054145"/>
                  <a:gd name="connsiteX6" fmla="*/ 1326802 w 1385339"/>
                  <a:gd name="connsiteY6" fmla="*/ 717214 h 1054145"/>
                  <a:gd name="connsiteX7" fmla="*/ 1326802 w 1385339"/>
                  <a:gd name="connsiteY7" fmla="*/ 385520 h 1054145"/>
                  <a:gd name="connsiteX8" fmla="*/ 1115044 w 1385339"/>
                  <a:gd name="connsiteY8" fmla="*/ 238690 h 1054145"/>
                  <a:gd name="connsiteX9" fmla="*/ 824778 w 1385339"/>
                  <a:gd name="connsiteY9" fmla="*/ 38 h 1054145"/>
                  <a:gd name="connsiteX10" fmla="*/ 528943 w 1385339"/>
                  <a:gd name="connsiteY10" fmla="*/ 224155 h 1054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85339" h="1054145">
                    <a:moveTo>
                      <a:pt x="528943" y="224155"/>
                    </a:moveTo>
                    <a:cubicBezTo>
                      <a:pt x="450895" y="387305"/>
                      <a:pt x="273927" y="532756"/>
                      <a:pt x="161708" y="589374"/>
                    </a:cubicBezTo>
                    <a:cubicBezTo>
                      <a:pt x="49489" y="645992"/>
                      <a:pt x="34443" y="677978"/>
                      <a:pt x="17955" y="726179"/>
                    </a:cubicBezTo>
                    <a:cubicBezTo>
                      <a:pt x="1467" y="774380"/>
                      <a:pt x="-27797" y="846663"/>
                      <a:pt x="62778" y="878579"/>
                    </a:cubicBezTo>
                    <a:cubicBezTo>
                      <a:pt x="153353" y="910495"/>
                      <a:pt x="395560" y="889286"/>
                      <a:pt x="561407" y="917674"/>
                    </a:cubicBezTo>
                    <a:cubicBezTo>
                      <a:pt x="727254" y="946062"/>
                      <a:pt x="930295" y="1082318"/>
                      <a:pt x="1057861" y="1048908"/>
                    </a:cubicBezTo>
                    <a:cubicBezTo>
                      <a:pt x="1185427" y="1015498"/>
                      <a:pt x="1254926" y="844011"/>
                      <a:pt x="1326802" y="717214"/>
                    </a:cubicBezTo>
                    <a:cubicBezTo>
                      <a:pt x="1398678" y="590417"/>
                      <a:pt x="1410791" y="465274"/>
                      <a:pt x="1326802" y="385520"/>
                    </a:cubicBezTo>
                    <a:cubicBezTo>
                      <a:pt x="1242813" y="305766"/>
                      <a:pt x="1198715" y="302937"/>
                      <a:pt x="1115044" y="238690"/>
                    </a:cubicBezTo>
                    <a:cubicBezTo>
                      <a:pt x="1031373" y="174443"/>
                      <a:pt x="927872" y="-2950"/>
                      <a:pt x="824778" y="38"/>
                    </a:cubicBezTo>
                    <a:cubicBezTo>
                      <a:pt x="721684" y="3026"/>
                      <a:pt x="606991" y="61005"/>
                      <a:pt x="528943" y="224155"/>
                    </a:cubicBezTo>
                    <a:close/>
                  </a:path>
                </a:pathLst>
              </a:custGeom>
              <a:solidFill>
                <a:srgbClr val="CFCFF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/>
              </a:p>
            </p:txBody>
          </p:sp>
          <p:sp>
            <p:nvSpPr>
              <p:cNvPr id="1207" name="任意形状 1206">
                <a:extLst>
                  <a:ext uri="{FF2B5EF4-FFF2-40B4-BE49-F238E27FC236}">
                    <a16:creationId xmlns:a16="http://schemas.microsoft.com/office/drawing/2014/main" id="{8234A064-9B6B-C8D1-0018-B7A15BD795EC}"/>
                  </a:ext>
                </a:extLst>
              </p:cNvPr>
              <p:cNvSpPr/>
              <p:nvPr/>
            </p:nvSpPr>
            <p:spPr>
              <a:xfrm>
                <a:off x="352226" y="4404623"/>
                <a:ext cx="1385339" cy="800727"/>
              </a:xfrm>
              <a:custGeom>
                <a:avLst/>
                <a:gdLst>
                  <a:gd name="connsiteX0" fmla="*/ 146946 w 1353299"/>
                  <a:gd name="connsiteY0" fmla="*/ 627574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12" fmla="*/ 146946 w 1353299"/>
                  <a:gd name="connsiteY12" fmla="*/ 627574 h 1060830"/>
                  <a:gd name="connsiteX0" fmla="*/ 523464 w 1353299"/>
                  <a:gd name="connsiteY0" fmla="*/ 224162 h 1060830"/>
                  <a:gd name="connsiteX1" fmla="*/ 102123 w 1353299"/>
                  <a:gd name="connsiteY1" fmla="*/ 681362 h 1060830"/>
                  <a:gd name="connsiteX2" fmla="*/ 12476 w 1353299"/>
                  <a:gd name="connsiteY2" fmla="*/ 726186 h 1060830"/>
                  <a:gd name="connsiteX3" fmla="*/ 57299 w 1353299"/>
                  <a:gd name="connsiteY3" fmla="*/ 878586 h 1060830"/>
                  <a:gd name="connsiteX4" fmla="*/ 523464 w 1353299"/>
                  <a:gd name="connsiteY4" fmla="*/ 977198 h 1060830"/>
                  <a:gd name="connsiteX5" fmla="*/ 1052382 w 1353299"/>
                  <a:gd name="connsiteY5" fmla="*/ 1048915 h 1060830"/>
                  <a:gd name="connsiteX6" fmla="*/ 1321323 w 1353299"/>
                  <a:gd name="connsiteY6" fmla="*/ 717221 h 1060830"/>
                  <a:gd name="connsiteX7" fmla="*/ 1348217 w 1353299"/>
                  <a:gd name="connsiteY7" fmla="*/ 609645 h 1060830"/>
                  <a:gd name="connsiteX8" fmla="*/ 1321323 w 1353299"/>
                  <a:gd name="connsiteY8" fmla="*/ 385527 h 1060830"/>
                  <a:gd name="connsiteX9" fmla="*/ 1142029 w 1353299"/>
                  <a:gd name="connsiteY9" fmla="*/ 206233 h 1060830"/>
                  <a:gd name="connsiteX10" fmla="*/ 819299 w 1353299"/>
                  <a:gd name="connsiteY10" fmla="*/ 45 h 1060830"/>
                  <a:gd name="connsiteX11" fmla="*/ 523464 w 1353299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62 h 1060830"/>
                  <a:gd name="connsiteX1" fmla="*/ 159884 w 1356954"/>
                  <a:gd name="connsiteY1" fmla="*/ 589381 h 1060830"/>
                  <a:gd name="connsiteX2" fmla="*/ 16131 w 1356954"/>
                  <a:gd name="connsiteY2" fmla="*/ 726186 h 1060830"/>
                  <a:gd name="connsiteX3" fmla="*/ 60954 w 1356954"/>
                  <a:gd name="connsiteY3" fmla="*/ 878586 h 1060830"/>
                  <a:gd name="connsiteX4" fmla="*/ 527119 w 1356954"/>
                  <a:gd name="connsiteY4" fmla="*/ 977198 h 1060830"/>
                  <a:gd name="connsiteX5" fmla="*/ 1056037 w 1356954"/>
                  <a:gd name="connsiteY5" fmla="*/ 1048915 h 1060830"/>
                  <a:gd name="connsiteX6" fmla="*/ 1324978 w 1356954"/>
                  <a:gd name="connsiteY6" fmla="*/ 717221 h 1060830"/>
                  <a:gd name="connsiteX7" fmla="*/ 1351872 w 1356954"/>
                  <a:gd name="connsiteY7" fmla="*/ 609645 h 1060830"/>
                  <a:gd name="connsiteX8" fmla="*/ 1324978 w 1356954"/>
                  <a:gd name="connsiteY8" fmla="*/ 385527 h 1060830"/>
                  <a:gd name="connsiteX9" fmla="*/ 1145684 w 1356954"/>
                  <a:gd name="connsiteY9" fmla="*/ 206233 h 1060830"/>
                  <a:gd name="connsiteX10" fmla="*/ 822954 w 1356954"/>
                  <a:gd name="connsiteY10" fmla="*/ 45 h 1060830"/>
                  <a:gd name="connsiteX11" fmla="*/ 527119 w 1356954"/>
                  <a:gd name="connsiteY11" fmla="*/ 224162 h 1060830"/>
                  <a:gd name="connsiteX0" fmla="*/ 527119 w 1356954"/>
                  <a:gd name="connsiteY0" fmla="*/ 224155 h 1060823"/>
                  <a:gd name="connsiteX1" fmla="*/ 159884 w 1356954"/>
                  <a:gd name="connsiteY1" fmla="*/ 589374 h 1060823"/>
                  <a:gd name="connsiteX2" fmla="*/ 16131 w 1356954"/>
                  <a:gd name="connsiteY2" fmla="*/ 726179 h 1060823"/>
                  <a:gd name="connsiteX3" fmla="*/ 60954 w 1356954"/>
                  <a:gd name="connsiteY3" fmla="*/ 878579 h 1060823"/>
                  <a:gd name="connsiteX4" fmla="*/ 527119 w 1356954"/>
                  <a:gd name="connsiteY4" fmla="*/ 977191 h 1060823"/>
                  <a:gd name="connsiteX5" fmla="*/ 1056037 w 1356954"/>
                  <a:gd name="connsiteY5" fmla="*/ 1048908 h 1060823"/>
                  <a:gd name="connsiteX6" fmla="*/ 1324978 w 1356954"/>
                  <a:gd name="connsiteY6" fmla="*/ 717214 h 1060823"/>
                  <a:gd name="connsiteX7" fmla="*/ 1351872 w 1356954"/>
                  <a:gd name="connsiteY7" fmla="*/ 609638 h 1060823"/>
                  <a:gd name="connsiteX8" fmla="*/ 1324978 w 1356954"/>
                  <a:gd name="connsiteY8" fmla="*/ 385520 h 1060823"/>
                  <a:gd name="connsiteX9" fmla="*/ 1113220 w 1356954"/>
                  <a:gd name="connsiteY9" fmla="*/ 238690 h 1060823"/>
                  <a:gd name="connsiteX10" fmla="*/ 822954 w 1356954"/>
                  <a:gd name="connsiteY10" fmla="*/ 38 h 1060823"/>
                  <a:gd name="connsiteX11" fmla="*/ 527119 w 1356954"/>
                  <a:gd name="connsiteY11" fmla="*/ 224155 h 1060823"/>
                  <a:gd name="connsiteX0" fmla="*/ 527119 w 1355127"/>
                  <a:gd name="connsiteY0" fmla="*/ 224155 h 1060823"/>
                  <a:gd name="connsiteX1" fmla="*/ 159884 w 1355127"/>
                  <a:gd name="connsiteY1" fmla="*/ 589374 h 1060823"/>
                  <a:gd name="connsiteX2" fmla="*/ 16131 w 1355127"/>
                  <a:gd name="connsiteY2" fmla="*/ 726179 h 1060823"/>
                  <a:gd name="connsiteX3" fmla="*/ 60954 w 1355127"/>
                  <a:gd name="connsiteY3" fmla="*/ 878579 h 1060823"/>
                  <a:gd name="connsiteX4" fmla="*/ 527119 w 1355127"/>
                  <a:gd name="connsiteY4" fmla="*/ 977191 h 1060823"/>
                  <a:gd name="connsiteX5" fmla="*/ 1056037 w 1355127"/>
                  <a:gd name="connsiteY5" fmla="*/ 1048908 h 1060823"/>
                  <a:gd name="connsiteX6" fmla="*/ 1324978 w 1355127"/>
                  <a:gd name="connsiteY6" fmla="*/ 717214 h 1060823"/>
                  <a:gd name="connsiteX7" fmla="*/ 1324978 w 1355127"/>
                  <a:gd name="connsiteY7" fmla="*/ 385520 h 1060823"/>
                  <a:gd name="connsiteX8" fmla="*/ 1113220 w 1355127"/>
                  <a:gd name="connsiteY8" fmla="*/ 238690 h 1060823"/>
                  <a:gd name="connsiteX9" fmla="*/ 822954 w 1355127"/>
                  <a:gd name="connsiteY9" fmla="*/ 38 h 1060823"/>
                  <a:gd name="connsiteX10" fmla="*/ 527119 w 1355127"/>
                  <a:gd name="connsiteY10" fmla="*/ 224155 h 1060823"/>
                  <a:gd name="connsiteX0" fmla="*/ 527119 w 1366276"/>
                  <a:gd name="connsiteY0" fmla="*/ 224155 h 1060823"/>
                  <a:gd name="connsiteX1" fmla="*/ 159884 w 1366276"/>
                  <a:gd name="connsiteY1" fmla="*/ 589374 h 1060823"/>
                  <a:gd name="connsiteX2" fmla="*/ 16131 w 1366276"/>
                  <a:gd name="connsiteY2" fmla="*/ 726179 h 1060823"/>
                  <a:gd name="connsiteX3" fmla="*/ 60954 w 1366276"/>
                  <a:gd name="connsiteY3" fmla="*/ 878579 h 1060823"/>
                  <a:gd name="connsiteX4" fmla="*/ 527119 w 1366276"/>
                  <a:gd name="connsiteY4" fmla="*/ 977191 h 1060823"/>
                  <a:gd name="connsiteX5" fmla="*/ 1056037 w 1366276"/>
                  <a:gd name="connsiteY5" fmla="*/ 1048908 h 1060823"/>
                  <a:gd name="connsiteX6" fmla="*/ 1324978 w 1366276"/>
                  <a:gd name="connsiteY6" fmla="*/ 717214 h 1060823"/>
                  <a:gd name="connsiteX7" fmla="*/ 1324978 w 1366276"/>
                  <a:gd name="connsiteY7" fmla="*/ 385520 h 1060823"/>
                  <a:gd name="connsiteX8" fmla="*/ 1113220 w 1366276"/>
                  <a:gd name="connsiteY8" fmla="*/ 238690 h 1060823"/>
                  <a:gd name="connsiteX9" fmla="*/ 822954 w 1366276"/>
                  <a:gd name="connsiteY9" fmla="*/ 38 h 1060823"/>
                  <a:gd name="connsiteX10" fmla="*/ 527119 w 1366276"/>
                  <a:gd name="connsiteY10" fmla="*/ 224155 h 1060823"/>
                  <a:gd name="connsiteX0" fmla="*/ 527119 w 1383515"/>
                  <a:gd name="connsiteY0" fmla="*/ 224155 h 1060823"/>
                  <a:gd name="connsiteX1" fmla="*/ 159884 w 1383515"/>
                  <a:gd name="connsiteY1" fmla="*/ 589374 h 1060823"/>
                  <a:gd name="connsiteX2" fmla="*/ 16131 w 1383515"/>
                  <a:gd name="connsiteY2" fmla="*/ 726179 h 1060823"/>
                  <a:gd name="connsiteX3" fmla="*/ 60954 w 1383515"/>
                  <a:gd name="connsiteY3" fmla="*/ 878579 h 1060823"/>
                  <a:gd name="connsiteX4" fmla="*/ 527119 w 1383515"/>
                  <a:gd name="connsiteY4" fmla="*/ 977191 h 1060823"/>
                  <a:gd name="connsiteX5" fmla="*/ 1056037 w 1383515"/>
                  <a:gd name="connsiteY5" fmla="*/ 1048908 h 1060823"/>
                  <a:gd name="connsiteX6" fmla="*/ 1324978 w 1383515"/>
                  <a:gd name="connsiteY6" fmla="*/ 717214 h 1060823"/>
                  <a:gd name="connsiteX7" fmla="*/ 1324978 w 1383515"/>
                  <a:gd name="connsiteY7" fmla="*/ 385520 h 1060823"/>
                  <a:gd name="connsiteX8" fmla="*/ 1113220 w 1383515"/>
                  <a:gd name="connsiteY8" fmla="*/ 238690 h 1060823"/>
                  <a:gd name="connsiteX9" fmla="*/ 822954 w 1383515"/>
                  <a:gd name="connsiteY9" fmla="*/ 38 h 1060823"/>
                  <a:gd name="connsiteX10" fmla="*/ 527119 w 1383515"/>
                  <a:gd name="connsiteY10" fmla="*/ 224155 h 1060823"/>
                  <a:gd name="connsiteX0" fmla="*/ 528943 w 1385339"/>
                  <a:gd name="connsiteY0" fmla="*/ 224155 h 1054145"/>
                  <a:gd name="connsiteX1" fmla="*/ 161708 w 1385339"/>
                  <a:gd name="connsiteY1" fmla="*/ 589374 h 1054145"/>
                  <a:gd name="connsiteX2" fmla="*/ 17955 w 1385339"/>
                  <a:gd name="connsiteY2" fmla="*/ 726179 h 1054145"/>
                  <a:gd name="connsiteX3" fmla="*/ 62778 w 1385339"/>
                  <a:gd name="connsiteY3" fmla="*/ 878579 h 1054145"/>
                  <a:gd name="connsiteX4" fmla="*/ 561407 w 1385339"/>
                  <a:gd name="connsiteY4" fmla="*/ 917674 h 1054145"/>
                  <a:gd name="connsiteX5" fmla="*/ 1057861 w 1385339"/>
                  <a:gd name="connsiteY5" fmla="*/ 1048908 h 1054145"/>
                  <a:gd name="connsiteX6" fmla="*/ 1326802 w 1385339"/>
                  <a:gd name="connsiteY6" fmla="*/ 717214 h 1054145"/>
                  <a:gd name="connsiteX7" fmla="*/ 1326802 w 1385339"/>
                  <a:gd name="connsiteY7" fmla="*/ 385520 h 1054145"/>
                  <a:gd name="connsiteX8" fmla="*/ 1115044 w 1385339"/>
                  <a:gd name="connsiteY8" fmla="*/ 238690 h 1054145"/>
                  <a:gd name="connsiteX9" fmla="*/ 824778 w 1385339"/>
                  <a:gd name="connsiteY9" fmla="*/ 38 h 1054145"/>
                  <a:gd name="connsiteX10" fmla="*/ 528943 w 1385339"/>
                  <a:gd name="connsiteY10" fmla="*/ 224155 h 1054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85339" h="1054145">
                    <a:moveTo>
                      <a:pt x="528943" y="224155"/>
                    </a:moveTo>
                    <a:cubicBezTo>
                      <a:pt x="450895" y="387305"/>
                      <a:pt x="273927" y="532756"/>
                      <a:pt x="161708" y="589374"/>
                    </a:cubicBezTo>
                    <a:cubicBezTo>
                      <a:pt x="49489" y="645992"/>
                      <a:pt x="34443" y="677978"/>
                      <a:pt x="17955" y="726179"/>
                    </a:cubicBezTo>
                    <a:cubicBezTo>
                      <a:pt x="1467" y="774380"/>
                      <a:pt x="-27797" y="846663"/>
                      <a:pt x="62778" y="878579"/>
                    </a:cubicBezTo>
                    <a:cubicBezTo>
                      <a:pt x="153353" y="910495"/>
                      <a:pt x="395560" y="889286"/>
                      <a:pt x="561407" y="917674"/>
                    </a:cubicBezTo>
                    <a:cubicBezTo>
                      <a:pt x="727254" y="946062"/>
                      <a:pt x="930295" y="1082318"/>
                      <a:pt x="1057861" y="1048908"/>
                    </a:cubicBezTo>
                    <a:cubicBezTo>
                      <a:pt x="1185427" y="1015498"/>
                      <a:pt x="1254926" y="844011"/>
                      <a:pt x="1326802" y="717214"/>
                    </a:cubicBezTo>
                    <a:cubicBezTo>
                      <a:pt x="1398678" y="590417"/>
                      <a:pt x="1410791" y="465274"/>
                      <a:pt x="1326802" y="385520"/>
                    </a:cubicBezTo>
                    <a:cubicBezTo>
                      <a:pt x="1242813" y="305766"/>
                      <a:pt x="1198715" y="302937"/>
                      <a:pt x="1115044" y="238690"/>
                    </a:cubicBezTo>
                    <a:cubicBezTo>
                      <a:pt x="1031373" y="174443"/>
                      <a:pt x="927872" y="-2950"/>
                      <a:pt x="824778" y="38"/>
                    </a:cubicBezTo>
                    <a:cubicBezTo>
                      <a:pt x="721684" y="3026"/>
                      <a:pt x="606991" y="61005"/>
                      <a:pt x="528943" y="224155"/>
                    </a:cubicBezTo>
                    <a:close/>
                  </a:path>
                </a:pathLst>
              </a:custGeom>
              <a:solidFill>
                <a:srgbClr val="B4B4E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/>
              </a:p>
            </p:txBody>
          </p:sp>
          <p:grpSp>
            <p:nvGrpSpPr>
              <p:cNvPr id="1208" name="组合 1207">
                <a:extLst>
                  <a:ext uri="{FF2B5EF4-FFF2-40B4-BE49-F238E27FC236}">
                    <a16:creationId xmlns:a16="http://schemas.microsoft.com/office/drawing/2014/main" id="{92F86B4C-ECED-2664-7A92-C43CD615F4D1}"/>
                  </a:ext>
                </a:extLst>
              </p:cNvPr>
              <p:cNvGrpSpPr/>
              <p:nvPr/>
            </p:nvGrpSpPr>
            <p:grpSpPr>
              <a:xfrm>
                <a:off x="-157308" y="4248016"/>
                <a:ext cx="1052919" cy="1104901"/>
                <a:chOff x="276400" y="756457"/>
                <a:chExt cx="717686" cy="753117"/>
              </a:xfrm>
            </p:grpSpPr>
            <p:sp>
              <p:nvSpPr>
                <p:cNvPr id="1209" name="任意形状 1208">
                  <a:extLst>
                    <a:ext uri="{FF2B5EF4-FFF2-40B4-BE49-F238E27FC236}">
                      <a16:creationId xmlns:a16="http://schemas.microsoft.com/office/drawing/2014/main" id="{420874AD-D883-CA06-92AE-D3BC1CDC40DC}"/>
                    </a:ext>
                  </a:extLst>
                </p:cNvPr>
                <p:cNvSpPr/>
                <p:nvPr/>
              </p:nvSpPr>
              <p:spPr>
                <a:xfrm>
                  <a:off x="341148" y="939295"/>
                  <a:ext cx="42736" cy="104329"/>
                </a:xfrm>
                <a:custGeom>
                  <a:avLst/>
                  <a:gdLst>
                    <a:gd name="connsiteX0" fmla="*/ 28639 w 78470"/>
                    <a:gd name="connsiteY0" fmla="*/ 1397 h 191564"/>
                    <a:gd name="connsiteX1" fmla="*/ 51880 w 78470"/>
                    <a:gd name="connsiteY1" fmla="*/ 0 h 191564"/>
                    <a:gd name="connsiteX2" fmla="*/ 51880 w 78470"/>
                    <a:gd name="connsiteY2" fmla="*/ 189992 h 191564"/>
                    <a:gd name="connsiteX3" fmla="*/ 4128 w 78470"/>
                    <a:gd name="connsiteY3" fmla="*/ 140843 h 191564"/>
                    <a:gd name="connsiteX4" fmla="*/ 28639 w 78470"/>
                    <a:gd name="connsiteY4" fmla="*/ 1397 h 191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470" h="191564">
                      <a:moveTo>
                        <a:pt x="28639" y="1397"/>
                      </a:moveTo>
                      <a:cubicBezTo>
                        <a:pt x="34481" y="1016"/>
                        <a:pt x="46038" y="381"/>
                        <a:pt x="51880" y="0"/>
                      </a:cubicBezTo>
                      <a:cubicBezTo>
                        <a:pt x="82614" y="57531"/>
                        <a:pt x="91758" y="134620"/>
                        <a:pt x="51880" y="189992"/>
                      </a:cubicBezTo>
                      <a:cubicBezTo>
                        <a:pt x="20638" y="199390"/>
                        <a:pt x="8827" y="164592"/>
                        <a:pt x="4128" y="140843"/>
                      </a:cubicBezTo>
                      <a:cubicBezTo>
                        <a:pt x="-3873" y="93980"/>
                        <a:pt x="-2476" y="40005"/>
                        <a:pt x="28639" y="139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0" name="任意形状 1209">
                  <a:extLst>
                    <a:ext uri="{FF2B5EF4-FFF2-40B4-BE49-F238E27FC236}">
                      <a16:creationId xmlns:a16="http://schemas.microsoft.com/office/drawing/2014/main" id="{38600EA7-5B46-DB15-A621-4D8A9F5D7C4E}"/>
                    </a:ext>
                  </a:extLst>
                </p:cNvPr>
                <p:cNvSpPr/>
                <p:nvPr/>
              </p:nvSpPr>
              <p:spPr>
                <a:xfrm>
                  <a:off x="276400" y="756457"/>
                  <a:ext cx="717686" cy="753117"/>
                </a:xfrm>
                <a:custGeom>
                  <a:avLst/>
                  <a:gdLst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447867 w 1644613"/>
                    <a:gd name="connsiteY4" fmla="*/ 744100 h 1635893"/>
                    <a:gd name="connsiteX5" fmla="*/ 1200852 w 1644613"/>
                    <a:gd name="connsiteY5" fmla="*/ 768865 h 1635893"/>
                    <a:gd name="connsiteX6" fmla="*/ 1100903 w 1644613"/>
                    <a:gd name="connsiteY6" fmla="*/ 724415 h 1635893"/>
                    <a:gd name="connsiteX7" fmla="*/ 1075122 w 1644613"/>
                    <a:gd name="connsiteY7" fmla="*/ 806838 h 1635893"/>
                    <a:gd name="connsiteX8" fmla="*/ 994858 w 1644613"/>
                    <a:gd name="connsiteY8" fmla="*/ 891166 h 1635893"/>
                    <a:gd name="connsiteX9" fmla="*/ 900370 w 1644613"/>
                    <a:gd name="connsiteY9" fmla="*/ 986162 h 1635893"/>
                    <a:gd name="connsiteX10" fmla="*/ 765623 w 1644613"/>
                    <a:gd name="connsiteY10" fmla="*/ 1048392 h 1635893"/>
                    <a:gd name="connsiteX11" fmla="*/ 993715 w 1644613"/>
                    <a:gd name="connsiteY11" fmla="*/ 1351541 h 1635893"/>
                    <a:gd name="connsiteX12" fmla="*/ 1109666 w 1644613"/>
                    <a:gd name="connsiteY12" fmla="*/ 1221620 h 1635893"/>
                    <a:gd name="connsiteX13" fmla="*/ 1283275 w 1644613"/>
                    <a:gd name="connsiteY13" fmla="*/ 1111003 h 1635893"/>
                    <a:gd name="connsiteX14" fmla="*/ 1372810 w 1644613"/>
                    <a:gd name="connsiteY14" fmla="*/ 1159136 h 1635893"/>
                    <a:gd name="connsiteX15" fmla="*/ 1290260 w 1644613"/>
                    <a:gd name="connsiteY15" fmla="*/ 1244353 h 1635893"/>
                    <a:gd name="connsiteX16" fmla="*/ 1514796 w 1644613"/>
                    <a:gd name="connsiteY16" fmla="*/ 1325633 h 1635893"/>
                    <a:gd name="connsiteX17" fmla="*/ 1460440 w 1644613"/>
                    <a:gd name="connsiteY17" fmla="*/ 1390657 h 1635893"/>
                    <a:gd name="connsiteX18" fmla="*/ 1460821 w 1644613"/>
                    <a:gd name="connsiteY18" fmla="*/ 1438790 h 1635893"/>
                    <a:gd name="connsiteX19" fmla="*/ 1403163 w 1644613"/>
                    <a:gd name="connsiteY19" fmla="*/ 1459999 h 1635893"/>
                    <a:gd name="connsiteX20" fmla="*/ 1396686 w 1644613"/>
                    <a:gd name="connsiteY20" fmla="*/ 1490352 h 1635893"/>
                    <a:gd name="connsiteX21" fmla="*/ 1222569 w 1644613"/>
                    <a:gd name="connsiteY21" fmla="*/ 1482224 h 1635893"/>
                    <a:gd name="connsiteX22" fmla="*/ 1041340 w 1644613"/>
                    <a:gd name="connsiteY22" fmla="*/ 1583443 h 1635893"/>
                    <a:gd name="connsiteX23" fmla="*/ 907228 w 1644613"/>
                    <a:gd name="connsiteY23" fmla="*/ 1570362 h 1635893"/>
                    <a:gd name="connsiteX24" fmla="*/ 909260 w 1644613"/>
                    <a:gd name="connsiteY24" fmla="*/ 1626242 h 1635893"/>
                    <a:gd name="connsiteX25" fmla="*/ 884622 w 1644613"/>
                    <a:gd name="connsiteY25" fmla="*/ 1624718 h 1635893"/>
                    <a:gd name="connsiteX26" fmla="*/ 878780 w 1644613"/>
                    <a:gd name="connsiteY26" fmla="*/ 1550296 h 1635893"/>
                    <a:gd name="connsiteX27" fmla="*/ 820106 w 1644613"/>
                    <a:gd name="connsiteY27" fmla="*/ 1144658 h 1635893"/>
                    <a:gd name="connsiteX28" fmla="*/ 747208 w 1644613"/>
                    <a:gd name="connsiteY28" fmla="*/ 1071887 h 1635893"/>
                    <a:gd name="connsiteX29" fmla="*/ 424882 w 1644613"/>
                    <a:gd name="connsiteY29" fmla="*/ 1070236 h 1635893"/>
                    <a:gd name="connsiteX30" fmla="*/ 337125 w 1644613"/>
                    <a:gd name="connsiteY30" fmla="*/ 1072395 h 1635893"/>
                    <a:gd name="connsiteX31" fmla="*/ 407610 w 1644613"/>
                    <a:gd name="connsiteY31" fmla="*/ 1284231 h 1635893"/>
                    <a:gd name="connsiteX32" fmla="*/ 322774 w 1644613"/>
                    <a:gd name="connsiteY32" fmla="*/ 1363352 h 1635893"/>
                    <a:gd name="connsiteX33" fmla="*/ 288357 w 1644613"/>
                    <a:gd name="connsiteY33" fmla="*/ 1588650 h 1635893"/>
                    <a:gd name="connsiteX34" fmla="*/ 283023 w 1644613"/>
                    <a:gd name="connsiteY34" fmla="*/ 1624718 h 1635893"/>
                    <a:gd name="connsiteX35" fmla="*/ 259020 w 1644613"/>
                    <a:gd name="connsiteY35" fmla="*/ 1629417 h 1635893"/>
                    <a:gd name="connsiteX36" fmla="*/ 323409 w 1644613"/>
                    <a:gd name="connsiteY36" fmla="*/ 1250068 h 1635893"/>
                    <a:gd name="connsiteX37" fmla="*/ 305629 w 1644613"/>
                    <a:gd name="connsiteY37" fmla="*/ 1166248 h 1635893"/>
                    <a:gd name="connsiteX38" fmla="*/ 229556 w 1644613"/>
                    <a:gd name="connsiteY38" fmla="*/ 1192410 h 1635893"/>
                    <a:gd name="connsiteX39" fmla="*/ 18228 w 1644613"/>
                    <a:gd name="connsiteY39" fmla="*/ 1623575 h 1635893"/>
                    <a:gd name="connsiteX40" fmla="*/ 2099 w 1644613"/>
                    <a:gd name="connsiteY40" fmla="*/ 1635894 h 1635893"/>
                    <a:gd name="connsiteX41" fmla="*/ 17212 w 1644613"/>
                    <a:gd name="connsiteY41" fmla="*/ 1539628 h 1635893"/>
                    <a:gd name="connsiteX42" fmla="*/ 107001 w 1644613"/>
                    <a:gd name="connsiteY42" fmla="*/ 1318648 h 1635893"/>
                    <a:gd name="connsiteX43" fmla="*/ 216983 w 1644613"/>
                    <a:gd name="connsiteY43" fmla="*/ 1168153 h 1635893"/>
                    <a:gd name="connsiteX44" fmla="*/ 304867 w 1644613"/>
                    <a:gd name="connsiteY44" fmla="*/ 1066553 h 1635893"/>
                    <a:gd name="connsiteX45" fmla="*/ 391481 w 1644613"/>
                    <a:gd name="connsiteY45" fmla="*/ 1032390 h 1635893"/>
                    <a:gd name="connsiteX46" fmla="*/ 252924 w 1644613"/>
                    <a:gd name="connsiteY46" fmla="*/ 952253 h 1635893"/>
                    <a:gd name="connsiteX47" fmla="*/ 138243 w 1644613"/>
                    <a:gd name="connsiteY47" fmla="*/ 837064 h 1635893"/>
                    <a:gd name="connsiteX48" fmla="*/ 83633 w 1644613"/>
                    <a:gd name="connsiteY48" fmla="*/ 754514 h 1635893"/>
                    <a:gd name="connsiteX49" fmla="*/ 139767 w 1644613"/>
                    <a:gd name="connsiteY49" fmla="*/ 520707 h 1635893"/>
                    <a:gd name="connsiteX50" fmla="*/ 413198 w 1644613"/>
                    <a:gd name="connsiteY50" fmla="*/ 274200 h 1635893"/>
                    <a:gd name="connsiteX51" fmla="*/ 730698 w 1644613"/>
                    <a:gd name="connsiteY51" fmla="*/ 270898 h 1635893"/>
                    <a:gd name="connsiteX52" fmla="*/ 944058 w 1644613"/>
                    <a:gd name="connsiteY52" fmla="*/ 397009 h 1635893"/>
                    <a:gd name="connsiteX53" fmla="*/ 1014924 w 1644613"/>
                    <a:gd name="connsiteY53" fmla="*/ 137040 h 1635893"/>
                    <a:gd name="connsiteX54" fmla="*/ 1076900 w 1644613"/>
                    <a:gd name="connsiteY54" fmla="*/ 110878 h 1635893"/>
                    <a:gd name="connsiteX55" fmla="*/ 971617 w 1644613"/>
                    <a:gd name="connsiteY55" fmla="*/ 432950 h 1635893"/>
                    <a:gd name="connsiteX56" fmla="*/ 1070423 w 1644613"/>
                    <a:gd name="connsiteY56" fmla="*/ 588017 h 1635893"/>
                    <a:gd name="connsiteX57" fmla="*/ 1107507 w 1644613"/>
                    <a:gd name="connsiteY57" fmla="*/ 692030 h 1635893"/>
                    <a:gd name="connsiteX58" fmla="*/ 1459424 w 1644613"/>
                    <a:gd name="connsiteY58" fmla="*/ 707524 h 1635893"/>
                    <a:gd name="connsiteX59" fmla="*/ 1614364 w 1644613"/>
                    <a:gd name="connsiteY59" fmla="*/ 462160 h 1635893"/>
                    <a:gd name="connsiteX60" fmla="*/ 1543879 w 1644613"/>
                    <a:gd name="connsiteY60" fmla="*/ 155963 h 1635893"/>
                    <a:gd name="connsiteX61" fmla="*/ 1261939 w 1644613"/>
                    <a:gd name="connsiteY61" fmla="*/ 27312 h 1635893"/>
                    <a:gd name="connsiteX62" fmla="*/ 1076900 w 1644613"/>
                    <a:gd name="connsiteY62" fmla="*/ 110878 h 1635893"/>
                    <a:gd name="connsiteX63" fmla="*/ 175327 w 1644613"/>
                    <a:gd name="connsiteY63" fmla="*/ 504578 h 1635893"/>
                    <a:gd name="connsiteX64" fmla="*/ 227270 w 1644613"/>
                    <a:gd name="connsiteY64" fmla="*/ 521723 h 1635893"/>
                    <a:gd name="connsiteX65" fmla="*/ 284801 w 1644613"/>
                    <a:gd name="connsiteY65" fmla="*/ 676663 h 1635893"/>
                    <a:gd name="connsiteX66" fmla="*/ 256607 w 1644613"/>
                    <a:gd name="connsiteY66" fmla="*/ 816998 h 1635893"/>
                    <a:gd name="connsiteX67" fmla="*/ 204283 w 1644613"/>
                    <a:gd name="connsiteY67" fmla="*/ 863734 h 1635893"/>
                    <a:gd name="connsiteX68" fmla="*/ 615128 w 1644613"/>
                    <a:gd name="connsiteY68" fmla="*/ 1040010 h 1635893"/>
                    <a:gd name="connsiteX69" fmla="*/ 979491 w 1644613"/>
                    <a:gd name="connsiteY69" fmla="*/ 867671 h 1635893"/>
                    <a:gd name="connsiteX70" fmla="*/ 1018353 w 1644613"/>
                    <a:gd name="connsiteY70" fmla="*/ 573666 h 1635893"/>
                    <a:gd name="connsiteX71" fmla="*/ 672151 w 1644613"/>
                    <a:gd name="connsiteY71" fmla="*/ 284741 h 1635893"/>
                    <a:gd name="connsiteX72" fmla="*/ 175327 w 1644613"/>
                    <a:gd name="connsiteY72" fmla="*/ 504578 h 1635893"/>
                    <a:gd name="connsiteX73" fmla="*/ 159833 w 1644613"/>
                    <a:gd name="connsiteY73" fmla="*/ 539884 h 1635893"/>
                    <a:gd name="connsiteX74" fmla="*/ 104588 w 1644613"/>
                    <a:gd name="connsiteY74" fmla="*/ 728098 h 1635893"/>
                    <a:gd name="connsiteX75" fmla="*/ 197679 w 1644613"/>
                    <a:gd name="connsiteY75" fmla="*/ 834143 h 1635893"/>
                    <a:gd name="connsiteX76" fmla="*/ 250892 w 1644613"/>
                    <a:gd name="connsiteY76" fmla="*/ 752355 h 1635893"/>
                    <a:gd name="connsiteX77" fmla="*/ 234636 w 1644613"/>
                    <a:gd name="connsiteY77" fmla="*/ 576587 h 1635893"/>
                    <a:gd name="connsiteX78" fmla="*/ 159833 w 1644613"/>
                    <a:gd name="connsiteY78" fmla="*/ 539884 h 1635893"/>
                    <a:gd name="connsiteX79" fmla="*/ 1052135 w 1644613"/>
                    <a:gd name="connsiteY79" fmla="*/ 598050 h 1635893"/>
                    <a:gd name="connsiteX80" fmla="*/ 1041086 w 1644613"/>
                    <a:gd name="connsiteY80" fmla="*/ 807092 h 1635893"/>
                    <a:gd name="connsiteX81" fmla="*/ 1052135 w 1644613"/>
                    <a:gd name="connsiteY81" fmla="*/ 598050 h 1635893"/>
                    <a:gd name="connsiteX82" fmla="*/ 441011 w 1644613"/>
                    <a:gd name="connsiteY82" fmla="*/ 1044963 h 1635893"/>
                    <a:gd name="connsiteX83" fmla="*/ 658816 w 1644613"/>
                    <a:gd name="connsiteY83" fmla="*/ 1078618 h 1635893"/>
                    <a:gd name="connsiteX84" fmla="*/ 569154 w 1644613"/>
                    <a:gd name="connsiteY84" fmla="*/ 1062616 h 1635893"/>
                    <a:gd name="connsiteX85" fmla="*/ 441011 w 1644613"/>
                    <a:gd name="connsiteY85" fmla="*/ 1044963 h 1635893"/>
                    <a:gd name="connsiteX86" fmla="*/ 303597 w 1644613"/>
                    <a:gd name="connsiteY86" fmla="*/ 1095509 h 1635893"/>
                    <a:gd name="connsiteX87" fmla="*/ 288992 w 1644613"/>
                    <a:gd name="connsiteY87" fmla="*/ 1125100 h 1635893"/>
                    <a:gd name="connsiteX88" fmla="*/ 345380 w 1644613"/>
                    <a:gd name="connsiteY88" fmla="*/ 1175519 h 1635893"/>
                    <a:gd name="connsiteX89" fmla="*/ 332934 w 1644613"/>
                    <a:gd name="connsiteY89" fmla="*/ 1333380 h 1635893"/>
                    <a:gd name="connsiteX90" fmla="*/ 384369 w 1644613"/>
                    <a:gd name="connsiteY90" fmla="*/ 1261879 h 1635893"/>
                    <a:gd name="connsiteX91" fmla="*/ 303597 w 1644613"/>
                    <a:gd name="connsiteY91" fmla="*/ 1095509 h 1635893"/>
                    <a:gd name="connsiteX92" fmla="*/ 1154370 w 1644613"/>
                    <a:gd name="connsiteY92" fmla="*/ 1214635 h 1635893"/>
                    <a:gd name="connsiteX93" fmla="*/ 1130875 w 1644613"/>
                    <a:gd name="connsiteY93" fmla="*/ 1407675 h 1635893"/>
                    <a:gd name="connsiteX94" fmla="*/ 1261431 w 1644613"/>
                    <a:gd name="connsiteY94" fmla="*/ 1463301 h 1635893"/>
                    <a:gd name="connsiteX95" fmla="*/ 1374969 w 1644613"/>
                    <a:gd name="connsiteY95" fmla="*/ 1474731 h 1635893"/>
                    <a:gd name="connsiteX96" fmla="*/ 1357316 w 1644613"/>
                    <a:gd name="connsiteY96" fmla="*/ 1446029 h 1635893"/>
                    <a:gd name="connsiteX97" fmla="*/ 1258637 w 1644613"/>
                    <a:gd name="connsiteY97" fmla="*/ 1386466 h 1635893"/>
                    <a:gd name="connsiteX98" fmla="*/ 1445581 w 1644613"/>
                    <a:gd name="connsiteY98" fmla="*/ 1429773 h 1635893"/>
                    <a:gd name="connsiteX99" fmla="*/ 1403163 w 1644613"/>
                    <a:gd name="connsiteY99" fmla="*/ 1377195 h 1635893"/>
                    <a:gd name="connsiteX100" fmla="*/ 1296229 w 1644613"/>
                    <a:gd name="connsiteY100" fmla="*/ 1332237 h 1635893"/>
                    <a:gd name="connsiteX101" fmla="*/ 1489269 w 1644613"/>
                    <a:gd name="connsiteY101" fmla="*/ 1359923 h 1635893"/>
                    <a:gd name="connsiteX102" fmla="*/ 1491174 w 1644613"/>
                    <a:gd name="connsiteY102" fmla="*/ 1340111 h 1635893"/>
                    <a:gd name="connsiteX103" fmla="*/ 1235269 w 1644613"/>
                    <a:gd name="connsiteY103" fmla="*/ 1248163 h 1635893"/>
                    <a:gd name="connsiteX104" fmla="*/ 1341060 w 1644613"/>
                    <a:gd name="connsiteY104" fmla="*/ 1171709 h 1635893"/>
                    <a:gd name="connsiteX105" fmla="*/ 1301944 w 1644613"/>
                    <a:gd name="connsiteY105" fmla="*/ 1132720 h 1635893"/>
                    <a:gd name="connsiteX106" fmla="*/ 1154370 w 1644613"/>
                    <a:gd name="connsiteY106" fmla="*/ 1214635 h 1635893"/>
                    <a:gd name="connsiteX107" fmla="*/ 857063 w 1644613"/>
                    <a:gd name="connsiteY107" fmla="*/ 1181488 h 1635893"/>
                    <a:gd name="connsiteX108" fmla="*/ 878272 w 1644613"/>
                    <a:gd name="connsiteY108" fmla="*/ 1300868 h 1635893"/>
                    <a:gd name="connsiteX109" fmla="*/ 905704 w 1644613"/>
                    <a:gd name="connsiteY109" fmla="*/ 1540771 h 1635893"/>
                    <a:gd name="connsiteX110" fmla="*/ 1188660 w 1644613"/>
                    <a:gd name="connsiteY110" fmla="*/ 1474350 h 1635893"/>
                    <a:gd name="connsiteX111" fmla="*/ 1073344 w 1644613"/>
                    <a:gd name="connsiteY111" fmla="*/ 1300233 h 1635893"/>
                    <a:gd name="connsiteX112" fmla="*/ 973522 w 1644613"/>
                    <a:gd name="connsiteY112" fmla="*/ 1438155 h 1635893"/>
                    <a:gd name="connsiteX113" fmla="*/ 945201 w 1644613"/>
                    <a:gd name="connsiteY113" fmla="*/ 1487558 h 1635893"/>
                    <a:gd name="connsiteX114" fmla="*/ 974665 w 1644613"/>
                    <a:gd name="connsiteY114" fmla="*/ 1366781 h 1635893"/>
                    <a:gd name="connsiteX115" fmla="*/ 857063 w 1644613"/>
                    <a:gd name="connsiteY115" fmla="*/ 1181488 h 1635893"/>
                    <a:gd name="connsiteX0" fmla="*/ 1014924 w 1644615"/>
                    <a:gd name="connsiteY0" fmla="*/ 137040 h 1635895"/>
                    <a:gd name="connsiteX1" fmla="*/ 1288609 w 1644615"/>
                    <a:gd name="connsiteY1" fmla="*/ 134 h 1635895"/>
                    <a:gd name="connsiteX2" fmla="*/ 1606363 w 1644615"/>
                    <a:gd name="connsiteY2" fmla="*/ 207525 h 1635895"/>
                    <a:gd name="connsiteX3" fmla="*/ 1635827 w 1644615"/>
                    <a:gd name="connsiteY3" fmla="*/ 498990 h 1635895"/>
                    <a:gd name="connsiteX4" fmla="*/ 1447867 w 1644615"/>
                    <a:gd name="connsiteY4" fmla="*/ 744100 h 1635895"/>
                    <a:gd name="connsiteX5" fmla="*/ 1200852 w 1644615"/>
                    <a:gd name="connsiteY5" fmla="*/ 768865 h 1635895"/>
                    <a:gd name="connsiteX6" fmla="*/ 1100903 w 1644615"/>
                    <a:gd name="connsiteY6" fmla="*/ 724415 h 1635895"/>
                    <a:gd name="connsiteX7" fmla="*/ 1075122 w 1644615"/>
                    <a:gd name="connsiteY7" fmla="*/ 806838 h 1635895"/>
                    <a:gd name="connsiteX8" fmla="*/ 994858 w 1644615"/>
                    <a:gd name="connsiteY8" fmla="*/ 891166 h 1635895"/>
                    <a:gd name="connsiteX9" fmla="*/ 900370 w 1644615"/>
                    <a:gd name="connsiteY9" fmla="*/ 986162 h 1635895"/>
                    <a:gd name="connsiteX10" fmla="*/ 765623 w 1644615"/>
                    <a:gd name="connsiteY10" fmla="*/ 1048392 h 1635895"/>
                    <a:gd name="connsiteX11" fmla="*/ 993715 w 1644615"/>
                    <a:gd name="connsiteY11" fmla="*/ 1351541 h 1635895"/>
                    <a:gd name="connsiteX12" fmla="*/ 1109666 w 1644615"/>
                    <a:gd name="connsiteY12" fmla="*/ 1221620 h 1635895"/>
                    <a:gd name="connsiteX13" fmla="*/ 1283275 w 1644615"/>
                    <a:gd name="connsiteY13" fmla="*/ 1111003 h 1635895"/>
                    <a:gd name="connsiteX14" fmla="*/ 1372810 w 1644615"/>
                    <a:gd name="connsiteY14" fmla="*/ 1159136 h 1635895"/>
                    <a:gd name="connsiteX15" fmla="*/ 1290260 w 1644615"/>
                    <a:gd name="connsiteY15" fmla="*/ 1244353 h 1635895"/>
                    <a:gd name="connsiteX16" fmla="*/ 1514796 w 1644615"/>
                    <a:gd name="connsiteY16" fmla="*/ 1325633 h 1635895"/>
                    <a:gd name="connsiteX17" fmla="*/ 1460440 w 1644615"/>
                    <a:gd name="connsiteY17" fmla="*/ 1390657 h 1635895"/>
                    <a:gd name="connsiteX18" fmla="*/ 1460821 w 1644615"/>
                    <a:gd name="connsiteY18" fmla="*/ 1438790 h 1635895"/>
                    <a:gd name="connsiteX19" fmla="*/ 1403163 w 1644615"/>
                    <a:gd name="connsiteY19" fmla="*/ 1459999 h 1635895"/>
                    <a:gd name="connsiteX20" fmla="*/ 1396686 w 1644615"/>
                    <a:gd name="connsiteY20" fmla="*/ 1490352 h 1635895"/>
                    <a:gd name="connsiteX21" fmla="*/ 1222569 w 1644615"/>
                    <a:gd name="connsiteY21" fmla="*/ 1482224 h 1635895"/>
                    <a:gd name="connsiteX22" fmla="*/ 1041340 w 1644615"/>
                    <a:gd name="connsiteY22" fmla="*/ 1583443 h 1635895"/>
                    <a:gd name="connsiteX23" fmla="*/ 907228 w 1644615"/>
                    <a:gd name="connsiteY23" fmla="*/ 1570362 h 1635895"/>
                    <a:gd name="connsiteX24" fmla="*/ 909260 w 1644615"/>
                    <a:gd name="connsiteY24" fmla="*/ 1626242 h 1635895"/>
                    <a:gd name="connsiteX25" fmla="*/ 884622 w 1644615"/>
                    <a:gd name="connsiteY25" fmla="*/ 1624718 h 1635895"/>
                    <a:gd name="connsiteX26" fmla="*/ 878780 w 1644615"/>
                    <a:gd name="connsiteY26" fmla="*/ 1550296 h 1635895"/>
                    <a:gd name="connsiteX27" fmla="*/ 820106 w 1644615"/>
                    <a:gd name="connsiteY27" fmla="*/ 1144658 h 1635895"/>
                    <a:gd name="connsiteX28" fmla="*/ 747208 w 1644615"/>
                    <a:gd name="connsiteY28" fmla="*/ 1071887 h 1635895"/>
                    <a:gd name="connsiteX29" fmla="*/ 424882 w 1644615"/>
                    <a:gd name="connsiteY29" fmla="*/ 1070236 h 1635895"/>
                    <a:gd name="connsiteX30" fmla="*/ 337125 w 1644615"/>
                    <a:gd name="connsiteY30" fmla="*/ 1072395 h 1635895"/>
                    <a:gd name="connsiteX31" fmla="*/ 407610 w 1644615"/>
                    <a:gd name="connsiteY31" fmla="*/ 1284231 h 1635895"/>
                    <a:gd name="connsiteX32" fmla="*/ 322774 w 1644615"/>
                    <a:gd name="connsiteY32" fmla="*/ 1363352 h 1635895"/>
                    <a:gd name="connsiteX33" fmla="*/ 288357 w 1644615"/>
                    <a:gd name="connsiteY33" fmla="*/ 1588650 h 1635895"/>
                    <a:gd name="connsiteX34" fmla="*/ 283023 w 1644615"/>
                    <a:gd name="connsiteY34" fmla="*/ 1624718 h 1635895"/>
                    <a:gd name="connsiteX35" fmla="*/ 259020 w 1644615"/>
                    <a:gd name="connsiteY35" fmla="*/ 1629417 h 1635895"/>
                    <a:gd name="connsiteX36" fmla="*/ 323409 w 1644615"/>
                    <a:gd name="connsiteY36" fmla="*/ 1250068 h 1635895"/>
                    <a:gd name="connsiteX37" fmla="*/ 305629 w 1644615"/>
                    <a:gd name="connsiteY37" fmla="*/ 1166248 h 1635895"/>
                    <a:gd name="connsiteX38" fmla="*/ 229556 w 1644615"/>
                    <a:gd name="connsiteY38" fmla="*/ 1192410 h 1635895"/>
                    <a:gd name="connsiteX39" fmla="*/ 18228 w 1644615"/>
                    <a:gd name="connsiteY39" fmla="*/ 1623575 h 1635895"/>
                    <a:gd name="connsiteX40" fmla="*/ 2099 w 1644615"/>
                    <a:gd name="connsiteY40" fmla="*/ 1635894 h 1635895"/>
                    <a:gd name="connsiteX41" fmla="*/ 17212 w 1644615"/>
                    <a:gd name="connsiteY41" fmla="*/ 1539628 h 1635895"/>
                    <a:gd name="connsiteX42" fmla="*/ 107001 w 1644615"/>
                    <a:gd name="connsiteY42" fmla="*/ 1318648 h 1635895"/>
                    <a:gd name="connsiteX43" fmla="*/ 216983 w 1644615"/>
                    <a:gd name="connsiteY43" fmla="*/ 1168153 h 1635895"/>
                    <a:gd name="connsiteX44" fmla="*/ 304867 w 1644615"/>
                    <a:gd name="connsiteY44" fmla="*/ 1066553 h 1635895"/>
                    <a:gd name="connsiteX45" fmla="*/ 391481 w 1644615"/>
                    <a:gd name="connsiteY45" fmla="*/ 1032390 h 1635895"/>
                    <a:gd name="connsiteX46" fmla="*/ 252924 w 1644615"/>
                    <a:gd name="connsiteY46" fmla="*/ 952253 h 1635895"/>
                    <a:gd name="connsiteX47" fmla="*/ 138243 w 1644615"/>
                    <a:gd name="connsiteY47" fmla="*/ 837064 h 1635895"/>
                    <a:gd name="connsiteX48" fmla="*/ 83633 w 1644615"/>
                    <a:gd name="connsiteY48" fmla="*/ 754514 h 1635895"/>
                    <a:gd name="connsiteX49" fmla="*/ 139767 w 1644615"/>
                    <a:gd name="connsiteY49" fmla="*/ 520707 h 1635895"/>
                    <a:gd name="connsiteX50" fmla="*/ 413198 w 1644615"/>
                    <a:gd name="connsiteY50" fmla="*/ 274200 h 1635895"/>
                    <a:gd name="connsiteX51" fmla="*/ 730698 w 1644615"/>
                    <a:gd name="connsiteY51" fmla="*/ 270898 h 1635895"/>
                    <a:gd name="connsiteX52" fmla="*/ 944058 w 1644615"/>
                    <a:gd name="connsiteY52" fmla="*/ 397009 h 1635895"/>
                    <a:gd name="connsiteX53" fmla="*/ 1076900 w 1644615"/>
                    <a:gd name="connsiteY53" fmla="*/ 110878 h 1635895"/>
                    <a:gd name="connsiteX54" fmla="*/ 971617 w 1644615"/>
                    <a:gd name="connsiteY54" fmla="*/ 432950 h 1635895"/>
                    <a:gd name="connsiteX55" fmla="*/ 1070423 w 1644615"/>
                    <a:gd name="connsiteY55" fmla="*/ 588017 h 1635895"/>
                    <a:gd name="connsiteX56" fmla="*/ 1107507 w 1644615"/>
                    <a:gd name="connsiteY56" fmla="*/ 692030 h 1635895"/>
                    <a:gd name="connsiteX57" fmla="*/ 1459424 w 1644615"/>
                    <a:gd name="connsiteY57" fmla="*/ 707524 h 1635895"/>
                    <a:gd name="connsiteX58" fmla="*/ 1614364 w 1644615"/>
                    <a:gd name="connsiteY58" fmla="*/ 462160 h 1635895"/>
                    <a:gd name="connsiteX59" fmla="*/ 1543879 w 1644615"/>
                    <a:gd name="connsiteY59" fmla="*/ 155963 h 1635895"/>
                    <a:gd name="connsiteX60" fmla="*/ 1261939 w 1644615"/>
                    <a:gd name="connsiteY60" fmla="*/ 27312 h 1635895"/>
                    <a:gd name="connsiteX61" fmla="*/ 1076900 w 1644615"/>
                    <a:gd name="connsiteY61" fmla="*/ 110878 h 1635895"/>
                    <a:gd name="connsiteX62" fmla="*/ 175327 w 1644615"/>
                    <a:gd name="connsiteY62" fmla="*/ 504578 h 1635895"/>
                    <a:gd name="connsiteX63" fmla="*/ 227270 w 1644615"/>
                    <a:gd name="connsiteY63" fmla="*/ 521723 h 1635895"/>
                    <a:gd name="connsiteX64" fmla="*/ 284801 w 1644615"/>
                    <a:gd name="connsiteY64" fmla="*/ 676663 h 1635895"/>
                    <a:gd name="connsiteX65" fmla="*/ 256607 w 1644615"/>
                    <a:gd name="connsiteY65" fmla="*/ 816998 h 1635895"/>
                    <a:gd name="connsiteX66" fmla="*/ 204283 w 1644615"/>
                    <a:gd name="connsiteY66" fmla="*/ 863734 h 1635895"/>
                    <a:gd name="connsiteX67" fmla="*/ 615128 w 1644615"/>
                    <a:gd name="connsiteY67" fmla="*/ 1040010 h 1635895"/>
                    <a:gd name="connsiteX68" fmla="*/ 979491 w 1644615"/>
                    <a:gd name="connsiteY68" fmla="*/ 867671 h 1635895"/>
                    <a:gd name="connsiteX69" fmla="*/ 1018353 w 1644615"/>
                    <a:gd name="connsiteY69" fmla="*/ 573666 h 1635895"/>
                    <a:gd name="connsiteX70" fmla="*/ 672151 w 1644615"/>
                    <a:gd name="connsiteY70" fmla="*/ 284741 h 1635895"/>
                    <a:gd name="connsiteX71" fmla="*/ 175327 w 1644615"/>
                    <a:gd name="connsiteY71" fmla="*/ 504578 h 1635895"/>
                    <a:gd name="connsiteX72" fmla="*/ 159833 w 1644615"/>
                    <a:gd name="connsiteY72" fmla="*/ 539884 h 1635895"/>
                    <a:gd name="connsiteX73" fmla="*/ 104588 w 1644615"/>
                    <a:gd name="connsiteY73" fmla="*/ 728098 h 1635895"/>
                    <a:gd name="connsiteX74" fmla="*/ 197679 w 1644615"/>
                    <a:gd name="connsiteY74" fmla="*/ 834143 h 1635895"/>
                    <a:gd name="connsiteX75" fmla="*/ 250892 w 1644615"/>
                    <a:gd name="connsiteY75" fmla="*/ 752355 h 1635895"/>
                    <a:gd name="connsiteX76" fmla="*/ 234636 w 1644615"/>
                    <a:gd name="connsiteY76" fmla="*/ 576587 h 1635895"/>
                    <a:gd name="connsiteX77" fmla="*/ 159833 w 1644615"/>
                    <a:gd name="connsiteY77" fmla="*/ 539884 h 1635895"/>
                    <a:gd name="connsiteX78" fmla="*/ 1052135 w 1644615"/>
                    <a:gd name="connsiteY78" fmla="*/ 598050 h 1635895"/>
                    <a:gd name="connsiteX79" fmla="*/ 1041086 w 1644615"/>
                    <a:gd name="connsiteY79" fmla="*/ 807092 h 1635895"/>
                    <a:gd name="connsiteX80" fmla="*/ 1052135 w 1644615"/>
                    <a:gd name="connsiteY80" fmla="*/ 598050 h 1635895"/>
                    <a:gd name="connsiteX81" fmla="*/ 441011 w 1644615"/>
                    <a:gd name="connsiteY81" fmla="*/ 1044963 h 1635895"/>
                    <a:gd name="connsiteX82" fmla="*/ 658816 w 1644615"/>
                    <a:gd name="connsiteY82" fmla="*/ 1078618 h 1635895"/>
                    <a:gd name="connsiteX83" fmla="*/ 569154 w 1644615"/>
                    <a:gd name="connsiteY83" fmla="*/ 1062616 h 1635895"/>
                    <a:gd name="connsiteX84" fmla="*/ 441011 w 1644615"/>
                    <a:gd name="connsiteY84" fmla="*/ 1044963 h 1635895"/>
                    <a:gd name="connsiteX85" fmla="*/ 303597 w 1644615"/>
                    <a:gd name="connsiteY85" fmla="*/ 1095509 h 1635895"/>
                    <a:gd name="connsiteX86" fmla="*/ 288992 w 1644615"/>
                    <a:gd name="connsiteY86" fmla="*/ 1125100 h 1635895"/>
                    <a:gd name="connsiteX87" fmla="*/ 345380 w 1644615"/>
                    <a:gd name="connsiteY87" fmla="*/ 1175519 h 1635895"/>
                    <a:gd name="connsiteX88" fmla="*/ 332934 w 1644615"/>
                    <a:gd name="connsiteY88" fmla="*/ 1333380 h 1635895"/>
                    <a:gd name="connsiteX89" fmla="*/ 384369 w 1644615"/>
                    <a:gd name="connsiteY89" fmla="*/ 1261879 h 1635895"/>
                    <a:gd name="connsiteX90" fmla="*/ 303597 w 1644615"/>
                    <a:gd name="connsiteY90" fmla="*/ 1095509 h 1635895"/>
                    <a:gd name="connsiteX91" fmla="*/ 1154370 w 1644615"/>
                    <a:gd name="connsiteY91" fmla="*/ 1214635 h 1635895"/>
                    <a:gd name="connsiteX92" fmla="*/ 1130875 w 1644615"/>
                    <a:gd name="connsiteY92" fmla="*/ 1407675 h 1635895"/>
                    <a:gd name="connsiteX93" fmla="*/ 1261431 w 1644615"/>
                    <a:gd name="connsiteY93" fmla="*/ 1463301 h 1635895"/>
                    <a:gd name="connsiteX94" fmla="*/ 1374969 w 1644615"/>
                    <a:gd name="connsiteY94" fmla="*/ 1474731 h 1635895"/>
                    <a:gd name="connsiteX95" fmla="*/ 1357316 w 1644615"/>
                    <a:gd name="connsiteY95" fmla="*/ 1446029 h 1635895"/>
                    <a:gd name="connsiteX96" fmla="*/ 1258637 w 1644615"/>
                    <a:gd name="connsiteY96" fmla="*/ 1386466 h 1635895"/>
                    <a:gd name="connsiteX97" fmla="*/ 1445581 w 1644615"/>
                    <a:gd name="connsiteY97" fmla="*/ 1429773 h 1635895"/>
                    <a:gd name="connsiteX98" fmla="*/ 1403163 w 1644615"/>
                    <a:gd name="connsiteY98" fmla="*/ 1377195 h 1635895"/>
                    <a:gd name="connsiteX99" fmla="*/ 1296229 w 1644615"/>
                    <a:gd name="connsiteY99" fmla="*/ 1332237 h 1635895"/>
                    <a:gd name="connsiteX100" fmla="*/ 1489269 w 1644615"/>
                    <a:gd name="connsiteY100" fmla="*/ 1359923 h 1635895"/>
                    <a:gd name="connsiteX101" fmla="*/ 1491174 w 1644615"/>
                    <a:gd name="connsiteY101" fmla="*/ 1340111 h 1635895"/>
                    <a:gd name="connsiteX102" fmla="*/ 1235269 w 1644615"/>
                    <a:gd name="connsiteY102" fmla="*/ 1248163 h 1635895"/>
                    <a:gd name="connsiteX103" fmla="*/ 1341060 w 1644615"/>
                    <a:gd name="connsiteY103" fmla="*/ 1171709 h 1635895"/>
                    <a:gd name="connsiteX104" fmla="*/ 1301944 w 1644615"/>
                    <a:gd name="connsiteY104" fmla="*/ 1132720 h 1635895"/>
                    <a:gd name="connsiteX105" fmla="*/ 1154370 w 1644615"/>
                    <a:gd name="connsiteY105" fmla="*/ 1214635 h 1635895"/>
                    <a:gd name="connsiteX106" fmla="*/ 857063 w 1644615"/>
                    <a:gd name="connsiteY106" fmla="*/ 1181488 h 1635895"/>
                    <a:gd name="connsiteX107" fmla="*/ 878272 w 1644615"/>
                    <a:gd name="connsiteY107" fmla="*/ 1300868 h 1635895"/>
                    <a:gd name="connsiteX108" fmla="*/ 905704 w 1644615"/>
                    <a:gd name="connsiteY108" fmla="*/ 1540771 h 1635895"/>
                    <a:gd name="connsiteX109" fmla="*/ 1188660 w 1644615"/>
                    <a:gd name="connsiteY109" fmla="*/ 1474350 h 1635895"/>
                    <a:gd name="connsiteX110" fmla="*/ 1073344 w 1644615"/>
                    <a:gd name="connsiteY110" fmla="*/ 1300233 h 1635895"/>
                    <a:gd name="connsiteX111" fmla="*/ 973522 w 1644615"/>
                    <a:gd name="connsiteY111" fmla="*/ 1438155 h 1635895"/>
                    <a:gd name="connsiteX112" fmla="*/ 945201 w 1644615"/>
                    <a:gd name="connsiteY112" fmla="*/ 1487558 h 1635895"/>
                    <a:gd name="connsiteX113" fmla="*/ 974665 w 1644615"/>
                    <a:gd name="connsiteY113" fmla="*/ 1366781 h 1635895"/>
                    <a:gd name="connsiteX114" fmla="*/ 857063 w 1644615"/>
                    <a:gd name="connsiteY114" fmla="*/ 1181488 h 1635895"/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200852 w 1644613"/>
                    <a:gd name="connsiteY4" fmla="*/ 768865 h 1635893"/>
                    <a:gd name="connsiteX5" fmla="*/ 1100903 w 1644613"/>
                    <a:gd name="connsiteY5" fmla="*/ 724415 h 1635893"/>
                    <a:gd name="connsiteX6" fmla="*/ 1075122 w 1644613"/>
                    <a:gd name="connsiteY6" fmla="*/ 806838 h 1635893"/>
                    <a:gd name="connsiteX7" fmla="*/ 994858 w 1644613"/>
                    <a:gd name="connsiteY7" fmla="*/ 891166 h 1635893"/>
                    <a:gd name="connsiteX8" fmla="*/ 900370 w 1644613"/>
                    <a:gd name="connsiteY8" fmla="*/ 986162 h 1635893"/>
                    <a:gd name="connsiteX9" fmla="*/ 765623 w 1644613"/>
                    <a:gd name="connsiteY9" fmla="*/ 1048392 h 1635893"/>
                    <a:gd name="connsiteX10" fmla="*/ 993715 w 1644613"/>
                    <a:gd name="connsiteY10" fmla="*/ 1351541 h 1635893"/>
                    <a:gd name="connsiteX11" fmla="*/ 1109666 w 1644613"/>
                    <a:gd name="connsiteY11" fmla="*/ 1221620 h 1635893"/>
                    <a:gd name="connsiteX12" fmla="*/ 1283275 w 1644613"/>
                    <a:gd name="connsiteY12" fmla="*/ 1111003 h 1635893"/>
                    <a:gd name="connsiteX13" fmla="*/ 1372810 w 1644613"/>
                    <a:gd name="connsiteY13" fmla="*/ 1159136 h 1635893"/>
                    <a:gd name="connsiteX14" fmla="*/ 1290260 w 1644613"/>
                    <a:gd name="connsiteY14" fmla="*/ 1244353 h 1635893"/>
                    <a:gd name="connsiteX15" fmla="*/ 1514796 w 1644613"/>
                    <a:gd name="connsiteY15" fmla="*/ 1325633 h 1635893"/>
                    <a:gd name="connsiteX16" fmla="*/ 1460440 w 1644613"/>
                    <a:gd name="connsiteY16" fmla="*/ 1390657 h 1635893"/>
                    <a:gd name="connsiteX17" fmla="*/ 1460821 w 1644613"/>
                    <a:gd name="connsiteY17" fmla="*/ 1438790 h 1635893"/>
                    <a:gd name="connsiteX18" fmla="*/ 1403163 w 1644613"/>
                    <a:gd name="connsiteY18" fmla="*/ 1459999 h 1635893"/>
                    <a:gd name="connsiteX19" fmla="*/ 1396686 w 1644613"/>
                    <a:gd name="connsiteY19" fmla="*/ 1490352 h 1635893"/>
                    <a:gd name="connsiteX20" fmla="*/ 1222569 w 1644613"/>
                    <a:gd name="connsiteY20" fmla="*/ 1482224 h 1635893"/>
                    <a:gd name="connsiteX21" fmla="*/ 1041340 w 1644613"/>
                    <a:gd name="connsiteY21" fmla="*/ 1583443 h 1635893"/>
                    <a:gd name="connsiteX22" fmla="*/ 907228 w 1644613"/>
                    <a:gd name="connsiteY22" fmla="*/ 1570362 h 1635893"/>
                    <a:gd name="connsiteX23" fmla="*/ 909260 w 1644613"/>
                    <a:gd name="connsiteY23" fmla="*/ 1626242 h 1635893"/>
                    <a:gd name="connsiteX24" fmla="*/ 884622 w 1644613"/>
                    <a:gd name="connsiteY24" fmla="*/ 1624718 h 1635893"/>
                    <a:gd name="connsiteX25" fmla="*/ 878780 w 1644613"/>
                    <a:gd name="connsiteY25" fmla="*/ 1550296 h 1635893"/>
                    <a:gd name="connsiteX26" fmla="*/ 820106 w 1644613"/>
                    <a:gd name="connsiteY26" fmla="*/ 1144658 h 1635893"/>
                    <a:gd name="connsiteX27" fmla="*/ 747208 w 1644613"/>
                    <a:gd name="connsiteY27" fmla="*/ 1071887 h 1635893"/>
                    <a:gd name="connsiteX28" fmla="*/ 424882 w 1644613"/>
                    <a:gd name="connsiteY28" fmla="*/ 1070236 h 1635893"/>
                    <a:gd name="connsiteX29" fmla="*/ 337125 w 1644613"/>
                    <a:gd name="connsiteY29" fmla="*/ 1072395 h 1635893"/>
                    <a:gd name="connsiteX30" fmla="*/ 407610 w 1644613"/>
                    <a:gd name="connsiteY30" fmla="*/ 1284231 h 1635893"/>
                    <a:gd name="connsiteX31" fmla="*/ 322774 w 1644613"/>
                    <a:gd name="connsiteY31" fmla="*/ 1363352 h 1635893"/>
                    <a:gd name="connsiteX32" fmla="*/ 288357 w 1644613"/>
                    <a:gd name="connsiteY32" fmla="*/ 1588650 h 1635893"/>
                    <a:gd name="connsiteX33" fmla="*/ 283023 w 1644613"/>
                    <a:gd name="connsiteY33" fmla="*/ 1624718 h 1635893"/>
                    <a:gd name="connsiteX34" fmla="*/ 259020 w 1644613"/>
                    <a:gd name="connsiteY34" fmla="*/ 1629417 h 1635893"/>
                    <a:gd name="connsiteX35" fmla="*/ 323409 w 1644613"/>
                    <a:gd name="connsiteY35" fmla="*/ 1250068 h 1635893"/>
                    <a:gd name="connsiteX36" fmla="*/ 305629 w 1644613"/>
                    <a:gd name="connsiteY36" fmla="*/ 1166248 h 1635893"/>
                    <a:gd name="connsiteX37" fmla="*/ 229556 w 1644613"/>
                    <a:gd name="connsiteY37" fmla="*/ 1192410 h 1635893"/>
                    <a:gd name="connsiteX38" fmla="*/ 18228 w 1644613"/>
                    <a:gd name="connsiteY38" fmla="*/ 1623575 h 1635893"/>
                    <a:gd name="connsiteX39" fmla="*/ 2099 w 1644613"/>
                    <a:gd name="connsiteY39" fmla="*/ 1635894 h 1635893"/>
                    <a:gd name="connsiteX40" fmla="*/ 17212 w 1644613"/>
                    <a:gd name="connsiteY40" fmla="*/ 1539628 h 1635893"/>
                    <a:gd name="connsiteX41" fmla="*/ 107001 w 1644613"/>
                    <a:gd name="connsiteY41" fmla="*/ 1318648 h 1635893"/>
                    <a:gd name="connsiteX42" fmla="*/ 216983 w 1644613"/>
                    <a:gd name="connsiteY42" fmla="*/ 1168153 h 1635893"/>
                    <a:gd name="connsiteX43" fmla="*/ 304867 w 1644613"/>
                    <a:gd name="connsiteY43" fmla="*/ 1066553 h 1635893"/>
                    <a:gd name="connsiteX44" fmla="*/ 391481 w 1644613"/>
                    <a:gd name="connsiteY44" fmla="*/ 1032390 h 1635893"/>
                    <a:gd name="connsiteX45" fmla="*/ 252924 w 1644613"/>
                    <a:gd name="connsiteY45" fmla="*/ 952253 h 1635893"/>
                    <a:gd name="connsiteX46" fmla="*/ 138243 w 1644613"/>
                    <a:gd name="connsiteY46" fmla="*/ 837064 h 1635893"/>
                    <a:gd name="connsiteX47" fmla="*/ 83633 w 1644613"/>
                    <a:gd name="connsiteY47" fmla="*/ 754514 h 1635893"/>
                    <a:gd name="connsiteX48" fmla="*/ 139767 w 1644613"/>
                    <a:gd name="connsiteY48" fmla="*/ 520707 h 1635893"/>
                    <a:gd name="connsiteX49" fmla="*/ 413198 w 1644613"/>
                    <a:gd name="connsiteY49" fmla="*/ 274200 h 1635893"/>
                    <a:gd name="connsiteX50" fmla="*/ 730698 w 1644613"/>
                    <a:gd name="connsiteY50" fmla="*/ 270898 h 1635893"/>
                    <a:gd name="connsiteX51" fmla="*/ 944058 w 1644613"/>
                    <a:gd name="connsiteY51" fmla="*/ 397009 h 1635893"/>
                    <a:gd name="connsiteX52" fmla="*/ 1076900 w 1644613"/>
                    <a:gd name="connsiteY52" fmla="*/ 110878 h 1635893"/>
                    <a:gd name="connsiteX53" fmla="*/ 971617 w 1644613"/>
                    <a:gd name="connsiteY53" fmla="*/ 432950 h 1635893"/>
                    <a:gd name="connsiteX54" fmla="*/ 1070423 w 1644613"/>
                    <a:gd name="connsiteY54" fmla="*/ 588017 h 1635893"/>
                    <a:gd name="connsiteX55" fmla="*/ 1107507 w 1644613"/>
                    <a:gd name="connsiteY55" fmla="*/ 692030 h 1635893"/>
                    <a:gd name="connsiteX56" fmla="*/ 1459424 w 1644613"/>
                    <a:gd name="connsiteY56" fmla="*/ 707524 h 1635893"/>
                    <a:gd name="connsiteX57" fmla="*/ 1614364 w 1644613"/>
                    <a:gd name="connsiteY57" fmla="*/ 462160 h 1635893"/>
                    <a:gd name="connsiteX58" fmla="*/ 1543879 w 1644613"/>
                    <a:gd name="connsiteY58" fmla="*/ 155963 h 1635893"/>
                    <a:gd name="connsiteX59" fmla="*/ 1261939 w 1644613"/>
                    <a:gd name="connsiteY59" fmla="*/ 27312 h 1635893"/>
                    <a:gd name="connsiteX60" fmla="*/ 1076900 w 1644613"/>
                    <a:gd name="connsiteY60" fmla="*/ 110878 h 1635893"/>
                    <a:gd name="connsiteX61" fmla="*/ 175327 w 1644613"/>
                    <a:gd name="connsiteY61" fmla="*/ 504578 h 1635893"/>
                    <a:gd name="connsiteX62" fmla="*/ 227270 w 1644613"/>
                    <a:gd name="connsiteY62" fmla="*/ 521723 h 1635893"/>
                    <a:gd name="connsiteX63" fmla="*/ 284801 w 1644613"/>
                    <a:gd name="connsiteY63" fmla="*/ 676663 h 1635893"/>
                    <a:gd name="connsiteX64" fmla="*/ 256607 w 1644613"/>
                    <a:gd name="connsiteY64" fmla="*/ 816998 h 1635893"/>
                    <a:gd name="connsiteX65" fmla="*/ 204283 w 1644613"/>
                    <a:gd name="connsiteY65" fmla="*/ 863734 h 1635893"/>
                    <a:gd name="connsiteX66" fmla="*/ 615128 w 1644613"/>
                    <a:gd name="connsiteY66" fmla="*/ 1040010 h 1635893"/>
                    <a:gd name="connsiteX67" fmla="*/ 979491 w 1644613"/>
                    <a:gd name="connsiteY67" fmla="*/ 867671 h 1635893"/>
                    <a:gd name="connsiteX68" fmla="*/ 1018353 w 1644613"/>
                    <a:gd name="connsiteY68" fmla="*/ 573666 h 1635893"/>
                    <a:gd name="connsiteX69" fmla="*/ 672151 w 1644613"/>
                    <a:gd name="connsiteY69" fmla="*/ 284741 h 1635893"/>
                    <a:gd name="connsiteX70" fmla="*/ 175327 w 1644613"/>
                    <a:gd name="connsiteY70" fmla="*/ 504578 h 1635893"/>
                    <a:gd name="connsiteX71" fmla="*/ 159833 w 1644613"/>
                    <a:gd name="connsiteY71" fmla="*/ 539884 h 1635893"/>
                    <a:gd name="connsiteX72" fmla="*/ 104588 w 1644613"/>
                    <a:gd name="connsiteY72" fmla="*/ 728098 h 1635893"/>
                    <a:gd name="connsiteX73" fmla="*/ 197679 w 1644613"/>
                    <a:gd name="connsiteY73" fmla="*/ 834143 h 1635893"/>
                    <a:gd name="connsiteX74" fmla="*/ 250892 w 1644613"/>
                    <a:gd name="connsiteY74" fmla="*/ 752355 h 1635893"/>
                    <a:gd name="connsiteX75" fmla="*/ 234636 w 1644613"/>
                    <a:gd name="connsiteY75" fmla="*/ 576587 h 1635893"/>
                    <a:gd name="connsiteX76" fmla="*/ 159833 w 1644613"/>
                    <a:gd name="connsiteY76" fmla="*/ 539884 h 1635893"/>
                    <a:gd name="connsiteX77" fmla="*/ 1052135 w 1644613"/>
                    <a:gd name="connsiteY77" fmla="*/ 598050 h 1635893"/>
                    <a:gd name="connsiteX78" fmla="*/ 1041086 w 1644613"/>
                    <a:gd name="connsiteY78" fmla="*/ 807092 h 1635893"/>
                    <a:gd name="connsiteX79" fmla="*/ 1052135 w 1644613"/>
                    <a:gd name="connsiteY79" fmla="*/ 598050 h 1635893"/>
                    <a:gd name="connsiteX80" fmla="*/ 441011 w 1644613"/>
                    <a:gd name="connsiteY80" fmla="*/ 1044963 h 1635893"/>
                    <a:gd name="connsiteX81" fmla="*/ 658816 w 1644613"/>
                    <a:gd name="connsiteY81" fmla="*/ 1078618 h 1635893"/>
                    <a:gd name="connsiteX82" fmla="*/ 569154 w 1644613"/>
                    <a:gd name="connsiteY82" fmla="*/ 1062616 h 1635893"/>
                    <a:gd name="connsiteX83" fmla="*/ 441011 w 1644613"/>
                    <a:gd name="connsiteY83" fmla="*/ 1044963 h 1635893"/>
                    <a:gd name="connsiteX84" fmla="*/ 303597 w 1644613"/>
                    <a:gd name="connsiteY84" fmla="*/ 1095509 h 1635893"/>
                    <a:gd name="connsiteX85" fmla="*/ 288992 w 1644613"/>
                    <a:gd name="connsiteY85" fmla="*/ 1125100 h 1635893"/>
                    <a:gd name="connsiteX86" fmla="*/ 345380 w 1644613"/>
                    <a:gd name="connsiteY86" fmla="*/ 1175519 h 1635893"/>
                    <a:gd name="connsiteX87" fmla="*/ 332934 w 1644613"/>
                    <a:gd name="connsiteY87" fmla="*/ 1333380 h 1635893"/>
                    <a:gd name="connsiteX88" fmla="*/ 384369 w 1644613"/>
                    <a:gd name="connsiteY88" fmla="*/ 1261879 h 1635893"/>
                    <a:gd name="connsiteX89" fmla="*/ 303597 w 1644613"/>
                    <a:gd name="connsiteY89" fmla="*/ 1095509 h 1635893"/>
                    <a:gd name="connsiteX90" fmla="*/ 1154370 w 1644613"/>
                    <a:gd name="connsiteY90" fmla="*/ 1214635 h 1635893"/>
                    <a:gd name="connsiteX91" fmla="*/ 1130875 w 1644613"/>
                    <a:gd name="connsiteY91" fmla="*/ 1407675 h 1635893"/>
                    <a:gd name="connsiteX92" fmla="*/ 1261431 w 1644613"/>
                    <a:gd name="connsiteY92" fmla="*/ 1463301 h 1635893"/>
                    <a:gd name="connsiteX93" fmla="*/ 1374969 w 1644613"/>
                    <a:gd name="connsiteY93" fmla="*/ 1474731 h 1635893"/>
                    <a:gd name="connsiteX94" fmla="*/ 1357316 w 1644613"/>
                    <a:gd name="connsiteY94" fmla="*/ 1446029 h 1635893"/>
                    <a:gd name="connsiteX95" fmla="*/ 1258637 w 1644613"/>
                    <a:gd name="connsiteY95" fmla="*/ 1386466 h 1635893"/>
                    <a:gd name="connsiteX96" fmla="*/ 1445581 w 1644613"/>
                    <a:gd name="connsiteY96" fmla="*/ 1429773 h 1635893"/>
                    <a:gd name="connsiteX97" fmla="*/ 1403163 w 1644613"/>
                    <a:gd name="connsiteY97" fmla="*/ 1377195 h 1635893"/>
                    <a:gd name="connsiteX98" fmla="*/ 1296229 w 1644613"/>
                    <a:gd name="connsiteY98" fmla="*/ 1332237 h 1635893"/>
                    <a:gd name="connsiteX99" fmla="*/ 1489269 w 1644613"/>
                    <a:gd name="connsiteY99" fmla="*/ 1359923 h 1635893"/>
                    <a:gd name="connsiteX100" fmla="*/ 1491174 w 1644613"/>
                    <a:gd name="connsiteY100" fmla="*/ 1340111 h 1635893"/>
                    <a:gd name="connsiteX101" fmla="*/ 1235269 w 1644613"/>
                    <a:gd name="connsiteY101" fmla="*/ 1248163 h 1635893"/>
                    <a:gd name="connsiteX102" fmla="*/ 1341060 w 1644613"/>
                    <a:gd name="connsiteY102" fmla="*/ 1171709 h 1635893"/>
                    <a:gd name="connsiteX103" fmla="*/ 1301944 w 1644613"/>
                    <a:gd name="connsiteY103" fmla="*/ 1132720 h 1635893"/>
                    <a:gd name="connsiteX104" fmla="*/ 1154370 w 1644613"/>
                    <a:gd name="connsiteY104" fmla="*/ 1214635 h 1635893"/>
                    <a:gd name="connsiteX105" fmla="*/ 857063 w 1644613"/>
                    <a:gd name="connsiteY105" fmla="*/ 1181488 h 1635893"/>
                    <a:gd name="connsiteX106" fmla="*/ 878272 w 1644613"/>
                    <a:gd name="connsiteY106" fmla="*/ 1300868 h 1635893"/>
                    <a:gd name="connsiteX107" fmla="*/ 905704 w 1644613"/>
                    <a:gd name="connsiteY107" fmla="*/ 1540771 h 1635893"/>
                    <a:gd name="connsiteX108" fmla="*/ 1188660 w 1644613"/>
                    <a:gd name="connsiteY108" fmla="*/ 1474350 h 1635893"/>
                    <a:gd name="connsiteX109" fmla="*/ 1073344 w 1644613"/>
                    <a:gd name="connsiteY109" fmla="*/ 1300233 h 1635893"/>
                    <a:gd name="connsiteX110" fmla="*/ 973522 w 1644613"/>
                    <a:gd name="connsiteY110" fmla="*/ 1438155 h 1635893"/>
                    <a:gd name="connsiteX111" fmla="*/ 945201 w 1644613"/>
                    <a:gd name="connsiteY111" fmla="*/ 1487558 h 1635893"/>
                    <a:gd name="connsiteX112" fmla="*/ 974665 w 1644613"/>
                    <a:gd name="connsiteY112" fmla="*/ 1366781 h 1635893"/>
                    <a:gd name="connsiteX113" fmla="*/ 857063 w 1644613"/>
                    <a:gd name="connsiteY113" fmla="*/ 1181488 h 1635893"/>
                    <a:gd name="connsiteX0" fmla="*/ 1014924 w 1644615"/>
                    <a:gd name="connsiteY0" fmla="*/ 137040 h 1635895"/>
                    <a:gd name="connsiteX1" fmla="*/ 1288609 w 1644615"/>
                    <a:gd name="connsiteY1" fmla="*/ 134 h 1635895"/>
                    <a:gd name="connsiteX2" fmla="*/ 1606363 w 1644615"/>
                    <a:gd name="connsiteY2" fmla="*/ 207525 h 1635895"/>
                    <a:gd name="connsiteX3" fmla="*/ 1635827 w 1644615"/>
                    <a:gd name="connsiteY3" fmla="*/ 498990 h 1635895"/>
                    <a:gd name="connsiteX4" fmla="*/ 1200852 w 1644615"/>
                    <a:gd name="connsiteY4" fmla="*/ 768865 h 1635895"/>
                    <a:gd name="connsiteX5" fmla="*/ 1100903 w 1644615"/>
                    <a:gd name="connsiteY5" fmla="*/ 724415 h 1635895"/>
                    <a:gd name="connsiteX6" fmla="*/ 1075122 w 1644615"/>
                    <a:gd name="connsiteY6" fmla="*/ 806838 h 1635895"/>
                    <a:gd name="connsiteX7" fmla="*/ 994858 w 1644615"/>
                    <a:gd name="connsiteY7" fmla="*/ 891166 h 1635895"/>
                    <a:gd name="connsiteX8" fmla="*/ 900370 w 1644615"/>
                    <a:gd name="connsiteY8" fmla="*/ 986162 h 1635895"/>
                    <a:gd name="connsiteX9" fmla="*/ 765623 w 1644615"/>
                    <a:gd name="connsiteY9" fmla="*/ 1048392 h 1635895"/>
                    <a:gd name="connsiteX10" fmla="*/ 993715 w 1644615"/>
                    <a:gd name="connsiteY10" fmla="*/ 1351541 h 1635895"/>
                    <a:gd name="connsiteX11" fmla="*/ 1109666 w 1644615"/>
                    <a:gd name="connsiteY11" fmla="*/ 1221620 h 1635895"/>
                    <a:gd name="connsiteX12" fmla="*/ 1283275 w 1644615"/>
                    <a:gd name="connsiteY12" fmla="*/ 1111003 h 1635895"/>
                    <a:gd name="connsiteX13" fmla="*/ 1372810 w 1644615"/>
                    <a:gd name="connsiteY13" fmla="*/ 1159136 h 1635895"/>
                    <a:gd name="connsiteX14" fmla="*/ 1290260 w 1644615"/>
                    <a:gd name="connsiteY14" fmla="*/ 1244353 h 1635895"/>
                    <a:gd name="connsiteX15" fmla="*/ 1514796 w 1644615"/>
                    <a:gd name="connsiteY15" fmla="*/ 1325633 h 1635895"/>
                    <a:gd name="connsiteX16" fmla="*/ 1460440 w 1644615"/>
                    <a:gd name="connsiteY16" fmla="*/ 1390657 h 1635895"/>
                    <a:gd name="connsiteX17" fmla="*/ 1460821 w 1644615"/>
                    <a:gd name="connsiteY17" fmla="*/ 1438790 h 1635895"/>
                    <a:gd name="connsiteX18" fmla="*/ 1403163 w 1644615"/>
                    <a:gd name="connsiteY18" fmla="*/ 1459999 h 1635895"/>
                    <a:gd name="connsiteX19" fmla="*/ 1396686 w 1644615"/>
                    <a:gd name="connsiteY19" fmla="*/ 1490352 h 1635895"/>
                    <a:gd name="connsiteX20" fmla="*/ 1222569 w 1644615"/>
                    <a:gd name="connsiteY20" fmla="*/ 1482224 h 1635895"/>
                    <a:gd name="connsiteX21" fmla="*/ 1041340 w 1644615"/>
                    <a:gd name="connsiteY21" fmla="*/ 1583443 h 1635895"/>
                    <a:gd name="connsiteX22" fmla="*/ 907228 w 1644615"/>
                    <a:gd name="connsiteY22" fmla="*/ 1570362 h 1635895"/>
                    <a:gd name="connsiteX23" fmla="*/ 909260 w 1644615"/>
                    <a:gd name="connsiteY23" fmla="*/ 1626242 h 1635895"/>
                    <a:gd name="connsiteX24" fmla="*/ 884622 w 1644615"/>
                    <a:gd name="connsiteY24" fmla="*/ 1624718 h 1635895"/>
                    <a:gd name="connsiteX25" fmla="*/ 878780 w 1644615"/>
                    <a:gd name="connsiteY25" fmla="*/ 1550296 h 1635895"/>
                    <a:gd name="connsiteX26" fmla="*/ 820106 w 1644615"/>
                    <a:gd name="connsiteY26" fmla="*/ 1144658 h 1635895"/>
                    <a:gd name="connsiteX27" fmla="*/ 747208 w 1644615"/>
                    <a:gd name="connsiteY27" fmla="*/ 1071887 h 1635895"/>
                    <a:gd name="connsiteX28" fmla="*/ 424882 w 1644615"/>
                    <a:gd name="connsiteY28" fmla="*/ 1070236 h 1635895"/>
                    <a:gd name="connsiteX29" fmla="*/ 337125 w 1644615"/>
                    <a:gd name="connsiteY29" fmla="*/ 1072395 h 1635895"/>
                    <a:gd name="connsiteX30" fmla="*/ 407610 w 1644615"/>
                    <a:gd name="connsiteY30" fmla="*/ 1284231 h 1635895"/>
                    <a:gd name="connsiteX31" fmla="*/ 322774 w 1644615"/>
                    <a:gd name="connsiteY31" fmla="*/ 1363352 h 1635895"/>
                    <a:gd name="connsiteX32" fmla="*/ 288357 w 1644615"/>
                    <a:gd name="connsiteY32" fmla="*/ 1588650 h 1635895"/>
                    <a:gd name="connsiteX33" fmla="*/ 283023 w 1644615"/>
                    <a:gd name="connsiteY33" fmla="*/ 1624718 h 1635895"/>
                    <a:gd name="connsiteX34" fmla="*/ 259020 w 1644615"/>
                    <a:gd name="connsiteY34" fmla="*/ 1629417 h 1635895"/>
                    <a:gd name="connsiteX35" fmla="*/ 323409 w 1644615"/>
                    <a:gd name="connsiteY35" fmla="*/ 1250068 h 1635895"/>
                    <a:gd name="connsiteX36" fmla="*/ 305629 w 1644615"/>
                    <a:gd name="connsiteY36" fmla="*/ 1166248 h 1635895"/>
                    <a:gd name="connsiteX37" fmla="*/ 229556 w 1644615"/>
                    <a:gd name="connsiteY37" fmla="*/ 1192410 h 1635895"/>
                    <a:gd name="connsiteX38" fmla="*/ 18228 w 1644615"/>
                    <a:gd name="connsiteY38" fmla="*/ 1623575 h 1635895"/>
                    <a:gd name="connsiteX39" fmla="*/ 2099 w 1644615"/>
                    <a:gd name="connsiteY39" fmla="*/ 1635894 h 1635895"/>
                    <a:gd name="connsiteX40" fmla="*/ 17212 w 1644615"/>
                    <a:gd name="connsiteY40" fmla="*/ 1539628 h 1635895"/>
                    <a:gd name="connsiteX41" fmla="*/ 107001 w 1644615"/>
                    <a:gd name="connsiteY41" fmla="*/ 1318648 h 1635895"/>
                    <a:gd name="connsiteX42" fmla="*/ 216983 w 1644615"/>
                    <a:gd name="connsiteY42" fmla="*/ 1168153 h 1635895"/>
                    <a:gd name="connsiteX43" fmla="*/ 304867 w 1644615"/>
                    <a:gd name="connsiteY43" fmla="*/ 1066553 h 1635895"/>
                    <a:gd name="connsiteX44" fmla="*/ 391481 w 1644615"/>
                    <a:gd name="connsiteY44" fmla="*/ 1032390 h 1635895"/>
                    <a:gd name="connsiteX45" fmla="*/ 252924 w 1644615"/>
                    <a:gd name="connsiteY45" fmla="*/ 952253 h 1635895"/>
                    <a:gd name="connsiteX46" fmla="*/ 138243 w 1644615"/>
                    <a:gd name="connsiteY46" fmla="*/ 837064 h 1635895"/>
                    <a:gd name="connsiteX47" fmla="*/ 83633 w 1644615"/>
                    <a:gd name="connsiteY47" fmla="*/ 754514 h 1635895"/>
                    <a:gd name="connsiteX48" fmla="*/ 139767 w 1644615"/>
                    <a:gd name="connsiteY48" fmla="*/ 520707 h 1635895"/>
                    <a:gd name="connsiteX49" fmla="*/ 413198 w 1644615"/>
                    <a:gd name="connsiteY49" fmla="*/ 274200 h 1635895"/>
                    <a:gd name="connsiteX50" fmla="*/ 730698 w 1644615"/>
                    <a:gd name="connsiteY50" fmla="*/ 270898 h 1635895"/>
                    <a:gd name="connsiteX51" fmla="*/ 944058 w 1644615"/>
                    <a:gd name="connsiteY51" fmla="*/ 397009 h 1635895"/>
                    <a:gd name="connsiteX52" fmla="*/ 1076900 w 1644615"/>
                    <a:gd name="connsiteY52" fmla="*/ 110878 h 1635895"/>
                    <a:gd name="connsiteX53" fmla="*/ 971617 w 1644615"/>
                    <a:gd name="connsiteY53" fmla="*/ 432950 h 1635895"/>
                    <a:gd name="connsiteX54" fmla="*/ 1070423 w 1644615"/>
                    <a:gd name="connsiteY54" fmla="*/ 588017 h 1635895"/>
                    <a:gd name="connsiteX55" fmla="*/ 1107507 w 1644615"/>
                    <a:gd name="connsiteY55" fmla="*/ 692030 h 1635895"/>
                    <a:gd name="connsiteX56" fmla="*/ 1459424 w 1644615"/>
                    <a:gd name="connsiteY56" fmla="*/ 707524 h 1635895"/>
                    <a:gd name="connsiteX57" fmla="*/ 1433787 w 1644615"/>
                    <a:gd name="connsiteY57" fmla="*/ 706301 h 1635895"/>
                    <a:gd name="connsiteX58" fmla="*/ 1614364 w 1644615"/>
                    <a:gd name="connsiteY58" fmla="*/ 462160 h 1635895"/>
                    <a:gd name="connsiteX59" fmla="*/ 1543879 w 1644615"/>
                    <a:gd name="connsiteY59" fmla="*/ 155963 h 1635895"/>
                    <a:gd name="connsiteX60" fmla="*/ 1261939 w 1644615"/>
                    <a:gd name="connsiteY60" fmla="*/ 27312 h 1635895"/>
                    <a:gd name="connsiteX61" fmla="*/ 1076900 w 1644615"/>
                    <a:gd name="connsiteY61" fmla="*/ 110878 h 1635895"/>
                    <a:gd name="connsiteX62" fmla="*/ 175327 w 1644615"/>
                    <a:gd name="connsiteY62" fmla="*/ 504578 h 1635895"/>
                    <a:gd name="connsiteX63" fmla="*/ 227270 w 1644615"/>
                    <a:gd name="connsiteY63" fmla="*/ 521723 h 1635895"/>
                    <a:gd name="connsiteX64" fmla="*/ 284801 w 1644615"/>
                    <a:gd name="connsiteY64" fmla="*/ 676663 h 1635895"/>
                    <a:gd name="connsiteX65" fmla="*/ 256607 w 1644615"/>
                    <a:gd name="connsiteY65" fmla="*/ 816998 h 1635895"/>
                    <a:gd name="connsiteX66" fmla="*/ 204283 w 1644615"/>
                    <a:gd name="connsiteY66" fmla="*/ 863734 h 1635895"/>
                    <a:gd name="connsiteX67" fmla="*/ 615128 w 1644615"/>
                    <a:gd name="connsiteY67" fmla="*/ 1040010 h 1635895"/>
                    <a:gd name="connsiteX68" fmla="*/ 979491 w 1644615"/>
                    <a:gd name="connsiteY68" fmla="*/ 867671 h 1635895"/>
                    <a:gd name="connsiteX69" fmla="*/ 1018353 w 1644615"/>
                    <a:gd name="connsiteY69" fmla="*/ 573666 h 1635895"/>
                    <a:gd name="connsiteX70" fmla="*/ 672151 w 1644615"/>
                    <a:gd name="connsiteY70" fmla="*/ 284741 h 1635895"/>
                    <a:gd name="connsiteX71" fmla="*/ 175327 w 1644615"/>
                    <a:gd name="connsiteY71" fmla="*/ 504578 h 1635895"/>
                    <a:gd name="connsiteX72" fmla="*/ 159833 w 1644615"/>
                    <a:gd name="connsiteY72" fmla="*/ 539884 h 1635895"/>
                    <a:gd name="connsiteX73" fmla="*/ 104588 w 1644615"/>
                    <a:gd name="connsiteY73" fmla="*/ 728098 h 1635895"/>
                    <a:gd name="connsiteX74" fmla="*/ 197679 w 1644615"/>
                    <a:gd name="connsiteY74" fmla="*/ 834143 h 1635895"/>
                    <a:gd name="connsiteX75" fmla="*/ 250892 w 1644615"/>
                    <a:gd name="connsiteY75" fmla="*/ 752355 h 1635895"/>
                    <a:gd name="connsiteX76" fmla="*/ 234636 w 1644615"/>
                    <a:gd name="connsiteY76" fmla="*/ 576587 h 1635895"/>
                    <a:gd name="connsiteX77" fmla="*/ 159833 w 1644615"/>
                    <a:gd name="connsiteY77" fmla="*/ 539884 h 1635895"/>
                    <a:gd name="connsiteX78" fmla="*/ 1052135 w 1644615"/>
                    <a:gd name="connsiteY78" fmla="*/ 598050 h 1635895"/>
                    <a:gd name="connsiteX79" fmla="*/ 1041086 w 1644615"/>
                    <a:gd name="connsiteY79" fmla="*/ 807092 h 1635895"/>
                    <a:gd name="connsiteX80" fmla="*/ 1052135 w 1644615"/>
                    <a:gd name="connsiteY80" fmla="*/ 598050 h 1635895"/>
                    <a:gd name="connsiteX81" fmla="*/ 441011 w 1644615"/>
                    <a:gd name="connsiteY81" fmla="*/ 1044963 h 1635895"/>
                    <a:gd name="connsiteX82" fmla="*/ 658816 w 1644615"/>
                    <a:gd name="connsiteY82" fmla="*/ 1078618 h 1635895"/>
                    <a:gd name="connsiteX83" fmla="*/ 569154 w 1644615"/>
                    <a:gd name="connsiteY83" fmla="*/ 1062616 h 1635895"/>
                    <a:gd name="connsiteX84" fmla="*/ 441011 w 1644615"/>
                    <a:gd name="connsiteY84" fmla="*/ 1044963 h 1635895"/>
                    <a:gd name="connsiteX85" fmla="*/ 303597 w 1644615"/>
                    <a:gd name="connsiteY85" fmla="*/ 1095509 h 1635895"/>
                    <a:gd name="connsiteX86" fmla="*/ 288992 w 1644615"/>
                    <a:gd name="connsiteY86" fmla="*/ 1125100 h 1635895"/>
                    <a:gd name="connsiteX87" fmla="*/ 345380 w 1644615"/>
                    <a:gd name="connsiteY87" fmla="*/ 1175519 h 1635895"/>
                    <a:gd name="connsiteX88" fmla="*/ 332934 w 1644615"/>
                    <a:gd name="connsiteY88" fmla="*/ 1333380 h 1635895"/>
                    <a:gd name="connsiteX89" fmla="*/ 384369 w 1644615"/>
                    <a:gd name="connsiteY89" fmla="*/ 1261879 h 1635895"/>
                    <a:gd name="connsiteX90" fmla="*/ 303597 w 1644615"/>
                    <a:gd name="connsiteY90" fmla="*/ 1095509 h 1635895"/>
                    <a:gd name="connsiteX91" fmla="*/ 1154370 w 1644615"/>
                    <a:gd name="connsiteY91" fmla="*/ 1214635 h 1635895"/>
                    <a:gd name="connsiteX92" fmla="*/ 1130875 w 1644615"/>
                    <a:gd name="connsiteY92" fmla="*/ 1407675 h 1635895"/>
                    <a:gd name="connsiteX93" fmla="*/ 1261431 w 1644615"/>
                    <a:gd name="connsiteY93" fmla="*/ 1463301 h 1635895"/>
                    <a:gd name="connsiteX94" fmla="*/ 1374969 w 1644615"/>
                    <a:gd name="connsiteY94" fmla="*/ 1474731 h 1635895"/>
                    <a:gd name="connsiteX95" fmla="*/ 1357316 w 1644615"/>
                    <a:gd name="connsiteY95" fmla="*/ 1446029 h 1635895"/>
                    <a:gd name="connsiteX96" fmla="*/ 1258637 w 1644615"/>
                    <a:gd name="connsiteY96" fmla="*/ 1386466 h 1635895"/>
                    <a:gd name="connsiteX97" fmla="*/ 1445581 w 1644615"/>
                    <a:gd name="connsiteY97" fmla="*/ 1429773 h 1635895"/>
                    <a:gd name="connsiteX98" fmla="*/ 1403163 w 1644615"/>
                    <a:gd name="connsiteY98" fmla="*/ 1377195 h 1635895"/>
                    <a:gd name="connsiteX99" fmla="*/ 1296229 w 1644615"/>
                    <a:gd name="connsiteY99" fmla="*/ 1332237 h 1635895"/>
                    <a:gd name="connsiteX100" fmla="*/ 1489269 w 1644615"/>
                    <a:gd name="connsiteY100" fmla="*/ 1359923 h 1635895"/>
                    <a:gd name="connsiteX101" fmla="*/ 1491174 w 1644615"/>
                    <a:gd name="connsiteY101" fmla="*/ 1340111 h 1635895"/>
                    <a:gd name="connsiteX102" fmla="*/ 1235269 w 1644615"/>
                    <a:gd name="connsiteY102" fmla="*/ 1248163 h 1635895"/>
                    <a:gd name="connsiteX103" fmla="*/ 1341060 w 1644615"/>
                    <a:gd name="connsiteY103" fmla="*/ 1171709 h 1635895"/>
                    <a:gd name="connsiteX104" fmla="*/ 1301944 w 1644615"/>
                    <a:gd name="connsiteY104" fmla="*/ 1132720 h 1635895"/>
                    <a:gd name="connsiteX105" fmla="*/ 1154370 w 1644615"/>
                    <a:gd name="connsiteY105" fmla="*/ 1214635 h 1635895"/>
                    <a:gd name="connsiteX106" fmla="*/ 857063 w 1644615"/>
                    <a:gd name="connsiteY106" fmla="*/ 1181488 h 1635895"/>
                    <a:gd name="connsiteX107" fmla="*/ 878272 w 1644615"/>
                    <a:gd name="connsiteY107" fmla="*/ 1300868 h 1635895"/>
                    <a:gd name="connsiteX108" fmla="*/ 905704 w 1644615"/>
                    <a:gd name="connsiteY108" fmla="*/ 1540771 h 1635895"/>
                    <a:gd name="connsiteX109" fmla="*/ 1188660 w 1644615"/>
                    <a:gd name="connsiteY109" fmla="*/ 1474350 h 1635895"/>
                    <a:gd name="connsiteX110" fmla="*/ 1073344 w 1644615"/>
                    <a:gd name="connsiteY110" fmla="*/ 1300233 h 1635895"/>
                    <a:gd name="connsiteX111" fmla="*/ 973522 w 1644615"/>
                    <a:gd name="connsiteY111" fmla="*/ 1438155 h 1635895"/>
                    <a:gd name="connsiteX112" fmla="*/ 945201 w 1644615"/>
                    <a:gd name="connsiteY112" fmla="*/ 1487558 h 1635895"/>
                    <a:gd name="connsiteX113" fmla="*/ 974665 w 1644615"/>
                    <a:gd name="connsiteY113" fmla="*/ 1366781 h 1635895"/>
                    <a:gd name="connsiteX114" fmla="*/ 857063 w 1644615"/>
                    <a:gd name="connsiteY114" fmla="*/ 1181488 h 1635895"/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200852 w 1644613"/>
                    <a:gd name="connsiteY4" fmla="*/ 768865 h 1635893"/>
                    <a:gd name="connsiteX5" fmla="*/ 1100903 w 1644613"/>
                    <a:gd name="connsiteY5" fmla="*/ 724415 h 1635893"/>
                    <a:gd name="connsiteX6" fmla="*/ 1075122 w 1644613"/>
                    <a:gd name="connsiteY6" fmla="*/ 806838 h 1635893"/>
                    <a:gd name="connsiteX7" fmla="*/ 994858 w 1644613"/>
                    <a:gd name="connsiteY7" fmla="*/ 891166 h 1635893"/>
                    <a:gd name="connsiteX8" fmla="*/ 900370 w 1644613"/>
                    <a:gd name="connsiteY8" fmla="*/ 986162 h 1635893"/>
                    <a:gd name="connsiteX9" fmla="*/ 765623 w 1644613"/>
                    <a:gd name="connsiteY9" fmla="*/ 1048392 h 1635893"/>
                    <a:gd name="connsiteX10" fmla="*/ 993715 w 1644613"/>
                    <a:gd name="connsiteY10" fmla="*/ 1351541 h 1635893"/>
                    <a:gd name="connsiteX11" fmla="*/ 1109666 w 1644613"/>
                    <a:gd name="connsiteY11" fmla="*/ 1221620 h 1635893"/>
                    <a:gd name="connsiteX12" fmla="*/ 1283275 w 1644613"/>
                    <a:gd name="connsiteY12" fmla="*/ 1111003 h 1635893"/>
                    <a:gd name="connsiteX13" fmla="*/ 1372810 w 1644613"/>
                    <a:gd name="connsiteY13" fmla="*/ 1159136 h 1635893"/>
                    <a:gd name="connsiteX14" fmla="*/ 1290260 w 1644613"/>
                    <a:gd name="connsiteY14" fmla="*/ 1244353 h 1635893"/>
                    <a:gd name="connsiteX15" fmla="*/ 1514796 w 1644613"/>
                    <a:gd name="connsiteY15" fmla="*/ 1325633 h 1635893"/>
                    <a:gd name="connsiteX16" fmla="*/ 1460440 w 1644613"/>
                    <a:gd name="connsiteY16" fmla="*/ 1390657 h 1635893"/>
                    <a:gd name="connsiteX17" fmla="*/ 1460821 w 1644613"/>
                    <a:gd name="connsiteY17" fmla="*/ 1438790 h 1635893"/>
                    <a:gd name="connsiteX18" fmla="*/ 1403163 w 1644613"/>
                    <a:gd name="connsiteY18" fmla="*/ 1459999 h 1635893"/>
                    <a:gd name="connsiteX19" fmla="*/ 1396686 w 1644613"/>
                    <a:gd name="connsiteY19" fmla="*/ 1490352 h 1635893"/>
                    <a:gd name="connsiteX20" fmla="*/ 1222569 w 1644613"/>
                    <a:gd name="connsiteY20" fmla="*/ 1482224 h 1635893"/>
                    <a:gd name="connsiteX21" fmla="*/ 1041340 w 1644613"/>
                    <a:gd name="connsiteY21" fmla="*/ 1583443 h 1635893"/>
                    <a:gd name="connsiteX22" fmla="*/ 907228 w 1644613"/>
                    <a:gd name="connsiteY22" fmla="*/ 1570362 h 1635893"/>
                    <a:gd name="connsiteX23" fmla="*/ 909260 w 1644613"/>
                    <a:gd name="connsiteY23" fmla="*/ 1626242 h 1635893"/>
                    <a:gd name="connsiteX24" fmla="*/ 884622 w 1644613"/>
                    <a:gd name="connsiteY24" fmla="*/ 1624718 h 1635893"/>
                    <a:gd name="connsiteX25" fmla="*/ 878780 w 1644613"/>
                    <a:gd name="connsiteY25" fmla="*/ 1550296 h 1635893"/>
                    <a:gd name="connsiteX26" fmla="*/ 820106 w 1644613"/>
                    <a:gd name="connsiteY26" fmla="*/ 1144658 h 1635893"/>
                    <a:gd name="connsiteX27" fmla="*/ 747208 w 1644613"/>
                    <a:gd name="connsiteY27" fmla="*/ 1071887 h 1635893"/>
                    <a:gd name="connsiteX28" fmla="*/ 424882 w 1644613"/>
                    <a:gd name="connsiteY28" fmla="*/ 1070236 h 1635893"/>
                    <a:gd name="connsiteX29" fmla="*/ 337125 w 1644613"/>
                    <a:gd name="connsiteY29" fmla="*/ 1072395 h 1635893"/>
                    <a:gd name="connsiteX30" fmla="*/ 407610 w 1644613"/>
                    <a:gd name="connsiteY30" fmla="*/ 1284231 h 1635893"/>
                    <a:gd name="connsiteX31" fmla="*/ 322774 w 1644613"/>
                    <a:gd name="connsiteY31" fmla="*/ 1363352 h 1635893"/>
                    <a:gd name="connsiteX32" fmla="*/ 288357 w 1644613"/>
                    <a:gd name="connsiteY32" fmla="*/ 1588650 h 1635893"/>
                    <a:gd name="connsiteX33" fmla="*/ 283023 w 1644613"/>
                    <a:gd name="connsiteY33" fmla="*/ 1624718 h 1635893"/>
                    <a:gd name="connsiteX34" fmla="*/ 259020 w 1644613"/>
                    <a:gd name="connsiteY34" fmla="*/ 1629417 h 1635893"/>
                    <a:gd name="connsiteX35" fmla="*/ 323409 w 1644613"/>
                    <a:gd name="connsiteY35" fmla="*/ 1250068 h 1635893"/>
                    <a:gd name="connsiteX36" fmla="*/ 305629 w 1644613"/>
                    <a:gd name="connsiteY36" fmla="*/ 1166248 h 1635893"/>
                    <a:gd name="connsiteX37" fmla="*/ 229556 w 1644613"/>
                    <a:gd name="connsiteY37" fmla="*/ 1192410 h 1635893"/>
                    <a:gd name="connsiteX38" fmla="*/ 18228 w 1644613"/>
                    <a:gd name="connsiteY38" fmla="*/ 1623575 h 1635893"/>
                    <a:gd name="connsiteX39" fmla="*/ 2099 w 1644613"/>
                    <a:gd name="connsiteY39" fmla="*/ 1635894 h 1635893"/>
                    <a:gd name="connsiteX40" fmla="*/ 17212 w 1644613"/>
                    <a:gd name="connsiteY40" fmla="*/ 1539628 h 1635893"/>
                    <a:gd name="connsiteX41" fmla="*/ 107001 w 1644613"/>
                    <a:gd name="connsiteY41" fmla="*/ 1318648 h 1635893"/>
                    <a:gd name="connsiteX42" fmla="*/ 216983 w 1644613"/>
                    <a:gd name="connsiteY42" fmla="*/ 1168153 h 1635893"/>
                    <a:gd name="connsiteX43" fmla="*/ 304867 w 1644613"/>
                    <a:gd name="connsiteY43" fmla="*/ 1066553 h 1635893"/>
                    <a:gd name="connsiteX44" fmla="*/ 391481 w 1644613"/>
                    <a:gd name="connsiteY44" fmla="*/ 1032390 h 1635893"/>
                    <a:gd name="connsiteX45" fmla="*/ 252924 w 1644613"/>
                    <a:gd name="connsiteY45" fmla="*/ 952253 h 1635893"/>
                    <a:gd name="connsiteX46" fmla="*/ 138243 w 1644613"/>
                    <a:gd name="connsiteY46" fmla="*/ 837064 h 1635893"/>
                    <a:gd name="connsiteX47" fmla="*/ 83633 w 1644613"/>
                    <a:gd name="connsiteY47" fmla="*/ 754514 h 1635893"/>
                    <a:gd name="connsiteX48" fmla="*/ 139767 w 1644613"/>
                    <a:gd name="connsiteY48" fmla="*/ 520707 h 1635893"/>
                    <a:gd name="connsiteX49" fmla="*/ 413198 w 1644613"/>
                    <a:gd name="connsiteY49" fmla="*/ 274200 h 1635893"/>
                    <a:gd name="connsiteX50" fmla="*/ 730698 w 1644613"/>
                    <a:gd name="connsiteY50" fmla="*/ 270898 h 1635893"/>
                    <a:gd name="connsiteX51" fmla="*/ 944058 w 1644613"/>
                    <a:gd name="connsiteY51" fmla="*/ 397009 h 1635893"/>
                    <a:gd name="connsiteX52" fmla="*/ 1076900 w 1644613"/>
                    <a:gd name="connsiteY52" fmla="*/ 110878 h 1635893"/>
                    <a:gd name="connsiteX53" fmla="*/ 971617 w 1644613"/>
                    <a:gd name="connsiteY53" fmla="*/ 432950 h 1635893"/>
                    <a:gd name="connsiteX54" fmla="*/ 1070423 w 1644613"/>
                    <a:gd name="connsiteY54" fmla="*/ 588017 h 1635893"/>
                    <a:gd name="connsiteX55" fmla="*/ 1107507 w 1644613"/>
                    <a:gd name="connsiteY55" fmla="*/ 692030 h 1635893"/>
                    <a:gd name="connsiteX56" fmla="*/ 1459424 w 1644613"/>
                    <a:gd name="connsiteY56" fmla="*/ 707524 h 1635893"/>
                    <a:gd name="connsiteX57" fmla="*/ 1614364 w 1644613"/>
                    <a:gd name="connsiteY57" fmla="*/ 462160 h 1635893"/>
                    <a:gd name="connsiteX58" fmla="*/ 1543879 w 1644613"/>
                    <a:gd name="connsiteY58" fmla="*/ 155963 h 1635893"/>
                    <a:gd name="connsiteX59" fmla="*/ 1261939 w 1644613"/>
                    <a:gd name="connsiteY59" fmla="*/ 27312 h 1635893"/>
                    <a:gd name="connsiteX60" fmla="*/ 1076900 w 1644613"/>
                    <a:gd name="connsiteY60" fmla="*/ 110878 h 1635893"/>
                    <a:gd name="connsiteX61" fmla="*/ 175327 w 1644613"/>
                    <a:gd name="connsiteY61" fmla="*/ 504578 h 1635893"/>
                    <a:gd name="connsiteX62" fmla="*/ 227270 w 1644613"/>
                    <a:gd name="connsiteY62" fmla="*/ 521723 h 1635893"/>
                    <a:gd name="connsiteX63" fmla="*/ 284801 w 1644613"/>
                    <a:gd name="connsiteY63" fmla="*/ 676663 h 1635893"/>
                    <a:gd name="connsiteX64" fmla="*/ 256607 w 1644613"/>
                    <a:gd name="connsiteY64" fmla="*/ 816998 h 1635893"/>
                    <a:gd name="connsiteX65" fmla="*/ 204283 w 1644613"/>
                    <a:gd name="connsiteY65" fmla="*/ 863734 h 1635893"/>
                    <a:gd name="connsiteX66" fmla="*/ 615128 w 1644613"/>
                    <a:gd name="connsiteY66" fmla="*/ 1040010 h 1635893"/>
                    <a:gd name="connsiteX67" fmla="*/ 979491 w 1644613"/>
                    <a:gd name="connsiteY67" fmla="*/ 867671 h 1635893"/>
                    <a:gd name="connsiteX68" fmla="*/ 1018353 w 1644613"/>
                    <a:gd name="connsiteY68" fmla="*/ 573666 h 1635893"/>
                    <a:gd name="connsiteX69" fmla="*/ 672151 w 1644613"/>
                    <a:gd name="connsiteY69" fmla="*/ 284741 h 1635893"/>
                    <a:gd name="connsiteX70" fmla="*/ 175327 w 1644613"/>
                    <a:gd name="connsiteY70" fmla="*/ 504578 h 1635893"/>
                    <a:gd name="connsiteX71" fmla="*/ 159833 w 1644613"/>
                    <a:gd name="connsiteY71" fmla="*/ 539884 h 1635893"/>
                    <a:gd name="connsiteX72" fmla="*/ 104588 w 1644613"/>
                    <a:gd name="connsiteY72" fmla="*/ 728098 h 1635893"/>
                    <a:gd name="connsiteX73" fmla="*/ 197679 w 1644613"/>
                    <a:gd name="connsiteY73" fmla="*/ 834143 h 1635893"/>
                    <a:gd name="connsiteX74" fmla="*/ 250892 w 1644613"/>
                    <a:gd name="connsiteY74" fmla="*/ 752355 h 1635893"/>
                    <a:gd name="connsiteX75" fmla="*/ 234636 w 1644613"/>
                    <a:gd name="connsiteY75" fmla="*/ 576587 h 1635893"/>
                    <a:gd name="connsiteX76" fmla="*/ 159833 w 1644613"/>
                    <a:gd name="connsiteY76" fmla="*/ 539884 h 1635893"/>
                    <a:gd name="connsiteX77" fmla="*/ 1052135 w 1644613"/>
                    <a:gd name="connsiteY77" fmla="*/ 598050 h 1635893"/>
                    <a:gd name="connsiteX78" fmla="*/ 1041086 w 1644613"/>
                    <a:gd name="connsiteY78" fmla="*/ 807092 h 1635893"/>
                    <a:gd name="connsiteX79" fmla="*/ 1052135 w 1644613"/>
                    <a:gd name="connsiteY79" fmla="*/ 598050 h 1635893"/>
                    <a:gd name="connsiteX80" fmla="*/ 441011 w 1644613"/>
                    <a:gd name="connsiteY80" fmla="*/ 1044963 h 1635893"/>
                    <a:gd name="connsiteX81" fmla="*/ 658816 w 1644613"/>
                    <a:gd name="connsiteY81" fmla="*/ 1078618 h 1635893"/>
                    <a:gd name="connsiteX82" fmla="*/ 569154 w 1644613"/>
                    <a:gd name="connsiteY82" fmla="*/ 1062616 h 1635893"/>
                    <a:gd name="connsiteX83" fmla="*/ 441011 w 1644613"/>
                    <a:gd name="connsiteY83" fmla="*/ 1044963 h 1635893"/>
                    <a:gd name="connsiteX84" fmla="*/ 303597 w 1644613"/>
                    <a:gd name="connsiteY84" fmla="*/ 1095509 h 1635893"/>
                    <a:gd name="connsiteX85" fmla="*/ 288992 w 1644613"/>
                    <a:gd name="connsiteY85" fmla="*/ 1125100 h 1635893"/>
                    <a:gd name="connsiteX86" fmla="*/ 345380 w 1644613"/>
                    <a:gd name="connsiteY86" fmla="*/ 1175519 h 1635893"/>
                    <a:gd name="connsiteX87" fmla="*/ 332934 w 1644613"/>
                    <a:gd name="connsiteY87" fmla="*/ 1333380 h 1635893"/>
                    <a:gd name="connsiteX88" fmla="*/ 384369 w 1644613"/>
                    <a:gd name="connsiteY88" fmla="*/ 1261879 h 1635893"/>
                    <a:gd name="connsiteX89" fmla="*/ 303597 w 1644613"/>
                    <a:gd name="connsiteY89" fmla="*/ 1095509 h 1635893"/>
                    <a:gd name="connsiteX90" fmla="*/ 1154370 w 1644613"/>
                    <a:gd name="connsiteY90" fmla="*/ 1214635 h 1635893"/>
                    <a:gd name="connsiteX91" fmla="*/ 1130875 w 1644613"/>
                    <a:gd name="connsiteY91" fmla="*/ 1407675 h 1635893"/>
                    <a:gd name="connsiteX92" fmla="*/ 1261431 w 1644613"/>
                    <a:gd name="connsiteY92" fmla="*/ 1463301 h 1635893"/>
                    <a:gd name="connsiteX93" fmla="*/ 1374969 w 1644613"/>
                    <a:gd name="connsiteY93" fmla="*/ 1474731 h 1635893"/>
                    <a:gd name="connsiteX94" fmla="*/ 1357316 w 1644613"/>
                    <a:gd name="connsiteY94" fmla="*/ 1446029 h 1635893"/>
                    <a:gd name="connsiteX95" fmla="*/ 1258637 w 1644613"/>
                    <a:gd name="connsiteY95" fmla="*/ 1386466 h 1635893"/>
                    <a:gd name="connsiteX96" fmla="*/ 1445581 w 1644613"/>
                    <a:gd name="connsiteY96" fmla="*/ 1429773 h 1635893"/>
                    <a:gd name="connsiteX97" fmla="*/ 1403163 w 1644613"/>
                    <a:gd name="connsiteY97" fmla="*/ 1377195 h 1635893"/>
                    <a:gd name="connsiteX98" fmla="*/ 1296229 w 1644613"/>
                    <a:gd name="connsiteY98" fmla="*/ 1332237 h 1635893"/>
                    <a:gd name="connsiteX99" fmla="*/ 1489269 w 1644613"/>
                    <a:gd name="connsiteY99" fmla="*/ 1359923 h 1635893"/>
                    <a:gd name="connsiteX100" fmla="*/ 1491174 w 1644613"/>
                    <a:gd name="connsiteY100" fmla="*/ 1340111 h 1635893"/>
                    <a:gd name="connsiteX101" fmla="*/ 1235269 w 1644613"/>
                    <a:gd name="connsiteY101" fmla="*/ 1248163 h 1635893"/>
                    <a:gd name="connsiteX102" fmla="*/ 1341060 w 1644613"/>
                    <a:gd name="connsiteY102" fmla="*/ 1171709 h 1635893"/>
                    <a:gd name="connsiteX103" fmla="*/ 1301944 w 1644613"/>
                    <a:gd name="connsiteY103" fmla="*/ 1132720 h 1635893"/>
                    <a:gd name="connsiteX104" fmla="*/ 1154370 w 1644613"/>
                    <a:gd name="connsiteY104" fmla="*/ 1214635 h 1635893"/>
                    <a:gd name="connsiteX105" fmla="*/ 857063 w 1644613"/>
                    <a:gd name="connsiteY105" fmla="*/ 1181488 h 1635893"/>
                    <a:gd name="connsiteX106" fmla="*/ 878272 w 1644613"/>
                    <a:gd name="connsiteY106" fmla="*/ 1300868 h 1635893"/>
                    <a:gd name="connsiteX107" fmla="*/ 905704 w 1644613"/>
                    <a:gd name="connsiteY107" fmla="*/ 1540771 h 1635893"/>
                    <a:gd name="connsiteX108" fmla="*/ 1188660 w 1644613"/>
                    <a:gd name="connsiteY108" fmla="*/ 1474350 h 1635893"/>
                    <a:gd name="connsiteX109" fmla="*/ 1073344 w 1644613"/>
                    <a:gd name="connsiteY109" fmla="*/ 1300233 h 1635893"/>
                    <a:gd name="connsiteX110" fmla="*/ 973522 w 1644613"/>
                    <a:gd name="connsiteY110" fmla="*/ 1438155 h 1635893"/>
                    <a:gd name="connsiteX111" fmla="*/ 945201 w 1644613"/>
                    <a:gd name="connsiteY111" fmla="*/ 1487558 h 1635893"/>
                    <a:gd name="connsiteX112" fmla="*/ 974665 w 1644613"/>
                    <a:gd name="connsiteY112" fmla="*/ 1366781 h 1635893"/>
                    <a:gd name="connsiteX113" fmla="*/ 857063 w 1644613"/>
                    <a:gd name="connsiteY113" fmla="*/ 1181488 h 1635893"/>
                    <a:gd name="connsiteX0" fmla="*/ 1014924 w 1644615"/>
                    <a:gd name="connsiteY0" fmla="*/ 137040 h 1635895"/>
                    <a:gd name="connsiteX1" fmla="*/ 1288609 w 1644615"/>
                    <a:gd name="connsiteY1" fmla="*/ 134 h 1635895"/>
                    <a:gd name="connsiteX2" fmla="*/ 1606363 w 1644615"/>
                    <a:gd name="connsiteY2" fmla="*/ 207525 h 1635895"/>
                    <a:gd name="connsiteX3" fmla="*/ 1635827 w 1644615"/>
                    <a:gd name="connsiteY3" fmla="*/ 498990 h 1635895"/>
                    <a:gd name="connsiteX4" fmla="*/ 1200852 w 1644615"/>
                    <a:gd name="connsiteY4" fmla="*/ 768865 h 1635895"/>
                    <a:gd name="connsiteX5" fmla="*/ 1100903 w 1644615"/>
                    <a:gd name="connsiteY5" fmla="*/ 724415 h 1635895"/>
                    <a:gd name="connsiteX6" fmla="*/ 1075122 w 1644615"/>
                    <a:gd name="connsiteY6" fmla="*/ 806838 h 1635895"/>
                    <a:gd name="connsiteX7" fmla="*/ 994858 w 1644615"/>
                    <a:gd name="connsiteY7" fmla="*/ 891166 h 1635895"/>
                    <a:gd name="connsiteX8" fmla="*/ 900370 w 1644615"/>
                    <a:gd name="connsiteY8" fmla="*/ 986162 h 1635895"/>
                    <a:gd name="connsiteX9" fmla="*/ 765623 w 1644615"/>
                    <a:gd name="connsiteY9" fmla="*/ 1048392 h 1635895"/>
                    <a:gd name="connsiteX10" fmla="*/ 993715 w 1644615"/>
                    <a:gd name="connsiteY10" fmla="*/ 1351541 h 1635895"/>
                    <a:gd name="connsiteX11" fmla="*/ 1109666 w 1644615"/>
                    <a:gd name="connsiteY11" fmla="*/ 1221620 h 1635895"/>
                    <a:gd name="connsiteX12" fmla="*/ 1283275 w 1644615"/>
                    <a:gd name="connsiteY12" fmla="*/ 1111003 h 1635895"/>
                    <a:gd name="connsiteX13" fmla="*/ 1372810 w 1644615"/>
                    <a:gd name="connsiteY13" fmla="*/ 1159136 h 1635895"/>
                    <a:gd name="connsiteX14" fmla="*/ 1290260 w 1644615"/>
                    <a:gd name="connsiteY14" fmla="*/ 1244353 h 1635895"/>
                    <a:gd name="connsiteX15" fmla="*/ 1514796 w 1644615"/>
                    <a:gd name="connsiteY15" fmla="*/ 1325633 h 1635895"/>
                    <a:gd name="connsiteX16" fmla="*/ 1460440 w 1644615"/>
                    <a:gd name="connsiteY16" fmla="*/ 1390657 h 1635895"/>
                    <a:gd name="connsiteX17" fmla="*/ 1460821 w 1644615"/>
                    <a:gd name="connsiteY17" fmla="*/ 1438790 h 1635895"/>
                    <a:gd name="connsiteX18" fmla="*/ 1403163 w 1644615"/>
                    <a:gd name="connsiteY18" fmla="*/ 1459999 h 1635895"/>
                    <a:gd name="connsiteX19" fmla="*/ 1396686 w 1644615"/>
                    <a:gd name="connsiteY19" fmla="*/ 1490352 h 1635895"/>
                    <a:gd name="connsiteX20" fmla="*/ 1222569 w 1644615"/>
                    <a:gd name="connsiteY20" fmla="*/ 1482224 h 1635895"/>
                    <a:gd name="connsiteX21" fmla="*/ 1041340 w 1644615"/>
                    <a:gd name="connsiteY21" fmla="*/ 1583443 h 1635895"/>
                    <a:gd name="connsiteX22" fmla="*/ 907228 w 1644615"/>
                    <a:gd name="connsiteY22" fmla="*/ 1570362 h 1635895"/>
                    <a:gd name="connsiteX23" fmla="*/ 909260 w 1644615"/>
                    <a:gd name="connsiteY23" fmla="*/ 1626242 h 1635895"/>
                    <a:gd name="connsiteX24" fmla="*/ 884622 w 1644615"/>
                    <a:gd name="connsiteY24" fmla="*/ 1624718 h 1635895"/>
                    <a:gd name="connsiteX25" fmla="*/ 878780 w 1644615"/>
                    <a:gd name="connsiteY25" fmla="*/ 1550296 h 1635895"/>
                    <a:gd name="connsiteX26" fmla="*/ 820106 w 1644615"/>
                    <a:gd name="connsiteY26" fmla="*/ 1144658 h 1635895"/>
                    <a:gd name="connsiteX27" fmla="*/ 747208 w 1644615"/>
                    <a:gd name="connsiteY27" fmla="*/ 1071887 h 1635895"/>
                    <a:gd name="connsiteX28" fmla="*/ 424882 w 1644615"/>
                    <a:gd name="connsiteY28" fmla="*/ 1070236 h 1635895"/>
                    <a:gd name="connsiteX29" fmla="*/ 337125 w 1644615"/>
                    <a:gd name="connsiteY29" fmla="*/ 1072395 h 1635895"/>
                    <a:gd name="connsiteX30" fmla="*/ 407610 w 1644615"/>
                    <a:gd name="connsiteY30" fmla="*/ 1284231 h 1635895"/>
                    <a:gd name="connsiteX31" fmla="*/ 322774 w 1644615"/>
                    <a:gd name="connsiteY31" fmla="*/ 1363352 h 1635895"/>
                    <a:gd name="connsiteX32" fmla="*/ 288357 w 1644615"/>
                    <a:gd name="connsiteY32" fmla="*/ 1588650 h 1635895"/>
                    <a:gd name="connsiteX33" fmla="*/ 283023 w 1644615"/>
                    <a:gd name="connsiteY33" fmla="*/ 1624718 h 1635895"/>
                    <a:gd name="connsiteX34" fmla="*/ 259020 w 1644615"/>
                    <a:gd name="connsiteY34" fmla="*/ 1629417 h 1635895"/>
                    <a:gd name="connsiteX35" fmla="*/ 323409 w 1644615"/>
                    <a:gd name="connsiteY35" fmla="*/ 1250068 h 1635895"/>
                    <a:gd name="connsiteX36" fmla="*/ 305629 w 1644615"/>
                    <a:gd name="connsiteY36" fmla="*/ 1166248 h 1635895"/>
                    <a:gd name="connsiteX37" fmla="*/ 229556 w 1644615"/>
                    <a:gd name="connsiteY37" fmla="*/ 1192410 h 1635895"/>
                    <a:gd name="connsiteX38" fmla="*/ 18228 w 1644615"/>
                    <a:gd name="connsiteY38" fmla="*/ 1623575 h 1635895"/>
                    <a:gd name="connsiteX39" fmla="*/ 2099 w 1644615"/>
                    <a:gd name="connsiteY39" fmla="*/ 1635894 h 1635895"/>
                    <a:gd name="connsiteX40" fmla="*/ 17212 w 1644615"/>
                    <a:gd name="connsiteY40" fmla="*/ 1539628 h 1635895"/>
                    <a:gd name="connsiteX41" fmla="*/ 107001 w 1644615"/>
                    <a:gd name="connsiteY41" fmla="*/ 1318648 h 1635895"/>
                    <a:gd name="connsiteX42" fmla="*/ 216983 w 1644615"/>
                    <a:gd name="connsiteY42" fmla="*/ 1168153 h 1635895"/>
                    <a:gd name="connsiteX43" fmla="*/ 304867 w 1644615"/>
                    <a:gd name="connsiteY43" fmla="*/ 1066553 h 1635895"/>
                    <a:gd name="connsiteX44" fmla="*/ 391481 w 1644615"/>
                    <a:gd name="connsiteY44" fmla="*/ 1032390 h 1635895"/>
                    <a:gd name="connsiteX45" fmla="*/ 252924 w 1644615"/>
                    <a:gd name="connsiteY45" fmla="*/ 952253 h 1635895"/>
                    <a:gd name="connsiteX46" fmla="*/ 138243 w 1644615"/>
                    <a:gd name="connsiteY46" fmla="*/ 837064 h 1635895"/>
                    <a:gd name="connsiteX47" fmla="*/ 83633 w 1644615"/>
                    <a:gd name="connsiteY47" fmla="*/ 754514 h 1635895"/>
                    <a:gd name="connsiteX48" fmla="*/ 139767 w 1644615"/>
                    <a:gd name="connsiteY48" fmla="*/ 520707 h 1635895"/>
                    <a:gd name="connsiteX49" fmla="*/ 413198 w 1644615"/>
                    <a:gd name="connsiteY49" fmla="*/ 274200 h 1635895"/>
                    <a:gd name="connsiteX50" fmla="*/ 730698 w 1644615"/>
                    <a:gd name="connsiteY50" fmla="*/ 270898 h 1635895"/>
                    <a:gd name="connsiteX51" fmla="*/ 944058 w 1644615"/>
                    <a:gd name="connsiteY51" fmla="*/ 397009 h 1635895"/>
                    <a:gd name="connsiteX52" fmla="*/ 1076900 w 1644615"/>
                    <a:gd name="connsiteY52" fmla="*/ 110878 h 1635895"/>
                    <a:gd name="connsiteX53" fmla="*/ 971617 w 1644615"/>
                    <a:gd name="connsiteY53" fmla="*/ 432950 h 1635895"/>
                    <a:gd name="connsiteX54" fmla="*/ 1070423 w 1644615"/>
                    <a:gd name="connsiteY54" fmla="*/ 588017 h 1635895"/>
                    <a:gd name="connsiteX55" fmla="*/ 1107507 w 1644615"/>
                    <a:gd name="connsiteY55" fmla="*/ 692030 h 1635895"/>
                    <a:gd name="connsiteX56" fmla="*/ 1614364 w 1644615"/>
                    <a:gd name="connsiteY56" fmla="*/ 462160 h 1635895"/>
                    <a:gd name="connsiteX57" fmla="*/ 1543879 w 1644615"/>
                    <a:gd name="connsiteY57" fmla="*/ 155963 h 1635895"/>
                    <a:gd name="connsiteX58" fmla="*/ 1261939 w 1644615"/>
                    <a:gd name="connsiteY58" fmla="*/ 27312 h 1635895"/>
                    <a:gd name="connsiteX59" fmla="*/ 1076900 w 1644615"/>
                    <a:gd name="connsiteY59" fmla="*/ 110878 h 1635895"/>
                    <a:gd name="connsiteX60" fmla="*/ 175327 w 1644615"/>
                    <a:gd name="connsiteY60" fmla="*/ 504578 h 1635895"/>
                    <a:gd name="connsiteX61" fmla="*/ 227270 w 1644615"/>
                    <a:gd name="connsiteY61" fmla="*/ 521723 h 1635895"/>
                    <a:gd name="connsiteX62" fmla="*/ 284801 w 1644615"/>
                    <a:gd name="connsiteY62" fmla="*/ 676663 h 1635895"/>
                    <a:gd name="connsiteX63" fmla="*/ 256607 w 1644615"/>
                    <a:gd name="connsiteY63" fmla="*/ 816998 h 1635895"/>
                    <a:gd name="connsiteX64" fmla="*/ 204283 w 1644615"/>
                    <a:gd name="connsiteY64" fmla="*/ 863734 h 1635895"/>
                    <a:gd name="connsiteX65" fmla="*/ 615128 w 1644615"/>
                    <a:gd name="connsiteY65" fmla="*/ 1040010 h 1635895"/>
                    <a:gd name="connsiteX66" fmla="*/ 979491 w 1644615"/>
                    <a:gd name="connsiteY66" fmla="*/ 867671 h 1635895"/>
                    <a:gd name="connsiteX67" fmla="*/ 1018353 w 1644615"/>
                    <a:gd name="connsiteY67" fmla="*/ 573666 h 1635895"/>
                    <a:gd name="connsiteX68" fmla="*/ 672151 w 1644615"/>
                    <a:gd name="connsiteY68" fmla="*/ 284741 h 1635895"/>
                    <a:gd name="connsiteX69" fmla="*/ 175327 w 1644615"/>
                    <a:gd name="connsiteY69" fmla="*/ 504578 h 1635895"/>
                    <a:gd name="connsiteX70" fmla="*/ 159833 w 1644615"/>
                    <a:gd name="connsiteY70" fmla="*/ 539884 h 1635895"/>
                    <a:gd name="connsiteX71" fmla="*/ 104588 w 1644615"/>
                    <a:gd name="connsiteY71" fmla="*/ 728098 h 1635895"/>
                    <a:gd name="connsiteX72" fmla="*/ 197679 w 1644615"/>
                    <a:gd name="connsiteY72" fmla="*/ 834143 h 1635895"/>
                    <a:gd name="connsiteX73" fmla="*/ 250892 w 1644615"/>
                    <a:gd name="connsiteY73" fmla="*/ 752355 h 1635895"/>
                    <a:gd name="connsiteX74" fmla="*/ 234636 w 1644615"/>
                    <a:gd name="connsiteY74" fmla="*/ 576587 h 1635895"/>
                    <a:gd name="connsiteX75" fmla="*/ 159833 w 1644615"/>
                    <a:gd name="connsiteY75" fmla="*/ 539884 h 1635895"/>
                    <a:gd name="connsiteX76" fmla="*/ 1052135 w 1644615"/>
                    <a:gd name="connsiteY76" fmla="*/ 598050 h 1635895"/>
                    <a:gd name="connsiteX77" fmla="*/ 1041086 w 1644615"/>
                    <a:gd name="connsiteY77" fmla="*/ 807092 h 1635895"/>
                    <a:gd name="connsiteX78" fmla="*/ 1052135 w 1644615"/>
                    <a:gd name="connsiteY78" fmla="*/ 598050 h 1635895"/>
                    <a:gd name="connsiteX79" fmla="*/ 441011 w 1644615"/>
                    <a:gd name="connsiteY79" fmla="*/ 1044963 h 1635895"/>
                    <a:gd name="connsiteX80" fmla="*/ 658816 w 1644615"/>
                    <a:gd name="connsiteY80" fmla="*/ 1078618 h 1635895"/>
                    <a:gd name="connsiteX81" fmla="*/ 569154 w 1644615"/>
                    <a:gd name="connsiteY81" fmla="*/ 1062616 h 1635895"/>
                    <a:gd name="connsiteX82" fmla="*/ 441011 w 1644615"/>
                    <a:gd name="connsiteY82" fmla="*/ 1044963 h 1635895"/>
                    <a:gd name="connsiteX83" fmla="*/ 303597 w 1644615"/>
                    <a:gd name="connsiteY83" fmla="*/ 1095509 h 1635895"/>
                    <a:gd name="connsiteX84" fmla="*/ 288992 w 1644615"/>
                    <a:gd name="connsiteY84" fmla="*/ 1125100 h 1635895"/>
                    <a:gd name="connsiteX85" fmla="*/ 345380 w 1644615"/>
                    <a:gd name="connsiteY85" fmla="*/ 1175519 h 1635895"/>
                    <a:gd name="connsiteX86" fmla="*/ 332934 w 1644615"/>
                    <a:gd name="connsiteY86" fmla="*/ 1333380 h 1635895"/>
                    <a:gd name="connsiteX87" fmla="*/ 384369 w 1644615"/>
                    <a:gd name="connsiteY87" fmla="*/ 1261879 h 1635895"/>
                    <a:gd name="connsiteX88" fmla="*/ 303597 w 1644615"/>
                    <a:gd name="connsiteY88" fmla="*/ 1095509 h 1635895"/>
                    <a:gd name="connsiteX89" fmla="*/ 1154370 w 1644615"/>
                    <a:gd name="connsiteY89" fmla="*/ 1214635 h 1635895"/>
                    <a:gd name="connsiteX90" fmla="*/ 1130875 w 1644615"/>
                    <a:gd name="connsiteY90" fmla="*/ 1407675 h 1635895"/>
                    <a:gd name="connsiteX91" fmla="*/ 1261431 w 1644615"/>
                    <a:gd name="connsiteY91" fmla="*/ 1463301 h 1635895"/>
                    <a:gd name="connsiteX92" fmla="*/ 1374969 w 1644615"/>
                    <a:gd name="connsiteY92" fmla="*/ 1474731 h 1635895"/>
                    <a:gd name="connsiteX93" fmla="*/ 1357316 w 1644615"/>
                    <a:gd name="connsiteY93" fmla="*/ 1446029 h 1635895"/>
                    <a:gd name="connsiteX94" fmla="*/ 1258637 w 1644615"/>
                    <a:gd name="connsiteY94" fmla="*/ 1386466 h 1635895"/>
                    <a:gd name="connsiteX95" fmla="*/ 1445581 w 1644615"/>
                    <a:gd name="connsiteY95" fmla="*/ 1429773 h 1635895"/>
                    <a:gd name="connsiteX96" fmla="*/ 1403163 w 1644615"/>
                    <a:gd name="connsiteY96" fmla="*/ 1377195 h 1635895"/>
                    <a:gd name="connsiteX97" fmla="*/ 1296229 w 1644615"/>
                    <a:gd name="connsiteY97" fmla="*/ 1332237 h 1635895"/>
                    <a:gd name="connsiteX98" fmla="*/ 1489269 w 1644615"/>
                    <a:gd name="connsiteY98" fmla="*/ 1359923 h 1635895"/>
                    <a:gd name="connsiteX99" fmla="*/ 1491174 w 1644615"/>
                    <a:gd name="connsiteY99" fmla="*/ 1340111 h 1635895"/>
                    <a:gd name="connsiteX100" fmla="*/ 1235269 w 1644615"/>
                    <a:gd name="connsiteY100" fmla="*/ 1248163 h 1635895"/>
                    <a:gd name="connsiteX101" fmla="*/ 1341060 w 1644615"/>
                    <a:gd name="connsiteY101" fmla="*/ 1171709 h 1635895"/>
                    <a:gd name="connsiteX102" fmla="*/ 1301944 w 1644615"/>
                    <a:gd name="connsiteY102" fmla="*/ 1132720 h 1635895"/>
                    <a:gd name="connsiteX103" fmla="*/ 1154370 w 1644615"/>
                    <a:gd name="connsiteY103" fmla="*/ 1214635 h 1635895"/>
                    <a:gd name="connsiteX104" fmla="*/ 857063 w 1644615"/>
                    <a:gd name="connsiteY104" fmla="*/ 1181488 h 1635895"/>
                    <a:gd name="connsiteX105" fmla="*/ 878272 w 1644615"/>
                    <a:gd name="connsiteY105" fmla="*/ 1300868 h 1635895"/>
                    <a:gd name="connsiteX106" fmla="*/ 905704 w 1644615"/>
                    <a:gd name="connsiteY106" fmla="*/ 1540771 h 1635895"/>
                    <a:gd name="connsiteX107" fmla="*/ 1188660 w 1644615"/>
                    <a:gd name="connsiteY107" fmla="*/ 1474350 h 1635895"/>
                    <a:gd name="connsiteX108" fmla="*/ 1073344 w 1644615"/>
                    <a:gd name="connsiteY108" fmla="*/ 1300233 h 1635895"/>
                    <a:gd name="connsiteX109" fmla="*/ 973522 w 1644615"/>
                    <a:gd name="connsiteY109" fmla="*/ 1438155 h 1635895"/>
                    <a:gd name="connsiteX110" fmla="*/ 945201 w 1644615"/>
                    <a:gd name="connsiteY110" fmla="*/ 1487558 h 1635895"/>
                    <a:gd name="connsiteX111" fmla="*/ 974665 w 1644615"/>
                    <a:gd name="connsiteY111" fmla="*/ 1366781 h 1635895"/>
                    <a:gd name="connsiteX112" fmla="*/ 857063 w 1644615"/>
                    <a:gd name="connsiteY112" fmla="*/ 1181488 h 1635895"/>
                    <a:gd name="connsiteX0" fmla="*/ 1014924 w 1644613"/>
                    <a:gd name="connsiteY0" fmla="*/ 137040 h 1635893"/>
                    <a:gd name="connsiteX1" fmla="*/ 1288609 w 1644613"/>
                    <a:gd name="connsiteY1" fmla="*/ 134 h 1635893"/>
                    <a:gd name="connsiteX2" fmla="*/ 1606363 w 1644613"/>
                    <a:gd name="connsiteY2" fmla="*/ 207525 h 1635893"/>
                    <a:gd name="connsiteX3" fmla="*/ 1635827 w 1644613"/>
                    <a:gd name="connsiteY3" fmla="*/ 498990 h 1635893"/>
                    <a:gd name="connsiteX4" fmla="*/ 1100903 w 1644613"/>
                    <a:gd name="connsiteY4" fmla="*/ 724415 h 1635893"/>
                    <a:gd name="connsiteX5" fmla="*/ 1075122 w 1644613"/>
                    <a:gd name="connsiteY5" fmla="*/ 806838 h 1635893"/>
                    <a:gd name="connsiteX6" fmla="*/ 994858 w 1644613"/>
                    <a:gd name="connsiteY6" fmla="*/ 891166 h 1635893"/>
                    <a:gd name="connsiteX7" fmla="*/ 900370 w 1644613"/>
                    <a:gd name="connsiteY7" fmla="*/ 986162 h 1635893"/>
                    <a:gd name="connsiteX8" fmla="*/ 765623 w 1644613"/>
                    <a:gd name="connsiteY8" fmla="*/ 1048392 h 1635893"/>
                    <a:gd name="connsiteX9" fmla="*/ 993715 w 1644613"/>
                    <a:gd name="connsiteY9" fmla="*/ 1351541 h 1635893"/>
                    <a:gd name="connsiteX10" fmla="*/ 1109666 w 1644613"/>
                    <a:gd name="connsiteY10" fmla="*/ 1221620 h 1635893"/>
                    <a:gd name="connsiteX11" fmla="*/ 1283275 w 1644613"/>
                    <a:gd name="connsiteY11" fmla="*/ 1111003 h 1635893"/>
                    <a:gd name="connsiteX12" fmla="*/ 1372810 w 1644613"/>
                    <a:gd name="connsiteY12" fmla="*/ 1159136 h 1635893"/>
                    <a:gd name="connsiteX13" fmla="*/ 1290260 w 1644613"/>
                    <a:gd name="connsiteY13" fmla="*/ 1244353 h 1635893"/>
                    <a:gd name="connsiteX14" fmla="*/ 1514796 w 1644613"/>
                    <a:gd name="connsiteY14" fmla="*/ 1325633 h 1635893"/>
                    <a:gd name="connsiteX15" fmla="*/ 1460440 w 1644613"/>
                    <a:gd name="connsiteY15" fmla="*/ 1390657 h 1635893"/>
                    <a:gd name="connsiteX16" fmla="*/ 1460821 w 1644613"/>
                    <a:gd name="connsiteY16" fmla="*/ 1438790 h 1635893"/>
                    <a:gd name="connsiteX17" fmla="*/ 1403163 w 1644613"/>
                    <a:gd name="connsiteY17" fmla="*/ 1459999 h 1635893"/>
                    <a:gd name="connsiteX18" fmla="*/ 1396686 w 1644613"/>
                    <a:gd name="connsiteY18" fmla="*/ 1490352 h 1635893"/>
                    <a:gd name="connsiteX19" fmla="*/ 1222569 w 1644613"/>
                    <a:gd name="connsiteY19" fmla="*/ 1482224 h 1635893"/>
                    <a:gd name="connsiteX20" fmla="*/ 1041340 w 1644613"/>
                    <a:gd name="connsiteY20" fmla="*/ 1583443 h 1635893"/>
                    <a:gd name="connsiteX21" fmla="*/ 907228 w 1644613"/>
                    <a:gd name="connsiteY21" fmla="*/ 1570362 h 1635893"/>
                    <a:gd name="connsiteX22" fmla="*/ 909260 w 1644613"/>
                    <a:gd name="connsiteY22" fmla="*/ 1626242 h 1635893"/>
                    <a:gd name="connsiteX23" fmla="*/ 884622 w 1644613"/>
                    <a:gd name="connsiteY23" fmla="*/ 1624718 h 1635893"/>
                    <a:gd name="connsiteX24" fmla="*/ 878780 w 1644613"/>
                    <a:gd name="connsiteY24" fmla="*/ 1550296 h 1635893"/>
                    <a:gd name="connsiteX25" fmla="*/ 820106 w 1644613"/>
                    <a:gd name="connsiteY25" fmla="*/ 1144658 h 1635893"/>
                    <a:gd name="connsiteX26" fmla="*/ 747208 w 1644613"/>
                    <a:gd name="connsiteY26" fmla="*/ 1071887 h 1635893"/>
                    <a:gd name="connsiteX27" fmla="*/ 424882 w 1644613"/>
                    <a:gd name="connsiteY27" fmla="*/ 1070236 h 1635893"/>
                    <a:gd name="connsiteX28" fmla="*/ 337125 w 1644613"/>
                    <a:gd name="connsiteY28" fmla="*/ 1072395 h 1635893"/>
                    <a:gd name="connsiteX29" fmla="*/ 407610 w 1644613"/>
                    <a:gd name="connsiteY29" fmla="*/ 1284231 h 1635893"/>
                    <a:gd name="connsiteX30" fmla="*/ 322774 w 1644613"/>
                    <a:gd name="connsiteY30" fmla="*/ 1363352 h 1635893"/>
                    <a:gd name="connsiteX31" fmla="*/ 288357 w 1644613"/>
                    <a:gd name="connsiteY31" fmla="*/ 1588650 h 1635893"/>
                    <a:gd name="connsiteX32" fmla="*/ 283023 w 1644613"/>
                    <a:gd name="connsiteY32" fmla="*/ 1624718 h 1635893"/>
                    <a:gd name="connsiteX33" fmla="*/ 259020 w 1644613"/>
                    <a:gd name="connsiteY33" fmla="*/ 1629417 h 1635893"/>
                    <a:gd name="connsiteX34" fmla="*/ 323409 w 1644613"/>
                    <a:gd name="connsiteY34" fmla="*/ 1250068 h 1635893"/>
                    <a:gd name="connsiteX35" fmla="*/ 305629 w 1644613"/>
                    <a:gd name="connsiteY35" fmla="*/ 1166248 h 1635893"/>
                    <a:gd name="connsiteX36" fmla="*/ 229556 w 1644613"/>
                    <a:gd name="connsiteY36" fmla="*/ 1192410 h 1635893"/>
                    <a:gd name="connsiteX37" fmla="*/ 18228 w 1644613"/>
                    <a:gd name="connsiteY37" fmla="*/ 1623575 h 1635893"/>
                    <a:gd name="connsiteX38" fmla="*/ 2099 w 1644613"/>
                    <a:gd name="connsiteY38" fmla="*/ 1635894 h 1635893"/>
                    <a:gd name="connsiteX39" fmla="*/ 17212 w 1644613"/>
                    <a:gd name="connsiteY39" fmla="*/ 1539628 h 1635893"/>
                    <a:gd name="connsiteX40" fmla="*/ 107001 w 1644613"/>
                    <a:gd name="connsiteY40" fmla="*/ 1318648 h 1635893"/>
                    <a:gd name="connsiteX41" fmla="*/ 216983 w 1644613"/>
                    <a:gd name="connsiteY41" fmla="*/ 1168153 h 1635893"/>
                    <a:gd name="connsiteX42" fmla="*/ 304867 w 1644613"/>
                    <a:gd name="connsiteY42" fmla="*/ 1066553 h 1635893"/>
                    <a:gd name="connsiteX43" fmla="*/ 391481 w 1644613"/>
                    <a:gd name="connsiteY43" fmla="*/ 1032390 h 1635893"/>
                    <a:gd name="connsiteX44" fmla="*/ 252924 w 1644613"/>
                    <a:gd name="connsiteY44" fmla="*/ 952253 h 1635893"/>
                    <a:gd name="connsiteX45" fmla="*/ 138243 w 1644613"/>
                    <a:gd name="connsiteY45" fmla="*/ 837064 h 1635893"/>
                    <a:gd name="connsiteX46" fmla="*/ 83633 w 1644613"/>
                    <a:gd name="connsiteY46" fmla="*/ 754514 h 1635893"/>
                    <a:gd name="connsiteX47" fmla="*/ 139767 w 1644613"/>
                    <a:gd name="connsiteY47" fmla="*/ 520707 h 1635893"/>
                    <a:gd name="connsiteX48" fmla="*/ 413198 w 1644613"/>
                    <a:gd name="connsiteY48" fmla="*/ 274200 h 1635893"/>
                    <a:gd name="connsiteX49" fmla="*/ 730698 w 1644613"/>
                    <a:gd name="connsiteY49" fmla="*/ 270898 h 1635893"/>
                    <a:gd name="connsiteX50" fmla="*/ 944058 w 1644613"/>
                    <a:gd name="connsiteY50" fmla="*/ 397009 h 1635893"/>
                    <a:gd name="connsiteX51" fmla="*/ 1076900 w 1644613"/>
                    <a:gd name="connsiteY51" fmla="*/ 110878 h 1635893"/>
                    <a:gd name="connsiteX52" fmla="*/ 971617 w 1644613"/>
                    <a:gd name="connsiteY52" fmla="*/ 432950 h 1635893"/>
                    <a:gd name="connsiteX53" fmla="*/ 1070423 w 1644613"/>
                    <a:gd name="connsiteY53" fmla="*/ 588017 h 1635893"/>
                    <a:gd name="connsiteX54" fmla="*/ 1107507 w 1644613"/>
                    <a:gd name="connsiteY54" fmla="*/ 692030 h 1635893"/>
                    <a:gd name="connsiteX55" fmla="*/ 1614364 w 1644613"/>
                    <a:gd name="connsiteY55" fmla="*/ 462160 h 1635893"/>
                    <a:gd name="connsiteX56" fmla="*/ 1543879 w 1644613"/>
                    <a:gd name="connsiteY56" fmla="*/ 155963 h 1635893"/>
                    <a:gd name="connsiteX57" fmla="*/ 1261939 w 1644613"/>
                    <a:gd name="connsiteY57" fmla="*/ 27312 h 1635893"/>
                    <a:gd name="connsiteX58" fmla="*/ 1076900 w 1644613"/>
                    <a:gd name="connsiteY58" fmla="*/ 110878 h 1635893"/>
                    <a:gd name="connsiteX59" fmla="*/ 175327 w 1644613"/>
                    <a:gd name="connsiteY59" fmla="*/ 504578 h 1635893"/>
                    <a:gd name="connsiteX60" fmla="*/ 227270 w 1644613"/>
                    <a:gd name="connsiteY60" fmla="*/ 521723 h 1635893"/>
                    <a:gd name="connsiteX61" fmla="*/ 284801 w 1644613"/>
                    <a:gd name="connsiteY61" fmla="*/ 676663 h 1635893"/>
                    <a:gd name="connsiteX62" fmla="*/ 256607 w 1644613"/>
                    <a:gd name="connsiteY62" fmla="*/ 816998 h 1635893"/>
                    <a:gd name="connsiteX63" fmla="*/ 204283 w 1644613"/>
                    <a:gd name="connsiteY63" fmla="*/ 863734 h 1635893"/>
                    <a:gd name="connsiteX64" fmla="*/ 615128 w 1644613"/>
                    <a:gd name="connsiteY64" fmla="*/ 1040010 h 1635893"/>
                    <a:gd name="connsiteX65" fmla="*/ 979491 w 1644613"/>
                    <a:gd name="connsiteY65" fmla="*/ 867671 h 1635893"/>
                    <a:gd name="connsiteX66" fmla="*/ 1018353 w 1644613"/>
                    <a:gd name="connsiteY66" fmla="*/ 573666 h 1635893"/>
                    <a:gd name="connsiteX67" fmla="*/ 672151 w 1644613"/>
                    <a:gd name="connsiteY67" fmla="*/ 284741 h 1635893"/>
                    <a:gd name="connsiteX68" fmla="*/ 175327 w 1644613"/>
                    <a:gd name="connsiteY68" fmla="*/ 504578 h 1635893"/>
                    <a:gd name="connsiteX69" fmla="*/ 159833 w 1644613"/>
                    <a:gd name="connsiteY69" fmla="*/ 539884 h 1635893"/>
                    <a:gd name="connsiteX70" fmla="*/ 104588 w 1644613"/>
                    <a:gd name="connsiteY70" fmla="*/ 728098 h 1635893"/>
                    <a:gd name="connsiteX71" fmla="*/ 197679 w 1644613"/>
                    <a:gd name="connsiteY71" fmla="*/ 834143 h 1635893"/>
                    <a:gd name="connsiteX72" fmla="*/ 250892 w 1644613"/>
                    <a:gd name="connsiteY72" fmla="*/ 752355 h 1635893"/>
                    <a:gd name="connsiteX73" fmla="*/ 234636 w 1644613"/>
                    <a:gd name="connsiteY73" fmla="*/ 576587 h 1635893"/>
                    <a:gd name="connsiteX74" fmla="*/ 159833 w 1644613"/>
                    <a:gd name="connsiteY74" fmla="*/ 539884 h 1635893"/>
                    <a:gd name="connsiteX75" fmla="*/ 1052135 w 1644613"/>
                    <a:gd name="connsiteY75" fmla="*/ 598050 h 1635893"/>
                    <a:gd name="connsiteX76" fmla="*/ 1041086 w 1644613"/>
                    <a:gd name="connsiteY76" fmla="*/ 807092 h 1635893"/>
                    <a:gd name="connsiteX77" fmla="*/ 1052135 w 1644613"/>
                    <a:gd name="connsiteY77" fmla="*/ 598050 h 1635893"/>
                    <a:gd name="connsiteX78" fmla="*/ 441011 w 1644613"/>
                    <a:gd name="connsiteY78" fmla="*/ 1044963 h 1635893"/>
                    <a:gd name="connsiteX79" fmla="*/ 658816 w 1644613"/>
                    <a:gd name="connsiteY79" fmla="*/ 1078618 h 1635893"/>
                    <a:gd name="connsiteX80" fmla="*/ 569154 w 1644613"/>
                    <a:gd name="connsiteY80" fmla="*/ 1062616 h 1635893"/>
                    <a:gd name="connsiteX81" fmla="*/ 441011 w 1644613"/>
                    <a:gd name="connsiteY81" fmla="*/ 1044963 h 1635893"/>
                    <a:gd name="connsiteX82" fmla="*/ 303597 w 1644613"/>
                    <a:gd name="connsiteY82" fmla="*/ 1095509 h 1635893"/>
                    <a:gd name="connsiteX83" fmla="*/ 288992 w 1644613"/>
                    <a:gd name="connsiteY83" fmla="*/ 1125100 h 1635893"/>
                    <a:gd name="connsiteX84" fmla="*/ 345380 w 1644613"/>
                    <a:gd name="connsiteY84" fmla="*/ 1175519 h 1635893"/>
                    <a:gd name="connsiteX85" fmla="*/ 332934 w 1644613"/>
                    <a:gd name="connsiteY85" fmla="*/ 1333380 h 1635893"/>
                    <a:gd name="connsiteX86" fmla="*/ 384369 w 1644613"/>
                    <a:gd name="connsiteY86" fmla="*/ 1261879 h 1635893"/>
                    <a:gd name="connsiteX87" fmla="*/ 303597 w 1644613"/>
                    <a:gd name="connsiteY87" fmla="*/ 1095509 h 1635893"/>
                    <a:gd name="connsiteX88" fmla="*/ 1154370 w 1644613"/>
                    <a:gd name="connsiteY88" fmla="*/ 1214635 h 1635893"/>
                    <a:gd name="connsiteX89" fmla="*/ 1130875 w 1644613"/>
                    <a:gd name="connsiteY89" fmla="*/ 1407675 h 1635893"/>
                    <a:gd name="connsiteX90" fmla="*/ 1261431 w 1644613"/>
                    <a:gd name="connsiteY90" fmla="*/ 1463301 h 1635893"/>
                    <a:gd name="connsiteX91" fmla="*/ 1374969 w 1644613"/>
                    <a:gd name="connsiteY91" fmla="*/ 1474731 h 1635893"/>
                    <a:gd name="connsiteX92" fmla="*/ 1357316 w 1644613"/>
                    <a:gd name="connsiteY92" fmla="*/ 1446029 h 1635893"/>
                    <a:gd name="connsiteX93" fmla="*/ 1258637 w 1644613"/>
                    <a:gd name="connsiteY93" fmla="*/ 1386466 h 1635893"/>
                    <a:gd name="connsiteX94" fmla="*/ 1445581 w 1644613"/>
                    <a:gd name="connsiteY94" fmla="*/ 1429773 h 1635893"/>
                    <a:gd name="connsiteX95" fmla="*/ 1403163 w 1644613"/>
                    <a:gd name="connsiteY95" fmla="*/ 1377195 h 1635893"/>
                    <a:gd name="connsiteX96" fmla="*/ 1296229 w 1644613"/>
                    <a:gd name="connsiteY96" fmla="*/ 1332237 h 1635893"/>
                    <a:gd name="connsiteX97" fmla="*/ 1489269 w 1644613"/>
                    <a:gd name="connsiteY97" fmla="*/ 1359923 h 1635893"/>
                    <a:gd name="connsiteX98" fmla="*/ 1491174 w 1644613"/>
                    <a:gd name="connsiteY98" fmla="*/ 1340111 h 1635893"/>
                    <a:gd name="connsiteX99" fmla="*/ 1235269 w 1644613"/>
                    <a:gd name="connsiteY99" fmla="*/ 1248163 h 1635893"/>
                    <a:gd name="connsiteX100" fmla="*/ 1341060 w 1644613"/>
                    <a:gd name="connsiteY100" fmla="*/ 1171709 h 1635893"/>
                    <a:gd name="connsiteX101" fmla="*/ 1301944 w 1644613"/>
                    <a:gd name="connsiteY101" fmla="*/ 1132720 h 1635893"/>
                    <a:gd name="connsiteX102" fmla="*/ 1154370 w 1644613"/>
                    <a:gd name="connsiteY102" fmla="*/ 1214635 h 1635893"/>
                    <a:gd name="connsiteX103" fmla="*/ 857063 w 1644613"/>
                    <a:gd name="connsiteY103" fmla="*/ 1181488 h 1635893"/>
                    <a:gd name="connsiteX104" fmla="*/ 878272 w 1644613"/>
                    <a:gd name="connsiteY104" fmla="*/ 1300868 h 1635893"/>
                    <a:gd name="connsiteX105" fmla="*/ 905704 w 1644613"/>
                    <a:gd name="connsiteY105" fmla="*/ 1540771 h 1635893"/>
                    <a:gd name="connsiteX106" fmla="*/ 1188660 w 1644613"/>
                    <a:gd name="connsiteY106" fmla="*/ 1474350 h 1635893"/>
                    <a:gd name="connsiteX107" fmla="*/ 1073344 w 1644613"/>
                    <a:gd name="connsiteY107" fmla="*/ 1300233 h 1635893"/>
                    <a:gd name="connsiteX108" fmla="*/ 973522 w 1644613"/>
                    <a:gd name="connsiteY108" fmla="*/ 1438155 h 1635893"/>
                    <a:gd name="connsiteX109" fmla="*/ 945201 w 1644613"/>
                    <a:gd name="connsiteY109" fmla="*/ 1487558 h 1635893"/>
                    <a:gd name="connsiteX110" fmla="*/ 974665 w 1644613"/>
                    <a:gd name="connsiteY110" fmla="*/ 1366781 h 1635893"/>
                    <a:gd name="connsiteX111" fmla="*/ 857063 w 1644613"/>
                    <a:gd name="connsiteY111" fmla="*/ 1181488 h 1635893"/>
                    <a:gd name="connsiteX0" fmla="*/ 1014924 w 1618802"/>
                    <a:gd name="connsiteY0" fmla="*/ 137040 h 1635895"/>
                    <a:gd name="connsiteX1" fmla="*/ 1288609 w 1618802"/>
                    <a:gd name="connsiteY1" fmla="*/ 134 h 1635895"/>
                    <a:gd name="connsiteX2" fmla="*/ 1606363 w 1618802"/>
                    <a:gd name="connsiteY2" fmla="*/ 207525 h 1635895"/>
                    <a:gd name="connsiteX3" fmla="*/ 1100903 w 1618802"/>
                    <a:gd name="connsiteY3" fmla="*/ 724415 h 1635895"/>
                    <a:gd name="connsiteX4" fmla="*/ 1075122 w 1618802"/>
                    <a:gd name="connsiteY4" fmla="*/ 806838 h 1635895"/>
                    <a:gd name="connsiteX5" fmla="*/ 994858 w 1618802"/>
                    <a:gd name="connsiteY5" fmla="*/ 891166 h 1635895"/>
                    <a:gd name="connsiteX6" fmla="*/ 900370 w 1618802"/>
                    <a:gd name="connsiteY6" fmla="*/ 986162 h 1635895"/>
                    <a:gd name="connsiteX7" fmla="*/ 765623 w 1618802"/>
                    <a:gd name="connsiteY7" fmla="*/ 1048392 h 1635895"/>
                    <a:gd name="connsiteX8" fmla="*/ 993715 w 1618802"/>
                    <a:gd name="connsiteY8" fmla="*/ 1351541 h 1635895"/>
                    <a:gd name="connsiteX9" fmla="*/ 1109666 w 1618802"/>
                    <a:gd name="connsiteY9" fmla="*/ 1221620 h 1635895"/>
                    <a:gd name="connsiteX10" fmla="*/ 1283275 w 1618802"/>
                    <a:gd name="connsiteY10" fmla="*/ 1111003 h 1635895"/>
                    <a:gd name="connsiteX11" fmla="*/ 1372810 w 1618802"/>
                    <a:gd name="connsiteY11" fmla="*/ 1159136 h 1635895"/>
                    <a:gd name="connsiteX12" fmla="*/ 1290260 w 1618802"/>
                    <a:gd name="connsiteY12" fmla="*/ 1244353 h 1635895"/>
                    <a:gd name="connsiteX13" fmla="*/ 1514796 w 1618802"/>
                    <a:gd name="connsiteY13" fmla="*/ 1325633 h 1635895"/>
                    <a:gd name="connsiteX14" fmla="*/ 1460440 w 1618802"/>
                    <a:gd name="connsiteY14" fmla="*/ 1390657 h 1635895"/>
                    <a:gd name="connsiteX15" fmla="*/ 1460821 w 1618802"/>
                    <a:gd name="connsiteY15" fmla="*/ 1438790 h 1635895"/>
                    <a:gd name="connsiteX16" fmla="*/ 1403163 w 1618802"/>
                    <a:gd name="connsiteY16" fmla="*/ 1459999 h 1635895"/>
                    <a:gd name="connsiteX17" fmla="*/ 1396686 w 1618802"/>
                    <a:gd name="connsiteY17" fmla="*/ 1490352 h 1635895"/>
                    <a:gd name="connsiteX18" fmla="*/ 1222569 w 1618802"/>
                    <a:gd name="connsiteY18" fmla="*/ 1482224 h 1635895"/>
                    <a:gd name="connsiteX19" fmla="*/ 1041340 w 1618802"/>
                    <a:gd name="connsiteY19" fmla="*/ 1583443 h 1635895"/>
                    <a:gd name="connsiteX20" fmla="*/ 907228 w 1618802"/>
                    <a:gd name="connsiteY20" fmla="*/ 1570362 h 1635895"/>
                    <a:gd name="connsiteX21" fmla="*/ 909260 w 1618802"/>
                    <a:gd name="connsiteY21" fmla="*/ 1626242 h 1635895"/>
                    <a:gd name="connsiteX22" fmla="*/ 884622 w 1618802"/>
                    <a:gd name="connsiteY22" fmla="*/ 1624718 h 1635895"/>
                    <a:gd name="connsiteX23" fmla="*/ 878780 w 1618802"/>
                    <a:gd name="connsiteY23" fmla="*/ 1550296 h 1635895"/>
                    <a:gd name="connsiteX24" fmla="*/ 820106 w 1618802"/>
                    <a:gd name="connsiteY24" fmla="*/ 1144658 h 1635895"/>
                    <a:gd name="connsiteX25" fmla="*/ 747208 w 1618802"/>
                    <a:gd name="connsiteY25" fmla="*/ 1071887 h 1635895"/>
                    <a:gd name="connsiteX26" fmla="*/ 424882 w 1618802"/>
                    <a:gd name="connsiteY26" fmla="*/ 1070236 h 1635895"/>
                    <a:gd name="connsiteX27" fmla="*/ 337125 w 1618802"/>
                    <a:gd name="connsiteY27" fmla="*/ 1072395 h 1635895"/>
                    <a:gd name="connsiteX28" fmla="*/ 407610 w 1618802"/>
                    <a:gd name="connsiteY28" fmla="*/ 1284231 h 1635895"/>
                    <a:gd name="connsiteX29" fmla="*/ 322774 w 1618802"/>
                    <a:gd name="connsiteY29" fmla="*/ 1363352 h 1635895"/>
                    <a:gd name="connsiteX30" fmla="*/ 288357 w 1618802"/>
                    <a:gd name="connsiteY30" fmla="*/ 1588650 h 1635895"/>
                    <a:gd name="connsiteX31" fmla="*/ 283023 w 1618802"/>
                    <a:gd name="connsiteY31" fmla="*/ 1624718 h 1635895"/>
                    <a:gd name="connsiteX32" fmla="*/ 259020 w 1618802"/>
                    <a:gd name="connsiteY32" fmla="*/ 1629417 h 1635895"/>
                    <a:gd name="connsiteX33" fmla="*/ 323409 w 1618802"/>
                    <a:gd name="connsiteY33" fmla="*/ 1250068 h 1635895"/>
                    <a:gd name="connsiteX34" fmla="*/ 305629 w 1618802"/>
                    <a:gd name="connsiteY34" fmla="*/ 1166248 h 1635895"/>
                    <a:gd name="connsiteX35" fmla="*/ 229556 w 1618802"/>
                    <a:gd name="connsiteY35" fmla="*/ 1192410 h 1635895"/>
                    <a:gd name="connsiteX36" fmla="*/ 18228 w 1618802"/>
                    <a:gd name="connsiteY36" fmla="*/ 1623575 h 1635895"/>
                    <a:gd name="connsiteX37" fmla="*/ 2099 w 1618802"/>
                    <a:gd name="connsiteY37" fmla="*/ 1635894 h 1635895"/>
                    <a:gd name="connsiteX38" fmla="*/ 17212 w 1618802"/>
                    <a:gd name="connsiteY38" fmla="*/ 1539628 h 1635895"/>
                    <a:gd name="connsiteX39" fmla="*/ 107001 w 1618802"/>
                    <a:gd name="connsiteY39" fmla="*/ 1318648 h 1635895"/>
                    <a:gd name="connsiteX40" fmla="*/ 216983 w 1618802"/>
                    <a:gd name="connsiteY40" fmla="*/ 1168153 h 1635895"/>
                    <a:gd name="connsiteX41" fmla="*/ 304867 w 1618802"/>
                    <a:gd name="connsiteY41" fmla="*/ 1066553 h 1635895"/>
                    <a:gd name="connsiteX42" fmla="*/ 391481 w 1618802"/>
                    <a:gd name="connsiteY42" fmla="*/ 1032390 h 1635895"/>
                    <a:gd name="connsiteX43" fmla="*/ 252924 w 1618802"/>
                    <a:gd name="connsiteY43" fmla="*/ 952253 h 1635895"/>
                    <a:gd name="connsiteX44" fmla="*/ 138243 w 1618802"/>
                    <a:gd name="connsiteY44" fmla="*/ 837064 h 1635895"/>
                    <a:gd name="connsiteX45" fmla="*/ 83633 w 1618802"/>
                    <a:gd name="connsiteY45" fmla="*/ 754514 h 1635895"/>
                    <a:gd name="connsiteX46" fmla="*/ 139767 w 1618802"/>
                    <a:gd name="connsiteY46" fmla="*/ 520707 h 1635895"/>
                    <a:gd name="connsiteX47" fmla="*/ 413198 w 1618802"/>
                    <a:gd name="connsiteY47" fmla="*/ 274200 h 1635895"/>
                    <a:gd name="connsiteX48" fmla="*/ 730698 w 1618802"/>
                    <a:gd name="connsiteY48" fmla="*/ 270898 h 1635895"/>
                    <a:gd name="connsiteX49" fmla="*/ 944058 w 1618802"/>
                    <a:gd name="connsiteY49" fmla="*/ 397009 h 1635895"/>
                    <a:gd name="connsiteX50" fmla="*/ 1076900 w 1618802"/>
                    <a:gd name="connsiteY50" fmla="*/ 110878 h 1635895"/>
                    <a:gd name="connsiteX51" fmla="*/ 971617 w 1618802"/>
                    <a:gd name="connsiteY51" fmla="*/ 432950 h 1635895"/>
                    <a:gd name="connsiteX52" fmla="*/ 1070423 w 1618802"/>
                    <a:gd name="connsiteY52" fmla="*/ 588017 h 1635895"/>
                    <a:gd name="connsiteX53" fmla="*/ 1107507 w 1618802"/>
                    <a:gd name="connsiteY53" fmla="*/ 692030 h 1635895"/>
                    <a:gd name="connsiteX54" fmla="*/ 1614364 w 1618802"/>
                    <a:gd name="connsiteY54" fmla="*/ 462160 h 1635895"/>
                    <a:gd name="connsiteX55" fmla="*/ 1543879 w 1618802"/>
                    <a:gd name="connsiteY55" fmla="*/ 155963 h 1635895"/>
                    <a:gd name="connsiteX56" fmla="*/ 1261939 w 1618802"/>
                    <a:gd name="connsiteY56" fmla="*/ 27312 h 1635895"/>
                    <a:gd name="connsiteX57" fmla="*/ 1076900 w 1618802"/>
                    <a:gd name="connsiteY57" fmla="*/ 110878 h 1635895"/>
                    <a:gd name="connsiteX58" fmla="*/ 175327 w 1618802"/>
                    <a:gd name="connsiteY58" fmla="*/ 504578 h 1635895"/>
                    <a:gd name="connsiteX59" fmla="*/ 227270 w 1618802"/>
                    <a:gd name="connsiteY59" fmla="*/ 521723 h 1635895"/>
                    <a:gd name="connsiteX60" fmla="*/ 284801 w 1618802"/>
                    <a:gd name="connsiteY60" fmla="*/ 676663 h 1635895"/>
                    <a:gd name="connsiteX61" fmla="*/ 256607 w 1618802"/>
                    <a:gd name="connsiteY61" fmla="*/ 816998 h 1635895"/>
                    <a:gd name="connsiteX62" fmla="*/ 204283 w 1618802"/>
                    <a:gd name="connsiteY62" fmla="*/ 863734 h 1635895"/>
                    <a:gd name="connsiteX63" fmla="*/ 615128 w 1618802"/>
                    <a:gd name="connsiteY63" fmla="*/ 1040010 h 1635895"/>
                    <a:gd name="connsiteX64" fmla="*/ 979491 w 1618802"/>
                    <a:gd name="connsiteY64" fmla="*/ 867671 h 1635895"/>
                    <a:gd name="connsiteX65" fmla="*/ 1018353 w 1618802"/>
                    <a:gd name="connsiteY65" fmla="*/ 573666 h 1635895"/>
                    <a:gd name="connsiteX66" fmla="*/ 672151 w 1618802"/>
                    <a:gd name="connsiteY66" fmla="*/ 284741 h 1635895"/>
                    <a:gd name="connsiteX67" fmla="*/ 175327 w 1618802"/>
                    <a:gd name="connsiteY67" fmla="*/ 504578 h 1635895"/>
                    <a:gd name="connsiteX68" fmla="*/ 159833 w 1618802"/>
                    <a:gd name="connsiteY68" fmla="*/ 539884 h 1635895"/>
                    <a:gd name="connsiteX69" fmla="*/ 104588 w 1618802"/>
                    <a:gd name="connsiteY69" fmla="*/ 728098 h 1635895"/>
                    <a:gd name="connsiteX70" fmla="*/ 197679 w 1618802"/>
                    <a:gd name="connsiteY70" fmla="*/ 834143 h 1635895"/>
                    <a:gd name="connsiteX71" fmla="*/ 250892 w 1618802"/>
                    <a:gd name="connsiteY71" fmla="*/ 752355 h 1635895"/>
                    <a:gd name="connsiteX72" fmla="*/ 234636 w 1618802"/>
                    <a:gd name="connsiteY72" fmla="*/ 576587 h 1635895"/>
                    <a:gd name="connsiteX73" fmla="*/ 159833 w 1618802"/>
                    <a:gd name="connsiteY73" fmla="*/ 539884 h 1635895"/>
                    <a:gd name="connsiteX74" fmla="*/ 1052135 w 1618802"/>
                    <a:gd name="connsiteY74" fmla="*/ 598050 h 1635895"/>
                    <a:gd name="connsiteX75" fmla="*/ 1041086 w 1618802"/>
                    <a:gd name="connsiteY75" fmla="*/ 807092 h 1635895"/>
                    <a:gd name="connsiteX76" fmla="*/ 1052135 w 1618802"/>
                    <a:gd name="connsiteY76" fmla="*/ 598050 h 1635895"/>
                    <a:gd name="connsiteX77" fmla="*/ 441011 w 1618802"/>
                    <a:gd name="connsiteY77" fmla="*/ 1044963 h 1635895"/>
                    <a:gd name="connsiteX78" fmla="*/ 658816 w 1618802"/>
                    <a:gd name="connsiteY78" fmla="*/ 1078618 h 1635895"/>
                    <a:gd name="connsiteX79" fmla="*/ 569154 w 1618802"/>
                    <a:gd name="connsiteY79" fmla="*/ 1062616 h 1635895"/>
                    <a:gd name="connsiteX80" fmla="*/ 441011 w 1618802"/>
                    <a:gd name="connsiteY80" fmla="*/ 1044963 h 1635895"/>
                    <a:gd name="connsiteX81" fmla="*/ 303597 w 1618802"/>
                    <a:gd name="connsiteY81" fmla="*/ 1095509 h 1635895"/>
                    <a:gd name="connsiteX82" fmla="*/ 288992 w 1618802"/>
                    <a:gd name="connsiteY82" fmla="*/ 1125100 h 1635895"/>
                    <a:gd name="connsiteX83" fmla="*/ 345380 w 1618802"/>
                    <a:gd name="connsiteY83" fmla="*/ 1175519 h 1635895"/>
                    <a:gd name="connsiteX84" fmla="*/ 332934 w 1618802"/>
                    <a:gd name="connsiteY84" fmla="*/ 1333380 h 1635895"/>
                    <a:gd name="connsiteX85" fmla="*/ 384369 w 1618802"/>
                    <a:gd name="connsiteY85" fmla="*/ 1261879 h 1635895"/>
                    <a:gd name="connsiteX86" fmla="*/ 303597 w 1618802"/>
                    <a:gd name="connsiteY86" fmla="*/ 1095509 h 1635895"/>
                    <a:gd name="connsiteX87" fmla="*/ 1154370 w 1618802"/>
                    <a:gd name="connsiteY87" fmla="*/ 1214635 h 1635895"/>
                    <a:gd name="connsiteX88" fmla="*/ 1130875 w 1618802"/>
                    <a:gd name="connsiteY88" fmla="*/ 1407675 h 1635895"/>
                    <a:gd name="connsiteX89" fmla="*/ 1261431 w 1618802"/>
                    <a:gd name="connsiteY89" fmla="*/ 1463301 h 1635895"/>
                    <a:gd name="connsiteX90" fmla="*/ 1374969 w 1618802"/>
                    <a:gd name="connsiteY90" fmla="*/ 1474731 h 1635895"/>
                    <a:gd name="connsiteX91" fmla="*/ 1357316 w 1618802"/>
                    <a:gd name="connsiteY91" fmla="*/ 1446029 h 1635895"/>
                    <a:gd name="connsiteX92" fmla="*/ 1258637 w 1618802"/>
                    <a:gd name="connsiteY92" fmla="*/ 1386466 h 1635895"/>
                    <a:gd name="connsiteX93" fmla="*/ 1445581 w 1618802"/>
                    <a:gd name="connsiteY93" fmla="*/ 1429773 h 1635895"/>
                    <a:gd name="connsiteX94" fmla="*/ 1403163 w 1618802"/>
                    <a:gd name="connsiteY94" fmla="*/ 1377195 h 1635895"/>
                    <a:gd name="connsiteX95" fmla="*/ 1296229 w 1618802"/>
                    <a:gd name="connsiteY95" fmla="*/ 1332237 h 1635895"/>
                    <a:gd name="connsiteX96" fmla="*/ 1489269 w 1618802"/>
                    <a:gd name="connsiteY96" fmla="*/ 1359923 h 1635895"/>
                    <a:gd name="connsiteX97" fmla="*/ 1491174 w 1618802"/>
                    <a:gd name="connsiteY97" fmla="*/ 1340111 h 1635895"/>
                    <a:gd name="connsiteX98" fmla="*/ 1235269 w 1618802"/>
                    <a:gd name="connsiteY98" fmla="*/ 1248163 h 1635895"/>
                    <a:gd name="connsiteX99" fmla="*/ 1341060 w 1618802"/>
                    <a:gd name="connsiteY99" fmla="*/ 1171709 h 1635895"/>
                    <a:gd name="connsiteX100" fmla="*/ 1301944 w 1618802"/>
                    <a:gd name="connsiteY100" fmla="*/ 1132720 h 1635895"/>
                    <a:gd name="connsiteX101" fmla="*/ 1154370 w 1618802"/>
                    <a:gd name="connsiteY101" fmla="*/ 1214635 h 1635895"/>
                    <a:gd name="connsiteX102" fmla="*/ 857063 w 1618802"/>
                    <a:gd name="connsiteY102" fmla="*/ 1181488 h 1635895"/>
                    <a:gd name="connsiteX103" fmla="*/ 878272 w 1618802"/>
                    <a:gd name="connsiteY103" fmla="*/ 1300868 h 1635895"/>
                    <a:gd name="connsiteX104" fmla="*/ 905704 w 1618802"/>
                    <a:gd name="connsiteY104" fmla="*/ 1540771 h 1635895"/>
                    <a:gd name="connsiteX105" fmla="*/ 1188660 w 1618802"/>
                    <a:gd name="connsiteY105" fmla="*/ 1474350 h 1635895"/>
                    <a:gd name="connsiteX106" fmla="*/ 1073344 w 1618802"/>
                    <a:gd name="connsiteY106" fmla="*/ 1300233 h 1635895"/>
                    <a:gd name="connsiteX107" fmla="*/ 973522 w 1618802"/>
                    <a:gd name="connsiteY107" fmla="*/ 1438155 h 1635895"/>
                    <a:gd name="connsiteX108" fmla="*/ 945201 w 1618802"/>
                    <a:gd name="connsiteY108" fmla="*/ 1487558 h 1635895"/>
                    <a:gd name="connsiteX109" fmla="*/ 974665 w 1618802"/>
                    <a:gd name="connsiteY109" fmla="*/ 1366781 h 1635895"/>
                    <a:gd name="connsiteX110" fmla="*/ 857063 w 1618802"/>
                    <a:gd name="connsiteY110" fmla="*/ 1181488 h 1635895"/>
                    <a:gd name="connsiteX0" fmla="*/ 1014924 w 1606362"/>
                    <a:gd name="connsiteY0" fmla="*/ 137040 h 1635893"/>
                    <a:gd name="connsiteX1" fmla="*/ 1288609 w 1606362"/>
                    <a:gd name="connsiteY1" fmla="*/ 134 h 1635893"/>
                    <a:gd name="connsiteX2" fmla="*/ 1606363 w 1606362"/>
                    <a:gd name="connsiteY2" fmla="*/ 207525 h 1635893"/>
                    <a:gd name="connsiteX3" fmla="*/ 1100903 w 1606362"/>
                    <a:gd name="connsiteY3" fmla="*/ 724415 h 1635893"/>
                    <a:gd name="connsiteX4" fmla="*/ 1075122 w 1606362"/>
                    <a:gd name="connsiteY4" fmla="*/ 806838 h 1635893"/>
                    <a:gd name="connsiteX5" fmla="*/ 994858 w 1606362"/>
                    <a:gd name="connsiteY5" fmla="*/ 891166 h 1635893"/>
                    <a:gd name="connsiteX6" fmla="*/ 900370 w 1606362"/>
                    <a:gd name="connsiteY6" fmla="*/ 986162 h 1635893"/>
                    <a:gd name="connsiteX7" fmla="*/ 765623 w 1606362"/>
                    <a:gd name="connsiteY7" fmla="*/ 1048392 h 1635893"/>
                    <a:gd name="connsiteX8" fmla="*/ 993715 w 1606362"/>
                    <a:gd name="connsiteY8" fmla="*/ 1351541 h 1635893"/>
                    <a:gd name="connsiteX9" fmla="*/ 1109666 w 1606362"/>
                    <a:gd name="connsiteY9" fmla="*/ 1221620 h 1635893"/>
                    <a:gd name="connsiteX10" fmla="*/ 1283275 w 1606362"/>
                    <a:gd name="connsiteY10" fmla="*/ 1111003 h 1635893"/>
                    <a:gd name="connsiteX11" fmla="*/ 1372810 w 1606362"/>
                    <a:gd name="connsiteY11" fmla="*/ 1159136 h 1635893"/>
                    <a:gd name="connsiteX12" fmla="*/ 1290260 w 1606362"/>
                    <a:gd name="connsiteY12" fmla="*/ 1244353 h 1635893"/>
                    <a:gd name="connsiteX13" fmla="*/ 1514796 w 1606362"/>
                    <a:gd name="connsiteY13" fmla="*/ 1325633 h 1635893"/>
                    <a:gd name="connsiteX14" fmla="*/ 1460440 w 1606362"/>
                    <a:gd name="connsiteY14" fmla="*/ 1390657 h 1635893"/>
                    <a:gd name="connsiteX15" fmla="*/ 1460821 w 1606362"/>
                    <a:gd name="connsiteY15" fmla="*/ 1438790 h 1635893"/>
                    <a:gd name="connsiteX16" fmla="*/ 1403163 w 1606362"/>
                    <a:gd name="connsiteY16" fmla="*/ 1459999 h 1635893"/>
                    <a:gd name="connsiteX17" fmla="*/ 1396686 w 1606362"/>
                    <a:gd name="connsiteY17" fmla="*/ 1490352 h 1635893"/>
                    <a:gd name="connsiteX18" fmla="*/ 1222569 w 1606362"/>
                    <a:gd name="connsiteY18" fmla="*/ 1482224 h 1635893"/>
                    <a:gd name="connsiteX19" fmla="*/ 1041340 w 1606362"/>
                    <a:gd name="connsiteY19" fmla="*/ 1583443 h 1635893"/>
                    <a:gd name="connsiteX20" fmla="*/ 907228 w 1606362"/>
                    <a:gd name="connsiteY20" fmla="*/ 1570362 h 1635893"/>
                    <a:gd name="connsiteX21" fmla="*/ 909260 w 1606362"/>
                    <a:gd name="connsiteY21" fmla="*/ 1626242 h 1635893"/>
                    <a:gd name="connsiteX22" fmla="*/ 884622 w 1606362"/>
                    <a:gd name="connsiteY22" fmla="*/ 1624718 h 1635893"/>
                    <a:gd name="connsiteX23" fmla="*/ 878780 w 1606362"/>
                    <a:gd name="connsiteY23" fmla="*/ 1550296 h 1635893"/>
                    <a:gd name="connsiteX24" fmla="*/ 820106 w 1606362"/>
                    <a:gd name="connsiteY24" fmla="*/ 1144658 h 1635893"/>
                    <a:gd name="connsiteX25" fmla="*/ 747208 w 1606362"/>
                    <a:gd name="connsiteY25" fmla="*/ 1071887 h 1635893"/>
                    <a:gd name="connsiteX26" fmla="*/ 424882 w 1606362"/>
                    <a:gd name="connsiteY26" fmla="*/ 1070236 h 1635893"/>
                    <a:gd name="connsiteX27" fmla="*/ 337125 w 1606362"/>
                    <a:gd name="connsiteY27" fmla="*/ 1072395 h 1635893"/>
                    <a:gd name="connsiteX28" fmla="*/ 407610 w 1606362"/>
                    <a:gd name="connsiteY28" fmla="*/ 1284231 h 1635893"/>
                    <a:gd name="connsiteX29" fmla="*/ 322774 w 1606362"/>
                    <a:gd name="connsiteY29" fmla="*/ 1363352 h 1635893"/>
                    <a:gd name="connsiteX30" fmla="*/ 288357 w 1606362"/>
                    <a:gd name="connsiteY30" fmla="*/ 1588650 h 1635893"/>
                    <a:gd name="connsiteX31" fmla="*/ 283023 w 1606362"/>
                    <a:gd name="connsiteY31" fmla="*/ 1624718 h 1635893"/>
                    <a:gd name="connsiteX32" fmla="*/ 259020 w 1606362"/>
                    <a:gd name="connsiteY32" fmla="*/ 1629417 h 1635893"/>
                    <a:gd name="connsiteX33" fmla="*/ 323409 w 1606362"/>
                    <a:gd name="connsiteY33" fmla="*/ 1250068 h 1635893"/>
                    <a:gd name="connsiteX34" fmla="*/ 305629 w 1606362"/>
                    <a:gd name="connsiteY34" fmla="*/ 1166248 h 1635893"/>
                    <a:gd name="connsiteX35" fmla="*/ 229556 w 1606362"/>
                    <a:gd name="connsiteY35" fmla="*/ 1192410 h 1635893"/>
                    <a:gd name="connsiteX36" fmla="*/ 18228 w 1606362"/>
                    <a:gd name="connsiteY36" fmla="*/ 1623575 h 1635893"/>
                    <a:gd name="connsiteX37" fmla="*/ 2099 w 1606362"/>
                    <a:gd name="connsiteY37" fmla="*/ 1635894 h 1635893"/>
                    <a:gd name="connsiteX38" fmla="*/ 17212 w 1606362"/>
                    <a:gd name="connsiteY38" fmla="*/ 1539628 h 1635893"/>
                    <a:gd name="connsiteX39" fmla="*/ 107001 w 1606362"/>
                    <a:gd name="connsiteY39" fmla="*/ 1318648 h 1635893"/>
                    <a:gd name="connsiteX40" fmla="*/ 216983 w 1606362"/>
                    <a:gd name="connsiteY40" fmla="*/ 1168153 h 1635893"/>
                    <a:gd name="connsiteX41" fmla="*/ 304867 w 1606362"/>
                    <a:gd name="connsiteY41" fmla="*/ 1066553 h 1635893"/>
                    <a:gd name="connsiteX42" fmla="*/ 391481 w 1606362"/>
                    <a:gd name="connsiteY42" fmla="*/ 1032390 h 1635893"/>
                    <a:gd name="connsiteX43" fmla="*/ 252924 w 1606362"/>
                    <a:gd name="connsiteY43" fmla="*/ 952253 h 1635893"/>
                    <a:gd name="connsiteX44" fmla="*/ 138243 w 1606362"/>
                    <a:gd name="connsiteY44" fmla="*/ 837064 h 1635893"/>
                    <a:gd name="connsiteX45" fmla="*/ 83633 w 1606362"/>
                    <a:gd name="connsiteY45" fmla="*/ 754514 h 1635893"/>
                    <a:gd name="connsiteX46" fmla="*/ 139767 w 1606362"/>
                    <a:gd name="connsiteY46" fmla="*/ 520707 h 1635893"/>
                    <a:gd name="connsiteX47" fmla="*/ 413198 w 1606362"/>
                    <a:gd name="connsiteY47" fmla="*/ 274200 h 1635893"/>
                    <a:gd name="connsiteX48" fmla="*/ 730698 w 1606362"/>
                    <a:gd name="connsiteY48" fmla="*/ 270898 h 1635893"/>
                    <a:gd name="connsiteX49" fmla="*/ 944058 w 1606362"/>
                    <a:gd name="connsiteY49" fmla="*/ 397009 h 1635893"/>
                    <a:gd name="connsiteX50" fmla="*/ 1076900 w 1606362"/>
                    <a:gd name="connsiteY50" fmla="*/ 110878 h 1635893"/>
                    <a:gd name="connsiteX51" fmla="*/ 971617 w 1606362"/>
                    <a:gd name="connsiteY51" fmla="*/ 432950 h 1635893"/>
                    <a:gd name="connsiteX52" fmla="*/ 1070423 w 1606362"/>
                    <a:gd name="connsiteY52" fmla="*/ 588017 h 1635893"/>
                    <a:gd name="connsiteX53" fmla="*/ 1107507 w 1606362"/>
                    <a:gd name="connsiteY53" fmla="*/ 692030 h 1635893"/>
                    <a:gd name="connsiteX54" fmla="*/ 1543879 w 1606362"/>
                    <a:gd name="connsiteY54" fmla="*/ 155963 h 1635893"/>
                    <a:gd name="connsiteX55" fmla="*/ 1261939 w 1606362"/>
                    <a:gd name="connsiteY55" fmla="*/ 27312 h 1635893"/>
                    <a:gd name="connsiteX56" fmla="*/ 1076900 w 1606362"/>
                    <a:gd name="connsiteY56" fmla="*/ 110878 h 1635893"/>
                    <a:gd name="connsiteX57" fmla="*/ 175327 w 1606362"/>
                    <a:gd name="connsiteY57" fmla="*/ 504578 h 1635893"/>
                    <a:gd name="connsiteX58" fmla="*/ 227270 w 1606362"/>
                    <a:gd name="connsiteY58" fmla="*/ 521723 h 1635893"/>
                    <a:gd name="connsiteX59" fmla="*/ 284801 w 1606362"/>
                    <a:gd name="connsiteY59" fmla="*/ 676663 h 1635893"/>
                    <a:gd name="connsiteX60" fmla="*/ 256607 w 1606362"/>
                    <a:gd name="connsiteY60" fmla="*/ 816998 h 1635893"/>
                    <a:gd name="connsiteX61" fmla="*/ 204283 w 1606362"/>
                    <a:gd name="connsiteY61" fmla="*/ 863734 h 1635893"/>
                    <a:gd name="connsiteX62" fmla="*/ 615128 w 1606362"/>
                    <a:gd name="connsiteY62" fmla="*/ 1040010 h 1635893"/>
                    <a:gd name="connsiteX63" fmla="*/ 979491 w 1606362"/>
                    <a:gd name="connsiteY63" fmla="*/ 867671 h 1635893"/>
                    <a:gd name="connsiteX64" fmla="*/ 1018353 w 1606362"/>
                    <a:gd name="connsiteY64" fmla="*/ 573666 h 1635893"/>
                    <a:gd name="connsiteX65" fmla="*/ 672151 w 1606362"/>
                    <a:gd name="connsiteY65" fmla="*/ 284741 h 1635893"/>
                    <a:gd name="connsiteX66" fmla="*/ 175327 w 1606362"/>
                    <a:gd name="connsiteY66" fmla="*/ 504578 h 1635893"/>
                    <a:gd name="connsiteX67" fmla="*/ 159833 w 1606362"/>
                    <a:gd name="connsiteY67" fmla="*/ 539884 h 1635893"/>
                    <a:gd name="connsiteX68" fmla="*/ 104588 w 1606362"/>
                    <a:gd name="connsiteY68" fmla="*/ 728098 h 1635893"/>
                    <a:gd name="connsiteX69" fmla="*/ 197679 w 1606362"/>
                    <a:gd name="connsiteY69" fmla="*/ 834143 h 1635893"/>
                    <a:gd name="connsiteX70" fmla="*/ 250892 w 1606362"/>
                    <a:gd name="connsiteY70" fmla="*/ 752355 h 1635893"/>
                    <a:gd name="connsiteX71" fmla="*/ 234636 w 1606362"/>
                    <a:gd name="connsiteY71" fmla="*/ 576587 h 1635893"/>
                    <a:gd name="connsiteX72" fmla="*/ 159833 w 1606362"/>
                    <a:gd name="connsiteY72" fmla="*/ 539884 h 1635893"/>
                    <a:gd name="connsiteX73" fmla="*/ 1052135 w 1606362"/>
                    <a:gd name="connsiteY73" fmla="*/ 598050 h 1635893"/>
                    <a:gd name="connsiteX74" fmla="*/ 1041086 w 1606362"/>
                    <a:gd name="connsiteY74" fmla="*/ 807092 h 1635893"/>
                    <a:gd name="connsiteX75" fmla="*/ 1052135 w 1606362"/>
                    <a:gd name="connsiteY75" fmla="*/ 598050 h 1635893"/>
                    <a:gd name="connsiteX76" fmla="*/ 441011 w 1606362"/>
                    <a:gd name="connsiteY76" fmla="*/ 1044963 h 1635893"/>
                    <a:gd name="connsiteX77" fmla="*/ 658816 w 1606362"/>
                    <a:gd name="connsiteY77" fmla="*/ 1078618 h 1635893"/>
                    <a:gd name="connsiteX78" fmla="*/ 569154 w 1606362"/>
                    <a:gd name="connsiteY78" fmla="*/ 1062616 h 1635893"/>
                    <a:gd name="connsiteX79" fmla="*/ 441011 w 1606362"/>
                    <a:gd name="connsiteY79" fmla="*/ 1044963 h 1635893"/>
                    <a:gd name="connsiteX80" fmla="*/ 303597 w 1606362"/>
                    <a:gd name="connsiteY80" fmla="*/ 1095509 h 1635893"/>
                    <a:gd name="connsiteX81" fmla="*/ 288992 w 1606362"/>
                    <a:gd name="connsiteY81" fmla="*/ 1125100 h 1635893"/>
                    <a:gd name="connsiteX82" fmla="*/ 345380 w 1606362"/>
                    <a:gd name="connsiteY82" fmla="*/ 1175519 h 1635893"/>
                    <a:gd name="connsiteX83" fmla="*/ 332934 w 1606362"/>
                    <a:gd name="connsiteY83" fmla="*/ 1333380 h 1635893"/>
                    <a:gd name="connsiteX84" fmla="*/ 384369 w 1606362"/>
                    <a:gd name="connsiteY84" fmla="*/ 1261879 h 1635893"/>
                    <a:gd name="connsiteX85" fmla="*/ 303597 w 1606362"/>
                    <a:gd name="connsiteY85" fmla="*/ 1095509 h 1635893"/>
                    <a:gd name="connsiteX86" fmla="*/ 1154370 w 1606362"/>
                    <a:gd name="connsiteY86" fmla="*/ 1214635 h 1635893"/>
                    <a:gd name="connsiteX87" fmla="*/ 1130875 w 1606362"/>
                    <a:gd name="connsiteY87" fmla="*/ 1407675 h 1635893"/>
                    <a:gd name="connsiteX88" fmla="*/ 1261431 w 1606362"/>
                    <a:gd name="connsiteY88" fmla="*/ 1463301 h 1635893"/>
                    <a:gd name="connsiteX89" fmla="*/ 1374969 w 1606362"/>
                    <a:gd name="connsiteY89" fmla="*/ 1474731 h 1635893"/>
                    <a:gd name="connsiteX90" fmla="*/ 1357316 w 1606362"/>
                    <a:gd name="connsiteY90" fmla="*/ 1446029 h 1635893"/>
                    <a:gd name="connsiteX91" fmla="*/ 1258637 w 1606362"/>
                    <a:gd name="connsiteY91" fmla="*/ 1386466 h 1635893"/>
                    <a:gd name="connsiteX92" fmla="*/ 1445581 w 1606362"/>
                    <a:gd name="connsiteY92" fmla="*/ 1429773 h 1635893"/>
                    <a:gd name="connsiteX93" fmla="*/ 1403163 w 1606362"/>
                    <a:gd name="connsiteY93" fmla="*/ 1377195 h 1635893"/>
                    <a:gd name="connsiteX94" fmla="*/ 1296229 w 1606362"/>
                    <a:gd name="connsiteY94" fmla="*/ 1332237 h 1635893"/>
                    <a:gd name="connsiteX95" fmla="*/ 1489269 w 1606362"/>
                    <a:gd name="connsiteY95" fmla="*/ 1359923 h 1635893"/>
                    <a:gd name="connsiteX96" fmla="*/ 1491174 w 1606362"/>
                    <a:gd name="connsiteY96" fmla="*/ 1340111 h 1635893"/>
                    <a:gd name="connsiteX97" fmla="*/ 1235269 w 1606362"/>
                    <a:gd name="connsiteY97" fmla="*/ 1248163 h 1635893"/>
                    <a:gd name="connsiteX98" fmla="*/ 1341060 w 1606362"/>
                    <a:gd name="connsiteY98" fmla="*/ 1171709 h 1635893"/>
                    <a:gd name="connsiteX99" fmla="*/ 1301944 w 1606362"/>
                    <a:gd name="connsiteY99" fmla="*/ 1132720 h 1635893"/>
                    <a:gd name="connsiteX100" fmla="*/ 1154370 w 1606362"/>
                    <a:gd name="connsiteY100" fmla="*/ 1214635 h 1635893"/>
                    <a:gd name="connsiteX101" fmla="*/ 857063 w 1606362"/>
                    <a:gd name="connsiteY101" fmla="*/ 1181488 h 1635893"/>
                    <a:gd name="connsiteX102" fmla="*/ 878272 w 1606362"/>
                    <a:gd name="connsiteY102" fmla="*/ 1300868 h 1635893"/>
                    <a:gd name="connsiteX103" fmla="*/ 905704 w 1606362"/>
                    <a:gd name="connsiteY103" fmla="*/ 1540771 h 1635893"/>
                    <a:gd name="connsiteX104" fmla="*/ 1188660 w 1606362"/>
                    <a:gd name="connsiteY104" fmla="*/ 1474350 h 1635893"/>
                    <a:gd name="connsiteX105" fmla="*/ 1073344 w 1606362"/>
                    <a:gd name="connsiteY105" fmla="*/ 1300233 h 1635893"/>
                    <a:gd name="connsiteX106" fmla="*/ 973522 w 1606362"/>
                    <a:gd name="connsiteY106" fmla="*/ 1438155 h 1635893"/>
                    <a:gd name="connsiteX107" fmla="*/ 945201 w 1606362"/>
                    <a:gd name="connsiteY107" fmla="*/ 1487558 h 1635893"/>
                    <a:gd name="connsiteX108" fmla="*/ 974665 w 1606362"/>
                    <a:gd name="connsiteY108" fmla="*/ 1366781 h 1635893"/>
                    <a:gd name="connsiteX109" fmla="*/ 857063 w 1606362"/>
                    <a:gd name="connsiteY109" fmla="*/ 1181488 h 1635893"/>
                    <a:gd name="connsiteX0" fmla="*/ 1014924 w 1543880"/>
                    <a:gd name="connsiteY0" fmla="*/ 136948 h 1635803"/>
                    <a:gd name="connsiteX1" fmla="*/ 1288609 w 1543880"/>
                    <a:gd name="connsiteY1" fmla="*/ 42 h 1635803"/>
                    <a:gd name="connsiteX2" fmla="*/ 1100903 w 1543880"/>
                    <a:gd name="connsiteY2" fmla="*/ 724323 h 1635803"/>
                    <a:gd name="connsiteX3" fmla="*/ 1075122 w 1543880"/>
                    <a:gd name="connsiteY3" fmla="*/ 806746 h 1635803"/>
                    <a:gd name="connsiteX4" fmla="*/ 994858 w 1543880"/>
                    <a:gd name="connsiteY4" fmla="*/ 891074 h 1635803"/>
                    <a:gd name="connsiteX5" fmla="*/ 900370 w 1543880"/>
                    <a:gd name="connsiteY5" fmla="*/ 986070 h 1635803"/>
                    <a:gd name="connsiteX6" fmla="*/ 765623 w 1543880"/>
                    <a:gd name="connsiteY6" fmla="*/ 1048300 h 1635803"/>
                    <a:gd name="connsiteX7" fmla="*/ 993715 w 1543880"/>
                    <a:gd name="connsiteY7" fmla="*/ 1351449 h 1635803"/>
                    <a:gd name="connsiteX8" fmla="*/ 1109666 w 1543880"/>
                    <a:gd name="connsiteY8" fmla="*/ 1221528 h 1635803"/>
                    <a:gd name="connsiteX9" fmla="*/ 1283275 w 1543880"/>
                    <a:gd name="connsiteY9" fmla="*/ 1110911 h 1635803"/>
                    <a:gd name="connsiteX10" fmla="*/ 1372810 w 1543880"/>
                    <a:gd name="connsiteY10" fmla="*/ 1159044 h 1635803"/>
                    <a:gd name="connsiteX11" fmla="*/ 1290260 w 1543880"/>
                    <a:gd name="connsiteY11" fmla="*/ 1244261 h 1635803"/>
                    <a:gd name="connsiteX12" fmla="*/ 1514796 w 1543880"/>
                    <a:gd name="connsiteY12" fmla="*/ 1325541 h 1635803"/>
                    <a:gd name="connsiteX13" fmla="*/ 1460440 w 1543880"/>
                    <a:gd name="connsiteY13" fmla="*/ 1390565 h 1635803"/>
                    <a:gd name="connsiteX14" fmla="*/ 1460821 w 1543880"/>
                    <a:gd name="connsiteY14" fmla="*/ 1438698 h 1635803"/>
                    <a:gd name="connsiteX15" fmla="*/ 1403163 w 1543880"/>
                    <a:gd name="connsiteY15" fmla="*/ 1459907 h 1635803"/>
                    <a:gd name="connsiteX16" fmla="*/ 1396686 w 1543880"/>
                    <a:gd name="connsiteY16" fmla="*/ 1490260 h 1635803"/>
                    <a:gd name="connsiteX17" fmla="*/ 1222569 w 1543880"/>
                    <a:gd name="connsiteY17" fmla="*/ 1482132 h 1635803"/>
                    <a:gd name="connsiteX18" fmla="*/ 1041340 w 1543880"/>
                    <a:gd name="connsiteY18" fmla="*/ 1583351 h 1635803"/>
                    <a:gd name="connsiteX19" fmla="*/ 907228 w 1543880"/>
                    <a:gd name="connsiteY19" fmla="*/ 1570270 h 1635803"/>
                    <a:gd name="connsiteX20" fmla="*/ 909260 w 1543880"/>
                    <a:gd name="connsiteY20" fmla="*/ 1626150 h 1635803"/>
                    <a:gd name="connsiteX21" fmla="*/ 884622 w 1543880"/>
                    <a:gd name="connsiteY21" fmla="*/ 1624626 h 1635803"/>
                    <a:gd name="connsiteX22" fmla="*/ 878780 w 1543880"/>
                    <a:gd name="connsiteY22" fmla="*/ 1550204 h 1635803"/>
                    <a:gd name="connsiteX23" fmla="*/ 820106 w 1543880"/>
                    <a:gd name="connsiteY23" fmla="*/ 1144566 h 1635803"/>
                    <a:gd name="connsiteX24" fmla="*/ 747208 w 1543880"/>
                    <a:gd name="connsiteY24" fmla="*/ 1071795 h 1635803"/>
                    <a:gd name="connsiteX25" fmla="*/ 424882 w 1543880"/>
                    <a:gd name="connsiteY25" fmla="*/ 1070144 h 1635803"/>
                    <a:gd name="connsiteX26" fmla="*/ 337125 w 1543880"/>
                    <a:gd name="connsiteY26" fmla="*/ 1072303 h 1635803"/>
                    <a:gd name="connsiteX27" fmla="*/ 407610 w 1543880"/>
                    <a:gd name="connsiteY27" fmla="*/ 1284139 h 1635803"/>
                    <a:gd name="connsiteX28" fmla="*/ 322774 w 1543880"/>
                    <a:gd name="connsiteY28" fmla="*/ 1363260 h 1635803"/>
                    <a:gd name="connsiteX29" fmla="*/ 288357 w 1543880"/>
                    <a:gd name="connsiteY29" fmla="*/ 1588558 h 1635803"/>
                    <a:gd name="connsiteX30" fmla="*/ 283023 w 1543880"/>
                    <a:gd name="connsiteY30" fmla="*/ 1624626 h 1635803"/>
                    <a:gd name="connsiteX31" fmla="*/ 259020 w 1543880"/>
                    <a:gd name="connsiteY31" fmla="*/ 1629325 h 1635803"/>
                    <a:gd name="connsiteX32" fmla="*/ 323409 w 1543880"/>
                    <a:gd name="connsiteY32" fmla="*/ 1249976 h 1635803"/>
                    <a:gd name="connsiteX33" fmla="*/ 305629 w 1543880"/>
                    <a:gd name="connsiteY33" fmla="*/ 1166156 h 1635803"/>
                    <a:gd name="connsiteX34" fmla="*/ 229556 w 1543880"/>
                    <a:gd name="connsiteY34" fmla="*/ 1192318 h 1635803"/>
                    <a:gd name="connsiteX35" fmla="*/ 18228 w 1543880"/>
                    <a:gd name="connsiteY35" fmla="*/ 1623483 h 1635803"/>
                    <a:gd name="connsiteX36" fmla="*/ 2099 w 1543880"/>
                    <a:gd name="connsiteY36" fmla="*/ 1635802 h 1635803"/>
                    <a:gd name="connsiteX37" fmla="*/ 17212 w 1543880"/>
                    <a:gd name="connsiteY37" fmla="*/ 1539536 h 1635803"/>
                    <a:gd name="connsiteX38" fmla="*/ 107001 w 1543880"/>
                    <a:gd name="connsiteY38" fmla="*/ 1318556 h 1635803"/>
                    <a:gd name="connsiteX39" fmla="*/ 216983 w 1543880"/>
                    <a:gd name="connsiteY39" fmla="*/ 1168061 h 1635803"/>
                    <a:gd name="connsiteX40" fmla="*/ 304867 w 1543880"/>
                    <a:gd name="connsiteY40" fmla="*/ 1066461 h 1635803"/>
                    <a:gd name="connsiteX41" fmla="*/ 391481 w 1543880"/>
                    <a:gd name="connsiteY41" fmla="*/ 1032298 h 1635803"/>
                    <a:gd name="connsiteX42" fmla="*/ 252924 w 1543880"/>
                    <a:gd name="connsiteY42" fmla="*/ 952161 h 1635803"/>
                    <a:gd name="connsiteX43" fmla="*/ 138243 w 1543880"/>
                    <a:gd name="connsiteY43" fmla="*/ 836972 h 1635803"/>
                    <a:gd name="connsiteX44" fmla="*/ 83633 w 1543880"/>
                    <a:gd name="connsiteY44" fmla="*/ 754422 h 1635803"/>
                    <a:gd name="connsiteX45" fmla="*/ 139767 w 1543880"/>
                    <a:gd name="connsiteY45" fmla="*/ 520615 h 1635803"/>
                    <a:gd name="connsiteX46" fmla="*/ 413198 w 1543880"/>
                    <a:gd name="connsiteY46" fmla="*/ 274108 h 1635803"/>
                    <a:gd name="connsiteX47" fmla="*/ 730698 w 1543880"/>
                    <a:gd name="connsiteY47" fmla="*/ 270806 h 1635803"/>
                    <a:gd name="connsiteX48" fmla="*/ 944058 w 1543880"/>
                    <a:gd name="connsiteY48" fmla="*/ 396917 h 1635803"/>
                    <a:gd name="connsiteX49" fmla="*/ 1076900 w 1543880"/>
                    <a:gd name="connsiteY49" fmla="*/ 110786 h 1635803"/>
                    <a:gd name="connsiteX50" fmla="*/ 971617 w 1543880"/>
                    <a:gd name="connsiteY50" fmla="*/ 432858 h 1635803"/>
                    <a:gd name="connsiteX51" fmla="*/ 1070423 w 1543880"/>
                    <a:gd name="connsiteY51" fmla="*/ 587925 h 1635803"/>
                    <a:gd name="connsiteX52" fmla="*/ 1107507 w 1543880"/>
                    <a:gd name="connsiteY52" fmla="*/ 691938 h 1635803"/>
                    <a:gd name="connsiteX53" fmla="*/ 1543879 w 1543880"/>
                    <a:gd name="connsiteY53" fmla="*/ 155871 h 1635803"/>
                    <a:gd name="connsiteX54" fmla="*/ 1261939 w 1543880"/>
                    <a:gd name="connsiteY54" fmla="*/ 27220 h 1635803"/>
                    <a:gd name="connsiteX55" fmla="*/ 1076900 w 1543880"/>
                    <a:gd name="connsiteY55" fmla="*/ 110786 h 1635803"/>
                    <a:gd name="connsiteX56" fmla="*/ 175327 w 1543880"/>
                    <a:gd name="connsiteY56" fmla="*/ 504486 h 1635803"/>
                    <a:gd name="connsiteX57" fmla="*/ 227270 w 1543880"/>
                    <a:gd name="connsiteY57" fmla="*/ 521631 h 1635803"/>
                    <a:gd name="connsiteX58" fmla="*/ 284801 w 1543880"/>
                    <a:gd name="connsiteY58" fmla="*/ 676571 h 1635803"/>
                    <a:gd name="connsiteX59" fmla="*/ 256607 w 1543880"/>
                    <a:gd name="connsiteY59" fmla="*/ 816906 h 1635803"/>
                    <a:gd name="connsiteX60" fmla="*/ 204283 w 1543880"/>
                    <a:gd name="connsiteY60" fmla="*/ 863642 h 1635803"/>
                    <a:gd name="connsiteX61" fmla="*/ 615128 w 1543880"/>
                    <a:gd name="connsiteY61" fmla="*/ 1039918 h 1635803"/>
                    <a:gd name="connsiteX62" fmla="*/ 979491 w 1543880"/>
                    <a:gd name="connsiteY62" fmla="*/ 867579 h 1635803"/>
                    <a:gd name="connsiteX63" fmla="*/ 1018353 w 1543880"/>
                    <a:gd name="connsiteY63" fmla="*/ 573574 h 1635803"/>
                    <a:gd name="connsiteX64" fmla="*/ 672151 w 1543880"/>
                    <a:gd name="connsiteY64" fmla="*/ 284649 h 1635803"/>
                    <a:gd name="connsiteX65" fmla="*/ 175327 w 1543880"/>
                    <a:gd name="connsiteY65" fmla="*/ 504486 h 1635803"/>
                    <a:gd name="connsiteX66" fmla="*/ 159833 w 1543880"/>
                    <a:gd name="connsiteY66" fmla="*/ 539792 h 1635803"/>
                    <a:gd name="connsiteX67" fmla="*/ 104588 w 1543880"/>
                    <a:gd name="connsiteY67" fmla="*/ 728006 h 1635803"/>
                    <a:gd name="connsiteX68" fmla="*/ 197679 w 1543880"/>
                    <a:gd name="connsiteY68" fmla="*/ 834051 h 1635803"/>
                    <a:gd name="connsiteX69" fmla="*/ 250892 w 1543880"/>
                    <a:gd name="connsiteY69" fmla="*/ 752263 h 1635803"/>
                    <a:gd name="connsiteX70" fmla="*/ 234636 w 1543880"/>
                    <a:gd name="connsiteY70" fmla="*/ 576495 h 1635803"/>
                    <a:gd name="connsiteX71" fmla="*/ 159833 w 1543880"/>
                    <a:gd name="connsiteY71" fmla="*/ 539792 h 1635803"/>
                    <a:gd name="connsiteX72" fmla="*/ 1052135 w 1543880"/>
                    <a:gd name="connsiteY72" fmla="*/ 597958 h 1635803"/>
                    <a:gd name="connsiteX73" fmla="*/ 1041086 w 1543880"/>
                    <a:gd name="connsiteY73" fmla="*/ 807000 h 1635803"/>
                    <a:gd name="connsiteX74" fmla="*/ 1052135 w 1543880"/>
                    <a:gd name="connsiteY74" fmla="*/ 597958 h 1635803"/>
                    <a:gd name="connsiteX75" fmla="*/ 441011 w 1543880"/>
                    <a:gd name="connsiteY75" fmla="*/ 1044871 h 1635803"/>
                    <a:gd name="connsiteX76" fmla="*/ 658816 w 1543880"/>
                    <a:gd name="connsiteY76" fmla="*/ 1078526 h 1635803"/>
                    <a:gd name="connsiteX77" fmla="*/ 569154 w 1543880"/>
                    <a:gd name="connsiteY77" fmla="*/ 1062524 h 1635803"/>
                    <a:gd name="connsiteX78" fmla="*/ 441011 w 1543880"/>
                    <a:gd name="connsiteY78" fmla="*/ 1044871 h 1635803"/>
                    <a:gd name="connsiteX79" fmla="*/ 303597 w 1543880"/>
                    <a:gd name="connsiteY79" fmla="*/ 1095417 h 1635803"/>
                    <a:gd name="connsiteX80" fmla="*/ 288992 w 1543880"/>
                    <a:gd name="connsiteY80" fmla="*/ 1125008 h 1635803"/>
                    <a:gd name="connsiteX81" fmla="*/ 345380 w 1543880"/>
                    <a:gd name="connsiteY81" fmla="*/ 1175427 h 1635803"/>
                    <a:gd name="connsiteX82" fmla="*/ 332934 w 1543880"/>
                    <a:gd name="connsiteY82" fmla="*/ 1333288 h 1635803"/>
                    <a:gd name="connsiteX83" fmla="*/ 384369 w 1543880"/>
                    <a:gd name="connsiteY83" fmla="*/ 1261787 h 1635803"/>
                    <a:gd name="connsiteX84" fmla="*/ 303597 w 1543880"/>
                    <a:gd name="connsiteY84" fmla="*/ 1095417 h 1635803"/>
                    <a:gd name="connsiteX85" fmla="*/ 1154370 w 1543880"/>
                    <a:gd name="connsiteY85" fmla="*/ 1214543 h 1635803"/>
                    <a:gd name="connsiteX86" fmla="*/ 1130875 w 1543880"/>
                    <a:gd name="connsiteY86" fmla="*/ 1407583 h 1635803"/>
                    <a:gd name="connsiteX87" fmla="*/ 1261431 w 1543880"/>
                    <a:gd name="connsiteY87" fmla="*/ 1463209 h 1635803"/>
                    <a:gd name="connsiteX88" fmla="*/ 1374969 w 1543880"/>
                    <a:gd name="connsiteY88" fmla="*/ 1474639 h 1635803"/>
                    <a:gd name="connsiteX89" fmla="*/ 1357316 w 1543880"/>
                    <a:gd name="connsiteY89" fmla="*/ 1445937 h 1635803"/>
                    <a:gd name="connsiteX90" fmla="*/ 1258637 w 1543880"/>
                    <a:gd name="connsiteY90" fmla="*/ 1386374 h 1635803"/>
                    <a:gd name="connsiteX91" fmla="*/ 1445581 w 1543880"/>
                    <a:gd name="connsiteY91" fmla="*/ 1429681 h 1635803"/>
                    <a:gd name="connsiteX92" fmla="*/ 1403163 w 1543880"/>
                    <a:gd name="connsiteY92" fmla="*/ 1377103 h 1635803"/>
                    <a:gd name="connsiteX93" fmla="*/ 1296229 w 1543880"/>
                    <a:gd name="connsiteY93" fmla="*/ 1332145 h 1635803"/>
                    <a:gd name="connsiteX94" fmla="*/ 1489269 w 1543880"/>
                    <a:gd name="connsiteY94" fmla="*/ 1359831 h 1635803"/>
                    <a:gd name="connsiteX95" fmla="*/ 1491174 w 1543880"/>
                    <a:gd name="connsiteY95" fmla="*/ 1340019 h 1635803"/>
                    <a:gd name="connsiteX96" fmla="*/ 1235269 w 1543880"/>
                    <a:gd name="connsiteY96" fmla="*/ 1248071 h 1635803"/>
                    <a:gd name="connsiteX97" fmla="*/ 1341060 w 1543880"/>
                    <a:gd name="connsiteY97" fmla="*/ 1171617 h 1635803"/>
                    <a:gd name="connsiteX98" fmla="*/ 1301944 w 1543880"/>
                    <a:gd name="connsiteY98" fmla="*/ 1132628 h 1635803"/>
                    <a:gd name="connsiteX99" fmla="*/ 1154370 w 1543880"/>
                    <a:gd name="connsiteY99" fmla="*/ 1214543 h 1635803"/>
                    <a:gd name="connsiteX100" fmla="*/ 857063 w 1543880"/>
                    <a:gd name="connsiteY100" fmla="*/ 1181396 h 1635803"/>
                    <a:gd name="connsiteX101" fmla="*/ 878272 w 1543880"/>
                    <a:gd name="connsiteY101" fmla="*/ 1300776 h 1635803"/>
                    <a:gd name="connsiteX102" fmla="*/ 905704 w 1543880"/>
                    <a:gd name="connsiteY102" fmla="*/ 1540679 h 1635803"/>
                    <a:gd name="connsiteX103" fmla="*/ 1188660 w 1543880"/>
                    <a:gd name="connsiteY103" fmla="*/ 1474258 h 1635803"/>
                    <a:gd name="connsiteX104" fmla="*/ 1073344 w 1543880"/>
                    <a:gd name="connsiteY104" fmla="*/ 1300141 h 1635803"/>
                    <a:gd name="connsiteX105" fmla="*/ 973522 w 1543880"/>
                    <a:gd name="connsiteY105" fmla="*/ 1438063 h 1635803"/>
                    <a:gd name="connsiteX106" fmla="*/ 945201 w 1543880"/>
                    <a:gd name="connsiteY106" fmla="*/ 1487466 h 1635803"/>
                    <a:gd name="connsiteX107" fmla="*/ 974665 w 1543880"/>
                    <a:gd name="connsiteY107" fmla="*/ 1366689 h 1635803"/>
                    <a:gd name="connsiteX108" fmla="*/ 857063 w 1543880"/>
                    <a:gd name="connsiteY108" fmla="*/ 1181396 h 1635803"/>
                    <a:gd name="connsiteX0" fmla="*/ 1014924 w 1522114"/>
                    <a:gd name="connsiteY0" fmla="*/ 143988 h 1642841"/>
                    <a:gd name="connsiteX1" fmla="*/ 1288609 w 1522114"/>
                    <a:gd name="connsiteY1" fmla="*/ 7082 h 1642841"/>
                    <a:gd name="connsiteX2" fmla="*/ 1100903 w 1522114"/>
                    <a:gd name="connsiteY2" fmla="*/ 731363 h 1642841"/>
                    <a:gd name="connsiteX3" fmla="*/ 1075122 w 1522114"/>
                    <a:gd name="connsiteY3" fmla="*/ 813786 h 1642841"/>
                    <a:gd name="connsiteX4" fmla="*/ 994858 w 1522114"/>
                    <a:gd name="connsiteY4" fmla="*/ 898114 h 1642841"/>
                    <a:gd name="connsiteX5" fmla="*/ 900370 w 1522114"/>
                    <a:gd name="connsiteY5" fmla="*/ 993110 h 1642841"/>
                    <a:gd name="connsiteX6" fmla="*/ 765623 w 1522114"/>
                    <a:gd name="connsiteY6" fmla="*/ 1055340 h 1642841"/>
                    <a:gd name="connsiteX7" fmla="*/ 993715 w 1522114"/>
                    <a:gd name="connsiteY7" fmla="*/ 1358489 h 1642841"/>
                    <a:gd name="connsiteX8" fmla="*/ 1109666 w 1522114"/>
                    <a:gd name="connsiteY8" fmla="*/ 1228568 h 1642841"/>
                    <a:gd name="connsiteX9" fmla="*/ 1283275 w 1522114"/>
                    <a:gd name="connsiteY9" fmla="*/ 1117951 h 1642841"/>
                    <a:gd name="connsiteX10" fmla="*/ 1372810 w 1522114"/>
                    <a:gd name="connsiteY10" fmla="*/ 1166084 h 1642841"/>
                    <a:gd name="connsiteX11" fmla="*/ 1290260 w 1522114"/>
                    <a:gd name="connsiteY11" fmla="*/ 1251301 h 1642841"/>
                    <a:gd name="connsiteX12" fmla="*/ 1514796 w 1522114"/>
                    <a:gd name="connsiteY12" fmla="*/ 1332581 h 1642841"/>
                    <a:gd name="connsiteX13" fmla="*/ 1460440 w 1522114"/>
                    <a:gd name="connsiteY13" fmla="*/ 1397605 h 1642841"/>
                    <a:gd name="connsiteX14" fmla="*/ 1460821 w 1522114"/>
                    <a:gd name="connsiteY14" fmla="*/ 1445738 h 1642841"/>
                    <a:gd name="connsiteX15" fmla="*/ 1403163 w 1522114"/>
                    <a:gd name="connsiteY15" fmla="*/ 1466947 h 1642841"/>
                    <a:gd name="connsiteX16" fmla="*/ 1396686 w 1522114"/>
                    <a:gd name="connsiteY16" fmla="*/ 1497300 h 1642841"/>
                    <a:gd name="connsiteX17" fmla="*/ 1222569 w 1522114"/>
                    <a:gd name="connsiteY17" fmla="*/ 1489172 h 1642841"/>
                    <a:gd name="connsiteX18" fmla="*/ 1041340 w 1522114"/>
                    <a:gd name="connsiteY18" fmla="*/ 1590391 h 1642841"/>
                    <a:gd name="connsiteX19" fmla="*/ 907228 w 1522114"/>
                    <a:gd name="connsiteY19" fmla="*/ 1577310 h 1642841"/>
                    <a:gd name="connsiteX20" fmla="*/ 909260 w 1522114"/>
                    <a:gd name="connsiteY20" fmla="*/ 1633190 h 1642841"/>
                    <a:gd name="connsiteX21" fmla="*/ 884622 w 1522114"/>
                    <a:gd name="connsiteY21" fmla="*/ 1631666 h 1642841"/>
                    <a:gd name="connsiteX22" fmla="*/ 878780 w 1522114"/>
                    <a:gd name="connsiteY22" fmla="*/ 1557244 h 1642841"/>
                    <a:gd name="connsiteX23" fmla="*/ 820106 w 1522114"/>
                    <a:gd name="connsiteY23" fmla="*/ 1151606 h 1642841"/>
                    <a:gd name="connsiteX24" fmla="*/ 747208 w 1522114"/>
                    <a:gd name="connsiteY24" fmla="*/ 1078835 h 1642841"/>
                    <a:gd name="connsiteX25" fmla="*/ 424882 w 1522114"/>
                    <a:gd name="connsiteY25" fmla="*/ 1077184 h 1642841"/>
                    <a:gd name="connsiteX26" fmla="*/ 337125 w 1522114"/>
                    <a:gd name="connsiteY26" fmla="*/ 1079343 h 1642841"/>
                    <a:gd name="connsiteX27" fmla="*/ 407610 w 1522114"/>
                    <a:gd name="connsiteY27" fmla="*/ 1291179 h 1642841"/>
                    <a:gd name="connsiteX28" fmla="*/ 322774 w 1522114"/>
                    <a:gd name="connsiteY28" fmla="*/ 1370300 h 1642841"/>
                    <a:gd name="connsiteX29" fmla="*/ 288357 w 1522114"/>
                    <a:gd name="connsiteY29" fmla="*/ 1595598 h 1642841"/>
                    <a:gd name="connsiteX30" fmla="*/ 283023 w 1522114"/>
                    <a:gd name="connsiteY30" fmla="*/ 1631666 h 1642841"/>
                    <a:gd name="connsiteX31" fmla="*/ 259020 w 1522114"/>
                    <a:gd name="connsiteY31" fmla="*/ 1636365 h 1642841"/>
                    <a:gd name="connsiteX32" fmla="*/ 323409 w 1522114"/>
                    <a:gd name="connsiteY32" fmla="*/ 1257016 h 1642841"/>
                    <a:gd name="connsiteX33" fmla="*/ 305629 w 1522114"/>
                    <a:gd name="connsiteY33" fmla="*/ 1173196 h 1642841"/>
                    <a:gd name="connsiteX34" fmla="*/ 229556 w 1522114"/>
                    <a:gd name="connsiteY34" fmla="*/ 1199358 h 1642841"/>
                    <a:gd name="connsiteX35" fmla="*/ 18228 w 1522114"/>
                    <a:gd name="connsiteY35" fmla="*/ 1630523 h 1642841"/>
                    <a:gd name="connsiteX36" fmla="*/ 2099 w 1522114"/>
                    <a:gd name="connsiteY36" fmla="*/ 1642842 h 1642841"/>
                    <a:gd name="connsiteX37" fmla="*/ 17212 w 1522114"/>
                    <a:gd name="connsiteY37" fmla="*/ 1546576 h 1642841"/>
                    <a:gd name="connsiteX38" fmla="*/ 107001 w 1522114"/>
                    <a:gd name="connsiteY38" fmla="*/ 1325596 h 1642841"/>
                    <a:gd name="connsiteX39" fmla="*/ 216983 w 1522114"/>
                    <a:gd name="connsiteY39" fmla="*/ 1175101 h 1642841"/>
                    <a:gd name="connsiteX40" fmla="*/ 304867 w 1522114"/>
                    <a:gd name="connsiteY40" fmla="*/ 1073501 h 1642841"/>
                    <a:gd name="connsiteX41" fmla="*/ 391481 w 1522114"/>
                    <a:gd name="connsiteY41" fmla="*/ 1039338 h 1642841"/>
                    <a:gd name="connsiteX42" fmla="*/ 252924 w 1522114"/>
                    <a:gd name="connsiteY42" fmla="*/ 959201 h 1642841"/>
                    <a:gd name="connsiteX43" fmla="*/ 138243 w 1522114"/>
                    <a:gd name="connsiteY43" fmla="*/ 844012 h 1642841"/>
                    <a:gd name="connsiteX44" fmla="*/ 83633 w 1522114"/>
                    <a:gd name="connsiteY44" fmla="*/ 761462 h 1642841"/>
                    <a:gd name="connsiteX45" fmla="*/ 139767 w 1522114"/>
                    <a:gd name="connsiteY45" fmla="*/ 527655 h 1642841"/>
                    <a:gd name="connsiteX46" fmla="*/ 413198 w 1522114"/>
                    <a:gd name="connsiteY46" fmla="*/ 281148 h 1642841"/>
                    <a:gd name="connsiteX47" fmla="*/ 730698 w 1522114"/>
                    <a:gd name="connsiteY47" fmla="*/ 277846 h 1642841"/>
                    <a:gd name="connsiteX48" fmla="*/ 944058 w 1522114"/>
                    <a:gd name="connsiteY48" fmla="*/ 403957 h 1642841"/>
                    <a:gd name="connsiteX49" fmla="*/ 1076900 w 1522114"/>
                    <a:gd name="connsiteY49" fmla="*/ 117826 h 1642841"/>
                    <a:gd name="connsiteX50" fmla="*/ 971617 w 1522114"/>
                    <a:gd name="connsiteY50" fmla="*/ 439898 h 1642841"/>
                    <a:gd name="connsiteX51" fmla="*/ 1070423 w 1522114"/>
                    <a:gd name="connsiteY51" fmla="*/ 594965 h 1642841"/>
                    <a:gd name="connsiteX52" fmla="*/ 1107507 w 1522114"/>
                    <a:gd name="connsiteY52" fmla="*/ 698978 h 1642841"/>
                    <a:gd name="connsiteX53" fmla="*/ 1261939 w 1522114"/>
                    <a:gd name="connsiteY53" fmla="*/ 34260 h 1642841"/>
                    <a:gd name="connsiteX54" fmla="*/ 1076900 w 1522114"/>
                    <a:gd name="connsiteY54" fmla="*/ 117826 h 1642841"/>
                    <a:gd name="connsiteX55" fmla="*/ 175327 w 1522114"/>
                    <a:gd name="connsiteY55" fmla="*/ 511526 h 1642841"/>
                    <a:gd name="connsiteX56" fmla="*/ 227270 w 1522114"/>
                    <a:gd name="connsiteY56" fmla="*/ 528671 h 1642841"/>
                    <a:gd name="connsiteX57" fmla="*/ 284801 w 1522114"/>
                    <a:gd name="connsiteY57" fmla="*/ 683611 h 1642841"/>
                    <a:gd name="connsiteX58" fmla="*/ 256607 w 1522114"/>
                    <a:gd name="connsiteY58" fmla="*/ 823946 h 1642841"/>
                    <a:gd name="connsiteX59" fmla="*/ 204283 w 1522114"/>
                    <a:gd name="connsiteY59" fmla="*/ 870682 h 1642841"/>
                    <a:gd name="connsiteX60" fmla="*/ 615128 w 1522114"/>
                    <a:gd name="connsiteY60" fmla="*/ 1046958 h 1642841"/>
                    <a:gd name="connsiteX61" fmla="*/ 979491 w 1522114"/>
                    <a:gd name="connsiteY61" fmla="*/ 874619 h 1642841"/>
                    <a:gd name="connsiteX62" fmla="*/ 1018353 w 1522114"/>
                    <a:gd name="connsiteY62" fmla="*/ 580614 h 1642841"/>
                    <a:gd name="connsiteX63" fmla="*/ 672151 w 1522114"/>
                    <a:gd name="connsiteY63" fmla="*/ 291689 h 1642841"/>
                    <a:gd name="connsiteX64" fmla="*/ 175327 w 1522114"/>
                    <a:gd name="connsiteY64" fmla="*/ 511526 h 1642841"/>
                    <a:gd name="connsiteX65" fmla="*/ 159833 w 1522114"/>
                    <a:gd name="connsiteY65" fmla="*/ 546832 h 1642841"/>
                    <a:gd name="connsiteX66" fmla="*/ 104588 w 1522114"/>
                    <a:gd name="connsiteY66" fmla="*/ 735046 h 1642841"/>
                    <a:gd name="connsiteX67" fmla="*/ 197679 w 1522114"/>
                    <a:gd name="connsiteY67" fmla="*/ 841091 h 1642841"/>
                    <a:gd name="connsiteX68" fmla="*/ 250892 w 1522114"/>
                    <a:gd name="connsiteY68" fmla="*/ 759303 h 1642841"/>
                    <a:gd name="connsiteX69" fmla="*/ 234636 w 1522114"/>
                    <a:gd name="connsiteY69" fmla="*/ 583535 h 1642841"/>
                    <a:gd name="connsiteX70" fmla="*/ 159833 w 1522114"/>
                    <a:gd name="connsiteY70" fmla="*/ 546832 h 1642841"/>
                    <a:gd name="connsiteX71" fmla="*/ 1052135 w 1522114"/>
                    <a:gd name="connsiteY71" fmla="*/ 604998 h 1642841"/>
                    <a:gd name="connsiteX72" fmla="*/ 1041086 w 1522114"/>
                    <a:gd name="connsiteY72" fmla="*/ 814040 h 1642841"/>
                    <a:gd name="connsiteX73" fmla="*/ 1052135 w 1522114"/>
                    <a:gd name="connsiteY73" fmla="*/ 604998 h 1642841"/>
                    <a:gd name="connsiteX74" fmla="*/ 441011 w 1522114"/>
                    <a:gd name="connsiteY74" fmla="*/ 1051911 h 1642841"/>
                    <a:gd name="connsiteX75" fmla="*/ 658816 w 1522114"/>
                    <a:gd name="connsiteY75" fmla="*/ 1085566 h 1642841"/>
                    <a:gd name="connsiteX76" fmla="*/ 569154 w 1522114"/>
                    <a:gd name="connsiteY76" fmla="*/ 1069564 h 1642841"/>
                    <a:gd name="connsiteX77" fmla="*/ 441011 w 1522114"/>
                    <a:gd name="connsiteY77" fmla="*/ 1051911 h 1642841"/>
                    <a:gd name="connsiteX78" fmla="*/ 303597 w 1522114"/>
                    <a:gd name="connsiteY78" fmla="*/ 1102457 h 1642841"/>
                    <a:gd name="connsiteX79" fmla="*/ 288992 w 1522114"/>
                    <a:gd name="connsiteY79" fmla="*/ 1132048 h 1642841"/>
                    <a:gd name="connsiteX80" fmla="*/ 345380 w 1522114"/>
                    <a:gd name="connsiteY80" fmla="*/ 1182467 h 1642841"/>
                    <a:gd name="connsiteX81" fmla="*/ 332934 w 1522114"/>
                    <a:gd name="connsiteY81" fmla="*/ 1340328 h 1642841"/>
                    <a:gd name="connsiteX82" fmla="*/ 384369 w 1522114"/>
                    <a:gd name="connsiteY82" fmla="*/ 1268827 h 1642841"/>
                    <a:gd name="connsiteX83" fmla="*/ 303597 w 1522114"/>
                    <a:gd name="connsiteY83" fmla="*/ 1102457 h 1642841"/>
                    <a:gd name="connsiteX84" fmla="*/ 1154370 w 1522114"/>
                    <a:gd name="connsiteY84" fmla="*/ 1221583 h 1642841"/>
                    <a:gd name="connsiteX85" fmla="*/ 1130875 w 1522114"/>
                    <a:gd name="connsiteY85" fmla="*/ 1414623 h 1642841"/>
                    <a:gd name="connsiteX86" fmla="*/ 1261431 w 1522114"/>
                    <a:gd name="connsiteY86" fmla="*/ 1470249 h 1642841"/>
                    <a:gd name="connsiteX87" fmla="*/ 1374969 w 1522114"/>
                    <a:gd name="connsiteY87" fmla="*/ 1481679 h 1642841"/>
                    <a:gd name="connsiteX88" fmla="*/ 1357316 w 1522114"/>
                    <a:gd name="connsiteY88" fmla="*/ 1452977 h 1642841"/>
                    <a:gd name="connsiteX89" fmla="*/ 1258637 w 1522114"/>
                    <a:gd name="connsiteY89" fmla="*/ 1393414 h 1642841"/>
                    <a:gd name="connsiteX90" fmla="*/ 1445581 w 1522114"/>
                    <a:gd name="connsiteY90" fmla="*/ 1436721 h 1642841"/>
                    <a:gd name="connsiteX91" fmla="*/ 1403163 w 1522114"/>
                    <a:gd name="connsiteY91" fmla="*/ 1384143 h 1642841"/>
                    <a:gd name="connsiteX92" fmla="*/ 1296229 w 1522114"/>
                    <a:gd name="connsiteY92" fmla="*/ 1339185 h 1642841"/>
                    <a:gd name="connsiteX93" fmla="*/ 1489269 w 1522114"/>
                    <a:gd name="connsiteY93" fmla="*/ 1366871 h 1642841"/>
                    <a:gd name="connsiteX94" fmla="*/ 1491174 w 1522114"/>
                    <a:gd name="connsiteY94" fmla="*/ 1347059 h 1642841"/>
                    <a:gd name="connsiteX95" fmla="*/ 1235269 w 1522114"/>
                    <a:gd name="connsiteY95" fmla="*/ 1255111 h 1642841"/>
                    <a:gd name="connsiteX96" fmla="*/ 1341060 w 1522114"/>
                    <a:gd name="connsiteY96" fmla="*/ 1178657 h 1642841"/>
                    <a:gd name="connsiteX97" fmla="*/ 1301944 w 1522114"/>
                    <a:gd name="connsiteY97" fmla="*/ 1139668 h 1642841"/>
                    <a:gd name="connsiteX98" fmla="*/ 1154370 w 1522114"/>
                    <a:gd name="connsiteY98" fmla="*/ 1221583 h 1642841"/>
                    <a:gd name="connsiteX99" fmla="*/ 857063 w 1522114"/>
                    <a:gd name="connsiteY99" fmla="*/ 1188436 h 1642841"/>
                    <a:gd name="connsiteX100" fmla="*/ 878272 w 1522114"/>
                    <a:gd name="connsiteY100" fmla="*/ 1307816 h 1642841"/>
                    <a:gd name="connsiteX101" fmla="*/ 905704 w 1522114"/>
                    <a:gd name="connsiteY101" fmla="*/ 1547719 h 1642841"/>
                    <a:gd name="connsiteX102" fmla="*/ 1188660 w 1522114"/>
                    <a:gd name="connsiteY102" fmla="*/ 1481298 h 1642841"/>
                    <a:gd name="connsiteX103" fmla="*/ 1073344 w 1522114"/>
                    <a:gd name="connsiteY103" fmla="*/ 1307181 h 1642841"/>
                    <a:gd name="connsiteX104" fmla="*/ 973522 w 1522114"/>
                    <a:gd name="connsiteY104" fmla="*/ 1445103 h 1642841"/>
                    <a:gd name="connsiteX105" fmla="*/ 945201 w 1522114"/>
                    <a:gd name="connsiteY105" fmla="*/ 1494506 h 1642841"/>
                    <a:gd name="connsiteX106" fmla="*/ 974665 w 1522114"/>
                    <a:gd name="connsiteY106" fmla="*/ 1373729 h 1642841"/>
                    <a:gd name="connsiteX107" fmla="*/ 857063 w 1522114"/>
                    <a:gd name="connsiteY107" fmla="*/ 1188436 h 1642841"/>
                    <a:gd name="connsiteX0" fmla="*/ 1014924 w 1522114"/>
                    <a:gd name="connsiteY0" fmla="*/ 136948 h 1635803"/>
                    <a:gd name="connsiteX1" fmla="*/ 1288609 w 1522114"/>
                    <a:gd name="connsiteY1" fmla="*/ 42 h 1635803"/>
                    <a:gd name="connsiteX2" fmla="*/ 1100903 w 1522114"/>
                    <a:gd name="connsiteY2" fmla="*/ 724323 h 1635803"/>
                    <a:gd name="connsiteX3" fmla="*/ 1075122 w 1522114"/>
                    <a:gd name="connsiteY3" fmla="*/ 806746 h 1635803"/>
                    <a:gd name="connsiteX4" fmla="*/ 994858 w 1522114"/>
                    <a:gd name="connsiteY4" fmla="*/ 891074 h 1635803"/>
                    <a:gd name="connsiteX5" fmla="*/ 900370 w 1522114"/>
                    <a:gd name="connsiteY5" fmla="*/ 986070 h 1635803"/>
                    <a:gd name="connsiteX6" fmla="*/ 765623 w 1522114"/>
                    <a:gd name="connsiteY6" fmla="*/ 1048300 h 1635803"/>
                    <a:gd name="connsiteX7" fmla="*/ 993715 w 1522114"/>
                    <a:gd name="connsiteY7" fmla="*/ 1351449 h 1635803"/>
                    <a:gd name="connsiteX8" fmla="*/ 1109666 w 1522114"/>
                    <a:gd name="connsiteY8" fmla="*/ 1221528 h 1635803"/>
                    <a:gd name="connsiteX9" fmla="*/ 1283275 w 1522114"/>
                    <a:gd name="connsiteY9" fmla="*/ 1110911 h 1635803"/>
                    <a:gd name="connsiteX10" fmla="*/ 1372810 w 1522114"/>
                    <a:gd name="connsiteY10" fmla="*/ 1159044 h 1635803"/>
                    <a:gd name="connsiteX11" fmla="*/ 1290260 w 1522114"/>
                    <a:gd name="connsiteY11" fmla="*/ 1244261 h 1635803"/>
                    <a:gd name="connsiteX12" fmla="*/ 1514796 w 1522114"/>
                    <a:gd name="connsiteY12" fmla="*/ 1325541 h 1635803"/>
                    <a:gd name="connsiteX13" fmla="*/ 1460440 w 1522114"/>
                    <a:gd name="connsiteY13" fmla="*/ 1390565 h 1635803"/>
                    <a:gd name="connsiteX14" fmla="*/ 1460821 w 1522114"/>
                    <a:gd name="connsiteY14" fmla="*/ 1438698 h 1635803"/>
                    <a:gd name="connsiteX15" fmla="*/ 1403163 w 1522114"/>
                    <a:gd name="connsiteY15" fmla="*/ 1459907 h 1635803"/>
                    <a:gd name="connsiteX16" fmla="*/ 1396686 w 1522114"/>
                    <a:gd name="connsiteY16" fmla="*/ 1490260 h 1635803"/>
                    <a:gd name="connsiteX17" fmla="*/ 1222569 w 1522114"/>
                    <a:gd name="connsiteY17" fmla="*/ 1482132 h 1635803"/>
                    <a:gd name="connsiteX18" fmla="*/ 1041340 w 1522114"/>
                    <a:gd name="connsiteY18" fmla="*/ 1583351 h 1635803"/>
                    <a:gd name="connsiteX19" fmla="*/ 907228 w 1522114"/>
                    <a:gd name="connsiteY19" fmla="*/ 1570270 h 1635803"/>
                    <a:gd name="connsiteX20" fmla="*/ 909260 w 1522114"/>
                    <a:gd name="connsiteY20" fmla="*/ 1626150 h 1635803"/>
                    <a:gd name="connsiteX21" fmla="*/ 884622 w 1522114"/>
                    <a:gd name="connsiteY21" fmla="*/ 1624626 h 1635803"/>
                    <a:gd name="connsiteX22" fmla="*/ 878780 w 1522114"/>
                    <a:gd name="connsiteY22" fmla="*/ 1550204 h 1635803"/>
                    <a:gd name="connsiteX23" fmla="*/ 820106 w 1522114"/>
                    <a:gd name="connsiteY23" fmla="*/ 1144566 h 1635803"/>
                    <a:gd name="connsiteX24" fmla="*/ 747208 w 1522114"/>
                    <a:gd name="connsiteY24" fmla="*/ 1071795 h 1635803"/>
                    <a:gd name="connsiteX25" fmla="*/ 424882 w 1522114"/>
                    <a:gd name="connsiteY25" fmla="*/ 1070144 h 1635803"/>
                    <a:gd name="connsiteX26" fmla="*/ 337125 w 1522114"/>
                    <a:gd name="connsiteY26" fmla="*/ 1072303 h 1635803"/>
                    <a:gd name="connsiteX27" fmla="*/ 407610 w 1522114"/>
                    <a:gd name="connsiteY27" fmla="*/ 1284139 h 1635803"/>
                    <a:gd name="connsiteX28" fmla="*/ 322774 w 1522114"/>
                    <a:gd name="connsiteY28" fmla="*/ 1363260 h 1635803"/>
                    <a:gd name="connsiteX29" fmla="*/ 288357 w 1522114"/>
                    <a:gd name="connsiteY29" fmla="*/ 1588558 h 1635803"/>
                    <a:gd name="connsiteX30" fmla="*/ 283023 w 1522114"/>
                    <a:gd name="connsiteY30" fmla="*/ 1624626 h 1635803"/>
                    <a:gd name="connsiteX31" fmla="*/ 259020 w 1522114"/>
                    <a:gd name="connsiteY31" fmla="*/ 1629325 h 1635803"/>
                    <a:gd name="connsiteX32" fmla="*/ 323409 w 1522114"/>
                    <a:gd name="connsiteY32" fmla="*/ 1249976 h 1635803"/>
                    <a:gd name="connsiteX33" fmla="*/ 305629 w 1522114"/>
                    <a:gd name="connsiteY33" fmla="*/ 1166156 h 1635803"/>
                    <a:gd name="connsiteX34" fmla="*/ 229556 w 1522114"/>
                    <a:gd name="connsiteY34" fmla="*/ 1192318 h 1635803"/>
                    <a:gd name="connsiteX35" fmla="*/ 18228 w 1522114"/>
                    <a:gd name="connsiteY35" fmla="*/ 1623483 h 1635803"/>
                    <a:gd name="connsiteX36" fmla="*/ 2099 w 1522114"/>
                    <a:gd name="connsiteY36" fmla="*/ 1635802 h 1635803"/>
                    <a:gd name="connsiteX37" fmla="*/ 17212 w 1522114"/>
                    <a:gd name="connsiteY37" fmla="*/ 1539536 h 1635803"/>
                    <a:gd name="connsiteX38" fmla="*/ 107001 w 1522114"/>
                    <a:gd name="connsiteY38" fmla="*/ 1318556 h 1635803"/>
                    <a:gd name="connsiteX39" fmla="*/ 216983 w 1522114"/>
                    <a:gd name="connsiteY39" fmla="*/ 1168061 h 1635803"/>
                    <a:gd name="connsiteX40" fmla="*/ 304867 w 1522114"/>
                    <a:gd name="connsiteY40" fmla="*/ 1066461 h 1635803"/>
                    <a:gd name="connsiteX41" fmla="*/ 391481 w 1522114"/>
                    <a:gd name="connsiteY41" fmla="*/ 1032298 h 1635803"/>
                    <a:gd name="connsiteX42" fmla="*/ 252924 w 1522114"/>
                    <a:gd name="connsiteY42" fmla="*/ 952161 h 1635803"/>
                    <a:gd name="connsiteX43" fmla="*/ 138243 w 1522114"/>
                    <a:gd name="connsiteY43" fmla="*/ 836972 h 1635803"/>
                    <a:gd name="connsiteX44" fmla="*/ 83633 w 1522114"/>
                    <a:gd name="connsiteY44" fmla="*/ 754422 h 1635803"/>
                    <a:gd name="connsiteX45" fmla="*/ 139767 w 1522114"/>
                    <a:gd name="connsiteY45" fmla="*/ 520615 h 1635803"/>
                    <a:gd name="connsiteX46" fmla="*/ 413198 w 1522114"/>
                    <a:gd name="connsiteY46" fmla="*/ 274108 h 1635803"/>
                    <a:gd name="connsiteX47" fmla="*/ 730698 w 1522114"/>
                    <a:gd name="connsiteY47" fmla="*/ 270806 h 1635803"/>
                    <a:gd name="connsiteX48" fmla="*/ 944058 w 1522114"/>
                    <a:gd name="connsiteY48" fmla="*/ 396917 h 1635803"/>
                    <a:gd name="connsiteX49" fmla="*/ 1076900 w 1522114"/>
                    <a:gd name="connsiteY49" fmla="*/ 110786 h 1635803"/>
                    <a:gd name="connsiteX50" fmla="*/ 971617 w 1522114"/>
                    <a:gd name="connsiteY50" fmla="*/ 432858 h 1635803"/>
                    <a:gd name="connsiteX51" fmla="*/ 1070423 w 1522114"/>
                    <a:gd name="connsiteY51" fmla="*/ 587925 h 1635803"/>
                    <a:gd name="connsiteX52" fmla="*/ 1107507 w 1522114"/>
                    <a:gd name="connsiteY52" fmla="*/ 691938 h 1635803"/>
                    <a:gd name="connsiteX53" fmla="*/ 1076900 w 1522114"/>
                    <a:gd name="connsiteY53" fmla="*/ 110786 h 1635803"/>
                    <a:gd name="connsiteX54" fmla="*/ 175327 w 1522114"/>
                    <a:gd name="connsiteY54" fmla="*/ 504486 h 1635803"/>
                    <a:gd name="connsiteX55" fmla="*/ 227270 w 1522114"/>
                    <a:gd name="connsiteY55" fmla="*/ 521631 h 1635803"/>
                    <a:gd name="connsiteX56" fmla="*/ 284801 w 1522114"/>
                    <a:gd name="connsiteY56" fmla="*/ 676571 h 1635803"/>
                    <a:gd name="connsiteX57" fmla="*/ 256607 w 1522114"/>
                    <a:gd name="connsiteY57" fmla="*/ 816906 h 1635803"/>
                    <a:gd name="connsiteX58" fmla="*/ 204283 w 1522114"/>
                    <a:gd name="connsiteY58" fmla="*/ 863642 h 1635803"/>
                    <a:gd name="connsiteX59" fmla="*/ 615128 w 1522114"/>
                    <a:gd name="connsiteY59" fmla="*/ 1039918 h 1635803"/>
                    <a:gd name="connsiteX60" fmla="*/ 979491 w 1522114"/>
                    <a:gd name="connsiteY60" fmla="*/ 867579 h 1635803"/>
                    <a:gd name="connsiteX61" fmla="*/ 1018353 w 1522114"/>
                    <a:gd name="connsiteY61" fmla="*/ 573574 h 1635803"/>
                    <a:gd name="connsiteX62" fmla="*/ 672151 w 1522114"/>
                    <a:gd name="connsiteY62" fmla="*/ 284649 h 1635803"/>
                    <a:gd name="connsiteX63" fmla="*/ 175327 w 1522114"/>
                    <a:gd name="connsiteY63" fmla="*/ 504486 h 1635803"/>
                    <a:gd name="connsiteX64" fmla="*/ 159833 w 1522114"/>
                    <a:gd name="connsiteY64" fmla="*/ 539792 h 1635803"/>
                    <a:gd name="connsiteX65" fmla="*/ 104588 w 1522114"/>
                    <a:gd name="connsiteY65" fmla="*/ 728006 h 1635803"/>
                    <a:gd name="connsiteX66" fmla="*/ 197679 w 1522114"/>
                    <a:gd name="connsiteY66" fmla="*/ 834051 h 1635803"/>
                    <a:gd name="connsiteX67" fmla="*/ 250892 w 1522114"/>
                    <a:gd name="connsiteY67" fmla="*/ 752263 h 1635803"/>
                    <a:gd name="connsiteX68" fmla="*/ 234636 w 1522114"/>
                    <a:gd name="connsiteY68" fmla="*/ 576495 h 1635803"/>
                    <a:gd name="connsiteX69" fmla="*/ 159833 w 1522114"/>
                    <a:gd name="connsiteY69" fmla="*/ 539792 h 1635803"/>
                    <a:gd name="connsiteX70" fmla="*/ 1052135 w 1522114"/>
                    <a:gd name="connsiteY70" fmla="*/ 597958 h 1635803"/>
                    <a:gd name="connsiteX71" fmla="*/ 1041086 w 1522114"/>
                    <a:gd name="connsiteY71" fmla="*/ 807000 h 1635803"/>
                    <a:gd name="connsiteX72" fmla="*/ 1052135 w 1522114"/>
                    <a:gd name="connsiteY72" fmla="*/ 597958 h 1635803"/>
                    <a:gd name="connsiteX73" fmla="*/ 441011 w 1522114"/>
                    <a:gd name="connsiteY73" fmla="*/ 1044871 h 1635803"/>
                    <a:gd name="connsiteX74" fmla="*/ 658816 w 1522114"/>
                    <a:gd name="connsiteY74" fmla="*/ 1078526 h 1635803"/>
                    <a:gd name="connsiteX75" fmla="*/ 569154 w 1522114"/>
                    <a:gd name="connsiteY75" fmla="*/ 1062524 h 1635803"/>
                    <a:gd name="connsiteX76" fmla="*/ 441011 w 1522114"/>
                    <a:gd name="connsiteY76" fmla="*/ 1044871 h 1635803"/>
                    <a:gd name="connsiteX77" fmla="*/ 303597 w 1522114"/>
                    <a:gd name="connsiteY77" fmla="*/ 1095417 h 1635803"/>
                    <a:gd name="connsiteX78" fmla="*/ 288992 w 1522114"/>
                    <a:gd name="connsiteY78" fmla="*/ 1125008 h 1635803"/>
                    <a:gd name="connsiteX79" fmla="*/ 345380 w 1522114"/>
                    <a:gd name="connsiteY79" fmla="*/ 1175427 h 1635803"/>
                    <a:gd name="connsiteX80" fmla="*/ 332934 w 1522114"/>
                    <a:gd name="connsiteY80" fmla="*/ 1333288 h 1635803"/>
                    <a:gd name="connsiteX81" fmla="*/ 384369 w 1522114"/>
                    <a:gd name="connsiteY81" fmla="*/ 1261787 h 1635803"/>
                    <a:gd name="connsiteX82" fmla="*/ 303597 w 1522114"/>
                    <a:gd name="connsiteY82" fmla="*/ 1095417 h 1635803"/>
                    <a:gd name="connsiteX83" fmla="*/ 1154370 w 1522114"/>
                    <a:gd name="connsiteY83" fmla="*/ 1214543 h 1635803"/>
                    <a:gd name="connsiteX84" fmla="*/ 1130875 w 1522114"/>
                    <a:gd name="connsiteY84" fmla="*/ 1407583 h 1635803"/>
                    <a:gd name="connsiteX85" fmla="*/ 1261431 w 1522114"/>
                    <a:gd name="connsiteY85" fmla="*/ 1463209 h 1635803"/>
                    <a:gd name="connsiteX86" fmla="*/ 1374969 w 1522114"/>
                    <a:gd name="connsiteY86" fmla="*/ 1474639 h 1635803"/>
                    <a:gd name="connsiteX87" fmla="*/ 1357316 w 1522114"/>
                    <a:gd name="connsiteY87" fmla="*/ 1445937 h 1635803"/>
                    <a:gd name="connsiteX88" fmla="*/ 1258637 w 1522114"/>
                    <a:gd name="connsiteY88" fmla="*/ 1386374 h 1635803"/>
                    <a:gd name="connsiteX89" fmla="*/ 1445581 w 1522114"/>
                    <a:gd name="connsiteY89" fmla="*/ 1429681 h 1635803"/>
                    <a:gd name="connsiteX90" fmla="*/ 1403163 w 1522114"/>
                    <a:gd name="connsiteY90" fmla="*/ 1377103 h 1635803"/>
                    <a:gd name="connsiteX91" fmla="*/ 1296229 w 1522114"/>
                    <a:gd name="connsiteY91" fmla="*/ 1332145 h 1635803"/>
                    <a:gd name="connsiteX92" fmla="*/ 1489269 w 1522114"/>
                    <a:gd name="connsiteY92" fmla="*/ 1359831 h 1635803"/>
                    <a:gd name="connsiteX93" fmla="*/ 1491174 w 1522114"/>
                    <a:gd name="connsiteY93" fmla="*/ 1340019 h 1635803"/>
                    <a:gd name="connsiteX94" fmla="*/ 1235269 w 1522114"/>
                    <a:gd name="connsiteY94" fmla="*/ 1248071 h 1635803"/>
                    <a:gd name="connsiteX95" fmla="*/ 1341060 w 1522114"/>
                    <a:gd name="connsiteY95" fmla="*/ 1171617 h 1635803"/>
                    <a:gd name="connsiteX96" fmla="*/ 1301944 w 1522114"/>
                    <a:gd name="connsiteY96" fmla="*/ 1132628 h 1635803"/>
                    <a:gd name="connsiteX97" fmla="*/ 1154370 w 1522114"/>
                    <a:gd name="connsiteY97" fmla="*/ 1214543 h 1635803"/>
                    <a:gd name="connsiteX98" fmla="*/ 857063 w 1522114"/>
                    <a:gd name="connsiteY98" fmla="*/ 1181396 h 1635803"/>
                    <a:gd name="connsiteX99" fmla="*/ 878272 w 1522114"/>
                    <a:gd name="connsiteY99" fmla="*/ 1300776 h 1635803"/>
                    <a:gd name="connsiteX100" fmla="*/ 905704 w 1522114"/>
                    <a:gd name="connsiteY100" fmla="*/ 1540679 h 1635803"/>
                    <a:gd name="connsiteX101" fmla="*/ 1188660 w 1522114"/>
                    <a:gd name="connsiteY101" fmla="*/ 1474258 h 1635803"/>
                    <a:gd name="connsiteX102" fmla="*/ 1073344 w 1522114"/>
                    <a:gd name="connsiteY102" fmla="*/ 1300141 h 1635803"/>
                    <a:gd name="connsiteX103" fmla="*/ 973522 w 1522114"/>
                    <a:gd name="connsiteY103" fmla="*/ 1438063 h 1635803"/>
                    <a:gd name="connsiteX104" fmla="*/ 945201 w 1522114"/>
                    <a:gd name="connsiteY104" fmla="*/ 1487466 h 1635803"/>
                    <a:gd name="connsiteX105" fmla="*/ 974665 w 1522114"/>
                    <a:gd name="connsiteY105" fmla="*/ 1366689 h 1635803"/>
                    <a:gd name="connsiteX106" fmla="*/ 857063 w 1522114"/>
                    <a:gd name="connsiteY106" fmla="*/ 1181396 h 1635803"/>
                    <a:gd name="connsiteX0" fmla="*/ 1014924 w 1522114"/>
                    <a:gd name="connsiteY0" fmla="*/ 26162 h 1525016"/>
                    <a:gd name="connsiteX1" fmla="*/ 1100903 w 1522114"/>
                    <a:gd name="connsiteY1" fmla="*/ 613537 h 1525016"/>
                    <a:gd name="connsiteX2" fmla="*/ 1075122 w 1522114"/>
                    <a:gd name="connsiteY2" fmla="*/ 695960 h 1525016"/>
                    <a:gd name="connsiteX3" fmla="*/ 994858 w 1522114"/>
                    <a:gd name="connsiteY3" fmla="*/ 780288 h 1525016"/>
                    <a:gd name="connsiteX4" fmla="*/ 900370 w 1522114"/>
                    <a:gd name="connsiteY4" fmla="*/ 875284 h 1525016"/>
                    <a:gd name="connsiteX5" fmla="*/ 765623 w 1522114"/>
                    <a:gd name="connsiteY5" fmla="*/ 937514 h 1525016"/>
                    <a:gd name="connsiteX6" fmla="*/ 993715 w 1522114"/>
                    <a:gd name="connsiteY6" fmla="*/ 1240663 h 1525016"/>
                    <a:gd name="connsiteX7" fmla="*/ 1109666 w 1522114"/>
                    <a:gd name="connsiteY7" fmla="*/ 1110742 h 1525016"/>
                    <a:gd name="connsiteX8" fmla="*/ 1283275 w 1522114"/>
                    <a:gd name="connsiteY8" fmla="*/ 1000125 h 1525016"/>
                    <a:gd name="connsiteX9" fmla="*/ 1372810 w 1522114"/>
                    <a:gd name="connsiteY9" fmla="*/ 1048258 h 1525016"/>
                    <a:gd name="connsiteX10" fmla="*/ 1290260 w 1522114"/>
                    <a:gd name="connsiteY10" fmla="*/ 1133475 h 1525016"/>
                    <a:gd name="connsiteX11" fmla="*/ 1514796 w 1522114"/>
                    <a:gd name="connsiteY11" fmla="*/ 1214755 h 1525016"/>
                    <a:gd name="connsiteX12" fmla="*/ 1460440 w 1522114"/>
                    <a:gd name="connsiteY12" fmla="*/ 1279779 h 1525016"/>
                    <a:gd name="connsiteX13" fmla="*/ 1460821 w 1522114"/>
                    <a:gd name="connsiteY13" fmla="*/ 1327912 h 1525016"/>
                    <a:gd name="connsiteX14" fmla="*/ 1403163 w 1522114"/>
                    <a:gd name="connsiteY14" fmla="*/ 1349121 h 1525016"/>
                    <a:gd name="connsiteX15" fmla="*/ 1396686 w 1522114"/>
                    <a:gd name="connsiteY15" fmla="*/ 1379474 h 1525016"/>
                    <a:gd name="connsiteX16" fmla="*/ 1222569 w 1522114"/>
                    <a:gd name="connsiteY16" fmla="*/ 1371346 h 1525016"/>
                    <a:gd name="connsiteX17" fmla="*/ 1041340 w 1522114"/>
                    <a:gd name="connsiteY17" fmla="*/ 1472565 h 1525016"/>
                    <a:gd name="connsiteX18" fmla="*/ 907228 w 1522114"/>
                    <a:gd name="connsiteY18" fmla="*/ 1459484 h 1525016"/>
                    <a:gd name="connsiteX19" fmla="*/ 909260 w 1522114"/>
                    <a:gd name="connsiteY19" fmla="*/ 1515364 h 1525016"/>
                    <a:gd name="connsiteX20" fmla="*/ 884622 w 1522114"/>
                    <a:gd name="connsiteY20" fmla="*/ 1513840 h 1525016"/>
                    <a:gd name="connsiteX21" fmla="*/ 878780 w 1522114"/>
                    <a:gd name="connsiteY21" fmla="*/ 1439418 h 1525016"/>
                    <a:gd name="connsiteX22" fmla="*/ 820106 w 1522114"/>
                    <a:gd name="connsiteY22" fmla="*/ 1033780 h 1525016"/>
                    <a:gd name="connsiteX23" fmla="*/ 747208 w 1522114"/>
                    <a:gd name="connsiteY23" fmla="*/ 961009 h 1525016"/>
                    <a:gd name="connsiteX24" fmla="*/ 424882 w 1522114"/>
                    <a:gd name="connsiteY24" fmla="*/ 959358 h 1525016"/>
                    <a:gd name="connsiteX25" fmla="*/ 337125 w 1522114"/>
                    <a:gd name="connsiteY25" fmla="*/ 961517 h 1525016"/>
                    <a:gd name="connsiteX26" fmla="*/ 407610 w 1522114"/>
                    <a:gd name="connsiteY26" fmla="*/ 1173353 h 1525016"/>
                    <a:gd name="connsiteX27" fmla="*/ 322774 w 1522114"/>
                    <a:gd name="connsiteY27" fmla="*/ 1252474 h 1525016"/>
                    <a:gd name="connsiteX28" fmla="*/ 288357 w 1522114"/>
                    <a:gd name="connsiteY28" fmla="*/ 1477772 h 1525016"/>
                    <a:gd name="connsiteX29" fmla="*/ 283023 w 1522114"/>
                    <a:gd name="connsiteY29" fmla="*/ 1513840 h 1525016"/>
                    <a:gd name="connsiteX30" fmla="*/ 259020 w 1522114"/>
                    <a:gd name="connsiteY30" fmla="*/ 1518539 h 1525016"/>
                    <a:gd name="connsiteX31" fmla="*/ 323409 w 1522114"/>
                    <a:gd name="connsiteY31" fmla="*/ 1139190 h 1525016"/>
                    <a:gd name="connsiteX32" fmla="*/ 305629 w 1522114"/>
                    <a:gd name="connsiteY32" fmla="*/ 1055370 h 1525016"/>
                    <a:gd name="connsiteX33" fmla="*/ 229556 w 1522114"/>
                    <a:gd name="connsiteY33" fmla="*/ 1081532 h 1525016"/>
                    <a:gd name="connsiteX34" fmla="*/ 18228 w 1522114"/>
                    <a:gd name="connsiteY34" fmla="*/ 1512697 h 1525016"/>
                    <a:gd name="connsiteX35" fmla="*/ 2099 w 1522114"/>
                    <a:gd name="connsiteY35" fmla="*/ 1525016 h 1525016"/>
                    <a:gd name="connsiteX36" fmla="*/ 17212 w 1522114"/>
                    <a:gd name="connsiteY36" fmla="*/ 1428750 h 1525016"/>
                    <a:gd name="connsiteX37" fmla="*/ 107001 w 1522114"/>
                    <a:gd name="connsiteY37" fmla="*/ 1207770 h 1525016"/>
                    <a:gd name="connsiteX38" fmla="*/ 216983 w 1522114"/>
                    <a:gd name="connsiteY38" fmla="*/ 1057275 h 1525016"/>
                    <a:gd name="connsiteX39" fmla="*/ 304867 w 1522114"/>
                    <a:gd name="connsiteY39" fmla="*/ 955675 h 1525016"/>
                    <a:gd name="connsiteX40" fmla="*/ 391481 w 1522114"/>
                    <a:gd name="connsiteY40" fmla="*/ 921512 h 1525016"/>
                    <a:gd name="connsiteX41" fmla="*/ 252924 w 1522114"/>
                    <a:gd name="connsiteY41" fmla="*/ 841375 h 1525016"/>
                    <a:gd name="connsiteX42" fmla="*/ 138243 w 1522114"/>
                    <a:gd name="connsiteY42" fmla="*/ 726186 h 1525016"/>
                    <a:gd name="connsiteX43" fmla="*/ 83633 w 1522114"/>
                    <a:gd name="connsiteY43" fmla="*/ 643636 h 1525016"/>
                    <a:gd name="connsiteX44" fmla="*/ 139767 w 1522114"/>
                    <a:gd name="connsiteY44" fmla="*/ 409829 h 1525016"/>
                    <a:gd name="connsiteX45" fmla="*/ 413198 w 1522114"/>
                    <a:gd name="connsiteY45" fmla="*/ 163322 h 1525016"/>
                    <a:gd name="connsiteX46" fmla="*/ 730698 w 1522114"/>
                    <a:gd name="connsiteY46" fmla="*/ 160020 h 1525016"/>
                    <a:gd name="connsiteX47" fmla="*/ 944058 w 1522114"/>
                    <a:gd name="connsiteY47" fmla="*/ 286131 h 1525016"/>
                    <a:gd name="connsiteX48" fmla="*/ 1076900 w 1522114"/>
                    <a:gd name="connsiteY48" fmla="*/ 0 h 1525016"/>
                    <a:gd name="connsiteX49" fmla="*/ 971617 w 1522114"/>
                    <a:gd name="connsiteY49" fmla="*/ 322072 h 1525016"/>
                    <a:gd name="connsiteX50" fmla="*/ 1070423 w 1522114"/>
                    <a:gd name="connsiteY50" fmla="*/ 477139 h 1525016"/>
                    <a:gd name="connsiteX51" fmla="*/ 1107507 w 1522114"/>
                    <a:gd name="connsiteY51" fmla="*/ 581152 h 1525016"/>
                    <a:gd name="connsiteX52" fmla="*/ 1076900 w 1522114"/>
                    <a:gd name="connsiteY52" fmla="*/ 0 h 1525016"/>
                    <a:gd name="connsiteX53" fmla="*/ 175327 w 1522114"/>
                    <a:gd name="connsiteY53" fmla="*/ 393700 h 1525016"/>
                    <a:gd name="connsiteX54" fmla="*/ 227270 w 1522114"/>
                    <a:gd name="connsiteY54" fmla="*/ 410845 h 1525016"/>
                    <a:gd name="connsiteX55" fmla="*/ 284801 w 1522114"/>
                    <a:gd name="connsiteY55" fmla="*/ 565785 h 1525016"/>
                    <a:gd name="connsiteX56" fmla="*/ 256607 w 1522114"/>
                    <a:gd name="connsiteY56" fmla="*/ 706120 h 1525016"/>
                    <a:gd name="connsiteX57" fmla="*/ 204283 w 1522114"/>
                    <a:gd name="connsiteY57" fmla="*/ 752856 h 1525016"/>
                    <a:gd name="connsiteX58" fmla="*/ 615128 w 1522114"/>
                    <a:gd name="connsiteY58" fmla="*/ 929132 h 1525016"/>
                    <a:gd name="connsiteX59" fmla="*/ 979491 w 1522114"/>
                    <a:gd name="connsiteY59" fmla="*/ 756793 h 1525016"/>
                    <a:gd name="connsiteX60" fmla="*/ 1018353 w 1522114"/>
                    <a:gd name="connsiteY60" fmla="*/ 462788 h 1525016"/>
                    <a:gd name="connsiteX61" fmla="*/ 672151 w 1522114"/>
                    <a:gd name="connsiteY61" fmla="*/ 173863 h 1525016"/>
                    <a:gd name="connsiteX62" fmla="*/ 175327 w 1522114"/>
                    <a:gd name="connsiteY62" fmla="*/ 393700 h 1525016"/>
                    <a:gd name="connsiteX63" fmla="*/ 159833 w 1522114"/>
                    <a:gd name="connsiteY63" fmla="*/ 429006 h 1525016"/>
                    <a:gd name="connsiteX64" fmla="*/ 104588 w 1522114"/>
                    <a:gd name="connsiteY64" fmla="*/ 617220 h 1525016"/>
                    <a:gd name="connsiteX65" fmla="*/ 197679 w 1522114"/>
                    <a:gd name="connsiteY65" fmla="*/ 723265 h 1525016"/>
                    <a:gd name="connsiteX66" fmla="*/ 250892 w 1522114"/>
                    <a:gd name="connsiteY66" fmla="*/ 641477 h 1525016"/>
                    <a:gd name="connsiteX67" fmla="*/ 234636 w 1522114"/>
                    <a:gd name="connsiteY67" fmla="*/ 465709 h 1525016"/>
                    <a:gd name="connsiteX68" fmla="*/ 159833 w 1522114"/>
                    <a:gd name="connsiteY68" fmla="*/ 429006 h 1525016"/>
                    <a:gd name="connsiteX69" fmla="*/ 1052135 w 1522114"/>
                    <a:gd name="connsiteY69" fmla="*/ 487172 h 1525016"/>
                    <a:gd name="connsiteX70" fmla="*/ 1041086 w 1522114"/>
                    <a:gd name="connsiteY70" fmla="*/ 696214 h 1525016"/>
                    <a:gd name="connsiteX71" fmla="*/ 1052135 w 1522114"/>
                    <a:gd name="connsiteY71" fmla="*/ 487172 h 1525016"/>
                    <a:gd name="connsiteX72" fmla="*/ 441011 w 1522114"/>
                    <a:gd name="connsiteY72" fmla="*/ 934085 h 1525016"/>
                    <a:gd name="connsiteX73" fmla="*/ 658816 w 1522114"/>
                    <a:gd name="connsiteY73" fmla="*/ 967740 h 1525016"/>
                    <a:gd name="connsiteX74" fmla="*/ 569154 w 1522114"/>
                    <a:gd name="connsiteY74" fmla="*/ 951738 h 1525016"/>
                    <a:gd name="connsiteX75" fmla="*/ 441011 w 1522114"/>
                    <a:gd name="connsiteY75" fmla="*/ 934085 h 1525016"/>
                    <a:gd name="connsiteX76" fmla="*/ 303597 w 1522114"/>
                    <a:gd name="connsiteY76" fmla="*/ 984631 h 1525016"/>
                    <a:gd name="connsiteX77" fmla="*/ 288992 w 1522114"/>
                    <a:gd name="connsiteY77" fmla="*/ 1014222 h 1525016"/>
                    <a:gd name="connsiteX78" fmla="*/ 345380 w 1522114"/>
                    <a:gd name="connsiteY78" fmla="*/ 1064641 h 1525016"/>
                    <a:gd name="connsiteX79" fmla="*/ 332934 w 1522114"/>
                    <a:gd name="connsiteY79" fmla="*/ 1222502 h 1525016"/>
                    <a:gd name="connsiteX80" fmla="*/ 384369 w 1522114"/>
                    <a:gd name="connsiteY80" fmla="*/ 1151001 h 1525016"/>
                    <a:gd name="connsiteX81" fmla="*/ 303597 w 1522114"/>
                    <a:gd name="connsiteY81" fmla="*/ 984631 h 1525016"/>
                    <a:gd name="connsiteX82" fmla="*/ 1154370 w 1522114"/>
                    <a:gd name="connsiteY82" fmla="*/ 1103757 h 1525016"/>
                    <a:gd name="connsiteX83" fmla="*/ 1130875 w 1522114"/>
                    <a:gd name="connsiteY83" fmla="*/ 1296797 h 1525016"/>
                    <a:gd name="connsiteX84" fmla="*/ 1261431 w 1522114"/>
                    <a:gd name="connsiteY84" fmla="*/ 1352423 h 1525016"/>
                    <a:gd name="connsiteX85" fmla="*/ 1374969 w 1522114"/>
                    <a:gd name="connsiteY85" fmla="*/ 1363853 h 1525016"/>
                    <a:gd name="connsiteX86" fmla="*/ 1357316 w 1522114"/>
                    <a:gd name="connsiteY86" fmla="*/ 1335151 h 1525016"/>
                    <a:gd name="connsiteX87" fmla="*/ 1258637 w 1522114"/>
                    <a:gd name="connsiteY87" fmla="*/ 1275588 h 1525016"/>
                    <a:gd name="connsiteX88" fmla="*/ 1445581 w 1522114"/>
                    <a:gd name="connsiteY88" fmla="*/ 1318895 h 1525016"/>
                    <a:gd name="connsiteX89" fmla="*/ 1403163 w 1522114"/>
                    <a:gd name="connsiteY89" fmla="*/ 1266317 h 1525016"/>
                    <a:gd name="connsiteX90" fmla="*/ 1296229 w 1522114"/>
                    <a:gd name="connsiteY90" fmla="*/ 1221359 h 1525016"/>
                    <a:gd name="connsiteX91" fmla="*/ 1489269 w 1522114"/>
                    <a:gd name="connsiteY91" fmla="*/ 1249045 h 1525016"/>
                    <a:gd name="connsiteX92" fmla="*/ 1491174 w 1522114"/>
                    <a:gd name="connsiteY92" fmla="*/ 1229233 h 1525016"/>
                    <a:gd name="connsiteX93" fmla="*/ 1235269 w 1522114"/>
                    <a:gd name="connsiteY93" fmla="*/ 1137285 h 1525016"/>
                    <a:gd name="connsiteX94" fmla="*/ 1341060 w 1522114"/>
                    <a:gd name="connsiteY94" fmla="*/ 1060831 h 1525016"/>
                    <a:gd name="connsiteX95" fmla="*/ 1301944 w 1522114"/>
                    <a:gd name="connsiteY95" fmla="*/ 1021842 h 1525016"/>
                    <a:gd name="connsiteX96" fmla="*/ 1154370 w 1522114"/>
                    <a:gd name="connsiteY96" fmla="*/ 1103757 h 1525016"/>
                    <a:gd name="connsiteX97" fmla="*/ 857063 w 1522114"/>
                    <a:gd name="connsiteY97" fmla="*/ 1070610 h 1525016"/>
                    <a:gd name="connsiteX98" fmla="*/ 878272 w 1522114"/>
                    <a:gd name="connsiteY98" fmla="*/ 1189990 h 1525016"/>
                    <a:gd name="connsiteX99" fmla="*/ 905704 w 1522114"/>
                    <a:gd name="connsiteY99" fmla="*/ 1429893 h 1525016"/>
                    <a:gd name="connsiteX100" fmla="*/ 1188660 w 1522114"/>
                    <a:gd name="connsiteY100" fmla="*/ 1363472 h 1525016"/>
                    <a:gd name="connsiteX101" fmla="*/ 1073344 w 1522114"/>
                    <a:gd name="connsiteY101" fmla="*/ 1189355 h 1525016"/>
                    <a:gd name="connsiteX102" fmla="*/ 973522 w 1522114"/>
                    <a:gd name="connsiteY102" fmla="*/ 1327277 h 1525016"/>
                    <a:gd name="connsiteX103" fmla="*/ 945201 w 1522114"/>
                    <a:gd name="connsiteY103" fmla="*/ 1376680 h 1525016"/>
                    <a:gd name="connsiteX104" fmla="*/ 974665 w 1522114"/>
                    <a:gd name="connsiteY104" fmla="*/ 1255903 h 1525016"/>
                    <a:gd name="connsiteX105" fmla="*/ 857063 w 1522114"/>
                    <a:gd name="connsiteY105" fmla="*/ 1070610 h 1525016"/>
                    <a:gd name="connsiteX0" fmla="*/ 1014924 w 1522114"/>
                    <a:gd name="connsiteY0" fmla="*/ 26162 h 1525016"/>
                    <a:gd name="connsiteX1" fmla="*/ 1100903 w 1522114"/>
                    <a:gd name="connsiteY1" fmla="*/ 613537 h 1525016"/>
                    <a:gd name="connsiteX2" fmla="*/ 1075122 w 1522114"/>
                    <a:gd name="connsiteY2" fmla="*/ 695960 h 1525016"/>
                    <a:gd name="connsiteX3" fmla="*/ 994858 w 1522114"/>
                    <a:gd name="connsiteY3" fmla="*/ 780288 h 1525016"/>
                    <a:gd name="connsiteX4" fmla="*/ 900370 w 1522114"/>
                    <a:gd name="connsiteY4" fmla="*/ 875284 h 1525016"/>
                    <a:gd name="connsiteX5" fmla="*/ 765623 w 1522114"/>
                    <a:gd name="connsiteY5" fmla="*/ 937514 h 1525016"/>
                    <a:gd name="connsiteX6" fmla="*/ 993715 w 1522114"/>
                    <a:gd name="connsiteY6" fmla="*/ 1240663 h 1525016"/>
                    <a:gd name="connsiteX7" fmla="*/ 1109666 w 1522114"/>
                    <a:gd name="connsiteY7" fmla="*/ 1110742 h 1525016"/>
                    <a:gd name="connsiteX8" fmla="*/ 1283275 w 1522114"/>
                    <a:gd name="connsiteY8" fmla="*/ 1000125 h 1525016"/>
                    <a:gd name="connsiteX9" fmla="*/ 1372810 w 1522114"/>
                    <a:gd name="connsiteY9" fmla="*/ 1048258 h 1525016"/>
                    <a:gd name="connsiteX10" fmla="*/ 1290260 w 1522114"/>
                    <a:gd name="connsiteY10" fmla="*/ 1133475 h 1525016"/>
                    <a:gd name="connsiteX11" fmla="*/ 1514796 w 1522114"/>
                    <a:gd name="connsiteY11" fmla="*/ 1214755 h 1525016"/>
                    <a:gd name="connsiteX12" fmla="*/ 1460440 w 1522114"/>
                    <a:gd name="connsiteY12" fmla="*/ 1279779 h 1525016"/>
                    <a:gd name="connsiteX13" fmla="*/ 1460821 w 1522114"/>
                    <a:gd name="connsiteY13" fmla="*/ 1327912 h 1525016"/>
                    <a:gd name="connsiteX14" fmla="*/ 1403163 w 1522114"/>
                    <a:gd name="connsiteY14" fmla="*/ 1349121 h 1525016"/>
                    <a:gd name="connsiteX15" fmla="*/ 1396686 w 1522114"/>
                    <a:gd name="connsiteY15" fmla="*/ 1379474 h 1525016"/>
                    <a:gd name="connsiteX16" fmla="*/ 1222569 w 1522114"/>
                    <a:gd name="connsiteY16" fmla="*/ 1371346 h 1525016"/>
                    <a:gd name="connsiteX17" fmla="*/ 1041340 w 1522114"/>
                    <a:gd name="connsiteY17" fmla="*/ 1472565 h 1525016"/>
                    <a:gd name="connsiteX18" fmla="*/ 907228 w 1522114"/>
                    <a:gd name="connsiteY18" fmla="*/ 1459484 h 1525016"/>
                    <a:gd name="connsiteX19" fmla="*/ 909260 w 1522114"/>
                    <a:gd name="connsiteY19" fmla="*/ 1515364 h 1525016"/>
                    <a:gd name="connsiteX20" fmla="*/ 884622 w 1522114"/>
                    <a:gd name="connsiteY20" fmla="*/ 1513840 h 1525016"/>
                    <a:gd name="connsiteX21" fmla="*/ 878780 w 1522114"/>
                    <a:gd name="connsiteY21" fmla="*/ 1439418 h 1525016"/>
                    <a:gd name="connsiteX22" fmla="*/ 820106 w 1522114"/>
                    <a:gd name="connsiteY22" fmla="*/ 1033780 h 1525016"/>
                    <a:gd name="connsiteX23" fmla="*/ 747208 w 1522114"/>
                    <a:gd name="connsiteY23" fmla="*/ 961009 h 1525016"/>
                    <a:gd name="connsiteX24" fmla="*/ 424882 w 1522114"/>
                    <a:gd name="connsiteY24" fmla="*/ 959358 h 1525016"/>
                    <a:gd name="connsiteX25" fmla="*/ 337125 w 1522114"/>
                    <a:gd name="connsiteY25" fmla="*/ 961517 h 1525016"/>
                    <a:gd name="connsiteX26" fmla="*/ 407610 w 1522114"/>
                    <a:gd name="connsiteY26" fmla="*/ 1173353 h 1525016"/>
                    <a:gd name="connsiteX27" fmla="*/ 322774 w 1522114"/>
                    <a:gd name="connsiteY27" fmla="*/ 1252474 h 1525016"/>
                    <a:gd name="connsiteX28" fmla="*/ 288357 w 1522114"/>
                    <a:gd name="connsiteY28" fmla="*/ 1477772 h 1525016"/>
                    <a:gd name="connsiteX29" fmla="*/ 283023 w 1522114"/>
                    <a:gd name="connsiteY29" fmla="*/ 1513840 h 1525016"/>
                    <a:gd name="connsiteX30" fmla="*/ 259020 w 1522114"/>
                    <a:gd name="connsiteY30" fmla="*/ 1518539 h 1525016"/>
                    <a:gd name="connsiteX31" fmla="*/ 323409 w 1522114"/>
                    <a:gd name="connsiteY31" fmla="*/ 1139190 h 1525016"/>
                    <a:gd name="connsiteX32" fmla="*/ 305629 w 1522114"/>
                    <a:gd name="connsiteY32" fmla="*/ 1055370 h 1525016"/>
                    <a:gd name="connsiteX33" fmla="*/ 229556 w 1522114"/>
                    <a:gd name="connsiteY33" fmla="*/ 1081532 h 1525016"/>
                    <a:gd name="connsiteX34" fmla="*/ 18228 w 1522114"/>
                    <a:gd name="connsiteY34" fmla="*/ 1512697 h 1525016"/>
                    <a:gd name="connsiteX35" fmla="*/ 2099 w 1522114"/>
                    <a:gd name="connsiteY35" fmla="*/ 1525016 h 1525016"/>
                    <a:gd name="connsiteX36" fmla="*/ 17212 w 1522114"/>
                    <a:gd name="connsiteY36" fmla="*/ 1428750 h 1525016"/>
                    <a:gd name="connsiteX37" fmla="*/ 107001 w 1522114"/>
                    <a:gd name="connsiteY37" fmla="*/ 1207770 h 1525016"/>
                    <a:gd name="connsiteX38" fmla="*/ 216983 w 1522114"/>
                    <a:gd name="connsiteY38" fmla="*/ 1057275 h 1525016"/>
                    <a:gd name="connsiteX39" fmla="*/ 304867 w 1522114"/>
                    <a:gd name="connsiteY39" fmla="*/ 955675 h 1525016"/>
                    <a:gd name="connsiteX40" fmla="*/ 391481 w 1522114"/>
                    <a:gd name="connsiteY40" fmla="*/ 921512 h 1525016"/>
                    <a:gd name="connsiteX41" fmla="*/ 252924 w 1522114"/>
                    <a:gd name="connsiteY41" fmla="*/ 841375 h 1525016"/>
                    <a:gd name="connsiteX42" fmla="*/ 138243 w 1522114"/>
                    <a:gd name="connsiteY42" fmla="*/ 726186 h 1525016"/>
                    <a:gd name="connsiteX43" fmla="*/ 83633 w 1522114"/>
                    <a:gd name="connsiteY43" fmla="*/ 643636 h 1525016"/>
                    <a:gd name="connsiteX44" fmla="*/ 139767 w 1522114"/>
                    <a:gd name="connsiteY44" fmla="*/ 409829 h 1525016"/>
                    <a:gd name="connsiteX45" fmla="*/ 413198 w 1522114"/>
                    <a:gd name="connsiteY45" fmla="*/ 163322 h 1525016"/>
                    <a:gd name="connsiteX46" fmla="*/ 730698 w 1522114"/>
                    <a:gd name="connsiteY46" fmla="*/ 160020 h 1525016"/>
                    <a:gd name="connsiteX47" fmla="*/ 944058 w 1522114"/>
                    <a:gd name="connsiteY47" fmla="*/ 286131 h 1525016"/>
                    <a:gd name="connsiteX48" fmla="*/ 1076900 w 1522114"/>
                    <a:gd name="connsiteY48" fmla="*/ 0 h 1525016"/>
                    <a:gd name="connsiteX49" fmla="*/ 971617 w 1522114"/>
                    <a:gd name="connsiteY49" fmla="*/ 322072 h 1525016"/>
                    <a:gd name="connsiteX50" fmla="*/ 1070423 w 1522114"/>
                    <a:gd name="connsiteY50" fmla="*/ 477139 h 1525016"/>
                    <a:gd name="connsiteX51" fmla="*/ 1107507 w 1522114"/>
                    <a:gd name="connsiteY51" fmla="*/ 581152 h 1525016"/>
                    <a:gd name="connsiteX52" fmla="*/ 175327 w 1522114"/>
                    <a:gd name="connsiteY52" fmla="*/ 393700 h 1525016"/>
                    <a:gd name="connsiteX53" fmla="*/ 227270 w 1522114"/>
                    <a:gd name="connsiteY53" fmla="*/ 410845 h 1525016"/>
                    <a:gd name="connsiteX54" fmla="*/ 284801 w 1522114"/>
                    <a:gd name="connsiteY54" fmla="*/ 565785 h 1525016"/>
                    <a:gd name="connsiteX55" fmla="*/ 256607 w 1522114"/>
                    <a:gd name="connsiteY55" fmla="*/ 706120 h 1525016"/>
                    <a:gd name="connsiteX56" fmla="*/ 204283 w 1522114"/>
                    <a:gd name="connsiteY56" fmla="*/ 752856 h 1525016"/>
                    <a:gd name="connsiteX57" fmla="*/ 615128 w 1522114"/>
                    <a:gd name="connsiteY57" fmla="*/ 929132 h 1525016"/>
                    <a:gd name="connsiteX58" fmla="*/ 979491 w 1522114"/>
                    <a:gd name="connsiteY58" fmla="*/ 756793 h 1525016"/>
                    <a:gd name="connsiteX59" fmla="*/ 1018353 w 1522114"/>
                    <a:gd name="connsiteY59" fmla="*/ 462788 h 1525016"/>
                    <a:gd name="connsiteX60" fmla="*/ 672151 w 1522114"/>
                    <a:gd name="connsiteY60" fmla="*/ 173863 h 1525016"/>
                    <a:gd name="connsiteX61" fmla="*/ 175327 w 1522114"/>
                    <a:gd name="connsiteY61" fmla="*/ 393700 h 1525016"/>
                    <a:gd name="connsiteX62" fmla="*/ 159833 w 1522114"/>
                    <a:gd name="connsiteY62" fmla="*/ 429006 h 1525016"/>
                    <a:gd name="connsiteX63" fmla="*/ 104588 w 1522114"/>
                    <a:gd name="connsiteY63" fmla="*/ 617220 h 1525016"/>
                    <a:gd name="connsiteX64" fmla="*/ 197679 w 1522114"/>
                    <a:gd name="connsiteY64" fmla="*/ 723265 h 1525016"/>
                    <a:gd name="connsiteX65" fmla="*/ 250892 w 1522114"/>
                    <a:gd name="connsiteY65" fmla="*/ 641477 h 1525016"/>
                    <a:gd name="connsiteX66" fmla="*/ 234636 w 1522114"/>
                    <a:gd name="connsiteY66" fmla="*/ 465709 h 1525016"/>
                    <a:gd name="connsiteX67" fmla="*/ 159833 w 1522114"/>
                    <a:gd name="connsiteY67" fmla="*/ 429006 h 1525016"/>
                    <a:gd name="connsiteX68" fmla="*/ 1052135 w 1522114"/>
                    <a:gd name="connsiteY68" fmla="*/ 487172 h 1525016"/>
                    <a:gd name="connsiteX69" fmla="*/ 1041086 w 1522114"/>
                    <a:gd name="connsiteY69" fmla="*/ 696214 h 1525016"/>
                    <a:gd name="connsiteX70" fmla="*/ 1052135 w 1522114"/>
                    <a:gd name="connsiteY70" fmla="*/ 487172 h 1525016"/>
                    <a:gd name="connsiteX71" fmla="*/ 441011 w 1522114"/>
                    <a:gd name="connsiteY71" fmla="*/ 934085 h 1525016"/>
                    <a:gd name="connsiteX72" fmla="*/ 658816 w 1522114"/>
                    <a:gd name="connsiteY72" fmla="*/ 967740 h 1525016"/>
                    <a:gd name="connsiteX73" fmla="*/ 569154 w 1522114"/>
                    <a:gd name="connsiteY73" fmla="*/ 951738 h 1525016"/>
                    <a:gd name="connsiteX74" fmla="*/ 441011 w 1522114"/>
                    <a:gd name="connsiteY74" fmla="*/ 934085 h 1525016"/>
                    <a:gd name="connsiteX75" fmla="*/ 303597 w 1522114"/>
                    <a:gd name="connsiteY75" fmla="*/ 984631 h 1525016"/>
                    <a:gd name="connsiteX76" fmla="*/ 288992 w 1522114"/>
                    <a:gd name="connsiteY76" fmla="*/ 1014222 h 1525016"/>
                    <a:gd name="connsiteX77" fmla="*/ 345380 w 1522114"/>
                    <a:gd name="connsiteY77" fmla="*/ 1064641 h 1525016"/>
                    <a:gd name="connsiteX78" fmla="*/ 332934 w 1522114"/>
                    <a:gd name="connsiteY78" fmla="*/ 1222502 h 1525016"/>
                    <a:gd name="connsiteX79" fmla="*/ 384369 w 1522114"/>
                    <a:gd name="connsiteY79" fmla="*/ 1151001 h 1525016"/>
                    <a:gd name="connsiteX80" fmla="*/ 303597 w 1522114"/>
                    <a:gd name="connsiteY80" fmla="*/ 984631 h 1525016"/>
                    <a:gd name="connsiteX81" fmla="*/ 1154370 w 1522114"/>
                    <a:gd name="connsiteY81" fmla="*/ 1103757 h 1525016"/>
                    <a:gd name="connsiteX82" fmla="*/ 1130875 w 1522114"/>
                    <a:gd name="connsiteY82" fmla="*/ 1296797 h 1525016"/>
                    <a:gd name="connsiteX83" fmla="*/ 1261431 w 1522114"/>
                    <a:gd name="connsiteY83" fmla="*/ 1352423 h 1525016"/>
                    <a:gd name="connsiteX84" fmla="*/ 1374969 w 1522114"/>
                    <a:gd name="connsiteY84" fmla="*/ 1363853 h 1525016"/>
                    <a:gd name="connsiteX85" fmla="*/ 1357316 w 1522114"/>
                    <a:gd name="connsiteY85" fmla="*/ 1335151 h 1525016"/>
                    <a:gd name="connsiteX86" fmla="*/ 1258637 w 1522114"/>
                    <a:gd name="connsiteY86" fmla="*/ 1275588 h 1525016"/>
                    <a:gd name="connsiteX87" fmla="*/ 1445581 w 1522114"/>
                    <a:gd name="connsiteY87" fmla="*/ 1318895 h 1525016"/>
                    <a:gd name="connsiteX88" fmla="*/ 1403163 w 1522114"/>
                    <a:gd name="connsiteY88" fmla="*/ 1266317 h 1525016"/>
                    <a:gd name="connsiteX89" fmla="*/ 1296229 w 1522114"/>
                    <a:gd name="connsiteY89" fmla="*/ 1221359 h 1525016"/>
                    <a:gd name="connsiteX90" fmla="*/ 1489269 w 1522114"/>
                    <a:gd name="connsiteY90" fmla="*/ 1249045 h 1525016"/>
                    <a:gd name="connsiteX91" fmla="*/ 1491174 w 1522114"/>
                    <a:gd name="connsiteY91" fmla="*/ 1229233 h 1525016"/>
                    <a:gd name="connsiteX92" fmla="*/ 1235269 w 1522114"/>
                    <a:gd name="connsiteY92" fmla="*/ 1137285 h 1525016"/>
                    <a:gd name="connsiteX93" fmla="*/ 1341060 w 1522114"/>
                    <a:gd name="connsiteY93" fmla="*/ 1060831 h 1525016"/>
                    <a:gd name="connsiteX94" fmla="*/ 1301944 w 1522114"/>
                    <a:gd name="connsiteY94" fmla="*/ 1021842 h 1525016"/>
                    <a:gd name="connsiteX95" fmla="*/ 1154370 w 1522114"/>
                    <a:gd name="connsiteY95" fmla="*/ 1103757 h 1525016"/>
                    <a:gd name="connsiteX96" fmla="*/ 857063 w 1522114"/>
                    <a:gd name="connsiteY96" fmla="*/ 1070610 h 1525016"/>
                    <a:gd name="connsiteX97" fmla="*/ 878272 w 1522114"/>
                    <a:gd name="connsiteY97" fmla="*/ 1189990 h 1525016"/>
                    <a:gd name="connsiteX98" fmla="*/ 905704 w 1522114"/>
                    <a:gd name="connsiteY98" fmla="*/ 1429893 h 1525016"/>
                    <a:gd name="connsiteX99" fmla="*/ 1188660 w 1522114"/>
                    <a:gd name="connsiteY99" fmla="*/ 1363472 h 1525016"/>
                    <a:gd name="connsiteX100" fmla="*/ 1073344 w 1522114"/>
                    <a:gd name="connsiteY100" fmla="*/ 1189355 h 1525016"/>
                    <a:gd name="connsiteX101" fmla="*/ 973522 w 1522114"/>
                    <a:gd name="connsiteY101" fmla="*/ 1327277 h 1525016"/>
                    <a:gd name="connsiteX102" fmla="*/ 945201 w 1522114"/>
                    <a:gd name="connsiteY102" fmla="*/ 1376680 h 1525016"/>
                    <a:gd name="connsiteX103" fmla="*/ 974665 w 1522114"/>
                    <a:gd name="connsiteY103" fmla="*/ 1255903 h 1525016"/>
                    <a:gd name="connsiteX104" fmla="*/ 857063 w 1522114"/>
                    <a:gd name="connsiteY104" fmla="*/ 1070610 h 1525016"/>
                    <a:gd name="connsiteX0" fmla="*/ 1100903 w 1522114"/>
                    <a:gd name="connsiteY0" fmla="*/ 613537 h 1525016"/>
                    <a:gd name="connsiteX1" fmla="*/ 1075122 w 1522114"/>
                    <a:gd name="connsiteY1" fmla="*/ 695960 h 1525016"/>
                    <a:gd name="connsiteX2" fmla="*/ 994858 w 1522114"/>
                    <a:gd name="connsiteY2" fmla="*/ 780288 h 1525016"/>
                    <a:gd name="connsiteX3" fmla="*/ 900370 w 1522114"/>
                    <a:gd name="connsiteY3" fmla="*/ 875284 h 1525016"/>
                    <a:gd name="connsiteX4" fmla="*/ 765623 w 1522114"/>
                    <a:gd name="connsiteY4" fmla="*/ 937514 h 1525016"/>
                    <a:gd name="connsiteX5" fmla="*/ 993715 w 1522114"/>
                    <a:gd name="connsiteY5" fmla="*/ 1240663 h 1525016"/>
                    <a:gd name="connsiteX6" fmla="*/ 1109666 w 1522114"/>
                    <a:gd name="connsiteY6" fmla="*/ 1110742 h 1525016"/>
                    <a:gd name="connsiteX7" fmla="*/ 1283275 w 1522114"/>
                    <a:gd name="connsiteY7" fmla="*/ 1000125 h 1525016"/>
                    <a:gd name="connsiteX8" fmla="*/ 1372810 w 1522114"/>
                    <a:gd name="connsiteY8" fmla="*/ 1048258 h 1525016"/>
                    <a:gd name="connsiteX9" fmla="*/ 1290260 w 1522114"/>
                    <a:gd name="connsiteY9" fmla="*/ 1133475 h 1525016"/>
                    <a:gd name="connsiteX10" fmla="*/ 1514796 w 1522114"/>
                    <a:gd name="connsiteY10" fmla="*/ 1214755 h 1525016"/>
                    <a:gd name="connsiteX11" fmla="*/ 1460440 w 1522114"/>
                    <a:gd name="connsiteY11" fmla="*/ 1279779 h 1525016"/>
                    <a:gd name="connsiteX12" fmla="*/ 1460821 w 1522114"/>
                    <a:gd name="connsiteY12" fmla="*/ 1327912 h 1525016"/>
                    <a:gd name="connsiteX13" fmla="*/ 1403163 w 1522114"/>
                    <a:gd name="connsiteY13" fmla="*/ 1349121 h 1525016"/>
                    <a:gd name="connsiteX14" fmla="*/ 1396686 w 1522114"/>
                    <a:gd name="connsiteY14" fmla="*/ 1379474 h 1525016"/>
                    <a:gd name="connsiteX15" fmla="*/ 1222569 w 1522114"/>
                    <a:gd name="connsiteY15" fmla="*/ 1371346 h 1525016"/>
                    <a:gd name="connsiteX16" fmla="*/ 1041340 w 1522114"/>
                    <a:gd name="connsiteY16" fmla="*/ 1472565 h 1525016"/>
                    <a:gd name="connsiteX17" fmla="*/ 907228 w 1522114"/>
                    <a:gd name="connsiteY17" fmla="*/ 1459484 h 1525016"/>
                    <a:gd name="connsiteX18" fmla="*/ 909260 w 1522114"/>
                    <a:gd name="connsiteY18" fmla="*/ 1515364 h 1525016"/>
                    <a:gd name="connsiteX19" fmla="*/ 884622 w 1522114"/>
                    <a:gd name="connsiteY19" fmla="*/ 1513840 h 1525016"/>
                    <a:gd name="connsiteX20" fmla="*/ 878780 w 1522114"/>
                    <a:gd name="connsiteY20" fmla="*/ 1439418 h 1525016"/>
                    <a:gd name="connsiteX21" fmla="*/ 820106 w 1522114"/>
                    <a:gd name="connsiteY21" fmla="*/ 1033780 h 1525016"/>
                    <a:gd name="connsiteX22" fmla="*/ 747208 w 1522114"/>
                    <a:gd name="connsiteY22" fmla="*/ 961009 h 1525016"/>
                    <a:gd name="connsiteX23" fmla="*/ 424882 w 1522114"/>
                    <a:gd name="connsiteY23" fmla="*/ 959358 h 1525016"/>
                    <a:gd name="connsiteX24" fmla="*/ 337125 w 1522114"/>
                    <a:gd name="connsiteY24" fmla="*/ 961517 h 1525016"/>
                    <a:gd name="connsiteX25" fmla="*/ 407610 w 1522114"/>
                    <a:gd name="connsiteY25" fmla="*/ 1173353 h 1525016"/>
                    <a:gd name="connsiteX26" fmla="*/ 322774 w 1522114"/>
                    <a:gd name="connsiteY26" fmla="*/ 1252474 h 1525016"/>
                    <a:gd name="connsiteX27" fmla="*/ 288357 w 1522114"/>
                    <a:gd name="connsiteY27" fmla="*/ 1477772 h 1525016"/>
                    <a:gd name="connsiteX28" fmla="*/ 283023 w 1522114"/>
                    <a:gd name="connsiteY28" fmla="*/ 1513840 h 1525016"/>
                    <a:gd name="connsiteX29" fmla="*/ 259020 w 1522114"/>
                    <a:gd name="connsiteY29" fmla="*/ 1518539 h 1525016"/>
                    <a:gd name="connsiteX30" fmla="*/ 323409 w 1522114"/>
                    <a:gd name="connsiteY30" fmla="*/ 1139190 h 1525016"/>
                    <a:gd name="connsiteX31" fmla="*/ 305629 w 1522114"/>
                    <a:gd name="connsiteY31" fmla="*/ 1055370 h 1525016"/>
                    <a:gd name="connsiteX32" fmla="*/ 229556 w 1522114"/>
                    <a:gd name="connsiteY32" fmla="*/ 1081532 h 1525016"/>
                    <a:gd name="connsiteX33" fmla="*/ 18228 w 1522114"/>
                    <a:gd name="connsiteY33" fmla="*/ 1512697 h 1525016"/>
                    <a:gd name="connsiteX34" fmla="*/ 2099 w 1522114"/>
                    <a:gd name="connsiteY34" fmla="*/ 1525016 h 1525016"/>
                    <a:gd name="connsiteX35" fmla="*/ 17212 w 1522114"/>
                    <a:gd name="connsiteY35" fmla="*/ 1428750 h 1525016"/>
                    <a:gd name="connsiteX36" fmla="*/ 107001 w 1522114"/>
                    <a:gd name="connsiteY36" fmla="*/ 1207770 h 1525016"/>
                    <a:gd name="connsiteX37" fmla="*/ 216983 w 1522114"/>
                    <a:gd name="connsiteY37" fmla="*/ 1057275 h 1525016"/>
                    <a:gd name="connsiteX38" fmla="*/ 304867 w 1522114"/>
                    <a:gd name="connsiteY38" fmla="*/ 955675 h 1525016"/>
                    <a:gd name="connsiteX39" fmla="*/ 391481 w 1522114"/>
                    <a:gd name="connsiteY39" fmla="*/ 921512 h 1525016"/>
                    <a:gd name="connsiteX40" fmla="*/ 252924 w 1522114"/>
                    <a:gd name="connsiteY40" fmla="*/ 841375 h 1525016"/>
                    <a:gd name="connsiteX41" fmla="*/ 138243 w 1522114"/>
                    <a:gd name="connsiteY41" fmla="*/ 726186 h 1525016"/>
                    <a:gd name="connsiteX42" fmla="*/ 83633 w 1522114"/>
                    <a:gd name="connsiteY42" fmla="*/ 643636 h 1525016"/>
                    <a:gd name="connsiteX43" fmla="*/ 139767 w 1522114"/>
                    <a:gd name="connsiteY43" fmla="*/ 409829 h 1525016"/>
                    <a:gd name="connsiteX44" fmla="*/ 413198 w 1522114"/>
                    <a:gd name="connsiteY44" fmla="*/ 163322 h 1525016"/>
                    <a:gd name="connsiteX45" fmla="*/ 730698 w 1522114"/>
                    <a:gd name="connsiteY45" fmla="*/ 160020 h 1525016"/>
                    <a:gd name="connsiteX46" fmla="*/ 944058 w 1522114"/>
                    <a:gd name="connsiteY46" fmla="*/ 286131 h 1525016"/>
                    <a:gd name="connsiteX47" fmla="*/ 1076900 w 1522114"/>
                    <a:gd name="connsiteY47" fmla="*/ 0 h 1525016"/>
                    <a:gd name="connsiteX48" fmla="*/ 971617 w 1522114"/>
                    <a:gd name="connsiteY48" fmla="*/ 322072 h 1525016"/>
                    <a:gd name="connsiteX49" fmla="*/ 1070423 w 1522114"/>
                    <a:gd name="connsiteY49" fmla="*/ 477139 h 1525016"/>
                    <a:gd name="connsiteX50" fmla="*/ 1107507 w 1522114"/>
                    <a:gd name="connsiteY50" fmla="*/ 581152 h 1525016"/>
                    <a:gd name="connsiteX51" fmla="*/ 175327 w 1522114"/>
                    <a:gd name="connsiteY51" fmla="*/ 393700 h 1525016"/>
                    <a:gd name="connsiteX52" fmla="*/ 227270 w 1522114"/>
                    <a:gd name="connsiteY52" fmla="*/ 410845 h 1525016"/>
                    <a:gd name="connsiteX53" fmla="*/ 284801 w 1522114"/>
                    <a:gd name="connsiteY53" fmla="*/ 565785 h 1525016"/>
                    <a:gd name="connsiteX54" fmla="*/ 256607 w 1522114"/>
                    <a:gd name="connsiteY54" fmla="*/ 706120 h 1525016"/>
                    <a:gd name="connsiteX55" fmla="*/ 204283 w 1522114"/>
                    <a:gd name="connsiteY55" fmla="*/ 752856 h 1525016"/>
                    <a:gd name="connsiteX56" fmla="*/ 615128 w 1522114"/>
                    <a:gd name="connsiteY56" fmla="*/ 929132 h 1525016"/>
                    <a:gd name="connsiteX57" fmla="*/ 979491 w 1522114"/>
                    <a:gd name="connsiteY57" fmla="*/ 756793 h 1525016"/>
                    <a:gd name="connsiteX58" fmla="*/ 1018353 w 1522114"/>
                    <a:gd name="connsiteY58" fmla="*/ 462788 h 1525016"/>
                    <a:gd name="connsiteX59" fmla="*/ 672151 w 1522114"/>
                    <a:gd name="connsiteY59" fmla="*/ 173863 h 1525016"/>
                    <a:gd name="connsiteX60" fmla="*/ 175327 w 1522114"/>
                    <a:gd name="connsiteY60" fmla="*/ 393700 h 1525016"/>
                    <a:gd name="connsiteX61" fmla="*/ 159833 w 1522114"/>
                    <a:gd name="connsiteY61" fmla="*/ 429006 h 1525016"/>
                    <a:gd name="connsiteX62" fmla="*/ 104588 w 1522114"/>
                    <a:gd name="connsiteY62" fmla="*/ 617220 h 1525016"/>
                    <a:gd name="connsiteX63" fmla="*/ 197679 w 1522114"/>
                    <a:gd name="connsiteY63" fmla="*/ 723265 h 1525016"/>
                    <a:gd name="connsiteX64" fmla="*/ 250892 w 1522114"/>
                    <a:gd name="connsiteY64" fmla="*/ 641477 h 1525016"/>
                    <a:gd name="connsiteX65" fmla="*/ 234636 w 1522114"/>
                    <a:gd name="connsiteY65" fmla="*/ 465709 h 1525016"/>
                    <a:gd name="connsiteX66" fmla="*/ 159833 w 1522114"/>
                    <a:gd name="connsiteY66" fmla="*/ 429006 h 1525016"/>
                    <a:gd name="connsiteX67" fmla="*/ 1052135 w 1522114"/>
                    <a:gd name="connsiteY67" fmla="*/ 487172 h 1525016"/>
                    <a:gd name="connsiteX68" fmla="*/ 1041086 w 1522114"/>
                    <a:gd name="connsiteY68" fmla="*/ 696214 h 1525016"/>
                    <a:gd name="connsiteX69" fmla="*/ 1052135 w 1522114"/>
                    <a:gd name="connsiteY69" fmla="*/ 487172 h 1525016"/>
                    <a:gd name="connsiteX70" fmla="*/ 441011 w 1522114"/>
                    <a:gd name="connsiteY70" fmla="*/ 934085 h 1525016"/>
                    <a:gd name="connsiteX71" fmla="*/ 658816 w 1522114"/>
                    <a:gd name="connsiteY71" fmla="*/ 967740 h 1525016"/>
                    <a:gd name="connsiteX72" fmla="*/ 569154 w 1522114"/>
                    <a:gd name="connsiteY72" fmla="*/ 951738 h 1525016"/>
                    <a:gd name="connsiteX73" fmla="*/ 441011 w 1522114"/>
                    <a:gd name="connsiteY73" fmla="*/ 934085 h 1525016"/>
                    <a:gd name="connsiteX74" fmla="*/ 303597 w 1522114"/>
                    <a:gd name="connsiteY74" fmla="*/ 984631 h 1525016"/>
                    <a:gd name="connsiteX75" fmla="*/ 288992 w 1522114"/>
                    <a:gd name="connsiteY75" fmla="*/ 1014222 h 1525016"/>
                    <a:gd name="connsiteX76" fmla="*/ 345380 w 1522114"/>
                    <a:gd name="connsiteY76" fmla="*/ 1064641 h 1525016"/>
                    <a:gd name="connsiteX77" fmla="*/ 332934 w 1522114"/>
                    <a:gd name="connsiteY77" fmla="*/ 1222502 h 1525016"/>
                    <a:gd name="connsiteX78" fmla="*/ 384369 w 1522114"/>
                    <a:gd name="connsiteY78" fmla="*/ 1151001 h 1525016"/>
                    <a:gd name="connsiteX79" fmla="*/ 303597 w 1522114"/>
                    <a:gd name="connsiteY79" fmla="*/ 984631 h 1525016"/>
                    <a:gd name="connsiteX80" fmla="*/ 1154370 w 1522114"/>
                    <a:gd name="connsiteY80" fmla="*/ 1103757 h 1525016"/>
                    <a:gd name="connsiteX81" fmla="*/ 1130875 w 1522114"/>
                    <a:gd name="connsiteY81" fmla="*/ 1296797 h 1525016"/>
                    <a:gd name="connsiteX82" fmla="*/ 1261431 w 1522114"/>
                    <a:gd name="connsiteY82" fmla="*/ 1352423 h 1525016"/>
                    <a:gd name="connsiteX83" fmla="*/ 1374969 w 1522114"/>
                    <a:gd name="connsiteY83" fmla="*/ 1363853 h 1525016"/>
                    <a:gd name="connsiteX84" fmla="*/ 1357316 w 1522114"/>
                    <a:gd name="connsiteY84" fmla="*/ 1335151 h 1525016"/>
                    <a:gd name="connsiteX85" fmla="*/ 1258637 w 1522114"/>
                    <a:gd name="connsiteY85" fmla="*/ 1275588 h 1525016"/>
                    <a:gd name="connsiteX86" fmla="*/ 1445581 w 1522114"/>
                    <a:gd name="connsiteY86" fmla="*/ 1318895 h 1525016"/>
                    <a:gd name="connsiteX87" fmla="*/ 1403163 w 1522114"/>
                    <a:gd name="connsiteY87" fmla="*/ 1266317 h 1525016"/>
                    <a:gd name="connsiteX88" fmla="*/ 1296229 w 1522114"/>
                    <a:gd name="connsiteY88" fmla="*/ 1221359 h 1525016"/>
                    <a:gd name="connsiteX89" fmla="*/ 1489269 w 1522114"/>
                    <a:gd name="connsiteY89" fmla="*/ 1249045 h 1525016"/>
                    <a:gd name="connsiteX90" fmla="*/ 1491174 w 1522114"/>
                    <a:gd name="connsiteY90" fmla="*/ 1229233 h 1525016"/>
                    <a:gd name="connsiteX91" fmla="*/ 1235269 w 1522114"/>
                    <a:gd name="connsiteY91" fmla="*/ 1137285 h 1525016"/>
                    <a:gd name="connsiteX92" fmla="*/ 1341060 w 1522114"/>
                    <a:gd name="connsiteY92" fmla="*/ 1060831 h 1525016"/>
                    <a:gd name="connsiteX93" fmla="*/ 1301944 w 1522114"/>
                    <a:gd name="connsiteY93" fmla="*/ 1021842 h 1525016"/>
                    <a:gd name="connsiteX94" fmla="*/ 1154370 w 1522114"/>
                    <a:gd name="connsiteY94" fmla="*/ 1103757 h 1525016"/>
                    <a:gd name="connsiteX95" fmla="*/ 857063 w 1522114"/>
                    <a:gd name="connsiteY95" fmla="*/ 1070610 h 1525016"/>
                    <a:gd name="connsiteX96" fmla="*/ 878272 w 1522114"/>
                    <a:gd name="connsiteY96" fmla="*/ 1189990 h 1525016"/>
                    <a:gd name="connsiteX97" fmla="*/ 905704 w 1522114"/>
                    <a:gd name="connsiteY97" fmla="*/ 1429893 h 1525016"/>
                    <a:gd name="connsiteX98" fmla="*/ 1188660 w 1522114"/>
                    <a:gd name="connsiteY98" fmla="*/ 1363472 h 1525016"/>
                    <a:gd name="connsiteX99" fmla="*/ 1073344 w 1522114"/>
                    <a:gd name="connsiteY99" fmla="*/ 1189355 h 1525016"/>
                    <a:gd name="connsiteX100" fmla="*/ 973522 w 1522114"/>
                    <a:gd name="connsiteY100" fmla="*/ 1327277 h 1525016"/>
                    <a:gd name="connsiteX101" fmla="*/ 945201 w 1522114"/>
                    <a:gd name="connsiteY101" fmla="*/ 1376680 h 1525016"/>
                    <a:gd name="connsiteX102" fmla="*/ 974665 w 1522114"/>
                    <a:gd name="connsiteY102" fmla="*/ 1255903 h 1525016"/>
                    <a:gd name="connsiteX103" fmla="*/ 857063 w 1522114"/>
                    <a:gd name="connsiteY103" fmla="*/ 1070610 h 1525016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4058 w 1522114"/>
                    <a:gd name="connsiteY46" fmla="*/ 143947 h 1382832"/>
                    <a:gd name="connsiteX47" fmla="*/ 971617 w 1522114"/>
                    <a:gd name="connsiteY47" fmla="*/ 179888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4058 w 1522114"/>
                    <a:gd name="connsiteY46" fmla="*/ 143947 h 1382832"/>
                    <a:gd name="connsiteX47" fmla="*/ 1053234 w 1522114"/>
                    <a:gd name="connsiteY47" fmla="*/ 174057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4058 w 1522114"/>
                    <a:gd name="connsiteY46" fmla="*/ 143947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107507 w 1522114"/>
                    <a:gd name="connsiteY49" fmla="*/ 438968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229733 w 1522114"/>
                    <a:gd name="connsiteY49" fmla="*/ 384357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063298 w 1522114"/>
                    <a:gd name="connsiteY49" fmla="*/ 269933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021689 w 1522114"/>
                    <a:gd name="connsiteY49" fmla="*/ 212721 h 1382832"/>
                    <a:gd name="connsiteX50" fmla="*/ 175327 w 1522114"/>
                    <a:gd name="connsiteY50" fmla="*/ 251516 h 1382832"/>
                    <a:gd name="connsiteX51" fmla="*/ 227270 w 1522114"/>
                    <a:gd name="connsiteY51" fmla="*/ 268661 h 1382832"/>
                    <a:gd name="connsiteX52" fmla="*/ 284801 w 1522114"/>
                    <a:gd name="connsiteY52" fmla="*/ 423601 h 1382832"/>
                    <a:gd name="connsiteX53" fmla="*/ 256607 w 1522114"/>
                    <a:gd name="connsiteY53" fmla="*/ 563936 h 1382832"/>
                    <a:gd name="connsiteX54" fmla="*/ 204283 w 1522114"/>
                    <a:gd name="connsiteY54" fmla="*/ 610672 h 1382832"/>
                    <a:gd name="connsiteX55" fmla="*/ 615128 w 1522114"/>
                    <a:gd name="connsiteY55" fmla="*/ 786948 h 1382832"/>
                    <a:gd name="connsiteX56" fmla="*/ 979491 w 1522114"/>
                    <a:gd name="connsiteY56" fmla="*/ 614609 h 1382832"/>
                    <a:gd name="connsiteX57" fmla="*/ 1018353 w 1522114"/>
                    <a:gd name="connsiteY57" fmla="*/ 320604 h 1382832"/>
                    <a:gd name="connsiteX58" fmla="*/ 672151 w 1522114"/>
                    <a:gd name="connsiteY58" fmla="*/ 31679 h 1382832"/>
                    <a:gd name="connsiteX59" fmla="*/ 175327 w 1522114"/>
                    <a:gd name="connsiteY59" fmla="*/ 251516 h 1382832"/>
                    <a:gd name="connsiteX60" fmla="*/ 159833 w 1522114"/>
                    <a:gd name="connsiteY60" fmla="*/ 286822 h 1382832"/>
                    <a:gd name="connsiteX61" fmla="*/ 104588 w 1522114"/>
                    <a:gd name="connsiteY61" fmla="*/ 475036 h 1382832"/>
                    <a:gd name="connsiteX62" fmla="*/ 197679 w 1522114"/>
                    <a:gd name="connsiteY62" fmla="*/ 581081 h 1382832"/>
                    <a:gd name="connsiteX63" fmla="*/ 250892 w 1522114"/>
                    <a:gd name="connsiteY63" fmla="*/ 499293 h 1382832"/>
                    <a:gd name="connsiteX64" fmla="*/ 234636 w 1522114"/>
                    <a:gd name="connsiteY64" fmla="*/ 323525 h 1382832"/>
                    <a:gd name="connsiteX65" fmla="*/ 159833 w 1522114"/>
                    <a:gd name="connsiteY65" fmla="*/ 286822 h 1382832"/>
                    <a:gd name="connsiteX66" fmla="*/ 1052135 w 1522114"/>
                    <a:gd name="connsiteY66" fmla="*/ 344988 h 1382832"/>
                    <a:gd name="connsiteX67" fmla="*/ 1041086 w 1522114"/>
                    <a:gd name="connsiteY67" fmla="*/ 554030 h 1382832"/>
                    <a:gd name="connsiteX68" fmla="*/ 1052135 w 1522114"/>
                    <a:gd name="connsiteY68" fmla="*/ 344988 h 1382832"/>
                    <a:gd name="connsiteX69" fmla="*/ 441011 w 1522114"/>
                    <a:gd name="connsiteY69" fmla="*/ 791901 h 1382832"/>
                    <a:gd name="connsiteX70" fmla="*/ 658816 w 1522114"/>
                    <a:gd name="connsiteY70" fmla="*/ 825556 h 1382832"/>
                    <a:gd name="connsiteX71" fmla="*/ 569154 w 1522114"/>
                    <a:gd name="connsiteY71" fmla="*/ 809554 h 1382832"/>
                    <a:gd name="connsiteX72" fmla="*/ 441011 w 1522114"/>
                    <a:gd name="connsiteY72" fmla="*/ 791901 h 1382832"/>
                    <a:gd name="connsiteX73" fmla="*/ 303597 w 1522114"/>
                    <a:gd name="connsiteY73" fmla="*/ 842447 h 1382832"/>
                    <a:gd name="connsiteX74" fmla="*/ 288992 w 1522114"/>
                    <a:gd name="connsiteY74" fmla="*/ 872038 h 1382832"/>
                    <a:gd name="connsiteX75" fmla="*/ 345380 w 1522114"/>
                    <a:gd name="connsiteY75" fmla="*/ 922457 h 1382832"/>
                    <a:gd name="connsiteX76" fmla="*/ 332934 w 1522114"/>
                    <a:gd name="connsiteY76" fmla="*/ 1080318 h 1382832"/>
                    <a:gd name="connsiteX77" fmla="*/ 384369 w 1522114"/>
                    <a:gd name="connsiteY77" fmla="*/ 1008817 h 1382832"/>
                    <a:gd name="connsiteX78" fmla="*/ 303597 w 1522114"/>
                    <a:gd name="connsiteY78" fmla="*/ 842447 h 1382832"/>
                    <a:gd name="connsiteX79" fmla="*/ 1154370 w 1522114"/>
                    <a:gd name="connsiteY79" fmla="*/ 961573 h 1382832"/>
                    <a:gd name="connsiteX80" fmla="*/ 1130875 w 1522114"/>
                    <a:gd name="connsiteY80" fmla="*/ 1154613 h 1382832"/>
                    <a:gd name="connsiteX81" fmla="*/ 1261431 w 1522114"/>
                    <a:gd name="connsiteY81" fmla="*/ 1210239 h 1382832"/>
                    <a:gd name="connsiteX82" fmla="*/ 1374969 w 1522114"/>
                    <a:gd name="connsiteY82" fmla="*/ 1221669 h 1382832"/>
                    <a:gd name="connsiteX83" fmla="*/ 1357316 w 1522114"/>
                    <a:gd name="connsiteY83" fmla="*/ 1192967 h 1382832"/>
                    <a:gd name="connsiteX84" fmla="*/ 1258637 w 1522114"/>
                    <a:gd name="connsiteY84" fmla="*/ 1133404 h 1382832"/>
                    <a:gd name="connsiteX85" fmla="*/ 1445581 w 1522114"/>
                    <a:gd name="connsiteY85" fmla="*/ 1176711 h 1382832"/>
                    <a:gd name="connsiteX86" fmla="*/ 1403163 w 1522114"/>
                    <a:gd name="connsiteY86" fmla="*/ 1124133 h 1382832"/>
                    <a:gd name="connsiteX87" fmla="*/ 1296229 w 1522114"/>
                    <a:gd name="connsiteY87" fmla="*/ 1079175 h 1382832"/>
                    <a:gd name="connsiteX88" fmla="*/ 1489269 w 1522114"/>
                    <a:gd name="connsiteY88" fmla="*/ 1106861 h 1382832"/>
                    <a:gd name="connsiteX89" fmla="*/ 1491174 w 1522114"/>
                    <a:gd name="connsiteY89" fmla="*/ 1087049 h 1382832"/>
                    <a:gd name="connsiteX90" fmla="*/ 1235269 w 1522114"/>
                    <a:gd name="connsiteY90" fmla="*/ 995101 h 1382832"/>
                    <a:gd name="connsiteX91" fmla="*/ 1341060 w 1522114"/>
                    <a:gd name="connsiteY91" fmla="*/ 918647 h 1382832"/>
                    <a:gd name="connsiteX92" fmla="*/ 1301944 w 1522114"/>
                    <a:gd name="connsiteY92" fmla="*/ 879658 h 1382832"/>
                    <a:gd name="connsiteX93" fmla="*/ 1154370 w 1522114"/>
                    <a:gd name="connsiteY93" fmla="*/ 961573 h 1382832"/>
                    <a:gd name="connsiteX94" fmla="*/ 857063 w 1522114"/>
                    <a:gd name="connsiteY94" fmla="*/ 928426 h 1382832"/>
                    <a:gd name="connsiteX95" fmla="*/ 878272 w 1522114"/>
                    <a:gd name="connsiteY95" fmla="*/ 1047806 h 1382832"/>
                    <a:gd name="connsiteX96" fmla="*/ 905704 w 1522114"/>
                    <a:gd name="connsiteY96" fmla="*/ 1287709 h 1382832"/>
                    <a:gd name="connsiteX97" fmla="*/ 1188660 w 1522114"/>
                    <a:gd name="connsiteY97" fmla="*/ 1221288 h 1382832"/>
                    <a:gd name="connsiteX98" fmla="*/ 1073344 w 1522114"/>
                    <a:gd name="connsiteY98" fmla="*/ 1047171 h 1382832"/>
                    <a:gd name="connsiteX99" fmla="*/ 973522 w 1522114"/>
                    <a:gd name="connsiteY99" fmla="*/ 1185093 h 1382832"/>
                    <a:gd name="connsiteX100" fmla="*/ 945201 w 1522114"/>
                    <a:gd name="connsiteY100" fmla="*/ 1234496 h 1382832"/>
                    <a:gd name="connsiteX101" fmla="*/ 974665 w 1522114"/>
                    <a:gd name="connsiteY101" fmla="*/ 1113719 h 1382832"/>
                    <a:gd name="connsiteX102" fmla="*/ 857063 w 1522114"/>
                    <a:gd name="connsiteY102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064894 w 1522114"/>
                    <a:gd name="connsiteY47" fmla="*/ 372269 h 1382832"/>
                    <a:gd name="connsiteX48" fmla="*/ 1070423 w 1522114"/>
                    <a:gd name="connsiteY48" fmla="*/ 334955 h 1382832"/>
                    <a:gd name="connsiteX49" fmla="*/ 175327 w 1522114"/>
                    <a:gd name="connsiteY49" fmla="*/ 251516 h 1382832"/>
                    <a:gd name="connsiteX50" fmla="*/ 227270 w 1522114"/>
                    <a:gd name="connsiteY50" fmla="*/ 268661 h 1382832"/>
                    <a:gd name="connsiteX51" fmla="*/ 284801 w 1522114"/>
                    <a:gd name="connsiteY51" fmla="*/ 423601 h 1382832"/>
                    <a:gd name="connsiteX52" fmla="*/ 256607 w 1522114"/>
                    <a:gd name="connsiteY52" fmla="*/ 563936 h 1382832"/>
                    <a:gd name="connsiteX53" fmla="*/ 204283 w 1522114"/>
                    <a:gd name="connsiteY53" fmla="*/ 610672 h 1382832"/>
                    <a:gd name="connsiteX54" fmla="*/ 615128 w 1522114"/>
                    <a:gd name="connsiteY54" fmla="*/ 786948 h 1382832"/>
                    <a:gd name="connsiteX55" fmla="*/ 979491 w 1522114"/>
                    <a:gd name="connsiteY55" fmla="*/ 614609 h 1382832"/>
                    <a:gd name="connsiteX56" fmla="*/ 1018353 w 1522114"/>
                    <a:gd name="connsiteY56" fmla="*/ 320604 h 1382832"/>
                    <a:gd name="connsiteX57" fmla="*/ 672151 w 1522114"/>
                    <a:gd name="connsiteY57" fmla="*/ 31679 h 1382832"/>
                    <a:gd name="connsiteX58" fmla="*/ 175327 w 1522114"/>
                    <a:gd name="connsiteY58" fmla="*/ 251516 h 1382832"/>
                    <a:gd name="connsiteX59" fmla="*/ 159833 w 1522114"/>
                    <a:gd name="connsiteY59" fmla="*/ 286822 h 1382832"/>
                    <a:gd name="connsiteX60" fmla="*/ 104588 w 1522114"/>
                    <a:gd name="connsiteY60" fmla="*/ 475036 h 1382832"/>
                    <a:gd name="connsiteX61" fmla="*/ 197679 w 1522114"/>
                    <a:gd name="connsiteY61" fmla="*/ 581081 h 1382832"/>
                    <a:gd name="connsiteX62" fmla="*/ 250892 w 1522114"/>
                    <a:gd name="connsiteY62" fmla="*/ 499293 h 1382832"/>
                    <a:gd name="connsiteX63" fmla="*/ 234636 w 1522114"/>
                    <a:gd name="connsiteY63" fmla="*/ 323525 h 1382832"/>
                    <a:gd name="connsiteX64" fmla="*/ 159833 w 1522114"/>
                    <a:gd name="connsiteY64" fmla="*/ 286822 h 1382832"/>
                    <a:gd name="connsiteX65" fmla="*/ 1052135 w 1522114"/>
                    <a:gd name="connsiteY65" fmla="*/ 344988 h 1382832"/>
                    <a:gd name="connsiteX66" fmla="*/ 1041086 w 1522114"/>
                    <a:gd name="connsiteY66" fmla="*/ 554030 h 1382832"/>
                    <a:gd name="connsiteX67" fmla="*/ 1052135 w 1522114"/>
                    <a:gd name="connsiteY67" fmla="*/ 344988 h 1382832"/>
                    <a:gd name="connsiteX68" fmla="*/ 441011 w 1522114"/>
                    <a:gd name="connsiteY68" fmla="*/ 791901 h 1382832"/>
                    <a:gd name="connsiteX69" fmla="*/ 658816 w 1522114"/>
                    <a:gd name="connsiteY69" fmla="*/ 825556 h 1382832"/>
                    <a:gd name="connsiteX70" fmla="*/ 569154 w 1522114"/>
                    <a:gd name="connsiteY70" fmla="*/ 809554 h 1382832"/>
                    <a:gd name="connsiteX71" fmla="*/ 441011 w 1522114"/>
                    <a:gd name="connsiteY71" fmla="*/ 791901 h 1382832"/>
                    <a:gd name="connsiteX72" fmla="*/ 303597 w 1522114"/>
                    <a:gd name="connsiteY72" fmla="*/ 842447 h 1382832"/>
                    <a:gd name="connsiteX73" fmla="*/ 288992 w 1522114"/>
                    <a:gd name="connsiteY73" fmla="*/ 872038 h 1382832"/>
                    <a:gd name="connsiteX74" fmla="*/ 345380 w 1522114"/>
                    <a:gd name="connsiteY74" fmla="*/ 922457 h 1382832"/>
                    <a:gd name="connsiteX75" fmla="*/ 332934 w 1522114"/>
                    <a:gd name="connsiteY75" fmla="*/ 1080318 h 1382832"/>
                    <a:gd name="connsiteX76" fmla="*/ 384369 w 1522114"/>
                    <a:gd name="connsiteY76" fmla="*/ 1008817 h 1382832"/>
                    <a:gd name="connsiteX77" fmla="*/ 303597 w 1522114"/>
                    <a:gd name="connsiteY77" fmla="*/ 842447 h 1382832"/>
                    <a:gd name="connsiteX78" fmla="*/ 1154370 w 1522114"/>
                    <a:gd name="connsiteY78" fmla="*/ 961573 h 1382832"/>
                    <a:gd name="connsiteX79" fmla="*/ 1130875 w 1522114"/>
                    <a:gd name="connsiteY79" fmla="*/ 1154613 h 1382832"/>
                    <a:gd name="connsiteX80" fmla="*/ 1261431 w 1522114"/>
                    <a:gd name="connsiteY80" fmla="*/ 1210239 h 1382832"/>
                    <a:gd name="connsiteX81" fmla="*/ 1374969 w 1522114"/>
                    <a:gd name="connsiteY81" fmla="*/ 1221669 h 1382832"/>
                    <a:gd name="connsiteX82" fmla="*/ 1357316 w 1522114"/>
                    <a:gd name="connsiteY82" fmla="*/ 1192967 h 1382832"/>
                    <a:gd name="connsiteX83" fmla="*/ 1258637 w 1522114"/>
                    <a:gd name="connsiteY83" fmla="*/ 1133404 h 1382832"/>
                    <a:gd name="connsiteX84" fmla="*/ 1445581 w 1522114"/>
                    <a:gd name="connsiteY84" fmla="*/ 1176711 h 1382832"/>
                    <a:gd name="connsiteX85" fmla="*/ 1403163 w 1522114"/>
                    <a:gd name="connsiteY85" fmla="*/ 1124133 h 1382832"/>
                    <a:gd name="connsiteX86" fmla="*/ 1296229 w 1522114"/>
                    <a:gd name="connsiteY86" fmla="*/ 1079175 h 1382832"/>
                    <a:gd name="connsiteX87" fmla="*/ 1489269 w 1522114"/>
                    <a:gd name="connsiteY87" fmla="*/ 1106861 h 1382832"/>
                    <a:gd name="connsiteX88" fmla="*/ 1491174 w 1522114"/>
                    <a:gd name="connsiteY88" fmla="*/ 1087049 h 1382832"/>
                    <a:gd name="connsiteX89" fmla="*/ 1235269 w 1522114"/>
                    <a:gd name="connsiteY89" fmla="*/ 995101 h 1382832"/>
                    <a:gd name="connsiteX90" fmla="*/ 1341060 w 1522114"/>
                    <a:gd name="connsiteY90" fmla="*/ 918647 h 1382832"/>
                    <a:gd name="connsiteX91" fmla="*/ 1301944 w 1522114"/>
                    <a:gd name="connsiteY91" fmla="*/ 879658 h 1382832"/>
                    <a:gd name="connsiteX92" fmla="*/ 1154370 w 1522114"/>
                    <a:gd name="connsiteY92" fmla="*/ 961573 h 1382832"/>
                    <a:gd name="connsiteX93" fmla="*/ 857063 w 1522114"/>
                    <a:gd name="connsiteY93" fmla="*/ 928426 h 1382832"/>
                    <a:gd name="connsiteX94" fmla="*/ 878272 w 1522114"/>
                    <a:gd name="connsiteY94" fmla="*/ 1047806 h 1382832"/>
                    <a:gd name="connsiteX95" fmla="*/ 905704 w 1522114"/>
                    <a:gd name="connsiteY95" fmla="*/ 1287709 h 1382832"/>
                    <a:gd name="connsiteX96" fmla="*/ 1188660 w 1522114"/>
                    <a:gd name="connsiteY96" fmla="*/ 1221288 h 1382832"/>
                    <a:gd name="connsiteX97" fmla="*/ 1073344 w 1522114"/>
                    <a:gd name="connsiteY97" fmla="*/ 1047171 h 1382832"/>
                    <a:gd name="connsiteX98" fmla="*/ 973522 w 1522114"/>
                    <a:gd name="connsiteY98" fmla="*/ 1185093 h 1382832"/>
                    <a:gd name="connsiteX99" fmla="*/ 945201 w 1522114"/>
                    <a:gd name="connsiteY99" fmla="*/ 1234496 h 1382832"/>
                    <a:gd name="connsiteX100" fmla="*/ 974665 w 1522114"/>
                    <a:gd name="connsiteY100" fmla="*/ 1113719 h 1382832"/>
                    <a:gd name="connsiteX101" fmla="*/ 857063 w 1522114"/>
                    <a:gd name="connsiteY101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52135 w 1522114"/>
                    <a:gd name="connsiteY63" fmla="*/ 34498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4498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52135 w 1522114"/>
                    <a:gd name="connsiteY63" fmla="*/ 34498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36532 w 1522114"/>
                    <a:gd name="connsiteY63" fmla="*/ 34498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153556 w 1522114"/>
                    <a:gd name="connsiteY63" fmla="*/ 339787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171760 w 1522114"/>
                    <a:gd name="connsiteY63" fmla="*/ 43860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36532 w 1522114"/>
                    <a:gd name="connsiteY63" fmla="*/ 21496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955915 w 1522114"/>
                    <a:gd name="connsiteY63" fmla="*/ 16555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955915 w 1522114"/>
                    <a:gd name="connsiteY63" fmla="*/ 16555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955915 w 1522114"/>
                    <a:gd name="connsiteY63" fmla="*/ 165551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202966 w 1522114"/>
                    <a:gd name="connsiteY63" fmla="*/ 295578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49887 w 1522114"/>
                    <a:gd name="connsiteY46" fmla="*/ 155606 h 1382832"/>
                    <a:gd name="connsiteX47" fmla="*/ 175327 w 1522114"/>
                    <a:gd name="connsiteY47" fmla="*/ 251516 h 1382832"/>
                    <a:gd name="connsiteX48" fmla="*/ 227270 w 1522114"/>
                    <a:gd name="connsiteY48" fmla="*/ 268661 h 1382832"/>
                    <a:gd name="connsiteX49" fmla="*/ 284801 w 1522114"/>
                    <a:gd name="connsiteY49" fmla="*/ 423601 h 1382832"/>
                    <a:gd name="connsiteX50" fmla="*/ 256607 w 1522114"/>
                    <a:gd name="connsiteY50" fmla="*/ 563936 h 1382832"/>
                    <a:gd name="connsiteX51" fmla="*/ 204283 w 1522114"/>
                    <a:gd name="connsiteY51" fmla="*/ 610672 h 1382832"/>
                    <a:gd name="connsiteX52" fmla="*/ 615128 w 1522114"/>
                    <a:gd name="connsiteY52" fmla="*/ 786948 h 1382832"/>
                    <a:gd name="connsiteX53" fmla="*/ 979491 w 1522114"/>
                    <a:gd name="connsiteY53" fmla="*/ 614609 h 1382832"/>
                    <a:gd name="connsiteX54" fmla="*/ 1018353 w 1522114"/>
                    <a:gd name="connsiteY54" fmla="*/ 320604 h 1382832"/>
                    <a:gd name="connsiteX55" fmla="*/ 672151 w 1522114"/>
                    <a:gd name="connsiteY55" fmla="*/ 31679 h 1382832"/>
                    <a:gd name="connsiteX56" fmla="*/ 175327 w 1522114"/>
                    <a:gd name="connsiteY56" fmla="*/ 251516 h 1382832"/>
                    <a:gd name="connsiteX57" fmla="*/ 159833 w 1522114"/>
                    <a:gd name="connsiteY57" fmla="*/ 286822 h 1382832"/>
                    <a:gd name="connsiteX58" fmla="*/ 104588 w 1522114"/>
                    <a:gd name="connsiteY58" fmla="*/ 475036 h 1382832"/>
                    <a:gd name="connsiteX59" fmla="*/ 197679 w 1522114"/>
                    <a:gd name="connsiteY59" fmla="*/ 581081 h 1382832"/>
                    <a:gd name="connsiteX60" fmla="*/ 250892 w 1522114"/>
                    <a:gd name="connsiteY60" fmla="*/ 499293 h 1382832"/>
                    <a:gd name="connsiteX61" fmla="*/ 234636 w 1522114"/>
                    <a:gd name="connsiteY61" fmla="*/ 323525 h 1382832"/>
                    <a:gd name="connsiteX62" fmla="*/ 159833 w 1522114"/>
                    <a:gd name="connsiteY62" fmla="*/ 286822 h 1382832"/>
                    <a:gd name="connsiteX63" fmla="*/ 1041086 w 1522114"/>
                    <a:gd name="connsiteY63" fmla="*/ 554030 h 1382832"/>
                    <a:gd name="connsiteX64" fmla="*/ 1052135 w 1522114"/>
                    <a:gd name="connsiteY64" fmla="*/ 394398 h 1382832"/>
                    <a:gd name="connsiteX65" fmla="*/ 441011 w 1522114"/>
                    <a:gd name="connsiteY65" fmla="*/ 791901 h 1382832"/>
                    <a:gd name="connsiteX66" fmla="*/ 658816 w 1522114"/>
                    <a:gd name="connsiteY66" fmla="*/ 825556 h 1382832"/>
                    <a:gd name="connsiteX67" fmla="*/ 569154 w 1522114"/>
                    <a:gd name="connsiteY67" fmla="*/ 809554 h 1382832"/>
                    <a:gd name="connsiteX68" fmla="*/ 441011 w 1522114"/>
                    <a:gd name="connsiteY68" fmla="*/ 791901 h 1382832"/>
                    <a:gd name="connsiteX69" fmla="*/ 303597 w 1522114"/>
                    <a:gd name="connsiteY69" fmla="*/ 842447 h 1382832"/>
                    <a:gd name="connsiteX70" fmla="*/ 288992 w 1522114"/>
                    <a:gd name="connsiteY70" fmla="*/ 872038 h 1382832"/>
                    <a:gd name="connsiteX71" fmla="*/ 345380 w 1522114"/>
                    <a:gd name="connsiteY71" fmla="*/ 922457 h 1382832"/>
                    <a:gd name="connsiteX72" fmla="*/ 332934 w 1522114"/>
                    <a:gd name="connsiteY72" fmla="*/ 1080318 h 1382832"/>
                    <a:gd name="connsiteX73" fmla="*/ 384369 w 1522114"/>
                    <a:gd name="connsiteY73" fmla="*/ 1008817 h 1382832"/>
                    <a:gd name="connsiteX74" fmla="*/ 303597 w 1522114"/>
                    <a:gd name="connsiteY74" fmla="*/ 842447 h 1382832"/>
                    <a:gd name="connsiteX75" fmla="*/ 1154370 w 1522114"/>
                    <a:gd name="connsiteY75" fmla="*/ 961573 h 1382832"/>
                    <a:gd name="connsiteX76" fmla="*/ 1130875 w 1522114"/>
                    <a:gd name="connsiteY76" fmla="*/ 1154613 h 1382832"/>
                    <a:gd name="connsiteX77" fmla="*/ 1261431 w 1522114"/>
                    <a:gd name="connsiteY77" fmla="*/ 1210239 h 1382832"/>
                    <a:gd name="connsiteX78" fmla="*/ 1374969 w 1522114"/>
                    <a:gd name="connsiteY78" fmla="*/ 1221669 h 1382832"/>
                    <a:gd name="connsiteX79" fmla="*/ 1357316 w 1522114"/>
                    <a:gd name="connsiteY79" fmla="*/ 1192967 h 1382832"/>
                    <a:gd name="connsiteX80" fmla="*/ 1258637 w 1522114"/>
                    <a:gd name="connsiteY80" fmla="*/ 1133404 h 1382832"/>
                    <a:gd name="connsiteX81" fmla="*/ 1445581 w 1522114"/>
                    <a:gd name="connsiteY81" fmla="*/ 1176711 h 1382832"/>
                    <a:gd name="connsiteX82" fmla="*/ 1403163 w 1522114"/>
                    <a:gd name="connsiteY82" fmla="*/ 1124133 h 1382832"/>
                    <a:gd name="connsiteX83" fmla="*/ 1296229 w 1522114"/>
                    <a:gd name="connsiteY83" fmla="*/ 1079175 h 1382832"/>
                    <a:gd name="connsiteX84" fmla="*/ 1489269 w 1522114"/>
                    <a:gd name="connsiteY84" fmla="*/ 1106861 h 1382832"/>
                    <a:gd name="connsiteX85" fmla="*/ 1491174 w 1522114"/>
                    <a:gd name="connsiteY85" fmla="*/ 1087049 h 1382832"/>
                    <a:gd name="connsiteX86" fmla="*/ 1235269 w 1522114"/>
                    <a:gd name="connsiteY86" fmla="*/ 995101 h 1382832"/>
                    <a:gd name="connsiteX87" fmla="*/ 1341060 w 1522114"/>
                    <a:gd name="connsiteY87" fmla="*/ 918647 h 1382832"/>
                    <a:gd name="connsiteX88" fmla="*/ 1301944 w 1522114"/>
                    <a:gd name="connsiteY88" fmla="*/ 879658 h 1382832"/>
                    <a:gd name="connsiteX89" fmla="*/ 1154370 w 1522114"/>
                    <a:gd name="connsiteY89" fmla="*/ 961573 h 1382832"/>
                    <a:gd name="connsiteX90" fmla="*/ 857063 w 1522114"/>
                    <a:gd name="connsiteY90" fmla="*/ 928426 h 1382832"/>
                    <a:gd name="connsiteX91" fmla="*/ 878272 w 1522114"/>
                    <a:gd name="connsiteY91" fmla="*/ 1047806 h 1382832"/>
                    <a:gd name="connsiteX92" fmla="*/ 905704 w 1522114"/>
                    <a:gd name="connsiteY92" fmla="*/ 1287709 h 1382832"/>
                    <a:gd name="connsiteX93" fmla="*/ 1188660 w 1522114"/>
                    <a:gd name="connsiteY93" fmla="*/ 1221288 h 1382832"/>
                    <a:gd name="connsiteX94" fmla="*/ 1073344 w 1522114"/>
                    <a:gd name="connsiteY94" fmla="*/ 1047171 h 1382832"/>
                    <a:gd name="connsiteX95" fmla="*/ 973522 w 1522114"/>
                    <a:gd name="connsiteY95" fmla="*/ 1185093 h 1382832"/>
                    <a:gd name="connsiteX96" fmla="*/ 945201 w 1522114"/>
                    <a:gd name="connsiteY96" fmla="*/ 1234496 h 1382832"/>
                    <a:gd name="connsiteX97" fmla="*/ 974665 w 1522114"/>
                    <a:gd name="connsiteY97" fmla="*/ 1113719 h 1382832"/>
                    <a:gd name="connsiteX98" fmla="*/ 857063 w 1522114"/>
                    <a:gd name="connsiteY98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949887 w 1522114"/>
                    <a:gd name="connsiteY47" fmla="*/ 155606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962889 w 1522114"/>
                    <a:gd name="connsiteY47" fmla="*/ 181611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38305 w 1522114"/>
                    <a:gd name="connsiteY47" fmla="*/ 31944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38305 w 1522114"/>
                    <a:gd name="connsiteY47" fmla="*/ 31944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38305 w 1522114"/>
                    <a:gd name="connsiteY47" fmla="*/ 31944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2135 w 1522114"/>
                    <a:gd name="connsiteY65" fmla="*/ 394398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522114"/>
                    <a:gd name="connsiteY0" fmla="*/ 471353 h 1382832"/>
                    <a:gd name="connsiteX1" fmla="*/ 1075122 w 1522114"/>
                    <a:gd name="connsiteY1" fmla="*/ 553776 h 1382832"/>
                    <a:gd name="connsiteX2" fmla="*/ 994858 w 1522114"/>
                    <a:gd name="connsiteY2" fmla="*/ 638104 h 1382832"/>
                    <a:gd name="connsiteX3" fmla="*/ 900370 w 1522114"/>
                    <a:gd name="connsiteY3" fmla="*/ 733100 h 1382832"/>
                    <a:gd name="connsiteX4" fmla="*/ 765623 w 1522114"/>
                    <a:gd name="connsiteY4" fmla="*/ 795330 h 1382832"/>
                    <a:gd name="connsiteX5" fmla="*/ 993715 w 1522114"/>
                    <a:gd name="connsiteY5" fmla="*/ 1098479 h 1382832"/>
                    <a:gd name="connsiteX6" fmla="*/ 1109666 w 1522114"/>
                    <a:gd name="connsiteY6" fmla="*/ 968558 h 1382832"/>
                    <a:gd name="connsiteX7" fmla="*/ 1283275 w 1522114"/>
                    <a:gd name="connsiteY7" fmla="*/ 857941 h 1382832"/>
                    <a:gd name="connsiteX8" fmla="*/ 1372810 w 1522114"/>
                    <a:gd name="connsiteY8" fmla="*/ 906074 h 1382832"/>
                    <a:gd name="connsiteX9" fmla="*/ 1290260 w 1522114"/>
                    <a:gd name="connsiteY9" fmla="*/ 991291 h 1382832"/>
                    <a:gd name="connsiteX10" fmla="*/ 1514796 w 1522114"/>
                    <a:gd name="connsiteY10" fmla="*/ 1072571 h 1382832"/>
                    <a:gd name="connsiteX11" fmla="*/ 1460440 w 1522114"/>
                    <a:gd name="connsiteY11" fmla="*/ 1137595 h 1382832"/>
                    <a:gd name="connsiteX12" fmla="*/ 1460821 w 1522114"/>
                    <a:gd name="connsiteY12" fmla="*/ 1185728 h 1382832"/>
                    <a:gd name="connsiteX13" fmla="*/ 1403163 w 1522114"/>
                    <a:gd name="connsiteY13" fmla="*/ 1206937 h 1382832"/>
                    <a:gd name="connsiteX14" fmla="*/ 1396686 w 1522114"/>
                    <a:gd name="connsiteY14" fmla="*/ 1237290 h 1382832"/>
                    <a:gd name="connsiteX15" fmla="*/ 1222569 w 1522114"/>
                    <a:gd name="connsiteY15" fmla="*/ 1229162 h 1382832"/>
                    <a:gd name="connsiteX16" fmla="*/ 1041340 w 1522114"/>
                    <a:gd name="connsiteY16" fmla="*/ 1330381 h 1382832"/>
                    <a:gd name="connsiteX17" fmla="*/ 907228 w 1522114"/>
                    <a:gd name="connsiteY17" fmla="*/ 1317300 h 1382832"/>
                    <a:gd name="connsiteX18" fmla="*/ 909260 w 1522114"/>
                    <a:gd name="connsiteY18" fmla="*/ 1373180 h 1382832"/>
                    <a:gd name="connsiteX19" fmla="*/ 884622 w 1522114"/>
                    <a:gd name="connsiteY19" fmla="*/ 1371656 h 1382832"/>
                    <a:gd name="connsiteX20" fmla="*/ 878780 w 1522114"/>
                    <a:gd name="connsiteY20" fmla="*/ 1297234 h 1382832"/>
                    <a:gd name="connsiteX21" fmla="*/ 820106 w 1522114"/>
                    <a:gd name="connsiteY21" fmla="*/ 891596 h 1382832"/>
                    <a:gd name="connsiteX22" fmla="*/ 747208 w 1522114"/>
                    <a:gd name="connsiteY22" fmla="*/ 818825 h 1382832"/>
                    <a:gd name="connsiteX23" fmla="*/ 424882 w 1522114"/>
                    <a:gd name="connsiteY23" fmla="*/ 817174 h 1382832"/>
                    <a:gd name="connsiteX24" fmla="*/ 337125 w 1522114"/>
                    <a:gd name="connsiteY24" fmla="*/ 819333 h 1382832"/>
                    <a:gd name="connsiteX25" fmla="*/ 407610 w 1522114"/>
                    <a:gd name="connsiteY25" fmla="*/ 1031169 h 1382832"/>
                    <a:gd name="connsiteX26" fmla="*/ 322774 w 1522114"/>
                    <a:gd name="connsiteY26" fmla="*/ 1110290 h 1382832"/>
                    <a:gd name="connsiteX27" fmla="*/ 288357 w 1522114"/>
                    <a:gd name="connsiteY27" fmla="*/ 1335588 h 1382832"/>
                    <a:gd name="connsiteX28" fmla="*/ 283023 w 1522114"/>
                    <a:gd name="connsiteY28" fmla="*/ 1371656 h 1382832"/>
                    <a:gd name="connsiteX29" fmla="*/ 259020 w 1522114"/>
                    <a:gd name="connsiteY29" fmla="*/ 1376355 h 1382832"/>
                    <a:gd name="connsiteX30" fmla="*/ 323409 w 1522114"/>
                    <a:gd name="connsiteY30" fmla="*/ 997006 h 1382832"/>
                    <a:gd name="connsiteX31" fmla="*/ 305629 w 1522114"/>
                    <a:gd name="connsiteY31" fmla="*/ 913186 h 1382832"/>
                    <a:gd name="connsiteX32" fmla="*/ 229556 w 1522114"/>
                    <a:gd name="connsiteY32" fmla="*/ 939348 h 1382832"/>
                    <a:gd name="connsiteX33" fmla="*/ 18228 w 1522114"/>
                    <a:gd name="connsiteY33" fmla="*/ 1370513 h 1382832"/>
                    <a:gd name="connsiteX34" fmla="*/ 2099 w 1522114"/>
                    <a:gd name="connsiteY34" fmla="*/ 1382832 h 1382832"/>
                    <a:gd name="connsiteX35" fmla="*/ 17212 w 1522114"/>
                    <a:gd name="connsiteY35" fmla="*/ 1286566 h 1382832"/>
                    <a:gd name="connsiteX36" fmla="*/ 107001 w 1522114"/>
                    <a:gd name="connsiteY36" fmla="*/ 1065586 h 1382832"/>
                    <a:gd name="connsiteX37" fmla="*/ 216983 w 1522114"/>
                    <a:gd name="connsiteY37" fmla="*/ 915091 h 1382832"/>
                    <a:gd name="connsiteX38" fmla="*/ 304867 w 1522114"/>
                    <a:gd name="connsiteY38" fmla="*/ 813491 h 1382832"/>
                    <a:gd name="connsiteX39" fmla="*/ 391481 w 1522114"/>
                    <a:gd name="connsiteY39" fmla="*/ 779328 h 1382832"/>
                    <a:gd name="connsiteX40" fmla="*/ 252924 w 1522114"/>
                    <a:gd name="connsiteY40" fmla="*/ 699191 h 1382832"/>
                    <a:gd name="connsiteX41" fmla="*/ 138243 w 1522114"/>
                    <a:gd name="connsiteY41" fmla="*/ 584002 h 1382832"/>
                    <a:gd name="connsiteX42" fmla="*/ 83633 w 1522114"/>
                    <a:gd name="connsiteY42" fmla="*/ 501452 h 1382832"/>
                    <a:gd name="connsiteX43" fmla="*/ 139767 w 1522114"/>
                    <a:gd name="connsiteY43" fmla="*/ 267645 h 1382832"/>
                    <a:gd name="connsiteX44" fmla="*/ 413198 w 1522114"/>
                    <a:gd name="connsiteY44" fmla="*/ 21138 h 1382832"/>
                    <a:gd name="connsiteX45" fmla="*/ 730698 w 1522114"/>
                    <a:gd name="connsiteY45" fmla="*/ 17836 h 1382832"/>
                    <a:gd name="connsiteX46" fmla="*/ 912643 w 1522114"/>
                    <a:gd name="connsiteY46" fmla="*/ 121183 h 1382832"/>
                    <a:gd name="connsiteX47" fmla="*/ 1056509 w 1522114"/>
                    <a:gd name="connsiteY47" fmla="*/ 366250 h 1382832"/>
                    <a:gd name="connsiteX48" fmla="*/ 175327 w 1522114"/>
                    <a:gd name="connsiteY48" fmla="*/ 251516 h 1382832"/>
                    <a:gd name="connsiteX49" fmla="*/ 227270 w 1522114"/>
                    <a:gd name="connsiteY49" fmla="*/ 268661 h 1382832"/>
                    <a:gd name="connsiteX50" fmla="*/ 284801 w 1522114"/>
                    <a:gd name="connsiteY50" fmla="*/ 423601 h 1382832"/>
                    <a:gd name="connsiteX51" fmla="*/ 256607 w 1522114"/>
                    <a:gd name="connsiteY51" fmla="*/ 563936 h 1382832"/>
                    <a:gd name="connsiteX52" fmla="*/ 204283 w 1522114"/>
                    <a:gd name="connsiteY52" fmla="*/ 610672 h 1382832"/>
                    <a:gd name="connsiteX53" fmla="*/ 615128 w 1522114"/>
                    <a:gd name="connsiteY53" fmla="*/ 786948 h 1382832"/>
                    <a:gd name="connsiteX54" fmla="*/ 979491 w 1522114"/>
                    <a:gd name="connsiteY54" fmla="*/ 614609 h 1382832"/>
                    <a:gd name="connsiteX55" fmla="*/ 1018353 w 1522114"/>
                    <a:gd name="connsiteY55" fmla="*/ 320604 h 1382832"/>
                    <a:gd name="connsiteX56" fmla="*/ 672151 w 1522114"/>
                    <a:gd name="connsiteY56" fmla="*/ 31679 h 1382832"/>
                    <a:gd name="connsiteX57" fmla="*/ 175327 w 1522114"/>
                    <a:gd name="connsiteY57" fmla="*/ 251516 h 1382832"/>
                    <a:gd name="connsiteX58" fmla="*/ 159833 w 1522114"/>
                    <a:gd name="connsiteY58" fmla="*/ 286822 h 1382832"/>
                    <a:gd name="connsiteX59" fmla="*/ 104588 w 1522114"/>
                    <a:gd name="connsiteY59" fmla="*/ 475036 h 1382832"/>
                    <a:gd name="connsiteX60" fmla="*/ 197679 w 1522114"/>
                    <a:gd name="connsiteY60" fmla="*/ 581081 h 1382832"/>
                    <a:gd name="connsiteX61" fmla="*/ 250892 w 1522114"/>
                    <a:gd name="connsiteY61" fmla="*/ 499293 h 1382832"/>
                    <a:gd name="connsiteX62" fmla="*/ 234636 w 1522114"/>
                    <a:gd name="connsiteY62" fmla="*/ 323525 h 1382832"/>
                    <a:gd name="connsiteX63" fmla="*/ 159833 w 1522114"/>
                    <a:gd name="connsiteY63" fmla="*/ 286822 h 1382832"/>
                    <a:gd name="connsiteX64" fmla="*/ 1041086 w 1522114"/>
                    <a:gd name="connsiteY64" fmla="*/ 554030 h 1382832"/>
                    <a:gd name="connsiteX65" fmla="*/ 1054736 w 1522114"/>
                    <a:gd name="connsiteY65" fmla="*/ 415202 h 1382832"/>
                    <a:gd name="connsiteX66" fmla="*/ 441011 w 1522114"/>
                    <a:gd name="connsiteY66" fmla="*/ 791901 h 1382832"/>
                    <a:gd name="connsiteX67" fmla="*/ 658816 w 1522114"/>
                    <a:gd name="connsiteY67" fmla="*/ 825556 h 1382832"/>
                    <a:gd name="connsiteX68" fmla="*/ 569154 w 1522114"/>
                    <a:gd name="connsiteY68" fmla="*/ 809554 h 1382832"/>
                    <a:gd name="connsiteX69" fmla="*/ 441011 w 1522114"/>
                    <a:gd name="connsiteY69" fmla="*/ 791901 h 1382832"/>
                    <a:gd name="connsiteX70" fmla="*/ 303597 w 1522114"/>
                    <a:gd name="connsiteY70" fmla="*/ 842447 h 1382832"/>
                    <a:gd name="connsiteX71" fmla="*/ 288992 w 1522114"/>
                    <a:gd name="connsiteY71" fmla="*/ 872038 h 1382832"/>
                    <a:gd name="connsiteX72" fmla="*/ 345380 w 1522114"/>
                    <a:gd name="connsiteY72" fmla="*/ 922457 h 1382832"/>
                    <a:gd name="connsiteX73" fmla="*/ 332934 w 1522114"/>
                    <a:gd name="connsiteY73" fmla="*/ 1080318 h 1382832"/>
                    <a:gd name="connsiteX74" fmla="*/ 384369 w 1522114"/>
                    <a:gd name="connsiteY74" fmla="*/ 1008817 h 1382832"/>
                    <a:gd name="connsiteX75" fmla="*/ 303597 w 1522114"/>
                    <a:gd name="connsiteY75" fmla="*/ 842447 h 1382832"/>
                    <a:gd name="connsiteX76" fmla="*/ 1154370 w 1522114"/>
                    <a:gd name="connsiteY76" fmla="*/ 961573 h 1382832"/>
                    <a:gd name="connsiteX77" fmla="*/ 1130875 w 1522114"/>
                    <a:gd name="connsiteY77" fmla="*/ 1154613 h 1382832"/>
                    <a:gd name="connsiteX78" fmla="*/ 1261431 w 1522114"/>
                    <a:gd name="connsiteY78" fmla="*/ 1210239 h 1382832"/>
                    <a:gd name="connsiteX79" fmla="*/ 1374969 w 1522114"/>
                    <a:gd name="connsiteY79" fmla="*/ 1221669 h 1382832"/>
                    <a:gd name="connsiteX80" fmla="*/ 1357316 w 1522114"/>
                    <a:gd name="connsiteY80" fmla="*/ 1192967 h 1382832"/>
                    <a:gd name="connsiteX81" fmla="*/ 1258637 w 1522114"/>
                    <a:gd name="connsiteY81" fmla="*/ 1133404 h 1382832"/>
                    <a:gd name="connsiteX82" fmla="*/ 1445581 w 1522114"/>
                    <a:gd name="connsiteY82" fmla="*/ 1176711 h 1382832"/>
                    <a:gd name="connsiteX83" fmla="*/ 1403163 w 1522114"/>
                    <a:gd name="connsiteY83" fmla="*/ 1124133 h 1382832"/>
                    <a:gd name="connsiteX84" fmla="*/ 1296229 w 1522114"/>
                    <a:gd name="connsiteY84" fmla="*/ 1079175 h 1382832"/>
                    <a:gd name="connsiteX85" fmla="*/ 1489269 w 1522114"/>
                    <a:gd name="connsiteY85" fmla="*/ 1106861 h 1382832"/>
                    <a:gd name="connsiteX86" fmla="*/ 1491174 w 1522114"/>
                    <a:gd name="connsiteY86" fmla="*/ 1087049 h 1382832"/>
                    <a:gd name="connsiteX87" fmla="*/ 1235269 w 1522114"/>
                    <a:gd name="connsiteY87" fmla="*/ 995101 h 1382832"/>
                    <a:gd name="connsiteX88" fmla="*/ 1341060 w 1522114"/>
                    <a:gd name="connsiteY88" fmla="*/ 918647 h 1382832"/>
                    <a:gd name="connsiteX89" fmla="*/ 1301944 w 1522114"/>
                    <a:gd name="connsiteY89" fmla="*/ 879658 h 1382832"/>
                    <a:gd name="connsiteX90" fmla="*/ 1154370 w 1522114"/>
                    <a:gd name="connsiteY90" fmla="*/ 961573 h 1382832"/>
                    <a:gd name="connsiteX91" fmla="*/ 857063 w 1522114"/>
                    <a:gd name="connsiteY91" fmla="*/ 928426 h 1382832"/>
                    <a:gd name="connsiteX92" fmla="*/ 878272 w 1522114"/>
                    <a:gd name="connsiteY92" fmla="*/ 1047806 h 1382832"/>
                    <a:gd name="connsiteX93" fmla="*/ 905704 w 1522114"/>
                    <a:gd name="connsiteY93" fmla="*/ 1287709 h 1382832"/>
                    <a:gd name="connsiteX94" fmla="*/ 1188660 w 1522114"/>
                    <a:gd name="connsiteY94" fmla="*/ 1221288 h 1382832"/>
                    <a:gd name="connsiteX95" fmla="*/ 1073344 w 1522114"/>
                    <a:gd name="connsiteY95" fmla="*/ 1047171 h 1382832"/>
                    <a:gd name="connsiteX96" fmla="*/ 973522 w 1522114"/>
                    <a:gd name="connsiteY96" fmla="*/ 1185093 h 1382832"/>
                    <a:gd name="connsiteX97" fmla="*/ 945201 w 1522114"/>
                    <a:gd name="connsiteY97" fmla="*/ 1234496 h 1382832"/>
                    <a:gd name="connsiteX98" fmla="*/ 974665 w 1522114"/>
                    <a:gd name="connsiteY98" fmla="*/ 1113719 h 1382832"/>
                    <a:gd name="connsiteX99" fmla="*/ 857063 w 1522114"/>
                    <a:gd name="connsiteY99" fmla="*/ 928426 h 1382832"/>
                    <a:gd name="connsiteX0" fmla="*/ 1100903 w 1491175"/>
                    <a:gd name="connsiteY0" fmla="*/ 471353 h 1382832"/>
                    <a:gd name="connsiteX1" fmla="*/ 1075122 w 1491175"/>
                    <a:gd name="connsiteY1" fmla="*/ 553776 h 1382832"/>
                    <a:gd name="connsiteX2" fmla="*/ 994858 w 1491175"/>
                    <a:gd name="connsiteY2" fmla="*/ 638104 h 1382832"/>
                    <a:gd name="connsiteX3" fmla="*/ 900370 w 1491175"/>
                    <a:gd name="connsiteY3" fmla="*/ 733100 h 1382832"/>
                    <a:gd name="connsiteX4" fmla="*/ 765623 w 1491175"/>
                    <a:gd name="connsiteY4" fmla="*/ 795330 h 1382832"/>
                    <a:gd name="connsiteX5" fmla="*/ 993715 w 1491175"/>
                    <a:gd name="connsiteY5" fmla="*/ 1098479 h 1382832"/>
                    <a:gd name="connsiteX6" fmla="*/ 1109666 w 1491175"/>
                    <a:gd name="connsiteY6" fmla="*/ 968558 h 1382832"/>
                    <a:gd name="connsiteX7" fmla="*/ 1283275 w 1491175"/>
                    <a:gd name="connsiteY7" fmla="*/ 857941 h 1382832"/>
                    <a:gd name="connsiteX8" fmla="*/ 1372810 w 1491175"/>
                    <a:gd name="connsiteY8" fmla="*/ 906074 h 1382832"/>
                    <a:gd name="connsiteX9" fmla="*/ 1290260 w 1491175"/>
                    <a:gd name="connsiteY9" fmla="*/ 991291 h 1382832"/>
                    <a:gd name="connsiteX10" fmla="*/ 1286974 w 1491175"/>
                    <a:gd name="connsiteY10" fmla="*/ 1024887 h 1382832"/>
                    <a:gd name="connsiteX11" fmla="*/ 1460440 w 1491175"/>
                    <a:gd name="connsiteY11" fmla="*/ 1137595 h 1382832"/>
                    <a:gd name="connsiteX12" fmla="*/ 1460821 w 1491175"/>
                    <a:gd name="connsiteY12" fmla="*/ 1185728 h 1382832"/>
                    <a:gd name="connsiteX13" fmla="*/ 1403163 w 1491175"/>
                    <a:gd name="connsiteY13" fmla="*/ 1206937 h 1382832"/>
                    <a:gd name="connsiteX14" fmla="*/ 1396686 w 1491175"/>
                    <a:gd name="connsiteY14" fmla="*/ 1237290 h 1382832"/>
                    <a:gd name="connsiteX15" fmla="*/ 1222569 w 1491175"/>
                    <a:gd name="connsiteY15" fmla="*/ 1229162 h 1382832"/>
                    <a:gd name="connsiteX16" fmla="*/ 1041340 w 1491175"/>
                    <a:gd name="connsiteY16" fmla="*/ 1330381 h 1382832"/>
                    <a:gd name="connsiteX17" fmla="*/ 907228 w 1491175"/>
                    <a:gd name="connsiteY17" fmla="*/ 1317300 h 1382832"/>
                    <a:gd name="connsiteX18" fmla="*/ 909260 w 1491175"/>
                    <a:gd name="connsiteY18" fmla="*/ 1373180 h 1382832"/>
                    <a:gd name="connsiteX19" fmla="*/ 884622 w 1491175"/>
                    <a:gd name="connsiteY19" fmla="*/ 1371656 h 1382832"/>
                    <a:gd name="connsiteX20" fmla="*/ 878780 w 1491175"/>
                    <a:gd name="connsiteY20" fmla="*/ 1297234 h 1382832"/>
                    <a:gd name="connsiteX21" fmla="*/ 820106 w 1491175"/>
                    <a:gd name="connsiteY21" fmla="*/ 891596 h 1382832"/>
                    <a:gd name="connsiteX22" fmla="*/ 747208 w 1491175"/>
                    <a:gd name="connsiteY22" fmla="*/ 818825 h 1382832"/>
                    <a:gd name="connsiteX23" fmla="*/ 424882 w 1491175"/>
                    <a:gd name="connsiteY23" fmla="*/ 817174 h 1382832"/>
                    <a:gd name="connsiteX24" fmla="*/ 337125 w 1491175"/>
                    <a:gd name="connsiteY24" fmla="*/ 819333 h 1382832"/>
                    <a:gd name="connsiteX25" fmla="*/ 407610 w 1491175"/>
                    <a:gd name="connsiteY25" fmla="*/ 1031169 h 1382832"/>
                    <a:gd name="connsiteX26" fmla="*/ 322774 w 1491175"/>
                    <a:gd name="connsiteY26" fmla="*/ 1110290 h 1382832"/>
                    <a:gd name="connsiteX27" fmla="*/ 288357 w 1491175"/>
                    <a:gd name="connsiteY27" fmla="*/ 1335588 h 1382832"/>
                    <a:gd name="connsiteX28" fmla="*/ 283023 w 1491175"/>
                    <a:gd name="connsiteY28" fmla="*/ 1371656 h 1382832"/>
                    <a:gd name="connsiteX29" fmla="*/ 259020 w 1491175"/>
                    <a:gd name="connsiteY29" fmla="*/ 1376355 h 1382832"/>
                    <a:gd name="connsiteX30" fmla="*/ 323409 w 1491175"/>
                    <a:gd name="connsiteY30" fmla="*/ 997006 h 1382832"/>
                    <a:gd name="connsiteX31" fmla="*/ 305629 w 1491175"/>
                    <a:gd name="connsiteY31" fmla="*/ 913186 h 1382832"/>
                    <a:gd name="connsiteX32" fmla="*/ 229556 w 1491175"/>
                    <a:gd name="connsiteY32" fmla="*/ 939348 h 1382832"/>
                    <a:gd name="connsiteX33" fmla="*/ 18228 w 1491175"/>
                    <a:gd name="connsiteY33" fmla="*/ 1370513 h 1382832"/>
                    <a:gd name="connsiteX34" fmla="*/ 2099 w 1491175"/>
                    <a:gd name="connsiteY34" fmla="*/ 1382832 h 1382832"/>
                    <a:gd name="connsiteX35" fmla="*/ 17212 w 1491175"/>
                    <a:gd name="connsiteY35" fmla="*/ 1286566 h 1382832"/>
                    <a:gd name="connsiteX36" fmla="*/ 107001 w 1491175"/>
                    <a:gd name="connsiteY36" fmla="*/ 1065586 h 1382832"/>
                    <a:gd name="connsiteX37" fmla="*/ 216983 w 1491175"/>
                    <a:gd name="connsiteY37" fmla="*/ 915091 h 1382832"/>
                    <a:gd name="connsiteX38" fmla="*/ 304867 w 1491175"/>
                    <a:gd name="connsiteY38" fmla="*/ 813491 h 1382832"/>
                    <a:gd name="connsiteX39" fmla="*/ 391481 w 1491175"/>
                    <a:gd name="connsiteY39" fmla="*/ 779328 h 1382832"/>
                    <a:gd name="connsiteX40" fmla="*/ 252924 w 1491175"/>
                    <a:gd name="connsiteY40" fmla="*/ 699191 h 1382832"/>
                    <a:gd name="connsiteX41" fmla="*/ 138243 w 1491175"/>
                    <a:gd name="connsiteY41" fmla="*/ 584002 h 1382832"/>
                    <a:gd name="connsiteX42" fmla="*/ 83633 w 1491175"/>
                    <a:gd name="connsiteY42" fmla="*/ 501452 h 1382832"/>
                    <a:gd name="connsiteX43" fmla="*/ 139767 w 1491175"/>
                    <a:gd name="connsiteY43" fmla="*/ 267645 h 1382832"/>
                    <a:gd name="connsiteX44" fmla="*/ 413198 w 1491175"/>
                    <a:gd name="connsiteY44" fmla="*/ 21138 h 1382832"/>
                    <a:gd name="connsiteX45" fmla="*/ 730698 w 1491175"/>
                    <a:gd name="connsiteY45" fmla="*/ 17836 h 1382832"/>
                    <a:gd name="connsiteX46" fmla="*/ 912643 w 1491175"/>
                    <a:gd name="connsiteY46" fmla="*/ 121183 h 1382832"/>
                    <a:gd name="connsiteX47" fmla="*/ 1056509 w 1491175"/>
                    <a:gd name="connsiteY47" fmla="*/ 366250 h 1382832"/>
                    <a:gd name="connsiteX48" fmla="*/ 175327 w 1491175"/>
                    <a:gd name="connsiteY48" fmla="*/ 251516 h 1382832"/>
                    <a:gd name="connsiteX49" fmla="*/ 227270 w 1491175"/>
                    <a:gd name="connsiteY49" fmla="*/ 268661 h 1382832"/>
                    <a:gd name="connsiteX50" fmla="*/ 284801 w 1491175"/>
                    <a:gd name="connsiteY50" fmla="*/ 423601 h 1382832"/>
                    <a:gd name="connsiteX51" fmla="*/ 256607 w 1491175"/>
                    <a:gd name="connsiteY51" fmla="*/ 563936 h 1382832"/>
                    <a:gd name="connsiteX52" fmla="*/ 204283 w 1491175"/>
                    <a:gd name="connsiteY52" fmla="*/ 610672 h 1382832"/>
                    <a:gd name="connsiteX53" fmla="*/ 615128 w 1491175"/>
                    <a:gd name="connsiteY53" fmla="*/ 786948 h 1382832"/>
                    <a:gd name="connsiteX54" fmla="*/ 979491 w 1491175"/>
                    <a:gd name="connsiteY54" fmla="*/ 614609 h 1382832"/>
                    <a:gd name="connsiteX55" fmla="*/ 1018353 w 1491175"/>
                    <a:gd name="connsiteY55" fmla="*/ 320604 h 1382832"/>
                    <a:gd name="connsiteX56" fmla="*/ 672151 w 1491175"/>
                    <a:gd name="connsiteY56" fmla="*/ 31679 h 1382832"/>
                    <a:gd name="connsiteX57" fmla="*/ 175327 w 1491175"/>
                    <a:gd name="connsiteY57" fmla="*/ 251516 h 1382832"/>
                    <a:gd name="connsiteX58" fmla="*/ 159833 w 1491175"/>
                    <a:gd name="connsiteY58" fmla="*/ 286822 h 1382832"/>
                    <a:gd name="connsiteX59" fmla="*/ 104588 w 1491175"/>
                    <a:gd name="connsiteY59" fmla="*/ 475036 h 1382832"/>
                    <a:gd name="connsiteX60" fmla="*/ 197679 w 1491175"/>
                    <a:gd name="connsiteY60" fmla="*/ 581081 h 1382832"/>
                    <a:gd name="connsiteX61" fmla="*/ 250892 w 1491175"/>
                    <a:gd name="connsiteY61" fmla="*/ 499293 h 1382832"/>
                    <a:gd name="connsiteX62" fmla="*/ 234636 w 1491175"/>
                    <a:gd name="connsiteY62" fmla="*/ 323525 h 1382832"/>
                    <a:gd name="connsiteX63" fmla="*/ 159833 w 1491175"/>
                    <a:gd name="connsiteY63" fmla="*/ 286822 h 1382832"/>
                    <a:gd name="connsiteX64" fmla="*/ 1041086 w 1491175"/>
                    <a:gd name="connsiteY64" fmla="*/ 554030 h 1382832"/>
                    <a:gd name="connsiteX65" fmla="*/ 1054736 w 1491175"/>
                    <a:gd name="connsiteY65" fmla="*/ 415202 h 1382832"/>
                    <a:gd name="connsiteX66" fmla="*/ 441011 w 1491175"/>
                    <a:gd name="connsiteY66" fmla="*/ 791901 h 1382832"/>
                    <a:gd name="connsiteX67" fmla="*/ 658816 w 1491175"/>
                    <a:gd name="connsiteY67" fmla="*/ 825556 h 1382832"/>
                    <a:gd name="connsiteX68" fmla="*/ 569154 w 1491175"/>
                    <a:gd name="connsiteY68" fmla="*/ 809554 h 1382832"/>
                    <a:gd name="connsiteX69" fmla="*/ 441011 w 1491175"/>
                    <a:gd name="connsiteY69" fmla="*/ 791901 h 1382832"/>
                    <a:gd name="connsiteX70" fmla="*/ 303597 w 1491175"/>
                    <a:gd name="connsiteY70" fmla="*/ 842447 h 1382832"/>
                    <a:gd name="connsiteX71" fmla="*/ 288992 w 1491175"/>
                    <a:gd name="connsiteY71" fmla="*/ 872038 h 1382832"/>
                    <a:gd name="connsiteX72" fmla="*/ 345380 w 1491175"/>
                    <a:gd name="connsiteY72" fmla="*/ 922457 h 1382832"/>
                    <a:gd name="connsiteX73" fmla="*/ 332934 w 1491175"/>
                    <a:gd name="connsiteY73" fmla="*/ 1080318 h 1382832"/>
                    <a:gd name="connsiteX74" fmla="*/ 384369 w 1491175"/>
                    <a:gd name="connsiteY74" fmla="*/ 1008817 h 1382832"/>
                    <a:gd name="connsiteX75" fmla="*/ 303597 w 1491175"/>
                    <a:gd name="connsiteY75" fmla="*/ 842447 h 1382832"/>
                    <a:gd name="connsiteX76" fmla="*/ 1154370 w 1491175"/>
                    <a:gd name="connsiteY76" fmla="*/ 961573 h 1382832"/>
                    <a:gd name="connsiteX77" fmla="*/ 1130875 w 1491175"/>
                    <a:gd name="connsiteY77" fmla="*/ 1154613 h 1382832"/>
                    <a:gd name="connsiteX78" fmla="*/ 1261431 w 1491175"/>
                    <a:gd name="connsiteY78" fmla="*/ 1210239 h 1382832"/>
                    <a:gd name="connsiteX79" fmla="*/ 1374969 w 1491175"/>
                    <a:gd name="connsiteY79" fmla="*/ 1221669 h 1382832"/>
                    <a:gd name="connsiteX80" fmla="*/ 1357316 w 1491175"/>
                    <a:gd name="connsiteY80" fmla="*/ 1192967 h 1382832"/>
                    <a:gd name="connsiteX81" fmla="*/ 1258637 w 1491175"/>
                    <a:gd name="connsiteY81" fmla="*/ 1133404 h 1382832"/>
                    <a:gd name="connsiteX82" fmla="*/ 1445581 w 1491175"/>
                    <a:gd name="connsiteY82" fmla="*/ 1176711 h 1382832"/>
                    <a:gd name="connsiteX83" fmla="*/ 1403163 w 1491175"/>
                    <a:gd name="connsiteY83" fmla="*/ 1124133 h 1382832"/>
                    <a:gd name="connsiteX84" fmla="*/ 1296229 w 1491175"/>
                    <a:gd name="connsiteY84" fmla="*/ 1079175 h 1382832"/>
                    <a:gd name="connsiteX85" fmla="*/ 1489269 w 1491175"/>
                    <a:gd name="connsiteY85" fmla="*/ 1106861 h 1382832"/>
                    <a:gd name="connsiteX86" fmla="*/ 1491174 w 1491175"/>
                    <a:gd name="connsiteY86" fmla="*/ 1087049 h 1382832"/>
                    <a:gd name="connsiteX87" fmla="*/ 1235269 w 1491175"/>
                    <a:gd name="connsiteY87" fmla="*/ 995101 h 1382832"/>
                    <a:gd name="connsiteX88" fmla="*/ 1341060 w 1491175"/>
                    <a:gd name="connsiteY88" fmla="*/ 918647 h 1382832"/>
                    <a:gd name="connsiteX89" fmla="*/ 1301944 w 1491175"/>
                    <a:gd name="connsiteY89" fmla="*/ 879658 h 1382832"/>
                    <a:gd name="connsiteX90" fmla="*/ 1154370 w 1491175"/>
                    <a:gd name="connsiteY90" fmla="*/ 961573 h 1382832"/>
                    <a:gd name="connsiteX91" fmla="*/ 857063 w 1491175"/>
                    <a:gd name="connsiteY91" fmla="*/ 928426 h 1382832"/>
                    <a:gd name="connsiteX92" fmla="*/ 878272 w 1491175"/>
                    <a:gd name="connsiteY92" fmla="*/ 1047806 h 1382832"/>
                    <a:gd name="connsiteX93" fmla="*/ 905704 w 1491175"/>
                    <a:gd name="connsiteY93" fmla="*/ 1287709 h 1382832"/>
                    <a:gd name="connsiteX94" fmla="*/ 1188660 w 1491175"/>
                    <a:gd name="connsiteY94" fmla="*/ 1221288 h 1382832"/>
                    <a:gd name="connsiteX95" fmla="*/ 1073344 w 1491175"/>
                    <a:gd name="connsiteY95" fmla="*/ 1047171 h 1382832"/>
                    <a:gd name="connsiteX96" fmla="*/ 973522 w 1491175"/>
                    <a:gd name="connsiteY96" fmla="*/ 1185093 h 1382832"/>
                    <a:gd name="connsiteX97" fmla="*/ 945201 w 1491175"/>
                    <a:gd name="connsiteY97" fmla="*/ 1234496 h 1382832"/>
                    <a:gd name="connsiteX98" fmla="*/ 974665 w 1491175"/>
                    <a:gd name="connsiteY98" fmla="*/ 1113719 h 1382832"/>
                    <a:gd name="connsiteX99" fmla="*/ 857063 w 1491175"/>
                    <a:gd name="connsiteY99" fmla="*/ 928426 h 1382832"/>
                    <a:gd name="connsiteX0" fmla="*/ 1100903 w 1489270"/>
                    <a:gd name="connsiteY0" fmla="*/ 471353 h 1382832"/>
                    <a:gd name="connsiteX1" fmla="*/ 1075122 w 1489270"/>
                    <a:gd name="connsiteY1" fmla="*/ 553776 h 1382832"/>
                    <a:gd name="connsiteX2" fmla="*/ 994858 w 1489270"/>
                    <a:gd name="connsiteY2" fmla="*/ 638104 h 1382832"/>
                    <a:gd name="connsiteX3" fmla="*/ 900370 w 1489270"/>
                    <a:gd name="connsiteY3" fmla="*/ 733100 h 1382832"/>
                    <a:gd name="connsiteX4" fmla="*/ 765623 w 1489270"/>
                    <a:gd name="connsiteY4" fmla="*/ 795330 h 1382832"/>
                    <a:gd name="connsiteX5" fmla="*/ 993715 w 1489270"/>
                    <a:gd name="connsiteY5" fmla="*/ 1098479 h 1382832"/>
                    <a:gd name="connsiteX6" fmla="*/ 1109666 w 1489270"/>
                    <a:gd name="connsiteY6" fmla="*/ 968558 h 1382832"/>
                    <a:gd name="connsiteX7" fmla="*/ 1283275 w 1489270"/>
                    <a:gd name="connsiteY7" fmla="*/ 857941 h 1382832"/>
                    <a:gd name="connsiteX8" fmla="*/ 1372810 w 1489270"/>
                    <a:gd name="connsiteY8" fmla="*/ 906074 h 1382832"/>
                    <a:gd name="connsiteX9" fmla="*/ 1290260 w 1489270"/>
                    <a:gd name="connsiteY9" fmla="*/ 991291 h 1382832"/>
                    <a:gd name="connsiteX10" fmla="*/ 1286974 w 1489270"/>
                    <a:gd name="connsiteY10" fmla="*/ 1024887 h 1382832"/>
                    <a:gd name="connsiteX11" fmla="*/ 1460440 w 1489270"/>
                    <a:gd name="connsiteY11" fmla="*/ 1137595 h 1382832"/>
                    <a:gd name="connsiteX12" fmla="*/ 1460821 w 1489270"/>
                    <a:gd name="connsiteY12" fmla="*/ 1185728 h 1382832"/>
                    <a:gd name="connsiteX13" fmla="*/ 1403163 w 1489270"/>
                    <a:gd name="connsiteY13" fmla="*/ 1206937 h 1382832"/>
                    <a:gd name="connsiteX14" fmla="*/ 1396686 w 1489270"/>
                    <a:gd name="connsiteY14" fmla="*/ 1237290 h 1382832"/>
                    <a:gd name="connsiteX15" fmla="*/ 1222569 w 1489270"/>
                    <a:gd name="connsiteY15" fmla="*/ 1229162 h 1382832"/>
                    <a:gd name="connsiteX16" fmla="*/ 1041340 w 1489270"/>
                    <a:gd name="connsiteY16" fmla="*/ 1330381 h 1382832"/>
                    <a:gd name="connsiteX17" fmla="*/ 907228 w 1489270"/>
                    <a:gd name="connsiteY17" fmla="*/ 1317300 h 1382832"/>
                    <a:gd name="connsiteX18" fmla="*/ 909260 w 1489270"/>
                    <a:gd name="connsiteY18" fmla="*/ 1373180 h 1382832"/>
                    <a:gd name="connsiteX19" fmla="*/ 884622 w 1489270"/>
                    <a:gd name="connsiteY19" fmla="*/ 1371656 h 1382832"/>
                    <a:gd name="connsiteX20" fmla="*/ 878780 w 1489270"/>
                    <a:gd name="connsiteY20" fmla="*/ 1297234 h 1382832"/>
                    <a:gd name="connsiteX21" fmla="*/ 820106 w 1489270"/>
                    <a:gd name="connsiteY21" fmla="*/ 891596 h 1382832"/>
                    <a:gd name="connsiteX22" fmla="*/ 747208 w 1489270"/>
                    <a:gd name="connsiteY22" fmla="*/ 818825 h 1382832"/>
                    <a:gd name="connsiteX23" fmla="*/ 424882 w 1489270"/>
                    <a:gd name="connsiteY23" fmla="*/ 817174 h 1382832"/>
                    <a:gd name="connsiteX24" fmla="*/ 337125 w 1489270"/>
                    <a:gd name="connsiteY24" fmla="*/ 819333 h 1382832"/>
                    <a:gd name="connsiteX25" fmla="*/ 407610 w 1489270"/>
                    <a:gd name="connsiteY25" fmla="*/ 1031169 h 1382832"/>
                    <a:gd name="connsiteX26" fmla="*/ 322774 w 1489270"/>
                    <a:gd name="connsiteY26" fmla="*/ 1110290 h 1382832"/>
                    <a:gd name="connsiteX27" fmla="*/ 288357 w 1489270"/>
                    <a:gd name="connsiteY27" fmla="*/ 1335588 h 1382832"/>
                    <a:gd name="connsiteX28" fmla="*/ 283023 w 1489270"/>
                    <a:gd name="connsiteY28" fmla="*/ 1371656 h 1382832"/>
                    <a:gd name="connsiteX29" fmla="*/ 259020 w 1489270"/>
                    <a:gd name="connsiteY29" fmla="*/ 1376355 h 1382832"/>
                    <a:gd name="connsiteX30" fmla="*/ 323409 w 1489270"/>
                    <a:gd name="connsiteY30" fmla="*/ 997006 h 1382832"/>
                    <a:gd name="connsiteX31" fmla="*/ 305629 w 1489270"/>
                    <a:gd name="connsiteY31" fmla="*/ 913186 h 1382832"/>
                    <a:gd name="connsiteX32" fmla="*/ 229556 w 1489270"/>
                    <a:gd name="connsiteY32" fmla="*/ 939348 h 1382832"/>
                    <a:gd name="connsiteX33" fmla="*/ 18228 w 1489270"/>
                    <a:gd name="connsiteY33" fmla="*/ 1370513 h 1382832"/>
                    <a:gd name="connsiteX34" fmla="*/ 2099 w 1489270"/>
                    <a:gd name="connsiteY34" fmla="*/ 1382832 h 1382832"/>
                    <a:gd name="connsiteX35" fmla="*/ 17212 w 1489270"/>
                    <a:gd name="connsiteY35" fmla="*/ 1286566 h 1382832"/>
                    <a:gd name="connsiteX36" fmla="*/ 107001 w 1489270"/>
                    <a:gd name="connsiteY36" fmla="*/ 1065586 h 1382832"/>
                    <a:gd name="connsiteX37" fmla="*/ 216983 w 1489270"/>
                    <a:gd name="connsiteY37" fmla="*/ 915091 h 1382832"/>
                    <a:gd name="connsiteX38" fmla="*/ 304867 w 1489270"/>
                    <a:gd name="connsiteY38" fmla="*/ 813491 h 1382832"/>
                    <a:gd name="connsiteX39" fmla="*/ 391481 w 1489270"/>
                    <a:gd name="connsiteY39" fmla="*/ 779328 h 1382832"/>
                    <a:gd name="connsiteX40" fmla="*/ 252924 w 1489270"/>
                    <a:gd name="connsiteY40" fmla="*/ 699191 h 1382832"/>
                    <a:gd name="connsiteX41" fmla="*/ 138243 w 1489270"/>
                    <a:gd name="connsiteY41" fmla="*/ 584002 h 1382832"/>
                    <a:gd name="connsiteX42" fmla="*/ 83633 w 1489270"/>
                    <a:gd name="connsiteY42" fmla="*/ 501452 h 1382832"/>
                    <a:gd name="connsiteX43" fmla="*/ 139767 w 1489270"/>
                    <a:gd name="connsiteY43" fmla="*/ 267645 h 1382832"/>
                    <a:gd name="connsiteX44" fmla="*/ 413198 w 1489270"/>
                    <a:gd name="connsiteY44" fmla="*/ 21138 h 1382832"/>
                    <a:gd name="connsiteX45" fmla="*/ 730698 w 1489270"/>
                    <a:gd name="connsiteY45" fmla="*/ 17836 h 1382832"/>
                    <a:gd name="connsiteX46" fmla="*/ 912643 w 1489270"/>
                    <a:gd name="connsiteY46" fmla="*/ 121183 h 1382832"/>
                    <a:gd name="connsiteX47" fmla="*/ 1056509 w 1489270"/>
                    <a:gd name="connsiteY47" fmla="*/ 366250 h 1382832"/>
                    <a:gd name="connsiteX48" fmla="*/ 175327 w 1489270"/>
                    <a:gd name="connsiteY48" fmla="*/ 251516 h 1382832"/>
                    <a:gd name="connsiteX49" fmla="*/ 227270 w 1489270"/>
                    <a:gd name="connsiteY49" fmla="*/ 268661 h 1382832"/>
                    <a:gd name="connsiteX50" fmla="*/ 284801 w 1489270"/>
                    <a:gd name="connsiteY50" fmla="*/ 423601 h 1382832"/>
                    <a:gd name="connsiteX51" fmla="*/ 256607 w 1489270"/>
                    <a:gd name="connsiteY51" fmla="*/ 563936 h 1382832"/>
                    <a:gd name="connsiteX52" fmla="*/ 204283 w 1489270"/>
                    <a:gd name="connsiteY52" fmla="*/ 610672 h 1382832"/>
                    <a:gd name="connsiteX53" fmla="*/ 615128 w 1489270"/>
                    <a:gd name="connsiteY53" fmla="*/ 786948 h 1382832"/>
                    <a:gd name="connsiteX54" fmla="*/ 979491 w 1489270"/>
                    <a:gd name="connsiteY54" fmla="*/ 614609 h 1382832"/>
                    <a:gd name="connsiteX55" fmla="*/ 1018353 w 1489270"/>
                    <a:gd name="connsiteY55" fmla="*/ 320604 h 1382832"/>
                    <a:gd name="connsiteX56" fmla="*/ 672151 w 1489270"/>
                    <a:gd name="connsiteY56" fmla="*/ 31679 h 1382832"/>
                    <a:gd name="connsiteX57" fmla="*/ 175327 w 1489270"/>
                    <a:gd name="connsiteY57" fmla="*/ 251516 h 1382832"/>
                    <a:gd name="connsiteX58" fmla="*/ 159833 w 1489270"/>
                    <a:gd name="connsiteY58" fmla="*/ 286822 h 1382832"/>
                    <a:gd name="connsiteX59" fmla="*/ 104588 w 1489270"/>
                    <a:gd name="connsiteY59" fmla="*/ 475036 h 1382832"/>
                    <a:gd name="connsiteX60" fmla="*/ 197679 w 1489270"/>
                    <a:gd name="connsiteY60" fmla="*/ 581081 h 1382832"/>
                    <a:gd name="connsiteX61" fmla="*/ 250892 w 1489270"/>
                    <a:gd name="connsiteY61" fmla="*/ 499293 h 1382832"/>
                    <a:gd name="connsiteX62" fmla="*/ 234636 w 1489270"/>
                    <a:gd name="connsiteY62" fmla="*/ 323525 h 1382832"/>
                    <a:gd name="connsiteX63" fmla="*/ 159833 w 1489270"/>
                    <a:gd name="connsiteY63" fmla="*/ 286822 h 1382832"/>
                    <a:gd name="connsiteX64" fmla="*/ 1041086 w 1489270"/>
                    <a:gd name="connsiteY64" fmla="*/ 554030 h 1382832"/>
                    <a:gd name="connsiteX65" fmla="*/ 1054736 w 1489270"/>
                    <a:gd name="connsiteY65" fmla="*/ 415202 h 1382832"/>
                    <a:gd name="connsiteX66" fmla="*/ 441011 w 1489270"/>
                    <a:gd name="connsiteY66" fmla="*/ 791901 h 1382832"/>
                    <a:gd name="connsiteX67" fmla="*/ 658816 w 1489270"/>
                    <a:gd name="connsiteY67" fmla="*/ 825556 h 1382832"/>
                    <a:gd name="connsiteX68" fmla="*/ 569154 w 1489270"/>
                    <a:gd name="connsiteY68" fmla="*/ 809554 h 1382832"/>
                    <a:gd name="connsiteX69" fmla="*/ 441011 w 1489270"/>
                    <a:gd name="connsiteY69" fmla="*/ 791901 h 1382832"/>
                    <a:gd name="connsiteX70" fmla="*/ 303597 w 1489270"/>
                    <a:gd name="connsiteY70" fmla="*/ 842447 h 1382832"/>
                    <a:gd name="connsiteX71" fmla="*/ 288992 w 1489270"/>
                    <a:gd name="connsiteY71" fmla="*/ 872038 h 1382832"/>
                    <a:gd name="connsiteX72" fmla="*/ 345380 w 1489270"/>
                    <a:gd name="connsiteY72" fmla="*/ 922457 h 1382832"/>
                    <a:gd name="connsiteX73" fmla="*/ 332934 w 1489270"/>
                    <a:gd name="connsiteY73" fmla="*/ 1080318 h 1382832"/>
                    <a:gd name="connsiteX74" fmla="*/ 384369 w 1489270"/>
                    <a:gd name="connsiteY74" fmla="*/ 1008817 h 1382832"/>
                    <a:gd name="connsiteX75" fmla="*/ 303597 w 1489270"/>
                    <a:gd name="connsiteY75" fmla="*/ 842447 h 1382832"/>
                    <a:gd name="connsiteX76" fmla="*/ 1154370 w 1489270"/>
                    <a:gd name="connsiteY76" fmla="*/ 961573 h 1382832"/>
                    <a:gd name="connsiteX77" fmla="*/ 1130875 w 1489270"/>
                    <a:gd name="connsiteY77" fmla="*/ 1154613 h 1382832"/>
                    <a:gd name="connsiteX78" fmla="*/ 1261431 w 1489270"/>
                    <a:gd name="connsiteY78" fmla="*/ 1210239 h 1382832"/>
                    <a:gd name="connsiteX79" fmla="*/ 1374969 w 1489270"/>
                    <a:gd name="connsiteY79" fmla="*/ 1221669 h 1382832"/>
                    <a:gd name="connsiteX80" fmla="*/ 1357316 w 1489270"/>
                    <a:gd name="connsiteY80" fmla="*/ 1192967 h 1382832"/>
                    <a:gd name="connsiteX81" fmla="*/ 1258637 w 1489270"/>
                    <a:gd name="connsiteY81" fmla="*/ 1133404 h 1382832"/>
                    <a:gd name="connsiteX82" fmla="*/ 1445581 w 1489270"/>
                    <a:gd name="connsiteY82" fmla="*/ 1176711 h 1382832"/>
                    <a:gd name="connsiteX83" fmla="*/ 1403163 w 1489270"/>
                    <a:gd name="connsiteY83" fmla="*/ 1124133 h 1382832"/>
                    <a:gd name="connsiteX84" fmla="*/ 1296229 w 1489270"/>
                    <a:gd name="connsiteY84" fmla="*/ 1079175 h 1382832"/>
                    <a:gd name="connsiteX85" fmla="*/ 1489269 w 1489270"/>
                    <a:gd name="connsiteY85" fmla="*/ 1106861 h 1382832"/>
                    <a:gd name="connsiteX86" fmla="*/ 1300439 w 1489270"/>
                    <a:gd name="connsiteY86" fmla="*/ 1049963 h 1382832"/>
                    <a:gd name="connsiteX87" fmla="*/ 1235269 w 1489270"/>
                    <a:gd name="connsiteY87" fmla="*/ 995101 h 1382832"/>
                    <a:gd name="connsiteX88" fmla="*/ 1341060 w 1489270"/>
                    <a:gd name="connsiteY88" fmla="*/ 918647 h 1382832"/>
                    <a:gd name="connsiteX89" fmla="*/ 1301944 w 1489270"/>
                    <a:gd name="connsiteY89" fmla="*/ 879658 h 1382832"/>
                    <a:gd name="connsiteX90" fmla="*/ 1154370 w 1489270"/>
                    <a:gd name="connsiteY90" fmla="*/ 961573 h 1382832"/>
                    <a:gd name="connsiteX91" fmla="*/ 857063 w 1489270"/>
                    <a:gd name="connsiteY91" fmla="*/ 928426 h 1382832"/>
                    <a:gd name="connsiteX92" fmla="*/ 878272 w 1489270"/>
                    <a:gd name="connsiteY92" fmla="*/ 1047806 h 1382832"/>
                    <a:gd name="connsiteX93" fmla="*/ 905704 w 1489270"/>
                    <a:gd name="connsiteY93" fmla="*/ 1287709 h 1382832"/>
                    <a:gd name="connsiteX94" fmla="*/ 1188660 w 1489270"/>
                    <a:gd name="connsiteY94" fmla="*/ 1221288 h 1382832"/>
                    <a:gd name="connsiteX95" fmla="*/ 1073344 w 1489270"/>
                    <a:gd name="connsiteY95" fmla="*/ 1047171 h 1382832"/>
                    <a:gd name="connsiteX96" fmla="*/ 973522 w 1489270"/>
                    <a:gd name="connsiteY96" fmla="*/ 1185093 h 1382832"/>
                    <a:gd name="connsiteX97" fmla="*/ 945201 w 1489270"/>
                    <a:gd name="connsiteY97" fmla="*/ 1234496 h 1382832"/>
                    <a:gd name="connsiteX98" fmla="*/ 974665 w 1489270"/>
                    <a:gd name="connsiteY98" fmla="*/ 1113719 h 1382832"/>
                    <a:gd name="connsiteX99" fmla="*/ 857063 w 1489270"/>
                    <a:gd name="connsiteY99" fmla="*/ 928426 h 1382832"/>
                    <a:gd name="connsiteX0" fmla="*/ 1100903 w 1463132"/>
                    <a:gd name="connsiteY0" fmla="*/ 471353 h 1382832"/>
                    <a:gd name="connsiteX1" fmla="*/ 1075122 w 1463132"/>
                    <a:gd name="connsiteY1" fmla="*/ 553776 h 1382832"/>
                    <a:gd name="connsiteX2" fmla="*/ 994858 w 1463132"/>
                    <a:gd name="connsiteY2" fmla="*/ 638104 h 1382832"/>
                    <a:gd name="connsiteX3" fmla="*/ 900370 w 1463132"/>
                    <a:gd name="connsiteY3" fmla="*/ 733100 h 1382832"/>
                    <a:gd name="connsiteX4" fmla="*/ 765623 w 1463132"/>
                    <a:gd name="connsiteY4" fmla="*/ 795330 h 1382832"/>
                    <a:gd name="connsiteX5" fmla="*/ 993715 w 1463132"/>
                    <a:gd name="connsiteY5" fmla="*/ 1098479 h 1382832"/>
                    <a:gd name="connsiteX6" fmla="*/ 1109666 w 1463132"/>
                    <a:gd name="connsiteY6" fmla="*/ 968558 h 1382832"/>
                    <a:gd name="connsiteX7" fmla="*/ 1283275 w 1463132"/>
                    <a:gd name="connsiteY7" fmla="*/ 857941 h 1382832"/>
                    <a:gd name="connsiteX8" fmla="*/ 1372810 w 1463132"/>
                    <a:gd name="connsiteY8" fmla="*/ 906074 h 1382832"/>
                    <a:gd name="connsiteX9" fmla="*/ 1290260 w 1463132"/>
                    <a:gd name="connsiteY9" fmla="*/ 991291 h 1382832"/>
                    <a:gd name="connsiteX10" fmla="*/ 1286974 w 1463132"/>
                    <a:gd name="connsiteY10" fmla="*/ 1024887 h 1382832"/>
                    <a:gd name="connsiteX11" fmla="*/ 1460440 w 1463132"/>
                    <a:gd name="connsiteY11" fmla="*/ 1137595 h 1382832"/>
                    <a:gd name="connsiteX12" fmla="*/ 1460821 w 1463132"/>
                    <a:gd name="connsiteY12" fmla="*/ 1185728 h 1382832"/>
                    <a:gd name="connsiteX13" fmla="*/ 1403163 w 1463132"/>
                    <a:gd name="connsiteY13" fmla="*/ 1206937 h 1382832"/>
                    <a:gd name="connsiteX14" fmla="*/ 1396686 w 1463132"/>
                    <a:gd name="connsiteY14" fmla="*/ 1237290 h 1382832"/>
                    <a:gd name="connsiteX15" fmla="*/ 1222569 w 1463132"/>
                    <a:gd name="connsiteY15" fmla="*/ 1229162 h 1382832"/>
                    <a:gd name="connsiteX16" fmla="*/ 1041340 w 1463132"/>
                    <a:gd name="connsiteY16" fmla="*/ 1330381 h 1382832"/>
                    <a:gd name="connsiteX17" fmla="*/ 907228 w 1463132"/>
                    <a:gd name="connsiteY17" fmla="*/ 1317300 h 1382832"/>
                    <a:gd name="connsiteX18" fmla="*/ 909260 w 1463132"/>
                    <a:gd name="connsiteY18" fmla="*/ 1373180 h 1382832"/>
                    <a:gd name="connsiteX19" fmla="*/ 884622 w 1463132"/>
                    <a:gd name="connsiteY19" fmla="*/ 1371656 h 1382832"/>
                    <a:gd name="connsiteX20" fmla="*/ 878780 w 1463132"/>
                    <a:gd name="connsiteY20" fmla="*/ 1297234 h 1382832"/>
                    <a:gd name="connsiteX21" fmla="*/ 820106 w 1463132"/>
                    <a:gd name="connsiteY21" fmla="*/ 891596 h 1382832"/>
                    <a:gd name="connsiteX22" fmla="*/ 747208 w 1463132"/>
                    <a:gd name="connsiteY22" fmla="*/ 818825 h 1382832"/>
                    <a:gd name="connsiteX23" fmla="*/ 424882 w 1463132"/>
                    <a:gd name="connsiteY23" fmla="*/ 817174 h 1382832"/>
                    <a:gd name="connsiteX24" fmla="*/ 337125 w 1463132"/>
                    <a:gd name="connsiteY24" fmla="*/ 819333 h 1382832"/>
                    <a:gd name="connsiteX25" fmla="*/ 407610 w 1463132"/>
                    <a:gd name="connsiteY25" fmla="*/ 1031169 h 1382832"/>
                    <a:gd name="connsiteX26" fmla="*/ 322774 w 1463132"/>
                    <a:gd name="connsiteY26" fmla="*/ 1110290 h 1382832"/>
                    <a:gd name="connsiteX27" fmla="*/ 288357 w 1463132"/>
                    <a:gd name="connsiteY27" fmla="*/ 1335588 h 1382832"/>
                    <a:gd name="connsiteX28" fmla="*/ 283023 w 1463132"/>
                    <a:gd name="connsiteY28" fmla="*/ 1371656 h 1382832"/>
                    <a:gd name="connsiteX29" fmla="*/ 259020 w 1463132"/>
                    <a:gd name="connsiteY29" fmla="*/ 1376355 h 1382832"/>
                    <a:gd name="connsiteX30" fmla="*/ 323409 w 1463132"/>
                    <a:gd name="connsiteY30" fmla="*/ 997006 h 1382832"/>
                    <a:gd name="connsiteX31" fmla="*/ 305629 w 1463132"/>
                    <a:gd name="connsiteY31" fmla="*/ 913186 h 1382832"/>
                    <a:gd name="connsiteX32" fmla="*/ 229556 w 1463132"/>
                    <a:gd name="connsiteY32" fmla="*/ 939348 h 1382832"/>
                    <a:gd name="connsiteX33" fmla="*/ 18228 w 1463132"/>
                    <a:gd name="connsiteY33" fmla="*/ 1370513 h 1382832"/>
                    <a:gd name="connsiteX34" fmla="*/ 2099 w 1463132"/>
                    <a:gd name="connsiteY34" fmla="*/ 1382832 h 1382832"/>
                    <a:gd name="connsiteX35" fmla="*/ 17212 w 1463132"/>
                    <a:gd name="connsiteY35" fmla="*/ 1286566 h 1382832"/>
                    <a:gd name="connsiteX36" fmla="*/ 107001 w 1463132"/>
                    <a:gd name="connsiteY36" fmla="*/ 1065586 h 1382832"/>
                    <a:gd name="connsiteX37" fmla="*/ 216983 w 1463132"/>
                    <a:gd name="connsiteY37" fmla="*/ 915091 h 1382832"/>
                    <a:gd name="connsiteX38" fmla="*/ 304867 w 1463132"/>
                    <a:gd name="connsiteY38" fmla="*/ 813491 h 1382832"/>
                    <a:gd name="connsiteX39" fmla="*/ 391481 w 1463132"/>
                    <a:gd name="connsiteY39" fmla="*/ 779328 h 1382832"/>
                    <a:gd name="connsiteX40" fmla="*/ 252924 w 1463132"/>
                    <a:gd name="connsiteY40" fmla="*/ 699191 h 1382832"/>
                    <a:gd name="connsiteX41" fmla="*/ 138243 w 1463132"/>
                    <a:gd name="connsiteY41" fmla="*/ 584002 h 1382832"/>
                    <a:gd name="connsiteX42" fmla="*/ 83633 w 1463132"/>
                    <a:gd name="connsiteY42" fmla="*/ 501452 h 1382832"/>
                    <a:gd name="connsiteX43" fmla="*/ 139767 w 1463132"/>
                    <a:gd name="connsiteY43" fmla="*/ 267645 h 1382832"/>
                    <a:gd name="connsiteX44" fmla="*/ 413198 w 1463132"/>
                    <a:gd name="connsiteY44" fmla="*/ 21138 h 1382832"/>
                    <a:gd name="connsiteX45" fmla="*/ 730698 w 1463132"/>
                    <a:gd name="connsiteY45" fmla="*/ 17836 h 1382832"/>
                    <a:gd name="connsiteX46" fmla="*/ 912643 w 1463132"/>
                    <a:gd name="connsiteY46" fmla="*/ 121183 h 1382832"/>
                    <a:gd name="connsiteX47" fmla="*/ 1056509 w 1463132"/>
                    <a:gd name="connsiteY47" fmla="*/ 366250 h 1382832"/>
                    <a:gd name="connsiteX48" fmla="*/ 175327 w 1463132"/>
                    <a:gd name="connsiteY48" fmla="*/ 251516 h 1382832"/>
                    <a:gd name="connsiteX49" fmla="*/ 227270 w 1463132"/>
                    <a:gd name="connsiteY49" fmla="*/ 268661 h 1382832"/>
                    <a:gd name="connsiteX50" fmla="*/ 284801 w 1463132"/>
                    <a:gd name="connsiteY50" fmla="*/ 423601 h 1382832"/>
                    <a:gd name="connsiteX51" fmla="*/ 256607 w 1463132"/>
                    <a:gd name="connsiteY51" fmla="*/ 563936 h 1382832"/>
                    <a:gd name="connsiteX52" fmla="*/ 204283 w 1463132"/>
                    <a:gd name="connsiteY52" fmla="*/ 610672 h 1382832"/>
                    <a:gd name="connsiteX53" fmla="*/ 615128 w 1463132"/>
                    <a:gd name="connsiteY53" fmla="*/ 786948 h 1382832"/>
                    <a:gd name="connsiteX54" fmla="*/ 979491 w 1463132"/>
                    <a:gd name="connsiteY54" fmla="*/ 614609 h 1382832"/>
                    <a:gd name="connsiteX55" fmla="*/ 1018353 w 1463132"/>
                    <a:gd name="connsiteY55" fmla="*/ 320604 h 1382832"/>
                    <a:gd name="connsiteX56" fmla="*/ 672151 w 1463132"/>
                    <a:gd name="connsiteY56" fmla="*/ 31679 h 1382832"/>
                    <a:gd name="connsiteX57" fmla="*/ 175327 w 1463132"/>
                    <a:gd name="connsiteY57" fmla="*/ 251516 h 1382832"/>
                    <a:gd name="connsiteX58" fmla="*/ 159833 w 1463132"/>
                    <a:gd name="connsiteY58" fmla="*/ 286822 h 1382832"/>
                    <a:gd name="connsiteX59" fmla="*/ 104588 w 1463132"/>
                    <a:gd name="connsiteY59" fmla="*/ 475036 h 1382832"/>
                    <a:gd name="connsiteX60" fmla="*/ 197679 w 1463132"/>
                    <a:gd name="connsiteY60" fmla="*/ 581081 h 1382832"/>
                    <a:gd name="connsiteX61" fmla="*/ 250892 w 1463132"/>
                    <a:gd name="connsiteY61" fmla="*/ 499293 h 1382832"/>
                    <a:gd name="connsiteX62" fmla="*/ 234636 w 1463132"/>
                    <a:gd name="connsiteY62" fmla="*/ 323525 h 1382832"/>
                    <a:gd name="connsiteX63" fmla="*/ 159833 w 1463132"/>
                    <a:gd name="connsiteY63" fmla="*/ 286822 h 1382832"/>
                    <a:gd name="connsiteX64" fmla="*/ 1041086 w 1463132"/>
                    <a:gd name="connsiteY64" fmla="*/ 554030 h 1382832"/>
                    <a:gd name="connsiteX65" fmla="*/ 1054736 w 1463132"/>
                    <a:gd name="connsiteY65" fmla="*/ 415202 h 1382832"/>
                    <a:gd name="connsiteX66" fmla="*/ 441011 w 1463132"/>
                    <a:gd name="connsiteY66" fmla="*/ 791901 h 1382832"/>
                    <a:gd name="connsiteX67" fmla="*/ 658816 w 1463132"/>
                    <a:gd name="connsiteY67" fmla="*/ 825556 h 1382832"/>
                    <a:gd name="connsiteX68" fmla="*/ 569154 w 1463132"/>
                    <a:gd name="connsiteY68" fmla="*/ 809554 h 1382832"/>
                    <a:gd name="connsiteX69" fmla="*/ 441011 w 1463132"/>
                    <a:gd name="connsiteY69" fmla="*/ 791901 h 1382832"/>
                    <a:gd name="connsiteX70" fmla="*/ 303597 w 1463132"/>
                    <a:gd name="connsiteY70" fmla="*/ 842447 h 1382832"/>
                    <a:gd name="connsiteX71" fmla="*/ 288992 w 1463132"/>
                    <a:gd name="connsiteY71" fmla="*/ 872038 h 1382832"/>
                    <a:gd name="connsiteX72" fmla="*/ 345380 w 1463132"/>
                    <a:gd name="connsiteY72" fmla="*/ 922457 h 1382832"/>
                    <a:gd name="connsiteX73" fmla="*/ 332934 w 1463132"/>
                    <a:gd name="connsiteY73" fmla="*/ 1080318 h 1382832"/>
                    <a:gd name="connsiteX74" fmla="*/ 384369 w 1463132"/>
                    <a:gd name="connsiteY74" fmla="*/ 1008817 h 1382832"/>
                    <a:gd name="connsiteX75" fmla="*/ 303597 w 1463132"/>
                    <a:gd name="connsiteY75" fmla="*/ 842447 h 1382832"/>
                    <a:gd name="connsiteX76" fmla="*/ 1154370 w 1463132"/>
                    <a:gd name="connsiteY76" fmla="*/ 961573 h 1382832"/>
                    <a:gd name="connsiteX77" fmla="*/ 1130875 w 1463132"/>
                    <a:gd name="connsiteY77" fmla="*/ 1154613 h 1382832"/>
                    <a:gd name="connsiteX78" fmla="*/ 1261431 w 1463132"/>
                    <a:gd name="connsiteY78" fmla="*/ 1210239 h 1382832"/>
                    <a:gd name="connsiteX79" fmla="*/ 1374969 w 1463132"/>
                    <a:gd name="connsiteY79" fmla="*/ 1221669 h 1382832"/>
                    <a:gd name="connsiteX80" fmla="*/ 1357316 w 1463132"/>
                    <a:gd name="connsiteY80" fmla="*/ 1192967 h 1382832"/>
                    <a:gd name="connsiteX81" fmla="*/ 1258637 w 1463132"/>
                    <a:gd name="connsiteY81" fmla="*/ 1133404 h 1382832"/>
                    <a:gd name="connsiteX82" fmla="*/ 1445581 w 1463132"/>
                    <a:gd name="connsiteY82" fmla="*/ 1176711 h 1382832"/>
                    <a:gd name="connsiteX83" fmla="*/ 1403163 w 1463132"/>
                    <a:gd name="connsiteY83" fmla="*/ 1124133 h 1382832"/>
                    <a:gd name="connsiteX84" fmla="*/ 1296229 w 1463132"/>
                    <a:gd name="connsiteY84" fmla="*/ 1079175 h 1382832"/>
                    <a:gd name="connsiteX85" fmla="*/ 1287937 w 1463132"/>
                    <a:gd name="connsiteY85" fmla="*/ 1075072 h 1382832"/>
                    <a:gd name="connsiteX86" fmla="*/ 1300439 w 1463132"/>
                    <a:gd name="connsiteY86" fmla="*/ 1049963 h 1382832"/>
                    <a:gd name="connsiteX87" fmla="*/ 1235269 w 1463132"/>
                    <a:gd name="connsiteY87" fmla="*/ 995101 h 1382832"/>
                    <a:gd name="connsiteX88" fmla="*/ 1341060 w 1463132"/>
                    <a:gd name="connsiteY88" fmla="*/ 918647 h 1382832"/>
                    <a:gd name="connsiteX89" fmla="*/ 1301944 w 1463132"/>
                    <a:gd name="connsiteY89" fmla="*/ 879658 h 1382832"/>
                    <a:gd name="connsiteX90" fmla="*/ 1154370 w 1463132"/>
                    <a:gd name="connsiteY90" fmla="*/ 961573 h 1382832"/>
                    <a:gd name="connsiteX91" fmla="*/ 857063 w 1463132"/>
                    <a:gd name="connsiteY91" fmla="*/ 928426 h 1382832"/>
                    <a:gd name="connsiteX92" fmla="*/ 878272 w 1463132"/>
                    <a:gd name="connsiteY92" fmla="*/ 1047806 h 1382832"/>
                    <a:gd name="connsiteX93" fmla="*/ 905704 w 1463132"/>
                    <a:gd name="connsiteY93" fmla="*/ 1287709 h 1382832"/>
                    <a:gd name="connsiteX94" fmla="*/ 1188660 w 1463132"/>
                    <a:gd name="connsiteY94" fmla="*/ 1221288 h 1382832"/>
                    <a:gd name="connsiteX95" fmla="*/ 1073344 w 1463132"/>
                    <a:gd name="connsiteY95" fmla="*/ 1047171 h 1382832"/>
                    <a:gd name="connsiteX96" fmla="*/ 973522 w 1463132"/>
                    <a:gd name="connsiteY96" fmla="*/ 1185093 h 1382832"/>
                    <a:gd name="connsiteX97" fmla="*/ 945201 w 1463132"/>
                    <a:gd name="connsiteY97" fmla="*/ 1234496 h 1382832"/>
                    <a:gd name="connsiteX98" fmla="*/ 974665 w 1463132"/>
                    <a:gd name="connsiteY98" fmla="*/ 1113719 h 1382832"/>
                    <a:gd name="connsiteX99" fmla="*/ 857063 w 1463132"/>
                    <a:gd name="connsiteY99" fmla="*/ 928426 h 1382832"/>
                    <a:gd name="connsiteX0" fmla="*/ 1100903 w 1460822"/>
                    <a:gd name="connsiteY0" fmla="*/ 471353 h 1382832"/>
                    <a:gd name="connsiteX1" fmla="*/ 1075122 w 1460822"/>
                    <a:gd name="connsiteY1" fmla="*/ 553776 h 1382832"/>
                    <a:gd name="connsiteX2" fmla="*/ 994858 w 1460822"/>
                    <a:gd name="connsiteY2" fmla="*/ 638104 h 1382832"/>
                    <a:gd name="connsiteX3" fmla="*/ 900370 w 1460822"/>
                    <a:gd name="connsiteY3" fmla="*/ 733100 h 1382832"/>
                    <a:gd name="connsiteX4" fmla="*/ 765623 w 1460822"/>
                    <a:gd name="connsiteY4" fmla="*/ 795330 h 1382832"/>
                    <a:gd name="connsiteX5" fmla="*/ 993715 w 1460822"/>
                    <a:gd name="connsiteY5" fmla="*/ 1098479 h 1382832"/>
                    <a:gd name="connsiteX6" fmla="*/ 1109666 w 1460822"/>
                    <a:gd name="connsiteY6" fmla="*/ 968558 h 1382832"/>
                    <a:gd name="connsiteX7" fmla="*/ 1283275 w 1460822"/>
                    <a:gd name="connsiteY7" fmla="*/ 857941 h 1382832"/>
                    <a:gd name="connsiteX8" fmla="*/ 1372810 w 1460822"/>
                    <a:gd name="connsiteY8" fmla="*/ 906074 h 1382832"/>
                    <a:gd name="connsiteX9" fmla="*/ 1290260 w 1460822"/>
                    <a:gd name="connsiteY9" fmla="*/ 991291 h 1382832"/>
                    <a:gd name="connsiteX10" fmla="*/ 1286974 w 1460822"/>
                    <a:gd name="connsiteY10" fmla="*/ 1024887 h 1382832"/>
                    <a:gd name="connsiteX11" fmla="*/ 1290897 w 1460822"/>
                    <a:gd name="connsiteY11" fmla="*/ 1084613 h 1382832"/>
                    <a:gd name="connsiteX12" fmla="*/ 1460821 w 1460822"/>
                    <a:gd name="connsiteY12" fmla="*/ 1185728 h 1382832"/>
                    <a:gd name="connsiteX13" fmla="*/ 1403163 w 1460822"/>
                    <a:gd name="connsiteY13" fmla="*/ 1206937 h 1382832"/>
                    <a:gd name="connsiteX14" fmla="*/ 1396686 w 1460822"/>
                    <a:gd name="connsiteY14" fmla="*/ 1237290 h 1382832"/>
                    <a:gd name="connsiteX15" fmla="*/ 1222569 w 1460822"/>
                    <a:gd name="connsiteY15" fmla="*/ 1229162 h 1382832"/>
                    <a:gd name="connsiteX16" fmla="*/ 1041340 w 1460822"/>
                    <a:gd name="connsiteY16" fmla="*/ 1330381 h 1382832"/>
                    <a:gd name="connsiteX17" fmla="*/ 907228 w 1460822"/>
                    <a:gd name="connsiteY17" fmla="*/ 1317300 h 1382832"/>
                    <a:gd name="connsiteX18" fmla="*/ 909260 w 1460822"/>
                    <a:gd name="connsiteY18" fmla="*/ 1373180 h 1382832"/>
                    <a:gd name="connsiteX19" fmla="*/ 884622 w 1460822"/>
                    <a:gd name="connsiteY19" fmla="*/ 1371656 h 1382832"/>
                    <a:gd name="connsiteX20" fmla="*/ 878780 w 1460822"/>
                    <a:gd name="connsiteY20" fmla="*/ 1297234 h 1382832"/>
                    <a:gd name="connsiteX21" fmla="*/ 820106 w 1460822"/>
                    <a:gd name="connsiteY21" fmla="*/ 891596 h 1382832"/>
                    <a:gd name="connsiteX22" fmla="*/ 747208 w 1460822"/>
                    <a:gd name="connsiteY22" fmla="*/ 818825 h 1382832"/>
                    <a:gd name="connsiteX23" fmla="*/ 424882 w 1460822"/>
                    <a:gd name="connsiteY23" fmla="*/ 817174 h 1382832"/>
                    <a:gd name="connsiteX24" fmla="*/ 337125 w 1460822"/>
                    <a:gd name="connsiteY24" fmla="*/ 819333 h 1382832"/>
                    <a:gd name="connsiteX25" fmla="*/ 407610 w 1460822"/>
                    <a:gd name="connsiteY25" fmla="*/ 1031169 h 1382832"/>
                    <a:gd name="connsiteX26" fmla="*/ 322774 w 1460822"/>
                    <a:gd name="connsiteY26" fmla="*/ 1110290 h 1382832"/>
                    <a:gd name="connsiteX27" fmla="*/ 288357 w 1460822"/>
                    <a:gd name="connsiteY27" fmla="*/ 1335588 h 1382832"/>
                    <a:gd name="connsiteX28" fmla="*/ 283023 w 1460822"/>
                    <a:gd name="connsiteY28" fmla="*/ 1371656 h 1382832"/>
                    <a:gd name="connsiteX29" fmla="*/ 259020 w 1460822"/>
                    <a:gd name="connsiteY29" fmla="*/ 1376355 h 1382832"/>
                    <a:gd name="connsiteX30" fmla="*/ 323409 w 1460822"/>
                    <a:gd name="connsiteY30" fmla="*/ 997006 h 1382832"/>
                    <a:gd name="connsiteX31" fmla="*/ 305629 w 1460822"/>
                    <a:gd name="connsiteY31" fmla="*/ 913186 h 1382832"/>
                    <a:gd name="connsiteX32" fmla="*/ 229556 w 1460822"/>
                    <a:gd name="connsiteY32" fmla="*/ 939348 h 1382832"/>
                    <a:gd name="connsiteX33" fmla="*/ 18228 w 1460822"/>
                    <a:gd name="connsiteY33" fmla="*/ 1370513 h 1382832"/>
                    <a:gd name="connsiteX34" fmla="*/ 2099 w 1460822"/>
                    <a:gd name="connsiteY34" fmla="*/ 1382832 h 1382832"/>
                    <a:gd name="connsiteX35" fmla="*/ 17212 w 1460822"/>
                    <a:gd name="connsiteY35" fmla="*/ 1286566 h 1382832"/>
                    <a:gd name="connsiteX36" fmla="*/ 107001 w 1460822"/>
                    <a:gd name="connsiteY36" fmla="*/ 1065586 h 1382832"/>
                    <a:gd name="connsiteX37" fmla="*/ 216983 w 1460822"/>
                    <a:gd name="connsiteY37" fmla="*/ 915091 h 1382832"/>
                    <a:gd name="connsiteX38" fmla="*/ 304867 w 1460822"/>
                    <a:gd name="connsiteY38" fmla="*/ 813491 h 1382832"/>
                    <a:gd name="connsiteX39" fmla="*/ 391481 w 1460822"/>
                    <a:gd name="connsiteY39" fmla="*/ 779328 h 1382832"/>
                    <a:gd name="connsiteX40" fmla="*/ 252924 w 1460822"/>
                    <a:gd name="connsiteY40" fmla="*/ 699191 h 1382832"/>
                    <a:gd name="connsiteX41" fmla="*/ 138243 w 1460822"/>
                    <a:gd name="connsiteY41" fmla="*/ 584002 h 1382832"/>
                    <a:gd name="connsiteX42" fmla="*/ 83633 w 1460822"/>
                    <a:gd name="connsiteY42" fmla="*/ 501452 h 1382832"/>
                    <a:gd name="connsiteX43" fmla="*/ 139767 w 1460822"/>
                    <a:gd name="connsiteY43" fmla="*/ 267645 h 1382832"/>
                    <a:gd name="connsiteX44" fmla="*/ 413198 w 1460822"/>
                    <a:gd name="connsiteY44" fmla="*/ 21138 h 1382832"/>
                    <a:gd name="connsiteX45" fmla="*/ 730698 w 1460822"/>
                    <a:gd name="connsiteY45" fmla="*/ 17836 h 1382832"/>
                    <a:gd name="connsiteX46" fmla="*/ 912643 w 1460822"/>
                    <a:gd name="connsiteY46" fmla="*/ 121183 h 1382832"/>
                    <a:gd name="connsiteX47" fmla="*/ 1056509 w 1460822"/>
                    <a:gd name="connsiteY47" fmla="*/ 366250 h 1382832"/>
                    <a:gd name="connsiteX48" fmla="*/ 175327 w 1460822"/>
                    <a:gd name="connsiteY48" fmla="*/ 251516 h 1382832"/>
                    <a:gd name="connsiteX49" fmla="*/ 227270 w 1460822"/>
                    <a:gd name="connsiteY49" fmla="*/ 268661 h 1382832"/>
                    <a:gd name="connsiteX50" fmla="*/ 284801 w 1460822"/>
                    <a:gd name="connsiteY50" fmla="*/ 423601 h 1382832"/>
                    <a:gd name="connsiteX51" fmla="*/ 256607 w 1460822"/>
                    <a:gd name="connsiteY51" fmla="*/ 563936 h 1382832"/>
                    <a:gd name="connsiteX52" fmla="*/ 204283 w 1460822"/>
                    <a:gd name="connsiteY52" fmla="*/ 610672 h 1382832"/>
                    <a:gd name="connsiteX53" fmla="*/ 615128 w 1460822"/>
                    <a:gd name="connsiteY53" fmla="*/ 786948 h 1382832"/>
                    <a:gd name="connsiteX54" fmla="*/ 979491 w 1460822"/>
                    <a:gd name="connsiteY54" fmla="*/ 614609 h 1382832"/>
                    <a:gd name="connsiteX55" fmla="*/ 1018353 w 1460822"/>
                    <a:gd name="connsiteY55" fmla="*/ 320604 h 1382832"/>
                    <a:gd name="connsiteX56" fmla="*/ 672151 w 1460822"/>
                    <a:gd name="connsiteY56" fmla="*/ 31679 h 1382832"/>
                    <a:gd name="connsiteX57" fmla="*/ 175327 w 1460822"/>
                    <a:gd name="connsiteY57" fmla="*/ 251516 h 1382832"/>
                    <a:gd name="connsiteX58" fmla="*/ 159833 w 1460822"/>
                    <a:gd name="connsiteY58" fmla="*/ 286822 h 1382832"/>
                    <a:gd name="connsiteX59" fmla="*/ 104588 w 1460822"/>
                    <a:gd name="connsiteY59" fmla="*/ 475036 h 1382832"/>
                    <a:gd name="connsiteX60" fmla="*/ 197679 w 1460822"/>
                    <a:gd name="connsiteY60" fmla="*/ 581081 h 1382832"/>
                    <a:gd name="connsiteX61" fmla="*/ 250892 w 1460822"/>
                    <a:gd name="connsiteY61" fmla="*/ 499293 h 1382832"/>
                    <a:gd name="connsiteX62" fmla="*/ 234636 w 1460822"/>
                    <a:gd name="connsiteY62" fmla="*/ 323525 h 1382832"/>
                    <a:gd name="connsiteX63" fmla="*/ 159833 w 1460822"/>
                    <a:gd name="connsiteY63" fmla="*/ 286822 h 1382832"/>
                    <a:gd name="connsiteX64" fmla="*/ 1041086 w 1460822"/>
                    <a:gd name="connsiteY64" fmla="*/ 554030 h 1382832"/>
                    <a:gd name="connsiteX65" fmla="*/ 1054736 w 1460822"/>
                    <a:gd name="connsiteY65" fmla="*/ 415202 h 1382832"/>
                    <a:gd name="connsiteX66" fmla="*/ 441011 w 1460822"/>
                    <a:gd name="connsiteY66" fmla="*/ 791901 h 1382832"/>
                    <a:gd name="connsiteX67" fmla="*/ 658816 w 1460822"/>
                    <a:gd name="connsiteY67" fmla="*/ 825556 h 1382832"/>
                    <a:gd name="connsiteX68" fmla="*/ 569154 w 1460822"/>
                    <a:gd name="connsiteY68" fmla="*/ 809554 h 1382832"/>
                    <a:gd name="connsiteX69" fmla="*/ 441011 w 1460822"/>
                    <a:gd name="connsiteY69" fmla="*/ 791901 h 1382832"/>
                    <a:gd name="connsiteX70" fmla="*/ 303597 w 1460822"/>
                    <a:gd name="connsiteY70" fmla="*/ 842447 h 1382832"/>
                    <a:gd name="connsiteX71" fmla="*/ 288992 w 1460822"/>
                    <a:gd name="connsiteY71" fmla="*/ 872038 h 1382832"/>
                    <a:gd name="connsiteX72" fmla="*/ 345380 w 1460822"/>
                    <a:gd name="connsiteY72" fmla="*/ 922457 h 1382832"/>
                    <a:gd name="connsiteX73" fmla="*/ 332934 w 1460822"/>
                    <a:gd name="connsiteY73" fmla="*/ 1080318 h 1382832"/>
                    <a:gd name="connsiteX74" fmla="*/ 384369 w 1460822"/>
                    <a:gd name="connsiteY74" fmla="*/ 1008817 h 1382832"/>
                    <a:gd name="connsiteX75" fmla="*/ 303597 w 1460822"/>
                    <a:gd name="connsiteY75" fmla="*/ 842447 h 1382832"/>
                    <a:gd name="connsiteX76" fmla="*/ 1154370 w 1460822"/>
                    <a:gd name="connsiteY76" fmla="*/ 961573 h 1382832"/>
                    <a:gd name="connsiteX77" fmla="*/ 1130875 w 1460822"/>
                    <a:gd name="connsiteY77" fmla="*/ 1154613 h 1382832"/>
                    <a:gd name="connsiteX78" fmla="*/ 1261431 w 1460822"/>
                    <a:gd name="connsiteY78" fmla="*/ 1210239 h 1382832"/>
                    <a:gd name="connsiteX79" fmla="*/ 1374969 w 1460822"/>
                    <a:gd name="connsiteY79" fmla="*/ 1221669 h 1382832"/>
                    <a:gd name="connsiteX80" fmla="*/ 1357316 w 1460822"/>
                    <a:gd name="connsiteY80" fmla="*/ 1192967 h 1382832"/>
                    <a:gd name="connsiteX81" fmla="*/ 1258637 w 1460822"/>
                    <a:gd name="connsiteY81" fmla="*/ 1133404 h 1382832"/>
                    <a:gd name="connsiteX82" fmla="*/ 1445581 w 1460822"/>
                    <a:gd name="connsiteY82" fmla="*/ 1176711 h 1382832"/>
                    <a:gd name="connsiteX83" fmla="*/ 1403163 w 1460822"/>
                    <a:gd name="connsiteY83" fmla="*/ 1124133 h 1382832"/>
                    <a:gd name="connsiteX84" fmla="*/ 1296229 w 1460822"/>
                    <a:gd name="connsiteY84" fmla="*/ 1079175 h 1382832"/>
                    <a:gd name="connsiteX85" fmla="*/ 1287937 w 1460822"/>
                    <a:gd name="connsiteY85" fmla="*/ 1075072 h 1382832"/>
                    <a:gd name="connsiteX86" fmla="*/ 1300439 w 1460822"/>
                    <a:gd name="connsiteY86" fmla="*/ 1049963 h 1382832"/>
                    <a:gd name="connsiteX87" fmla="*/ 1235269 w 1460822"/>
                    <a:gd name="connsiteY87" fmla="*/ 995101 h 1382832"/>
                    <a:gd name="connsiteX88" fmla="*/ 1341060 w 1460822"/>
                    <a:gd name="connsiteY88" fmla="*/ 918647 h 1382832"/>
                    <a:gd name="connsiteX89" fmla="*/ 1301944 w 1460822"/>
                    <a:gd name="connsiteY89" fmla="*/ 879658 h 1382832"/>
                    <a:gd name="connsiteX90" fmla="*/ 1154370 w 1460822"/>
                    <a:gd name="connsiteY90" fmla="*/ 961573 h 1382832"/>
                    <a:gd name="connsiteX91" fmla="*/ 857063 w 1460822"/>
                    <a:gd name="connsiteY91" fmla="*/ 928426 h 1382832"/>
                    <a:gd name="connsiteX92" fmla="*/ 878272 w 1460822"/>
                    <a:gd name="connsiteY92" fmla="*/ 1047806 h 1382832"/>
                    <a:gd name="connsiteX93" fmla="*/ 905704 w 1460822"/>
                    <a:gd name="connsiteY93" fmla="*/ 1287709 h 1382832"/>
                    <a:gd name="connsiteX94" fmla="*/ 1188660 w 1460822"/>
                    <a:gd name="connsiteY94" fmla="*/ 1221288 h 1382832"/>
                    <a:gd name="connsiteX95" fmla="*/ 1073344 w 1460822"/>
                    <a:gd name="connsiteY95" fmla="*/ 1047171 h 1382832"/>
                    <a:gd name="connsiteX96" fmla="*/ 973522 w 1460822"/>
                    <a:gd name="connsiteY96" fmla="*/ 1185093 h 1382832"/>
                    <a:gd name="connsiteX97" fmla="*/ 945201 w 1460822"/>
                    <a:gd name="connsiteY97" fmla="*/ 1234496 h 1382832"/>
                    <a:gd name="connsiteX98" fmla="*/ 974665 w 1460822"/>
                    <a:gd name="connsiteY98" fmla="*/ 1113719 h 1382832"/>
                    <a:gd name="connsiteX99" fmla="*/ 857063 w 1460822"/>
                    <a:gd name="connsiteY99" fmla="*/ 928426 h 1382832"/>
                    <a:gd name="connsiteX0" fmla="*/ 1100903 w 1460822"/>
                    <a:gd name="connsiteY0" fmla="*/ 471353 h 1382832"/>
                    <a:gd name="connsiteX1" fmla="*/ 1075122 w 1460822"/>
                    <a:gd name="connsiteY1" fmla="*/ 553776 h 1382832"/>
                    <a:gd name="connsiteX2" fmla="*/ 994858 w 1460822"/>
                    <a:gd name="connsiteY2" fmla="*/ 638104 h 1382832"/>
                    <a:gd name="connsiteX3" fmla="*/ 900370 w 1460822"/>
                    <a:gd name="connsiteY3" fmla="*/ 733100 h 1382832"/>
                    <a:gd name="connsiteX4" fmla="*/ 765623 w 1460822"/>
                    <a:gd name="connsiteY4" fmla="*/ 795330 h 1382832"/>
                    <a:gd name="connsiteX5" fmla="*/ 993715 w 1460822"/>
                    <a:gd name="connsiteY5" fmla="*/ 1098479 h 1382832"/>
                    <a:gd name="connsiteX6" fmla="*/ 1109666 w 1460822"/>
                    <a:gd name="connsiteY6" fmla="*/ 968558 h 1382832"/>
                    <a:gd name="connsiteX7" fmla="*/ 1283275 w 1460822"/>
                    <a:gd name="connsiteY7" fmla="*/ 857941 h 1382832"/>
                    <a:gd name="connsiteX8" fmla="*/ 1372810 w 1460822"/>
                    <a:gd name="connsiteY8" fmla="*/ 906074 h 1382832"/>
                    <a:gd name="connsiteX9" fmla="*/ 1290260 w 1460822"/>
                    <a:gd name="connsiteY9" fmla="*/ 991291 h 1382832"/>
                    <a:gd name="connsiteX10" fmla="*/ 1286974 w 1460822"/>
                    <a:gd name="connsiteY10" fmla="*/ 1024887 h 1382832"/>
                    <a:gd name="connsiteX11" fmla="*/ 1290897 w 1460822"/>
                    <a:gd name="connsiteY11" fmla="*/ 1084613 h 1382832"/>
                    <a:gd name="connsiteX12" fmla="*/ 1460821 w 1460822"/>
                    <a:gd name="connsiteY12" fmla="*/ 1185728 h 1382832"/>
                    <a:gd name="connsiteX13" fmla="*/ 1403163 w 1460822"/>
                    <a:gd name="connsiteY13" fmla="*/ 1206937 h 1382832"/>
                    <a:gd name="connsiteX14" fmla="*/ 1396686 w 1460822"/>
                    <a:gd name="connsiteY14" fmla="*/ 1237290 h 1382832"/>
                    <a:gd name="connsiteX15" fmla="*/ 1222569 w 1460822"/>
                    <a:gd name="connsiteY15" fmla="*/ 1229162 h 1382832"/>
                    <a:gd name="connsiteX16" fmla="*/ 1041340 w 1460822"/>
                    <a:gd name="connsiteY16" fmla="*/ 1330381 h 1382832"/>
                    <a:gd name="connsiteX17" fmla="*/ 907228 w 1460822"/>
                    <a:gd name="connsiteY17" fmla="*/ 1317300 h 1382832"/>
                    <a:gd name="connsiteX18" fmla="*/ 909260 w 1460822"/>
                    <a:gd name="connsiteY18" fmla="*/ 1373180 h 1382832"/>
                    <a:gd name="connsiteX19" fmla="*/ 884622 w 1460822"/>
                    <a:gd name="connsiteY19" fmla="*/ 1371656 h 1382832"/>
                    <a:gd name="connsiteX20" fmla="*/ 878780 w 1460822"/>
                    <a:gd name="connsiteY20" fmla="*/ 1297234 h 1382832"/>
                    <a:gd name="connsiteX21" fmla="*/ 820106 w 1460822"/>
                    <a:gd name="connsiteY21" fmla="*/ 891596 h 1382832"/>
                    <a:gd name="connsiteX22" fmla="*/ 747208 w 1460822"/>
                    <a:gd name="connsiteY22" fmla="*/ 818825 h 1382832"/>
                    <a:gd name="connsiteX23" fmla="*/ 424882 w 1460822"/>
                    <a:gd name="connsiteY23" fmla="*/ 817174 h 1382832"/>
                    <a:gd name="connsiteX24" fmla="*/ 337125 w 1460822"/>
                    <a:gd name="connsiteY24" fmla="*/ 819333 h 1382832"/>
                    <a:gd name="connsiteX25" fmla="*/ 407610 w 1460822"/>
                    <a:gd name="connsiteY25" fmla="*/ 1031169 h 1382832"/>
                    <a:gd name="connsiteX26" fmla="*/ 322774 w 1460822"/>
                    <a:gd name="connsiteY26" fmla="*/ 1110290 h 1382832"/>
                    <a:gd name="connsiteX27" fmla="*/ 288357 w 1460822"/>
                    <a:gd name="connsiteY27" fmla="*/ 1335588 h 1382832"/>
                    <a:gd name="connsiteX28" fmla="*/ 283023 w 1460822"/>
                    <a:gd name="connsiteY28" fmla="*/ 1371656 h 1382832"/>
                    <a:gd name="connsiteX29" fmla="*/ 259020 w 1460822"/>
                    <a:gd name="connsiteY29" fmla="*/ 1376355 h 1382832"/>
                    <a:gd name="connsiteX30" fmla="*/ 323409 w 1460822"/>
                    <a:gd name="connsiteY30" fmla="*/ 997006 h 1382832"/>
                    <a:gd name="connsiteX31" fmla="*/ 305629 w 1460822"/>
                    <a:gd name="connsiteY31" fmla="*/ 913186 h 1382832"/>
                    <a:gd name="connsiteX32" fmla="*/ 229556 w 1460822"/>
                    <a:gd name="connsiteY32" fmla="*/ 939348 h 1382832"/>
                    <a:gd name="connsiteX33" fmla="*/ 18228 w 1460822"/>
                    <a:gd name="connsiteY33" fmla="*/ 1370513 h 1382832"/>
                    <a:gd name="connsiteX34" fmla="*/ 2099 w 1460822"/>
                    <a:gd name="connsiteY34" fmla="*/ 1382832 h 1382832"/>
                    <a:gd name="connsiteX35" fmla="*/ 17212 w 1460822"/>
                    <a:gd name="connsiteY35" fmla="*/ 1286566 h 1382832"/>
                    <a:gd name="connsiteX36" fmla="*/ 107001 w 1460822"/>
                    <a:gd name="connsiteY36" fmla="*/ 1065586 h 1382832"/>
                    <a:gd name="connsiteX37" fmla="*/ 216983 w 1460822"/>
                    <a:gd name="connsiteY37" fmla="*/ 915091 h 1382832"/>
                    <a:gd name="connsiteX38" fmla="*/ 304867 w 1460822"/>
                    <a:gd name="connsiteY38" fmla="*/ 813491 h 1382832"/>
                    <a:gd name="connsiteX39" fmla="*/ 391481 w 1460822"/>
                    <a:gd name="connsiteY39" fmla="*/ 779328 h 1382832"/>
                    <a:gd name="connsiteX40" fmla="*/ 252924 w 1460822"/>
                    <a:gd name="connsiteY40" fmla="*/ 699191 h 1382832"/>
                    <a:gd name="connsiteX41" fmla="*/ 138243 w 1460822"/>
                    <a:gd name="connsiteY41" fmla="*/ 584002 h 1382832"/>
                    <a:gd name="connsiteX42" fmla="*/ 83633 w 1460822"/>
                    <a:gd name="connsiteY42" fmla="*/ 501452 h 1382832"/>
                    <a:gd name="connsiteX43" fmla="*/ 139767 w 1460822"/>
                    <a:gd name="connsiteY43" fmla="*/ 267645 h 1382832"/>
                    <a:gd name="connsiteX44" fmla="*/ 413198 w 1460822"/>
                    <a:gd name="connsiteY44" fmla="*/ 21138 h 1382832"/>
                    <a:gd name="connsiteX45" fmla="*/ 730698 w 1460822"/>
                    <a:gd name="connsiteY45" fmla="*/ 17836 h 1382832"/>
                    <a:gd name="connsiteX46" fmla="*/ 912643 w 1460822"/>
                    <a:gd name="connsiteY46" fmla="*/ 121183 h 1382832"/>
                    <a:gd name="connsiteX47" fmla="*/ 1056509 w 1460822"/>
                    <a:gd name="connsiteY47" fmla="*/ 366250 h 1382832"/>
                    <a:gd name="connsiteX48" fmla="*/ 175327 w 1460822"/>
                    <a:gd name="connsiteY48" fmla="*/ 251516 h 1382832"/>
                    <a:gd name="connsiteX49" fmla="*/ 227270 w 1460822"/>
                    <a:gd name="connsiteY49" fmla="*/ 268661 h 1382832"/>
                    <a:gd name="connsiteX50" fmla="*/ 284801 w 1460822"/>
                    <a:gd name="connsiteY50" fmla="*/ 423601 h 1382832"/>
                    <a:gd name="connsiteX51" fmla="*/ 256607 w 1460822"/>
                    <a:gd name="connsiteY51" fmla="*/ 563936 h 1382832"/>
                    <a:gd name="connsiteX52" fmla="*/ 204283 w 1460822"/>
                    <a:gd name="connsiteY52" fmla="*/ 610672 h 1382832"/>
                    <a:gd name="connsiteX53" fmla="*/ 615128 w 1460822"/>
                    <a:gd name="connsiteY53" fmla="*/ 786948 h 1382832"/>
                    <a:gd name="connsiteX54" fmla="*/ 979491 w 1460822"/>
                    <a:gd name="connsiteY54" fmla="*/ 614609 h 1382832"/>
                    <a:gd name="connsiteX55" fmla="*/ 1018353 w 1460822"/>
                    <a:gd name="connsiteY55" fmla="*/ 320604 h 1382832"/>
                    <a:gd name="connsiteX56" fmla="*/ 672151 w 1460822"/>
                    <a:gd name="connsiteY56" fmla="*/ 31679 h 1382832"/>
                    <a:gd name="connsiteX57" fmla="*/ 175327 w 1460822"/>
                    <a:gd name="connsiteY57" fmla="*/ 251516 h 1382832"/>
                    <a:gd name="connsiteX58" fmla="*/ 159833 w 1460822"/>
                    <a:gd name="connsiteY58" fmla="*/ 286822 h 1382832"/>
                    <a:gd name="connsiteX59" fmla="*/ 104588 w 1460822"/>
                    <a:gd name="connsiteY59" fmla="*/ 475036 h 1382832"/>
                    <a:gd name="connsiteX60" fmla="*/ 197679 w 1460822"/>
                    <a:gd name="connsiteY60" fmla="*/ 581081 h 1382832"/>
                    <a:gd name="connsiteX61" fmla="*/ 250892 w 1460822"/>
                    <a:gd name="connsiteY61" fmla="*/ 499293 h 1382832"/>
                    <a:gd name="connsiteX62" fmla="*/ 234636 w 1460822"/>
                    <a:gd name="connsiteY62" fmla="*/ 323525 h 1382832"/>
                    <a:gd name="connsiteX63" fmla="*/ 159833 w 1460822"/>
                    <a:gd name="connsiteY63" fmla="*/ 286822 h 1382832"/>
                    <a:gd name="connsiteX64" fmla="*/ 1041086 w 1460822"/>
                    <a:gd name="connsiteY64" fmla="*/ 554030 h 1382832"/>
                    <a:gd name="connsiteX65" fmla="*/ 1054736 w 1460822"/>
                    <a:gd name="connsiteY65" fmla="*/ 415202 h 1382832"/>
                    <a:gd name="connsiteX66" fmla="*/ 441011 w 1460822"/>
                    <a:gd name="connsiteY66" fmla="*/ 791901 h 1382832"/>
                    <a:gd name="connsiteX67" fmla="*/ 658816 w 1460822"/>
                    <a:gd name="connsiteY67" fmla="*/ 825556 h 1382832"/>
                    <a:gd name="connsiteX68" fmla="*/ 569154 w 1460822"/>
                    <a:gd name="connsiteY68" fmla="*/ 809554 h 1382832"/>
                    <a:gd name="connsiteX69" fmla="*/ 441011 w 1460822"/>
                    <a:gd name="connsiteY69" fmla="*/ 791901 h 1382832"/>
                    <a:gd name="connsiteX70" fmla="*/ 303597 w 1460822"/>
                    <a:gd name="connsiteY70" fmla="*/ 842447 h 1382832"/>
                    <a:gd name="connsiteX71" fmla="*/ 288992 w 1460822"/>
                    <a:gd name="connsiteY71" fmla="*/ 872038 h 1382832"/>
                    <a:gd name="connsiteX72" fmla="*/ 345380 w 1460822"/>
                    <a:gd name="connsiteY72" fmla="*/ 922457 h 1382832"/>
                    <a:gd name="connsiteX73" fmla="*/ 332934 w 1460822"/>
                    <a:gd name="connsiteY73" fmla="*/ 1080318 h 1382832"/>
                    <a:gd name="connsiteX74" fmla="*/ 384369 w 1460822"/>
                    <a:gd name="connsiteY74" fmla="*/ 1008817 h 1382832"/>
                    <a:gd name="connsiteX75" fmla="*/ 303597 w 1460822"/>
                    <a:gd name="connsiteY75" fmla="*/ 842447 h 1382832"/>
                    <a:gd name="connsiteX76" fmla="*/ 1154370 w 1460822"/>
                    <a:gd name="connsiteY76" fmla="*/ 961573 h 1382832"/>
                    <a:gd name="connsiteX77" fmla="*/ 1130875 w 1460822"/>
                    <a:gd name="connsiteY77" fmla="*/ 1154613 h 1382832"/>
                    <a:gd name="connsiteX78" fmla="*/ 1261431 w 1460822"/>
                    <a:gd name="connsiteY78" fmla="*/ 1210239 h 1382832"/>
                    <a:gd name="connsiteX79" fmla="*/ 1374969 w 1460822"/>
                    <a:gd name="connsiteY79" fmla="*/ 1221669 h 1382832"/>
                    <a:gd name="connsiteX80" fmla="*/ 1357316 w 1460822"/>
                    <a:gd name="connsiteY80" fmla="*/ 1192967 h 1382832"/>
                    <a:gd name="connsiteX81" fmla="*/ 1258637 w 1460822"/>
                    <a:gd name="connsiteY81" fmla="*/ 1133404 h 1382832"/>
                    <a:gd name="connsiteX82" fmla="*/ 1445581 w 1460822"/>
                    <a:gd name="connsiteY82" fmla="*/ 1176711 h 1382832"/>
                    <a:gd name="connsiteX83" fmla="*/ 1281304 w 1460822"/>
                    <a:gd name="connsiteY83" fmla="*/ 1102940 h 1382832"/>
                    <a:gd name="connsiteX84" fmla="*/ 1296229 w 1460822"/>
                    <a:gd name="connsiteY84" fmla="*/ 1079175 h 1382832"/>
                    <a:gd name="connsiteX85" fmla="*/ 1287937 w 1460822"/>
                    <a:gd name="connsiteY85" fmla="*/ 1075072 h 1382832"/>
                    <a:gd name="connsiteX86" fmla="*/ 1300439 w 1460822"/>
                    <a:gd name="connsiteY86" fmla="*/ 1049963 h 1382832"/>
                    <a:gd name="connsiteX87" fmla="*/ 1235269 w 1460822"/>
                    <a:gd name="connsiteY87" fmla="*/ 995101 h 1382832"/>
                    <a:gd name="connsiteX88" fmla="*/ 1341060 w 1460822"/>
                    <a:gd name="connsiteY88" fmla="*/ 918647 h 1382832"/>
                    <a:gd name="connsiteX89" fmla="*/ 1301944 w 1460822"/>
                    <a:gd name="connsiteY89" fmla="*/ 879658 h 1382832"/>
                    <a:gd name="connsiteX90" fmla="*/ 1154370 w 1460822"/>
                    <a:gd name="connsiteY90" fmla="*/ 961573 h 1382832"/>
                    <a:gd name="connsiteX91" fmla="*/ 857063 w 1460822"/>
                    <a:gd name="connsiteY91" fmla="*/ 928426 h 1382832"/>
                    <a:gd name="connsiteX92" fmla="*/ 878272 w 1460822"/>
                    <a:gd name="connsiteY92" fmla="*/ 1047806 h 1382832"/>
                    <a:gd name="connsiteX93" fmla="*/ 905704 w 1460822"/>
                    <a:gd name="connsiteY93" fmla="*/ 1287709 h 1382832"/>
                    <a:gd name="connsiteX94" fmla="*/ 1188660 w 1460822"/>
                    <a:gd name="connsiteY94" fmla="*/ 1221288 h 1382832"/>
                    <a:gd name="connsiteX95" fmla="*/ 1073344 w 1460822"/>
                    <a:gd name="connsiteY95" fmla="*/ 1047171 h 1382832"/>
                    <a:gd name="connsiteX96" fmla="*/ 973522 w 1460822"/>
                    <a:gd name="connsiteY96" fmla="*/ 1185093 h 1382832"/>
                    <a:gd name="connsiteX97" fmla="*/ 945201 w 1460822"/>
                    <a:gd name="connsiteY97" fmla="*/ 1234496 h 1382832"/>
                    <a:gd name="connsiteX98" fmla="*/ 974665 w 1460822"/>
                    <a:gd name="connsiteY98" fmla="*/ 1113719 h 1382832"/>
                    <a:gd name="connsiteX99" fmla="*/ 857063 w 1460822"/>
                    <a:gd name="connsiteY99" fmla="*/ 928426 h 1382832"/>
                    <a:gd name="connsiteX0" fmla="*/ 1100903 w 1445581"/>
                    <a:gd name="connsiteY0" fmla="*/ 471353 h 1382832"/>
                    <a:gd name="connsiteX1" fmla="*/ 1075122 w 1445581"/>
                    <a:gd name="connsiteY1" fmla="*/ 553776 h 1382832"/>
                    <a:gd name="connsiteX2" fmla="*/ 994858 w 1445581"/>
                    <a:gd name="connsiteY2" fmla="*/ 638104 h 1382832"/>
                    <a:gd name="connsiteX3" fmla="*/ 900370 w 1445581"/>
                    <a:gd name="connsiteY3" fmla="*/ 733100 h 1382832"/>
                    <a:gd name="connsiteX4" fmla="*/ 765623 w 1445581"/>
                    <a:gd name="connsiteY4" fmla="*/ 795330 h 1382832"/>
                    <a:gd name="connsiteX5" fmla="*/ 993715 w 1445581"/>
                    <a:gd name="connsiteY5" fmla="*/ 1098479 h 1382832"/>
                    <a:gd name="connsiteX6" fmla="*/ 1109666 w 1445581"/>
                    <a:gd name="connsiteY6" fmla="*/ 968558 h 1382832"/>
                    <a:gd name="connsiteX7" fmla="*/ 1283275 w 1445581"/>
                    <a:gd name="connsiteY7" fmla="*/ 857941 h 1382832"/>
                    <a:gd name="connsiteX8" fmla="*/ 1372810 w 1445581"/>
                    <a:gd name="connsiteY8" fmla="*/ 906074 h 1382832"/>
                    <a:gd name="connsiteX9" fmla="*/ 1290260 w 1445581"/>
                    <a:gd name="connsiteY9" fmla="*/ 991291 h 1382832"/>
                    <a:gd name="connsiteX10" fmla="*/ 1286974 w 1445581"/>
                    <a:gd name="connsiteY10" fmla="*/ 1024887 h 1382832"/>
                    <a:gd name="connsiteX11" fmla="*/ 1290897 w 1445581"/>
                    <a:gd name="connsiteY11" fmla="*/ 1084613 h 1382832"/>
                    <a:gd name="connsiteX12" fmla="*/ 1317769 w 1445581"/>
                    <a:gd name="connsiteY12" fmla="*/ 1169833 h 1382832"/>
                    <a:gd name="connsiteX13" fmla="*/ 1403163 w 1445581"/>
                    <a:gd name="connsiteY13" fmla="*/ 1206937 h 1382832"/>
                    <a:gd name="connsiteX14" fmla="*/ 1396686 w 1445581"/>
                    <a:gd name="connsiteY14" fmla="*/ 1237290 h 1382832"/>
                    <a:gd name="connsiteX15" fmla="*/ 1222569 w 1445581"/>
                    <a:gd name="connsiteY15" fmla="*/ 1229162 h 1382832"/>
                    <a:gd name="connsiteX16" fmla="*/ 1041340 w 1445581"/>
                    <a:gd name="connsiteY16" fmla="*/ 1330381 h 1382832"/>
                    <a:gd name="connsiteX17" fmla="*/ 907228 w 1445581"/>
                    <a:gd name="connsiteY17" fmla="*/ 1317300 h 1382832"/>
                    <a:gd name="connsiteX18" fmla="*/ 909260 w 1445581"/>
                    <a:gd name="connsiteY18" fmla="*/ 1373180 h 1382832"/>
                    <a:gd name="connsiteX19" fmla="*/ 884622 w 1445581"/>
                    <a:gd name="connsiteY19" fmla="*/ 1371656 h 1382832"/>
                    <a:gd name="connsiteX20" fmla="*/ 878780 w 1445581"/>
                    <a:gd name="connsiteY20" fmla="*/ 1297234 h 1382832"/>
                    <a:gd name="connsiteX21" fmla="*/ 820106 w 1445581"/>
                    <a:gd name="connsiteY21" fmla="*/ 891596 h 1382832"/>
                    <a:gd name="connsiteX22" fmla="*/ 747208 w 1445581"/>
                    <a:gd name="connsiteY22" fmla="*/ 818825 h 1382832"/>
                    <a:gd name="connsiteX23" fmla="*/ 424882 w 1445581"/>
                    <a:gd name="connsiteY23" fmla="*/ 817174 h 1382832"/>
                    <a:gd name="connsiteX24" fmla="*/ 337125 w 1445581"/>
                    <a:gd name="connsiteY24" fmla="*/ 819333 h 1382832"/>
                    <a:gd name="connsiteX25" fmla="*/ 407610 w 1445581"/>
                    <a:gd name="connsiteY25" fmla="*/ 1031169 h 1382832"/>
                    <a:gd name="connsiteX26" fmla="*/ 322774 w 1445581"/>
                    <a:gd name="connsiteY26" fmla="*/ 1110290 h 1382832"/>
                    <a:gd name="connsiteX27" fmla="*/ 288357 w 1445581"/>
                    <a:gd name="connsiteY27" fmla="*/ 1335588 h 1382832"/>
                    <a:gd name="connsiteX28" fmla="*/ 283023 w 1445581"/>
                    <a:gd name="connsiteY28" fmla="*/ 1371656 h 1382832"/>
                    <a:gd name="connsiteX29" fmla="*/ 259020 w 1445581"/>
                    <a:gd name="connsiteY29" fmla="*/ 1376355 h 1382832"/>
                    <a:gd name="connsiteX30" fmla="*/ 323409 w 1445581"/>
                    <a:gd name="connsiteY30" fmla="*/ 997006 h 1382832"/>
                    <a:gd name="connsiteX31" fmla="*/ 305629 w 1445581"/>
                    <a:gd name="connsiteY31" fmla="*/ 913186 h 1382832"/>
                    <a:gd name="connsiteX32" fmla="*/ 229556 w 1445581"/>
                    <a:gd name="connsiteY32" fmla="*/ 939348 h 1382832"/>
                    <a:gd name="connsiteX33" fmla="*/ 18228 w 1445581"/>
                    <a:gd name="connsiteY33" fmla="*/ 1370513 h 1382832"/>
                    <a:gd name="connsiteX34" fmla="*/ 2099 w 1445581"/>
                    <a:gd name="connsiteY34" fmla="*/ 1382832 h 1382832"/>
                    <a:gd name="connsiteX35" fmla="*/ 17212 w 1445581"/>
                    <a:gd name="connsiteY35" fmla="*/ 1286566 h 1382832"/>
                    <a:gd name="connsiteX36" fmla="*/ 107001 w 1445581"/>
                    <a:gd name="connsiteY36" fmla="*/ 1065586 h 1382832"/>
                    <a:gd name="connsiteX37" fmla="*/ 216983 w 1445581"/>
                    <a:gd name="connsiteY37" fmla="*/ 915091 h 1382832"/>
                    <a:gd name="connsiteX38" fmla="*/ 304867 w 1445581"/>
                    <a:gd name="connsiteY38" fmla="*/ 813491 h 1382832"/>
                    <a:gd name="connsiteX39" fmla="*/ 391481 w 1445581"/>
                    <a:gd name="connsiteY39" fmla="*/ 779328 h 1382832"/>
                    <a:gd name="connsiteX40" fmla="*/ 252924 w 1445581"/>
                    <a:gd name="connsiteY40" fmla="*/ 699191 h 1382832"/>
                    <a:gd name="connsiteX41" fmla="*/ 138243 w 1445581"/>
                    <a:gd name="connsiteY41" fmla="*/ 584002 h 1382832"/>
                    <a:gd name="connsiteX42" fmla="*/ 83633 w 1445581"/>
                    <a:gd name="connsiteY42" fmla="*/ 501452 h 1382832"/>
                    <a:gd name="connsiteX43" fmla="*/ 139767 w 1445581"/>
                    <a:gd name="connsiteY43" fmla="*/ 267645 h 1382832"/>
                    <a:gd name="connsiteX44" fmla="*/ 413198 w 1445581"/>
                    <a:gd name="connsiteY44" fmla="*/ 21138 h 1382832"/>
                    <a:gd name="connsiteX45" fmla="*/ 730698 w 1445581"/>
                    <a:gd name="connsiteY45" fmla="*/ 17836 h 1382832"/>
                    <a:gd name="connsiteX46" fmla="*/ 912643 w 1445581"/>
                    <a:gd name="connsiteY46" fmla="*/ 121183 h 1382832"/>
                    <a:gd name="connsiteX47" fmla="*/ 1056509 w 1445581"/>
                    <a:gd name="connsiteY47" fmla="*/ 366250 h 1382832"/>
                    <a:gd name="connsiteX48" fmla="*/ 175327 w 1445581"/>
                    <a:gd name="connsiteY48" fmla="*/ 251516 h 1382832"/>
                    <a:gd name="connsiteX49" fmla="*/ 227270 w 1445581"/>
                    <a:gd name="connsiteY49" fmla="*/ 268661 h 1382832"/>
                    <a:gd name="connsiteX50" fmla="*/ 284801 w 1445581"/>
                    <a:gd name="connsiteY50" fmla="*/ 423601 h 1382832"/>
                    <a:gd name="connsiteX51" fmla="*/ 256607 w 1445581"/>
                    <a:gd name="connsiteY51" fmla="*/ 563936 h 1382832"/>
                    <a:gd name="connsiteX52" fmla="*/ 204283 w 1445581"/>
                    <a:gd name="connsiteY52" fmla="*/ 610672 h 1382832"/>
                    <a:gd name="connsiteX53" fmla="*/ 615128 w 1445581"/>
                    <a:gd name="connsiteY53" fmla="*/ 786948 h 1382832"/>
                    <a:gd name="connsiteX54" fmla="*/ 979491 w 1445581"/>
                    <a:gd name="connsiteY54" fmla="*/ 614609 h 1382832"/>
                    <a:gd name="connsiteX55" fmla="*/ 1018353 w 1445581"/>
                    <a:gd name="connsiteY55" fmla="*/ 320604 h 1382832"/>
                    <a:gd name="connsiteX56" fmla="*/ 672151 w 1445581"/>
                    <a:gd name="connsiteY56" fmla="*/ 31679 h 1382832"/>
                    <a:gd name="connsiteX57" fmla="*/ 175327 w 1445581"/>
                    <a:gd name="connsiteY57" fmla="*/ 251516 h 1382832"/>
                    <a:gd name="connsiteX58" fmla="*/ 159833 w 1445581"/>
                    <a:gd name="connsiteY58" fmla="*/ 286822 h 1382832"/>
                    <a:gd name="connsiteX59" fmla="*/ 104588 w 1445581"/>
                    <a:gd name="connsiteY59" fmla="*/ 475036 h 1382832"/>
                    <a:gd name="connsiteX60" fmla="*/ 197679 w 1445581"/>
                    <a:gd name="connsiteY60" fmla="*/ 581081 h 1382832"/>
                    <a:gd name="connsiteX61" fmla="*/ 250892 w 1445581"/>
                    <a:gd name="connsiteY61" fmla="*/ 499293 h 1382832"/>
                    <a:gd name="connsiteX62" fmla="*/ 234636 w 1445581"/>
                    <a:gd name="connsiteY62" fmla="*/ 323525 h 1382832"/>
                    <a:gd name="connsiteX63" fmla="*/ 159833 w 1445581"/>
                    <a:gd name="connsiteY63" fmla="*/ 286822 h 1382832"/>
                    <a:gd name="connsiteX64" fmla="*/ 1041086 w 1445581"/>
                    <a:gd name="connsiteY64" fmla="*/ 554030 h 1382832"/>
                    <a:gd name="connsiteX65" fmla="*/ 1054736 w 1445581"/>
                    <a:gd name="connsiteY65" fmla="*/ 415202 h 1382832"/>
                    <a:gd name="connsiteX66" fmla="*/ 441011 w 1445581"/>
                    <a:gd name="connsiteY66" fmla="*/ 791901 h 1382832"/>
                    <a:gd name="connsiteX67" fmla="*/ 658816 w 1445581"/>
                    <a:gd name="connsiteY67" fmla="*/ 825556 h 1382832"/>
                    <a:gd name="connsiteX68" fmla="*/ 569154 w 1445581"/>
                    <a:gd name="connsiteY68" fmla="*/ 809554 h 1382832"/>
                    <a:gd name="connsiteX69" fmla="*/ 441011 w 1445581"/>
                    <a:gd name="connsiteY69" fmla="*/ 791901 h 1382832"/>
                    <a:gd name="connsiteX70" fmla="*/ 303597 w 1445581"/>
                    <a:gd name="connsiteY70" fmla="*/ 842447 h 1382832"/>
                    <a:gd name="connsiteX71" fmla="*/ 288992 w 1445581"/>
                    <a:gd name="connsiteY71" fmla="*/ 872038 h 1382832"/>
                    <a:gd name="connsiteX72" fmla="*/ 345380 w 1445581"/>
                    <a:gd name="connsiteY72" fmla="*/ 922457 h 1382832"/>
                    <a:gd name="connsiteX73" fmla="*/ 332934 w 1445581"/>
                    <a:gd name="connsiteY73" fmla="*/ 1080318 h 1382832"/>
                    <a:gd name="connsiteX74" fmla="*/ 384369 w 1445581"/>
                    <a:gd name="connsiteY74" fmla="*/ 1008817 h 1382832"/>
                    <a:gd name="connsiteX75" fmla="*/ 303597 w 1445581"/>
                    <a:gd name="connsiteY75" fmla="*/ 842447 h 1382832"/>
                    <a:gd name="connsiteX76" fmla="*/ 1154370 w 1445581"/>
                    <a:gd name="connsiteY76" fmla="*/ 961573 h 1382832"/>
                    <a:gd name="connsiteX77" fmla="*/ 1130875 w 1445581"/>
                    <a:gd name="connsiteY77" fmla="*/ 1154613 h 1382832"/>
                    <a:gd name="connsiteX78" fmla="*/ 1261431 w 1445581"/>
                    <a:gd name="connsiteY78" fmla="*/ 1210239 h 1382832"/>
                    <a:gd name="connsiteX79" fmla="*/ 1374969 w 1445581"/>
                    <a:gd name="connsiteY79" fmla="*/ 1221669 h 1382832"/>
                    <a:gd name="connsiteX80" fmla="*/ 1357316 w 1445581"/>
                    <a:gd name="connsiteY80" fmla="*/ 1192967 h 1382832"/>
                    <a:gd name="connsiteX81" fmla="*/ 1258637 w 1445581"/>
                    <a:gd name="connsiteY81" fmla="*/ 1133404 h 1382832"/>
                    <a:gd name="connsiteX82" fmla="*/ 1445581 w 1445581"/>
                    <a:gd name="connsiteY82" fmla="*/ 1176711 h 1382832"/>
                    <a:gd name="connsiteX83" fmla="*/ 1281304 w 1445581"/>
                    <a:gd name="connsiteY83" fmla="*/ 1102940 h 1382832"/>
                    <a:gd name="connsiteX84" fmla="*/ 1296229 w 1445581"/>
                    <a:gd name="connsiteY84" fmla="*/ 1079175 h 1382832"/>
                    <a:gd name="connsiteX85" fmla="*/ 1287937 w 1445581"/>
                    <a:gd name="connsiteY85" fmla="*/ 1075072 h 1382832"/>
                    <a:gd name="connsiteX86" fmla="*/ 1300439 w 1445581"/>
                    <a:gd name="connsiteY86" fmla="*/ 1049963 h 1382832"/>
                    <a:gd name="connsiteX87" fmla="*/ 1235269 w 1445581"/>
                    <a:gd name="connsiteY87" fmla="*/ 995101 h 1382832"/>
                    <a:gd name="connsiteX88" fmla="*/ 1341060 w 1445581"/>
                    <a:gd name="connsiteY88" fmla="*/ 918647 h 1382832"/>
                    <a:gd name="connsiteX89" fmla="*/ 1301944 w 1445581"/>
                    <a:gd name="connsiteY89" fmla="*/ 879658 h 1382832"/>
                    <a:gd name="connsiteX90" fmla="*/ 1154370 w 1445581"/>
                    <a:gd name="connsiteY90" fmla="*/ 961573 h 1382832"/>
                    <a:gd name="connsiteX91" fmla="*/ 857063 w 1445581"/>
                    <a:gd name="connsiteY91" fmla="*/ 928426 h 1382832"/>
                    <a:gd name="connsiteX92" fmla="*/ 878272 w 1445581"/>
                    <a:gd name="connsiteY92" fmla="*/ 1047806 h 1382832"/>
                    <a:gd name="connsiteX93" fmla="*/ 905704 w 1445581"/>
                    <a:gd name="connsiteY93" fmla="*/ 1287709 h 1382832"/>
                    <a:gd name="connsiteX94" fmla="*/ 1188660 w 1445581"/>
                    <a:gd name="connsiteY94" fmla="*/ 1221288 h 1382832"/>
                    <a:gd name="connsiteX95" fmla="*/ 1073344 w 1445581"/>
                    <a:gd name="connsiteY95" fmla="*/ 1047171 h 1382832"/>
                    <a:gd name="connsiteX96" fmla="*/ 973522 w 1445581"/>
                    <a:gd name="connsiteY96" fmla="*/ 1185093 h 1382832"/>
                    <a:gd name="connsiteX97" fmla="*/ 945201 w 1445581"/>
                    <a:gd name="connsiteY97" fmla="*/ 1234496 h 1382832"/>
                    <a:gd name="connsiteX98" fmla="*/ 974665 w 1445581"/>
                    <a:gd name="connsiteY98" fmla="*/ 1113719 h 1382832"/>
                    <a:gd name="connsiteX99" fmla="*/ 857063 w 1445581"/>
                    <a:gd name="connsiteY99" fmla="*/ 928426 h 1382832"/>
                    <a:gd name="connsiteX0" fmla="*/ 1100903 w 1405278"/>
                    <a:gd name="connsiteY0" fmla="*/ 471353 h 1382832"/>
                    <a:gd name="connsiteX1" fmla="*/ 1075122 w 1405278"/>
                    <a:gd name="connsiteY1" fmla="*/ 553776 h 1382832"/>
                    <a:gd name="connsiteX2" fmla="*/ 994858 w 1405278"/>
                    <a:gd name="connsiteY2" fmla="*/ 638104 h 1382832"/>
                    <a:gd name="connsiteX3" fmla="*/ 900370 w 1405278"/>
                    <a:gd name="connsiteY3" fmla="*/ 733100 h 1382832"/>
                    <a:gd name="connsiteX4" fmla="*/ 765623 w 1405278"/>
                    <a:gd name="connsiteY4" fmla="*/ 795330 h 1382832"/>
                    <a:gd name="connsiteX5" fmla="*/ 993715 w 1405278"/>
                    <a:gd name="connsiteY5" fmla="*/ 1098479 h 1382832"/>
                    <a:gd name="connsiteX6" fmla="*/ 1109666 w 1405278"/>
                    <a:gd name="connsiteY6" fmla="*/ 968558 h 1382832"/>
                    <a:gd name="connsiteX7" fmla="*/ 1283275 w 1405278"/>
                    <a:gd name="connsiteY7" fmla="*/ 857941 h 1382832"/>
                    <a:gd name="connsiteX8" fmla="*/ 1372810 w 1405278"/>
                    <a:gd name="connsiteY8" fmla="*/ 906074 h 1382832"/>
                    <a:gd name="connsiteX9" fmla="*/ 1290260 w 1405278"/>
                    <a:gd name="connsiteY9" fmla="*/ 991291 h 1382832"/>
                    <a:gd name="connsiteX10" fmla="*/ 1286974 w 1405278"/>
                    <a:gd name="connsiteY10" fmla="*/ 1024887 h 1382832"/>
                    <a:gd name="connsiteX11" fmla="*/ 1290897 w 1405278"/>
                    <a:gd name="connsiteY11" fmla="*/ 1084613 h 1382832"/>
                    <a:gd name="connsiteX12" fmla="*/ 1317769 w 1405278"/>
                    <a:gd name="connsiteY12" fmla="*/ 1169833 h 1382832"/>
                    <a:gd name="connsiteX13" fmla="*/ 1403163 w 1405278"/>
                    <a:gd name="connsiteY13" fmla="*/ 1206937 h 1382832"/>
                    <a:gd name="connsiteX14" fmla="*/ 1396686 w 1405278"/>
                    <a:gd name="connsiteY14" fmla="*/ 1237290 h 1382832"/>
                    <a:gd name="connsiteX15" fmla="*/ 1222569 w 1405278"/>
                    <a:gd name="connsiteY15" fmla="*/ 1229162 h 1382832"/>
                    <a:gd name="connsiteX16" fmla="*/ 1041340 w 1405278"/>
                    <a:gd name="connsiteY16" fmla="*/ 1330381 h 1382832"/>
                    <a:gd name="connsiteX17" fmla="*/ 907228 w 1405278"/>
                    <a:gd name="connsiteY17" fmla="*/ 1317300 h 1382832"/>
                    <a:gd name="connsiteX18" fmla="*/ 909260 w 1405278"/>
                    <a:gd name="connsiteY18" fmla="*/ 1373180 h 1382832"/>
                    <a:gd name="connsiteX19" fmla="*/ 884622 w 1405278"/>
                    <a:gd name="connsiteY19" fmla="*/ 1371656 h 1382832"/>
                    <a:gd name="connsiteX20" fmla="*/ 878780 w 1405278"/>
                    <a:gd name="connsiteY20" fmla="*/ 1297234 h 1382832"/>
                    <a:gd name="connsiteX21" fmla="*/ 820106 w 1405278"/>
                    <a:gd name="connsiteY21" fmla="*/ 891596 h 1382832"/>
                    <a:gd name="connsiteX22" fmla="*/ 747208 w 1405278"/>
                    <a:gd name="connsiteY22" fmla="*/ 818825 h 1382832"/>
                    <a:gd name="connsiteX23" fmla="*/ 424882 w 1405278"/>
                    <a:gd name="connsiteY23" fmla="*/ 817174 h 1382832"/>
                    <a:gd name="connsiteX24" fmla="*/ 337125 w 1405278"/>
                    <a:gd name="connsiteY24" fmla="*/ 819333 h 1382832"/>
                    <a:gd name="connsiteX25" fmla="*/ 407610 w 1405278"/>
                    <a:gd name="connsiteY25" fmla="*/ 1031169 h 1382832"/>
                    <a:gd name="connsiteX26" fmla="*/ 322774 w 1405278"/>
                    <a:gd name="connsiteY26" fmla="*/ 1110290 h 1382832"/>
                    <a:gd name="connsiteX27" fmla="*/ 288357 w 1405278"/>
                    <a:gd name="connsiteY27" fmla="*/ 1335588 h 1382832"/>
                    <a:gd name="connsiteX28" fmla="*/ 283023 w 1405278"/>
                    <a:gd name="connsiteY28" fmla="*/ 1371656 h 1382832"/>
                    <a:gd name="connsiteX29" fmla="*/ 259020 w 1405278"/>
                    <a:gd name="connsiteY29" fmla="*/ 1376355 h 1382832"/>
                    <a:gd name="connsiteX30" fmla="*/ 323409 w 1405278"/>
                    <a:gd name="connsiteY30" fmla="*/ 997006 h 1382832"/>
                    <a:gd name="connsiteX31" fmla="*/ 305629 w 1405278"/>
                    <a:gd name="connsiteY31" fmla="*/ 913186 h 1382832"/>
                    <a:gd name="connsiteX32" fmla="*/ 229556 w 1405278"/>
                    <a:gd name="connsiteY32" fmla="*/ 939348 h 1382832"/>
                    <a:gd name="connsiteX33" fmla="*/ 18228 w 1405278"/>
                    <a:gd name="connsiteY33" fmla="*/ 1370513 h 1382832"/>
                    <a:gd name="connsiteX34" fmla="*/ 2099 w 1405278"/>
                    <a:gd name="connsiteY34" fmla="*/ 1382832 h 1382832"/>
                    <a:gd name="connsiteX35" fmla="*/ 17212 w 1405278"/>
                    <a:gd name="connsiteY35" fmla="*/ 1286566 h 1382832"/>
                    <a:gd name="connsiteX36" fmla="*/ 107001 w 1405278"/>
                    <a:gd name="connsiteY36" fmla="*/ 1065586 h 1382832"/>
                    <a:gd name="connsiteX37" fmla="*/ 216983 w 1405278"/>
                    <a:gd name="connsiteY37" fmla="*/ 915091 h 1382832"/>
                    <a:gd name="connsiteX38" fmla="*/ 304867 w 1405278"/>
                    <a:gd name="connsiteY38" fmla="*/ 813491 h 1382832"/>
                    <a:gd name="connsiteX39" fmla="*/ 391481 w 1405278"/>
                    <a:gd name="connsiteY39" fmla="*/ 779328 h 1382832"/>
                    <a:gd name="connsiteX40" fmla="*/ 252924 w 1405278"/>
                    <a:gd name="connsiteY40" fmla="*/ 699191 h 1382832"/>
                    <a:gd name="connsiteX41" fmla="*/ 138243 w 1405278"/>
                    <a:gd name="connsiteY41" fmla="*/ 584002 h 1382832"/>
                    <a:gd name="connsiteX42" fmla="*/ 83633 w 1405278"/>
                    <a:gd name="connsiteY42" fmla="*/ 501452 h 1382832"/>
                    <a:gd name="connsiteX43" fmla="*/ 139767 w 1405278"/>
                    <a:gd name="connsiteY43" fmla="*/ 267645 h 1382832"/>
                    <a:gd name="connsiteX44" fmla="*/ 413198 w 1405278"/>
                    <a:gd name="connsiteY44" fmla="*/ 21138 h 1382832"/>
                    <a:gd name="connsiteX45" fmla="*/ 730698 w 1405278"/>
                    <a:gd name="connsiteY45" fmla="*/ 17836 h 1382832"/>
                    <a:gd name="connsiteX46" fmla="*/ 912643 w 1405278"/>
                    <a:gd name="connsiteY46" fmla="*/ 121183 h 1382832"/>
                    <a:gd name="connsiteX47" fmla="*/ 1056509 w 1405278"/>
                    <a:gd name="connsiteY47" fmla="*/ 366250 h 1382832"/>
                    <a:gd name="connsiteX48" fmla="*/ 175327 w 1405278"/>
                    <a:gd name="connsiteY48" fmla="*/ 251516 h 1382832"/>
                    <a:gd name="connsiteX49" fmla="*/ 227270 w 1405278"/>
                    <a:gd name="connsiteY49" fmla="*/ 268661 h 1382832"/>
                    <a:gd name="connsiteX50" fmla="*/ 284801 w 1405278"/>
                    <a:gd name="connsiteY50" fmla="*/ 423601 h 1382832"/>
                    <a:gd name="connsiteX51" fmla="*/ 256607 w 1405278"/>
                    <a:gd name="connsiteY51" fmla="*/ 563936 h 1382832"/>
                    <a:gd name="connsiteX52" fmla="*/ 204283 w 1405278"/>
                    <a:gd name="connsiteY52" fmla="*/ 610672 h 1382832"/>
                    <a:gd name="connsiteX53" fmla="*/ 615128 w 1405278"/>
                    <a:gd name="connsiteY53" fmla="*/ 786948 h 1382832"/>
                    <a:gd name="connsiteX54" fmla="*/ 979491 w 1405278"/>
                    <a:gd name="connsiteY54" fmla="*/ 614609 h 1382832"/>
                    <a:gd name="connsiteX55" fmla="*/ 1018353 w 1405278"/>
                    <a:gd name="connsiteY55" fmla="*/ 320604 h 1382832"/>
                    <a:gd name="connsiteX56" fmla="*/ 672151 w 1405278"/>
                    <a:gd name="connsiteY56" fmla="*/ 31679 h 1382832"/>
                    <a:gd name="connsiteX57" fmla="*/ 175327 w 1405278"/>
                    <a:gd name="connsiteY57" fmla="*/ 251516 h 1382832"/>
                    <a:gd name="connsiteX58" fmla="*/ 159833 w 1405278"/>
                    <a:gd name="connsiteY58" fmla="*/ 286822 h 1382832"/>
                    <a:gd name="connsiteX59" fmla="*/ 104588 w 1405278"/>
                    <a:gd name="connsiteY59" fmla="*/ 475036 h 1382832"/>
                    <a:gd name="connsiteX60" fmla="*/ 197679 w 1405278"/>
                    <a:gd name="connsiteY60" fmla="*/ 581081 h 1382832"/>
                    <a:gd name="connsiteX61" fmla="*/ 250892 w 1405278"/>
                    <a:gd name="connsiteY61" fmla="*/ 499293 h 1382832"/>
                    <a:gd name="connsiteX62" fmla="*/ 234636 w 1405278"/>
                    <a:gd name="connsiteY62" fmla="*/ 323525 h 1382832"/>
                    <a:gd name="connsiteX63" fmla="*/ 159833 w 1405278"/>
                    <a:gd name="connsiteY63" fmla="*/ 286822 h 1382832"/>
                    <a:gd name="connsiteX64" fmla="*/ 1041086 w 1405278"/>
                    <a:gd name="connsiteY64" fmla="*/ 554030 h 1382832"/>
                    <a:gd name="connsiteX65" fmla="*/ 1054736 w 1405278"/>
                    <a:gd name="connsiteY65" fmla="*/ 415202 h 1382832"/>
                    <a:gd name="connsiteX66" fmla="*/ 441011 w 1405278"/>
                    <a:gd name="connsiteY66" fmla="*/ 791901 h 1382832"/>
                    <a:gd name="connsiteX67" fmla="*/ 658816 w 1405278"/>
                    <a:gd name="connsiteY67" fmla="*/ 825556 h 1382832"/>
                    <a:gd name="connsiteX68" fmla="*/ 569154 w 1405278"/>
                    <a:gd name="connsiteY68" fmla="*/ 809554 h 1382832"/>
                    <a:gd name="connsiteX69" fmla="*/ 441011 w 1405278"/>
                    <a:gd name="connsiteY69" fmla="*/ 791901 h 1382832"/>
                    <a:gd name="connsiteX70" fmla="*/ 303597 w 1405278"/>
                    <a:gd name="connsiteY70" fmla="*/ 842447 h 1382832"/>
                    <a:gd name="connsiteX71" fmla="*/ 288992 w 1405278"/>
                    <a:gd name="connsiteY71" fmla="*/ 872038 h 1382832"/>
                    <a:gd name="connsiteX72" fmla="*/ 345380 w 1405278"/>
                    <a:gd name="connsiteY72" fmla="*/ 922457 h 1382832"/>
                    <a:gd name="connsiteX73" fmla="*/ 332934 w 1405278"/>
                    <a:gd name="connsiteY73" fmla="*/ 1080318 h 1382832"/>
                    <a:gd name="connsiteX74" fmla="*/ 384369 w 1405278"/>
                    <a:gd name="connsiteY74" fmla="*/ 1008817 h 1382832"/>
                    <a:gd name="connsiteX75" fmla="*/ 303597 w 1405278"/>
                    <a:gd name="connsiteY75" fmla="*/ 842447 h 1382832"/>
                    <a:gd name="connsiteX76" fmla="*/ 1154370 w 1405278"/>
                    <a:gd name="connsiteY76" fmla="*/ 961573 h 1382832"/>
                    <a:gd name="connsiteX77" fmla="*/ 1130875 w 1405278"/>
                    <a:gd name="connsiteY77" fmla="*/ 1154613 h 1382832"/>
                    <a:gd name="connsiteX78" fmla="*/ 1261431 w 1405278"/>
                    <a:gd name="connsiteY78" fmla="*/ 1210239 h 1382832"/>
                    <a:gd name="connsiteX79" fmla="*/ 1374969 w 1405278"/>
                    <a:gd name="connsiteY79" fmla="*/ 1221669 h 1382832"/>
                    <a:gd name="connsiteX80" fmla="*/ 1357316 w 1405278"/>
                    <a:gd name="connsiteY80" fmla="*/ 1192967 h 1382832"/>
                    <a:gd name="connsiteX81" fmla="*/ 1258637 w 1405278"/>
                    <a:gd name="connsiteY81" fmla="*/ 1133404 h 1382832"/>
                    <a:gd name="connsiteX82" fmla="*/ 1291934 w 1405278"/>
                    <a:gd name="connsiteY82" fmla="*/ 1144922 h 1382832"/>
                    <a:gd name="connsiteX83" fmla="*/ 1281304 w 1405278"/>
                    <a:gd name="connsiteY83" fmla="*/ 1102940 h 1382832"/>
                    <a:gd name="connsiteX84" fmla="*/ 1296229 w 1405278"/>
                    <a:gd name="connsiteY84" fmla="*/ 1079175 h 1382832"/>
                    <a:gd name="connsiteX85" fmla="*/ 1287937 w 1405278"/>
                    <a:gd name="connsiteY85" fmla="*/ 1075072 h 1382832"/>
                    <a:gd name="connsiteX86" fmla="*/ 1300439 w 1405278"/>
                    <a:gd name="connsiteY86" fmla="*/ 1049963 h 1382832"/>
                    <a:gd name="connsiteX87" fmla="*/ 1235269 w 1405278"/>
                    <a:gd name="connsiteY87" fmla="*/ 995101 h 1382832"/>
                    <a:gd name="connsiteX88" fmla="*/ 1341060 w 1405278"/>
                    <a:gd name="connsiteY88" fmla="*/ 918647 h 1382832"/>
                    <a:gd name="connsiteX89" fmla="*/ 1301944 w 1405278"/>
                    <a:gd name="connsiteY89" fmla="*/ 879658 h 1382832"/>
                    <a:gd name="connsiteX90" fmla="*/ 1154370 w 1405278"/>
                    <a:gd name="connsiteY90" fmla="*/ 961573 h 1382832"/>
                    <a:gd name="connsiteX91" fmla="*/ 857063 w 1405278"/>
                    <a:gd name="connsiteY91" fmla="*/ 928426 h 1382832"/>
                    <a:gd name="connsiteX92" fmla="*/ 878272 w 1405278"/>
                    <a:gd name="connsiteY92" fmla="*/ 1047806 h 1382832"/>
                    <a:gd name="connsiteX93" fmla="*/ 905704 w 1405278"/>
                    <a:gd name="connsiteY93" fmla="*/ 1287709 h 1382832"/>
                    <a:gd name="connsiteX94" fmla="*/ 1188660 w 1405278"/>
                    <a:gd name="connsiteY94" fmla="*/ 1221288 h 1382832"/>
                    <a:gd name="connsiteX95" fmla="*/ 1073344 w 1405278"/>
                    <a:gd name="connsiteY95" fmla="*/ 1047171 h 1382832"/>
                    <a:gd name="connsiteX96" fmla="*/ 973522 w 1405278"/>
                    <a:gd name="connsiteY96" fmla="*/ 1185093 h 1382832"/>
                    <a:gd name="connsiteX97" fmla="*/ 945201 w 1405278"/>
                    <a:gd name="connsiteY97" fmla="*/ 1234496 h 1382832"/>
                    <a:gd name="connsiteX98" fmla="*/ 974665 w 1405278"/>
                    <a:gd name="connsiteY98" fmla="*/ 1113719 h 1382832"/>
                    <a:gd name="connsiteX99" fmla="*/ 857063 w 1405278"/>
                    <a:gd name="connsiteY99" fmla="*/ 928426 h 1382832"/>
                    <a:gd name="connsiteX0" fmla="*/ 1100903 w 1405277"/>
                    <a:gd name="connsiteY0" fmla="*/ 471353 h 1382832"/>
                    <a:gd name="connsiteX1" fmla="*/ 1075122 w 1405277"/>
                    <a:gd name="connsiteY1" fmla="*/ 553776 h 1382832"/>
                    <a:gd name="connsiteX2" fmla="*/ 994858 w 1405277"/>
                    <a:gd name="connsiteY2" fmla="*/ 638104 h 1382832"/>
                    <a:gd name="connsiteX3" fmla="*/ 900370 w 1405277"/>
                    <a:gd name="connsiteY3" fmla="*/ 733100 h 1382832"/>
                    <a:gd name="connsiteX4" fmla="*/ 765623 w 1405277"/>
                    <a:gd name="connsiteY4" fmla="*/ 795330 h 1382832"/>
                    <a:gd name="connsiteX5" fmla="*/ 993715 w 1405277"/>
                    <a:gd name="connsiteY5" fmla="*/ 1098479 h 1382832"/>
                    <a:gd name="connsiteX6" fmla="*/ 1109666 w 1405277"/>
                    <a:gd name="connsiteY6" fmla="*/ 968558 h 1382832"/>
                    <a:gd name="connsiteX7" fmla="*/ 1283275 w 1405277"/>
                    <a:gd name="connsiteY7" fmla="*/ 857941 h 1382832"/>
                    <a:gd name="connsiteX8" fmla="*/ 1372810 w 1405277"/>
                    <a:gd name="connsiteY8" fmla="*/ 906074 h 1382832"/>
                    <a:gd name="connsiteX9" fmla="*/ 1290260 w 1405277"/>
                    <a:gd name="connsiteY9" fmla="*/ 991291 h 1382832"/>
                    <a:gd name="connsiteX10" fmla="*/ 1286974 w 1405277"/>
                    <a:gd name="connsiteY10" fmla="*/ 1024887 h 1382832"/>
                    <a:gd name="connsiteX11" fmla="*/ 1290897 w 1405277"/>
                    <a:gd name="connsiteY11" fmla="*/ 1084613 h 1382832"/>
                    <a:gd name="connsiteX12" fmla="*/ 1317769 w 1405277"/>
                    <a:gd name="connsiteY12" fmla="*/ 1169833 h 1382832"/>
                    <a:gd name="connsiteX13" fmla="*/ 1403163 w 1405277"/>
                    <a:gd name="connsiteY13" fmla="*/ 1206937 h 1382832"/>
                    <a:gd name="connsiteX14" fmla="*/ 1396686 w 1405277"/>
                    <a:gd name="connsiteY14" fmla="*/ 1237290 h 1382832"/>
                    <a:gd name="connsiteX15" fmla="*/ 1222569 w 1405277"/>
                    <a:gd name="connsiteY15" fmla="*/ 1229162 h 1382832"/>
                    <a:gd name="connsiteX16" fmla="*/ 1041340 w 1405277"/>
                    <a:gd name="connsiteY16" fmla="*/ 1330381 h 1382832"/>
                    <a:gd name="connsiteX17" fmla="*/ 907228 w 1405277"/>
                    <a:gd name="connsiteY17" fmla="*/ 1317300 h 1382832"/>
                    <a:gd name="connsiteX18" fmla="*/ 909260 w 1405277"/>
                    <a:gd name="connsiteY18" fmla="*/ 1373180 h 1382832"/>
                    <a:gd name="connsiteX19" fmla="*/ 884622 w 1405277"/>
                    <a:gd name="connsiteY19" fmla="*/ 1371656 h 1382832"/>
                    <a:gd name="connsiteX20" fmla="*/ 878780 w 1405277"/>
                    <a:gd name="connsiteY20" fmla="*/ 1297234 h 1382832"/>
                    <a:gd name="connsiteX21" fmla="*/ 820106 w 1405277"/>
                    <a:gd name="connsiteY21" fmla="*/ 891596 h 1382832"/>
                    <a:gd name="connsiteX22" fmla="*/ 747208 w 1405277"/>
                    <a:gd name="connsiteY22" fmla="*/ 818825 h 1382832"/>
                    <a:gd name="connsiteX23" fmla="*/ 424882 w 1405277"/>
                    <a:gd name="connsiteY23" fmla="*/ 817174 h 1382832"/>
                    <a:gd name="connsiteX24" fmla="*/ 337125 w 1405277"/>
                    <a:gd name="connsiteY24" fmla="*/ 819333 h 1382832"/>
                    <a:gd name="connsiteX25" fmla="*/ 407610 w 1405277"/>
                    <a:gd name="connsiteY25" fmla="*/ 1031169 h 1382832"/>
                    <a:gd name="connsiteX26" fmla="*/ 322774 w 1405277"/>
                    <a:gd name="connsiteY26" fmla="*/ 1110290 h 1382832"/>
                    <a:gd name="connsiteX27" fmla="*/ 288357 w 1405277"/>
                    <a:gd name="connsiteY27" fmla="*/ 1335588 h 1382832"/>
                    <a:gd name="connsiteX28" fmla="*/ 283023 w 1405277"/>
                    <a:gd name="connsiteY28" fmla="*/ 1371656 h 1382832"/>
                    <a:gd name="connsiteX29" fmla="*/ 259020 w 1405277"/>
                    <a:gd name="connsiteY29" fmla="*/ 1376355 h 1382832"/>
                    <a:gd name="connsiteX30" fmla="*/ 323409 w 1405277"/>
                    <a:gd name="connsiteY30" fmla="*/ 997006 h 1382832"/>
                    <a:gd name="connsiteX31" fmla="*/ 305629 w 1405277"/>
                    <a:gd name="connsiteY31" fmla="*/ 913186 h 1382832"/>
                    <a:gd name="connsiteX32" fmla="*/ 229556 w 1405277"/>
                    <a:gd name="connsiteY32" fmla="*/ 939348 h 1382832"/>
                    <a:gd name="connsiteX33" fmla="*/ 18228 w 1405277"/>
                    <a:gd name="connsiteY33" fmla="*/ 1370513 h 1382832"/>
                    <a:gd name="connsiteX34" fmla="*/ 2099 w 1405277"/>
                    <a:gd name="connsiteY34" fmla="*/ 1382832 h 1382832"/>
                    <a:gd name="connsiteX35" fmla="*/ 17212 w 1405277"/>
                    <a:gd name="connsiteY35" fmla="*/ 1286566 h 1382832"/>
                    <a:gd name="connsiteX36" fmla="*/ 107001 w 1405277"/>
                    <a:gd name="connsiteY36" fmla="*/ 1065586 h 1382832"/>
                    <a:gd name="connsiteX37" fmla="*/ 216983 w 1405277"/>
                    <a:gd name="connsiteY37" fmla="*/ 915091 h 1382832"/>
                    <a:gd name="connsiteX38" fmla="*/ 304867 w 1405277"/>
                    <a:gd name="connsiteY38" fmla="*/ 813491 h 1382832"/>
                    <a:gd name="connsiteX39" fmla="*/ 391481 w 1405277"/>
                    <a:gd name="connsiteY39" fmla="*/ 779328 h 1382832"/>
                    <a:gd name="connsiteX40" fmla="*/ 252924 w 1405277"/>
                    <a:gd name="connsiteY40" fmla="*/ 699191 h 1382832"/>
                    <a:gd name="connsiteX41" fmla="*/ 138243 w 1405277"/>
                    <a:gd name="connsiteY41" fmla="*/ 584002 h 1382832"/>
                    <a:gd name="connsiteX42" fmla="*/ 83633 w 1405277"/>
                    <a:gd name="connsiteY42" fmla="*/ 501452 h 1382832"/>
                    <a:gd name="connsiteX43" fmla="*/ 139767 w 1405277"/>
                    <a:gd name="connsiteY43" fmla="*/ 267645 h 1382832"/>
                    <a:gd name="connsiteX44" fmla="*/ 413198 w 1405277"/>
                    <a:gd name="connsiteY44" fmla="*/ 21138 h 1382832"/>
                    <a:gd name="connsiteX45" fmla="*/ 730698 w 1405277"/>
                    <a:gd name="connsiteY45" fmla="*/ 17836 h 1382832"/>
                    <a:gd name="connsiteX46" fmla="*/ 912643 w 1405277"/>
                    <a:gd name="connsiteY46" fmla="*/ 121183 h 1382832"/>
                    <a:gd name="connsiteX47" fmla="*/ 1056509 w 1405277"/>
                    <a:gd name="connsiteY47" fmla="*/ 366250 h 1382832"/>
                    <a:gd name="connsiteX48" fmla="*/ 175327 w 1405277"/>
                    <a:gd name="connsiteY48" fmla="*/ 251516 h 1382832"/>
                    <a:gd name="connsiteX49" fmla="*/ 227270 w 1405277"/>
                    <a:gd name="connsiteY49" fmla="*/ 268661 h 1382832"/>
                    <a:gd name="connsiteX50" fmla="*/ 284801 w 1405277"/>
                    <a:gd name="connsiteY50" fmla="*/ 423601 h 1382832"/>
                    <a:gd name="connsiteX51" fmla="*/ 256607 w 1405277"/>
                    <a:gd name="connsiteY51" fmla="*/ 563936 h 1382832"/>
                    <a:gd name="connsiteX52" fmla="*/ 204283 w 1405277"/>
                    <a:gd name="connsiteY52" fmla="*/ 610672 h 1382832"/>
                    <a:gd name="connsiteX53" fmla="*/ 615128 w 1405277"/>
                    <a:gd name="connsiteY53" fmla="*/ 786948 h 1382832"/>
                    <a:gd name="connsiteX54" fmla="*/ 979491 w 1405277"/>
                    <a:gd name="connsiteY54" fmla="*/ 614609 h 1382832"/>
                    <a:gd name="connsiteX55" fmla="*/ 1018353 w 1405277"/>
                    <a:gd name="connsiteY55" fmla="*/ 320604 h 1382832"/>
                    <a:gd name="connsiteX56" fmla="*/ 672151 w 1405277"/>
                    <a:gd name="connsiteY56" fmla="*/ 31679 h 1382832"/>
                    <a:gd name="connsiteX57" fmla="*/ 175327 w 1405277"/>
                    <a:gd name="connsiteY57" fmla="*/ 251516 h 1382832"/>
                    <a:gd name="connsiteX58" fmla="*/ 159833 w 1405277"/>
                    <a:gd name="connsiteY58" fmla="*/ 286822 h 1382832"/>
                    <a:gd name="connsiteX59" fmla="*/ 104588 w 1405277"/>
                    <a:gd name="connsiteY59" fmla="*/ 475036 h 1382832"/>
                    <a:gd name="connsiteX60" fmla="*/ 197679 w 1405277"/>
                    <a:gd name="connsiteY60" fmla="*/ 581081 h 1382832"/>
                    <a:gd name="connsiteX61" fmla="*/ 250892 w 1405277"/>
                    <a:gd name="connsiteY61" fmla="*/ 499293 h 1382832"/>
                    <a:gd name="connsiteX62" fmla="*/ 234636 w 1405277"/>
                    <a:gd name="connsiteY62" fmla="*/ 323525 h 1382832"/>
                    <a:gd name="connsiteX63" fmla="*/ 159833 w 1405277"/>
                    <a:gd name="connsiteY63" fmla="*/ 286822 h 1382832"/>
                    <a:gd name="connsiteX64" fmla="*/ 1041086 w 1405277"/>
                    <a:gd name="connsiteY64" fmla="*/ 554030 h 1382832"/>
                    <a:gd name="connsiteX65" fmla="*/ 1054736 w 1405277"/>
                    <a:gd name="connsiteY65" fmla="*/ 415202 h 1382832"/>
                    <a:gd name="connsiteX66" fmla="*/ 441011 w 1405277"/>
                    <a:gd name="connsiteY66" fmla="*/ 791901 h 1382832"/>
                    <a:gd name="connsiteX67" fmla="*/ 658816 w 1405277"/>
                    <a:gd name="connsiteY67" fmla="*/ 825556 h 1382832"/>
                    <a:gd name="connsiteX68" fmla="*/ 569154 w 1405277"/>
                    <a:gd name="connsiteY68" fmla="*/ 809554 h 1382832"/>
                    <a:gd name="connsiteX69" fmla="*/ 441011 w 1405277"/>
                    <a:gd name="connsiteY69" fmla="*/ 791901 h 1382832"/>
                    <a:gd name="connsiteX70" fmla="*/ 303597 w 1405277"/>
                    <a:gd name="connsiteY70" fmla="*/ 842447 h 1382832"/>
                    <a:gd name="connsiteX71" fmla="*/ 288992 w 1405277"/>
                    <a:gd name="connsiteY71" fmla="*/ 872038 h 1382832"/>
                    <a:gd name="connsiteX72" fmla="*/ 345380 w 1405277"/>
                    <a:gd name="connsiteY72" fmla="*/ 922457 h 1382832"/>
                    <a:gd name="connsiteX73" fmla="*/ 332934 w 1405277"/>
                    <a:gd name="connsiteY73" fmla="*/ 1080318 h 1382832"/>
                    <a:gd name="connsiteX74" fmla="*/ 384369 w 1405277"/>
                    <a:gd name="connsiteY74" fmla="*/ 1008817 h 1382832"/>
                    <a:gd name="connsiteX75" fmla="*/ 303597 w 1405277"/>
                    <a:gd name="connsiteY75" fmla="*/ 842447 h 1382832"/>
                    <a:gd name="connsiteX76" fmla="*/ 1154370 w 1405277"/>
                    <a:gd name="connsiteY76" fmla="*/ 961573 h 1382832"/>
                    <a:gd name="connsiteX77" fmla="*/ 1130875 w 1405277"/>
                    <a:gd name="connsiteY77" fmla="*/ 1154613 h 1382832"/>
                    <a:gd name="connsiteX78" fmla="*/ 1261431 w 1405277"/>
                    <a:gd name="connsiteY78" fmla="*/ 1210239 h 1382832"/>
                    <a:gd name="connsiteX79" fmla="*/ 1263707 w 1405277"/>
                    <a:gd name="connsiteY79" fmla="*/ 1189880 h 1382832"/>
                    <a:gd name="connsiteX80" fmla="*/ 1357316 w 1405277"/>
                    <a:gd name="connsiteY80" fmla="*/ 1192967 h 1382832"/>
                    <a:gd name="connsiteX81" fmla="*/ 1258637 w 1405277"/>
                    <a:gd name="connsiteY81" fmla="*/ 1133404 h 1382832"/>
                    <a:gd name="connsiteX82" fmla="*/ 1291934 w 1405277"/>
                    <a:gd name="connsiteY82" fmla="*/ 1144922 h 1382832"/>
                    <a:gd name="connsiteX83" fmla="*/ 1281304 w 1405277"/>
                    <a:gd name="connsiteY83" fmla="*/ 1102940 h 1382832"/>
                    <a:gd name="connsiteX84" fmla="*/ 1296229 w 1405277"/>
                    <a:gd name="connsiteY84" fmla="*/ 1079175 h 1382832"/>
                    <a:gd name="connsiteX85" fmla="*/ 1287937 w 1405277"/>
                    <a:gd name="connsiteY85" fmla="*/ 1075072 h 1382832"/>
                    <a:gd name="connsiteX86" fmla="*/ 1300439 w 1405277"/>
                    <a:gd name="connsiteY86" fmla="*/ 1049963 h 1382832"/>
                    <a:gd name="connsiteX87" fmla="*/ 1235269 w 1405277"/>
                    <a:gd name="connsiteY87" fmla="*/ 995101 h 1382832"/>
                    <a:gd name="connsiteX88" fmla="*/ 1341060 w 1405277"/>
                    <a:gd name="connsiteY88" fmla="*/ 918647 h 1382832"/>
                    <a:gd name="connsiteX89" fmla="*/ 1301944 w 1405277"/>
                    <a:gd name="connsiteY89" fmla="*/ 879658 h 1382832"/>
                    <a:gd name="connsiteX90" fmla="*/ 1154370 w 1405277"/>
                    <a:gd name="connsiteY90" fmla="*/ 961573 h 1382832"/>
                    <a:gd name="connsiteX91" fmla="*/ 857063 w 1405277"/>
                    <a:gd name="connsiteY91" fmla="*/ 928426 h 1382832"/>
                    <a:gd name="connsiteX92" fmla="*/ 878272 w 1405277"/>
                    <a:gd name="connsiteY92" fmla="*/ 1047806 h 1382832"/>
                    <a:gd name="connsiteX93" fmla="*/ 905704 w 1405277"/>
                    <a:gd name="connsiteY93" fmla="*/ 1287709 h 1382832"/>
                    <a:gd name="connsiteX94" fmla="*/ 1188660 w 1405277"/>
                    <a:gd name="connsiteY94" fmla="*/ 1221288 h 1382832"/>
                    <a:gd name="connsiteX95" fmla="*/ 1073344 w 1405277"/>
                    <a:gd name="connsiteY95" fmla="*/ 1047171 h 1382832"/>
                    <a:gd name="connsiteX96" fmla="*/ 973522 w 1405277"/>
                    <a:gd name="connsiteY96" fmla="*/ 1185093 h 1382832"/>
                    <a:gd name="connsiteX97" fmla="*/ 945201 w 1405277"/>
                    <a:gd name="connsiteY97" fmla="*/ 1234496 h 1382832"/>
                    <a:gd name="connsiteX98" fmla="*/ 974665 w 1405277"/>
                    <a:gd name="connsiteY98" fmla="*/ 1113719 h 1382832"/>
                    <a:gd name="connsiteX99" fmla="*/ 857063 w 1405277"/>
                    <a:gd name="connsiteY99" fmla="*/ 928426 h 1382832"/>
                    <a:gd name="connsiteX0" fmla="*/ 1100903 w 1396696"/>
                    <a:gd name="connsiteY0" fmla="*/ 471353 h 1382832"/>
                    <a:gd name="connsiteX1" fmla="*/ 1075122 w 1396696"/>
                    <a:gd name="connsiteY1" fmla="*/ 553776 h 1382832"/>
                    <a:gd name="connsiteX2" fmla="*/ 994858 w 1396696"/>
                    <a:gd name="connsiteY2" fmla="*/ 638104 h 1382832"/>
                    <a:gd name="connsiteX3" fmla="*/ 900370 w 1396696"/>
                    <a:gd name="connsiteY3" fmla="*/ 733100 h 1382832"/>
                    <a:gd name="connsiteX4" fmla="*/ 765623 w 1396696"/>
                    <a:gd name="connsiteY4" fmla="*/ 795330 h 1382832"/>
                    <a:gd name="connsiteX5" fmla="*/ 993715 w 1396696"/>
                    <a:gd name="connsiteY5" fmla="*/ 1098479 h 1382832"/>
                    <a:gd name="connsiteX6" fmla="*/ 1109666 w 1396696"/>
                    <a:gd name="connsiteY6" fmla="*/ 968558 h 1382832"/>
                    <a:gd name="connsiteX7" fmla="*/ 1283275 w 1396696"/>
                    <a:gd name="connsiteY7" fmla="*/ 857941 h 1382832"/>
                    <a:gd name="connsiteX8" fmla="*/ 1372810 w 1396696"/>
                    <a:gd name="connsiteY8" fmla="*/ 906074 h 1382832"/>
                    <a:gd name="connsiteX9" fmla="*/ 1290260 w 1396696"/>
                    <a:gd name="connsiteY9" fmla="*/ 991291 h 1382832"/>
                    <a:gd name="connsiteX10" fmla="*/ 1286974 w 1396696"/>
                    <a:gd name="connsiteY10" fmla="*/ 1024887 h 1382832"/>
                    <a:gd name="connsiteX11" fmla="*/ 1290897 w 1396696"/>
                    <a:gd name="connsiteY11" fmla="*/ 1084613 h 1382832"/>
                    <a:gd name="connsiteX12" fmla="*/ 1317769 w 1396696"/>
                    <a:gd name="connsiteY12" fmla="*/ 1169833 h 1382832"/>
                    <a:gd name="connsiteX13" fmla="*/ 1212428 w 1396696"/>
                    <a:gd name="connsiteY13" fmla="*/ 1164551 h 1382832"/>
                    <a:gd name="connsiteX14" fmla="*/ 1396686 w 1396696"/>
                    <a:gd name="connsiteY14" fmla="*/ 1237290 h 1382832"/>
                    <a:gd name="connsiteX15" fmla="*/ 1222569 w 1396696"/>
                    <a:gd name="connsiteY15" fmla="*/ 1229162 h 1382832"/>
                    <a:gd name="connsiteX16" fmla="*/ 1041340 w 1396696"/>
                    <a:gd name="connsiteY16" fmla="*/ 1330381 h 1382832"/>
                    <a:gd name="connsiteX17" fmla="*/ 907228 w 1396696"/>
                    <a:gd name="connsiteY17" fmla="*/ 1317300 h 1382832"/>
                    <a:gd name="connsiteX18" fmla="*/ 909260 w 1396696"/>
                    <a:gd name="connsiteY18" fmla="*/ 1373180 h 1382832"/>
                    <a:gd name="connsiteX19" fmla="*/ 884622 w 1396696"/>
                    <a:gd name="connsiteY19" fmla="*/ 1371656 h 1382832"/>
                    <a:gd name="connsiteX20" fmla="*/ 878780 w 1396696"/>
                    <a:gd name="connsiteY20" fmla="*/ 1297234 h 1382832"/>
                    <a:gd name="connsiteX21" fmla="*/ 820106 w 1396696"/>
                    <a:gd name="connsiteY21" fmla="*/ 891596 h 1382832"/>
                    <a:gd name="connsiteX22" fmla="*/ 747208 w 1396696"/>
                    <a:gd name="connsiteY22" fmla="*/ 818825 h 1382832"/>
                    <a:gd name="connsiteX23" fmla="*/ 424882 w 1396696"/>
                    <a:gd name="connsiteY23" fmla="*/ 817174 h 1382832"/>
                    <a:gd name="connsiteX24" fmla="*/ 337125 w 1396696"/>
                    <a:gd name="connsiteY24" fmla="*/ 819333 h 1382832"/>
                    <a:gd name="connsiteX25" fmla="*/ 407610 w 1396696"/>
                    <a:gd name="connsiteY25" fmla="*/ 1031169 h 1382832"/>
                    <a:gd name="connsiteX26" fmla="*/ 322774 w 1396696"/>
                    <a:gd name="connsiteY26" fmla="*/ 1110290 h 1382832"/>
                    <a:gd name="connsiteX27" fmla="*/ 288357 w 1396696"/>
                    <a:gd name="connsiteY27" fmla="*/ 1335588 h 1382832"/>
                    <a:gd name="connsiteX28" fmla="*/ 283023 w 1396696"/>
                    <a:gd name="connsiteY28" fmla="*/ 1371656 h 1382832"/>
                    <a:gd name="connsiteX29" fmla="*/ 259020 w 1396696"/>
                    <a:gd name="connsiteY29" fmla="*/ 1376355 h 1382832"/>
                    <a:gd name="connsiteX30" fmla="*/ 323409 w 1396696"/>
                    <a:gd name="connsiteY30" fmla="*/ 997006 h 1382832"/>
                    <a:gd name="connsiteX31" fmla="*/ 305629 w 1396696"/>
                    <a:gd name="connsiteY31" fmla="*/ 913186 h 1382832"/>
                    <a:gd name="connsiteX32" fmla="*/ 229556 w 1396696"/>
                    <a:gd name="connsiteY32" fmla="*/ 939348 h 1382832"/>
                    <a:gd name="connsiteX33" fmla="*/ 18228 w 1396696"/>
                    <a:gd name="connsiteY33" fmla="*/ 1370513 h 1382832"/>
                    <a:gd name="connsiteX34" fmla="*/ 2099 w 1396696"/>
                    <a:gd name="connsiteY34" fmla="*/ 1382832 h 1382832"/>
                    <a:gd name="connsiteX35" fmla="*/ 17212 w 1396696"/>
                    <a:gd name="connsiteY35" fmla="*/ 1286566 h 1382832"/>
                    <a:gd name="connsiteX36" fmla="*/ 107001 w 1396696"/>
                    <a:gd name="connsiteY36" fmla="*/ 1065586 h 1382832"/>
                    <a:gd name="connsiteX37" fmla="*/ 216983 w 1396696"/>
                    <a:gd name="connsiteY37" fmla="*/ 915091 h 1382832"/>
                    <a:gd name="connsiteX38" fmla="*/ 304867 w 1396696"/>
                    <a:gd name="connsiteY38" fmla="*/ 813491 h 1382832"/>
                    <a:gd name="connsiteX39" fmla="*/ 391481 w 1396696"/>
                    <a:gd name="connsiteY39" fmla="*/ 779328 h 1382832"/>
                    <a:gd name="connsiteX40" fmla="*/ 252924 w 1396696"/>
                    <a:gd name="connsiteY40" fmla="*/ 699191 h 1382832"/>
                    <a:gd name="connsiteX41" fmla="*/ 138243 w 1396696"/>
                    <a:gd name="connsiteY41" fmla="*/ 584002 h 1382832"/>
                    <a:gd name="connsiteX42" fmla="*/ 83633 w 1396696"/>
                    <a:gd name="connsiteY42" fmla="*/ 501452 h 1382832"/>
                    <a:gd name="connsiteX43" fmla="*/ 139767 w 1396696"/>
                    <a:gd name="connsiteY43" fmla="*/ 267645 h 1382832"/>
                    <a:gd name="connsiteX44" fmla="*/ 413198 w 1396696"/>
                    <a:gd name="connsiteY44" fmla="*/ 21138 h 1382832"/>
                    <a:gd name="connsiteX45" fmla="*/ 730698 w 1396696"/>
                    <a:gd name="connsiteY45" fmla="*/ 17836 h 1382832"/>
                    <a:gd name="connsiteX46" fmla="*/ 912643 w 1396696"/>
                    <a:gd name="connsiteY46" fmla="*/ 121183 h 1382832"/>
                    <a:gd name="connsiteX47" fmla="*/ 1056509 w 1396696"/>
                    <a:gd name="connsiteY47" fmla="*/ 366250 h 1382832"/>
                    <a:gd name="connsiteX48" fmla="*/ 175327 w 1396696"/>
                    <a:gd name="connsiteY48" fmla="*/ 251516 h 1382832"/>
                    <a:gd name="connsiteX49" fmla="*/ 227270 w 1396696"/>
                    <a:gd name="connsiteY49" fmla="*/ 268661 h 1382832"/>
                    <a:gd name="connsiteX50" fmla="*/ 284801 w 1396696"/>
                    <a:gd name="connsiteY50" fmla="*/ 423601 h 1382832"/>
                    <a:gd name="connsiteX51" fmla="*/ 256607 w 1396696"/>
                    <a:gd name="connsiteY51" fmla="*/ 563936 h 1382832"/>
                    <a:gd name="connsiteX52" fmla="*/ 204283 w 1396696"/>
                    <a:gd name="connsiteY52" fmla="*/ 610672 h 1382832"/>
                    <a:gd name="connsiteX53" fmla="*/ 615128 w 1396696"/>
                    <a:gd name="connsiteY53" fmla="*/ 786948 h 1382832"/>
                    <a:gd name="connsiteX54" fmla="*/ 979491 w 1396696"/>
                    <a:gd name="connsiteY54" fmla="*/ 614609 h 1382832"/>
                    <a:gd name="connsiteX55" fmla="*/ 1018353 w 1396696"/>
                    <a:gd name="connsiteY55" fmla="*/ 320604 h 1382832"/>
                    <a:gd name="connsiteX56" fmla="*/ 672151 w 1396696"/>
                    <a:gd name="connsiteY56" fmla="*/ 31679 h 1382832"/>
                    <a:gd name="connsiteX57" fmla="*/ 175327 w 1396696"/>
                    <a:gd name="connsiteY57" fmla="*/ 251516 h 1382832"/>
                    <a:gd name="connsiteX58" fmla="*/ 159833 w 1396696"/>
                    <a:gd name="connsiteY58" fmla="*/ 286822 h 1382832"/>
                    <a:gd name="connsiteX59" fmla="*/ 104588 w 1396696"/>
                    <a:gd name="connsiteY59" fmla="*/ 475036 h 1382832"/>
                    <a:gd name="connsiteX60" fmla="*/ 197679 w 1396696"/>
                    <a:gd name="connsiteY60" fmla="*/ 581081 h 1382832"/>
                    <a:gd name="connsiteX61" fmla="*/ 250892 w 1396696"/>
                    <a:gd name="connsiteY61" fmla="*/ 499293 h 1382832"/>
                    <a:gd name="connsiteX62" fmla="*/ 234636 w 1396696"/>
                    <a:gd name="connsiteY62" fmla="*/ 323525 h 1382832"/>
                    <a:gd name="connsiteX63" fmla="*/ 159833 w 1396696"/>
                    <a:gd name="connsiteY63" fmla="*/ 286822 h 1382832"/>
                    <a:gd name="connsiteX64" fmla="*/ 1041086 w 1396696"/>
                    <a:gd name="connsiteY64" fmla="*/ 554030 h 1382832"/>
                    <a:gd name="connsiteX65" fmla="*/ 1054736 w 1396696"/>
                    <a:gd name="connsiteY65" fmla="*/ 415202 h 1382832"/>
                    <a:gd name="connsiteX66" fmla="*/ 441011 w 1396696"/>
                    <a:gd name="connsiteY66" fmla="*/ 791901 h 1382832"/>
                    <a:gd name="connsiteX67" fmla="*/ 658816 w 1396696"/>
                    <a:gd name="connsiteY67" fmla="*/ 825556 h 1382832"/>
                    <a:gd name="connsiteX68" fmla="*/ 569154 w 1396696"/>
                    <a:gd name="connsiteY68" fmla="*/ 809554 h 1382832"/>
                    <a:gd name="connsiteX69" fmla="*/ 441011 w 1396696"/>
                    <a:gd name="connsiteY69" fmla="*/ 791901 h 1382832"/>
                    <a:gd name="connsiteX70" fmla="*/ 303597 w 1396696"/>
                    <a:gd name="connsiteY70" fmla="*/ 842447 h 1382832"/>
                    <a:gd name="connsiteX71" fmla="*/ 288992 w 1396696"/>
                    <a:gd name="connsiteY71" fmla="*/ 872038 h 1382832"/>
                    <a:gd name="connsiteX72" fmla="*/ 345380 w 1396696"/>
                    <a:gd name="connsiteY72" fmla="*/ 922457 h 1382832"/>
                    <a:gd name="connsiteX73" fmla="*/ 332934 w 1396696"/>
                    <a:gd name="connsiteY73" fmla="*/ 1080318 h 1382832"/>
                    <a:gd name="connsiteX74" fmla="*/ 384369 w 1396696"/>
                    <a:gd name="connsiteY74" fmla="*/ 1008817 h 1382832"/>
                    <a:gd name="connsiteX75" fmla="*/ 303597 w 1396696"/>
                    <a:gd name="connsiteY75" fmla="*/ 842447 h 1382832"/>
                    <a:gd name="connsiteX76" fmla="*/ 1154370 w 1396696"/>
                    <a:gd name="connsiteY76" fmla="*/ 961573 h 1382832"/>
                    <a:gd name="connsiteX77" fmla="*/ 1130875 w 1396696"/>
                    <a:gd name="connsiteY77" fmla="*/ 1154613 h 1382832"/>
                    <a:gd name="connsiteX78" fmla="*/ 1261431 w 1396696"/>
                    <a:gd name="connsiteY78" fmla="*/ 1210239 h 1382832"/>
                    <a:gd name="connsiteX79" fmla="*/ 1263707 w 1396696"/>
                    <a:gd name="connsiteY79" fmla="*/ 1189880 h 1382832"/>
                    <a:gd name="connsiteX80" fmla="*/ 1357316 w 1396696"/>
                    <a:gd name="connsiteY80" fmla="*/ 1192967 h 1382832"/>
                    <a:gd name="connsiteX81" fmla="*/ 1258637 w 1396696"/>
                    <a:gd name="connsiteY81" fmla="*/ 1133404 h 1382832"/>
                    <a:gd name="connsiteX82" fmla="*/ 1291934 w 1396696"/>
                    <a:gd name="connsiteY82" fmla="*/ 1144922 h 1382832"/>
                    <a:gd name="connsiteX83" fmla="*/ 1281304 w 1396696"/>
                    <a:gd name="connsiteY83" fmla="*/ 1102940 h 1382832"/>
                    <a:gd name="connsiteX84" fmla="*/ 1296229 w 1396696"/>
                    <a:gd name="connsiteY84" fmla="*/ 1079175 h 1382832"/>
                    <a:gd name="connsiteX85" fmla="*/ 1287937 w 1396696"/>
                    <a:gd name="connsiteY85" fmla="*/ 1075072 h 1382832"/>
                    <a:gd name="connsiteX86" fmla="*/ 1300439 w 1396696"/>
                    <a:gd name="connsiteY86" fmla="*/ 1049963 h 1382832"/>
                    <a:gd name="connsiteX87" fmla="*/ 1235269 w 1396696"/>
                    <a:gd name="connsiteY87" fmla="*/ 995101 h 1382832"/>
                    <a:gd name="connsiteX88" fmla="*/ 1341060 w 1396696"/>
                    <a:gd name="connsiteY88" fmla="*/ 918647 h 1382832"/>
                    <a:gd name="connsiteX89" fmla="*/ 1301944 w 1396696"/>
                    <a:gd name="connsiteY89" fmla="*/ 879658 h 1382832"/>
                    <a:gd name="connsiteX90" fmla="*/ 1154370 w 1396696"/>
                    <a:gd name="connsiteY90" fmla="*/ 961573 h 1382832"/>
                    <a:gd name="connsiteX91" fmla="*/ 857063 w 1396696"/>
                    <a:gd name="connsiteY91" fmla="*/ 928426 h 1382832"/>
                    <a:gd name="connsiteX92" fmla="*/ 878272 w 1396696"/>
                    <a:gd name="connsiteY92" fmla="*/ 1047806 h 1382832"/>
                    <a:gd name="connsiteX93" fmla="*/ 905704 w 1396696"/>
                    <a:gd name="connsiteY93" fmla="*/ 1287709 h 1382832"/>
                    <a:gd name="connsiteX94" fmla="*/ 1188660 w 1396696"/>
                    <a:gd name="connsiteY94" fmla="*/ 1221288 h 1382832"/>
                    <a:gd name="connsiteX95" fmla="*/ 1073344 w 1396696"/>
                    <a:gd name="connsiteY95" fmla="*/ 1047171 h 1382832"/>
                    <a:gd name="connsiteX96" fmla="*/ 973522 w 1396696"/>
                    <a:gd name="connsiteY96" fmla="*/ 1185093 h 1382832"/>
                    <a:gd name="connsiteX97" fmla="*/ 945201 w 1396696"/>
                    <a:gd name="connsiteY97" fmla="*/ 1234496 h 1382832"/>
                    <a:gd name="connsiteX98" fmla="*/ 974665 w 1396696"/>
                    <a:gd name="connsiteY98" fmla="*/ 1113719 h 1382832"/>
                    <a:gd name="connsiteX99" fmla="*/ 857063 w 1396696"/>
                    <a:gd name="connsiteY99" fmla="*/ 928426 h 1382832"/>
                    <a:gd name="connsiteX0" fmla="*/ 1100903 w 1372810"/>
                    <a:gd name="connsiteY0" fmla="*/ 471353 h 1382832"/>
                    <a:gd name="connsiteX1" fmla="*/ 1075122 w 1372810"/>
                    <a:gd name="connsiteY1" fmla="*/ 553776 h 1382832"/>
                    <a:gd name="connsiteX2" fmla="*/ 994858 w 1372810"/>
                    <a:gd name="connsiteY2" fmla="*/ 638104 h 1382832"/>
                    <a:gd name="connsiteX3" fmla="*/ 900370 w 1372810"/>
                    <a:gd name="connsiteY3" fmla="*/ 733100 h 1382832"/>
                    <a:gd name="connsiteX4" fmla="*/ 765623 w 1372810"/>
                    <a:gd name="connsiteY4" fmla="*/ 795330 h 1382832"/>
                    <a:gd name="connsiteX5" fmla="*/ 993715 w 1372810"/>
                    <a:gd name="connsiteY5" fmla="*/ 1098479 h 1382832"/>
                    <a:gd name="connsiteX6" fmla="*/ 1109666 w 1372810"/>
                    <a:gd name="connsiteY6" fmla="*/ 968558 h 1382832"/>
                    <a:gd name="connsiteX7" fmla="*/ 1283275 w 1372810"/>
                    <a:gd name="connsiteY7" fmla="*/ 857941 h 1382832"/>
                    <a:gd name="connsiteX8" fmla="*/ 1372810 w 1372810"/>
                    <a:gd name="connsiteY8" fmla="*/ 906074 h 1382832"/>
                    <a:gd name="connsiteX9" fmla="*/ 1290260 w 1372810"/>
                    <a:gd name="connsiteY9" fmla="*/ 991291 h 1382832"/>
                    <a:gd name="connsiteX10" fmla="*/ 1286974 w 1372810"/>
                    <a:gd name="connsiteY10" fmla="*/ 1024887 h 1382832"/>
                    <a:gd name="connsiteX11" fmla="*/ 1290897 w 1372810"/>
                    <a:gd name="connsiteY11" fmla="*/ 1084613 h 1382832"/>
                    <a:gd name="connsiteX12" fmla="*/ 1317769 w 1372810"/>
                    <a:gd name="connsiteY12" fmla="*/ 1169833 h 1382832"/>
                    <a:gd name="connsiteX13" fmla="*/ 1212428 w 1372810"/>
                    <a:gd name="connsiteY13" fmla="*/ 1164551 h 1382832"/>
                    <a:gd name="connsiteX14" fmla="*/ 1290721 w 1372810"/>
                    <a:gd name="connsiteY14" fmla="*/ 1184307 h 1382832"/>
                    <a:gd name="connsiteX15" fmla="*/ 1222569 w 1372810"/>
                    <a:gd name="connsiteY15" fmla="*/ 1229162 h 1382832"/>
                    <a:gd name="connsiteX16" fmla="*/ 1041340 w 1372810"/>
                    <a:gd name="connsiteY16" fmla="*/ 1330381 h 1382832"/>
                    <a:gd name="connsiteX17" fmla="*/ 907228 w 1372810"/>
                    <a:gd name="connsiteY17" fmla="*/ 1317300 h 1382832"/>
                    <a:gd name="connsiteX18" fmla="*/ 909260 w 1372810"/>
                    <a:gd name="connsiteY18" fmla="*/ 1373180 h 1382832"/>
                    <a:gd name="connsiteX19" fmla="*/ 884622 w 1372810"/>
                    <a:gd name="connsiteY19" fmla="*/ 1371656 h 1382832"/>
                    <a:gd name="connsiteX20" fmla="*/ 878780 w 1372810"/>
                    <a:gd name="connsiteY20" fmla="*/ 1297234 h 1382832"/>
                    <a:gd name="connsiteX21" fmla="*/ 820106 w 1372810"/>
                    <a:gd name="connsiteY21" fmla="*/ 891596 h 1382832"/>
                    <a:gd name="connsiteX22" fmla="*/ 747208 w 1372810"/>
                    <a:gd name="connsiteY22" fmla="*/ 818825 h 1382832"/>
                    <a:gd name="connsiteX23" fmla="*/ 424882 w 1372810"/>
                    <a:gd name="connsiteY23" fmla="*/ 817174 h 1382832"/>
                    <a:gd name="connsiteX24" fmla="*/ 337125 w 1372810"/>
                    <a:gd name="connsiteY24" fmla="*/ 819333 h 1382832"/>
                    <a:gd name="connsiteX25" fmla="*/ 407610 w 1372810"/>
                    <a:gd name="connsiteY25" fmla="*/ 1031169 h 1382832"/>
                    <a:gd name="connsiteX26" fmla="*/ 322774 w 1372810"/>
                    <a:gd name="connsiteY26" fmla="*/ 1110290 h 1382832"/>
                    <a:gd name="connsiteX27" fmla="*/ 288357 w 1372810"/>
                    <a:gd name="connsiteY27" fmla="*/ 1335588 h 1382832"/>
                    <a:gd name="connsiteX28" fmla="*/ 283023 w 1372810"/>
                    <a:gd name="connsiteY28" fmla="*/ 1371656 h 1382832"/>
                    <a:gd name="connsiteX29" fmla="*/ 259020 w 1372810"/>
                    <a:gd name="connsiteY29" fmla="*/ 1376355 h 1382832"/>
                    <a:gd name="connsiteX30" fmla="*/ 323409 w 1372810"/>
                    <a:gd name="connsiteY30" fmla="*/ 997006 h 1382832"/>
                    <a:gd name="connsiteX31" fmla="*/ 305629 w 1372810"/>
                    <a:gd name="connsiteY31" fmla="*/ 913186 h 1382832"/>
                    <a:gd name="connsiteX32" fmla="*/ 229556 w 1372810"/>
                    <a:gd name="connsiteY32" fmla="*/ 939348 h 1382832"/>
                    <a:gd name="connsiteX33" fmla="*/ 18228 w 1372810"/>
                    <a:gd name="connsiteY33" fmla="*/ 1370513 h 1382832"/>
                    <a:gd name="connsiteX34" fmla="*/ 2099 w 1372810"/>
                    <a:gd name="connsiteY34" fmla="*/ 1382832 h 1382832"/>
                    <a:gd name="connsiteX35" fmla="*/ 17212 w 1372810"/>
                    <a:gd name="connsiteY35" fmla="*/ 1286566 h 1382832"/>
                    <a:gd name="connsiteX36" fmla="*/ 107001 w 1372810"/>
                    <a:gd name="connsiteY36" fmla="*/ 1065586 h 1382832"/>
                    <a:gd name="connsiteX37" fmla="*/ 216983 w 1372810"/>
                    <a:gd name="connsiteY37" fmla="*/ 915091 h 1382832"/>
                    <a:gd name="connsiteX38" fmla="*/ 304867 w 1372810"/>
                    <a:gd name="connsiteY38" fmla="*/ 813491 h 1382832"/>
                    <a:gd name="connsiteX39" fmla="*/ 391481 w 1372810"/>
                    <a:gd name="connsiteY39" fmla="*/ 779328 h 1382832"/>
                    <a:gd name="connsiteX40" fmla="*/ 252924 w 1372810"/>
                    <a:gd name="connsiteY40" fmla="*/ 699191 h 1382832"/>
                    <a:gd name="connsiteX41" fmla="*/ 138243 w 1372810"/>
                    <a:gd name="connsiteY41" fmla="*/ 584002 h 1382832"/>
                    <a:gd name="connsiteX42" fmla="*/ 83633 w 1372810"/>
                    <a:gd name="connsiteY42" fmla="*/ 501452 h 1382832"/>
                    <a:gd name="connsiteX43" fmla="*/ 139767 w 1372810"/>
                    <a:gd name="connsiteY43" fmla="*/ 267645 h 1382832"/>
                    <a:gd name="connsiteX44" fmla="*/ 413198 w 1372810"/>
                    <a:gd name="connsiteY44" fmla="*/ 21138 h 1382832"/>
                    <a:gd name="connsiteX45" fmla="*/ 730698 w 1372810"/>
                    <a:gd name="connsiteY45" fmla="*/ 17836 h 1382832"/>
                    <a:gd name="connsiteX46" fmla="*/ 912643 w 1372810"/>
                    <a:gd name="connsiteY46" fmla="*/ 121183 h 1382832"/>
                    <a:gd name="connsiteX47" fmla="*/ 1056509 w 1372810"/>
                    <a:gd name="connsiteY47" fmla="*/ 366250 h 1382832"/>
                    <a:gd name="connsiteX48" fmla="*/ 175327 w 1372810"/>
                    <a:gd name="connsiteY48" fmla="*/ 251516 h 1382832"/>
                    <a:gd name="connsiteX49" fmla="*/ 227270 w 1372810"/>
                    <a:gd name="connsiteY49" fmla="*/ 268661 h 1382832"/>
                    <a:gd name="connsiteX50" fmla="*/ 284801 w 1372810"/>
                    <a:gd name="connsiteY50" fmla="*/ 423601 h 1382832"/>
                    <a:gd name="connsiteX51" fmla="*/ 256607 w 1372810"/>
                    <a:gd name="connsiteY51" fmla="*/ 563936 h 1382832"/>
                    <a:gd name="connsiteX52" fmla="*/ 204283 w 1372810"/>
                    <a:gd name="connsiteY52" fmla="*/ 610672 h 1382832"/>
                    <a:gd name="connsiteX53" fmla="*/ 615128 w 1372810"/>
                    <a:gd name="connsiteY53" fmla="*/ 786948 h 1382832"/>
                    <a:gd name="connsiteX54" fmla="*/ 979491 w 1372810"/>
                    <a:gd name="connsiteY54" fmla="*/ 614609 h 1382832"/>
                    <a:gd name="connsiteX55" fmla="*/ 1018353 w 1372810"/>
                    <a:gd name="connsiteY55" fmla="*/ 320604 h 1382832"/>
                    <a:gd name="connsiteX56" fmla="*/ 672151 w 1372810"/>
                    <a:gd name="connsiteY56" fmla="*/ 31679 h 1382832"/>
                    <a:gd name="connsiteX57" fmla="*/ 175327 w 1372810"/>
                    <a:gd name="connsiteY57" fmla="*/ 251516 h 1382832"/>
                    <a:gd name="connsiteX58" fmla="*/ 159833 w 1372810"/>
                    <a:gd name="connsiteY58" fmla="*/ 286822 h 1382832"/>
                    <a:gd name="connsiteX59" fmla="*/ 104588 w 1372810"/>
                    <a:gd name="connsiteY59" fmla="*/ 475036 h 1382832"/>
                    <a:gd name="connsiteX60" fmla="*/ 197679 w 1372810"/>
                    <a:gd name="connsiteY60" fmla="*/ 581081 h 1382832"/>
                    <a:gd name="connsiteX61" fmla="*/ 250892 w 1372810"/>
                    <a:gd name="connsiteY61" fmla="*/ 499293 h 1382832"/>
                    <a:gd name="connsiteX62" fmla="*/ 234636 w 1372810"/>
                    <a:gd name="connsiteY62" fmla="*/ 323525 h 1382832"/>
                    <a:gd name="connsiteX63" fmla="*/ 159833 w 1372810"/>
                    <a:gd name="connsiteY63" fmla="*/ 286822 h 1382832"/>
                    <a:gd name="connsiteX64" fmla="*/ 1041086 w 1372810"/>
                    <a:gd name="connsiteY64" fmla="*/ 554030 h 1382832"/>
                    <a:gd name="connsiteX65" fmla="*/ 1054736 w 1372810"/>
                    <a:gd name="connsiteY65" fmla="*/ 415202 h 1382832"/>
                    <a:gd name="connsiteX66" fmla="*/ 441011 w 1372810"/>
                    <a:gd name="connsiteY66" fmla="*/ 791901 h 1382832"/>
                    <a:gd name="connsiteX67" fmla="*/ 658816 w 1372810"/>
                    <a:gd name="connsiteY67" fmla="*/ 825556 h 1382832"/>
                    <a:gd name="connsiteX68" fmla="*/ 569154 w 1372810"/>
                    <a:gd name="connsiteY68" fmla="*/ 809554 h 1382832"/>
                    <a:gd name="connsiteX69" fmla="*/ 441011 w 1372810"/>
                    <a:gd name="connsiteY69" fmla="*/ 791901 h 1382832"/>
                    <a:gd name="connsiteX70" fmla="*/ 303597 w 1372810"/>
                    <a:gd name="connsiteY70" fmla="*/ 842447 h 1382832"/>
                    <a:gd name="connsiteX71" fmla="*/ 288992 w 1372810"/>
                    <a:gd name="connsiteY71" fmla="*/ 872038 h 1382832"/>
                    <a:gd name="connsiteX72" fmla="*/ 345380 w 1372810"/>
                    <a:gd name="connsiteY72" fmla="*/ 922457 h 1382832"/>
                    <a:gd name="connsiteX73" fmla="*/ 332934 w 1372810"/>
                    <a:gd name="connsiteY73" fmla="*/ 1080318 h 1382832"/>
                    <a:gd name="connsiteX74" fmla="*/ 384369 w 1372810"/>
                    <a:gd name="connsiteY74" fmla="*/ 1008817 h 1382832"/>
                    <a:gd name="connsiteX75" fmla="*/ 303597 w 1372810"/>
                    <a:gd name="connsiteY75" fmla="*/ 842447 h 1382832"/>
                    <a:gd name="connsiteX76" fmla="*/ 1154370 w 1372810"/>
                    <a:gd name="connsiteY76" fmla="*/ 961573 h 1382832"/>
                    <a:gd name="connsiteX77" fmla="*/ 1130875 w 1372810"/>
                    <a:gd name="connsiteY77" fmla="*/ 1154613 h 1382832"/>
                    <a:gd name="connsiteX78" fmla="*/ 1261431 w 1372810"/>
                    <a:gd name="connsiteY78" fmla="*/ 1210239 h 1382832"/>
                    <a:gd name="connsiteX79" fmla="*/ 1263707 w 1372810"/>
                    <a:gd name="connsiteY79" fmla="*/ 1189880 h 1382832"/>
                    <a:gd name="connsiteX80" fmla="*/ 1357316 w 1372810"/>
                    <a:gd name="connsiteY80" fmla="*/ 1192967 h 1382832"/>
                    <a:gd name="connsiteX81" fmla="*/ 1258637 w 1372810"/>
                    <a:gd name="connsiteY81" fmla="*/ 1133404 h 1382832"/>
                    <a:gd name="connsiteX82" fmla="*/ 1291934 w 1372810"/>
                    <a:gd name="connsiteY82" fmla="*/ 1144922 h 1382832"/>
                    <a:gd name="connsiteX83" fmla="*/ 1281304 w 1372810"/>
                    <a:gd name="connsiteY83" fmla="*/ 1102940 h 1382832"/>
                    <a:gd name="connsiteX84" fmla="*/ 1296229 w 1372810"/>
                    <a:gd name="connsiteY84" fmla="*/ 1079175 h 1382832"/>
                    <a:gd name="connsiteX85" fmla="*/ 1287937 w 1372810"/>
                    <a:gd name="connsiteY85" fmla="*/ 1075072 h 1382832"/>
                    <a:gd name="connsiteX86" fmla="*/ 1300439 w 1372810"/>
                    <a:gd name="connsiteY86" fmla="*/ 1049963 h 1382832"/>
                    <a:gd name="connsiteX87" fmla="*/ 1235269 w 1372810"/>
                    <a:gd name="connsiteY87" fmla="*/ 995101 h 1382832"/>
                    <a:gd name="connsiteX88" fmla="*/ 1341060 w 1372810"/>
                    <a:gd name="connsiteY88" fmla="*/ 918647 h 1382832"/>
                    <a:gd name="connsiteX89" fmla="*/ 1301944 w 1372810"/>
                    <a:gd name="connsiteY89" fmla="*/ 879658 h 1382832"/>
                    <a:gd name="connsiteX90" fmla="*/ 1154370 w 1372810"/>
                    <a:gd name="connsiteY90" fmla="*/ 961573 h 1382832"/>
                    <a:gd name="connsiteX91" fmla="*/ 857063 w 1372810"/>
                    <a:gd name="connsiteY91" fmla="*/ 928426 h 1382832"/>
                    <a:gd name="connsiteX92" fmla="*/ 878272 w 1372810"/>
                    <a:gd name="connsiteY92" fmla="*/ 1047806 h 1382832"/>
                    <a:gd name="connsiteX93" fmla="*/ 905704 w 1372810"/>
                    <a:gd name="connsiteY93" fmla="*/ 1287709 h 1382832"/>
                    <a:gd name="connsiteX94" fmla="*/ 1188660 w 1372810"/>
                    <a:gd name="connsiteY94" fmla="*/ 1221288 h 1382832"/>
                    <a:gd name="connsiteX95" fmla="*/ 1073344 w 1372810"/>
                    <a:gd name="connsiteY95" fmla="*/ 1047171 h 1382832"/>
                    <a:gd name="connsiteX96" fmla="*/ 973522 w 1372810"/>
                    <a:gd name="connsiteY96" fmla="*/ 1185093 h 1382832"/>
                    <a:gd name="connsiteX97" fmla="*/ 945201 w 1372810"/>
                    <a:gd name="connsiteY97" fmla="*/ 1234496 h 1382832"/>
                    <a:gd name="connsiteX98" fmla="*/ 974665 w 1372810"/>
                    <a:gd name="connsiteY98" fmla="*/ 1113719 h 1382832"/>
                    <a:gd name="connsiteX99" fmla="*/ 857063 w 1372810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83275 w 1358918"/>
                    <a:gd name="connsiteY7" fmla="*/ 857941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341060 w 1358918"/>
                    <a:gd name="connsiteY88" fmla="*/ 918647 h 1382832"/>
                    <a:gd name="connsiteX89" fmla="*/ 1301944 w 1358918"/>
                    <a:gd name="connsiteY89" fmla="*/ 879658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83275 w 1358918"/>
                    <a:gd name="connsiteY7" fmla="*/ 857941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220848 w 1358918"/>
                    <a:gd name="connsiteY88" fmla="*/ 971540 h 1382832"/>
                    <a:gd name="connsiteX89" fmla="*/ 1301944 w 1358918"/>
                    <a:gd name="connsiteY89" fmla="*/ 879658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83275 w 1358918"/>
                    <a:gd name="connsiteY7" fmla="*/ 857941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220848 w 1358918"/>
                    <a:gd name="connsiteY88" fmla="*/ 971540 h 1382832"/>
                    <a:gd name="connsiteX89" fmla="*/ 1225009 w 1358918"/>
                    <a:gd name="connsiteY89" fmla="*/ 951785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58918"/>
                    <a:gd name="connsiteY0" fmla="*/ 471353 h 1382832"/>
                    <a:gd name="connsiteX1" fmla="*/ 1075122 w 1358918"/>
                    <a:gd name="connsiteY1" fmla="*/ 553776 h 1382832"/>
                    <a:gd name="connsiteX2" fmla="*/ 994858 w 1358918"/>
                    <a:gd name="connsiteY2" fmla="*/ 638104 h 1382832"/>
                    <a:gd name="connsiteX3" fmla="*/ 900370 w 1358918"/>
                    <a:gd name="connsiteY3" fmla="*/ 733100 h 1382832"/>
                    <a:gd name="connsiteX4" fmla="*/ 765623 w 1358918"/>
                    <a:gd name="connsiteY4" fmla="*/ 795330 h 1382832"/>
                    <a:gd name="connsiteX5" fmla="*/ 993715 w 1358918"/>
                    <a:gd name="connsiteY5" fmla="*/ 1098479 h 1382832"/>
                    <a:gd name="connsiteX6" fmla="*/ 1109666 w 1358918"/>
                    <a:gd name="connsiteY6" fmla="*/ 968558 h 1382832"/>
                    <a:gd name="connsiteX7" fmla="*/ 1249616 w 1358918"/>
                    <a:gd name="connsiteY7" fmla="*/ 920452 h 1382832"/>
                    <a:gd name="connsiteX8" fmla="*/ 1185280 w 1358918"/>
                    <a:gd name="connsiteY8" fmla="*/ 1016669 h 1382832"/>
                    <a:gd name="connsiteX9" fmla="*/ 1290260 w 1358918"/>
                    <a:gd name="connsiteY9" fmla="*/ 991291 h 1382832"/>
                    <a:gd name="connsiteX10" fmla="*/ 1286974 w 1358918"/>
                    <a:gd name="connsiteY10" fmla="*/ 1024887 h 1382832"/>
                    <a:gd name="connsiteX11" fmla="*/ 1290897 w 1358918"/>
                    <a:gd name="connsiteY11" fmla="*/ 1084613 h 1382832"/>
                    <a:gd name="connsiteX12" fmla="*/ 1317769 w 1358918"/>
                    <a:gd name="connsiteY12" fmla="*/ 1169833 h 1382832"/>
                    <a:gd name="connsiteX13" fmla="*/ 1212428 w 1358918"/>
                    <a:gd name="connsiteY13" fmla="*/ 1164551 h 1382832"/>
                    <a:gd name="connsiteX14" fmla="*/ 1290721 w 1358918"/>
                    <a:gd name="connsiteY14" fmla="*/ 1184307 h 1382832"/>
                    <a:gd name="connsiteX15" fmla="*/ 1222569 w 1358918"/>
                    <a:gd name="connsiteY15" fmla="*/ 1229162 h 1382832"/>
                    <a:gd name="connsiteX16" fmla="*/ 1041340 w 1358918"/>
                    <a:gd name="connsiteY16" fmla="*/ 1330381 h 1382832"/>
                    <a:gd name="connsiteX17" fmla="*/ 907228 w 1358918"/>
                    <a:gd name="connsiteY17" fmla="*/ 1317300 h 1382832"/>
                    <a:gd name="connsiteX18" fmla="*/ 909260 w 1358918"/>
                    <a:gd name="connsiteY18" fmla="*/ 1373180 h 1382832"/>
                    <a:gd name="connsiteX19" fmla="*/ 884622 w 1358918"/>
                    <a:gd name="connsiteY19" fmla="*/ 1371656 h 1382832"/>
                    <a:gd name="connsiteX20" fmla="*/ 878780 w 1358918"/>
                    <a:gd name="connsiteY20" fmla="*/ 1297234 h 1382832"/>
                    <a:gd name="connsiteX21" fmla="*/ 820106 w 1358918"/>
                    <a:gd name="connsiteY21" fmla="*/ 891596 h 1382832"/>
                    <a:gd name="connsiteX22" fmla="*/ 747208 w 1358918"/>
                    <a:gd name="connsiteY22" fmla="*/ 818825 h 1382832"/>
                    <a:gd name="connsiteX23" fmla="*/ 424882 w 1358918"/>
                    <a:gd name="connsiteY23" fmla="*/ 817174 h 1382832"/>
                    <a:gd name="connsiteX24" fmla="*/ 337125 w 1358918"/>
                    <a:gd name="connsiteY24" fmla="*/ 819333 h 1382832"/>
                    <a:gd name="connsiteX25" fmla="*/ 407610 w 1358918"/>
                    <a:gd name="connsiteY25" fmla="*/ 1031169 h 1382832"/>
                    <a:gd name="connsiteX26" fmla="*/ 322774 w 1358918"/>
                    <a:gd name="connsiteY26" fmla="*/ 1110290 h 1382832"/>
                    <a:gd name="connsiteX27" fmla="*/ 288357 w 1358918"/>
                    <a:gd name="connsiteY27" fmla="*/ 1335588 h 1382832"/>
                    <a:gd name="connsiteX28" fmla="*/ 283023 w 1358918"/>
                    <a:gd name="connsiteY28" fmla="*/ 1371656 h 1382832"/>
                    <a:gd name="connsiteX29" fmla="*/ 259020 w 1358918"/>
                    <a:gd name="connsiteY29" fmla="*/ 1376355 h 1382832"/>
                    <a:gd name="connsiteX30" fmla="*/ 323409 w 1358918"/>
                    <a:gd name="connsiteY30" fmla="*/ 997006 h 1382832"/>
                    <a:gd name="connsiteX31" fmla="*/ 305629 w 1358918"/>
                    <a:gd name="connsiteY31" fmla="*/ 913186 h 1382832"/>
                    <a:gd name="connsiteX32" fmla="*/ 229556 w 1358918"/>
                    <a:gd name="connsiteY32" fmla="*/ 939348 h 1382832"/>
                    <a:gd name="connsiteX33" fmla="*/ 18228 w 1358918"/>
                    <a:gd name="connsiteY33" fmla="*/ 1370513 h 1382832"/>
                    <a:gd name="connsiteX34" fmla="*/ 2099 w 1358918"/>
                    <a:gd name="connsiteY34" fmla="*/ 1382832 h 1382832"/>
                    <a:gd name="connsiteX35" fmla="*/ 17212 w 1358918"/>
                    <a:gd name="connsiteY35" fmla="*/ 1286566 h 1382832"/>
                    <a:gd name="connsiteX36" fmla="*/ 107001 w 1358918"/>
                    <a:gd name="connsiteY36" fmla="*/ 1065586 h 1382832"/>
                    <a:gd name="connsiteX37" fmla="*/ 216983 w 1358918"/>
                    <a:gd name="connsiteY37" fmla="*/ 915091 h 1382832"/>
                    <a:gd name="connsiteX38" fmla="*/ 304867 w 1358918"/>
                    <a:gd name="connsiteY38" fmla="*/ 813491 h 1382832"/>
                    <a:gd name="connsiteX39" fmla="*/ 391481 w 1358918"/>
                    <a:gd name="connsiteY39" fmla="*/ 779328 h 1382832"/>
                    <a:gd name="connsiteX40" fmla="*/ 252924 w 1358918"/>
                    <a:gd name="connsiteY40" fmla="*/ 699191 h 1382832"/>
                    <a:gd name="connsiteX41" fmla="*/ 138243 w 1358918"/>
                    <a:gd name="connsiteY41" fmla="*/ 584002 h 1382832"/>
                    <a:gd name="connsiteX42" fmla="*/ 83633 w 1358918"/>
                    <a:gd name="connsiteY42" fmla="*/ 501452 h 1382832"/>
                    <a:gd name="connsiteX43" fmla="*/ 139767 w 1358918"/>
                    <a:gd name="connsiteY43" fmla="*/ 267645 h 1382832"/>
                    <a:gd name="connsiteX44" fmla="*/ 413198 w 1358918"/>
                    <a:gd name="connsiteY44" fmla="*/ 21138 h 1382832"/>
                    <a:gd name="connsiteX45" fmla="*/ 730698 w 1358918"/>
                    <a:gd name="connsiteY45" fmla="*/ 17836 h 1382832"/>
                    <a:gd name="connsiteX46" fmla="*/ 912643 w 1358918"/>
                    <a:gd name="connsiteY46" fmla="*/ 121183 h 1382832"/>
                    <a:gd name="connsiteX47" fmla="*/ 1056509 w 1358918"/>
                    <a:gd name="connsiteY47" fmla="*/ 366250 h 1382832"/>
                    <a:gd name="connsiteX48" fmla="*/ 175327 w 1358918"/>
                    <a:gd name="connsiteY48" fmla="*/ 251516 h 1382832"/>
                    <a:gd name="connsiteX49" fmla="*/ 227270 w 1358918"/>
                    <a:gd name="connsiteY49" fmla="*/ 268661 h 1382832"/>
                    <a:gd name="connsiteX50" fmla="*/ 284801 w 1358918"/>
                    <a:gd name="connsiteY50" fmla="*/ 423601 h 1382832"/>
                    <a:gd name="connsiteX51" fmla="*/ 256607 w 1358918"/>
                    <a:gd name="connsiteY51" fmla="*/ 563936 h 1382832"/>
                    <a:gd name="connsiteX52" fmla="*/ 204283 w 1358918"/>
                    <a:gd name="connsiteY52" fmla="*/ 610672 h 1382832"/>
                    <a:gd name="connsiteX53" fmla="*/ 615128 w 1358918"/>
                    <a:gd name="connsiteY53" fmla="*/ 786948 h 1382832"/>
                    <a:gd name="connsiteX54" fmla="*/ 979491 w 1358918"/>
                    <a:gd name="connsiteY54" fmla="*/ 614609 h 1382832"/>
                    <a:gd name="connsiteX55" fmla="*/ 1018353 w 1358918"/>
                    <a:gd name="connsiteY55" fmla="*/ 320604 h 1382832"/>
                    <a:gd name="connsiteX56" fmla="*/ 672151 w 1358918"/>
                    <a:gd name="connsiteY56" fmla="*/ 31679 h 1382832"/>
                    <a:gd name="connsiteX57" fmla="*/ 175327 w 1358918"/>
                    <a:gd name="connsiteY57" fmla="*/ 251516 h 1382832"/>
                    <a:gd name="connsiteX58" fmla="*/ 159833 w 1358918"/>
                    <a:gd name="connsiteY58" fmla="*/ 286822 h 1382832"/>
                    <a:gd name="connsiteX59" fmla="*/ 104588 w 1358918"/>
                    <a:gd name="connsiteY59" fmla="*/ 475036 h 1382832"/>
                    <a:gd name="connsiteX60" fmla="*/ 197679 w 1358918"/>
                    <a:gd name="connsiteY60" fmla="*/ 581081 h 1382832"/>
                    <a:gd name="connsiteX61" fmla="*/ 250892 w 1358918"/>
                    <a:gd name="connsiteY61" fmla="*/ 499293 h 1382832"/>
                    <a:gd name="connsiteX62" fmla="*/ 234636 w 1358918"/>
                    <a:gd name="connsiteY62" fmla="*/ 323525 h 1382832"/>
                    <a:gd name="connsiteX63" fmla="*/ 159833 w 1358918"/>
                    <a:gd name="connsiteY63" fmla="*/ 286822 h 1382832"/>
                    <a:gd name="connsiteX64" fmla="*/ 1041086 w 1358918"/>
                    <a:gd name="connsiteY64" fmla="*/ 554030 h 1382832"/>
                    <a:gd name="connsiteX65" fmla="*/ 1054736 w 1358918"/>
                    <a:gd name="connsiteY65" fmla="*/ 415202 h 1382832"/>
                    <a:gd name="connsiteX66" fmla="*/ 441011 w 1358918"/>
                    <a:gd name="connsiteY66" fmla="*/ 791901 h 1382832"/>
                    <a:gd name="connsiteX67" fmla="*/ 658816 w 1358918"/>
                    <a:gd name="connsiteY67" fmla="*/ 825556 h 1382832"/>
                    <a:gd name="connsiteX68" fmla="*/ 569154 w 1358918"/>
                    <a:gd name="connsiteY68" fmla="*/ 809554 h 1382832"/>
                    <a:gd name="connsiteX69" fmla="*/ 441011 w 1358918"/>
                    <a:gd name="connsiteY69" fmla="*/ 791901 h 1382832"/>
                    <a:gd name="connsiteX70" fmla="*/ 303597 w 1358918"/>
                    <a:gd name="connsiteY70" fmla="*/ 842447 h 1382832"/>
                    <a:gd name="connsiteX71" fmla="*/ 288992 w 1358918"/>
                    <a:gd name="connsiteY71" fmla="*/ 872038 h 1382832"/>
                    <a:gd name="connsiteX72" fmla="*/ 345380 w 1358918"/>
                    <a:gd name="connsiteY72" fmla="*/ 922457 h 1382832"/>
                    <a:gd name="connsiteX73" fmla="*/ 332934 w 1358918"/>
                    <a:gd name="connsiteY73" fmla="*/ 1080318 h 1382832"/>
                    <a:gd name="connsiteX74" fmla="*/ 384369 w 1358918"/>
                    <a:gd name="connsiteY74" fmla="*/ 1008817 h 1382832"/>
                    <a:gd name="connsiteX75" fmla="*/ 303597 w 1358918"/>
                    <a:gd name="connsiteY75" fmla="*/ 842447 h 1382832"/>
                    <a:gd name="connsiteX76" fmla="*/ 1154370 w 1358918"/>
                    <a:gd name="connsiteY76" fmla="*/ 961573 h 1382832"/>
                    <a:gd name="connsiteX77" fmla="*/ 1130875 w 1358918"/>
                    <a:gd name="connsiteY77" fmla="*/ 1154613 h 1382832"/>
                    <a:gd name="connsiteX78" fmla="*/ 1261431 w 1358918"/>
                    <a:gd name="connsiteY78" fmla="*/ 1210239 h 1382832"/>
                    <a:gd name="connsiteX79" fmla="*/ 1263707 w 1358918"/>
                    <a:gd name="connsiteY79" fmla="*/ 1189880 h 1382832"/>
                    <a:gd name="connsiteX80" fmla="*/ 1357316 w 1358918"/>
                    <a:gd name="connsiteY80" fmla="*/ 1192967 h 1382832"/>
                    <a:gd name="connsiteX81" fmla="*/ 1258637 w 1358918"/>
                    <a:gd name="connsiteY81" fmla="*/ 1133404 h 1382832"/>
                    <a:gd name="connsiteX82" fmla="*/ 1291934 w 1358918"/>
                    <a:gd name="connsiteY82" fmla="*/ 1144922 h 1382832"/>
                    <a:gd name="connsiteX83" fmla="*/ 1281304 w 1358918"/>
                    <a:gd name="connsiteY83" fmla="*/ 1102940 h 1382832"/>
                    <a:gd name="connsiteX84" fmla="*/ 1296229 w 1358918"/>
                    <a:gd name="connsiteY84" fmla="*/ 1079175 h 1382832"/>
                    <a:gd name="connsiteX85" fmla="*/ 1287937 w 1358918"/>
                    <a:gd name="connsiteY85" fmla="*/ 1075072 h 1382832"/>
                    <a:gd name="connsiteX86" fmla="*/ 1300439 w 1358918"/>
                    <a:gd name="connsiteY86" fmla="*/ 1049963 h 1382832"/>
                    <a:gd name="connsiteX87" fmla="*/ 1235269 w 1358918"/>
                    <a:gd name="connsiteY87" fmla="*/ 995101 h 1382832"/>
                    <a:gd name="connsiteX88" fmla="*/ 1220848 w 1358918"/>
                    <a:gd name="connsiteY88" fmla="*/ 971540 h 1382832"/>
                    <a:gd name="connsiteX89" fmla="*/ 1225009 w 1358918"/>
                    <a:gd name="connsiteY89" fmla="*/ 951785 h 1382832"/>
                    <a:gd name="connsiteX90" fmla="*/ 1154370 w 1358918"/>
                    <a:gd name="connsiteY90" fmla="*/ 961573 h 1382832"/>
                    <a:gd name="connsiteX91" fmla="*/ 857063 w 1358918"/>
                    <a:gd name="connsiteY91" fmla="*/ 928426 h 1382832"/>
                    <a:gd name="connsiteX92" fmla="*/ 878272 w 1358918"/>
                    <a:gd name="connsiteY92" fmla="*/ 1047806 h 1382832"/>
                    <a:gd name="connsiteX93" fmla="*/ 905704 w 1358918"/>
                    <a:gd name="connsiteY93" fmla="*/ 1287709 h 1382832"/>
                    <a:gd name="connsiteX94" fmla="*/ 1188660 w 1358918"/>
                    <a:gd name="connsiteY94" fmla="*/ 1221288 h 1382832"/>
                    <a:gd name="connsiteX95" fmla="*/ 1073344 w 1358918"/>
                    <a:gd name="connsiteY95" fmla="*/ 1047171 h 1382832"/>
                    <a:gd name="connsiteX96" fmla="*/ 973522 w 1358918"/>
                    <a:gd name="connsiteY96" fmla="*/ 1185093 h 1382832"/>
                    <a:gd name="connsiteX97" fmla="*/ 945201 w 1358918"/>
                    <a:gd name="connsiteY97" fmla="*/ 1234496 h 1382832"/>
                    <a:gd name="connsiteX98" fmla="*/ 974665 w 1358918"/>
                    <a:gd name="connsiteY98" fmla="*/ 1113719 h 1382832"/>
                    <a:gd name="connsiteX99" fmla="*/ 857063 w 1358918"/>
                    <a:gd name="connsiteY99" fmla="*/ 928426 h 1382832"/>
                    <a:gd name="connsiteX0" fmla="*/ 1100903 w 1317776"/>
                    <a:gd name="connsiteY0" fmla="*/ 471353 h 1382832"/>
                    <a:gd name="connsiteX1" fmla="*/ 1075122 w 1317776"/>
                    <a:gd name="connsiteY1" fmla="*/ 553776 h 1382832"/>
                    <a:gd name="connsiteX2" fmla="*/ 994858 w 1317776"/>
                    <a:gd name="connsiteY2" fmla="*/ 638104 h 1382832"/>
                    <a:gd name="connsiteX3" fmla="*/ 900370 w 1317776"/>
                    <a:gd name="connsiteY3" fmla="*/ 733100 h 1382832"/>
                    <a:gd name="connsiteX4" fmla="*/ 765623 w 1317776"/>
                    <a:gd name="connsiteY4" fmla="*/ 795330 h 1382832"/>
                    <a:gd name="connsiteX5" fmla="*/ 993715 w 1317776"/>
                    <a:gd name="connsiteY5" fmla="*/ 1098479 h 1382832"/>
                    <a:gd name="connsiteX6" fmla="*/ 1109666 w 1317776"/>
                    <a:gd name="connsiteY6" fmla="*/ 968558 h 1382832"/>
                    <a:gd name="connsiteX7" fmla="*/ 1249616 w 1317776"/>
                    <a:gd name="connsiteY7" fmla="*/ 920452 h 1382832"/>
                    <a:gd name="connsiteX8" fmla="*/ 1185280 w 1317776"/>
                    <a:gd name="connsiteY8" fmla="*/ 1016669 h 1382832"/>
                    <a:gd name="connsiteX9" fmla="*/ 1290260 w 1317776"/>
                    <a:gd name="connsiteY9" fmla="*/ 991291 h 1382832"/>
                    <a:gd name="connsiteX10" fmla="*/ 1286974 w 1317776"/>
                    <a:gd name="connsiteY10" fmla="*/ 1024887 h 1382832"/>
                    <a:gd name="connsiteX11" fmla="*/ 1290897 w 1317776"/>
                    <a:gd name="connsiteY11" fmla="*/ 1084613 h 1382832"/>
                    <a:gd name="connsiteX12" fmla="*/ 1317769 w 1317776"/>
                    <a:gd name="connsiteY12" fmla="*/ 1169833 h 1382832"/>
                    <a:gd name="connsiteX13" fmla="*/ 1212428 w 1317776"/>
                    <a:gd name="connsiteY13" fmla="*/ 1164551 h 1382832"/>
                    <a:gd name="connsiteX14" fmla="*/ 1290721 w 1317776"/>
                    <a:gd name="connsiteY14" fmla="*/ 1184307 h 1382832"/>
                    <a:gd name="connsiteX15" fmla="*/ 1222569 w 1317776"/>
                    <a:gd name="connsiteY15" fmla="*/ 1229162 h 1382832"/>
                    <a:gd name="connsiteX16" fmla="*/ 1041340 w 1317776"/>
                    <a:gd name="connsiteY16" fmla="*/ 1330381 h 1382832"/>
                    <a:gd name="connsiteX17" fmla="*/ 907228 w 1317776"/>
                    <a:gd name="connsiteY17" fmla="*/ 1317300 h 1382832"/>
                    <a:gd name="connsiteX18" fmla="*/ 909260 w 1317776"/>
                    <a:gd name="connsiteY18" fmla="*/ 1373180 h 1382832"/>
                    <a:gd name="connsiteX19" fmla="*/ 884622 w 1317776"/>
                    <a:gd name="connsiteY19" fmla="*/ 1371656 h 1382832"/>
                    <a:gd name="connsiteX20" fmla="*/ 878780 w 1317776"/>
                    <a:gd name="connsiteY20" fmla="*/ 1297234 h 1382832"/>
                    <a:gd name="connsiteX21" fmla="*/ 820106 w 1317776"/>
                    <a:gd name="connsiteY21" fmla="*/ 891596 h 1382832"/>
                    <a:gd name="connsiteX22" fmla="*/ 747208 w 1317776"/>
                    <a:gd name="connsiteY22" fmla="*/ 818825 h 1382832"/>
                    <a:gd name="connsiteX23" fmla="*/ 424882 w 1317776"/>
                    <a:gd name="connsiteY23" fmla="*/ 817174 h 1382832"/>
                    <a:gd name="connsiteX24" fmla="*/ 337125 w 1317776"/>
                    <a:gd name="connsiteY24" fmla="*/ 819333 h 1382832"/>
                    <a:gd name="connsiteX25" fmla="*/ 407610 w 1317776"/>
                    <a:gd name="connsiteY25" fmla="*/ 1031169 h 1382832"/>
                    <a:gd name="connsiteX26" fmla="*/ 322774 w 1317776"/>
                    <a:gd name="connsiteY26" fmla="*/ 1110290 h 1382832"/>
                    <a:gd name="connsiteX27" fmla="*/ 288357 w 1317776"/>
                    <a:gd name="connsiteY27" fmla="*/ 1335588 h 1382832"/>
                    <a:gd name="connsiteX28" fmla="*/ 283023 w 1317776"/>
                    <a:gd name="connsiteY28" fmla="*/ 1371656 h 1382832"/>
                    <a:gd name="connsiteX29" fmla="*/ 259020 w 1317776"/>
                    <a:gd name="connsiteY29" fmla="*/ 1376355 h 1382832"/>
                    <a:gd name="connsiteX30" fmla="*/ 323409 w 1317776"/>
                    <a:gd name="connsiteY30" fmla="*/ 997006 h 1382832"/>
                    <a:gd name="connsiteX31" fmla="*/ 305629 w 1317776"/>
                    <a:gd name="connsiteY31" fmla="*/ 913186 h 1382832"/>
                    <a:gd name="connsiteX32" fmla="*/ 229556 w 1317776"/>
                    <a:gd name="connsiteY32" fmla="*/ 939348 h 1382832"/>
                    <a:gd name="connsiteX33" fmla="*/ 18228 w 1317776"/>
                    <a:gd name="connsiteY33" fmla="*/ 1370513 h 1382832"/>
                    <a:gd name="connsiteX34" fmla="*/ 2099 w 1317776"/>
                    <a:gd name="connsiteY34" fmla="*/ 1382832 h 1382832"/>
                    <a:gd name="connsiteX35" fmla="*/ 17212 w 1317776"/>
                    <a:gd name="connsiteY35" fmla="*/ 1286566 h 1382832"/>
                    <a:gd name="connsiteX36" fmla="*/ 107001 w 1317776"/>
                    <a:gd name="connsiteY36" fmla="*/ 1065586 h 1382832"/>
                    <a:gd name="connsiteX37" fmla="*/ 216983 w 1317776"/>
                    <a:gd name="connsiteY37" fmla="*/ 915091 h 1382832"/>
                    <a:gd name="connsiteX38" fmla="*/ 304867 w 1317776"/>
                    <a:gd name="connsiteY38" fmla="*/ 813491 h 1382832"/>
                    <a:gd name="connsiteX39" fmla="*/ 391481 w 1317776"/>
                    <a:gd name="connsiteY39" fmla="*/ 779328 h 1382832"/>
                    <a:gd name="connsiteX40" fmla="*/ 252924 w 1317776"/>
                    <a:gd name="connsiteY40" fmla="*/ 699191 h 1382832"/>
                    <a:gd name="connsiteX41" fmla="*/ 138243 w 1317776"/>
                    <a:gd name="connsiteY41" fmla="*/ 584002 h 1382832"/>
                    <a:gd name="connsiteX42" fmla="*/ 83633 w 1317776"/>
                    <a:gd name="connsiteY42" fmla="*/ 501452 h 1382832"/>
                    <a:gd name="connsiteX43" fmla="*/ 139767 w 1317776"/>
                    <a:gd name="connsiteY43" fmla="*/ 267645 h 1382832"/>
                    <a:gd name="connsiteX44" fmla="*/ 413198 w 1317776"/>
                    <a:gd name="connsiteY44" fmla="*/ 21138 h 1382832"/>
                    <a:gd name="connsiteX45" fmla="*/ 730698 w 1317776"/>
                    <a:gd name="connsiteY45" fmla="*/ 17836 h 1382832"/>
                    <a:gd name="connsiteX46" fmla="*/ 912643 w 1317776"/>
                    <a:gd name="connsiteY46" fmla="*/ 121183 h 1382832"/>
                    <a:gd name="connsiteX47" fmla="*/ 1056509 w 1317776"/>
                    <a:gd name="connsiteY47" fmla="*/ 366250 h 1382832"/>
                    <a:gd name="connsiteX48" fmla="*/ 175327 w 1317776"/>
                    <a:gd name="connsiteY48" fmla="*/ 251516 h 1382832"/>
                    <a:gd name="connsiteX49" fmla="*/ 227270 w 1317776"/>
                    <a:gd name="connsiteY49" fmla="*/ 268661 h 1382832"/>
                    <a:gd name="connsiteX50" fmla="*/ 284801 w 1317776"/>
                    <a:gd name="connsiteY50" fmla="*/ 423601 h 1382832"/>
                    <a:gd name="connsiteX51" fmla="*/ 256607 w 1317776"/>
                    <a:gd name="connsiteY51" fmla="*/ 563936 h 1382832"/>
                    <a:gd name="connsiteX52" fmla="*/ 204283 w 1317776"/>
                    <a:gd name="connsiteY52" fmla="*/ 610672 h 1382832"/>
                    <a:gd name="connsiteX53" fmla="*/ 615128 w 1317776"/>
                    <a:gd name="connsiteY53" fmla="*/ 786948 h 1382832"/>
                    <a:gd name="connsiteX54" fmla="*/ 979491 w 1317776"/>
                    <a:gd name="connsiteY54" fmla="*/ 614609 h 1382832"/>
                    <a:gd name="connsiteX55" fmla="*/ 1018353 w 1317776"/>
                    <a:gd name="connsiteY55" fmla="*/ 320604 h 1382832"/>
                    <a:gd name="connsiteX56" fmla="*/ 672151 w 1317776"/>
                    <a:gd name="connsiteY56" fmla="*/ 31679 h 1382832"/>
                    <a:gd name="connsiteX57" fmla="*/ 175327 w 1317776"/>
                    <a:gd name="connsiteY57" fmla="*/ 251516 h 1382832"/>
                    <a:gd name="connsiteX58" fmla="*/ 159833 w 1317776"/>
                    <a:gd name="connsiteY58" fmla="*/ 286822 h 1382832"/>
                    <a:gd name="connsiteX59" fmla="*/ 104588 w 1317776"/>
                    <a:gd name="connsiteY59" fmla="*/ 475036 h 1382832"/>
                    <a:gd name="connsiteX60" fmla="*/ 197679 w 1317776"/>
                    <a:gd name="connsiteY60" fmla="*/ 581081 h 1382832"/>
                    <a:gd name="connsiteX61" fmla="*/ 250892 w 1317776"/>
                    <a:gd name="connsiteY61" fmla="*/ 499293 h 1382832"/>
                    <a:gd name="connsiteX62" fmla="*/ 234636 w 1317776"/>
                    <a:gd name="connsiteY62" fmla="*/ 323525 h 1382832"/>
                    <a:gd name="connsiteX63" fmla="*/ 159833 w 1317776"/>
                    <a:gd name="connsiteY63" fmla="*/ 286822 h 1382832"/>
                    <a:gd name="connsiteX64" fmla="*/ 1041086 w 1317776"/>
                    <a:gd name="connsiteY64" fmla="*/ 554030 h 1382832"/>
                    <a:gd name="connsiteX65" fmla="*/ 1054736 w 1317776"/>
                    <a:gd name="connsiteY65" fmla="*/ 415202 h 1382832"/>
                    <a:gd name="connsiteX66" fmla="*/ 441011 w 1317776"/>
                    <a:gd name="connsiteY66" fmla="*/ 791901 h 1382832"/>
                    <a:gd name="connsiteX67" fmla="*/ 658816 w 1317776"/>
                    <a:gd name="connsiteY67" fmla="*/ 825556 h 1382832"/>
                    <a:gd name="connsiteX68" fmla="*/ 569154 w 1317776"/>
                    <a:gd name="connsiteY68" fmla="*/ 809554 h 1382832"/>
                    <a:gd name="connsiteX69" fmla="*/ 441011 w 1317776"/>
                    <a:gd name="connsiteY69" fmla="*/ 791901 h 1382832"/>
                    <a:gd name="connsiteX70" fmla="*/ 303597 w 1317776"/>
                    <a:gd name="connsiteY70" fmla="*/ 842447 h 1382832"/>
                    <a:gd name="connsiteX71" fmla="*/ 288992 w 1317776"/>
                    <a:gd name="connsiteY71" fmla="*/ 872038 h 1382832"/>
                    <a:gd name="connsiteX72" fmla="*/ 345380 w 1317776"/>
                    <a:gd name="connsiteY72" fmla="*/ 922457 h 1382832"/>
                    <a:gd name="connsiteX73" fmla="*/ 332934 w 1317776"/>
                    <a:gd name="connsiteY73" fmla="*/ 1080318 h 1382832"/>
                    <a:gd name="connsiteX74" fmla="*/ 384369 w 1317776"/>
                    <a:gd name="connsiteY74" fmla="*/ 1008817 h 1382832"/>
                    <a:gd name="connsiteX75" fmla="*/ 303597 w 1317776"/>
                    <a:gd name="connsiteY75" fmla="*/ 842447 h 1382832"/>
                    <a:gd name="connsiteX76" fmla="*/ 1154370 w 1317776"/>
                    <a:gd name="connsiteY76" fmla="*/ 961573 h 1382832"/>
                    <a:gd name="connsiteX77" fmla="*/ 1130875 w 1317776"/>
                    <a:gd name="connsiteY77" fmla="*/ 1154613 h 1382832"/>
                    <a:gd name="connsiteX78" fmla="*/ 1261431 w 1317776"/>
                    <a:gd name="connsiteY78" fmla="*/ 1210239 h 1382832"/>
                    <a:gd name="connsiteX79" fmla="*/ 1263707 w 1317776"/>
                    <a:gd name="connsiteY79" fmla="*/ 1189880 h 1382832"/>
                    <a:gd name="connsiteX80" fmla="*/ 1217870 w 1317776"/>
                    <a:gd name="connsiteY80" fmla="*/ 1063139 h 1382832"/>
                    <a:gd name="connsiteX81" fmla="*/ 1258637 w 1317776"/>
                    <a:gd name="connsiteY81" fmla="*/ 1133404 h 1382832"/>
                    <a:gd name="connsiteX82" fmla="*/ 1291934 w 1317776"/>
                    <a:gd name="connsiteY82" fmla="*/ 1144922 h 1382832"/>
                    <a:gd name="connsiteX83" fmla="*/ 1281304 w 1317776"/>
                    <a:gd name="connsiteY83" fmla="*/ 1102940 h 1382832"/>
                    <a:gd name="connsiteX84" fmla="*/ 1296229 w 1317776"/>
                    <a:gd name="connsiteY84" fmla="*/ 1079175 h 1382832"/>
                    <a:gd name="connsiteX85" fmla="*/ 1287937 w 1317776"/>
                    <a:gd name="connsiteY85" fmla="*/ 1075072 h 1382832"/>
                    <a:gd name="connsiteX86" fmla="*/ 1300439 w 1317776"/>
                    <a:gd name="connsiteY86" fmla="*/ 1049963 h 1382832"/>
                    <a:gd name="connsiteX87" fmla="*/ 1235269 w 1317776"/>
                    <a:gd name="connsiteY87" fmla="*/ 995101 h 1382832"/>
                    <a:gd name="connsiteX88" fmla="*/ 1220848 w 1317776"/>
                    <a:gd name="connsiteY88" fmla="*/ 971540 h 1382832"/>
                    <a:gd name="connsiteX89" fmla="*/ 1225009 w 1317776"/>
                    <a:gd name="connsiteY89" fmla="*/ 951785 h 1382832"/>
                    <a:gd name="connsiteX90" fmla="*/ 1154370 w 1317776"/>
                    <a:gd name="connsiteY90" fmla="*/ 961573 h 1382832"/>
                    <a:gd name="connsiteX91" fmla="*/ 857063 w 1317776"/>
                    <a:gd name="connsiteY91" fmla="*/ 928426 h 1382832"/>
                    <a:gd name="connsiteX92" fmla="*/ 878272 w 1317776"/>
                    <a:gd name="connsiteY92" fmla="*/ 1047806 h 1382832"/>
                    <a:gd name="connsiteX93" fmla="*/ 905704 w 1317776"/>
                    <a:gd name="connsiteY93" fmla="*/ 1287709 h 1382832"/>
                    <a:gd name="connsiteX94" fmla="*/ 1188660 w 1317776"/>
                    <a:gd name="connsiteY94" fmla="*/ 1221288 h 1382832"/>
                    <a:gd name="connsiteX95" fmla="*/ 1073344 w 1317776"/>
                    <a:gd name="connsiteY95" fmla="*/ 1047171 h 1382832"/>
                    <a:gd name="connsiteX96" fmla="*/ 973522 w 1317776"/>
                    <a:gd name="connsiteY96" fmla="*/ 1185093 h 1382832"/>
                    <a:gd name="connsiteX97" fmla="*/ 945201 w 1317776"/>
                    <a:gd name="connsiteY97" fmla="*/ 1234496 h 1382832"/>
                    <a:gd name="connsiteX98" fmla="*/ 974665 w 1317776"/>
                    <a:gd name="connsiteY98" fmla="*/ 1113719 h 1382832"/>
                    <a:gd name="connsiteX99" fmla="*/ 857063 w 1317776"/>
                    <a:gd name="connsiteY99" fmla="*/ 928426 h 1382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</a:cxnLst>
                  <a:rect l="l" t="t" r="r" b="b"/>
                  <a:pathLst>
                    <a:path w="1317776" h="1382832">
                      <a:moveTo>
                        <a:pt x="1100903" y="471353"/>
                      </a:moveTo>
                      <a:cubicBezTo>
                        <a:pt x="1094934" y="499547"/>
                        <a:pt x="1090108" y="528757"/>
                        <a:pt x="1075122" y="553776"/>
                      </a:cubicBezTo>
                      <a:cubicBezTo>
                        <a:pt x="1055945" y="588574"/>
                        <a:pt x="1017718" y="606227"/>
                        <a:pt x="994858" y="638104"/>
                      </a:cubicBezTo>
                      <a:cubicBezTo>
                        <a:pt x="967680" y="673791"/>
                        <a:pt x="937454" y="707446"/>
                        <a:pt x="900370" y="733100"/>
                      </a:cubicBezTo>
                      <a:cubicBezTo>
                        <a:pt x="858841" y="760405"/>
                        <a:pt x="812613" y="779709"/>
                        <a:pt x="765623" y="795330"/>
                      </a:cubicBezTo>
                      <a:cubicBezTo>
                        <a:pt x="871160" y="870006"/>
                        <a:pt x="929834" y="989894"/>
                        <a:pt x="993715" y="1098479"/>
                      </a:cubicBezTo>
                      <a:cubicBezTo>
                        <a:pt x="1031561" y="1054537"/>
                        <a:pt x="1069915" y="1010976"/>
                        <a:pt x="1109666" y="968558"/>
                      </a:cubicBezTo>
                      <a:cubicBezTo>
                        <a:pt x="1156783" y="917123"/>
                        <a:pt x="1188783" y="952075"/>
                        <a:pt x="1249616" y="920452"/>
                      </a:cubicBezTo>
                      <a:cubicBezTo>
                        <a:pt x="1286319" y="903180"/>
                        <a:pt x="1185153" y="972219"/>
                        <a:pt x="1185280" y="1016669"/>
                      </a:cubicBezTo>
                      <a:cubicBezTo>
                        <a:pt x="1182232" y="1061373"/>
                        <a:pt x="1323534" y="970971"/>
                        <a:pt x="1290260" y="991291"/>
                      </a:cubicBezTo>
                      <a:cubicBezTo>
                        <a:pt x="1367222" y="1005896"/>
                        <a:pt x="1233761" y="958466"/>
                        <a:pt x="1286974" y="1024887"/>
                      </a:cubicBezTo>
                      <a:cubicBezTo>
                        <a:pt x="1314152" y="1063495"/>
                        <a:pt x="1317059" y="1074326"/>
                        <a:pt x="1290897" y="1084613"/>
                      </a:cubicBezTo>
                      <a:cubicBezTo>
                        <a:pt x="1291659" y="1100615"/>
                        <a:pt x="1318277" y="1153704"/>
                        <a:pt x="1317769" y="1169833"/>
                      </a:cubicBezTo>
                      <a:cubicBezTo>
                        <a:pt x="1305958" y="1189518"/>
                        <a:pt x="1231478" y="1158836"/>
                        <a:pt x="1212428" y="1164551"/>
                      </a:cubicBezTo>
                      <a:cubicBezTo>
                        <a:pt x="1210904" y="1172171"/>
                        <a:pt x="1292372" y="1176687"/>
                        <a:pt x="1290721" y="1184307"/>
                      </a:cubicBezTo>
                      <a:cubicBezTo>
                        <a:pt x="1234714" y="1211739"/>
                        <a:pt x="1279719" y="1236909"/>
                        <a:pt x="1222569" y="1229162"/>
                      </a:cubicBezTo>
                      <a:cubicBezTo>
                        <a:pt x="1167578" y="1270945"/>
                        <a:pt x="1111952" y="1318951"/>
                        <a:pt x="1041340" y="1330381"/>
                      </a:cubicBezTo>
                      <a:cubicBezTo>
                        <a:pt x="996382" y="1342192"/>
                        <a:pt x="950662" y="1328857"/>
                        <a:pt x="907228" y="1317300"/>
                      </a:cubicBezTo>
                      <a:cubicBezTo>
                        <a:pt x="907863" y="1335842"/>
                        <a:pt x="908625" y="1354511"/>
                        <a:pt x="909260" y="1373180"/>
                      </a:cubicBezTo>
                      <a:lnTo>
                        <a:pt x="884622" y="1371656"/>
                      </a:lnTo>
                      <a:cubicBezTo>
                        <a:pt x="882336" y="1346764"/>
                        <a:pt x="880939" y="1321999"/>
                        <a:pt x="878780" y="1297234"/>
                      </a:cubicBezTo>
                      <a:cubicBezTo>
                        <a:pt x="867477" y="1160963"/>
                        <a:pt x="854904" y="1024184"/>
                        <a:pt x="820106" y="891596"/>
                      </a:cubicBezTo>
                      <a:cubicBezTo>
                        <a:pt x="811089" y="855020"/>
                        <a:pt x="777942" y="835335"/>
                        <a:pt x="747208" y="818825"/>
                      </a:cubicBezTo>
                      <a:cubicBezTo>
                        <a:pt x="648021" y="873562"/>
                        <a:pt x="526736" y="854893"/>
                        <a:pt x="424882" y="817174"/>
                      </a:cubicBezTo>
                      <a:cubicBezTo>
                        <a:pt x="396561" y="803966"/>
                        <a:pt x="366081" y="815523"/>
                        <a:pt x="337125" y="819333"/>
                      </a:cubicBezTo>
                      <a:cubicBezTo>
                        <a:pt x="379924" y="879785"/>
                        <a:pt x="430470" y="953572"/>
                        <a:pt x="407610" y="1031169"/>
                      </a:cubicBezTo>
                      <a:cubicBezTo>
                        <a:pt x="398085" y="1073079"/>
                        <a:pt x="358461" y="1093780"/>
                        <a:pt x="322774" y="1110290"/>
                      </a:cubicBezTo>
                      <a:cubicBezTo>
                        <a:pt x="311471" y="1185474"/>
                        <a:pt x="293945" y="1259642"/>
                        <a:pt x="288357" y="1335588"/>
                      </a:cubicBezTo>
                      <a:cubicBezTo>
                        <a:pt x="287087" y="1344605"/>
                        <a:pt x="284420" y="1362639"/>
                        <a:pt x="283023" y="1371656"/>
                      </a:cubicBezTo>
                      <a:lnTo>
                        <a:pt x="259020" y="1376355"/>
                      </a:lnTo>
                      <a:cubicBezTo>
                        <a:pt x="267021" y="1247958"/>
                        <a:pt x="295850" y="1122228"/>
                        <a:pt x="323409" y="997006"/>
                      </a:cubicBezTo>
                      <a:cubicBezTo>
                        <a:pt x="329124" y="968558"/>
                        <a:pt x="329632" y="933887"/>
                        <a:pt x="305629" y="913186"/>
                      </a:cubicBezTo>
                      <a:cubicBezTo>
                        <a:pt x="277181" y="895660"/>
                        <a:pt x="247844" y="918012"/>
                        <a:pt x="229556" y="939348"/>
                      </a:cubicBezTo>
                      <a:cubicBezTo>
                        <a:pt x="118812" y="1058728"/>
                        <a:pt x="60900" y="1215954"/>
                        <a:pt x="18228" y="1370513"/>
                      </a:cubicBezTo>
                      <a:lnTo>
                        <a:pt x="2099" y="1382832"/>
                      </a:lnTo>
                      <a:cubicBezTo>
                        <a:pt x="-5394" y="1349558"/>
                        <a:pt x="8957" y="1318062"/>
                        <a:pt x="17212" y="1286566"/>
                      </a:cubicBezTo>
                      <a:cubicBezTo>
                        <a:pt x="36516" y="1209096"/>
                        <a:pt x="70679" y="1136325"/>
                        <a:pt x="107001" y="1065586"/>
                      </a:cubicBezTo>
                      <a:cubicBezTo>
                        <a:pt x="137100" y="1010976"/>
                        <a:pt x="174184" y="960430"/>
                        <a:pt x="216983" y="915091"/>
                      </a:cubicBezTo>
                      <a:cubicBezTo>
                        <a:pt x="248352" y="882960"/>
                        <a:pt x="268545" y="840796"/>
                        <a:pt x="304867" y="813491"/>
                      </a:cubicBezTo>
                      <a:cubicBezTo>
                        <a:pt x="329886" y="793806"/>
                        <a:pt x="361763" y="787964"/>
                        <a:pt x="391481" y="779328"/>
                      </a:cubicBezTo>
                      <a:cubicBezTo>
                        <a:pt x="343475" y="756087"/>
                        <a:pt x="293564" y="734497"/>
                        <a:pt x="252924" y="699191"/>
                      </a:cubicBezTo>
                      <a:cubicBezTo>
                        <a:pt x="209236" y="665790"/>
                        <a:pt x="187392" y="610672"/>
                        <a:pt x="138243" y="584002"/>
                      </a:cubicBezTo>
                      <a:cubicBezTo>
                        <a:pt x="109033" y="565841"/>
                        <a:pt x="90491" y="534599"/>
                        <a:pt x="83633" y="501452"/>
                      </a:cubicBezTo>
                      <a:cubicBezTo>
                        <a:pt x="60900" y="421061"/>
                        <a:pt x="74616" y="324795"/>
                        <a:pt x="139767" y="267645"/>
                      </a:cubicBezTo>
                      <a:cubicBezTo>
                        <a:pt x="191075" y="151567"/>
                        <a:pt x="291278" y="58476"/>
                        <a:pt x="413198" y="21138"/>
                      </a:cubicBezTo>
                      <a:cubicBezTo>
                        <a:pt x="516830" y="-5278"/>
                        <a:pt x="626558" y="-7564"/>
                        <a:pt x="730698" y="17836"/>
                      </a:cubicBezTo>
                      <a:cubicBezTo>
                        <a:pt x="813939" y="34943"/>
                        <a:pt x="876112" y="98221"/>
                        <a:pt x="912643" y="121183"/>
                      </a:cubicBezTo>
                      <a:cubicBezTo>
                        <a:pt x="972579" y="183153"/>
                        <a:pt x="1025963" y="238339"/>
                        <a:pt x="1056509" y="366250"/>
                      </a:cubicBezTo>
                      <a:moveTo>
                        <a:pt x="175327" y="251516"/>
                      </a:moveTo>
                      <a:cubicBezTo>
                        <a:pt x="192726" y="256977"/>
                        <a:pt x="209998" y="262692"/>
                        <a:pt x="227270" y="268661"/>
                      </a:cubicBezTo>
                      <a:cubicBezTo>
                        <a:pt x="268418" y="309682"/>
                        <a:pt x="275276" y="369245"/>
                        <a:pt x="284801" y="423601"/>
                      </a:cubicBezTo>
                      <a:cubicBezTo>
                        <a:pt x="288484" y="471988"/>
                        <a:pt x="270450" y="518470"/>
                        <a:pt x="256607" y="563936"/>
                      </a:cubicBezTo>
                      <a:cubicBezTo>
                        <a:pt x="239970" y="580446"/>
                        <a:pt x="222571" y="596067"/>
                        <a:pt x="204283" y="610672"/>
                      </a:cubicBezTo>
                      <a:cubicBezTo>
                        <a:pt x="296231" y="739450"/>
                        <a:pt x="463490" y="787710"/>
                        <a:pt x="615128" y="786948"/>
                      </a:cubicBezTo>
                      <a:cubicBezTo>
                        <a:pt x="754447" y="793552"/>
                        <a:pt x="900243" y="732338"/>
                        <a:pt x="979491" y="614609"/>
                      </a:cubicBezTo>
                      <a:cubicBezTo>
                        <a:pt x="1036133" y="529773"/>
                        <a:pt x="1058231" y="416743"/>
                        <a:pt x="1018353" y="320604"/>
                      </a:cubicBezTo>
                      <a:cubicBezTo>
                        <a:pt x="969077" y="169474"/>
                        <a:pt x="828742" y="54793"/>
                        <a:pt x="672151" y="31679"/>
                      </a:cubicBezTo>
                      <a:cubicBezTo>
                        <a:pt x="483302" y="-10739"/>
                        <a:pt x="265878" y="75748"/>
                        <a:pt x="175327" y="251516"/>
                      </a:cubicBezTo>
                      <a:moveTo>
                        <a:pt x="159833" y="286822"/>
                      </a:moveTo>
                      <a:cubicBezTo>
                        <a:pt x="97349" y="324033"/>
                        <a:pt x="93285" y="410901"/>
                        <a:pt x="104588" y="475036"/>
                      </a:cubicBezTo>
                      <a:cubicBezTo>
                        <a:pt x="109414" y="523804"/>
                        <a:pt x="139767" y="587050"/>
                        <a:pt x="197679" y="581081"/>
                      </a:cubicBezTo>
                      <a:cubicBezTo>
                        <a:pt x="231715" y="568635"/>
                        <a:pt x="242129" y="530535"/>
                        <a:pt x="250892" y="499293"/>
                      </a:cubicBezTo>
                      <a:cubicBezTo>
                        <a:pt x="268926" y="441127"/>
                        <a:pt x="256353" y="378770"/>
                        <a:pt x="234636" y="323525"/>
                      </a:cubicBezTo>
                      <a:cubicBezTo>
                        <a:pt x="224095" y="294823"/>
                        <a:pt x="190059" y="268915"/>
                        <a:pt x="159833" y="286822"/>
                      </a:cubicBezTo>
                      <a:moveTo>
                        <a:pt x="1041086" y="554030"/>
                      </a:moveTo>
                      <a:cubicBezTo>
                        <a:pt x="1085663" y="495356"/>
                        <a:pt x="1087629" y="479337"/>
                        <a:pt x="1054736" y="415202"/>
                      </a:cubicBezTo>
                      <a:moveTo>
                        <a:pt x="441011" y="791901"/>
                      </a:moveTo>
                      <a:cubicBezTo>
                        <a:pt x="504003" y="832922"/>
                        <a:pt x="586553" y="833176"/>
                        <a:pt x="658816" y="825556"/>
                      </a:cubicBezTo>
                      <a:cubicBezTo>
                        <a:pt x="631384" y="810316"/>
                        <a:pt x="599507" y="811840"/>
                        <a:pt x="569154" y="809554"/>
                      </a:cubicBezTo>
                      <a:cubicBezTo>
                        <a:pt x="526101" y="806633"/>
                        <a:pt x="483937" y="796981"/>
                        <a:pt x="441011" y="791901"/>
                      </a:cubicBezTo>
                      <a:moveTo>
                        <a:pt x="303597" y="842447"/>
                      </a:moveTo>
                      <a:cubicBezTo>
                        <a:pt x="298771" y="852226"/>
                        <a:pt x="293818" y="862132"/>
                        <a:pt x="288992" y="872038"/>
                      </a:cubicBezTo>
                      <a:cubicBezTo>
                        <a:pt x="311725" y="883595"/>
                        <a:pt x="336363" y="896676"/>
                        <a:pt x="345380" y="922457"/>
                      </a:cubicBezTo>
                      <a:cubicBezTo>
                        <a:pt x="365446" y="974273"/>
                        <a:pt x="341062" y="1028629"/>
                        <a:pt x="332934" y="1080318"/>
                      </a:cubicBezTo>
                      <a:cubicBezTo>
                        <a:pt x="360620" y="1066221"/>
                        <a:pt x="386655" y="1042853"/>
                        <a:pt x="384369" y="1008817"/>
                      </a:cubicBezTo>
                      <a:cubicBezTo>
                        <a:pt x="387671" y="947349"/>
                        <a:pt x="365065" y="867593"/>
                        <a:pt x="303597" y="842447"/>
                      </a:cubicBezTo>
                      <a:moveTo>
                        <a:pt x="1154370" y="961573"/>
                      </a:moveTo>
                      <a:cubicBezTo>
                        <a:pt x="1093537" y="1003356"/>
                        <a:pt x="1079059" y="1100130"/>
                        <a:pt x="1130875" y="1154613"/>
                      </a:cubicBezTo>
                      <a:cubicBezTo>
                        <a:pt x="1164276" y="1191189"/>
                        <a:pt x="1215076" y="1200714"/>
                        <a:pt x="1261431" y="1210239"/>
                      </a:cubicBezTo>
                      <a:cubicBezTo>
                        <a:pt x="1298769" y="1216716"/>
                        <a:pt x="1225480" y="1197246"/>
                        <a:pt x="1263707" y="1189880"/>
                      </a:cubicBezTo>
                      <a:cubicBezTo>
                        <a:pt x="1267644" y="1173878"/>
                        <a:pt x="1233618" y="1066187"/>
                        <a:pt x="1217870" y="1063139"/>
                      </a:cubicBezTo>
                      <a:cubicBezTo>
                        <a:pt x="1183834" y="1045740"/>
                        <a:pt x="1272734" y="1175695"/>
                        <a:pt x="1258637" y="1133404"/>
                      </a:cubicBezTo>
                      <a:cubicBezTo>
                        <a:pt x="1322010" y="1145088"/>
                        <a:pt x="1224624" y="1156098"/>
                        <a:pt x="1291934" y="1144922"/>
                      </a:cubicBezTo>
                      <a:cubicBezTo>
                        <a:pt x="1281139" y="1125745"/>
                        <a:pt x="1308482" y="1104845"/>
                        <a:pt x="1281304" y="1102940"/>
                      </a:cubicBezTo>
                      <a:cubicBezTo>
                        <a:pt x="1245744" y="1088462"/>
                        <a:pt x="1310580" y="1123752"/>
                        <a:pt x="1296229" y="1079175"/>
                      </a:cubicBezTo>
                      <a:cubicBezTo>
                        <a:pt x="1361507" y="1082604"/>
                        <a:pt x="1222151" y="1079517"/>
                        <a:pt x="1287937" y="1075072"/>
                      </a:cubicBezTo>
                      <a:cubicBezTo>
                        <a:pt x="1288445" y="1070119"/>
                        <a:pt x="1299931" y="1054916"/>
                        <a:pt x="1300439" y="1049963"/>
                      </a:cubicBezTo>
                      <a:cubicBezTo>
                        <a:pt x="1234399" y="978081"/>
                        <a:pt x="1315279" y="1039678"/>
                        <a:pt x="1235269" y="995101"/>
                      </a:cubicBezTo>
                      <a:cubicBezTo>
                        <a:pt x="1267400" y="965129"/>
                        <a:pt x="1194813" y="1007862"/>
                        <a:pt x="1220848" y="971540"/>
                      </a:cubicBezTo>
                      <a:cubicBezTo>
                        <a:pt x="1236977" y="948426"/>
                        <a:pt x="1248250" y="939847"/>
                        <a:pt x="1225009" y="951785"/>
                      </a:cubicBezTo>
                      <a:cubicBezTo>
                        <a:pt x="1172685" y="972486"/>
                        <a:pt x="1200217" y="928807"/>
                        <a:pt x="1154370" y="961573"/>
                      </a:cubicBezTo>
                      <a:moveTo>
                        <a:pt x="857063" y="928426"/>
                      </a:moveTo>
                      <a:cubicBezTo>
                        <a:pt x="862905" y="968431"/>
                        <a:pt x="869509" y="1008309"/>
                        <a:pt x="878272" y="1047806"/>
                      </a:cubicBezTo>
                      <a:cubicBezTo>
                        <a:pt x="894655" y="1126800"/>
                        <a:pt x="890718" y="1208461"/>
                        <a:pt x="905704" y="1287709"/>
                      </a:cubicBezTo>
                      <a:cubicBezTo>
                        <a:pt x="1003113" y="1335334"/>
                        <a:pt x="1115635" y="1292789"/>
                        <a:pt x="1188660" y="1221288"/>
                      </a:cubicBezTo>
                      <a:cubicBezTo>
                        <a:pt x="1114238" y="1199063"/>
                        <a:pt x="1062930" y="1125403"/>
                        <a:pt x="1073344" y="1047171"/>
                      </a:cubicBezTo>
                      <a:cubicBezTo>
                        <a:pt x="1035625" y="1089335"/>
                        <a:pt x="991429" y="1129975"/>
                        <a:pt x="973522" y="1185093"/>
                      </a:cubicBezTo>
                      <a:cubicBezTo>
                        <a:pt x="968823" y="1204016"/>
                        <a:pt x="958917" y="1220653"/>
                        <a:pt x="945201" y="1234496"/>
                      </a:cubicBezTo>
                      <a:cubicBezTo>
                        <a:pt x="926659" y="1190300"/>
                        <a:pt x="968823" y="1153851"/>
                        <a:pt x="974665" y="1113719"/>
                      </a:cubicBezTo>
                      <a:cubicBezTo>
                        <a:pt x="938978" y="1049838"/>
                        <a:pt x="899481" y="988116"/>
                        <a:pt x="857063" y="928426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1" name="任意形状 1210">
                  <a:extLst>
                    <a:ext uri="{FF2B5EF4-FFF2-40B4-BE49-F238E27FC236}">
                      <a16:creationId xmlns:a16="http://schemas.microsoft.com/office/drawing/2014/main" id="{C675DCB2-0AE8-2C95-B8FA-5D75A2F2E9FA}"/>
                    </a:ext>
                  </a:extLst>
                </p:cNvPr>
                <p:cNvSpPr/>
                <p:nvPr/>
              </p:nvSpPr>
              <p:spPr>
                <a:xfrm>
                  <a:off x="473959" y="874495"/>
                  <a:ext cx="356515" cy="277723"/>
                </a:xfrm>
                <a:custGeom>
                  <a:avLst/>
                  <a:gdLst>
                    <a:gd name="connsiteX0" fmla="*/ 18840 w 654613"/>
                    <a:gd name="connsiteY0" fmla="*/ 154795 h 509939"/>
                    <a:gd name="connsiteX1" fmla="*/ 227374 w 654613"/>
                    <a:gd name="connsiteY1" fmla="*/ 3792 h 509939"/>
                    <a:gd name="connsiteX2" fmla="*/ 610406 w 654613"/>
                    <a:gd name="connsiteY2" fmla="*/ 90660 h 509939"/>
                    <a:gd name="connsiteX3" fmla="*/ 643299 w 654613"/>
                    <a:gd name="connsiteY3" fmla="*/ 311132 h 509939"/>
                    <a:gd name="connsiteX4" fmla="*/ 430828 w 654613"/>
                    <a:gd name="connsiteY4" fmla="*/ 499346 h 509939"/>
                    <a:gd name="connsiteX5" fmla="*/ 113455 w 654613"/>
                    <a:gd name="connsiteY5" fmla="*/ 453626 h 509939"/>
                    <a:gd name="connsiteX6" fmla="*/ 18840 w 654613"/>
                    <a:gd name="connsiteY6" fmla="*/ 154795 h 509939"/>
                    <a:gd name="connsiteX7" fmla="*/ 193592 w 654613"/>
                    <a:gd name="connsiteY7" fmla="*/ 34653 h 509939"/>
                    <a:gd name="connsiteX8" fmla="*/ 41573 w 654613"/>
                    <a:gd name="connsiteY8" fmla="*/ 331198 h 509939"/>
                    <a:gd name="connsiteX9" fmla="*/ 145332 w 654613"/>
                    <a:gd name="connsiteY9" fmla="*/ 441815 h 509939"/>
                    <a:gd name="connsiteX10" fmla="*/ 405682 w 654613"/>
                    <a:gd name="connsiteY10" fmla="*/ 479407 h 509939"/>
                    <a:gd name="connsiteX11" fmla="*/ 625773 w 654613"/>
                    <a:gd name="connsiteY11" fmla="*/ 257665 h 509939"/>
                    <a:gd name="connsiteX12" fmla="*/ 578656 w 654613"/>
                    <a:gd name="connsiteY12" fmla="*/ 97518 h 509939"/>
                    <a:gd name="connsiteX13" fmla="*/ 193592 w 654613"/>
                    <a:gd name="connsiteY13" fmla="*/ 34653 h 509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54613" h="509939">
                      <a:moveTo>
                        <a:pt x="18840" y="154795"/>
                      </a:moveTo>
                      <a:cubicBezTo>
                        <a:pt x="46526" y="65006"/>
                        <a:pt x="136950" y="10142"/>
                        <a:pt x="227374" y="3792"/>
                      </a:cubicBezTo>
                      <a:cubicBezTo>
                        <a:pt x="358565" y="-5479"/>
                        <a:pt x="507790" y="-4844"/>
                        <a:pt x="610406" y="90660"/>
                      </a:cubicBezTo>
                      <a:cubicBezTo>
                        <a:pt x="659936" y="151874"/>
                        <a:pt x="662984" y="237853"/>
                        <a:pt x="643299" y="311132"/>
                      </a:cubicBezTo>
                      <a:cubicBezTo>
                        <a:pt x="613073" y="406636"/>
                        <a:pt x="527094" y="477121"/>
                        <a:pt x="430828" y="499346"/>
                      </a:cubicBezTo>
                      <a:cubicBezTo>
                        <a:pt x="324148" y="522460"/>
                        <a:pt x="208832" y="507982"/>
                        <a:pt x="113455" y="453626"/>
                      </a:cubicBezTo>
                      <a:cubicBezTo>
                        <a:pt x="12236" y="396222"/>
                        <a:pt x="-26626" y="259697"/>
                        <a:pt x="18840" y="154795"/>
                      </a:cubicBezTo>
                      <a:moveTo>
                        <a:pt x="193592" y="34653"/>
                      </a:moveTo>
                      <a:cubicBezTo>
                        <a:pt x="63417" y="54846"/>
                        <a:pt x="-10370" y="214739"/>
                        <a:pt x="41573" y="331198"/>
                      </a:cubicBezTo>
                      <a:cubicBezTo>
                        <a:pt x="58210" y="381109"/>
                        <a:pt x="98977" y="418828"/>
                        <a:pt x="145332" y="441815"/>
                      </a:cubicBezTo>
                      <a:cubicBezTo>
                        <a:pt x="224580" y="484106"/>
                        <a:pt x="317925" y="490202"/>
                        <a:pt x="405682" y="479407"/>
                      </a:cubicBezTo>
                      <a:cubicBezTo>
                        <a:pt x="515029" y="462516"/>
                        <a:pt x="619169" y="372473"/>
                        <a:pt x="625773" y="257665"/>
                      </a:cubicBezTo>
                      <a:cubicBezTo>
                        <a:pt x="630599" y="201531"/>
                        <a:pt x="628694" y="133967"/>
                        <a:pt x="578656" y="97518"/>
                      </a:cubicBezTo>
                      <a:cubicBezTo>
                        <a:pt x="471087" y="10904"/>
                        <a:pt x="322497" y="20683"/>
                        <a:pt x="193592" y="34653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2" name="任意形状 1211">
                  <a:extLst>
                    <a:ext uri="{FF2B5EF4-FFF2-40B4-BE49-F238E27FC236}">
                      <a16:creationId xmlns:a16="http://schemas.microsoft.com/office/drawing/2014/main" id="{03714EAA-2FF5-A02F-AED9-01AB3D26E19C}"/>
                    </a:ext>
                  </a:extLst>
                </p:cNvPr>
                <p:cNvSpPr/>
                <p:nvPr/>
              </p:nvSpPr>
              <p:spPr>
                <a:xfrm>
                  <a:off x="585914" y="1244790"/>
                  <a:ext cx="93860" cy="98275"/>
                </a:xfrm>
                <a:custGeom>
                  <a:avLst/>
                  <a:gdLst>
                    <a:gd name="connsiteX0" fmla="*/ 52670 w 172341"/>
                    <a:gd name="connsiteY0" fmla="*/ 5741 h 180447"/>
                    <a:gd name="connsiteX1" fmla="*/ 171542 w 172341"/>
                    <a:gd name="connsiteY1" fmla="*/ 86259 h 180447"/>
                    <a:gd name="connsiteX2" fmla="*/ 42891 w 172341"/>
                    <a:gd name="connsiteY2" fmla="*/ 166904 h 180447"/>
                    <a:gd name="connsiteX3" fmla="*/ 52670 w 172341"/>
                    <a:gd name="connsiteY3" fmla="*/ 5741 h 180447"/>
                    <a:gd name="connsiteX4" fmla="*/ 64989 w 172341"/>
                    <a:gd name="connsiteY4" fmla="*/ 29490 h 180447"/>
                    <a:gd name="connsiteX5" fmla="*/ 53178 w 172341"/>
                    <a:gd name="connsiteY5" fmla="*/ 142774 h 180447"/>
                    <a:gd name="connsiteX6" fmla="*/ 145380 w 172341"/>
                    <a:gd name="connsiteY6" fmla="*/ 86513 h 180447"/>
                    <a:gd name="connsiteX7" fmla="*/ 64989 w 172341"/>
                    <a:gd name="connsiteY7" fmla="*/ 29490 h 18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72341" h="180447">
                      <a:moveTo>
                        <a:pt x="52670" y="5741"/>
                      </a:moveTo>
                      <a:cubicBezTo>
                        <a:pt x="107280" y="-15595"/>
                        <a:pt x="175859" y="25045"/>
                        <a:pt x="171542" y="86259"/>
                      </a:cubicBezTo>
                      <a:cubicBezTo>
                        <a:pt x="181448" y="151791"/>
                        <a:pt x="97120" y="206909"/>
                        <a:pt x="42891" y="166904"/>
                      </a:cubicBezTo>
                      <a:cubicBezTo>
                        <a:pt x="-16926" y="132614"/>
                        <a:pt x="-14640" y="29236"/>
                        <a:pt x="52670" y="5741"/>
                      </a:cubicBezTo>
                      <a:moveTo>
                        <a:pt x="64989" y="29490"/>
                      </a:moveTo>
                      <a:cubicBezTo>
                        <a:pt x="18125" y="45111"/>
                        <a:pt x="11649" y="117374"/>
                        <a:pt x="53178" y="142774"/>
                      </a:cubicBezTo>
                      <a:cubicBezTo>
                        <a:pt x="92548" y="175159"/>
                        <a:pt x="153126" y="134646"/>
                        <a:pt x="145380" y="86513"/>
                      </a:cubicBezTo>
                      <a:cubicBezTo>
                        <a:pt x="148300" y="45619"/>
                        <a:pt x="102200" y="15266"/>
                        <a:pt x="64989" y="29490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3" name="任意形状 1212">
                  <a:extLst>
                    <a:ext uri="{FF2B5EF4-FFF2-40B4-BE49-F238E27FC236}">
                      <a16:creationId xmlns:a16="http://schemas.microsoft.com/office/drawing/2014/main" id="{9C654A5B-7394-02AB-9435-05400D85DBCF}"/>
                    </a:ext>
                  </a:extLst>
                </p:cNvPr>
                <p:cNvSpPr/>
                <p:nvPr/>
              </p:nvSpPr>
              <p:spPr>
                <a:xfrm>
                  <a:off x="371893" y="767908"/>
                  <a:ext cx="270579" cy="134866"/>
                </a:xfrm>
                <a:custGeom>
                  <a:avLst/>
                  <a:gdLst>
                    <a:gd name="connsiteX0" fmla="*/ 0 w 496823"/>
                    <a:gd name="connsiteY0" fmla="*/ 230489 h 247634"/>
                    <a:gd name="connsiteX1" fmla="*/ 496824 w 496823"/>
                    <a:gd name="connsiteY1" fmla="*/ 10652 h 247634"/>
                    <a:gd name="connsiteX2" fmla="*/ 51943 w 496823"/>
                    <a:gd name="connsiteY2" fmla="*/ 247634 h 247634"/>
                    <a:gd name="connsiteX3" fmla="*/ 0 w 496823"/>
                    <a:gd name="connsiteY3" fmla="*/ 230489 h 247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6823" h="247634">
                      <a:moveTo>
                        <a:pt x="0" y="230489"/>
                      </a:moveTo>
                      <a:cubicBezTo>
                        <a:pt x="90551" y="54721"/>
                        <a:pt x="307975" y="-31766"/>
                        <a:pt x="496824" y="10652"/>
                      </a:cubicBezTo>
                      <a:cubicBezTo>
                        <a:pt x="331724" y="45577"/>
                        <a:pt x="157734" y="108823"/>
                        <a:pt x="51943" y="247634"/>
                      </a:cubicBezTo>
                      <a:cubicBezTo>
                        <a:pt x="34671" y="241665"/>
                        <a:pt x="17399" y="235950"/>
                        <a:pt x="0" y="230489"/>
                      </a:cubicBezTo>
                      <a:close/>
                    </a:path>
                  </a:pathLst>
                </a:custGeom>
                <a:solidFill>
                  <a:srgbClr val="FEFEFE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4" name="任意形状 1213">
                  <a:extLst>
                    <a:ext uri="{FF2B5EF4-FFF2-40B4-BE49-F238E27FC236}">
                      <a16:creationId xmlns:a16="http://schemas.microsoft.com/office/drawing/2014/main" id="{FFBE9CB5-1D54-A203-F4B7-159C633F9A8C}"/>
                    </a:ext>
                  </a:extLst>
                </p:cNvPr>
                <p:cNvSpPr/>
                <p:nvPr/>
              </p:nvSpPr>
              <p:spPr>
                <a:xfrm>
                  <a:off x="400183" y="773709"/>
                  <a:ext cx="430839" cy="350625"/>
                </a:xfrm>
                <a:custGeom>
                  <a:avLst/>
                  <a:gdLst>
                    <a:gd name="connsiteX0" fmla="*/ 444881 w 791083"/>
                    <a:gd name="connsiteY0" fmla="*/ 0 h 643798"/>
                    <a:gd name="connsiteX1" fmla="*/ 791083 w 791083"/>
                    <a:gd name="connsiteY1" fmla="*/ 288925 h 643798"/>
                    <a:gd name="connsiteX2" fmla="*/ 745871 w 791083"/>
                    <a:gd name="connsiteY2" fmla="*/ 275717 h 643798"/>
                    <a:gd name="connsiteX3" fmla="*/ 362839 w 791083"/>
                    <a:gd name="connsiteY3" fmla="*/ 188849 h 643798"/>
                    <a:gd name="connsiteX4" fmla="*/ 154305 w 791083"/>
                    <a:gd name="connsiteY4" fmla="*/ 339852 h 643798"/>
                    <a:gd name="connsiteX5" fmla="*/ 248920 w 791083"/>
                    <a:gd name="connsiteY5" fmla="*/ 638683 h 643798"/>
                    <a:gd name="connsiteX6" fmla="*/ 189611 w 791083"/>
                    <a:gd name="connsiteY6" fmla="*/ 639445 h 643798"/>
                    <a:gd name="connsiteX7" fmla="*/ 29337 w 791083"/>
                    <a:gd name="connsiteY7" fmla="*/ 532257 h 643798"/>
                    <a:gd name="connsiteX8" fmla="*/ 57531 w 791083"/>
                    <a:gd name="connsiteY8" fmla="*/ 391922 h 643798"/>
                    <a:gd name="connsiteX9" fmla="*/ 0 w 791083"/>
                    <a:gd name="connsiteY9" fmla="*/ 236982 h 643798"/>
                    <a:gd name="connsiteX10" fmla="*/ 444881 w 791083"/>
                    <a:gd name="connsiteY10" fmla="*/ 0 h 643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91083" h="643798">
                      <a:moveTo>
                        <a:pt x="444881" y="0"/>
                      </a:moveTo>
                      <a:cubicBezTo>
                        <a:pt x="601472" y="23114"/>
                        <a:pt x="741807" y="137795"/>
                        <a:pt x="791083" y="288925"/>
                      </a:cubicBezTo>
                      <a:cubicBezTo>
                        <a:pt x="775843" y="284734"/>
                        <a:pt x="760857" y="280289"/>
                        <a:pt x="745871" y="275717"/>
                      </a:cubicBezTo>
                      <a:cubicBezTo>
                        <a:pt x="643255" y="180213"/>
                        <a:pt x="494030" y="179578"/>
                        <a:pt x="362839" y="188849"/>
                      </a:cubicBezTo>
                      <a:cubicBezTo>
                        <a:pt x="272415" y="195199"/>
                        <a:pt x="181991" y="250063"/>
                        <a:pt x="154305" y="339852"/>
                      </a:cubicBezTo>
                      <a:cubicBezTo>
                        <a:pt x="108839" y="444754"/>
                        <a:pt x="147701" y="581279"/>
                        <a:pt x="248920" y="638683"/>
                      </a:cubicBezTo>
                      <a:cubicBezTo>
                        <a:pt x="229489" y="640588"/>
                        <a:pt x="208534" y="648716"/>
                        <a:pt x="189611" y="639445"/>
                      </a:cubicBezTo>
                      <a:cubicBezTo>
                        <a:pt x="130556" y="613156"/>
                        <a:pt x="81026" y="570230"/>
                        <a:pt x="29337" y="532257"/>
                      </a:cubicBezTo>
                      <a:cubicBezTo>
                        <a:pt x="43180" y="486791"/>
                        <a:pt x="61214" y="440309"/>
                        <a:pt x="57531" y="391922"/>
                      </a:cubicBezTo>
                      <a:cubicBezTo>
                        <a:pt x="48006" y="337566"/>
                        <a:pt x="41148" y="278003"/>
                        <a:pt x="0" y="236982"/>
                      </a:cubicBezTo>
                      <a:cubicBezTo>
                        <a:pt x="105791" y="98171"/>
                        <a:pt x="279781" y="34925"/>
                        <a:pt x="444881" y="0"/>
                      </a:cubicBezTo>
                      <a:close/>
                    </a:path>
                  </a:pathLst>
                </a:custGeom>
                <a:solidFill>
                  <a:srgbClr val="EEEEFC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5" name="任意形状 1214">
                  <a:extLst>
                    <a:ext uri="{FF2B5EF4-FFF2-40B4-BE49-F238E27FC236}">
                      <a16:creationId xmlns:a16="http://schemas.microsoft.com/office/drawing/2014/main" id="{2284FF04-060F-78DD-34F8-3F5FEA0D3DA5}"/>
                    </a:ext>
                  </a:extLst>
                </p:cNvPr>
                <p:cNvSpPr/>
                <p:nvPr/>
              </p:nvSpPr>
              <p:spPr>
                <a:xfrm>
                  <a:off x="487470" y="888370"/>
                  <a:ext cx="328259" cy="249763"/>
                </a:xfrm>
                <a:custGeom>
                  <a:avLst/>
                  <a:gdLst>
                    <a:gd name="connsiteX0" fmla="*/ 168784 w 602732"/>
                    <a:gd name="connsiteY0" fmla="*/ 9177 h 458602"/>
                    <a:gd name="connsiteX1" fmla="*/ 553848 w 602732"/>
                    <a:gd name="connsiteY1" fmla="*/ 72041 h 458602"/>
                    <a:gd name="connsiteX2" fmla="*/ 600965 w 602732"/>
                    <a:gd name="connsiteY2" fmla="*/ 232189 h 458602"/>
                    <a:gd name="connsiteX3" fmla="*/ 380874 w 602732"/>
                    <a:gd name="connsiteY3" fmla="*/ 453930 h 458602"/>
                    <a:gd name="connsiteX4" fmla="*/ 120524 w 602732"/>
                    <a:gd name="connsiteY4" fmla="*/ 416339 h 458602"/>
                    <a:gd name="connsiteX5" fmla="*/ 16765 w 602732"/>
                    <a:gd name="connsiteY5" fmla="*/ 305722 h 458602"/>
                    <a:gd name="connsiteX6" fmla="*/ 168784 w 602732"/>
                    <a:gd name="connsiteY6" fmla="*/ 9177 h 458602"/>
                    <a:gd name="connsiteX7" fmla="*/ 151131 w 602732"/>
                    <a:gd name="connsiteY7" fmla="*/ 206154 h 458602"/>
                    <a:gd name="connsiteX8" fmla="*/ 241047 w 602732"/>
                    <a:gd name="connsiteY8" fmla="*/ 358808 h 458602"/>
                    <a:gd name="connsiteX9" fmla="*/ 353823 w 602732"/>
                    <a:gd name="connsiteY9" fmla="*/ 383319 h 458602"/>
                    <a:gd name="connsiteX10" fmla="*/ 493777 w 602732"/>
                    <a:gd name="connsiteY10" fmla="*/ 181389 h 458602"/>
                    <a:gd name="connsiteX11" fmla="*/ 432309 w 602732"/>
                    <a:gd name="connsiteY11" fmla="*/ 129827 h 458602"/>
                    <a:gd name="connsiteX12" fmla="*/ 385319 w 602732"/>
                    <a:gd name="connsiteY12" fmla="*/ 208058 h 458602"/>
                    <a:gd name="connsiteX13" fmla="*/ 325121 w 602732"/>
                    <a:gd name="connsiteY13" fmla="*/ 338742 h 458602"/>
                    <a:gd name="connsiteX14" fmla="*/ 255271 w 602732"/>
                    <a:gd name="connsiteY14" fmla="*/ 168308 h 458602"/>
                    <a:gd name="connsiteX15" fmla="*/ 213107 w 602732"/>
                    <a:gd name="connsiteY15" fmla="*/ 122588 h 458602"/>
                    <a:gd name="connsiteX16" fmla="*/ 151131 w 602732"/>
                    <a:gd name="connsiteY16" fmla="*/ 206154 h 458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602732" h="458602">
                      <a:moveTo>
                        <a:pt x="168784" y="9177"/>
                      </a:moveTo>
                      <a:cubicBezTo>
                        <a:pt x="297689" y="-4793"/>
                        <a:pt x="446279" y="-14573"/>
                        <a:pt x="553848" y="72041"/>
                      </a:cubicBezTo>
                      <a:cubicBezTo>
                        <a:pt x="603886" y="108491"/>
                        <a:pt x="605791" y="176055"/>
                        <a:pt x="600965" y="232189"/>
                      </a:cubicBezTo>
                      <a:cubicBezTo>
                        <a:pt x="594361" y="346997"/>
                        <a:pt x="490221" y="437039"/>
                        <a:pt x="380874" y="453930"/>
                      </a:cubicBezTo>
                      <a:cubicBezTo>
                        <a:pt x="293117" y="464726"/>
                        <a:pt x="199772" y="458629"/>
                        <a:pt x="120524" y="416339"/>
                      </a:cubicBezTo>
                      <a:cubicBezTo>
                        <a:pt x="74169" y="393352"/>
                        <a:pt x="33402" y="355633"/>
                        <a:pt x="16765" y="305722"/>
                      </a:cubicBezTo>
                      <a:cubicBezTo>
                        <a:pt x="-35178" y="189263"/>
                        <a:pt x="38609" y="29369"/>
                        <a:pt x="168784" y="9177"/>
                      </a:cubicBezTo>
                      <a:moveTo>
                        <a:pt x="151131" y="206154"/>
                      </a:moveTo>
                      <a:cubicBezTo>
                        <a:pt x="140590" y="272067"/>
                        <a:pt x="192660" y="323375"/>
                        <a:pt x="241047" y="358808"/>
                      </a:cubicBezTo>
                      <a:cubicBezTo>
                        <a:pt x="272162" y="382557"/>
                        <a:pt x="315723" y="407449"/>
                        <a:pt x="353823" y="383319"/>
                      </a:cubicBezTo>
                      <a:cubicBezTo>
                        <a:pt x="425451" y="339758"/>
                        <a:pt x="480696" y="264955"/>
                        <a:pt x="493777" y="181389"/>
                      </a:cubicBezTo>
                      <a:cubicBezTo>
                        <a:pt x="492888" y="153449"/>
                        <a:pt x="462789" y="115730"/>
                        <a:pt x="432309" y="129827"/>
                      </a:cubicBezTo>
                      <a:cubicBezTo>
                        <a:pt x="407290" y="148750"/>
                        <a:pt x="394971" y="179230"/>
                        <a:pt x="385319" y="208058"/>
                      </a:cubicBezTo>
                      <a:cubicBezTo>
                        <a:pt x="371730" y="254286"/>
                        <a:pt x="350013" y="297594"/>
                        <a:pt x="325121" y="338742"/>
                      </a:cubicBezTo>
                      <a:cubicBezTo>
                        <a:pt x="276861" y="295054"/>
                        <a:pt x="271781" y="227108"/>
                        <a:pt x="255271" y="168308"/>
                      </a:cubicBezTo>
                      <a:cubicBezTo>
                        <a:pt x="245873" y="150655"/>
                        <a:pt x="238126" y="120683"/>
                        <a:pt x="213107" y="122588"/>
                      </a:cubicBezTo>
                      <a:cubicBezTo>
                        <a:pt x="172340" y="124747"/>
                        <a:pt x="155449" y="171864"/>
                        <a:pt x="151131" y="206154"/>
                      </a:cubicBezTo>
                      <a:close/>
                    </a:path>
                  </a:pathLst>
                </a:custGeom>
                <a:solidFill>
                  <a:srgbClr val="0E1D3A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6" name="任意形状 1215">
                  <a:extLst>
                    <a:ext uri="{FF2B5EF4-FFF2-40B4-BE49-F238E27FC236}">
                      <a16:creationId xmlns:a16="http://schemas.microsoft.com/office/drawing/2014/main" id="{19D410D7-EB17-FB11-C0F3-90EF114E39DE}"/>
                    </a:ext>
                  </a:extLst>
                </p:cNvPr>
                <p:cNvSpPr/>
                <p:nvPr/>
              </p:nvSpPr>
              <p:spPr>
                <a:xfrm>
                  <a:off x="330673" y="909451"/>
                  <a:ext cx="87073" cy="163687"/>
                </a:xfrm>
                <a:custGeom>
                  <a:avLst/>
                  <a:gdLst>
                    <a:gd name="connsiteX0" fmla="*/ 60193 w 159878"/>
                    <a:gd name="connsiteY0" fmla="*/ 5902 h 300553"/>
                    <a:gd name="connsiteX1" fmla="*/ 134996 w 159878"/>
                    <a:gd name="connsiteY1" fmla="*/ 42605 h 300553"/>
                    <a:gd name="connsiteX2" fmla="*/ 151252 w 159878"/>
                    <a:gd name="connsiteY2" fmla="*/ 218373 h 300553"/>
                    <a:gd name="connsiteX3" fmla="*/ 98039 w 159878"/>
                    <a:gd name="connsiteY3" fmla="*/ 300161 h 300553"/>
                    <a:gd name="connsiteX4" fmla="*/ 4948 w 159878"/>
                    <a:gd name="connsiteY4" fmla="*/ 194116 h 300553"/>
                    <a:gd name="connsiteX5" fmla="*/ 60193 w 159878"/>
                    <a:gd name="connsiteY5" fmla="*/ 5902 h 300553"/>
                    <a:gd name="connsiteX6" fmla="*/ 47874 w 159878"/>
                    <a:gd name="connsiteY6" fmla="*/ 56194 h 300553"/>
                    <a:gd name="connsiteX7" fmla="*/ 23363 w 159878"/>
                    <a:gd name="connsiteY7" fmla="*/ 195640 h 300553"/>
                    <a:gd name="connsiteX8" fmla="*/ 71115 w 159878"/>
                    <a:gd name="connsiteY8" fmla="*/ 244789 h 300553"/>
                    <a:gd name="connsiteX9" fmla="*/ 71115 w 159878"/>
                    <a:gd name="connsiteY9" fmla="*/ 54797 h 300553"/>
                    <a:gd name="connsiteX10" fmla="*/ 47874 w 159878"/>
                    <a:gd name="connsiteY10" fmla="*/ 56194 h 3005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59878" h="300553">
                      <a:moveTo>
                        <a:pt x="60193" y="5902"/>
                      </a:moveTo>
                      <a:cubicBezTo>
                        <a:pt x="90419" y="-12005"/>
                        <a:pt x="124455" y="13903"/>
                        <a:pt x="134996" y="42605"/>
                      </a:cubicBezTo>
                      <a:cubicBezTo>
                        <a:pt x="156713" y="97850"/>
                        <a:pt x="169286" y="160207"/>
                        <a:pt x="151252" y="218373"/>
                      </a:cubicBezTo>
                      <a:cubicBezTo>
                        <a:pt x="142489" y="249615"/>
                        <a:pt x="132075" y="287715"/>
                        <a:pt x="98039" y="300161"/>
                      </a:cubicBezTo>
                      <a:cubicBezTo>
                        <a:pt x="40127" y="306130"/>
                        <a:pt x="9774" y="242884"/>
                        <a:pt x="4948" y="194116"/>
                      </a:cubicBezTo>
                      <a:cubicBezTo>
                        <a:pt x="-6355" y="129981"/>
                        <a:pt x="-2291" y="43113"/>
                        <a:pt x="60193" y="5902"/>
                      </a:cubicBezTo>
                      <a:moveTo>
                        <a:pt x="47874" y="56194"/>
                      </a:moveTo>
                      <a:cubicBezTo>
                        <a:pt x="16759" y="94802"/>
                        <a:pt x="15362" y="148777"/>
                        <a:pt x="23363" y="195640"/>
                      </a:cubicBezTo>
                      <a:cubicBezTo>
                        <a:pt x="28062" y="219389"/>
                        <a:pt x="39873" y="254187"/>
                        <a:pt x="71115" y="244789"/>
                      </a:cubicBezTo>
                      <a:cubicBezTo>
                        <a:pt x="110993" y="189417"/>
                        <a:pt x="101849" y="112328"/>
                        <a:pt x="71115" y="54797"/>
                      </a:cubicBezTo>
                      <a:cubicBezTo>
                        <a:pt x="65273" y="55178"/>
                        <a:pt x="53716" y="55813"/>
                        <a:pt x="47874" y="56194"/>
                      </a:cubicBezTo>
                      <a:close/>
                    </a:path>
                  </a:pathLst>
                </a:custGeom>
                <a:solidFill>
                  <a:srgbClr val="9B9CD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7" name="任意形状 1216">
                  <a:extLst>
                    <a:ext uri="{FF2B5EF4-FFF2-40B4-BE49-F238E27FC236}">
                      <a16:creationId xmlns:a16="http://schemas.microsoft.com/office/drawing/2014/main" id="{84C21C01-78D7-91F0-A6CE-94D83E631C23}"/>
                    </a:ext>
                  </a:extLst>
                </p:cNvPr>
                <p:cNvSpPr/>
                <p:nvPr/>
              </p:nvSpPr>
              <p:spPr>
                <a:xfrm>
                  <a:off x="387663" y="923870"/>
                  <a:ext cx="454399" cy="261436"/>
                </a:xfrm>
                <a:custGeom>
                  <a:avLst/>
                  <a:gdLst>
                    <a:gd name="connsiteX0" fmla="*/ 768858 w 834342"/>
                    <a:gd name="connsiteY0" fmla="*/ 0 h 480035"/>
                    <a:gd name="connsiteX1" fmla="*/ 814070 w 834342"/>
                    <a:gd name="connsiteY1" fmla="*/ 13208 h 480035"/>
                    <a:gd name="connsiteX2" fmla="*/ 775208 w 834342"/>
                    <a:gd name="connsiteY2" fmla="*/ 307213 h 480035"/>
                    <a:gd name="connsiteX3" fmla="*/ 410845 w 834342"/>
                    <a:gd name="connsiteY3" fmla="*/ 479552 h 480035"/>
                    <a:gd name="connsiteX4" fmla="*/ 0 w 834342"/>
                    <a:gd name="connsiteY4" fmla="*/ 303276 h 480035"/>
                    <a:gd name="connsiteX5" fmla="*/ 52324 w 834342"/>
                    <a:gd name="connsiteY5" fmla="*/ 256540 h 480035"/>
                    <a:gd name="connsiteX6" fmla="*/ 212598 w 834342"/>
                    <a:gd name="connsiteY6" fmla="*/ 363728 h 480035"/>
                    <a:gd name="connsiteX7" fmla="*/ 271907 w 834342"/>
                    <a:gd name="connsiteY7" fmla="*/ 362966 h 480035"/>
                    <a:gd name="connsiteX8" fmla="*/ 589280 w 834342"/>
                    <a:gd name="connsiteY8" fmla="*/ 408686 h 480035"/>
                    <a:gd name="connsiteX9" fmla="*/ 801751 w 834342"/>
                    <a:gd name="connsiteY9" fmla="*/ 220472 h 480035"/>
                    <a:gd name="connsiteX10" fmla="*/ 768858 w 834342"/>
                    <a:gd name="connsiteY10" fmla="*/ 0 h 480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34342" h="480035">
                      <a:moveTo>
                        <a:pt x="768858" y="0"/>
                      </a:moveTo>
                      <a:cubicBezTo>
                        <a:pt x="783844" y="4572"/>
                        <a:pt x="798830" y="9017"/>
                        <a:pt x="814070" y="13208"/>
                      </a:cubicBezTo>
                      <a:cubicBezTo>
                        <a:pt x="853948" y="109347"/>
                        <a:pt x="831850" y="222377"/>
                        <a:pt x="775208" y="307213"/>
                      </a:cubicBezTo>
                      <a:cubicBezTo>
                        <a:pt x="695960" y="424942"/>
                        <a:pt x="550164" y="486156"/>
                        <a:pt x="410845" y="479552"/>
                      </a:cubicBezTo>
                      <a:cubicBezTo>
                        <a:pt x="259207" y="480314"/>
                        <a:pt x="91948" y="432054"/>
                        <a:pt x="0" y="303276"/>
                      </a:cubicBezTo>
                      <a:cubicBezTo>
                        <a:pt x="18288" y="288671"/>
                        <a:pt x="35687" y="273050"/>
                        <a:pt x="52324" y="256540"/>
                      </a:cubicBezTo>
                      <a:cubicBezTo>
                        <a:pt x="104013" y="294513"/>
                        <a:pt x="153543" y="337439"/>
                        <a:pt x="212598" y="363728"/>
                      </a:cubicBezTo>
                      <a:cubicBezTo>
                        <a:pt x="231521" y="372999"/>
                        <a:pt x="252476" y="364871"/>
                        <a:pt x="271907" y="362966"/>
                      </a:cubicBezTo>
                      <a:cubicBezTo>
                        <a:pt x="367284" y="417322"/>
                        <a:pt x="482600" y="431800"/>
                        <a:pt x="589280" y="408686"/>
                      </a:cubicBezTo>
                      <a:cubicBezTo>
                        <a:pt x="685546" y="386461"/>
                        <a:pt x="771525" y="315976"/>
                        <a:pt x="801751" y="220472"/>
                      </a:cubicBezTo>
                      <a:cubicBezTo>
                        <a:pt x="821436" y="147193"/>
                        <a:pt x="818388" y="61214"/>
                        <a:pt x="768858" y="0"/>
                      </a:cubicBezTo>
                      <a:close/>
                    </a:path>
                  </a:pathLst>
                </a:custGeom>
                <a:solidFill>
                  <a:srgbClr val="BEC4F4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8" name="任意形状 1217">
                  <a:extLst>
                    <a:ext uri="{FF2B5EF4-FFF2-40B4-BE49-F238E27FC236}">
                      <a16:creationId xmlns:a16="http://schemas.microsoft.com/office/drawing/2014/main" id="{3B684835-E37D-56B5-FAC5-0870694AA6F7}"/>
                    </a:ext>
                  </a:extLst>
                </p:cNvPr>
                <p:cNvSpPr/>
                <p:nvPr/>
              </p:nvSpPr>
              <p:spPr>
                <a:xfrm>
                  <a:off x="569031" y="955087"/>
                  <a:ext cx="187359" cy="147410"/>
                </a:xfrm>
                <a:custGeom>
                  <a:avLst/>
                  <a:gdLst>
                    <a:gd name="connsiteX0" fmla="*/ 1373 w 344019"/>
                    <a:gd name="connsiteY0" fmla="*/ 83653 h 270666"/>
                    <a:gd name="connsiteX1" fmla="*/ 63349 w 344019"/>
                    <a:gd name="connsiteY1" fmla="*/ 87 h 270666"/>
                    <a:gd name="connsiteX2" fmla="*/ 105513 w 344019"/>
                    <a:gd name="connsiteY2" fmla="*/ 45807 h 270666"/>
                    <a:gd name="connsiteX3" fmla="*/ 175363 w 344019"/>
                    <a:gd name="connsiteY3" fmla="*/ 216241 h 270666"/>
                    <a:gd name="connsiteX4" fmla="*/ 235561 w 344019"/>
                    <a:gd name="connsiteY4" fmla="*/ 85558 h 270666"/>
                    <a:gd name="connsiteX5" fmla="*/ 282551 w 344019"/>
                    <a:gd name="connsiteY5" fmla="*/ 7326 h 270666"/>
                    <a:gd name="connsiteX6" fmla="*/ 344019 w 344019"/>
                    <a:gd name="connsiteY6" fmla="*/ 58888 h 270666"/>
                    <a:gd name="connsiteX7" fmla="*/ 204065 w 344019"/>
                    <a:gd name="connsiteY7" fmla="*/ 260818 h 270666"/>
                    <a:gd name="connsiteX8" fmla="*/ 91289 w 344019"/>
                    <a:gd name="connsiteY8" fmla="*/ 236307 h 270666"/>
                    <a:gd name="connsiteX9" fmla="*/ 1373 w 344019"/>
                    <a:gd name="connsiteY9" fmla="*/ 83653 h 2706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4019" h="270666">
                      <a:moveTo>
                        <a:pt x="1373" y="83653"/>
                      </a:moveTo>
                      <a:cubicBezTo>
                        <a:pt x="5691" y="49363"/>
                        <a:pt x="22582" y="2246"/>
                        <a:pt x="63349" y="87"/>
                      </a:cubicBezTo>
                      <a:cubicBezTo>
                        <a:pt x="88368" y="-1818"/>
                        <a:pt x="96115" y="28154"/>
                        <a:pt x="105513" y="45807"/>
                      </a:cubicBezTo>
                      <a:cubicBezTo>
                        <a:pt x="122023" y="104608"/>
                        <a:pt x="127103" y="172553"/>
                        <a:pt x="175363" y="216241"/>
                      </a:cubicBezTo>
                      <a:cubicBezTo>
                        <a:pt x="200255" y="175093"/>
                        <a:pt x="221972" y="131786"/>
                        <a:pt x="235561" y="85558"/>
                      </a:cubicBezTo>
                      <a:cubicBezTo>
                        <a:pt x="245213" y="56729"/>
                        <a:pt x="257532" y="26249"/>
                        <a:pt x="282551" y="7326"/>
                      </a:cubicBezTo>
                      <a:cubicBezTo>
                        <a:pt x="313031" y="-6771"/>
                        <a:pt x="343130" y="30948"/>
                        <a:pt x="344019" y="58888"/>
                      </a:cubicBezTo>
                      <a:cubicBezTo>
                        <a:pt x="330938" y="142454"/>
                        <a:pt x="275693" y="217257"/>
                        <a:pt x="204065" y="260818"/>
                      </a:cubicBezTo>
                      <a:cubicBezTo>
                        <a:pt x="165965" y="284948"/>
                        <a:pt x="122404" y="260056"/>
                        <a:pt x="91289" y="236307"/>
                      </a:cubicBezTo>
                      <a:cubicBezTo>
                        <a:pt x="42902" y="200874"/>
                        <a:pt x="-9168" y="149566"/>
                        <a:pt x="1373" y="83653"/>
                      </a:cubicBezTo>
                      <a:close/>
                    </a:path>
                  </a:pathLst>
                </a:custGeom>
                <a:solidFill>
                  <a:srgbClr val="707CFE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19" name="任意形状 1218">
                  <a:extLst>
                    <a:ext uri="{FF2B5EF4-FFF2-40B4-BE49-F238E27FC236}">
                      <a16:creationId xmlns:a16="http://schemas.microsoft.com/office/drawing/2014/main" id="{B6CEB291-E030-2F39-3E67-954A4608485A}"/>
                    </a:ext>
                  </a:extLst>
                </p:cNvPr>
                <p:cNvSpPr/>
                <p:nvPr/>
              </p:nvSpPr>
              <p:spPr>
                <a:xfrm>
                  <a:off x="516590" y="1187741"/>
                  <a:ext cx="118621" cy="20423"/>
                </a:xfrm>
                <a:custGeom>
                  <a:avLst/>
                  <a:gdLst>
                    <a:gd name="connsiteX0" fmla="*/ 0 w 217805"/>
                    <a:gd name="connsiteY0" fmla="*/ 0 h 37499"/>
                    <a:gd name="connsiteX1" fmla="*/ 128143 w 217805"/>
                    <a:gd name="connsiteY1" fmla="*/ 17653 h 37499"/>
                    <a:gd name="connsiteX2" fmla="*/ 217805 w 217805"/>
                    <a:gd name="connsiteY2" fmla="*/ 33655 h 37499"/>
                    <a:gd name="connsiteX3" fmla="*/ 0 w 217805"/>
                    <a:gd name="connsiteY3" fmla="*/ 0 h 374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7805" h="37499">
                      <a:moveTo>
                        <a:pt x="0" y="0"/>
                      </a:moveTo>
                      <a:cubicBezTo>
                        <a:pt x="42926" y="5080"/>
                        <a:pt x="85090" y="14732"/>
                        <a:pt x="128143" y="17653"/>
                      </a:cubicBezTo>
                      <a:cubicBezTo>
                        <a:pt x="158496" y="19939"/>
                        <a:pt x="190373" y="18415"/>
                        <a:pt x="217805" y="33655"/>
                      </a:cubicBezTo>
                      <a:cubicBezTo>
                        <a:pt x="145542" y="41275"/>
                        <a:pt x="62992" y="41021"/>
                        <a:pt x="0" y="0"/>
                      </a:cubicBezTo>
                      <a:close/>
                    </a:path>
                  </a:pathLst>
                </a:custGeom>
                <a:solidFill>
                  <a:srgbClr val="152035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0" name="任意形状 1219">
                  <a:extLst>
                    <a:ext uri="{FF2B5EF4-FFF2-40B4-BE49-F238E27FC236}">
                      <a16:creationId xmlns:a16="http://schemas.microsoft.com/office/drawing/2014/main" id="{BACC61AF-6FDA-68A9-AE6F-44284E28E02F}"/>
                    </a:ext>
                  </a:extLst>
                </p:cNvPr>
                <p:cNvSpPr/>
                <p:nvPr/>
              </p:nvSpPr>
              <p:spPr>
                <a:xfrm>
                  <a:off x="433452" y="1198149"/>
                  <a:ext cx="321556" cy="307650"/>
                </a:xfrm>
                <a:custGeom>
                  <a:avLst/>
                  <a:gdLst>
                    <a:gd name="connsiteX0" fmla="*/ 48768 w 590423"/>
                    <a:gd name="connsiteY0" fmla="*/ 8321 h 564890"/>
                    <a:gd name="connsiteX1" fmla="*/ 136525 w 590423"/>
                    <a:gd name="connsiteY1" fmla="*/ 6162 h 564890"/>
                    <a:gd name="connsiteX2" fmla="*/ 458851 w 590423"/>
                    <a:gd name="connsiteY2" fmla="*/ 7813 h 564890"/>
                    <a:gd name="connsiteX3" fmla="*/ 531749 w 590423"/>
                    <a:gd name="connsiteY3" fmla="*/ 80584 h 564890"/>
                    <a:gd name="connsiteX4" fmla="*/ 590423 w 590423"/>
                    <a:gd name="connsiteY4" fmla="*/ 486222 h 564890"/>
                    <a:gd name="connsiteX5" fmla="*/ 411988 w 590423"/>
                    <a:gd name="connsiteY5" fmla="*/ 559247 h 564890"/>
                    <a:gd name="connsiteX6" fmla="*/ 155448 w 590423"/>
                    <a:gd name="connsiteY6" fmla="*/ 558993 h 564890"/>
                    <a:gd name="connsiteX7" fmla="*/ 21209 w 590423"/>
                    <a:gd name="connsiteY7" fmla="*/ 512892 h 564890"/>
                    <a:gd name="connsiteX8" fmla="*/ 0 w 590423"/>
                    <a:gd name="connsiteY8" fmla="*/ 524576 h 564890"/>
                    <a:gd name="connsiteX9" fmla="*/ 34417 w 590423"/>
                    <a:gd name="connsiteY9" fmla="*/ 299278 h 564890"/>
                    <a:gd name="connsiteX10" fmla="*/ 119253 w 590423"/>
                    <a:gd name="connsiteY10" fmla="*/ 220157 h 564890"/>
                    <a:gd name="connsiteX11" fmla="*/ 48768 w 590423"/>
                    <a:gd name="connsiteY11" fmla="*/ 8321 h 564890"/>
                    <a:gd name="connsiteX12" fmla="*/ 332613 w 590423"/>
                    <a:gd name="connsiteY12" fmla="*/ 91379 h 564890"/>
                    <a:gd name="connsiteX13" fmla="*/ 322834 w 590423"/>
                    <a:gd name="connsiteY13" fmla="*/ 252542 h 564890"/>
                    <a:gd name="connsiteX14" fmla="*/ 451485 w 590423"/>
                    <a:gd name="connsiteY14" fmla="*/ 171897 h 564890"/>
                    <a:gd name="connsiteX15" fmla="*/ 332613 w 590423"/>
                    <a:gd name="connsiteY15" fmla="*/ 91379 h 564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90423" h="564890">
                      <a:moveTo>
                        <a:pt x="48768" y="8321"/>
                      </a:moveTo>
                      <a:cubicBezTo>
                        <a:pt x="77724" y="4511"/>
                        <a:pt x="108204" y="-7046"/>
                        <a:pt x="136525" y="6162"/>
                      </a:cubicBezTo>
                      <a:cubicBezTo>
                        <a:pt x="238379" y="43881"/>
                        <a:pt x="359664" y="62550"/>
                        <a:pt x="458851" y="7813"/>
                      </a:cubicBezTo>
                      <a:cubicBezTo>
                        <a:pt x="489585" y="24323"/>
                        <a:pt x="522732" y="44008"/>
                        <a:pt x="531749" y="80584"/>
                      </a:cubicBezTo>
                      <a:cubicBezTo>
                        <a:pt x="566547" y="213172"/>
                        <a:pt x="579120" y="349951"/>
                        <a:pt x="590423" y="486222"/>
                      </a:cubicBezTo>
                      <a:cubicBezTo>
                        <a:pt x="535051" y="519496"/>
                        <a:pt x="474599" y="543753"/>
                        <a:pt x="411988" y="559247"/>
                      </a:cubicBezTo>
                      <a:cubicBezTo>
                        <a:pt x="327152" y="566105"/>
                        <a:pt x="240030" y="567502"/>
                        <a:pt x="155448" y="558993"/>
                      </a:cubicBezTo>
                      <a:cubicBezTo>
                        <a:pt x="109982" y="545785"/>
                        <a:pt x="65659" y="528894"/>
                        <a:pt x="21209" y="512892"/>
                      </a:cubicBezTo>
                      <a:cubicBezTo>
                        <a:pt x="15875" y="515813"/>
                        <a:pt x="5334" y="521655"/>
                        <a:pt x="0" y="524576"/>
                      </a:cubicBezTo>
                      <a:cubicBezTo>
                        <a:pt x="5588" y="448630"/>
                        <a:pt x="23114" y="374462"/>
                        <a:pt x="34417" y="299278"/>
                      </a:cubicBezTo>
                      <a:cubicBezTo>
                        <a:pt x="70104" y="282768"/>
                        <a:pt x="109728" y="262067"/>
                        <a:pt x="119253" y="220157"/>
                      </a:cubicBezTo>
                      <a:cubicBezTo>
                        <a:pt x="142113" y="142560"/>
                        <a:pt x="91567" y="68773"/>
                        <a:pt x="48768" y="8321"/>
                      </a:cubicBezTo>
                      <a:moveTo>
                        <a:pt x="332613" y="91379"/>
                      </a:moveTo>
                      <a:cubicBezTo>
                        <a:pt x="265303" y="114874"/>
                        <a:pt x="263017" y="218252"/>
                        <a:pt x="322834" y="252542"/>
                      </a:cubicBezTo>
                      <a:cubicBezTo>
                        <a:pt x="377063" y="292547"/>
                        <a:pt x="461391" y="237429"/>
                        <a:pt x="451485" y="171897"/>
                      </a:cubicBezTo>
                      <a:cubicBezTo>
                        <a:pt x="455803" y="110683"/>
                        <a:pt x="387223" y="70043"/>
                        <a:pt x="332613" y="91379"/>
                      </a:cubicBezTo>
                      <a:close/>
                    </a:path>
                  </a:pathLst>
                </a:custGeom>
                <a:solidFill>
                  <a:srgbClr val="EFEEFB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1" name="任意形状 1220">
                  <a:extLst>
                    <a:ext uri="{FF2B5EF4-FFF2-40B4-BE49-F238E27FC236}">
                      <a16:creationId xmlns:a16="http://schemas.microsoft.com/office/drawing/2014/main" id="{07A298EA-A273-4467-01FD-A958BB3F43DF}"/>
                    </a:ext>
                  </a:extLst>
                </p:cNvPr>
                <p:cNvSpPr/>
                <p:nvPr/>
              </p:nvSpPr>
              <p:spPr>
                <a:xfrm>
                  <a:off x="433798" y="1215270"/>
                  <a:ext cx="52114" cy="129549"/>
                </a:xfrm>
                <a:custGeom>
                  <a:avLst/>
                  <a:gdLst>
                    <a:gd name="connsiteX0" fmla="*/ 14605 w 95689"/>
                    <a:gd name="connsiteY0" fmla="*/ 0 h 237870"/>
                    <a:gd name="connsiteX1" fmla="*/ 95377 w 95689"/>
                    <a:gd name="connsiteY1" fmla="*/ 166370 h 237870"/>
                    <a:gd name="connsiteX2" fmla="*/ 43942 w 95689"/>
                    <a:gd name="connsiteY2" fmla="*/ 237871 h 237870"/>
                    <a:gd name="connsiteX3" fmla="*/ 56388 w 95689"/>
                    <a:gd name="connsiteY3" fmla="*/ 80010 h 237870"/>
                    <a:gd name="connsiteX4" fmla="*/ 0 w 95689"/>
                    <a:gd name="connsiteY4" fmla="*/ 29591 h 237870"/>
                    <a:gd name="connsiteX5" fmla="*/ 14605 w 95689"/>
                    <a:gd name="connsiteY5" fmla="*/ 0 h 2378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5689" h="237870">
                      <a:moveTo>
                        <a:pt x="14605" y="0"/>
                      </a:moveTo>
                      <a:cubicBezTo>
                        <a:pt x="76073" y="25146"/>
                        <a:pt x="98679" y="104902"/>
                        <a:pt x="95377" y="166370"/>
                      </a:cubicBezTo>
                      <a:cubicBezTo>
                        <a:pt x="97663" y="200406"/>
                        <a:pt x="71628" y="223774"/>
                        <a:pt x="43942" y="237871"/>
                      </a:cubicBezTo>
                      <a:cubicBezTo>
                        <a:pt x="52070" y="186182"/>
                        <a:pt x="76454" y="131826"/>
                        <a:pt x="56388" y="80010"/>
                      </a:cubicBezTo>
                      <a:cubicBezTo>
                        <a:pt x="47371" y="54229"/>
                        <a:pt x="22733" y="41148"/>
                        <a:pt x="0" y="29591"/>
                      </a:cubicBezTo>
                      <a:cubicBezTo>
                        <a:pt x="4826" y="19685"/>
                        <a:pt x="9779" y="9779"/>
                        <a:pt x="14605" y="0"/>
                      </a:cubicBezTo>
                      <a:close/>
                    </a:path>
                  </a:pathLst>
                </a:custGeom>
                <a:solidFill>
                  <a:srgbClr val="2A4067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2" name="任意形状 1221">
                  <a:extLst>
                    <a:ext uri="{FF2B5EF4-FFF2-40B4-BE49-F238E27FC236}">
                      <a16:creationId xmlns:a16="http://schemas.microsoft.com/office/drawing/2014/main" id="{E97AF889-0570-7FE7-EE84-439FD4CBD6B3}"/>
                    </a:ext>
                  </a:extLst>
                </p:cNvPr>
                <p:cNvSpPr/>
                <p:nvPr/>
              </p:nvSpPr>
              <p:spPr>
                <a:xfrm>
                  <a:off x="286334" y="1250361"/>
                  <a:ext cx="167986" cy="255685"/>
                </a:xfrm>
                <a:custGeom>
                  <a:avLst/>
                  <a:gdLst>
                    <a:gd name="connsiteX0" fmla="*/ 211328 w 308446"/>
                    <a:gd name="connsiteY0" fmla="*/ 32469 h 469475"/>
                    <a:gd name="connsiteX1" fmla="*/ 287401 w 308446"/>
                    <a:gd name="connsiteY1" fmla="*/ 6307 h 469475"/>
                    <a:gd name="connsiteX2" fmla="*/ 305181 w 308446"/>
                    <a:gd name="connsiteY2" fmla="*/ 90127 h 469475"/>
                    <a:gd name="connsiteX3" fmla="*/ 240792 w 308446"/>
                    <a:gd name="connsiteY3" fmla="*/ 469476 h 469475"/>
                    <a:gd name="connsiteX4" fmla="*/ 0 w 308446"/>
                    <a:gd name="connsiteY4" fmla="*/ 463634 h 469475"/>
                    <a:gd name="connsiteX5" fmla="*/ 211328 w 308446"/>
                    <a:gd name="connsiteY5" fmla="*/ 32469 h 469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8446" h="469475">
                      <a:moveTo>
                        <a:pt x="211328" y="32469"/>
                      </a:moveTo>
                      <a:cubicBezTo>
                        <a:pt x="229616" y="11133"/>
                        <a:pt x="258953" y="-11219"/>
                        <a:pt x="287401" y="6307"/>
                      </a:cubicBezTo>
                      <a:cubicBezTo>
                        <a:pt x="311404" y="27008"/>
                        <a:pt x="310896" y="61679"/>
                        <a:pt x="305181" y="90127"/>
                      </a:cubicBezTo>
                      <a:cubicBezTo>
                        <a:pt x="277622" y="215349"/>
                        <a:pt x="248793" y="341079"/>
                        <a:pt x="240792" y="469476"/>
                      </a:cubicBezTo>
                      <a:cubicBezTo>
                        <a:pt x="160655" y="462872"/>
                        <a:pt x="80137" y="469730"/>
                        <a:pt x="0" y="463634"/>
                      </a:cubicBezTo>
                      <a:cubicBezTo>
                        <a:pt x="42672" y="309075"/>
                        <a:pt x="100584" y="151849"/>
                        <a:pt x="211328" y="32469"/>
                      </a:cubicBezTo>
                      <a:close/>
                    </a:path>
                  </a:pathLst>
                </a:custGeom>
                <a:solidFill>
                  <a:srgbClr val="EFEEFC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3" name="任意形状 1222">
                  <a:extLst>
                    <a:ext uri="{FF2B5EF4-FFF2-40B4-BE49-F238E27FC236}">
                      <a16:creationId xmlns:a16="http://schemas.microsoft.com/office/drawing/2014/main" id="{DC38A7E3-E04D-6527-0935-16334DAFF529}"/>
                    </a:ext>
                  </a:extLst>
                </p:cNvPr>
                <p:cNvSpPr/>
                <p:nvPr/>
              </p:nvSpPr>
              <p:spPr>
                <a:xfrm>
                  <a:off x="599847" y="1258913"/>
                  <a:ext cx="65612" cy="69973"/>
                </a:xfrm>
                <a:custGeom>
                  <a:avLst/>
                  <a:gdLst>
                    <a:gd name="connsiteX0" fmla="*/ 39406 w 120473"/>
                    <a:gd name="connsiteY0" fmla="*/ 3557 h 128481"/>
                    <a:gd name="connsiteX1" fmla="*/ 119797 w 120473"/>
                    <a:gd name="connsiteY1" fmla="*/ 60580 h 128481"/>
                    <a:gd name="connsiteX2" fmla="*/ 27595 w 120473"/>
                    <a:gd name="connsiteY2" fmla="*/ 116841 h 128481"/>
                    <a:gd name="connsiteX3" fmla="*/ 39406 w 120473"/>
                    <a:gd name="connsiteY3" fmla="*/ 3557 h 128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73" h="128481">
                      <a:moveTo>
                        <a:pt x="39406" y="3557"/>
                      </a:moveTo>
                      <a:cubicBezTo>
                        <a:pt x="76617" y="-10667"/>
                        <a:pt x="122718" y="19686"/>
                        <a:pt x="119797" y="60580"/>
                      </a:cubicBezTo>
                      <a:cubicBezTo>
                        <a:pt x="127544" y="108713"/>
                        <a:pt x="66965" y="149226"/>
                        <a:pt x="27595" y="116841"/>
                      </a:cubicBezTo>
                      <a:cubicBezTo>
                        <a:pt x="-13934" y="91441"/>
                        <a:pt x="-7457" y="19178"/>
                        <a:pt x="39406" y="3557"/>
                      </a:cubicBezTo>
                      <a:close/>
                    </a:path>
                  </a:pathLst>
                </a:custGeom>
                <a:solidFill>
                  <a:srgbClr val="707CFE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4" name="任意形状 1223">
                  <a:extLst>
                    <a:ext uri="{FF2B5EF4-FFF2-40B4-BE49-F238E27FC236}">
                      <a16:creationId xmlns:a16="http://schemas.microsoft.com/office/drawing/2014/main" id="{D14E7361-F5C8-D984-5035-87EEE83BB0EA}"/>
                    </a:ext>
                  </a:extLst>
                </p:cNvPr>
                <p:cNvSpPr/>
                <p:nvPr/>
              </p:nvSpPr>
              <p:spPr>
                <a:xfrm>
                  <a:off x="743180" y="1262096"/>
                  <a:ext cx="180594" cy="206662"/>
                </a:xfrm>
                <a:custGeom>
                  <a:avLst/>
                  <a:gdLst>
                    <a:gd name="connsiteX0" fmla="*/ 0 w 331597"/>
                    <a:gd name="connsiteY0" fmla="*/ 0 h 379462"/>
                    <a:gd name="connsiteX1" fmla="*/ 117602 w 331597"/>
                    <a:gd name="connsiteY1" fmla="*/ 185293 h 379462"/>
                    <a:gd name="connsiteX2" fmla="*/ 88138 w 331597"/>
                    <a:gd name="connsiteY2" fmla="*/ 306070 h 379462"/>
                    <a:gd name="connsiteX3" fmla="*/ 116459 w 331597"/>
                    <a:gd name="connsiteY3" fmla="*/ 256667 h 379462"/>
                    <a:gd name="connsiteX4" fmla="*/ 216281 w 331597"/>
                    <a:gd name="connsiteY4" fmla="*/ 118745 h 379462"/>
                    <a:gd name="connsiteX5" fmla="*/ 331597 w 331597"/>
                    <a:gd name="connsiteY5" fmla="*/ 292862 h 379462"/>
                    <a:gd name="connsiteX6" fmla="*/ 48641 w 331597"/>
                    <a:gd name="connsiteY6" fmla="*/ 359283 h 379462"/>
                    <a:gd name="connsiteX7" fmla="*/ 21209 w 331597"/>
                    <a:gd name="connsiteY7" fmla="*/ 119380 h 379462"/>
                    <a:gd name="connsiteX8" fmla="*/ 0 w 331597"/>
                    <a:gd name="connsiteY8" fmla="*/ 0 h 379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1597" h="379462">
                      <a:moveTo>
                        <a:pt x="0" y="0"/>
                      </a:moveTo>
                      <a:cubicBezTo>
                        <a:pt x="42418" y="59690"/>
                        <a:pt x="81915" y="121412"/>
                        <a:pt x="117602" y="185293"/>
                      </a:cubicBezTo>
                      <a:cubicBezTo>
                        <a:pt x="111760" y="225425"/>
                        <a:pt x="69596" y="261874"/>
                        <a:pt x="88138" y="306070"/>
                      </a:cubicBezTo>
                      <a:cubicBezTo>
                        <a:pt x="101854" y="292227"/>
                        <a:pt x="111760" y="275590"/>
                        <a:pt x="116459" y="256667"/>
                      </a:cubicBezTo>
                      <a:cubicBezTo>
                        <a:pt x="134366" y="201549"/>
                        <a:pt x="178562" y="160909"/>
                        <a:pt x="216281" y="118745"/>
                      </a:cubicBezTo>
                      <a:cubicBezTo>
                        <a:pt x="205867" y="196977"/>
                        <a:pt x="257175" y="270637"/>
                        <a:pt x="331597" y="292862"/>
                      </a:cubicBezTo>
                      <a:cubicBezTo>
                        <a:pt x="258572" y="364363"/>
                        <a:pt x="146050" y="406908"/>
                        <a:pt x="48641" y="359283"/>
                      </a:cubicBezTo>
                      <a:cubicBezTo>
                        <a:pt x="33655" y="280035"/>
                        <a:pt x="37592" y="198374"/>
                        <a:pt x="21209" y="119380"/>
                      </a:cubicBezTo>
                      <a:cubicBezTo>
                        <a:pt x="12446" y="79883"/>
                        <a:pt x="5842" y="40005"/>
                        <a:pt x="0" y="0"/>
                      </a:cubicBezTo>
                      <a:close/>
                    </a:path>
                  </a:pathLst>
                </a:custGeom>
                <a:solidFill>
                  <a:srgbClr val="EEEDFB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5" name="任意形状 1224">
                  <a:extLst>
                    <a:ext uri="{FF2B5EF4-FFF2-40B4-BE49-F238E27FC236}">
                      <a16:creationId xmlns:a16="http://schemas.microsoft.com/office/drawing/2014/main" id="{F3AE58C5-FABB-6C80-08EA-B646C703B117}"/>
                    </a:ext>
                  </a:extLst>
                </p:cNvPr>
                <p:cNvSpPr/>
                <p:nvPr/>
              </p:nvSpPr>
              <p:spPr>
                <a:xfrm>
                  <a:off x="657828" y="1462955"/>
                  <a:ext cx="100361" cy="41191"/>
                </a:xfrm>
                <a:custGeom>
                  <a:avLst/>
                  <a:gdLst>
                    <a:gd name="connsiteX0" fmla="*/ 0 w 184277"/>
                    <a:gd name="connsiteY0" fmla="*/ 73025 h 75632"/>
                    <a:gd name="connsiteX1" fmla="*/ 178435 w 184277"/>
                    <a:gd name="connsiteY1" fmla="*/ 0 h 75632"/>
                    <a:gd name="connsiteX2" fmla="*/ 184277 w 184277"/>
                    <a:gd name="connsiteY2" fmla="*/ 74422 h 75632"/>
                    <a:gd name="connsiteX3" fmla="*/ 0 w 184277"/>
                    <a:gd name="connsiteY3" fmla="*/ 73025 h 75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277" h="75632">
                      <a:moveTo>
                        <a:pt x="0" y="73025"/>
                      </a:moveTo>
                      <a:cubicBezTo>
                        <a:pt x="62611" y="57531"/>
                        <a:pt x="123063" y="33274"/>
                        <a:pt x="178435" y="0"/>
                      </a:cubicBezTo>
                      <a:cubicBezTo>
                        <a:pt x="180594" y="24765"/>
                        <a:pt x="181991" y="49530"/>
                        <a:pt x="184277" y="74422"/>
                      </a:cubicBezTo>
                      <a:cubicBezTo>
                        <a:pt x="122809" y="76327"/>
                        <a:pt x="61341" y="76073"/>
                        <a:pt x="0" y="73025"/>
                      </a:cubicBezTo>
                      <a:close/>
                    </a:path>
                  </a:pathLst>
                </a:custGeom>
                <a:solidFill>
                  <a:srgbClr val="C3C9F8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226" name="任意形状 1225">
                  <a:extLst>
                    <a:ext uri="{FF2B5EF4-FFF2-40B4-BE49-F238E27FC236}">
                      <a16:creationId xmlns:a16="http://schemas.microsoft.com/office/drawing/2014/main" id="{2D93448C-8D61-B173-0C70-F7EDA49C40C4}"/>
                    </a:ext>
                  </a:extLst>
                </p:cNvPr>
                <p:cNvSpPr/>
                <p:nvPr/>
              </p:nvSpPr>
              <p:spPr>
                <a:xfrm>
                  <a:off x="430546" y="1477480"/>
                  <a:ext cx="87564" cy="26701"/>
                </a:xfrm>
                <a:custGeom>
                  <a:avLst/>
                  <a:gdLst>
                    <a:gd name="connsiteX0" fmla="*/ 5334 w 160781"/>
                    <a:gd name="connsiteY0" fmla="*/ 11684 h 49027"/>
                    <a:gd name="connsiteX1" fmla="*/ 26543 w 160781"/>
                    <a:gd name="connsiteY1" fmla="*/ 0 h 49027"/>
                    <a:gd name="connsiteX2" fmla="*/ 160782 w 160781"/>
                    <a:gd name="connsiteY2" fmla="*/ 46101 h 49027"/>
                    <a:gd name="connsiteX3" fmla="*/ 0 w 160781"/>
                    <a:gd name="connsiteY3" fmla="*/ 47752 h 49027"/>
                    <a:gd name="connsiteX4" fmla="*/ 5334 w 160781"/>
                    <a:gd name="connsiteY4" fmla="*/ 11684 h 49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0781" h="49027">
                      <a:moveTo>
                        <a:pt x="5334" y="11684"/>
                      </a:moveTo>
                      <a:cubicBezTo>
                        <a:pt x="10668" y="8763"/>
                        <a:pt x="21209" y="2921"/>
                        <a:pt x="26543" y="0"/>
                      </a:cubicBezTo>
                      <a:cubicBezTo>
                        <a:pt x="70993" y="16002"/>
                        <a:pt x="115316" y="32893"/>
                        <a:pt x="160782" y="46101"/>
                      </a:cubicBezTo>
                      <a:cubicBezTo>
                        <a:pt x="107188" y="48895"/>
                        <a:pt x="53594" y="50165"/>
                        <a:pt x="0" y="47752"/>
                      </a:cubicBezTo>
                      <a:cubicBezTo>
                        <a:pt x="1397" y="38735"/>
                        <a:pt x="4064" y="20701"/>
                        <a:pt x="5334" y="11684"/>
                      </a:cubicBezTo>
                      <a:close/>
                    </a:path>
                  </a:pathLst>
                </a:custGeom>
                <a:solidFill>
                  <a:srgbClr val="C1C8F7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</p:grpSp>
        </p:grpSp>
        <p:pic>
          <p:nvPicPr>
            <p:cNvPr id="1198" name="图片 1197">
              <a:extLst>
                <a:ext uri="{FF2B5EF4-FFF2-40B4-BE49-F238E27FC236}">
                  <a16:creationId xmlns:a16="http://schemas.microsoft.com/office/drawing/2014/main" id="{077BD143-290D-0C4B-2BE9-0E2928ED5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900000" flipH="1">
              <a:off x="6460749" y="4702986"/>
              <a:ext cx="517472" cy="517472"/>
            </a:xfrm>
            <a:prstGeom prst="rect">
              <a:avLst/>
            </a:prstGeom>
          </p:spPr>
        </p:pic>
        <p:sp>
          <p:nvSpPr>
            <p:cNvPr id="1199" name="圆角矩形 25">
              <a:extLst>
                <a:ext uri="{FF2B5EF4-FFF2-40B4-BE49-F238E27FC236}">
                  <a16:creationId xmlns:a16="http://schemas.microsoft.com/office/drawing/2014/main" id="{5F665E1B-B678-DF7E-8642-3BDB8224E5C3}"/>
                </a:ext>
              </a:extLst>
            </p:cNvPr>
            <p:cNvSpPr/>
            <p:nvPr/>
          </p:nvSpPr>
          <p:spPr>
            <a:xfrm rot="20700000">
              <a:off x="6802431" y="5134839"/>
              <a:ext cx="239120" cy="287888"/>
            </a:xfrm>
            <a:custGeom>
              <a:avLst/>
              <a:gdLst>
                <a:gd name="connsiteX0" fmla="*/ 0 w 232911"/>
                <a:gd name="connsiteY0" fmla="*/ 38819 h 252879"/>
                <a:gd name="connsiteX1" fmla="*/ 38819 w 232911"/>
                <a:gd name="connsiteY1" fmla="*/ 0 h 252879"/>
                <a:gd name="connsiteX2" fmla="*/ 194092 w 232911"/>
                <a:gd name="connsiteY2" fmla="*/ 0 h 252879"/>
                <a:gd name="connsiteX3" fmla="*/ 232911 w 232911"/>
                <a:gd name="connsiteY3" fmla="*/ 38819 h 252879"/>
                <a:gd name="connsiteX4" fmla="*/ 232911 w 232911"/>
                <a:gd name="connsiteY4" fmla="*/ 214060 h 252879"/>
                <a:gd name="connsiteX5" fmla="*/ 194092 w 232911"/>
                <a:gd name="connsiteY5" fmla="*/ 252879 h 252879"/>
                <a:gd name="connsiteX6" fmla="*/ 38819 w 232911"/>
                <a:gd name="connsiteY6" fmla="*/ 252879 h 252879"/>
                <a:gd name="connsiteX7" fmla="*/ 0 w 232911"/>
                <a:gd name="connsiteY7" fmla="*/ 214060 h 252879"/>
                <a:gd name="connsiteX8" fmla="*/ 0 w 232911"/>
                <a:gd name="connsiteY8" fmla="*/ 38819 h 252879"/>
                <a:gd name="connsiteX0" fmla="*/ 0 w 232911"/>
                <a:gd name="connsiteY0" fmla="*/ 58756 h 272816"/>
                <a:gd name="connsiteX1" fmla="*/ 38819 w 232911"/>
                <a:gd name="connsiteY1" fmla="*/ 19937 h 272816"/>
                <a:gd name="connsiteX2" fmla="*/ 168755 w 232911"/>
                <a:gd name="connsiteY2" fmla="*/ 0 h 272816"/>
                <a:gd name="connsiteX3" fmla="*/ 232911 w 232911"/>
                <a:gd name="connsiteY3" fmla="*/ 58756 h 272816"/>
                <a:gd name="connsiteX4" fmla="*/ 232911 w 232911"/>
                <a:gd name="connsiteY4" fmla="*/ 233997 h 272816"/>
                <a:gd name="connsiteX5" fmla="*/ 194092 w 232911"/>
                <a:gd name="connsiteY5" fmla="*/ 272816 h 272816"/>
                <a:gd name="connsiteX6" fmla="*/ 38819 w 232911"/>
                <a:gd name="connsiteY6" fmla="*/ 272816 h 272816"/>
                <a:gd name="connsiteX7" fmla="*/ 0 w 232911"/>
                <a:gd name="connsiteY7" fmla="*/ 233997 h 272816"/>
                <a:gd name="connsiteX8" fmla="*/ 0 w 232911"/>
                <a:gd name="connsiteY8" fmla="*/ 58756 h 272816"/>
                <a:gd name="connsiteX0" fmla="*/ 0 w 232911"/>
                <a:gd name="connsiteY0" fmla="*/ 70500 h 284560"/>
                <a:gd name="connsiteX1" fmla="*/ 38819 w 232911"/>
                <a:gd name="connsiteY1" fmla="*/ 31681 h 284560"/>
                <a:gd name="connsiteX2" fmla="*/ 168755 w 232911"/>
                <a:gd name="connsiteY2" fmla="*/ 11744 h 284560"/>
                <a:gd name="connsiteX3" fmla="*/ 232911 w 232911"/>
                <a:gd name="connsiteY3" fmla="*/ 70500 h 284560"/>
                <a:gd name="connsiteX4" fmla="*/ 232911 w 232911"/>
                <a:gd name="connsiteY4" fmla="*/ 245741 h 284560"/>
                <a:gd name="connsiteX5" fmla="*/ 194092 w 232911"/>
                <a:gd name="connsiteY5" fmla="*/ 284560 h 284560"/>
                <a:gd name="connsiteX6" fmla="*/ 38819 w 232911"/>
                <a:gd name="connsiteY6" fmla="*/ 284560 h 284560"/>
                <a:gd name="connsiteX7" fmla="*/ 0 w 232911"/>
                <a:gd name="connsiteY7" fmla="*/ 245741 h 284560"/>
                <a:gd name="connsiteX8" fmla="*/ 0 w 232911"/>
                <a:gd name="connsiteY8" fmla="*/ 70500 h 284560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232911 w 232911"/>
                <a:gd name="connsiteY4" fmla="*/ 253607 h 292426"/>
                <a:gd name="connsiteX5" fmla="*/ 194092 w 232911"/>
                <a:gd name="connsiteY5" fmla="*/ 292426 h 292426"/>
                <a:gd name="connsiteX6" fmla="*/ 38819 w 232911"/>
                <a:gd name="connsiteY6" fmla="*/ 292426 h 292426"/>
                <a:gd name="connsiteX7" fmla="*/ 0 w 232911"/>
                <a:gd name="connsiteY7" fmla="*/ 253607 h 292426"/>
                <a:gd name="connsiteX8" fmla="*/ 0 w 232911"/>
                <a:gd name="connsiteY8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94092 w 232911"/>
                <a:gd name="connsiteY4" fmla="*/ 292426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38821 h 252881"/>
                <a:gd name="connsiteX1" fmla="*/ 38819 w 232911"/>
                <a:gd name="connsiteY1" fmla="*/ 2 h 252881"/>
                <a:gd name="connsiteX2" fmla="*/ 232911 w 232911"/>
                <a:gd name="connsiteY2" fmla="*/ 38821 h 252881"/>
                <a:gd name="connsiteX3" fmla="*/ 188295 w 232911"/>
                <a:gd name="connsiteY3" fmla="*/ 237444 h 252881"/>
                <a:gd name="connsiteX4" fmla="*/ 38819 w 232911"/>
                <a:gd name="connsiteY4" fmla="*/ 252881 h 252881"/>
                <a:gd name="connsiteX5" fmla="*/ 0 w 232911"/>
                <a:gd name="connsiteY5" fmla="*/ 214062 h 252881"/>
                <a:gd name="connsiteX6" fmla="*/ 0 w 232911"/>
                <a:gd name="connsiteY6" fmla="*/ 38821 h 252881"/>
                <a:gd name="connsiteX0" fmla="*/ 0 w 210421"/>
                <a:gd name="connsiteY0" fmla="*/ 54480 h 268540"/>
                <a:gd name="connsiteX1" fmla="*/ 38819 w 210421"/>
                <a:gd name="connsiteY1" fmla="*/ 15661 h 268540"/>
                <a:gd name="connsiteX2" fmla="*/ 160564 w 210421"/>
                <a:gd name="connsiteY2" fmla="*/ 18297 h 268540"/>
                <a:gd name="connsiteX3" fmla="*/ 188295 w 210421"/>
                <a:gd name="connsiteY3" fmla="*/ 253103 h 268540"/>
                <a:gd name="connsiteX4" fmla="*/ 38819 w 210421"/>
                <a:gd name="connsiteY4" fmla="*/ 268540 h 268540"/>
                <a:gd name="connsiteX5" fmla="*/ 0 w 210421"/>
                <a:gd name="connsiteY5" fmla="*/ 229721 h 268540"/>
                <a:gd name="connsiteX6" fmla="*/ 0 w 210421"/>
                <a:gd name="connsiteY6" fmla="*/ 54480 h 268540"/>
                <a:gd name="connsiteX0" fmla="*/ 0 w 241900"/>
                <a:gd name="connsiteY0" fmla="*/ 54481 h 268541"/>
                <a:gd name="connsiteX1" fmla="*/ 38819 w 241900"/>
                <a:gd name="connsiteY1" fmla="*/ 15662 h 268541"/>
                <a:gd name="connsiteX2" fmla="*/ 160564 w 241900"/>
                <a:gd name="connsiteY2" fmla="*/ 18298 h 268541"/>
                <a:gd name="connsiteX3" fmla="*/ 188295 w 241900"/>
                <a:gd name="connsiteY3" fmla="*/ 253104 h 268541"/>
                <a:gd name="connsiteX4" fmla="*/ 38819 w 241900"/>
                <a:gd name="connsiteY4" fmla="*/ 268541 h 268541"/>
                <a:gd name="connsiteX5" fmla="*/ 0 w 241900"/>
                <a:gd name="connsiteY5" fmla="*/ 229722 h 268541"/>
                <a:gd name="connsiteX6" fmla="*/ 0 w 241900"/>
                <a:gd name="connsiteY6" fmla="*/ 54481 h 268541"/>
                <a:gd name="connsiteX0" fmla="*/ 0 w 234120"/>
                <a:gd name="connsiteY0" fmla="*/ 54481 h 268541"/>
                <a:gd name="connsiteX1" fmla="*/ 38819 w 234120"/>
                <a:gd name="connsiteY1" fmla="*/ 15662 h 268541"/>
                <a:gd name="connsiteX2" fmla="*/ 160564 w 234120"/>
                <a:gd name="connsiteY2" fmla="*/ 18298 h 268541"/>
                <a:gd name="connsiteX3" fmla="*/ 188295 w 234120"/>
                <a:gd name="connsiteY3" fmla="*/ 253104 h 268541"/>
                <a:gd name="connsiteX4" fmla="*/ 38819 w 234120"/>
                <a:gd name="connsiteY4" fmla="*/ 268541 h 268541"/>
                <a:gd name="connsiteX5" fmla="*/ 0 w 234120"/>
                <a:gd name="connsiteY5" fmla="*/ 229722 h 268541"/>
                <a:gd name="connsiteX6" fmla="*/ 0 w 234120"/>
                <a:gd name="connsiteY6" fmla="*/ 54481 h 268541"/>
                <a:gd name="connsiteX0" fmla="*/ 0 w 234122"/>
                <a:gd name="connsiteY0" fmla="*/ 46125 h 260185"/>
                <a:gd name="connsiteX1" fmla="*/ 38819 w 234122"/>
                <a:gd name="connsiteY1" fmla="*/ 7306 h 260185"/>
                <a:gd name="connsiteX2" fmla="*/ 160564 w 234122"/>
                <a:gd name="connsiteY2" fmla="*/ 9942 h 260185"/>
                <a:gd name="connsiteX3" fmla="*/ 188295 w 234122"/>
                <a:gd name="connsiteY3" fmla="*/ 244748 h 260185"/>
                <a:gd name="connsiteX4" fmla="*/ 38819 w 234122"/>
                <a:gd name="connsiteY4" fmla="*/ 260185 h 260185"/>
                <a:gd name="connsiteX5" fmla="*/ 0 w 234122"/>
                <a:gd name="connsiteY5" fmla="*/ 221366 h 260185"/>
                <a:gd name="connsiteX6" fmla="*/ 0 w 234122"/>
                <a:gd name="connsiteY6" fmla="*/ 46125 h 260185"/>
                <a:gd name="connsiteX0" fmla="*/ 0 w 235795"/>
                <a:gd name="connsiteY0" fmla="*/ 56384 h 270444"/>
                <a:gd name="connsiteX1" fmla="*/ 38819 w 235795"/>
                <a:gd name="connsiteY1" fmla="*/ 17565 h 270444"/>
                <a:gd name="connsiteX2" fmla="*/ 164459 w 235795"/>
                <a:gd name="connsiteY2" fmla="*/ 7102 h 270444"/>
                <a:gd name="connsiteX3" fmla="*/ 188295 w 235795"/>
                <a:gd name="connsiteY3" fmla="*/ 255007 h 270444"/>
                <a:gd name="connsiteX4" fmla="*/ 38819 w 235795"/>
                <a:gd name="connsiteY4" fmla="*/ 270444 h 270444"/>
                <a:gd name="connsiteX5" fmla="*/ 0 w 235795"/>
                <a:gd name="connsiteY5" fmla="*/ 231625 h 270444"/>
                <a:gd name="connsiteX6" fmla="*/ 0 w 235795"/>
                <a:gd name="connsiteY6" fmla="*/ 56384 h 270444"/>
                <a:gd name="connsiteX0" fmla="*/ 21890 w 235797"/>
                <a:gd name="connsiteY0" fmla="*/ 122504 h 270444"/>
                <a:gd name="connsiteX1" fmla="*/ 38819 w 235797"/>
                <a:gd name="connsiteY1" fmla="*/ 17565 h 270444"/>
                <a:gd name="connsiteX2" fmla="*/ 164459 w 235797"/>
                <a:gd name="connsiteY2" fmla="*/ 7102 h 270444"/>
                <a:gd name="connsiteX3" fmla="*/ 188295 w 235797"/>
                <a:gd name="connsiteY3" fmla="*/ 255007 h 270444"/>
                <a:gd name="connsiteX4" fmla="*/ 38819 w 235797"/>
                <a:gd name="connsiteY4" fmla="*/ 270444 h 270444"/>
                <a:gd name="connsiteX5" fmla="*/ 0 w 235797"/>
                <a:gd name="connsiteY5" fmla="*/ 231625 h 270444"/>
                <a:gd name="connsiteX6" fmla="*/ 21890 w 235797"/>
                <a:gd name="connsiteY6" fmla="*/ 122504 h 270444"/>
                <a:gd name="connsiteX0" fmla="*/ 47010 w 260915"/>
                <a:gd name="connsiteY0" fmla="*/ 118449 h 266389"/>
                <a:gd name="connsiteX1" fmla="*/ 4389 w 260915"/>
                <a:gd name="connsiteY1" fmla="*/ 74011 h 266389"/>
                <a:gd name="connsiteX2" fmla="*/ 189579 w 260915"/>
                <a:gd name="connsiteY2" fmla="*/ 3047 h 266389"/>
                <a:gd name="connsiteX3" fmla="*/ 213415 w 260915"/>
                <a:gd name="connsiteY3" fmla="*/ 250952 h 266389"/>
                <a:gd name="connsiteX4" fmla="*/ 63939 w 260915"/>
                <a:gd name="connsiteY4" fmla="*/ 266389 h 266389"/>
                <a:gd name="connsiteX5" fmla="*/ 25120 w 260915"/>
                <a:gd name="connsiteY5" fmla="*/ 227570 h 266389"/>
                <a:gd name="connsiteX6" fmla="*/ 47010 w 260915"/>
                <a:gd name="connsiteY6" fmla="*/ 118449 h 266389"/>
                <a:gd name="connsiteX0" fmla="*/ 47010 w 260917"/>
                <a:gd name="connsiteY0" fmla="*/ 121891 h 269831"/>
                <a:gd name="connsiteX1" fmla="*/ 4389 w 260917"/>
                <a:gd name="connsiteY1" fmla="*/ 77453 h 269831"/>
                <a:gd name="connsiteX2" fmla="*/ 189579 w 260917"/>
                <a:gd name="connsiteY2" fmla="*/ 6489 h 269831"/>
                <a:gd name="connsiteX3" fmla="*/ 213415 w 260917"/>
                <a:gd name="connsiteY3" fmla="*/ 254394 h 269831"/>
                <a:gd name="connsiteX4" fmla="*/ 63939 w 260917"/>
                <a:gd name="connsiteY4" fmla="*/ 269831 h 269831"/>
                <a:gd name="connsiteX5" fmla="*/ 25120 w 260917"/>
                <a:gd name="connsiteY5" fmla="*/ 231012 h 269831"/>
                <a:gd name="connsiteX6" fmla="*/ 47010 w 260917"/>
                <a:gd name="connsiteY6" fmla="*/ 121891 h 269831"/>
                <a:gd name="connsiteX0" fmla="*/ 47010 w 262505"/>
                <a:gd name="connsiteY0" fmla="*/ 117056 h 264996"/>
                <a:gd name="connsiteX1" fmla="*/ 4389 w 262505"/>
                <a:gd name="connsiteY1" fmla="*/ 72618 h 264996"/>
                <a:gd name="connsiteX2" fmla="*/ 193127 w 262505"/>
                <a:gd name="connsiteY2" fmla="*/ 7191 h 264996"/>
                <a:gd name="connsiteX3" fmla="*/ 213415 w 262505"/>
                <a:gd name="connsiteY3" fmla="*/ 249559 h 264996"/>
                <a:gd name="connsiteX4" fmla="*/ 63939 w 262505"/>
                <a:gd name="connsiteY4" fmla="*/ 264996 h 264996"/>
                <a:gd name="connsiteX5" fmla="*/ 25120 w 262505"/>
                <a:gd name="connsiteY5" fmla="*/ 226177 h 264996"/>
                <a:gd name="connsiteX6" fmla="*/ 47010 w 262505"/>
                <a:gd name="connsiteY6" fmla="*/ 117056 h 264996"/>
                <a:gd name="connsiteX0" fmla="*/ 43088 w 258583"/>
                <a:gd name="connsiteY0" fmla="*/ 117056 h 264996"/>
                <a:gd name="connsiteX1" fmla="*/ 467 w 258583"/>
                <a:gd name="connsiteY1" fmla="*/ 72618 h 264996"/>
                <a:gd name="connsiteX2" fmla="*/ 189205 w 258583"/>
                <a:gd name="connsiteY2" fmla="*/ 7191 h 264996"/>
                <a:gd name="connsiteX3" fmla="*/ 209493 w 258583"/>
                <a:gd name="connsiteY3" fmla="*/ 249559 h 264996"/>
                <a:gd name="connsiteX4" fmla="*/ 60017 w 258583"/>
                <a:gd name="connsiteY4" fmla="*/ 264996 h 264996"/>
                <a:gd name="connsiteX5" fmla="*/ 21198 w 258583"/>
                <a:gd name="connsiteY5" fmla="*/ 226177 h 264996"/>
                <a:gd name="connsiteX6" fmla="*/ 43088 w 258583"/>
                <a:gd name="connsiteY6" fmla="*/ 117056 h 264996"/>
                <a:gd name="connsiteX0" fmla="*/ 48838 w 258536"/>
                <a:gd name="connsiteY0" fmla="*/ 132494 h 264996"/>
                <a:gd name="connsiteX1" fmla="*/ 420 w 258536"/>
                <a:gd name="connsiteY1" fmla="*/ 72618 h 264996"/>
                <a:gd name="connsiteX2" fmla="*/ 189158 w 258536"/>
                <a:gd name="connsiteY2" fmla="*/ 7191 h 264996"/>
                <a:gd name="connsiteX3" fmla="*/ 209446 w 258536"/>
                <a:gd name="connsiteY3" fmla="*/ 249559 h 264996"/>
                <a:gd name="connsiteX4" fmla="*/ 59970 w 258536"/>
                <a:gd name="connsiteY4" fmla="*/ 264996 h 264996"/>
                <a:gd name="connsiteX5" fmla="*/ 21151 w 258536"/>
                <a:gd name="connsiteY5" fmla="*/ 226177 h 264996"/>
                <a:gd name="connsiteX6" fmla="*/ 48838 w 258536"/>
                <a:gd name="connsiteY6" fmla="*/ 132494 h 264996"/>
                <a:gd name="connsiteX0" fmla="*/ 31874 w 258711"/>
                <a:gd name="connsiteY0" fmla="*/ 137716 h 264996"/>
                <a:gd name="connsiteX1" fmla="*/ 595 w 258711"/>
                <a:gd name="connsiteY1" fmla="*/ 72618 h 264996"/>
                <a:gd name="connsiteX2" fmla="*/ 189333 w 258711"/>
                <a:gd name="connsiteY2" fmla="*/ 7191 h 264996"/>
                <a:gd name="connsiteX3" fmla="*/ 209621 w 258711"/>
                <a:gd name="connsiteY3" fmla="*/ 249559 h 264996"/>
                <a:gd name="connsiteX4" fmla="*/ 60145 w 258711"/>
                <a:gd name="connsiteY4" fmla="*/ 264996 h 264996"/>
                <a:gd name="connsiteX5" fmla="*/ 21326 w 258711"/>
                <a:gd name="connsiteY5" fmla="*/ 226177 h 264996"/>
                <a:gd name="connsiteX6" fmla="*/ 31874 w 258711"/>
                <a:gd name="connsiteY6" fmla="*/ 137716 h 264996"/>
                <a:gd name="connsiteX0" fmla="*/ 31876 w 258713"/>
                <a:gd name="connsiteY0" fmla="*/ 137716 h 249559"/>
                <a:gd name="connsiteX1" fmla="*/ 597 w 258713"/>
                <a:gd name="connsiteY1" fmla="*/ 72618 h 249559"/>
                <a:gd name="connsiteX2" fmla="*/ 189335 w 258713"/>
                <a:gd name="connsiteY2" fmla="*/ 7191 h 249559"/>
                <a:gd name="connsiteX3" fmla="*/ 209623 w 258713"/>
                <a:gd name="connsiteY3" fmla="*/ 249559 h 249559"/>
                <a:gd name="connsiteX4" fmla="*/ 21328 w 258713"/>
                <a:gd name="connsiteY4" fmla="*/ 226177 h 249559"/>
                <a:gd name="connsiteX5" fmla="*/ 31876 w 258713"/>
                <a:gd name="connsiteY5" fmla="*/ 137716 h 249559"/>
                <a:gd name="connsiteX0" fmla="*/ 31876 w 258713"/>
                <a:gd name="connsiteY0" fmla="*/ 137716 h 282816"/>
                <a:gd name="connsiteX1" fmla="*/ 597 w 258713"/>
                <a:gd name="connsiteY1" fmla="*/ 72618 h 282816"/>
                <a:gd name="connsiteX2" fmla="*/ 189335 w 258713"/>
                <a:gd name="connsiteY2" fmla="*/ 7191 h 282816"/>
                <a:gd name="connsiteX3" fmla="*/ 209623 w 258713"/>
                <a:gd name="connsiteY3" fmla="*/ 249559 h 282816"/>
                <a:gd name="connsiteX4" fmla="*/ 21328 w 258713"/>
                <a:gd name="connsiteY4" fmla="*/ 226177 h 282816"/>
                <a:gd name="connsiteX5" fmla="*/ 31876 w 258713"/>
                <a:gd name="connsiteY5" fmla="*/ 137716 h 282816"/>
                <a:gd name="connsiteX0" fmla="*/ 31876 w 258713"/>
                <a:gd name="connsiteY0" fmla="*/ 137716 h 293030"/>
                <a:gd name="connsiteX1" fmla="*/ 597 w 258713"/>
                <a:gd name="connsiteY1" fmla="*/ 72618 h 293030"/>
                <a:gd name="connsiteX2" fmla="*/ 189335 w 258713"/>
                <a:gd name="connsiteY2" fmla="*/ 7191 h 293030"/>
                <a:gd name="connsiteX3" fmla="*/ 209623 w 258713"/>
                <a:gd name="connsiteY3" fmla="*/ 249559 h 293030"/>
                <a:gd name="connsiteX4" fmla="*/ 21328 w 258713"/>
                <a:gd name="connsiteY4" fmla="*/ 226177 h 293030"/>
                <a:gd name="connsiteX5" fmla="*/ 31876 w 258713"/>
                <a:gd name="connsiteY5" fmla="*/ 137716 h 293030"/>
                <a:gd name="connsiteX0" fmla="*/ 31876 w 258713"/>
                <a:gd name="connsiteY0" fmla="*/ 137716 h 275762"/>
                <a:gd name="connsiteX1" fmla="*/ 597 w 258713"/>
                <a:gd name="connsiteY1" fmla="*/ 72618 h 275762"/>
                <a:gd name="connsiteX2" fmla="*/ 189335 w 258713"/>
                <a:gd name="connsiteY2" fmla="*/ 7191 h 275762"/>
                <a:gd name="connsiteX3" fmla="*/ 209623 w 258713"/>
                <a:gd name="connsiteY3" fmla="*/ 249559 h 275762"/>
                <a:gd name="connsiteX4" fmla="*/ 21328 w 258713"/>
                <a:gd name="connsiteY4" fmla="*/ 226177 h 275762"/>
                <a:gd name="connsiteX5" fmla="*/ 31876 w 258713"/>
                <a:gd name="connsiteY5" fmla="*/ 137716 h 275762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713" h="280615">
                  <a:moveTo>
                    <a:pt x="31876" y="137716"/>
                  </a:moveTo>
                  <a:cubicBezTo>
                    <a:pt x="31876" y="116277"/>
                    <a:pt x="-5097" y="141934"/>
                    <a:pt x="597" y="72618"/>
                  </a:cubicBezTo>
                  <a:cubicBezTo>
                    <a:pt x="36911" y="11178"/>
                    <a:pt x="106867" y="-13519"/>
                    <a:pt x="189335" y="7191"/>
                  </a:cubicBezTo>
                  <a:cubicBezTo>
                    <a:pt x="279181" y="70601"/>
                    <a:pt x="277202" y="163317"/>
                    <a:pt x="209623" y="249559"/>
                  </a:cubicBezTo>
                  <a:cubicBezTo>
                    <a:pt x="189781" y="289566"/>
                    <a:pt x="85297" y="299778"/>
                    <a:pt x="21328" y="226177"/>
                  </a:cubicBezTo>
                  <a:cubicBezTo>
                    <a:pt x="-17474" y="181793"/>
                    <a:pt x="28360" y="167203"/>
                    <a:pt x="31876" y="137716"/>
                  </a:cubicBezTo>
                  <a:close/>
                </a:path>
              </a:pathLst>
            </a:custGeom>
            <a:solidFill>
              <a:srgbClr val="103D4D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1200" name="圆角矩形 25">
              <a:extLst>
                <a:ext uri="{FF2B5EF4-FFF2-40B4-BE49-F238E27FC236}">
                  <a16:creationId xmlns:a16="http://schemas.microsoft.com/office/drawing/2014/main" id="{E2825B0A-A014-C330-A5DD-7E6285F87A48}"/>
                </a:ext>
              </a:extLst>
            </p:cNvPr>
            <p:cNvSpPr/>
            <p:nvPr/>
          </p:nvSpPr>
          <p:spPr>
            <a:xfrm rot="20700000">
              <a:off x="6836465" y="5146518"/>
              <a:ext cx="186783" cy="242319"/>
            </a:xfrm>
            <a:custGeom>
              <a:avLst/>
              <a:gdLst>
                <a:gd name="connsiteX0" fmla="*/ 0 w 232911"/>
                <a:gd name="connsiteY0" fmla="*/ 38819 h 252879"/>
                <a:gd name="connsiteX1" fmla="*/ 38819 w 232911"/>
                <a:gd name="connsiteY1" fmla="*/ 0 h 252879"/>
                <a:gd name="connsiteX2" fmla="*/ 194092 w 232911"/>
                <a:gd name="connsiteY2" fmla="*/ 0 h 252879"/>
                <a:gd name="connsiteX3" fmla="*/ 232911 w 232911"/>
                <a:gd name="connsiteY3" fmla="*/ 38819 h 252879"/>
                <a:gd name="connsiteX4" fmla="*/ 232911 w 232911"/>
                <a:gd name="connsiteY4" fmla="*/ 214060 h 252879"/>
                <a:gd name="connsiteX5" fmla="*/ 194092 w 232911"/>
                <a:gd name="connsiteY5" fmla="*/ 252879 h 252879"/>
                <a:gd name="connsiteX6" fmla="*/ 38819 w 232911"/>
                <a:gd name="connsiteY6" fmla="*/ 252879 h 252879"/>
                <a:gd name="connsiteX7" fmla="*/ 0 w 232911"/>
                <a:gd name="connsiteY7" fmla="*/ 214060 h 252879"/>
                <a:gd name="connsiteX8" fmla="*/ 0 w 232911"/>
                <a:gd name="connsiteY8" fmla="*/ 38819 h 252879"/>
                <a:gd name="connsiteX0" fmla="*/ 0 w 232911"/>
                <a:gd name="connsiteY0" fmla="*/ 58756 h 272816"/>
                <a:gd name="connsiteX1" fmla="*/ 38819 w 232911"/>
                <a:gd name="connsiteY1" fmla="*/ 19937 h 272816"/>
                <a:gd name="connsiteX2" fmla="*/ 168755 w 232911"/>
                <a:gd name="connsiteY2" fmla="*/ 0 h 272816"/>
                <a:gd name="connsiteX3" fmla="*/ 232911 w 232911"/>
                <a:gd name="connsiteY3" fmla="*/ 58756 h 272816"/>
                <a:gd name="connsiteX4" fmla="*/ 232911 w 232911"/>
                <a:gd name="connsiteY4" fmla="*/ 233997 h 272816"/>
                <a:gd name="connsiteX5" fmla="*/ 194092 w 232911"/>
                <a:gd name="connsiteY5" fmla="*/ 272816 h 272816"/>
                <a:gd name="connsiteX6" fmla="*/ 38819 w 232911"/>
                <a:gd name="connsiteY6" fmla="*/ 272816 h 272816"/>
                <a:gd name="connsiteX7" fmla="*/ 0 w 232911"/>
                <a:gd name="connsiteY7" fmla="*/ 233997 h 272816"/>
                <a:gd name="connsiteX8" fmla="*/ 0 w 232911"/>
                <a:gd name="connsiteY8" fmla="*/ 58756 h 272816"/>
                <a:gd name="connsiteX0" fmla="*/ 0 w 232911"/>
                <a:gd name="connsiteY0" fmla="*/ 70500 h 284560"/>
                <a:gd name="connsiteX1" fmla="*/ 38819 w 232911"/>
                <a:gd name="connsiteY1" fmla="*/ 31681 h 284560"/>
                <a:gd name="connsiteX2" fmla="*/ 168755 w 232911"/>
                <a:gd name="connsiteY2" fmla="*/ 11744 h 284560"/>
                <a:gd name="connsiteX3" fmla="*/ 232911 w 232911"/>
                <a:gd name="connsiteY3" fmla="*/ 70500 h 284560"/>
                <a:gd name="connsiteX4" fmla="*/ 232911 w 232911"/>
                <a:gd name="connsiteY4" fmla="*/ 245741 h 284560"/>
                <a:gd name="connsiteX5" fmla="*/ 194092 w 232911"/>
                <a:gd name="connsiteY5" fmla="*/ 284560 h 284560"/>
                <a:gd name="connsiteX6" fmla="*/ 38819 w 232911"/>
                <a:gd name="connsiteY6" fmla="*/ 284560 h 284560"/>
                <a:gd name="connsiteX7" fmla="*/ 0 w 232911"/>
                <a:gd name="connsiteY7" fmla="*/ 245741 h 284560"/>
                <a:gd name="connsiteX8" fmla="*/ 0 w 232911"/>
                <a:gd name="connsiteY8" fmla="*/ 70500 h 284560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232911 w 232911"/>
                <a:gd name="connsiteY4" fmla="*/ 253607 h 292426"/>
                <a:gd name="connsiteX5" fmla="*/ 194092 w 232911"/>
                <a:gd name="connsiteY5" fmla="*/ 292426 h 292426"/>
                <a:gd name="connsiteX6" fmla="*/ 38819 w 232911"/>
                <a:gd name="connsiteY6" fmla="*/ 292426 h 292426"/>
                <a:gd name="connsiteX7" fmla="*/ 0 w 232911"/>
                <a:gd name="connsiteY7" fmla="*/ 253607 h 292426"/>
                <a:gd name="connsiteX8" fmla="*/ 0 w 232911"/>
                <a:gd name="connsiteY8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94092 w 232911"/>
                <a:gd name="connsiteY4" fmla="*/ 292426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78366 h 292426"/>
                <a:gd name="connsiteX1" fmla="*/ 38819 w 232911"/>
                <a:gd name="connsiteY1" fmla="*/ 39547 h 292426"/>
                <a:gd name="connsiteX2" fmla="*/ 168755 w 232911"/>
                <a:gd name="connsiteY2" fmla="*/ 19610 h 292426"/>
                <a:gd name="connsiteX3" fmla="*/ 232911 w 232911"/>
                <a:gd name="connsiteY3" fmla="*/ 78366 h 292426"/>
                <a:gd name="connsiteX4" fmla="*/ 188295 w 232911"/>
                <a:gd name="connsiteY4" fmla="*/ 276989 h 292426"/>
                <a:gd name="connsiteX5" fmla="*/ 38819 w 232911"/>
                <a:gd name="connsiteY5" fmla="*/ 292426 h 292426"/>
                <a:gd name="connsiteX6" fmla="*/ 0 w 232911"/>
                <a:gd name="connsiteY6" fmla="*/ 253607 h 292426"/>
                <a:gd name="connsiteX7" fmla="*/ 0 w 232911"/>
                <a:gd name="connsiteY7" fmla="*/ 78366 h 292426"/>
                <a:gd name="connsiteX0" fmla="*/ 0 w 232911"/>
                <a:gd name="connsiteY0" fmla="*/ 38821 h 252881"/>
                <a:gd name="connsiteX1" fmla="*/ 38819 w 232911"/>
                <a:gd name="connsiteY1" fmla="*/ 2 h 252881"/>
                <a:gd name="connsiteX2" fmla="*/ 232911 w 232911"/>
                <a:gd name="connsiteY2" fmla="*/ 38821 h 252881"/>
                <a:gd name="connsiteX3" fmla="*/ 188295 w 232911"/>
                <a:gd name="connsiteY3" fmla="*/ 237444 h 252881"/>
                <a:gd name="connsiteX4" fmla="*/ 38819 w 232911"/>
                <a:gd name="connsiteY4" fmla="*/ 252881 h 252881"/>
                <a:gd name="connsiteX5" fmla="*/ 0 w 232911"/>
                <a:gd name="connsiteY5" fmla="*/ 214062 h 252881"/>
                <a:gd name="connsiteX6" fmla="*/ 0 w 232911"/>
                <a:gd name="connsiteY6" fmla="*/ 38821 h 252881"/>
                <a:gd name="connsiteX0" fmla="*/ 0 w 210421"/>
                <a:gd name="connsiteY0" fmla="*/ 54480 h 268540"/>
                <a:gd name="connsiteX1" fmla="*/ 38819 w 210421"/>
                <a:gd name="connsiteY1" fmla="*/ 15661 h 268540"/>
                <a:gd name="connsiteX2" fmla="*/ 160564 w 210421"/>
                <a:gd name="connsiteY2" fmla="*/ 18297 h 268540"/>
                <a:gd name="connsiteX3" fmla="*/ 188295 w 210421"/>
                <a:gd name="connsiteY3" fmla="*/ 253103 h 268540"/>
                <a:gd name="connsiteX4" fmla="*/ 38819 w 210421"/>
                <a:gd name="connsiteY4" fmla="*/ 268540 h 268540"/>
                <a:gd name="connsiteX5" fmla="*/ 0 w 210421"/>
                <a:gd name="connsiteY5" fmla="*/ 229721 h 268540"/>
                <a:gd name="connsiteX6" fmla="*/ 0 w 210421"/>
                <a:gd name="connsiteY6" fmla="*/ 54480 h 268540"/>
                <a:gd name="connsiteX0" fmla="*/ 0 w 241900"/>
                <a:gd name="connsiteY0" fmla="*/ 54481 h 268541"/>
                <a:gd name="connsiteX1" fmla="*/ 38819 w 241900"/>
                <a:gd name="connsiteY1" fmla="*/ 15662 h 268541"/>
                <a:gd name="connsiteX2" fmla="*/ 160564 w 241900"/>
                <a:gd name="connsiteY2" fmla="*/ 18298 h 268541"/>
                <a:gd name="connsiteX3" fmla="*/ 188295 w 241900"/>
                <a:gd name="connsiteY3" fmla="*/ 253104 h 268541"/>
                <a:gd name="connsiteX4" fmla="*/ 38819 w 241900"/>
                <a:gd name="connsiteY4" fmla="*/ 268541 h 268541"/>
                <a:gd name="connsiteX5" fmla="*/ 0 w 241900"/>
                <a:gd name="connsiteY5" fmla="*/ 229722 h 268541"/>
                <a:gd name="connsiteX6" fmla="*/ 0 w 241900"/>
                <a:gd name="connsiteY6" fmla="*/ 54481 h 268541"/>
                <a:gd name="connsiteX0" fmla="*/ 0 w 234120"/>
                <a:gd name="connsiteY0" fmla="*/ 54481 h 268541"/>
                <a:gd name="connsiteX1" fmla="*/ 38819 w 234120"/>
                <a:gd name="connsiteY1" fmla="*/ 15662 h 268541"/>
                <a:gd name="connsiteX2" fmla="*/ 160564 w 234120"/>
                <a:gd name="connsiteY2" fmla="*/ 18298 h 268541"/>
                <a:gd name="connsiteX3" fmla="*/ 188295 w 234120"/>
                <a:gd name="connsiteY3" fmla="*/ 253104 h 268541"/>
                <a:gd name="connsiteX4" fmla="*/ 38819 w 234120"/>
                <a:gd name="connsiteY4" fmla="*/ 268541 h 268541"/>
                <a:gd name="connsiteX5" fmla="*/ 0 w 234120"/>
                <a:gd name="connsiteY5" fmla="*/ 229722 h 268541"/>
                <a:gd name="connsiteX6" fmla="*/ 0 w 234120"/>
                <a:gd name="connsiteY6" fmla="*/ 54481 h 268541"/>
                <a:gd name="connsiteX0" fmla="*/ 0 w 234122"/>
                <a:gd name="connsiteY0" fmla="*/ 46125 h 260185"/>
                <a:gd name="connsiteX1" fmla="*/ 38819 w 234122"/>
                <a:gd name="connsiteY1" fmla="*/ 7306 h 260185"/>
                <a:gd name="connsiteX2" fmla="*/ 160564 w 234122"/>
                <a:gd name="connsiteY2" fmla="*/ 9942 h 260185"/>
                <a:gd name="connsiteX3" fmla="*/ 188295 w 234122"/>
                <a:gd name="connsiteY3" fmla="*/ 244748 h 260185"/>
                <a:gd name="connsiteX4" fmla="*/ 38819 w 234122"/>
                <a:gd name="connsiteY4" fmla="*/ 260185 h 260185"/>
                <a:gd name="connsiteX5" fmla="*/ 0 w 234122"/>
                <a:gd name="connsiteY5" fmla="*/ 221366 h 260185"/>
                <a:gd name="connsiteX6" fmla="*/ 0 w 234122"/>
                <a:gd name="connsiteY6" fmla="*/ 46125 h 260185"/>
                <a:gd name="connsiteX0" fmla="*/ 0 w 235795"/>
                <a:gd name="connsiteY0" fmla="*/ 56384 h 270444"/>
                <a:gd name="connsiteX1" fmla="*/ 38819 w 235795"/>
                <a:gd name="connsiteY1" fmla="*/ 17565 h 270444"/>
                <a:gd name="connsiteX2" fmla="*/ 164459 w 235795"/>
                <a:gd name="connsiteY2" fmla="*/ 7102 h 270444"/>
                <a:gd name="connsiteX3" fmla="*/ 188295 w 235795"/>
                <a:gd name="connsiteY3" fmla="*/ 255007 h 270444"/>
                <a:gd name="connsiteX4" fmla="*/ 38819 w 235795"/>
                <a:gd name="connsiteY4" fmla="*/ 270444 h 270444"/>
                <a:gd name="connsiteX5" fmla="*/ 0 w 235795"/>
                <a:gd name="connsiteY5" fmla="*/ 231625 h 270444"/>
                <a:gd name="connsiteX6" fmla="*/ 0 w 235795"/>
                <a:gd name="connsiteY6" fmla="*/ 56384 h 270444"/>
                <a:gd name="connsiteX0" fmla="*/ 21890 w 235797"/>
                <a:gd name="connsiteY0" fmla="*/ 122504 h 270444"/>
                <a:gd name="connsiteX1" fmla="*/ 38819 w 235797"/>
                <a:gd name="connsiteY1" fmla="*/ 17565 h 270444"/>
                <a:gd name="connsiteX2" fmla="*/ 164459 w 235797"/>
                <a:gd name="connsiteY2" fmla="*/ 7102 h 270444"/>
                <a:gd name="connsiteX3" fmla="*/ 188295 w 235797"/>
                <a:gd name="connsiteY3" fmla="*/ 255007 h 270444"/>
                <a:gd name="connsiteX4" fmla="*/ 38819 w 235797"/>
                <a:gd name="connsiteY4" fmla="*/ 270444 h 270444"/>
                <a:gd name="connsiteX5" fmla="*/ 0 w 235797"/>
                <a:gd name="connsiteY5" fmla="*/ 231625 h 270444"/>
                <a:gd name="connsiteX6" fmla="*/ 21890 w 235797"/>
                <a:gd name="connsiteY6" fmla="*/ 122504 h 270444"/>
                <a:gd name="connsiteX0" fmla="*/ 47010 w 260915"/>
                <a:gd name="connsiteY0" fmla="*/ 118449 h 266389"/>
                <a:gd name="connsiteX1" fmla="*/ 4389 w 260915"/>
                <a:gd name="connsiteY1" fmla="*/ 74011 h 266389"/>
                <a:gd name="connsiteX2" fmla="*/ 189579 w 260915"/>
                <a:gd name="connsiteY2" fmla="*/ 3047 h 266389"/>
                <a:gd name="connsiteX3" fmla="*/ 213415 w 260915"/>
                <a:gd name="connsiteY3" fmla="*/ 250952 h 266389"/>
                <a:gd name="connsiteX4" fmla="*/ 63939 w 260915"/>
                <a:gd name="connsiteY4" fmla="*/ 266389 h 266389"/>
                <a:gd name="connsiteX5" fmla="*/ 25120 w 260915"/>
                <a:gd name="connsiteY5" fmla="*/ 227570 h 266389"/>
                <a:gd name="connsiteX6" fmla="*/ 47010 w 260915"/>
                <a:gd name="connsiteY6" fmla="*/ 118449 h 266389"/>
                <a:gd name="connsiteX0" fmla="*/ 47010 w 260917"/>
                <a:gd name="connsiteY0" fmla="*/ 121891 h 269831"/>
                <a:gd name="connsiteX1" fmla="*/ 4389 w 260917"/>
                <a:gd name="connsiteY1" fmla="*/ 77453 h 269831"/>
                <a:gd name="connsiteX2" fmla="*/ 189579 w 260917"/>
                <a:gd name="connsiteY2" fmla="*/ 6489 h 269831"/>
                <a:gd name="connsiteX3" fmla="*/ 213415 w 260917"/>
                <a:gd name="connsiteY3" fmla="*/ 254394 h 269831"/>
                <a:gd name="connsiteX4" fmla="*/ 63939 w 260917"/>
                <a:gd name="connsiteY4" fmla="*/ 269831 h 269831"/>
                <a:gd name="connsiteX5" fmla="*/ 25120 w 260917"/>
                <a:gd name="connsiteY5" fmla="*/ 231012 h 269831"/>
                <a:gd name="connsiteX6" fmla="*/ 47010 w 260917"/>
                <a:gd name="connsiteY6" fmla="*/ 121891 h 269831"/>
                <a:gd name="connsiteX0" fmla="*/ 47010 w 262505"/>
                <a:gd name="connsiteY0" fmla="*/ 117056 h 264996"/>
                <a:gd name="connsiteX1" fmla="*/ 4389 w 262505"/>
                <a:gd name="connsiteY1" fmla="*/ 72618 h 264996"/>
                <a:gd name="connsiteX2" fmla="*/ 193127 w 262505"/>
                <a:gd name="connsiteY2" fmla="*/ 7191 h 264996"/>
                <a:gd name="connsiteX3" fmla="*/ 213415 w 262505"/>
                <a:gd name="connsiteY3" fmla="*/ 249559 h 264996"/>
                <a:gd name="connsiteX4" fmla="*/ 63939 w 262505"/>
                <a:gd name="connsiteY4" fmla="*/ 264996 h 264996"/>
                <a:gd name="connsiteX5" fmla="*/ 25120 w 262505"/>
                <a:gd name="connsiteY5" fmla="*/ 226177 h 264996"/>
                <a:gd name="connsiteX6" fmla="*/ 47010 w 262505"/>
                <a:gd name="connsiteY6" fmla="*/ 117056 h 264996"/>
                <a:gd name="connsiteX0" fmla="*/ 43088 w 258583"/>
                <a:gd name="connsiteY0" fmla="*/ 117056 h 264996"/>
                <a:gd name="connsiteX1" fmla="*/ 467 w 258583"/>
                <a:gd name="connsiteY1" fmla="*/ 72618 h 264996"/>
                <a:gd name="connsiteX2" fmla="*/ 189205 w 258583"/>
                <a:gd name="connsiteY2" fmla="*/ 7191 h 264996"/>
                <a:gd name="connsiteX3" fmla="*/ 209493 w 258583"/>
                <a:gd name="connsiteY3" fmla="*/ 249559 h 264996"/>
                <a:gd name="connsiteX4" fmla="*/ 60017 w 258583"/>
                <a:gd name="connsiteY4" fmla="*/ 264996 h 264996"/>
                <a:gd name="connsiteX5" fmla="*/ 21198 w 258583"/>
                <a:gd name="connsiteY5" fmla="*/ 226177 h 264996"/>
                <a:gd name="connsiteX6" fmla="*/ 43088 w 258583"/>
                <a:gd name="connsiteY6" fmla="*/ 117056 h 264996"/>
                <a:gd name="connsiteX0" fmla="*/ 48838 w 258536"/>
                <a:gd name="connsiteY0" fmla="*/ 132494 h 264996"/>
                <a:gd name="connsiteX1" fmla="*/ 420 w 258536"/>
                <a:gd name="connsiteY1" fmla="*/ 72618 h 264996"/>
                <a:gd name="connsiteX2" fmla="*/ 189158 w 258536"/>
                <a:gd name="connsiteY2" fmla="*/ 7191 h 264996"/>
                <a:gd name="connsiteX3" fmla="*/ 209446 w 258536"/>
                <a:gd name="connsiteY3" fmla="*/ 249559 h 264996"/>
                <a:gd name="connsiteX4" fmla="*/ 59970 w 258536"/>
                <a:gd name="connsiteY4" fmla="*/ 264996 h 264996"/>
                <a:gd name="connsiteX5" fmla="*/ 21151 w 258536"/>
                <a:gd name="connsiteY5" fmla="*/ 226177 h 264996"/>
                <a:gd name="connsiteX6" fmla="*/ 48838 w 258536"/>
                <a:gd name="connsiteY6" fmla="*/ 132494 h 264996"/>
                <a:gd name="connsiteX0" fmla="*/ 31874 w 258711"/>
                <a:gd name="connsiteY0" fmla="*/ 137716 h 264996"/>
                <a:gd name="connsiteX1" fmla="*/ 595 w 258711"/>
                <a:gd name="connsiteY1" fmla="*/ 72618 h 264996"/>
                <a:gd name="connsiteX2" fmla="*/ 189333 w 258711"/>
                <a:gd name="connsiteY2" fmla="*/ 7191 h 264996"/>
                <a:gd name="connsiteX3" fmla="*/ 209621 w 258711"/>
                <a:gd name="connsiteY3" fmla="*/ 249559 h 264996"/>
                <a:gd name="connsiteX4" fmla="*/ 60145 w 258711"/>
                <a:gd name="connsiteY4" fmla="*/ 264996 h 264996"/>
                <a:gd name="connsiteX5" fmla="*/ 21326 w 258711"/>
                <a:gd name="connsiteY5" fmla="*/ 226177 h 264996"/>
                <a:gd name="connsiteX6" fmla="*/ 31874 w 258711"/>
                <a:gd name="connsiteY6" fmla="*/ 137716 h 264996"/>
                <a:gd name="connsiteX0" fmla="*/ 31876 w 258713"/>
                <a:gd name="connsiteY0" fmla="*/ 137716 h 249559"/>
                <a:gd name="connsiteX1" fmla="*/ 597 w 258713"/>
                <a:gd name="connsiteY1" fmla="*/ 72618 h 249559"/>
                <a:gd name="connsiteX2" fmla="*/ 189335 w 258713"/>
                <a:gd name="connsiteY2" fmla="*/ 7191 h 249559"/>
                <a:gd name="connsiteX3" fmla="*/ 209623 w 258713"/>
                <a:gd name="connsiteY3" fmla="*/ 249559 h 249559"/>
                <a:gd name="connsiteX4" fmla="*/ 21328 w 258713"/>
                <a:gd name="connsiteY4" fmla="*/ 226177 h 249559"/>
                <a:gd name="connsiteX5" fmla="*/ 31876 w 258713"/>
                <a:gd name="connsiteY5" fmla="*/ 137716 h 249559"/>
                <a:gd name="connsiteX0" fmla="*/ 31876 w 258713"/>
                <a:gd name="connsiteY0" fmla="*/ 137716 h 282816"/>
                <a:gd name="connsiteX1" fmla="*/ 597 w 258713"/>
                <a:gd name="connsiteY1" fmla="*/ 72618 h 282816"/>
                <a:gd name="connsiteX2" fmla="*/ 189335 w 258713"/>
                <a:gd name="connsiteY2" fmla="*/ 7191 h 282816"/>
                <a:gd name="connsiteX3" fmla="*/ 209623 w 258713"/>
                <a:gd name="connsiteY3" fmla="*/ 249559 h 282816"/>
                <a:gd name="connsiteX4" fmla="*/ 21328 w 258713"/>
                <a:gd name="connsiteY4" fmla="*/ 226177 h 282816"/>
                <a:gd name="connsiteX5" fmla="*/ 31876 w 258713"/>
                <a:gd name="connsiteY5" fmla="*/ 137716 h 282816"/>
                <a:gd name="connsiteX0" fmla="*/ 31876 w 258713"/>
                <a:gd name="connsiteY0" fmla="*/ 137716 h 293030"/>
                <a:gd name="connsiteX1" fmla="*/ 597 w 258713"/>
                <a:gd name="connsiteY1" fmla="*/ 72618 h 293030"/>
                <a:gd name="connsiteX2" fmla="*/ 189335 w 258713"/>
                <a:gd name="connsiteY2" fmla="*/ 7191 h 293030"/>
                <a:gd name="connsiteX3" fmla="*/ 209623 w 258713"/>
                <a:gd name="connsiteY3" fmla="*/ 249559 h 293030"/>
                <a:gd name="connsiteX4" fmla="*/ 21328 w 258713"/>
                <a:gd name="connsiteY4" fmla="*/ 226177 h 293030"/>
                <a:gd name="connsiteX5" fmla="*/ 31876 w 258713"/>
                <a:gd name="connsiteY5" fmla="*/ 137716 h 293030"/>
                <a:gd name="connsiteX0" fmla="*/ 31876 w 258713"/>
                <a:gd name="connsiteY0" fmla="*/ 137716 h 275762"/>
                <a:gd name="connsiteX1" fmla="*/ 597 w 258713"/>
                <a:gd name="connsiteY1" fmla="*/ 72618 h 275762"/>
                <a:gd name="connsiteX2" fmla="*/ 189335 w 258713"/>
                <a:gd name="connsiteY2" fmla="*/ 7191 h 275762"/>
                <a:gd name="connsiteX3" fmla="*/ 209623 w 258713"/>
                <a:gd name="connsiteY3" fmla="*/ 249559 h 275762"/>
                <a:gd name="connsiteX4" fmla="*/ 21328 w 258713"/>
                <a:gd name="connsiteY4" fmla="*/ 226177 h 275762"/>
                <a:gd name="connsiteX5" fmla="*/ 31876 w 258713"/>
                <a:gd name="connsiteY5" fmla="*/ 137716 h 275762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  <a:gd name="connsiteX0" fmla="*/ 31876 w 258713"/>
                <a:gd name="connsiteY0" fmla="*/ 137716 h 280615"/>
                <a:gd name="connsiteX1" fmla="*/ 597 w 258713"/>
                <a:gd name="connsiteY1" fmla="*/ 72618 h 280615"/>
                <a:gd name="connsiteX2" fmla="*/ 189335 w 258713"/>
                <a:gd name="connsiteY2" fmla="*/ 7191 h 280615"/>
                <a:gd name="connsiteX3" fmla="*/ 209623 w 258713"/>
                <a:gd name="connsiteY3" fmla="*/ 249559 h 280615"/>
                <a:gd name="connsiteX4" fmla="*/ 21328 w 258713"/>
                <a:gd name="connsiteY4" fmla="*/ 226177 h 280615"/>
                <a:gd name="connsiteX5" fmla="*/ 31876 w 258713"/>
                <a:gd name="connsiteY5" fmla="*/ 137716 h 28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713" h="280615">
                  <a:moveTo>
                    <a:pt x="31876" y="137716"/>
                  </a:moveTo>
                  <a:cubicBezTo>
                    <a:pt x="31876" y="116277"/>
                    <a:pt x="-5097" y="141934"/>
                    <a:pt x="597" y="72618"/>
                  </a:cubicBezTo>
                  <a:cubicBezTo>
                    <a:pt x="36911" y="11178"/>
                    <a:pt x="106867" y="-13519"/>
                    <a:pt x="189335" y="7191"/>
                  </a:cubicBezTo>
                  <a:cubicBezTo>
                    <a:pt x="279181" y="70601"/>
                    <a:pt x="277202" y="163317"/>
                    <a:pt x="209623" y="249559"/>
                  </a:cubicBezTo>
                  <a:cubicBezTo>
                    <a:pt x="189781" y="289566"/>
                    <a:pt x="85297" y="299778"/>
                    <a:pt x="21328" y="226177"/>
                  </a:cubicBezTo>
                  <a:cubicBezTo>
                    <a:pt x="-17474" y="181793"/>
                    <a:pt x="28360" y="167203"/>
                    <a:pt x="31876" y="137716"/>
                  </a:cubicBezTo>
                  <a:close/>
                </a:path>
              </a:pathLst>
            </a:custGeom>
            <a:solidFill>
              <a:srgbClr val="27555F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1201" name="椭圆 1200">
              <a:extLst>
                <a:ext uri="{FF2B5EF4-FFF2-40B4-BE49-F238E27FC236}">
                  <a16:creationId xmlns:a16="http://schemas.microsoft.com/office/drawing/2014/main" id="{839946FF-56D1-47E2-4F79-71950A4DF058}"/>
                </a:ext>
              </a:extLst>
            </p:cNvPr>
            <p:cNvSpPr/>
            <p:nvPr/>
          </p:nvSpPr>
          <p:spPr>
            <a:xfrm>
              <a:off x="6536529" y="4742332"/>
              <a:ext cx="295884" cy="295884"/>
            </a:xfrm>
            <a:prstGeom prst="ellipse">
              <a:avLst/>
            </a:prstGeom>
            <a:solidFill>
              <a:srgbClr val="C2E6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1202" name="椭圆 1201">
              <a:extLst>
                <a:ext uri="{FF2B5EF4-FFF2-40B4-BE49-F238E27FC236}">
                  <a16:creationId xmlns:a16="http://schemas.microsoft.com/office/drawing/2014/main" id="{050A6924-7BEA-74FA-A6A2-0CDF50E234C3}"/>
                </a:ext>
              </a:extLst>
            </p:cNvPr>
            <p:cNvSpPr/>
            <p:nvPr/>
          </p:nvSpPr>
          <p:spPr>
            <a:xfrm>
              <a:off x="6680550" y="4792797"/>
              <a:ext cx="80257" cy="802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1203" name="椭圆 30">
              <a:extLst>
                <a:ext uri="{FF2B5EF4-FFF2-40B4-BE49-F238E27FC236}">
                  <a16:creationId xmlns:a16="http://schemas.microsoft.com/office/drawing/2014/main" id="{7902C521-2E92-FF4C-1DBC-9C512BCF9DF5}"/>
                </a:ext>
              </a:extLst>
            </p:cNvPr>
            <p:cNvSpPr/>
            <p:nvPr/>
          </p:nvSpPr>
          <p:spPr>
            <a:xfrm rot="1800000">
              <a:off x="6575966" y="4756415"/>
              <a:ext cx="66455" cy="160975"/>
            </a:xfrm>
            <a:custGeom>
              <a:avLst/>
              <a:gdLst>
                <a:gd name="connsiteX0" fmla="*/ 0 w 65379"/>
                <a:gd name="connsiteY0" fmla="*/ 184976 h 369951"/>
                <a:gd name="connsiteX1" fmla="*/ 32690 w 65379"/>
                <a:gd name="connsiteY1" fmla="*/ 0 h 369951"/>
                <a:gd name="connsiteX2" fmla="*/ 65380 w 65379"/>
                <a:gd name="connsiteY2" fmla="*/ 184976 h 369951"/>
                <a:gd name="connsiteX3" fmla="*/ 32690 w 65379"/>
                <a:gd name="connsiteY3" fmla="*/ 369952 h 369951"/>
                <a:gd name="connsiteX4" fmla="*/ 0 w 65379"/>
                <a:gd name="connsiteY4" fmla="*/ 184976 h 369951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926"/>
                <a:gd name="connsiteY0" fmla="*/ 184976 h 369952"/>
                <a:gd name="connsiteX1" fmla="*/ 32690 w 65926"/>
                <a:gd name="connsiteY1" fmla="*/ 0 h 369952"/>
                <a:gd name="connsiteX2" fmla="*/ 65380 w 65926"/>
                <a:gd name="connsiteY2" fmla="*/ 184976 h 369952"/>
                <a:gd name="connsiteX3" fmla="*/ 32690 w 65926"/>
                <a:gd name="connsiteY3" fmla="*/ 369952 h 369952"/>
                <a:gd name="connsiteX4" fmla="*/ 0 w 65926"/>
                <a:gd name="connsiteY4" fmla="*/ 184976 h 369952"/>
                <a:gd name="connsiteX0" fmla="*/ 0 w 65483"/>
                <a:gd name="connsiteY0" fmla="*/ 184976 h 369952"/>
                <a:gd name="connsiteX1" fmla="*/ 32690 w 65483"/>
                <a:gd name="connsiteY1" fmla="*/ 0 h 369952"/>
                <a:gd name="connsiteX2" fmla="*/ 65380 w 65483"/>
                <a:gd name="connsiteY2" fmla="*/ 184976 h 369952"/>
                <a:gd name="connsiteX3" fmla="*/ 32690 w 65483"/>
                <a:gd name="connsiteY3" fmla="*/ 369952 h 369952"/>
                <a:gd name="connsiteX4" fmla="*/ 0 w 65483"/>
                <a:gd name="connsiteY4" fmla="*/ 184976 h 369952"/>
                <a:gd name="connsiteX0" fmla="*/ 0 w 65483"/>
                <a:gd name="connsiteY0" fmla="*/ 184976 h 369952"/>
                <a:gd name="connsiteX1" fmla="*/ 32690 w 65483"/>
                <a:gd name="connsiteY1" fmla="*/ 0 h 369952"/>
                <a:gd name="connsiteX2" fmla="*/ 65380 w 65483"/>
                <a:gd name="connsiteY2" fmla="*/ 184976 h 369952"/>
                <a:gd name="connsiteX3" fmla="*/ 32690 w 65483"/>
                <a:gd name="connsiteY3" fmla="*/ 369952 h 369952"/>
                <a:gd name="connsiteX4" fmla="*/ 0 w 65483"/>
                <a:gd name="connsiteY4" fmla="*/ 184976 h 369952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  <a:gd name="connsiteX0" fmla="*/ 0 w 65380"/>
                <a:gd name="connsiteY0" fmla="*/ 184976 h 369952"/>
                <a:gd name="connsiteX1" fmla="*/ 32690 w 65380"/>
                <a:gd name="connsiteY1" fmla="*/ 0 h 369952"/>
                <a:gd name="connsiteX2" fmla="*/ 65380 w 65380"/>
                <a:gd name="connsiteY2" fmla="*/ 184976 h 369952"/>
                <a:gd name="connsiteX3" fmla="*/ 32690 w 65380"/>
                <a:gd name="connsiteY3" fmla="*/ 369952 h 369952"/>
                <a:gd name="connsiteX4" fmla="*/ 0 w 65380"/>
                <a:gd name="connsiteY4" fmla="*/ 184976 h 369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80" h="369952">
                  <a:moveTo>
                    <a:pt x="0" y="184976"/>
                  </a:moveTo>
                  <a:cubicBezTo>
                    <a:pt x="0" y="82817"/>
                    <a:pt x="22185" y="13252"/>
                    <a:pt x="32690" y="0"/>
                  </a:cubicBezTo>
                  <a:cubicBezTo>
                    <a:pt x="35011" y="13252"/>
                    <a:pt x="65380" y="82817"/>
                    <a:pt x="65380" y="184976"/>
                  </a:cubicBezTo>
                  <a:cubicBezTo>
                    <a:pt x="65380" y="287135"/>
                    <a:pt x="37507" y="365534"/>
                    <a:pt x="32690" y="369952"/>
                  </a:cubicBezTo>
                  <a:cubicBezTo>
                    <a:pt x="21565" y="339030"/>
                    <a:pt x="0" y="287135"/>
                    <a:pt x="0" y="184976"/>
                  </a:cubicBezTo>
                  <a:close/>
                </a:path>
              </a:pathLst>
            </a:custGeom>
            <a:solidFill>
              <a:srgbClr val="54C9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pic>
          <p:nvPicPr>
            <p:cNvPr id="1204" name="图片 1203">
              <a:extLst>
                <a:ext uri="{FF2B5EF4-FFF2-40B4-BE49-F238E27FC236}">
                  <a16:creationId xmlns:a16="http://schemas.microsoft.com/office/drawing/2014/main" id="{10EB4481-824E-5EC2-9556-3B658B29A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16365" y="4846194"/>
              <a:ext cx="642047" cy="642047"/>
            </a:xfrm>
            <a:prstGeom prst="rect">
              <a:avLst/>
            </a:prstGeom>
          </p:spPr>
        </p:pic>
        <p:pic>
          <p:nvPicPr>
            <p:cNvPr id="1205" name="图片 1204">
              <a:extLst>
                <a:ext uri="{FF2B5EF4-FFF2-40B4-BE49-F238E27FC236}">
                  <a16:creationId xmlns:a16="http://schemas.microsoft.com/office/drawing/2014/main" id="{D414B425-EE92-4C24-5508-AF0337337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595232" y="4333639"/>
              <a:ext cx="724340" cy="724339"/>
            </a:xfrm>
            <a:prstGeom prst="rect">
              <a:avLst/>
            </a:prstGeom>
          </p:spPr>
        </p:pic>
      </p:grpSp>
      <p:sp>
        <p:nvSpPr>
          <p:cNvPr id="1228" name="文本框 1227">
            <a:extLst>
              <a:ext uri="{FF2B5EF4-FFF2-40B4-BE49-F238E27FC236}">
                <a16:creationId xmlns:a16="http://schemas.microsoft.com/office/drawing/2014/main" id="{B7553899-DB42-DC27-F350-25F60403B9AF}"/>
              </a:ext>
            </a:extLst>
          </p:cNvPr>
          <p:cNvSpPr txBox="1"/>
          <p:nvPr/>
        </p:nvSpPr>
        <p:spPr>
          <a:xfrm>
            <a:off x="4414093" y="3987357"/>
            <a:ext cx="1551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STIX Two Text SemiBold" pitchFamily="2" charset="0"/>
              </a:rPr>
              <a:t>Content Extraction</a:t>
            </a:r>
          </a:p>
        </p:txBody>
      </p:sp>
      <p:sp>
        <p:nvSpPr>
          <p:cNvPr id="1230" name="文本框 1229">
            <a:extLst>
              <a:ext uri="{FF2B5EF4-FFF2-40B4-BE49-F238E27FC236}">
                <a16:creationId xmlns:a16="http://schemas.microsoft.com/office/drawing/2014/main" id="{849A6C38-3C76-469D-FB0A-C9121FDDA32E}"/>
              </a:ext>
            </a:extLst>
          </p:cNvPr>
          <p:cNvSpPr txBox="1"/>
          <p:nvPr/>
        </p:nvSpPr>
        <p:spPr>
          <a:xfrm>
            <a:off x="6130171" y="3987357"/>
            <a:ext cx="19011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STIX Two Text SemiBold" pitchFamily="2" charset="0"/>
              </a:rPr>
              <a:t>Multi-Agent Content Synthesis</a:t>
            </a:r>
          </a:p>
        </p:txBody>
      </p:sp>
      <p:sp>
        <p:nvSpPr>
          <p:cNvPr id="1232" name="文本框 1231">
            <a:extLst>
              <a:ext uri="{FF2B5EF4-FFF2-40B4-BE49-F238E27FC236}">
                <a16:creationId xmlns:a16="http://schemas.microsoft.com/office/drawing/2014/main" id="{BCE0BC43-6999-B34C-8E70-BD92002A649E}"/>
              </a:ext>
            </a:extLst>
          </p:cNvPr>
          <p:cNvSpPr txBox="1"/>
          <p:nvPr/>
        </p:nvSpPr>
        <p:spPr>
          <a:xfrm>
            <a:off x="8128849" y="3987357"/>
            <a:ext cx="22954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STIX Two Text SemiBold" pitchFamily="2" charset="0"/>
              </a:rPr>
              <a:t>Platform-Specific Adaptation</a:t>
            </a:r>
          </a:p>
        </p:txBody>
      </p:sp>
      <p:grpSp>
        <p:nvGrpSpPr>
          <p:cNvPr id="1333" name="组合 1332">
            <a:extLst>
              <a:ext uri="{FF2B5EF4-FFF2-40B4-BE49-F238E27FC236}">
                <a16:creationId xmlns:a16="http://schemas.microsoft.com/office/drawing/2014/main" id="{EAAC2544-EF22-604B-DF0C-261D8DCEBD57}"/>
              </a:ext>
            </a:extLst>
          </p:cNvPr>
          <p:cNvGrpSpPr/>
          <p:nvPr/>
        </p:nvGrpSpPr>
        <p:grpSpPr>
          <a:xfrm>
            <a:off x="4581792" y="4646479"/>
            <a:ext cx="921937" cy="679678"/>
            <a:chOff x="4028945" y="5766479"/>
            <a:chExt cx="1569547" cy="1157114"/>
          </a:xfrm>
        </p:grpSpPr>
        <p:grpSp>
          <p:nvGrpSpPr>
            <p:cNvPr id="1293" name="组合 1292">
              <a:extLst>
                <a:ext uri="{FF2B5EF4-FFF2-40B4-BE49-F238E27FC236}">
                  <a16:creationId xmlns:a16="http://schemas.microsoft.com/office/drawing/2014/main" id="{4B27E4D8-4498-9582-246D-41418014E01E}"/>
                </a:ext>
              </a:extLst>
            </p:cNvPr>
            <p:cNvGrpSpPr/>
            <p:nvPr/>
          </p:nvGrpSpPr>
          <p:grpSpPr>
            <a:xfrm>
              <a:off x="4028945" y="5769319"/>
              <a:ext cx="1569547" cy="1154274"/>
              <a:chOff x="3655039" y="833144"/>
              <a:chExt cx="1313949" cy="966302"/>
            </a:xfrm>
          </p:grpSpPr>
          <p:sp>
            <p:nvSpPr>
              <p:cNvPr id="1294" name="椭圆 1293">
                <a:extLst>
                  <a:ext uri="{FF2B5EF4-FFF2-40B4-BE49-F238E27FC236}">
                    <a16:creationId xmlns:a16="http://schemas.microsoft.com/office/drawing/2014/main" id="{8649E648-5E9F-FE62-CB69-61D1184EEACA}"/>
                  </a:ext>
                </a:extLst>
              </p:cNvPr>
              <p:cNvSpPr/>
              <p:nvPr/>
            </p:nvSpPr>
            <p:spPr>
              <a:xfrm>
                <a:off x="3742889" y="833144"/>
                <a:ext cx="1226099" cy="966302"/>
              </a:xfrm>
              <a:prstGeom prst="ellipse">
                <a:avLst/>
              </a:prstGeom>
              <a:solidFill>
                <a:srgbClr val="CFCFF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295" name="椭圆 1294">
                <a:extLst>
                  <a:ext uri="{FF2B5EF4-FFF2-40B4-BE49-F238E27FC236}">
                    <a16:creationId xmlns:a16="http://schemas.microsoft.com/office/drawing/2014/main" id="{E3CCB39E-3839-96D9-1FFA-E36F65E370C5}"/>
                  </a:ext>
                </a:extLst>
              </p:cNvPr>
              <p:cNvSpPr/>
              <p:nvPr/>
            </p:nvSpPr>
            <p:spPr>
              <a:xfrm>
                <a:off x="3802661" y="1054552"/>
                <a:ext cx="988562" cy="549795"/>
              </a:xfrm>
              <a:prstGeom prst="ellipse">
                <a:avLst/>
              </a:prstGeom>
              <a:solidFill>
                <a:srgbClr val="B4B4E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296" name="椭圆 71">
                <a:extLst>
                  <a:ext uri="{FF2B5EF4-FFF2-40B4-BE49-F238E27FC236}">
                    <a16:creationId xmlns:a16="http://schemas.microsoft.com/office/drawing/2014/main" id="{2082BA75-9A6B-2B17-01D0-E83B2C748600}"/>
                  </a:ext>
                </a:extLst>
              </p:cNvPr>
              <p:cNvSpPr/>
              <p:nvPr/>
            </p:nvSpPr>
            <p:spPr>
              <a:xfrm>
                <a:off x="3980825" y="1660666"/>
                <a:ext cx="117264" cy="22432"/>
              </a:xfrm>
              <a:custGeom>
                <a:avLst/>
                <a:gdLst>
                  <a:gd name="connsiteX0" fmla="*/ 0 w 460123"/>
                  <a:gd name="connsiteY0" fmla="*/ 90726 h 181452"/>
                  <a:gd name="connsiteX1" fmla="*/ 230062 w 460123"/>
                  <a:gd name="connsiteY1" fmla="*/ 0 h 181452"/>
                  <a:gd name="connsiteX2" fmla="*/ 460124 w 460123"/>
                  <a:gd name="connsiteY2" fmla="*/ 90726 h 181452"/>
                  <a:gd name="connsiteX3" fmla="*/ 230062 w 460123"/>
                  <a:gd name="connsiteY3" fmla="*/ 181452 h 181452"/>
                  <a:gd name="connsiteX4" fmla="*/ 0 w 460123"/>
                  <a:gd name="connsiteY4" fmla="*/ 90726 h 181452"/>
                  <a:gd name="connsiteX0" fmla="*/ 0 w 466519"/>
                  <a:gd name="connsiteY0" fmla="*/ 11341 h 102067"/>
                  <a:gd name="connsiteX1" fmla="*/ 460124 w 466519"/>
                  <a:gd name="connsiteY1" fmla="*/ 11341 h 102067"/>
                  <a:gd name="connsiteX2" fmla="*/ 230062 w 466519"/>
                  <a:gd name="connsiteY2" fmla="*/ 102067 h 102067"/>
                  <a:gd name="connsiteX3" fmla="*/ 0 w 466519"/>
                  <a:gd name="connsiteY3" fmla="*/ 11341 h 102067"/>
                  <a:gd name="connsiteX0" fmla="*/ 0 w 467586"/>
                  <a:gd name="connsiteY0" fmla="*/ 11341 h 102110"/>
                  <a:gd name="connsiteX1" fmla="*/ 460124 w 467586"/>
                  <a:gd name="connsiteY1" fmla="*/ 11341 h 102110"/>
                  <a:gd name="connsiteX2" fmla="*/ 230062 w 467586"/>
                  <a:gd name="connsiteY2" fmla="*/ 102067 h 102110"/>
                  <a:gd name="connsiteX3" fmla="*/ 0 w 467586"/>
                  <a:gd name="connsiteY3" fmla="*/ 11341 h 102110"/>
                  <a:gd name="connsiteX0" fmla="*/ 0 w 460155"/>
                  <a:gd name="connsiteY0" fmla="*/ 11341 h 102110"/>
                  <a:gd name="connsiteX1" fmla="*/ 460124 w 460155"/>
                  <a:gd name="connsiteY1" fmla="*/ 11341 h 102110"/>
                  <a:gd name="connsiteX2" fmla="*/ 230062 w 460155"/>
                  <a:gd name="connsiteY2" fmla="*/ 102067 h 102110"/>
                  <a:gd name="connsiteX3" fmla="*/ 0 w 460155"/>
                  <a:gd name="connsiteY3" fmla="*/ 11341 h 102110"/>
                  <a:gd name="connsiteX0" fmla="*/ 460124 w 551564"/>
                  <a:gd name="connsiteY0" fmla="*/ 7143 h 98583"/>
                  <a:gd name="connsiteX1" fmla="*/ 230062 w 551564"/>
                  <a:gd name="connsiteY1" fmla="*/ 97869 h 98583"/>
                  <a:gd name="connsiteX2" fmla="*/ 0 w 551564"/>
                  <a:gd name="connsiteY2" fmla="*/ 7143 h 98583"/>
                  <a:gd name="connsiteX3" fmla="*/ 551564 w 551564"/>
                  <a:gd name="connsiteY3" fmla="*/ 98583 h 98583"/>
                  <a:gd name="connsiteX0" fmla="*/ 460124 w 460155"/>
                  <a:gd name="connsiteY0" fmla="*/ 0 h 90769"/>
                  <a:gd name="connsiteX1" fmla="*/ 230062 w 460155"/>
                  <a:gd name="connsiteY1" fmla="*/ 90726 h 90769"/>
                  <a:gd name="connsiteX2" fmla="*/ 0 w 460155"/>
                  <a:gd name="connsiteY2" fmla="*/ 0 h 90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0155" h="90769">
                    <a:moveTo>
                      <a:pt x="460124" y="0"/>
                    </a:moveTo>
                    <a:cubicBezTo>
                      <a:pt x="461955" y="53221"/>
                      <a:pt x="384109" y="89139"/>
                      <a:pt x="230062" y="90726"/>
                    </a:cubicBezTo>
                    <a:cubicBezTo>
                      <a:pt x="76015" y="92313"/>
                      <a:pt x="0" y="50107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848CA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297" name="椭圆 1296">
                <a:extLst>
                  <a:ext uri="{FF2B5EF4-FFF2-40B4-BE49-F238E27FC236}">
                    <a16:creationId xmlns:a16="http://schemas.microsoft.com/office/drawing/2014/main" id="{872681BC-EA14-F665-90C6-4D0BD90F43EC}"/>
                  </a:ext>
                </a:extLst>
              </p:cNvPr>
              <p:cNvSpPr/>
              <p:nvPr/>
            </p:nvSpPr>
            <p:spPr>
              <a:xfrm flipH="1">
                <a:off x="4038320" y="1698327"/>
                <a:ext cx="53933" cy="5799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1B2B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298" name="矩形 17">
                <a:extLst>
                  <a:ext uri="{FF2B5EF4-FFF2-40B4-BE49-F238E27FC236}">
                    <a16:creationId xmlns:a16="http://schemas.microsoft.com/office/drawing/2014/main" id="{EADB0299-3334-ED4C-52CB-8176D735EDA1}"/>
                  </a:ext>
                </a:extLst>
              </p:cNvPr>
              <p:cNvSpPr/>
              <p:nvPr/>
            </p:nvSpPr>
            <p:spPr>
              <a:xfrm flipH="1">
                <a:off x="4009328" y="1458691"/>
                <a:ext cx="163148" cy="118121"/>
              </a:xfrm>
              <a:custGeom>
                <a:avLst/>
                <a:gdLst>
                  <a:gd name="connsiteX0" fmla="*/ 0 w 455874"/>
                  <a:gd name="connsiteY0" fmla="*/ 0 h 270727"/>
                  <a:gd name="connsiteX1" fmla="*/ 455874 w 455874"/>
                  <a:gd name="connsiteY1" fmla="*/ 0 h 270727"/>
                  <a:gd name="connsiteX2" fmla="*/ 455874 w 455874"/>
                  <a:gd name="connsiteY2" fmla="*/ 270727 h 270727"/>
                  <a:gd name="connsiteX3" fmla="*/ 0 w 455874"/>
                  <a:gd name="connsiteY3" fmla="*/ 270727 h 270727"/>
                  <a:gd name="connsiteX4" fmla="*/ 0 w 455874"/>
                  <a:gd name="connsiteY4" fmla="*/ 0 h 270727"/>
                  <a:gd name="connsiteX0" fmla="*/ 0 w 475752"/>
                  <a:gd name="connsiteY0" fmla="*/ 23853 h 294580"/>
                  <a:gd name="connsiteX1" fmla="*/ 475752 w 475752"/>
                  <a:gd name="connsiteY1" fmla="*/ 0 h 294580"/>
                  <a:gd name="connsiteX2" fmla="*/ 455874 w 475752"/>
                  <a:gd name="connsiteY2" fmla="*/ 294580 h 294580"/>
                  <a:gd name="connsiteX3" fmla="*/ 0 w 475752"/>
                  <a:gd name="connsiteY3" fmla="*/ 294580 h 294580"/>
                  <a:gd name="connsiteX4" fmla="*/ 0 w 475752"/>
                  <a:gd name="connsiteY4" fmla="*/ 23853 h 294580"/>
                  <a:gd name="connsiteX0" fmla="*/ 0 w 475752"/>
                  <a:gd name="connsiteY0" fmla="*/ 23853 h 294580"/>
                  <a:gd name="connsiteX1" fmla="*/ 298174 w 475752"/>
                  <a:gd name="connsiteY1" fmla="*/ 55659 h 294580"/>
                  <a:gd name="connsiteX2" fmla="*/ 475752 w 475752"/>
                  <a:gd name="connsiteY2" fmla="*/ 0 h 294580"/>
                  <a:gd name="connsiteX3" fmla="*/ 455874 w 475752"/>
                  <a:gd name="connsiteY3" fmla="*/ 294580 h 294580"/>
                  <a:gd name="connsiteX4" fmla="*/ 0 w 475752"/>
                  <a:gd name="connsiteY4" fmla="*/ 294580 h 294580"/>
                  <a:gd name="connsiteX5" fmla="*/ 0 w 475752"/>
                  <a:gd name="connsiteY5" fmla="*/ 23853 h 294580"/>
                  <a:gd name="connsiteX0" fmla="*/ 0 w 475752"/>
                  <a:gd name="connsiteY0" fmla="*/ 23853 h 294580"/>
                  <a:gd name="connsiteX1" fmla="*/ 79513 w 475752"/>
                  <a:gd name="connsiteY1" fmla="*/ 51683 h 294580"/>
                  <a:gd name="connsiteX2" fmla="*/ 298174 w 475752"/>
                  <a:gd name="connsiteY2" fmla="*/ 55659 h 294580"/>
                  <a:gd name="connsiteX3" fmla="*/ 475752 w 475752"/>
                  <a:gd name="connsiteY3" fmla="*/ 0 h 294580"/>
                  <a:gd name="connsiteX4" fmla="*/ 455874 w 475752"/>
                  <a:gd name="connsiteY4" fmla="*/ 294580 h 294580"/>
                  <a:gd name="connsiteX5" fmla="*/ 0 w 475752"/>
                  <a:gd name="connsiteY5" fmla="*/ 294580 h 294580"/>
                  <a:gd name="connsiteX6" fmla="*/ 0 w 475752"/>
                  <a:gd name="connsiteY6" fmla="*/ 23853 h 294580"/>
                  <a:gd name="connsiteX0" fmla="*/ 0 w 475752"/>
                  <a:gd name="connsiteY0" fmla="*/ 23853 h 294580"/>
                  <a:gd name="connsiteX1" fmla="*/ 79513 w 475752"/>
                  <a:gd name="connsiteY1" fmla="*/ 51683 h 294580"/>
                  <a:gd name="connsiteX2" fmla="*/ 186856 w 475752"/>
                  <a:gd name="connsiteY2" fmla="*/ 210709 h 294580"/>
                  <a:gd name="connsiteX3" fmla="*/ 298174 w 475752"/>
                  <a:gd name="connsiteY3" fmla="*/ 55659 h 294580"/>
                  <a:gd name="connsiteX4" fmla="*/ 475752 w 475752"/>
                  <a:gd name="connsiteY4" fmla="*/ 0 h 294580"/>
                  <a:gd name="connsiteX5" fmla="*/ 455874 w 475752"/>
                  <a:gd name="connsiteY5" fmla="*/ 294580 h 294580"/>
                  <a:gd name="connsiteX6" fmla="*/ 0 w 475752"/>
                  <a:gd name="connsiteY6" fmla="*/ 294580 h 294580"/>
                  <a:gd name="connsiteX7" fmla="*/ 0 w 475752"/>
                  <a:gd name="connsiteY7" fmla="*/ 23853 h 294580"/>
                  <a:gd name="connsiteX0" fmla="*/ 0 w 475752"/>
                  <a:gd name="connsiteY0" fmla="*/ 23853 h 294580"/>
                  <a:gd name="connsiteX1" fmla="*/ 79513 w 475752"/>
                  <a:gd name="connsiteY1" fmla="*/ 51683 h 294580"/>
                  <a:gd name="connsiteX2" fmla="*/ 186856 w 475752"/>
                  <a:gd name="connsiteY2" fmla="*/ 210709 h 294580"/>
                  <a:gd name="connsiteX3" fmla="*/ 298174 w 475752"/>
                  <a:gd name="connsiteY3" fmla="*/ 55659 h 294580"/>
                  <a:gd name="connsiteX4" fmla="*/ 475752 w 475752"/>
                  <a:gd name="connsiteY4" fmla="*/ 0 h 294580"/>
                  <a:gd name="connsiteX5" fmla="*/ 455874 w 475752"/>
                  <a:gd name="connsiteY5" fmla="*/ 294580 h 294580"/>
                  <a:gd name="connsiteX6" fmla="*/ 0 w 475752"/>
                  <a:gd name="connsiteY6" fmla="*/ 294580 h 294580"/>
                  <a:gd name="connsiteX7" fmla="*/ 0 w 475752"/>
                  <a:gd name="connsiteY7" fmla="*/ 23853 h 294580"/>
                  <a:gd name="connsiteX0" fmla="*/ 0 w 455874"/>
                  <a:gd name="connsiteY0" fmla="*/ 19877 h 290604"/>
                  <a:gd name="connsiteX1" fmla="*/ 79513 w 455874"/>
                  <a:gd name="connsiteY1" fmla="*/ 47707 h 290604"/>
                  <a:gd name="connsiteX2" fmla="*/ 186856 w 455874"/>
                  <a:gd name="connsiteY2" fmla="*/ 206733 h 290604"/>
                  <a:gd name="connsiteX3" fmla="*/ 298174 w 455874"/>
                  <a:gd name="connsiteY3" fmla="*/ 51683 h 290604"/>
                  <a:gd name="connsiteX4" fmla="*/ 455874 w 455874"/>
                  <a:gd name="connsiteY4" fmla="*/ 0 h 290604"/>
                  <a:gd name="connsiteX5" fmla="*/ 455874 w 455874"/>
                  <a:gd name="connsiteY5" fmla="*/ 290604 h 290604"/>
                  <a:gd name="connsiteX6" fmla="*/ 0 w 455874"/>
                  <a:gd name="connsiteY6" fmla="*/ 290604 h 290604"/>
                  <a:gd name="connsiteX7" fmla="*/ 0 w 455874"/>
                  <a:gd name="connsiteY7" fmla="*/ 19877 h 290604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290604 h 326385"/>
                  <a:gd name="connsiteX7" fmla="*/ 0 w 455874"/>
                  <a:gd name="connsiteY7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26385"/>
                  <a:gd name="connsiteX1" fmla="*/ 79513 w 455874"/>
                  <a:gd name="connsiteY1" fmla="*/ 47707 h 326385"/>
                  <a:gd name="connsiteX2" fmla="*/ 186856 w 455874"/>
                  <a:gd name="connsiteY2" fmla="*/ 206733 h 326385"/>
                  <a:gd name="connsiteX3" fmla="*/ 298174 w 455874"/>
                  <a:gd name="connsiteY3" fmla="*/ 51683 h 326385"/>
                  <a:gd name="connsiteX4" fmla="*/ 455874 w 455874"/>
                  <a:gd name="connsiteY4" fmla="*/ 0 h 326385"/>
                  <a:gd name="connsiteX5" fmla="*/ 201432 w 455874"/>
                  <a:gd name="connsiteY5" fmla="*/ 326385 h 326385"/>
                  <a:gd name="connsiteX6" fmla="*/ 0 w 455874"/>
                  <a:gd name="connsiteY6" fmla="*/ 19877 h 326385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86856 w 455874"/>
                  <a:gd name="connsiteY2" fmla="*/ 206733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98174 w 455874"/>
                  <a:gd name="connsiteY3" fmla="*/ 51683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87152 w 455874"/>
                  <a:gd name="connsiteY3" fmla="*/ 55358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87152 w 455874"/>
                  <a:gd name="connsiteY3" fmla="*/ 55358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  <a:gd name="connsiteX0" fmla="*/ 0 w 455874"/>
                  <a:gd name="connsiteY0" fmla="*/ 19877 h 330059"/>
                  <a:gd name="connsiteX1" fmla="*/ 79513 w 455874"/>
                  <a:gd name="connsiteY1" fmla="*/ 47707 h 330059"/>
                  <a:gd name="connsiteX2" fmla="*/ 172159 w 455874"/>
                  <a:gd name="connsiteY2" fmla="*/ 210407 h 330059"/>
                  <a:gd name="connsiteX3" fmla="*/ 287152 w 455874"/>
                  <a:gd name="connsiteY3" fmla="*/ 55358 h 330059"/>
                  <a:gd name="connsiteX4" fmla="*/ 455874 w 455874"/>
                  <a:gd name="connsiteY4" fmla="*/ 0 h 330059"/>
                  <a:gd name="connsiteX5" fmla="*/ 175714 w 455874"/>
                  <a:gd name="connsiteY5" fmla="*/ 330059 h 330059"/>
                  <a:gd name="connsiteX6" fmla="*/ 0 w 455874"/>
                  <a:gd name="connsiteY6" fmla="*/ 19877 h 33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874" h="330059">
                    <a:moveTo>
                      <a:pt x="0" y="19877"/>
                    </a:moveTo>
                    <a:cubicBezTo>
                      <a:pt x="41321" y="44564"/>
                      <a:pt x="37165" y="31384"/>
                      <a:pt x="79513" y="47707"/>
                    </a:cubicBezTo>
                    <a:cubicBezTo>
                      <a:pt x="113306" y="100108"/>
                      <a:pt x="127765" y="169988"/>
                      <a:pt x="172159" y="210407"/>
                    </a:cubicBezTo>
                    <a:cubicBezTo>
                      <a:pt x="230647" y="155411"/>
                      <a:pt x="246231" y="132821"/>
                      <a:pt x="287152" y="55358"/>
                    </a:cubicBezTo>
                    <a:lnTo>
                      <a:pt x="455874" y="0"/>
                    </a:lnTo>
                    <a:cubicBezTo>
                      <a:pt x="362487" y="110020"/>
                      <a:pt x="291146" y="216365"/>
                      <a:pt x="175714" y="330059"/>
                    </a:cubicBezTo>
                    <a:cubicBezTo>
                      <a:pt x="84772" y="233373"/>
                      <a:pt x="54313" y="171317"/>
                      <a:pt x="0" y="19877"/>
                    </a:cubicBezTo>
                    <a:close/>
                  </a:path>
                </a:pathLst>
              </a:custGeom>
              <a:solidFill>
                <a:srgbClr val="69F3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299" name="矩形 2">
                <a:extLst>
                  <a:ext uri="{FF2B5EF4-FFF2-40B4-BE49-F238E27FC236}">
                    <a16:creationId xmlns:a16="http://schemas.microsoft.com/office/drawing/2014/main" id="{C128C53F-BD14-6777-3669-91254FA25B03}"/>
                  </a:ext>
                </a:extLst>
              </p:cNvPr>
              <p:cNvSpPr/>
              <p:nvPr/>
            </p:nvSpPr>
            <p:spPr>
              <a:xfrm flipH="1">
                <a:off x="3871306" y="1424082"/>
                <a:ext cx="86517" cy="140359"/>
              </a:xfrm>
              <a:custGeom>
                <a:avLst/>
                <a:gdLst>
                  <a:gd name="connsiteX0" fmla="*/ 0 w 267648"/>
                  <a:gd name="connsiteY0" fmla="*/ 0 h 363451"/>
                  <a:gd name="connsiteX1" fmla="*/ 267648 w 267648"/>
                  <a:gd name="connsiteY1" fmla="*/ 0 h 363451"/>
                  <a:gd name="connsiteX2" fmla="*/ 267648 w 267648"/>
                  <a:gd name="connsiteY2" fmla="*/ 363451 h 363451"/>
                  <a:gd name="connsiteX3" fmla="*/ 0 w 267648"/>
                  <a:gd name="connsiteY3" fmla="*/ 363451 h 363451"/>
                  <a:gd name="connsiteX4" fmla="*/ 0 w 267648"/>
                  <a:gd name="connsiteY4" fmla="*/ 0 h 363451"/>
                  <a:gd name="connsiteX0" fmla="*/ 163002 w 267648"/>
                  <a:gd name="connsiteY0" fmla="*/ 0 h 379354"/>
                  <a:gd name="connsiteX1" fmla="*/ 267648 w 267648"/>
                  <a:gd name="connsiteY1" fmla="*/ 15903 h 379354"/>
                  <a:gd name="connsiteX2" fmla="*/ 267648 w 267648"/>
                  <a:gd name="connsiteY2" fmla="*/ 379354 h 379354"/>
                  <a:gd name="connsiteX3" fmla="*/ 0 w 267648"/>
                  <a:gd name="connsiteY3" fmla="*/ 379354 h 379354"/>
                  <a:gd name="connsiteX4" fmla="*/ 163002 w 267648"/>
                  <a:gd name="connsiteY4" fmla="*/ 0 h 379354"/>
                  <a:gd name="connsiteX0" fmla="*/ 163002 w 267648"/>
                  <a:gd name="connsiteY0" fmla="*/ 1 h 379355"/>
                  <a:gd name="connsiteX1" fmla="*/ 267648 w 267648"/>
                  <a:gd name="connsiteY1" fmla="*/ 15904 h 379355"/>
                  <a:gd name="connsiteX2" fmla="*/ 267648 w 267648"/>
                  <a:gd name="connsiteY2" fmla="*/ 379355 h 379355"/>
                  <a:gd name="connsiteX3" fmla="*/ 0 w 267648"/>
                  <a:gd name="connsiteY3" fmla="*/ 379355 h 379355"/>
                  <a:gd name="connsiteX4" fmla="*/ 163002 w 267648"/>
                  <a:gd name="connsiteY4" fmla="*/ 1 h 379355"/>
                  <a:gd name="connsiteX0" fmla="*/ 107342 w 211988"/>
                  <a:gd name="connsiteY0" fmla="*/ 1 h 387307"/>
                  <a:gd name="connsiteX1" fmla="*/ 211988 w 211988"/>
                  <a:gd name="connsiteY1" fmla="*/ 15904 h 387307"/>
                  <a:gd name="connsiteX2" fmla="*/ 211988 w 211988"/>
                  <a:gd name="connsiteY2" fmla="*/ 379355 h 387307"/>
                  <a:gd name="connsiteX3" fmla="*/ 0 w 211988"/>
                  <a:gd name="connsiteY3" fmla="*/ 387307 h 387307"/>
                  <a:gd name="connsiteX4" fmla="*/ 107342 w 211988"/>
                  <a:gd name="connsiteY4" fmla="*/ 1 h 387307"/>
                  <a:gd name="connsiteX0" fmla="*/ 164860 w 269506"/>
                  <a:gd name="connsiteY0" fmla="*/ 1 h 387307"/>
                  <a:gd name="connsiteX1" fmla="*/ 269506 w 269506"/>
                  <a:gd name="connsiteY1" fmla="*/ 15904 h 387307"/>
                  <a:gd name="connsiteX2" fmla="*/ 269506 w 269506"/>
                  <a:gd name="connsiteY2" fmla="*/ 379355 h 387307"/>
                  <a:gd name="connsiteX3" fmla="*/ 57518 w 269506"/>
                  <a:gd name="connsiteY3" fmla="*/ 387307 h 387307"/>
                  <a:gd name="connsiteX4" fmla="*/ 164860 w 269506"/>
                  <a:gd name="connsiteY4" fmla="*/ 1 h 387307"/>
                  <a:gd name="connsiteX0" fmla="*/ 164860 w 269506"/>
                  <a:gd name="connsiteY0" fmla="*/ 1 h 387307"/>
                  <a:gd name="connsiteX1" fmla="*/ 221798 w 269506"/>
                  <a:gd name="connsiteY1" fmla="*/ 59636 h 387307"/>
                  <a:gd name="connsiteX2" fmla="*/ 269506 w 269506"/>
                  <a:gd name="connsiteY2" fmla="*/ 379355 h 387307"/>
                  <a:gd name="connsiteX3" fmla="*/ 57518 w 269506"/>
                  <a:gd name="connsiteY3" fmla="*/ 387307 h 387307"/>
                  <a:gd name="connsiteX4" fmla="*/ 164860 w 269506"/>
                  <a:gd name="connsiteY4" fmla="*/ 1 h 387307"/>
                  <a:gd name="connsiteX0" fmla="*/ 164860 w 221798"/>
                  <a:gd name="connsiteY0" fmla="*/ 1 h 387307"/>
                  <a:gd name="connsiteX1" fmla="*/ 221798 w 221798"/>
                  <a:gd name="connsiteY1" fmla="*/ 59636 h 387307"/>
                  <a:gd name="connsiteX2" fmla="*/ 166139 w 221798"/>
                  <a:gd name="connsiteY2" fmla="*/ 351525 h 387307"/>
                  <a:gd name="connsiteX3" fmla="*/ 57518 w 221798"/>
                  <a:gd name="connsiteY3" fmla="*/ 387307 h 387307"/>
                  <a:gd name="connsiteX4" fmla="*/ 164860 w 221798"/>
                  <a:gd name="connsiteY4" fmla="*/ 1 h 387307"/>
                  <a:gd name="connsiteX0" fmla="*/ 164860 w 226943"/>
                  <a:gd name="connsiteY0" fmla="*/ 1 h 387307"/>
                  <a:gd name="connsiteX1" fmla="*/ 221798 w 226943"/>
                  <a:gd name="connsiteY1" fmla="*/ 59636 h 387307"/>
                  <a:gd name="connsiteX2" fmla="*/ 166139 w 226943"/>
                  <a:gd name="connsiteY2" fmla="*/ 351525 h 387307"/>
                  <a:gd name="connsiteX3" fmla="*/ 57518 w 226943"/>
                  <a:gd name="connsiteY3" fmla="*/ 387307 h 387307"/>
                  <a:gd name="connsiteX4" fmla="*/ 164860 w 226943"/>
                  <a:gd name="connsiteY4" fmla="*/ 1 h 387307"/>
                  <a:gd name="connsiteX0" fmla="*/ 164860 w 248859"/>
                  <a:gd name="connsiteY0" fmla="*/ 1 h 387307"/>
                  <a:gd name="connsiteX1" fmla="*/ 221798 w 248859"/>
                  <a:gd name="connsiteY1" fmla="*/ 59636 h 387307"/>
                  <a:gd name="connsiteX2" fmla="*/ 166139 w 248859"/>
                  <a:gd name="connsiteY2" fmla="*/ 351525 h 387307"/>
                  <a:gd name="connsiteX3" fmla="*/ 57518 w 248859"/>
                  <a:gd name="connsiteY3" fmla="*/ 387307 h 387307"/>
                  <a:gd name="connsiteX4" fmla="*/ 164860 w 248859"/>
                  <a:gd name="connsiteY4" fmla="*/ 1 h 387307"/>
                  <a:gd name="connsiteX0" fmla="*/ 164860 w 238976"/>
                  <a:gd name="connsiteY0" fmla="*/ 1 h 387307"/>
                  <a:gd name="connsiteX1" fmla="*/ 221798 w 238976"/>
                  <a:gd name="connsiteY1" fmla="*/ 59636 h 387307"/>
                  <a:gd name="connsiteX2" fmla="*/ 166139 w 238976"/>
                  <a:gd name="connsiteY2" fmla="*/ 351525 h 387307"/>
                  <a:gd name="connsiteX3" fmla="*/ 57518 w 238976"/>
                  <a:gd name="connsiteY3" fmla="*/ 387307 h 387307"/>
                  <a:gd name="connsiteX4" fmla="*/ 164860 w 238976"/>
                  <a:gd name="connsiteY4" fmla="*/ 1 h 387307"/>
                  <a:gd name="connsiteX0" fmla="*/ 164860 w 238976"/>
                  <a:gd name="connsiteY0" fmla="*/ 1 h 391265"/>
                  <a:gd name="connsiteX1" fmla="*/ 221798 w 238976"/>
                  <a:gd name="connsiteY1" fmla="*/ 59636 h 391265"/>
                  <a:gd name="connsiteX2" fmla="*/ 166139 w 238976"/>
                  <a:gd name="connsiteY2" fmla="*/ 351525 h 391265"/>
                  <a:gd name="connsiteX3" fmla="*/ 57518 w 238976"/>
                  <a:gd name="connsiteY3" fmla="*/ 387307 h 391265"/>
                  <a:gd name="connsiteX4" fmla="*/ 164860 w 238976"/>
                  <a:gd name="connsiteY4" fmla="*/ 1 h 391265"/>
                  <a:gd name="connsiteX0" fmla="*/ 164860 w 249601"/>
                  <a:gd name="connsiteY0" fmla="*/ 1 h 391265"/>
                  <a:gd name="connsiteX1" fmla="*/ 221798 w 249601"/>
                  <a:gd name="connsiteY1" fmla="*/ 59636 h 391265"/>
                  <a:gd name="connsiteX2" fmla="*/ 166139 w 249601"/>
                  <a:gd name="connsiteY2" fmla="*/ 351525 h 391265"/>
                  <a:gd name="connsiteX3" fmla="*/ 57518 w 249601"/>
                  <a:gd name="connsiteY3" fmla="*/ 387307 h 391265"/>
                  <a:gd name="connsiteX4" fmla="*/ 164860 w 249601"/>
                  <a:gd name="connsiteY4" fmla="*/ 1 h 391265"/>
                  <a:gd name="connsiteX0" fmla="*/ 164860 w 242564"/>
                  <a:gd name="connsiteY0" fmla="*/ 1 h 391265"/>
                  <a:gd name="connsiteX1" fmla="*/ 221798 w 242564"/>
                  <a:gd name="connsiteY1" fmla="*/ 59636 h 391265"/>
                  <a:gd name="connsiteX2" fmla="*/ 166139 w 242564"/>
                  <a:gd name="connsiteY2" fmla="*/ 351525 h 391265"/>
                  <a:gd name="connsiteX3" fmla="*/ 57518 w 242564"/>
                  <a:gd name="connsiteY3" fmla="*/ 387307 h 391265"/>
                  <a:gd name="connsiteX4" fmla="*/ 164860 w 242564"/>
                  <a:gd name="connsiteY4" fmla="*/ 1 h 391265"/>
                  <a:gd name="connsiteX0" fmla="*/ 164860 w 239215"/>
                  <a:gd name="connsiteY0" fmla="*/ 1 h 391265"/>
                  <a:gd name="connsiteX1" fmla="*/ 221798 w 239215"/>
                  <a:gd name="connsiteY1" fmla="*/ 59636 h 391265"/>
                  <a:gd name="connsiteX2" fmla="*/ 166139 w 239215"/>
                  <a:gd name="connsiteY2" fmla="*/ 351525 h 391265"/>
                  <a:gd name="connsiteX3" fmla="*/ 57518 w 239215"/>
                  <a:gd name="connsiteY3" fmla="*/ 387307 h 391265"/>
                  <a:gd name="connsiteX4" fmla="*/ 164860 w 239215"/>
                  <a:gd name="connsiteY4" fmla="*/ 1 h 391265"/>
                  <a:gd name="connsiteX0" fmla="*/ 164860 w 235452"/>
                  <a:gd name="connsiteY0" fmla="*/ 1 h 392193"/>
                  <a:gd name="connsiteX1" fmla="*/ 221798 w 235452"/>
                  <a:gd name="connsiteY1" fmla="*/ 59636 h 392193"/>
                  <a:gd name="connsiteX2" fmla="*/ 145655 w 235452"/>
                  <a:gd name="connsiteY2" fmla="*/ 361768 h 392193"/>
                  <a:gd name="connsiteX3" fmla="*/ 57518 w 235452"/>
                  <a:gd name="connsiteY3" fmla="*/ 387307 h 392193"/>
                  <a:gd name="connsiteX4" fmla="*/ 164860 w 235452"/>
                  <a:gd name="connsiteY4" fmla="*/ 1 h 392193"/>
                  <a:gd name="connsiteX0" fmla="*/ 164860 w 241749"/>
                  <a:gd name="connsiteY0" fmla="*/ 1 h 392195"/>
                  <a:gd name="connsiteX1" fmla="*/ 221798 w 241749"/>
                  <a:gd name="connsiteY1" fmla="*/ 59636 h 392195"/>
                  <a:gd name="connsiteX2" fmla="*/ 145655 w 241749"/>
                  <a:gd name="connsiteY2" fmla="*/ 361768 h 392195"/>
                  <a:gd name="connsiteX3" fmla="*/ 57518 w 241749"/>
                  <a:gd name="connsiteY3" fmla="*/ 387307 h 392195"/>
                  <a:gd name="connsiteX4" fmla="*/ 164860 w 241749"/>
                  <a:gd name="connsiteY4" fmla="*/ 1 h 392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749" h="392195">
                    <a:moveTo>
                      <a:pt x="164860" y="1"/>
                    </a:moveTo>
                    <a:lnTo>
                      <a:pt x="221798" y="59636"/>
                    </a:lnTo>
                    <a:cubicBezTo>
                      <a:pt x="260656" y="97232"/>
                      <a:pt x="246552" y="336767"/>
                      <a:pt x="145655" y="361768"/>
                    </a:cubicBezTo>
                    <a:cubicBezTo>
                      <a:pt x="109448" y="373695"/>
                      <a:pt x="77850" y="403955"/>
                      <a:pt x="57518" y="387307"/>
                    </a:cubicBezTo>
                    <a:cubicBezTo>
                      <a:pt x="-39223" y="320491"/>
                      <a:pt x="-20671" y="-769"/>
                      <a:pt x="164860" y="1"/>
                    </a:cubicBezTo>
                    <a:close/>
                  </a:path>
                </a:pathLst>
              </a:custGeom>
              <a:solidFill>
                <a:srgbClr val="BFC7E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0" name="矩形 2">
                <a:extLst>
                  <a:ext uri="{FF2B5EF4-FFF2-40B4-BE49-F238E27FC236}">
                    <a16:creationId xmlns:a16="http://schemas.microsoft.com/office/drawing/2014/main" id="{27DC2C6D-05FE-251B-3EBC-5138559DA309}"/>
                  </a:ext>
                </a:extLst>
              </p:cNvPr>
              <p:cNvSpPr/>
              <p:nvPr/>
            </p:nvSpPr>
            <p:spPr>
              <a:xfrm flipH="1">
                <a:off x="3877579" y="1430643"/>
                <a:ext cx="72981" cy="102006"/>
              </a:xfrm>
              <a:custGeom>
                <a:avLst/>
                <a:gdLst>
                  <a:gd name="connsiteX0" fmla="*/ 0 w 267648"/>
                  <a:gd name="connsiteY0" fmla="*/ 0 h 363451"/>
                  <a:gd name="connsiteX1" fmla="*/ 267648 w 267648"/>
                  <a:gd name="connsiteY1" fmla="*/ 0 h 363451"/>
                  <a:gd name="connsiteX2" fmla="*/ 267648 w 267648"/>
                  <a:gd name="connsiteY2" fmla="*/ 363451 h 363451"/>
                  <a:gd name="connsiteX3" fmla="*/ 0 w 267648"/>
                  <a:gd name="connsiteY3" fmla="*/ 363451 h 363451"/>
                  <a:gd name="connsiteX4" fmla="*/ 0 w 267648"/>
                  <a:gd name="connsiteY4" fmla="*/ 0 h 363451"/>
                  <a:gd name="connsiteX0" fmla="*/ 163002 w 267648"/>
                  <a:gd name="connsiteY0" fmla="*/ 0 h 379354"/>
                  <a:gd name="connsiteX1" fmla="*/ 267648 w 267648"/>
                  <a:gd name="connsiteY1" fmla="*/ 15903 h 379354"/>
                  <a:gd name="connsiteX2" fmla="*/ 267648 w 267648"/>
                  <a:gd name="connsiteY2" fmla="*/ 379354 h 379354"/>
                  <a:gd name="connsiteX3" fmla="*/ 0 w 267648"/>
                  <a:gd name="connsiteY3" fmla="*/ 379354 h 379354"/>
                  <a:gd name="connsiteX4" fmla="*/ 163002 w 267648"/>
                  <a:gd name="connsiteY4" fmla="*/ 0 h 379354"/>
                  <a:gd name="connsiteX0" fmla="*/ 163002 w 267648"/>
                  <a:gd name="connsiteY0" fmla="*/ 1 h 379355"/>
                  <a:gd name="connsiteX1" fmla="*/ 267648 w 267648"/>
                  <a:gd name="connsiteY1" fmla="*/ 15904 h 379355"/>
                  <a:gd name="connsiteX2" fmla="*/ 267648 w 267648"/>
                  <a:gd name="connsiteY2" fmla="*/ 379355 h 379355"/>
                  <a:gd name="connsiteX3" fmla="*/ 0 w 267648"/>
                  <a:gd name="connsiteY3" fmla="*/ 379355 h 379355"/>
                  <a:gd name="connsiteX4" fmla="*/ 163002 w 267648"/>
                  <a:gd name="connsiteY4" fmla="*/ 1 h 379355"/>
                  <a:gd name="connsiteX0" fmla="*/ 107342 w 211988"/>
                  <a:gd name="connsiteY0" fmla="*/ 1 h 387307"/>
                  <a:gd name="connsiteX1" fmla="*/ 211988 w 211988"/>
                  <a:gd name="connsiteY1" fmla="*/ 15904 h 387307"/>
                  <a:gd name="connsiteX2" fmla="*/ 211988 w 211988"/>
                  <a:gd name="connsiteY2" fmla="*/ 379355 h 387307"/>
                  <a:gd name="connsiteX3" fmla="*/ 0 w 211988"/>
                  <a:gd name="connsiteY3" fmla="*/ 387307 h 387307"/>
                  <a:gd name="connsiteX4" fmla="*/ 107342 w 211988"/>
                  <a:gd name="connsiteY4" fmla="*/ 1 h 387307"/>
                  <a:gd name="connsiteX0" fmla="*/ 164860 w 269506"/>
                  <a:gd name="connsiteY0" fmla="*/ 1 h 387307"/>
                  <a:gd name="connsiteX1" fmla="*/ 269506 w 269506"/>
                  <a:gd name="connsiteY1" fmla="*/ 15904 h 387307"/>
                  <a:gd name="connsiteX2" fmla="*/ 269506 w 269506"/>
                  <a:gd name="connsiteY2" fmla="*/ 379355 h 387307"/>
                  <a:gd name="connsiteX3" fmla="*/ 57518 w 269506"/>
                  <a:gd name="connsiteY3" fmla="*/ 387307 h 387307"/>
                  <a:gd name="connsiteX4" fmla="*/ 164860 w 269506"/>
                  <a:gd name="connsiteY4" fmla="*/ 1 h 387307"/>
                  <a:gd name="connsiteX0" fmla="*/ 164860 w 269506"/>
                  <a:gd name="connsiteY0" fmla="*/ 1 h 387307"/>
                  <a:gd name="connsiteX1" fmla="*/ 221798 w 269506"/>
                  <a:gd name="connsiteY1" fmla="*/ 59636 h 387307"/>
                  <a:gd name="connsiteX2" fmla="*/ 269506 w 269506"/>
                  <a:gd name="connsiteY2" fmla="*/ 379355 h 387307"/>
                  <a:gd name="connsiteX3" fmla="*/ 57518 w 269506"/>
                  <a:gd name="connsiteY3" fmla="*/ 387307 h 387307"/>
                  <a:gd name="connsiteX4" fmla="*/ 164860 w 269506"/>
                  <a:gd name="connsiteY4" fmla="*/ 1 h 387307"/>
                  <a:gd name="connsiteX0" fmla="*/ 164860 w 221798"/>
                  <a:gd name="connsiteY0" fmla="*/ 1 h 387307"/>
                  <a:gd name="connsiteX1" fmla="*/ 221798 w 221798"/>
                  <a:gd name="connsiteY1" fmla="*/ 59636 h 387307"/>
                  <a:gd name="connsiteX2" fmla="*/ 166139 w 221798"/>
                  <a:gd name="connsiteY2" fmla="*/ 351525 h 387307"/>
                  <a:gd name="connsiteX3" fmla="*/ 57518 w 221798"/>
                  <a:gd name="connsiteY3" fmla="*/ 387307 h 387307"/>
                  <a:gd name="connsiteX4" fmla="*/ 164860 w 221798"/>
                  <a:gd name="connsiteY4" fmla="*/ 1 h 387307"/>
                  <a:gd name="connsiteX0" fmla="*/ 164860 w 226943"/>
                  <a:gd name="connsiteY0" fmla="*/ 1 h 387307"/>
                  <a:gd name="connsiteX1" fmla="*/ 221798 w 226943"/>
                  <a:gd name="connsiteY1" fmla="*/ 59636 h 387307"/>
                  <a:gd name="connsiteX2" fmla="*/ 166139 w 226943"/>
                  <a:gd name="connsiteY2" fmla="*/ 351525 h 387307"/>
                  <a:gd name="connsiteX3" fmla="*/ 57518 w 226943"/>
                  <a:gd name="connsiteY3" fmla="*/ 387307 h 387307"/>
                  <a:gd name="connsiteX4" fmla="*/ 164860 w 226943"/>
                  <a:gd name="connsiteY4" fmla="*/ 1 h 387307"/>
                  <a:gd name="connsiteX0" fmla="*/ 164860 w 248859"/>
                  <a:gd name="connsiteY0" fmla="*/ 1 h 387307"/>
                  <a:gd name="connsiteX1" fmla="*/ 221798 w 248859"/>
                  <a:gd name="connsiteY1" fmla="*/ 59636 h 387307"/>
                  <a:gd name="connsiteX2" fmla="*/ 166139 w 248859"/>
                  <a:gd name="connsiteY2" fmla="*/ 351525 h 387307"/>
                  <a:gd name="connsiteX3" fmla="*/ 57518 w 248859"/>
                  <a:gd name="connsiteY3" fmla="*/ 387307 h 387307"/>
                  <a:gd name="connsiteX4" fmla="*/ 164860 w 248859"/>
                  <a:gd name="connsiteY4" fmla="*/ 1 h 387307"/>
                  <a:gd name="connsiteX0" fmla="*/ 164860 w 238976"/>
                  <a:gd name="connsiteY0" fmla="*/ 1 h 387307"/>
                  <a:gd name="connsiteX1" fmla="*/ 221798 w 238976"/>
                  <a:gd name="connsiteY1" fmla="*/ 59636 h 387307"/>
                  <a:gd name="connsiteX2" fmla="*/ 166139 w 238976"/>
                  <a:gd name="connsiteY2" fmla="*/ 351525 h 387307"/>
                  <a:gd name="connsiteX3" fmla="*/ 57518 w 238976"/>
                  <a:gd name="connsiteY3" fmla="*/ 387307 h 387307"/>
                  <a:gd name="connsiteX4" fmla="*/ 164860 w 238976"/>
                  <a:gd name="connsiteY4" fmla="*/ 1 h 387307"/>
                  <a:gd name="connsiteX0" fmla="*/ 164860 w 238976"/>
                  <a:gd name="connsiteY0" fmla="*/ 1 h 391265"/>
                  <a:gd name="connsiteX1" fmla="*/ 221798 w 238976"/>
                  <a:gd name="connsiteY1" fmla="*/ 59636 h 391265"/>
                  <a:gd name="connsiteX2" fmla="*/ 166139 w 238976"/>
                  <a:gd name="connsiteY2" fmla="*/ 351525 h 391265"/>
                  <a:gd name="connsiteX3" fmla="*/ 57518 w 238976"/>
                  <a:gd name="connsiteY3" fmla="*/ 387307 h 391265"/>
                  <a:gd name="connsiteX4" fmla="*/ 164860 w 238976"/>
                  <a:gd name="connsiteY4" fmla="*/ 1 h 391265"/>
                  <a:gd name="connsiteX0" fmla="*/ 207316 w 281432"/>
                  <a:gd name="connsiteY0" fmla="*/ 3 h 352835"/>
                  <a:gd name="connsiteX1" fmla="*/ 264254 w 281432"/>
                  <a:gd name="connsiteY1" fmla="*/ 59638 h 352835"/>
                  <a:gd name="connsiteX2" fmla="*/ 208595 w 281432"/>
                  <a:gd name="connsiteY2" fmla="*/ 351527 h 352835"/>
                  <a:gd name="connsiteX3" fmla="*/ 42036 w 281432"/>
                  <a:gd name="connsiteY3" fmla="*/ 273681 h 352835"/>
                  <a:gd name="connsiteX4" fmla="*/ 207316 w 281432"/>
                  <a:gd name="connsiteY4" fmla="*/ 3 h 352835"/>
                  <a:gd name="connsiteX0" fmla="*/ 166648 w 240764"/>
                  <a:gd name="connsiteY0" fmla="*/ 3 h 352835"/>
                  <a:gd name="connsiteX1" fmla="*/ 223586 w 240764"/>
                  <a:gd name="connsiteY1" fmla="*/ 59638 h 352835"/>
                  <a:gd name="connsiteX2" fmla="*/ 167927 w 240764"/>
                  <a:gd name="connsiteY2" fmla="*/ 351527 h 352835"/>
                  <a:gd name="connsiteX3" fmla="*/ 1368 w 240764"/>
                  <a:gd name="connsiteY3" fmla="*/ 273681 h 352835"/>
                  <a:gd name="connsiteX4" fmla="*/ 166648 w 240764"/>
                  <a:gd name="connsiteY4" fmla="*/ 3 h 352835"/>
                  <a:gd name="connsiteX0" fmla="*/ 165409 w 239525"/>
                  <a:gd name="connsiteY0" fmla="*/ 0 h 352832"/>
                  <a:gd name="connsiteX1" fmla="*/ 222347 w 239525"/>
                  <a:gd name="connsiteY1" fmla="*/ 59635 h 352832"/>
                  <a:gd name="connsiteX2" fmla="*/ 166688 w 239525"/>
                  <a:gd name="connsiteY2" fmla="*/ 351524 h 352832"/>
                  <a:gd name="connsiteX3" fmla="*/ 129 w 239525"/>
                  <a:gd name="connsiteY3" fmla="*/ 273678 h 352832"/>
                  <a:gd name="connsiteX4" fmla="*/ 165409 w 239525"/>
                  <a:gd name="connsiteY4" fmla="*/ 0 h 352832"/>
                  <a:gd name="connsiteX0" fmla="*/ 165918 w 240034"/>
                  <a:gd name="connsiteY0" fmla="*/ 0 h 352832"/>
                  <a:gd name="connsiteX1" fmla="*/ 222856 w 240034"/>
                  <a:gd name="connsiteY1" fmla="*/ 59635 h 352832"/>
                  <a:gd name="connsiteX2" fmla="*/ 167197 w 240034"/>
                  <a:gd name="connsiteY2" fmla="*/ 351524 h 352832"/>
                  <a:gd name="connsiteX3" fmla="*/ 638 w 240034"/>
                  <a:gd name="connsiteY3" fmla="*/ 273678 h 352832"/>
                  <a:gd name="connsiteX4" fmla="*/ 165918 w 240034"/>
                  <a:gd name="connsiteY4" fmla="*/ 0 h 352832"/>
                  <a:gd name="connsiteX0" fmla="*/ 160984 w 235100"/>
                  <a:gd name="connsiteY0" fmla="*/ 0 h 352679"/>
                  <a:gd name="connsiteX1" fmla="*/ 217922 w 235100"/>
                  <a:gd name="connsiteY1" fmla="*/ 59635 h 352679"/>
                  <a:gd name="connsiteX2" fmla="*/ 162263 w 235100"/>
                  <a:gd name="connsiteY2" fmla="*/ 351524 h 352679"/>
                  <a:gd name="connsiteX3" fmla="*/ 972 w 235100"/>
                  <a:gd name="connsiteY3" fmla="*/ 262856 h 352679"/>
                  <a:gd name="connsiteX4" fmla="*/ 160984 w 235100"/>
                  <a:gd name="connsiteY4" fmla="*/ 0 h 352679"/>
                  <a:gd name="connsiteX0" fmla="*/ 160984 w 221097"/>
                  <a:gd name="connsiteY0" fmla="*/ 0 h 281424"/>
                  <a:gd name="connsiteX1" fmla="*/ 217922 w 221097"/>
                  <a:gd name="connsiteY1" fmla="*/ 59635 h 281424"/>
                  <a:gd name="connsiteX2" fmla="*/ 99058 w 221097"/>
                  <a:gd name="connsiteY2" fmla="*/ 275771 h 281424"/>
                  <a:gd name="connsiteX3" fmla="*/ 972 w 221097"/>
                  <a:gd name="connsiteY3" fmla="*/ 262856 h 281424"/>
                  <a:gd name="connsiteX4" fmla="*/ 160984 w 221097"/>
                  <a:gd name="connsiteY4" fmla="*/ 0 h 281424"/>
                  <a:gd name="connsiteX0" fmla="*/ 155629 w 215742"/>
                  <a:gd name="connsiteY0" fmla="*/ 0 h 309781"/>
                  <a:gd name="connsiteX1" fmla="*/ 212567 w 215742"/>
                  <a:gd name="connsiteY1" fmla="*/ 59635 h 309781"/>
                  <a:gd name="connsiteX2" fmla="*/ 93703 w 215742"/>
                  <a:gd name="connsiteY2" fmla="*/ 275771 h 309781"/>
                  <a:gd name="connsiteX3" fmla="*/ 1519 w 215742"/>
                  <a:gd name="connsiteY3" fmla="*/ 305302 h 309781"/>
                  <a:gd name="connsiteX4" fmla="*/ 155629 w 215742"/>
                  <a:gd name="connsiteY4" fmla="*/ 0 h 309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742" h="309781">
                    <a:moveTo>
                      <a:pt x="155629" y="0"/>
                    </a:moveTo>
                    <a:lnTo>
                      <a:pt x="212567" y="59635"/>
                    </a:lnTo>
                    <a:cubicBezTo>
                      <a:pt x="225820" y="133077"/>
                      <a:pt x="199720" y="158597"/>
                      <a:pt x="93703" y="275771"/>
                    </a:cubicBezTo>
                    <a:cubicBezTo>
                      <a:pt x="57496" y="287698"/>
                      <a:pt x="44076" y="321950"/>
                      <a:pt x="1519" y="305302"/>
                    </a:cubicBezTo>
                    <a:cubicBezTo>
                      <a:pt x="-416" y="233075"/>
                      <a:pt x="-19368" y="20873"/>
                      <a:pt x="155629" y="0"/>
                    </a:cubicBezTo>
                    <a:close/>
                  </a:path>
                </a:pathLst>
              </a:custGeom>
              <a:solidFill>
                <a:srgbClr val="ECF1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1" name="椭圆 1300">
                <a:extLst>
                  <a:ext uri="{FF2B5EF4-FFF2-40B4-BE49-F238E27FC236}">
                    <a16:creationId xmlns:a16="http://schemas.microsoft.com/office/drawing/2014/main" id="{2CDFB505-7279-18D2-18B8-4B66EB22DF1D}"/>
                  </a:ext>
                </a:extLst>
              </p:cNvPr>
              <p:cNvSpPr/>
              <p:nvPr/>
            </p:nvSpPr>
            <p:spPr>
              <a:xfrm rot="20910958" flipH="1">
                <a:off x="3874052" y="1441061"/>
                <a:ext cx="49458" cy="106355"/>
              </a:xfrm>
              <a:prstGeom prst="ellipse">
                <a:avLst/>
              </a:prstGeom>
              <a:solidFill>
                <a:srgbClr val="9AA3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2" name="椭圆 1301">
                <a:extLst>
                  <a:ext uri="{FF2B5EF4-FFF2-40B4-BE49-F238E27FC236}">
                    <a16:creationId xmlns:a16="http://schemas.microsoft.com/office/drawing/2014/main" id="{343B1AAB-6FFF-ED62-1310-0B3C3C0F98AB}"/>
                  </a:ext>
                </a:extLst>
              </p:cNvPr>
              <p:cNvSpPr/>
              <p:nvPr/>
            </p:nvSpPr>
            <p:spPr>
              <a:xfrm rot="20926142" flipH="1">
                <a:off x="3881284" y="1454264"/>
                <a:ext cx="29757" cy="83408"/>
              </a:xfrm>
              <a:prstGeom prst="ellipse">
                <a:avLst/>
              </a:prstGeom>
              <a:solidFill>
                <a:srgbClr val="1B2B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3" name="椭圆 1302">
                <a:extLst>
                  <a:ext uri="{FF2B5EF4-FFF2-40B4-BE49-F238E27FC236}">
                    <a16:creationId xmlns:a16="http://schemas.microsoft.com/office/drawing/2014/main" id="{94242C13-C592-F899-537A-D33CAA50D489}"/>
                  </a:ext>
                </a:extLst>
              </p:cNvPr>
              <p:cNvSpPr/>
              <p:nvPr/>
            </p:nvSpPr>
            <p:spPr>
              <a:xfrm flipH="1">
                <a:off x="4039055" y="1706045"/>
                <a:ext cx="43984" cy="47294"/>
              </a:xfrm>
              <a:prstGeom prst="ellipse">
                <a:avLst/>
              </a:prstGeom>
              <a:solidFill>
                <a:srgbClr val="69F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4" name="椭圆 1303">
                <a:extLst>
                  <a:ext uri="{FF2B5EF4-FFF2-40B4-BE49-F238E27FC236}">
                    <a16:creationId xmlns:a16="http://schemas.microsoft.com/office/drawing/2014/main" id="{98270F7A-91A3-A028-57D3-ABFF65BFB3F8}"/>
                  </a:ext>
                </a:extLst>
              </p:cNvPr>
              <p:cNvSpPr/>
              <p:nvPr/>
            </p:nvSpPr>
            <p:spPr>
              <a:xfrm flipH="1">
                <a:off x="4064376" y="1714499"/>
                <a:ext cx="10102" cy="10102"/>
              </a:xfrm>
              <a:prstGeom prst="ellipse">
                <a:avLst/>
              </a:prstGeom>
              <a:solidFill>
                <a:srgbClr val="E5FD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latin typeface="STIX Two Text" pitchFamily="2" charset="0"/>
                </a:endParaRPr>
              </a:p>
            </p:txBody>
          </p:sp>
          <p:sp>
            <p:nvSpPr>
              <p:cNvPr id="1305" name="任意形状 1304">
                <a:extLst>
                  <a:ext uri="{FF2B5EF4-FFF2-40B4-BE49-F238E27FC236}">
                    <a16:creationId xmlns:a16="http://schemas.microsoft.com/office/drawing/2014/main" id="{C11C438C-A2BB-F1B6-34D8-9FD7E33283EA}"/>
                  </a:ext>
                </a:extLst>
              </p:cNvPr>
              <p:cNvSpPr/>
              <p:nvPr/>
            </p:nvSpPr>
            <p:spPr>
              <a:xfrm>
                <a:off x="4586076" y="1426967"/>
                <a:ext cx="117703" cy="126385"/>
              </a:xfrm>
              <a:custGeom>
                <a:avLst/>
                <a:gdLst>
                  <a:gd name="connsiteX0" fmla="*/ 66216 w 166971"/>
                  <a:gd name="connsiteY0" fmla="*/ 5210 h 179286"/>
                  <a:gd name="connsiteX1" fmla="*/ 165657 w 166971"/>
                  <a:gd name="connsiteY1" fmla="*/ 91951 h 179286"/>
                  <a:gd name="connsiteX2" fmla="*/ 75867 w 166971"/>
                  <a:gd name="connsiteY2" fmla="*/ 178819 h 179286"/>
                  <a:gd name="connsiteX3" fmla="*/ 938 w 166971"/>
                  <a:gd name="connsiteY3" fmla="*/ 89157 h 179286"/>
                  <a:gd name="connsiteX4" fmla="*/ 66216 w 166971"/>
                  <a:gd name="connsiteY4" fmla="*/ 5210 h 179286"/>
                  <a:gd name="connsiteX5" fmla="*/ 67359 w 166971"/>
                  <a:gd name="connsiteY5" fmla="*/ 32642 h 179286"/>
                  <a:gd name="connsiteX6" fmla="*/ 47292 w 166971"/>
                  <a:gd name="connsiteY6" fmla="*/ 146053 h 179286"/>
                  <a:gd name="connsiteX7" fmla="*/ 138097 w 166971"/>
                  <a:gd name="connsiteY7" fmla="*/ 102619 h 179286"/>
                  <a:gd name="connsiteX8" fmla="*/ 67359 w 166971"/>
                  <a:gd name="connsiteY8" fmla="*/ 32642 h 179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71" h="179286">
                    <a:moveTo>
                      <a:pt x="66216" y="5210"/>
                    </a:moveTo>
                    <a:cubicBezTo>
                      <a:pt x="118794" y="-17650"/>
                      <a:pt x="176452" y="38992"/>
                      <a:pt x="165657" y="91951"/>
                    </a:cubicBezTo>
                    <a:cubicBezTo>
                      <a:pt x="157402" y="134750"/>
                      <a:pt x="125144" y="183264"/>
                      <a:pt x="75867" y="178819"/>
                    </a:cubicBezTo>
                    <a:cubicBezTo>
                      <a:pt x="27989" y="184788"/>
                      <a:pt x="-6174" y="132464"/>
                      <a:pt x="938" y="89157"/>
                    </a:cubicBezTo>
                    <a:cubicBezTo>
                      <a:pt x="8304" y="53343"/>
                      <a:pt x="30274" y="17783"/>
                      <a:pt x="66216" y="5210"/>
                    </a:cubicBezTo>
                    <a:moveTo>
                      <a:pt x="67359" y="32642"/>
                    </a:moveTo>
                    <a:cubicBezTo>
                      <a:pt x="25957" y="51819"/>
                      <a:pt x="10335" y="115446"/>
                      <a:pt x="47292" y="146053"/>
                    </a:cubicBezTo>
                    <a:cubicBezTo>
                      <a:pt x="83488" y="169802"/>
                      <a:pt x="128191" y="140211"/>
                      <a:pt x="138097" y="102619"/>
                    </a:cubicBezTo>
                    <a:cubicBezTo>
                      <a:pt x="160449" y="61598"/>
                      <a:pt x="108253" y="4829"/>
                      <a:pt x="67359" y="32642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06" name="任意形状 1305">
                <a:extLst>
                  <a:ext uri="{FF2B5EF4-FFF2-40B4-BE49-F238E27FC236}">
                    <a16:creationId xmlns:a16="http://schemas.microsoft.com/office/drawing/2014/main" id="{BB1B2C10-95E9-33D4-E9C8-696E17386490}"/>
                  </a:ext>
                </a:extLst>
              </p:cNvPr>
              <p:cNvSpPr/>
              <p:nvPr/>
            </p:nvSpPr>
            <p:spPr>
              <a:xfrm>
                <a:off x="3800604" y="850386"/>
                <a:ext cx="289887" cy="206033"/>
              </a:xfrm>
              <a:custGeom>
                <a:avLst/>
                <a:gdLst>
                  <a:gd name="connsiteX0" fmla="*/ 169545 w 411226"/>
                  <a:gd name="connsiteY0" fmla="*/ 53387 h 292273"/>
                  <a:gd name="connsiteX1" fmla="*/ 411226 w 411226"/>
                  <a:gd name="connsiteY1" fmla="*/ 301 h 292273"/>
                  <a:gd name="connsiteX2" fmla="*/ 154432 w 411226"/>
                  <a:gd name="connsiteY2" fmla="*/ 126539 h 292273"/>
                  <a:gd name="connsiteX3" fmla="*/ 0 w 411226"/>
                  <a:gd name="connsiteY3" fmla="*/ 292274 h 292273"/>
                  <a:gd name="connsiteX4" fmla="*/ 169545 w 411226"/>
                  <a:gd name="connsiteY4" fmla="*/ 53387 h 292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1226" h="292273">
                    <a:moveTo>
                      <a:pt x="169545" y="53387"/>
                    </a:moveTo>
                    <a:cubicBezTo>
                      <a:pt x="242316" y="10969"/>
                      <a:pt x="328041" y="-2239"/>
                      <a:pt x="411226" y="301"/>
                    </a:cubicBezTo>
                    <a:cubicBezTo>
                      <a:pt x="323469" y="37766"/>
                      <a:pt x="226822" y="60118"/>
                      <a:pt x="154432" y="126539"/>
                    </a:cubicBezTo>
                    <a:cubicBezTo>
                      <a:pt x="88265" y="167560"/>
                      <a:pt x="51308" y="236648"/>
                      <a:pt x="0" y="292274"/>
                    </a:cubicBezTo>
                    <a:cubicBezTo>
                      <a:pt x="8128" y="189277"/>
                      <a:pt x="78867" y="99361"/>
                      <a:pt x="169545" y="53387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07" name="任意形状 1306">
                <a:extLst>
                  <a:ext uri="{FF2B5EF4-FFF2-40B4-BE49-F238E27FC236}">
                    <a16:creationId xmlns:a16="http://schemas.microsoft.com/office/drawing/2014/main" id="{4D90A95B-59E4-8FE3-0452-4746A1810D10}"/>
                  </a:ext>
                </a:extLst>
              </p:cNvPr>
              <p:cNvSpPr/>
              <p:nvPr/>
            </p:nvSpPr>
            <p:spPr>
              <a:xfrm>
                <a:off x="4038655" y="1345142"/>
                <a:ext cx="110923" cy="12546"/>
              </a:xfrm>
              <a:custGeom>
                <a:avLst/>
                <a:gdLst>
                  <a:gd name="connsiteX0" fmla="*/ 0 w 157352"/>
                  <a:gd name="connsiteY0" fmla="*/ 254 h 17798"/>
                  <a:gd name="connsiteX1" fmla="*/ 157353 w 157352"/>
                  <a:gd name="connsiteY1" fmla="*/ 0 h 17798"/>
                  <a:gd name="connsiteX2" fmla="*/ 0 w 157352"/>
                  <a:gd name="connsiteY2" fmla="*/ 254 h 17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7352" h="17798">
                    <a:moveTo>
                      <a:pt x="0" y="254"/>
                    </a:moveTo>
                    <a:cubicBezTo>
                      <a:pt x="52451" y="127"/>
                      <a:pt x="104902" y="127"/>
                      <a:pt x="157353" y="0"/>
                    </a:cubicBezTo>
                    <a:cubicBezTo>
                      <a:pt x="107823" y="24384"/>
                      <a:pt x="49784" y="22987"/>
                      <a:pt x="0" y="254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08" name="任意形状 1307">
                <a:extLst>
                  <a:ext uri="{FF2B5EF4-FFF2-40B4-BE49-F238E27FC236}">
                    <a16:creationId xmlns:a16="http://schemas.microsoft.com/office/drawing/2014/main" id="{003714C0-9E81-CC33-1FD2-0652F2B82C73}"/>
                  </a:ext>
                </a:extLst>
              </p:cNvPr>
              <p:cNvSpPr/>
              <p:nvPr/>
            </p:nvSpPr>
            <p:spPr>
              <a:xfrm>
                <a:off x="4604724" y="1444770"/>
                <a:ext cx="82480" cy="91160"/>
              </a:xfrm>
              <a:custGeom>
                <a:avLst/>
                <a:gdLst>
                  <a:gd name="connsiteX0" fmla="*/ 40904 w 117004"/>
                  <a:gd name="connsiteY0" fmla="*/ 7387 h 129317"/>
                  <a:gd name="connsiteX1" fmla="*/ 111643 w 117004"/>
                  <a:gd name="connsiteY1" fmla="*/ 77364 h 129317"/>
                  <a:gd name="connsiteX2" fmla="*/ 20838 w 117004"/>
                  <a:gd name="connsiteY2" fmla="*/ 120798 h 129317"/>
                  <a:gd name="connsiteX3" fmla="*/ 40904 w 117004"/>
                  <a:gd name="connsiteY3" fmla="*/ 7387 h 129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004" h="129317">
                    <a:moveTo>
                      <a:pt x="40904" y="7387"/>
                    </a:moveTo>
                    <a:cubicBezTo>
                      <a:pt x="81798" y="-20426"/>
                      <a:pt x="133995" y="36343"/>
                      <a:pt x="111643" y="77364"/>
                    </a:cubicBezTo>
                    <a:cubicBezTo>
                      <a:pt x="101737" y="114956"/>
                      <a:pt x="57033" y="144547"/>
                      <a:pt x="20838" y="120798"/>
                    </a:cubicBezTo>
                    <a:cubicBezTo>
                      <a:pt x="-16119" y="90191"/>
                      <a:pt x="-498" y="26564"/>
                      <a:pt x="40904" y="7387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09" name="任意形状 1308">
                <a:extLst>
                  <a:ext uri="{FF2B5EF4-FFF2-40B4-BE49-F238E27FC236}">
                    <a16:creationId xmlns:a16="http://schemas.microsoft.com/office/drawing/2014/main" id="{409F05EC-3322-A327-2969-3642B449010E}"/>
                  </a:ext>
                </a:extLst>
              </p:cNvPr>
              <p:cNvSpPr/>
              <p:nvPr/>
            </p:nvSpPr>
            <p:spPr>
              <a:xfrm>
                <a:off x="4026927" y="1484009"/>
                <a:ext cx="132320" cy="190949"/>
              </a:xfrm>
              <a:custGeom>
                <a:avLst/>
                <a:gdLst>
                  <a:gd name="connsiteX0" fmla="*/ 13462 w 187705"/>
                  <a:gd name="connsiteY0" fmla="*/ 3160 h 270875"/>
                  <a:gd name="connsiteX1" fmla="*/ 187706 w 187705"/>
                  <a:gd name="connsiteY1" fmla="*/ 8748 h 270875"/>
                  <a:gd name="connsiteX2" fmla="*/ 152527 w 187705"/>
                  <a:gd name="connsiteY2" fmla="*/ 137272 h 270875"/>
                  <a:gd name="connsiteX3" fmla="*/ 173355 w 187705"/>
                  <a:gd name="connsiteY3" fmla="*/ 228331 h 270875"/>
                  <a:gd name="connsiteX4" fmla="*/ 107823 w 187705"/>
                  <a:gd name="connsiteY4" fmla="*/ 270876 h 270875"/>
                  <a:gd name="connsiteX5" fmla="*/ 107315 w 187705"/>
                  <a:gd name="connsiteY5" fmla="*/ 124064 h 270875"/>
                  <a:gd name="connsiteX6" fmla="*/ 33655 w 187705"/>
                  <a:gd name="connsiteY6" fmla="*/ 82154 h 270875"/>
                  <a:gd name="connsiteX7" fmla="*/ 36322 w 187705"/>
                  <a:gd name="connsiteY7" fmla="*/ 59294 h 270875"/>
                  <a:gd name="connsiteX8" fmla="*/ 72517 w 187705"/>
                  <a:gd name="connsiteY8" fmla="*/ 34783 h 270875"/>
                  <a:gd name="connsiteX9" fmla="*/ 0 w 187705"/>
                  <a:gd name="connsiteY9" fmla="*/ 22845 h 270875"/>
                  <a:gd name="connsiteX10" fmla="*/ 13462 w 187705"/>
                  <a:gd name="connsiteY10" fmla="*/ 3160 h 270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7705" h="270875">
                    <a:moveTo>
                      <a:pt x="13462" y="3160"/>
                    </a:moveTo>
                    <a:cubicBezTo>
                      <a:pt x="71247" y="-1031"/>
                      <a:pt x="130429" y="-2682"/>
                      <a:pt x="187706" y="8748"/>
                    </a:cubicBezTo>
                    <a:cubicBezTo>
                      <a:pt x="146177" y="39482"/>
                      <a:pt x="154940" y="91806"/>
                      <a:pt x="152527" y="137272"/>
                    </a:cubicBezTo>
                    <a:cubicBezTo>
                      <a:pt x="150368" y="169022"/>
                      <a:pt x="160528" y="199629"/>
                      <a:pt x="173355" y="228331"/>
                    </a:cubicBezTo>
                    <a:cubicBezTo>
                      <a:pt x="151130" y="241920"/>
                      <a:pt x="129032" y="255763"/>
                      <a:pt x="107823" y="270876"/>
                    </a:cubicBezTo>
                    <a:cubicBezTo>
                      <a:pt x="130048" y="225791"/>
                      <a:pt x="142748" y="166228"/>
                      <a:pt x="107315" y="124064"/>
                    </a:cubicBezTo>
                    <a:cubicBezTo>
                      <a:pt x="91567" y="97902"/>
                      <a:pt x="61214" y="89774"/>
                      <a:pt x="33655" y="82154"/>
                    </a:cubicBezTo>
                    <a:cubicBezTo>
                      <a:pt x="34417" y="76439"/>
                      <a:pt x="35687" y="65009"/>
                      <a:pt x="36322" y="59294"/>
                    </a:cubicBezTo>
                    <a:cubicBezTo>
                      <a:pt x="45339" y="53198"/>
                      <a:pt x="63500" y="40879"/>
                      <a:pt x="72517" y="34783"/>
                    </a:cubicBezTo>
                    <a:cubicBezTo>
                      <a:pt x="48641" y="28941"/>
                      <a:pt x="24257" y="26274"/>
                      <a:pt x="0" y="22845"/>
                    </a:cubicBezTo>
                    <a:cubicBezTo>
                      <a:pt x="3429" y="18019"/>
                      <a:pt x="10033" y="8113"/>
                      <a:pt x="13462" y="3160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0" name="任意形状 1309">
                <a:extLst>
                  <a:ext uri="{FF2B5EF4-FFF2-40B4-BE49-F238E27FC236}">
                    <a16:creationId xmlns:a16="http://schemas.microsoft.com/office/drawing/2014/main" id="{99C26ADD-C1F7-E35C-03DC-1A60C43E2A0B}"/>
                  </a:ext>
                </a:extLst>
              </p:cNvPr>
              <p:cNvSpPr/>
              <p:nvPr/>
            </p:nvSpPr>
            <p:spPr>
              <a:xfrm>
                <a:off x="3873658" y="924636"/>
                <a:ext cx="522031" cy="404188"/>
              </a:xfrm>
              <a:custGeom>
                <a:avLst/>
                <a:gdLst>
                  <a:gd name="connsiteX0" fmla="*/ 632460 w 740539"/>
                  <a:gd name="connsiteY0" fmla="*/ 0 h 573370"/>
                  <a:gd name="connsiteX1" fmla="*/ 738632 w 740539"/>
                  <a:gd name="connsiteY1" fmla="*/ 282956 h 573370"/>
                  <a:gd name="connsiteX2" fmla="*/ 489839 w 740539"/>
                  <a:gd name="connsiteY2" fmla="*/ 570357 h 573370"/>
                  <a:gd name="connsiteX3" fmla="*/ 185928 w 740539"/>
                  <a:gd name="connsiteY3" fmla="*/ 572897 h 573370"/>
                  <a:gd name="connsiteX4" fmla="*/ 0 w 740539"/>
                  <a:gd name="connsiteY4" fmla="*/ 501904 h 573370"/>
                  <a:gd name="connsiteX5" fmla="*/ 298577 w 740539"/>
                  <a:gd name="connsiteY5" fmla="*/ 526669 h 573370"/>
                  <a:gd name="connsiteX6" fmla="*/ 565023 w 740539"/>
                  <a:gd name="connsiteY6" fmla="*/ 412750 h 573370"/>
                  <a:gd name="connsiteX7" fmla="*/ 644906 w 740539"/>
                  <a:gd name="connsiteY7" fmla="*/ 264541 h 573370"/>
                  <a:gd name="connsiteX8" fmla="*/ 632460 w 740539"/>
                  <a:gd name="connsiteY8" fmla="*/ 0 h 573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40539" h="573370">
                    <a:moveTo>
                      <a:pt x="632460" y="0"/>
                    </a:moveTo>
                    <a:cubicBezTo>
                      <a:pt x="710565" y="70866"/>
                      <a:pt x="749935" y="178308"/>
                      <a:pt x="738632" y="282956"/>
                    </a:cubicBezTo>
                    <a:cubicBezTo>
                      <a:pt x="738378" y="423672"/>
                      <a:pt x="621919" y="540258"/>
                      <a:pt x="489839" y="570357"/>
                    </a:cubicBezTo>
                    <a:cubicBezTo>
                      <a:pt x="388620" y="574294"/>
                      <a:pt x="287147" y="569341"/>
                      <a:pt x="185928" y="572897"/>
                    </a:cubicBezTo>
                    <a:cubicBezTo>
                      <a:pt x="116967" y="577723"/>
                      <a:pt x="51562" y="545084"/>
                      <a:pt x="0" y="501904"/>
                    </a:cubicBezTo>
                    <a:cubicBezTo>
                      <a:pt x="99695" y="509524"/>
                      <a:pt x="197612" y="538734"/>
                      <a:pt x="298577" y="526669"/>
                    </a:cubicBezTo>
                    <a:cubicBezTo>
                      <a:pt x="393700" y="520446"/>
                      <a:pt x="515874" y="507238"/>
                      <a:pt x="565023" y="412750"/>
                    </a:cubicBezTo>
                    <a:cubicBezTo>
                      <a:pt x="612140" y="377444"/>
                      <a:pt x="645541" y="324866"/>
                      <a:pt x="644906" y="264541"/>
                    </a:cubicBezTo>
                    <a:cubicBezTo>
                      <a:pt x="686816" y="179959"/>
                      <a:pt x="648970" y="85979"/>
                      <a:pt x="632460" y="0"/>
                    </a:cubicBezTo>
                    <a:close/>
                  </a:path>
                </a:pathLst>
              </a:custGeom>
              <a:solidFill>
                <a:srgbClr val="BEC4F4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grpSp>
            <p:nvGrpSpPr>
              <p:cNvPr id="1311" name="图形 3260">
                <a:extLst>
                  <a:ext uri="{FF2B5EF4-FFF2-40B4-BE49-F238E27FC236}">
                    <a16:creationId xmlns:a16="http://schemas.microsoft.com/office/drawing/2014/main" id="{2BA029CC-F0CC-9A1F-CC51-8DE53B659E93}"/>
                  </a:ext>
                </a:extLst>
              </p:cNvPr>
              <p:cNvGrpSpPr/>
              <p:nvPr/>
            </p:nvGrpSpPr>
            <p:grpSpPr>
              <a:xfrm>
                <a:off x="3796943" y="849350"/>
                <a:ext cx="538544" cy="779005"/>
                <a:chOff x="6525789" y="1439046"/>
                <a:chExt cx="763965" cy="1105076"/>
              </a:xfrm>
              <a:solidFill>
                <a:srgbClr val="EDECFB"/>
              </a:solidFill>
            </p:grpSpPr>
            <p:sp>
              <p:nvSpPr>
                <p:cNvPr id="1328" name="任意形状 1327">
                  <a:extLst>
                    <a:ext uri="{FF2B5EF4-FFF2-40B4-BE49-F238E27FC236}">
                      <a16:creationId xmlns:a16="http://schemas.microsoft.com/office/drawing/2014/main" id="{AAE623AE-4DAC-3535-ADE8-63F793EED38F}"/>
                    </a:ext>
                  </a:extLst>
                </p:cNvPr>
                <p:cNvSpPr/>
                <p:nvPr/>
              </p:nvSpPr>
              <p:spPr>
                <a:xfrm>
                  <a:off x="6525789" y="1439046"/>
                  <a:ext cx="763965" cy="636352"/>
                </a:xfrm>
                <a:custGeom>
                  <a:avLst/>
                  <a:gdLst>
                    <a:gd name="connsiteX0" fmla="*/ 416412 w 772792"/>
                    <a:gd name="connsiteY0" fmla="*/ 1770 h 636351"/>
                    <a:gd name="connsiteX1" fmla="*/ 741278 w 772792"/>
                    <a:gd name="connsiteY1" fmla="*/ 106799 h 636351"/>
                    <a:gd name="connsiteX2" fmla="*/ 753724 w 772792"/>
                    <a:gd name="connsiteY2" fmla="*/ 371340 h 636351"/>
                    <a:gd name="connsiteX3" fmla="*/ 678921 w 772792"/>
                    <a:gd name="connsiteY3" fmla="*/ 223004 h 636351"/>
                    <a:gd name="connsiteX4" fmla="*/ 421365 w 772792"/>
                    <a:gd name="connsiteY4" fmla="*/ 179697 h 636351"/>
                    <a:gd name="connsiteX5" fmla="*/ 169651 w 772792"/>
                    <a:gd name="connsiteY5" fmla="*/ 225290 h 636351"/>
                    <a:gd name="connsiteX6" fmla="*/ 160507 w 772792"/>
                    <a:gd name="connsiteY6" fmla="*/ 510151 h 636351"/>
                    <a:gd name="connsiteX7" fmla="*/ 395965 w 772792"/>
                    <a:gd name="connsiteY7" fmla="*/ 551807 h 636351"/>
                    <a:gd name="connsiteX8" fmla="*/ 673841 w 772792"/>
                    <a:gd name="connsiteY8" fmla="*/ 519549 h 636351"/>
                    <a:gd name="connsiteX9" fmla="*/ 407395 w 772792"/>
                    <a:gd name="connsiteY9" fmla="*/ 633468 h 636351"/>
                    <a:gd name="connsiteX10" fmla="*/ 108818 w 772792"/>
                    <a:gd name="connsiteY10" fmla="*/ 608703 h 636351"/>
                    <a:gd name="connsiteX11" fmla="*/ 3154 w 772792"/>
                    <a:gd name="connsiteY11" fmla="*/ 295902 h 636351"/>
                    <a:gd name="connsiteX12" fmla="*/ 5186 w 772792"/>
                    <a:gd name="connsiteY12" fmla="*/ 293743 h 636351"/>
                    <a:gd name="connsiteX13" fmla="*/ 159618 w 772792"/>
                    <a:gd name="connsiteY13" fmla="*/ 128008 h 636351"/>
                    <a:gd name="connsiteX14" fmla="*/ 416412 w 772792"/>
                    <a:gd name="connsiteY14" fmla="*/ 1770 h 636351"/>
                    <a:gd name="connsiteX0" fmla="*/ 416412 w 763966"/>
                    <a:gd name="connsiteY0" fmla="*/ 1770 h 636352"/>
                    <a:gd name="connsiteX1" fmla="*/ 741278 w 763966"/>
                    <a:gd name="connsiteY1" fmla="*/ 106799 h 636352"/>
                    <a:gd name="connsiteX2" fmla="*/ 741007 w 763966"/>
                    <a:gd name="connsiteY2" fmla="*/ 447642 h 636352"/>
                    <a:gd name="connsiteX3" fmla="*/ 678921 w 763966"/>
                    <a:gd name="connsiteY3" fmla="*/ 223004 h 636352"/>
                    <a:gd name="connsiteX4" fmla="*/ 421365 w 763966"/>
                    <a:gd name="connsiteY4" fmla="*/ 179697 h 636352"/>
                    <a:gd name="connsiteX5" fmla="*/ 169651 w 763966"/>
                    <a:gd name="connsiteY5" fmla="*/ 225290 h 636352"/>
                    <a:gd name="connsiteX6" fmla="*/ 160507 w 763966"/>
                    <a:gd name="connsiteY6" fmla="*/ 510151 h 636352"/>
                    <a:gd name="connsiteX7" fmla="*/ 395965 w 763966"/>
                    <a:gd name="connsiteY7" fmla="*/ 551807 h 636352"/>
                    <a:gd name="connsiteX8" fmla="*/ 673841 w 763966"/>
                    <a:gd name="connsiteY8" fmla="*/ 519549 h 636352"/>
                    <a:gd name="connsiteX9" fmla="*/ 407395 w 763966"/>
                    <a:gd name="connsiteY9" fmla="*/ 633468 h 636352"/>
                    <a:gd name="connsiteX10" fmla="*/ 108818 w 763966"/>
                    <a:gd name="connsiteY10" fmla="*/ 608703 h 636352"/>
                    <a:gd name="connsiteX11" fmla="*/ 3154 w 763966"/>
                    <a:gd name="connsiteY11" fmla="*/ 295902 h 636352"/>
                    <a:gd name="connsiteX12" fmla="*/ 5186 w 763966"/>
                    <a:gd name="connsiteY12" fmla="*/ 293743 h 636352"/>
                    <a:gd name="connsiteX13" fmla="*/ 159618 w 763966"/>
                    <a:gd name="connsiteY13" fmla="*/ 128008 h 636352"/>
                    <a:gd name="connsiteX14" fmla="*/ 416412 w 763966"/>
                    <a:gd name="connsiteY14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21365 w 763965"/>
                    <a:gd name="connsiteY4" fmla="*/ 179697 h 636352"/>
                    <a:gd name="connsiteX5" fmla="*/ 169651 w 763965"/>
                    <a:gd name="connsiteY5" fmla="*/ 225290 h 636352"/>
                    <a:gd name="connsiteX6" fmla="*/ 160507 w 763965"/>
                    <a:gd name="connsiteY6" fmla="*/ 510151 h 636352"/>
                    <a:gd name="connsiteX7" fmla="*/ 395965 w 763965"/>
                    <a:gd name="connsiteY7" fmla="*/ 551807 h 636352"/>
                    <a:gd name="connsiteX8" fmla="*/ 673841 w 763965"/>
                    <a:gd name="connsiteY8" fmla="*/ 519549 h 636352"/>
                    <a:gd name="connsiteX9" fmla="*/ 407395 w 763965"/>
                    <a:gd name="connsiteY9" fmla="*/ 633468 h 636352"/>
                    <a:gd name="connsiteX10" fmla="*/ 108818 w 763965"/>
                    <a:gd name="connsiteY10" fmla="*/ 608703 h 636352"/>
                    <a:gd name="connsiteX11" fmla="*/ 3154 w 763965"/>
                    <a:gd name="connsiteY11" fmla="*/ 295902 h 636352"/>
                    <a:gd name="connsiteX12" fmla="*/ 5186 w 763965"/>
                    <a:gd name="connsiteY12" fmla="*/ 293743 h 636352"/>
                    <a:gd name="connsiteX13" fmla="*/ 159618 w 763965"/>
                    <a:gd name="connsiteY13" fmla="*/ 128008 h 636352"/>
                    <a:gd name="connsiteX14" fmla="*/ 416412 w 763965"/>
                    <a:gd name="connsiteY14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21365 w 763965"/>
                    <a:gd name="connsiteY4" fmla="*/ 179697 h 636352"/>
                    <a:gd name="connsiteX5" fmla="*/ 443071 w 763965"/>
                    <a:gd name="connsiteY5" fmla="*/ 333386 h 636352"/>
                    <a:gd name="connsiteX6" fmla="*/ 160507 w 763965"/>
                    <a:gd name="connsiteY6" fmla="*/ 510151 h 636352"/>
                    <a:gd name="connsiteX7" fmla="*/ 395965 w 763965"/>
                    <a:gd name="connsiteY7" fmla="*/ 551807 h 636352"/>
                    <a:gd name="connsiteX8" fmla="*/ 673841 w 763965"/>
                    <a:gd name="connsiteY8" fmla="*/ 519549 h 636352"/>
                    <a:gd name="connsiteX9" fmla="*/ 407395 w 763965"/>
                    <a:gd name="connsiteY9" fmla="*/ 633468 h 636352"/>
                    <a:gd name="connsiteX10" fmla="*/ 108818 w 763965"/>
                    <a:gd name="connsiteY10" fmla="*/ 608703 h 636352"/>
                    <a:gd name="connsiteX11" fmla="*/ 3154 w 763965"/>
                    <a:gd name="connsiteY11" fmla="*/ 295902 h 636352"/>
                    <a:gd name="connsiteX12" fmla="*/ 5186 w 763965"/>
                    <a:gd name="connsiteY12" fmla="*/ 293743 h 636352"/>
                    <a:gd name="connsiteX13" fmla="*/ 159618 w 763965"/>
                    <a:gd name="connsiteY13" fmla="*/ 128008 h 636352"/>
                    <a:gd name="connsiteX14" fmla="*/ 416412 w 763965"/>
                    <a:gd name="connsiteY14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21365 w 763965"/>
                    <a:gd name="connsiteY4" fmla="*/ 179697 h 636352"/>
                    <a:gd name="connsiteX5" fmla="*/ 443071 w 763965"/>
                    <a:gd name="connsiteY5" fmla="*/ 333386 h 636352"/>
                    <a:gd name="connsiteX6" fmla="*/ 300396 w 763965"/>
                    <a:gd name="connsiteY6" fmla="*/ 446565 h 636352"/>
                    <a:gd name="connsiteX7" fmla="*/ 395965 w 763965"/>
                    <a:gd name="connsiteY7" fmla="*/ 551807 h 636352"/>
                    <a:gd name="connsiteX8" fmla="*/ 673841 w 763965"/>
                    <a:gd name="connsiteY8" fmla="*/ 519549 h 636352"/>
                    <a:gd name="connsiteX9" fmla="*/ 407395 w 763965"/>
                    <a:gd name="connsiteY9" fmla="*/ 633468 h 636352"/>
                    <a:gd name="connsiteX10" fmla="*/ 108818 w 763965"/>
                    <a:gd name="connsiteY10" fmla="*/ 608703 h 636352"/>
                    <a:gd name="connsiteX11" fmla="*/ 3154 w 763965"/>
                    <a:gd name="connsiteY11" fmla="*/ 295902 h 636352"/>
                    <a:gd name="connsiteX12" fmla="*/ 5186 w 763965"/>
                    <a:gd name="connsiteY12" fmla="*/ 293743 h 636352"/>
                    <a:gd name="connsiteX13" fmla="*/ 159618 w 763965"/>
                    <a:gd name="connsiteY13" fmla="*/ 128008 h 636352"/>
                    <a:gd name="connsiteX14" fmla="*/ 416412 w 763965"/>
                    <a:gd name="connsiteY14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43071 w 763965"/>
                    <a:gd name="connsiteY4" fmla="*/ 333386 h 636352"/>
                    <a:gd name="connsiteX5" fmla="*/ 300396 w 763965"/>
                    <a:gd name="connsiteY5" fmla="*/ 446565 h 636352"/>
                    <a:gd name="connsiteX6" fmla="*/ 395965 w 763965"/>
                    <a:gd name="connsiteY6" fmla="*/ 551807 h 636352"/>
                    <a:gd name="connsiteX7" fmla="*/ 673841 w 763965"/>
                    <a:gd name="connsiteY7" fmla="*/ 519549 h 636352"/>
                    <a:gd name="connsiteX8" fmla="*/ 407395 w 763965"/>
                    <a:gd name="connsiteY8" fmla="*/ 633468 h 636352"/>
                    <a:gd name="connsiteX9" fmla="*/ 108818 w 763965"/>
                    <a:gd name="connsiteY9" fmla="*/ 608703 h 636352"/>
                    <a:gd name="connsiteX10" fmla="*/ 3154 w 763965"/>
                    <a:gd name="connsiteY10" fmla="*/ 295902 h 636352"/>
                    <a:gd name="connsiteX11" fmla="*/ 5186 w 763965"/>
                    <a:gd name="connsiteY11" fmla="*/ 293743 h 636352"/>
                    <a:gd name="connsiteX12" fmla="*/ 159618 w 763965"/>
                    <a:gd name="connsiteY12" fmla="*/ 128008 h 636352"/>
                    <a:gd name="connsiteX13" fmla="*/ 416412 w 763965"/>
                    <a:gd name="connsiteY13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300396 w 763965"/>
                    <a:gd name="connsiteY4" fmla="*/ 446565 h 636352"/>
                    <a:gd name="connsiteX5" fmla="*/ 395965 w 763965"/>
                    <a:gd name="connsiteY5" fmla="*/ 551807 h 636352"/>
                    <a:gd name="connsiteX6" fmla="*/ 673841 w 763965"/>
                    <a:gd name="connsiteY6" fmla="*/ 519549 h 636352"/>
                    <a:gd name="connsiteX7" fmla="*/ 407395 w 763965"/>
                    <a:gd name="connsiteY7" fmla="*/ 633468 h 636352"/>
                    <a:gd name="connsiteX8" fmla="*/ 108818 w 763965"/>
                    <a:gd name="connsiteY8" fmla="*/ 608703 h 636352"/>
                    <a:gd name="connsiteX9" fmla="*/ 3154 w 763965"/>
                    <a:gd name="connsiteY9" fmla="*/ 295902 h 636352"/>
                    <a:gd name="connsiteX10" fmla="*/ 5186 w 763965"/>
                    <a:gd name="connsiteY10" fmla="*/ 293743 h 636352"/>
                    <a:gd name="connsiteX11" fmla="*/ 159618 w 763965"/>
                    <a:gd name="connsiteY11" fmla="*/ 128008 h 636352"/>
                    <a:gd name="connsiteX12" fmla="*/ 416412 w 763965"/>
                    <a:gd name="connsiteY12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395965 w 763965"/>
                    <a:gd name="connsiteY4" fmla="*/ 551807 h 636352"/>
                    <a:gd name="connsiteX5" fmla="*/ 673841 w 763965"/>
                    <a:gd name="connsiteY5" fmla="*/ 519549 h 636352"/>
                    <a:gd name="connsiteX6" fmla="*/ 407395 w 763965"/>
                    <a:gd name="connsiteY6" fmla="*/ 633468 h 636352"/>
                    <a:gd name="connsiteX7" fmla="*/ 108818 w 763965"/>
                    <a:gd name="connsiteY7" fmla="*/ 608703 h 636352"/>
                    <a:gd name="connsiteX8" fmla="*/ 3154 w 763965"/>
                    <a:gd name="connsiteY8" fmla="*/ 295902 h 636352"/>
                    <a:gd name="connsiteX9" fmla="*/ 5186 w 763965"/>
                    <a:gd name="connsiteY9" fmla="*/ 293743 h 636352"/>
                    <a:gd name="connsiteX10" fmla="*/ 159618 w 763965"/>
                    <a:gd name="connsiteY10" fmla="*/ 128008 h 636352"/>
                    <a:gd name="connsiteX11" fmla="*/ 416412 w 763965"/>
                    <a:gd name="connsiteY11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673841 w 763965"/>
                    <a:gd name="connsiteY4" fmla="*/ 519549 h 636352"/>
                    <a:gd name="connsiteX5" fmla="*/ 407395 w 763965"/>
                    <a:gd name="connsiteY5" fmla="*/ 633468 h 636352"/>
                    <a:gd name="connsiteX6" fmla="*/ 108818 w 763965"/>
                    <a:gd name="connsiteY6" fmla="*/ 608703 h 636352"/>
                    <a:gd name="connsiteX7" fmla="*/ 3154 w 763965"/>
                    <a:gd name="connsiteY7" fmla="*/ 295902 h 636352"/>
                    <a:gd name="connsiteX8" fmla="*/ 5186 w 763965"/>
                    <a:gd name="connsiteY8" fmla="*/ 293743 h 636352"/>
                    <a:gd name="connsiteX9" fmla="*/ 159618 w 763965"/>
                    <a:gd name="connsiteY9" fmla="*/ 128008 h 636352"/>
                    <a:gd name="connsiteX10" fmla="*/ 416412 w 763965"/>
                    <a:gd name="connsiteY10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07395 w 763965"/>
                    <a:gd name="connsiteY4" fmla="*/ 633468 h 636352"/>
                    <a:gd name="connsiteX5" fmla="*/ 108818 w 763965"/>
                    <a:gd name="connsiteY5" fmla="*/ 608703 h 636352"/>
                    <a:gd name="connsiteX6" fmla="*/ 3154 w 763965"/>
                    <a:gd name="connsiteY6" fmla="*/ 295902 h 636352"/>
                    <a:gd name="connsiteX7" fmla="*/ 5186 w 763965"/>
                    <a:gd name="connsiteY7" fmla="*/ 293743 h 636352"/>
                    <a:gd name="connsiteX8" fmla="*/ 159618 w 763965"/>
                    <a:gd name="connsiteY8" fmla="*/ 128008 h 636352"/>
                    <a:gd name="connsiteX9" fmla="*/ 416412 w 763965"/>
                    <a:gd name="connsiteY9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07395 w 763965"/>
                    <a:gd name="connsiteY4" fmla="*/ 633468 h 636352"/>
                    <a:gd name="connsiteX5" fmla="*/ 108818 w 763965"/>
                    <a:gd name="connsiteY5" fmla="*/ 608703 h 636352"/>
                    <a:gd name="connsiteX6" fmla="*/ 3154 w 763965"/>
                    <a:gd name="connsiteY6" fmla="*/ 295902 h 636352"/>
                    <a:gd name="connsiteX7" fmla="*/ 5186 w 763965"/>
                    <a:gd name="connsiteY7" fmla="*/ 293743 h 636352"/>
                    <a:gd name="connsiteX8" fmla="*/ 159618 w 763965"/>
                    <a:gd name="connsiteY8" fmla="*/ 128008 h 636352"/>
                    <a:gd name="connsiteX9" fmla="*/ 416412 w 763965"/>
                    <a:gd name="connsiteY9" fmla="*/ 1770 h 636352"/>
                    <a:gd name="connsiteX0" fmla="*/ 416412 w 763965"/>
                    <a:gd name="connsiteY0" fmla="*/ 1770 h 636352"/>
                    <a:gd name="connsiteX1" fmla="*/ 741278 w 763965"/>
                    <a:gd name="connsiteY1" fmla="*/ 106799 h 636352"/>
                    <a:gd name="connsiteX2" fmla="*/ 741007 w 763965"/>
                    <a:gd name="connsiteY2" fmla="*/ 447642 h 636352"/>
                    <a:gd name="connsiteX3" fmla="*/ 685279 w 763965"/>
                    <a:gd name="connsiteY3" fmla="*/ 521856 h 636352"/>
                    <a:gd name="connsiteX4" fmla="*/ 407395 w 763965"/>
                    <a:gd name="connsiteY4" fmla="*/ 633468 h 636352"/>
                    <a:gd name="connsiteX5" fmla="*/ 108818 w 763965"/>
                    <a:gd name="connsiteY5" fmla="*/ 608703 h 636352"/>
                    <a:gd name="connsiteX6" fmla="*/ 3154 w 763965"/>
                    <a:gd name="connsiteY6" fmla="*/ 295902 h 636352"/>
                    <a:gd name="connsiteX7" fmla="*/ 5186 w 763965"/>
                    <a:gd name="connsiteY7" fmla="*/ 293743 h 636352"/>
                    <a:gd name="connsiteX8" fmla="*/ 159618 w 763965"/>
                    <a:gd name="connsiteY8" fmla="*/ 128008 h 636352"/>
                    <a:gd name="connsiteX9" fmla="*/ 416412 w 763965"/>
                    <a:gd name="connsiteY9" fmla="*/ 1770 h 636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63965" h="636352">
                      <a:moveTo>
                        <a:pt x="416412" y="1770"/>
                      </a:moveTo>
                      <a:cubicBezTo>
                        <a:pt x="532871" y="-8390"/>
                        <a:pt x="655172" y="25011"/>
                        <a:pt x="741278" y="106799"/>
                      </a:cubicBezTo>
                      <a:cubicBezTo>
                        <a:pt x="757788" y="192778"/>
                        <a:pt x="782917" y="363060"/>
                        <a:pt x="741007" y="447642"/>
                      </a:cubicBezTo>
                      <a:cubicBezTo>
                        <a:pt x="734911" y="391508"/>
                        <a:pt x="790258" y="466620"/>
                        <a:pt x="685279" y="521856"/>
                      </a:cubicBezTo>
                      <a:cubicBezTo>
                        <a:pt x="578808" y="641846"/>
                        <a:pt x="503472" y="618994"/>
                        <a:pt x="407395" y="633468"/>
                      </a:cubicBezTo>
                      <a:cubicBezTo>
                        <a:pt x="306430" y="645533"/>
                        <a:pt x="208513" y="616323"/>
                        <a:pt x="108818" y="608703"/>
                      </a:cubicBezTo>
                      <a:cubicBezTo>
                        <a:pt x="12933" y="535932"/>
                        <a:pt x="-9292" y="409059"/>
                        <a:pt x="3154" y="295902"/>
                      </a:cubicBezTo>
                      <a:lnTo>
                        <a:pt x="5186" y="293743"/>
                      </a:lnTo>
                      <a:cubicBezTo>
                        <a:pt x="56494" y="238117"/>
                        <a:pt x="93451" y="169029"/>
                        <a:pt x="159618" y="128008"/>
                      </a:cubicBezTo>
                      <a:cubicBezTo>
                        <a:pt x="232008" y="61587"/>
                        <a:pt x="328655" y="39235"/>
                        <a:pt x="416412" y="1770"/>
                      </a:cubicBezTo>
                      <a:close/>
                    </a:path>
                  </a:pathLst>
                </a:custGeom>
                <a:solidFill>
                  <a:srgbClr val="EDECFB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329" name="任意形状 1328">
                  <a:extLst>
                    <a:ext uri="{FF2B5EF4-FFF2-40B4-BE49-F238E27FC236}">
                      <a16:creationId xmlns:a16="http://schemas.microsoft.com/office/drawing/2014/main" id="{F1668ADD-C71B-92FE-0B42-287FA7F1B5DE}"/>
                    </a:ext>
                  </a:extLst>
                </p:cNvPr>
                <p:cNvSpPr/>
                <p:nvPr/>
              </p:nvSpPr>
              <p:spPr>
                <a:xfrm>
                  <a:off x="6974839" y="2162257"/>
                  <a:ext cx="291719" cy="381865"/>
                </a:xfrm>
                <a:custGeom>
                  <a:avLst/>
                  <a:gdLst>
                    <a:gd name="connsiteX0" fmla="*/ 1524 w 291719"/>
                    <a:gd name="connsiteY0" fmla="*/ 43479 h 381865"/>
                    <a:gd name="connsiteX1" fmla="*/ 215265 w 291719"/>
                    <a:gd name="connsiteY1" fmla="*/ 934 h 381865"/>
                    <a:gd name="connsiteX2" fmla="*/ 247396 w 291719"/>
                    <a:gd name="connsiteY2" fmla="*/ 14904 h 381865"/>
                    <a:gd name="connsiteX3" fmla="*/ 291719 w 291719"/>
                    <a:gd name="connsiteY3" fmla="*/ 377743 h 381865"/>
                    <a:gd name="connsiteX4" fmla="*/ 132842 w 291719"/>
                    <a:gd name="connsiteY4" fmla="*/ 381807 h 381865"/>
                    <a:gd name="connsiteX5" fmla="*/ 68961 w 291719"/>
                    <a:gd name="connsiteY5" fmla="*/ 381045 h 381865"/>
                    <a:gd name="connsiteX6" fmla="*/ 54610 w 291719"/>
                    <a:gd name="connsiteY6" fmla="*/ 262300 h 381865"/>
                    <a:gd name="connsiteX7" fmla="*/ 86868 w 291719"/>
                    <a:gd name="connsiteY7" fmla="*/ 187370 h 381865"/>
                    <a:gd name="connsiteX8" fmla="*/ 37592 w 291719"/>
                    <a:gd name="connsiteY8" fmla="*/ 152572 h 381865"/>
                    <a:gd name="connsiteX9" fmla="*/ 0 w 291719"/>
                    <a:gd name="connsiteY9" fmla="*/ 143428 h 381865"/>
                    <a:gd name="connsiteX10" fmla="*/ 1524 w 291719"/>
                    <a:gd name="connsiteY10" fmla="*/ 43479 h 381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91719" h="381865">
                      <a:moveTo>
                        <a:pt x="1524" y="43479"/>
                      </a:moveTo>
                      <a:cubicBezTo>
                        <a:pt x="73660" y="33192"/>
                        <a:pt x="140843" y="-6559"/>
                        <a:pt x="215265" y="934"/>
                      </a:cubicBezTo>
                      <a:cubicBezTo>
                        <a:pt x="223393" y="4363"/>
                        <a:pt x="239395" y="11475"/>
                        <a:pt x="247396" y="14904"/>
                      </a:cubicBezTo>
                      <a:cubicBezTo>
                        <a:pt x="285750" y="131617"/>
                        <a:pt x="283845" y="256458"/>
                        <a:pt x="291719" y="377743"/>
                      </a:cubicBezTo>
                      <a:cubicBezTo>
                        <a:pt x="238760" y="377489"/>
                        <a:pt x="185674" y="377235"/>
                        <a:pt x="132842" y="381807"/>
                      </a:cubicBezTo>
                      <a:cubicBezTo>
                        <a:pt x="111506" y="382061"/>
                        <a:pt x="90170" y="381426"/>
                        <a:pt x="68961" y="381045"/>
                      </a:cubicBezTo>
                      <a:cubicBezTo>
                        <a:pt x="50038" y="344342"/>
                        <a:pt x="51562" y="302305"/>
                        <a:pt x="54610" y="262300"/>
                      </a:cubicBezTo>
                      <a:cubicBezTo>
                        <a:pt x="54737" y="233344"/>
                        <a:pt x="83439" y="215183"/>
                        <a:pt x="86868" y="187370"/>
                      </a:cubicBezTo>
                      <a:cubicBezTo>
                        <a:pt x="78232" y="167050"/>
                        <a:pt x="59055" y="155112"/>
                        <a:pt x="37592" y="152572"/>
                      </a:cubicBezTo>
                      <a:cubicBezTo>
                        <a:pt x="28194" y="150286"/>
                        <a:pt x="9398" y="145714"/>
                        <a:pt x="0" y="143428"/>
                      </a:cubicBezTo>
                      <a:cubicBezTo>
                        <a:pt x="381" y="110154"/>
                        <a:pt x="762" y="76880"/>
                        <a:pt x="1524" y="43479"/>
                      </a:cubicBezTo>
                      <a:close/>
                    </a:path>
                  </a:pathLst>
                </a:custGeom>
                <a:solidFill>
                  <a:srgbClr val="EDECFB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</p:grpSp>
          <p:sp>
            <p:nvSpPr>
              <p:cNvPr id="1312" name="任意形状 1311">
                <a:extLst>
                  <a:ext uri="{FF2B5EF4-FFF2-40B4-BE49-F238E27FC236}">
                    <a16:creationId xmlns:a16="http://schemas.microsoft.com/office/drawing/2014/main" id="{DEB60709-5E37-0C4F-1B7C-B8A59B6EFD3B}"/>
                  </a:ext>
                </a:extLst>
              </p:cNvPr>
              <p:cNvSpPr/>
              <p:nvPr/>
            </p:nvSpPr>
            <p:spPr>
              <a:xfrm>
                <a:off x="3655039" y="1214993"/>
                <a:ext cx="201860" cy="395883"/>
              </a:xfrm>
              <a:custGeom>
                <a:avLst/>
                <a:gdLst>
                  <a:gd name="connsiteX0" fmla="*/ 179395 w 330778"/>
                  <a:gd name="connsiteY0" fmla="*/ 0 h 648716"/>
                  <a:gd name="connsiteX1" fmla="*/ 237561 w 330778"/>
                  <a:gd name="connsiteY1" fmla="*/ 33147 h 648716"/>
                  <a:gd name="connsiteX2" fmla="*/ 330779 w 330778"/>
                  <a:gd name="connsiteY2" fmla="*/ 147828 h 648716"/>
                  <a:gd name="connsiteX3" fmla="*/ 235021 w 330778"/>
                  <a:gd name="connsiteY3" fmla="*/ 245237 h 648716"/>
                  <a:gd name="connsiteX4" fmla="*/ 221305 w 330778"/>
                  <a:gd name="connsiteY4" fmla="*/ 255016 h 648716"/>
                  <a:gd name="connsiteX5" fmla="*/ 230957 w 330778"/>
                  <a:gd name="connsiteY5" fmla="*/ 361061 h 648716"/>
                  <a:gd name="connsiteX6" fmla="*/ 176728 w 330778"/>
                  <a:gd name="connsiteY6" fmla="*/ 648716 h 648716"/>
                  <a:gd name="connsiteX7" fmla="*/ 147391 w 330778"/>
                  <a:gd name="connsiteY7" fmla="*/ 634492 h 648716"/>
                  <a:gd name="connsiteX8" fmla="*/ 79446 w 330778"/>
                  <a:gd name="connsiteY8" fmla="*/ 550037 h 648716"/>
                  <a:gd name="connsiteX9" fmla="*/ 14676 w 330778"/>
                  <a:gd name="connsiteY9" fmla="*/ 374904 h 648716"/>
                  <a:gd name="connsiteX10" fmla="*/ 5405 w 330778"/>
                  <a:gd name="connsiteY10" fmla="*/ 273304 h 648716"/>
                  <a:gd name="connsiteX11" fmla="*/ 40203 w 330778"/>
                  <a:gd name="connsiteY11" fmla="*/ 157099 h 648716"/>
                  <a:gd name="connsiteX12" fmla="*/ 70048 w 330778"/>
                  <a:gd name="connsiteY12" fmla="*/ 135509 h 648716"/>
                  <a:gd name="connsiteX13" fmla="*/ 131008 w 330778"/>
                  <a:gd name="connsiteY13" fmla="*/ 29210 h 648716"/>
                  <a:gd name="connsiteX14" fmla="*/ 179395 w 330778"/>
                  <a:gd name="connsiteY14" fmla="*/ 0 h 648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0778" h="648716">
                    <a:moveTo>
                      <a:pt x="179395" y="0"/>
                    </a:moveTo>
                    <a:cubicBezTo>
                      <a:pt x="198064" y="12192"/>
                      <a:pt x="217749" y="22606"/>
                      <a:pt x="237561" y="33147"/>
                    </a:cubicBezTo>
                    <a:cubicBezTo>
                      <a:pt x="262707" y="75692"/>
                      <a:pt x="292425" y="116078"/>
                      <a:pt x="330779" y="147828"/>
                    </a:cubicBezTo>
                    <a:cubicBezTo>
                      <a:pt x="296235" y="177673"/>
                      <a:pt x="251277" y="199517"/>
                      <a:pt x="235021" y="245237"/>
                    </a:cubicBezTo>
                    <a:cubicBezTo>
                      <a:pt x="231592" y="247650"/>
                      <a:pt x="224734" y="252603"/>
                      <a:pt x="221305" y="255016"/>
                    </a:cubicBezTo>
                    <a:cubicBezTo>
                      <a:pt x="221178" y="290068"/>
                      <a:pt x="205430" y="330835"/>
                      <a:pt x="230957" y="361061"/>
                    </a:cubicBezTo>
                    <a:cubicBezTo>
                      <a:pt x="178125" y="444881"/>
                      <a:pt x="142692" y="551053"/>
                      <a:pt x="176728" y="648716"/>
                    </a:cubicBezTo>
                    <a:cubicBezTo>
                      <a:pt x="169362" y="645160"/>
                      <a:pt x="154630" y="638048"/>
                      <a:pt x="147391" y="634492"/>
                    </a:cubicBezTo>
                    <a:cubicBezTo>
                      <a:pt x="125039" y="606044"/>
                      <a:pt x="101036" y="578993"/>
                      <a:pt x="79446" y="550037"/>
                    </a:cubicBezTo>
                    <a:cubicBezTo>
                      <a:pt x="40711" y="499364"/>
                      <a:pt x="33345" y="434086"/>
                      <a:pt x="14676" y="374904"/>
                    </a:cubicBezTo>
                    <a:cubicBezTo>
                      <a:pt x="6929" y="342011"/>
                      <a:pt x="-8057" y="306578"/>
                      <a:pt x="5405" y="273304"/>
                    </a:cubicBezTo>
                    <a:cubicBezTo>
                      <a:pt x="18994" y="235204"/>
                      <a:pt x="32329" y="196850"/>
                      <a:pt x="40203" y="157099"/>
                    </a:cubicBezTo>
                    <a:cubicBezTo>
                      <a:pt x="50236" y="149860"/>
                      <a:pt x="60142" y="142621"/>
                      <a:pt x="70048" y="135509"/>
                    </a:cubicBezTo>
                    <a:cubicBezTo>
                      <a:pt x="75763" y="92583"/>
                      <a:pt x="100655" y="58166"/>
                      <a:pt x="131008" y="29210"/>
                    </a:cubicBezTo>
                    <a:cubicBezTo>
                      <a:pt x="147264" y="19558"/>
                      <a:pt x="163266" y="9779"/>
                      <a:pt x="179395" y="0"/>
                    </a:cubicBezTo>
                    <a:close/>
                  </a:path>
                </a:pathLst>
              </a:custGeom>
              <a:solidFill>
                <a:srgbClr val="CFCFF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3" name="任意形状 1312">
                <a:extLst>
                  <a:ext uri="{FF2B5EF4-FFF2-40B4-BE49-F238E27FC236}">
                    <a16:creationId xmlns:a16="http://schemas.microsoft.com/office/drawing/2014/main" id="{B9CEDCB6-C162-68D7-612A-9EDCB5BBC3A1}"/>
                  </a:ext>
                </a:extLst>
              </p:cNvPr>
              <p:cNvSpPr/>
              <p:nvPr/>
            </p:nvSpPr>
            <p:spPr>
              <a:xfrm>
                <a:off x="3748598" y="1015148"/>
                <a:ext cx="40725" cy="177263"/>
              </a:xfrm>
              <a:custGeom>
                <a:avLst/>
                <a:gdLst>
                  <a:gd name="connsiteX0" fmla="*/ 57772 w 57772"/>
                  <a:gd name="connsiteY0" fmla="*/ 251460 h 251460"/>
                  <a:gd name="connsiteX1" fmla="*/ 52438 w 57772"/>
                  <a:gd name="connsiteY1" fmla="*/ 0 h 251460"/>
                  <a:gd name="connsiteX2" fmla="*/ 57772 w 57772"/>
                  <a:gd name="connsiteY2" fmla="*/ 251460 h 251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772" h="251460">
                    <a:moveTo>
                      <a:pt x="57772" y="251460"/>
                    </a:moveTo>
                    <a:cubicBezTo>
                      <a:pt x="-19952" y="192659"/>
                      <a:pt x="-16777" y="64262"/>
                      <a:pt x="52438" y="0"/>
                    </a:cubicBezTo>
                    <a:cubicBezTo>
                      <a:pt x="43421" y="83693"/>
                      <a:pt x="40246" y="168656"/>
                      <a:pt x="57772" y="251460"/>
                    </a:cubicBezTo>
                    <a:close/>
                  </a:path>
                </a:pathLst>
              </a:custGeom>
              <a:solidFill>
                <a:srgbClr val="AAADE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4" name="任意形状 1313">
                <a:extLst>
                  <a:ext uri="{FF2B5EF4-FFF2-40B4-BE49-F238E27FC236}">
                    <a16:creationId xmlns:a16="http://schemas.microsoft.com/office/drawing/2014/main" id="{5CE4734D-3CF7-AD5E-E868-A109CF2C9999}"/>
                  </a:ext>
                </a:extLst>
              </p:cNvPr>
              <p:cNvSpPr/>
              <p:nvPr/>
            </p:nvSpPr>
            <p:spPr>
              <a:xfrm>
                <a:off x="4398730" y="1014073"/>
                <a:ext cx="45389" cy="180306"/>
              </a:xfrm>
              <a:custGeom>
                <a:avLst/>
                <a:gdLst>
                  <a:gd name="connsiteX0" fmla="*/ 3175 w 64387"/>
                  <a:gd name="connsiteY0" fmla="*/ 0 h 255777"/>
                  <a:gd name="connsiteX1" fmla="*/ 0 w 64387"/>
                  <a:gd name="connsiteY1" fmla="*/ 255778 h 255777"/>
                  <a:gd name="connsiteX2" fmla="*/ 3175 w 64387"/>
                  <a:gd name="connsiteY2" fmla="*/ 0 h 255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387" h="255777">
                    <a:moveTo>
                      <a:pt x="3175" y="0"/>
                    </a:moveTo>
                    <a:cubicBezTo>
                      <a:pt x="87376" y="57404"/>
                      <a:pt x="83185" y="199517"/>
                      <a:pt x="0" y="255778"/>
                    </a:cubicBezTo>
                    <a:cubicBezTo>
                      <a:pt x="25273" y="172720"/>
                      <a:pt x="26797" y="83566"/>
                      <a:pt x="3175" y="0"/>
                    </a:cubicBezTo>
                    <a:close/>
                  </a:path>
                </a:pathLst>
              </a:custGeom>
              <a:solidFill>
                <a:srgbClr val="ABAFE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5" name="任意形状 1314">
                <a:extLst>
                  <a:ext uri="{FF2B5EF4-FFF2-40B4-BE49-F238E27FC236}">
                    <a16:creationId xmlns:a16="http://schemas.microsoft.com/office/drawing/2014/main" id="{272525BE-C270-B39C-4C5E-0DD9B26AF8B0}"/>
                  </a:ext>
                </a:extLst>
              </p:cNvPr>
              <p:cNvSpPr/>
              <p:nvPr/>
            </p:nvSpPr>
            <p:spPr>
              <a:xfrm>
                <a:off x="3787645" y="1297514"/>
                <a:ext cx="145189" cy="150315"/>
              </a:xfrm>
              <a:custGeom>
                <a:avLst/>
                <a:gdLst>
                  <a:gd name="connsiteX0" fmla="*/ 114394 w 205961"/>
                  <a:gd name="connsiteY0" fmla="*/ 0 h 213233"/>
                  <a:gd name="connsiteX1" fmla="*/ 205961 w 205961"/>
                  <a:gd name="connsiteY1" fmla="*/ 53975 h 213233"/>
                  <a:gd name="connsiteX2" fmla="*/ 14572 w 205961"/>
                  <a:gd name="connsiteY2" fmla="*/ 213233 h 213233"/>
                  <a:gd name="connsiteX3" fmla="*/ 4920 w 205961"/>
                  <a:gd name="connsiteY3" fmla="*/ 107188 h 213233"/>
                  <a:gd name="connsiteX4" fmla="*/ 18636 w 205961"/>
                  <a:gd name="connsiteY4" fmla="*/ 97409 h 213233"/>
                  <a:gd name="connsiteX5" fmla="*/ 114394 w 205961"/>
                  <a:gd name="connsiteY5" fmla="*/ 0 h 213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5961" h="213233">
                    <a:moveTo>
                      <a:pt x="114394" y="0"/>
                    </a:moveTo>
                    <a:cubicBezTo>
                      <a:pt x="142715" y="21463"/>
                      <a:pt x="174211" y="37973"/>
                      <a:pt x="205961" y="53975"/>
                    </a:cubicBezTo>
                    <a:cubicBezTo>
                      <a:pt x="122395" y="77470"/>
                      <a:pt x="62578" y="144653"/>
                      <a:pt x="14572" y="213233"/>
                    </a:cubicBezTo>
                    <a:cubicBezTo>
                      <a:pt x="-10955" y="183007"/>
                      <a:pt x="4793" y="142240"/>
                      <a:pt x="4920" y="107188"/>
                    </a:cubicBezTo>
                    <a:cubicBezTo>
                      <a:pt x="8349" y="104775"/>
                      <a:pt x="15207" y="99822"/>
                      <a:pt x="18636" y="97409"/>
                    </a:cubicBezTo>
                    <a:cubicBezTo>
                      <a:pt x="34892" y="51689"/>
                      <a:pt x="79850" y="29845"/>
                      <a:pt x="114394" y="0"/>
                    </a:cubicBezTo>
                    <a:close/>
                  </a:path>
                </a:pathLst>
              </a:custGeom>
              <a:solidFill>
                <a:srgbClr val="B4B4E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6" name="任意形状 1315">
                <a:extLst>
                  <a:ext uri="{FF2B5EF4-FFF2-40B4-BE49-F238E27FC236}">
                    <a16:creationId xmlns:a16="http://schemas.microsoft.com/office/drawing/2014/main" id="{56C1956A-90D9-C689-E032-4C8C13B482E8}"/>
                  </a:ext>
                </a:extLst>
              </p:cNvPr>
              <p:cNvSpPr/>
              <p:nvPr/>
            </p:nvSpPr>
            <p:spPr>
              <a:xfrm>
                <a:off x="4365875" y="1325715"/>
                <a:ext cx="529012" cy="299734"/>
              </a:xfrm>
              <a:custGeom>
                <a:avLst/>
                <a:gdLst>
                  <a:gd name="connsiteX0" fmla="*/ 98552 w 750442"/>
                  <a:gd name="connsiteY0" fmla="*/ 4572 h 425195"/>
                  <a:gd name="connsiteX1" fmla="*/ 159893 w 750442"/>
                  <a:gd name="connsiteY1" fmla="*/ 0 h 425195"/>
                  <a:gd name="connsiteX2" fmla="*/ 750443 w 750442"/>
                  <a:gd name="connsiteY2" fmla="*/ 1778 h 425195"/>
                  <a:gd name="connsiteX3" fmla="*/ 654431 w 750442"/>
                  <a:gd name="connsiteY3" fmla="*/ 425196 h 425195"/>
                  <a:gd name="connsiteX4" fmla="*/ 0 w 750442"/>
                  <a:gd name="connsiteY4" fmla="*/ 425196 h 425195"/>
                  <a:gd name="connsiteX5" fmla="*/ 67310 w 750442"/>
                  <a:gd name="connsiteY5" fmla="*/ 96520 h 425195"/>
                  <a:gd name="connsiteX6" fmla="*/ 98552 w 750442"/>
                  <a:gd name="connsiteY6" fmla="*/ 4572 h 425195"/>
                  <a:gd name="connsiteX7" fmla="*/ 378587 w 750442"/>
                  <a:gd name="connsiteY7" fmla="*/ 148844 h 425195"/>
                  <a:gd name="connsiteX8" fmla="*/ 313309 w 750442"/>
                  <a:gd name="connsiteY8" fmla="*/ 232791 h 425195"/>
                  <a:gd name="connsiteX9" fmla="*/ 388239 w 750442"/>
                  <a:gd name="connsiteY9" fmla="*/ 322453 h 425195"/>
                  <a:gd name="connsiteX10" fmla="*/ 478028 w 750442"/>
                  <a:gd name="connsiteY10" fmla="*/ 235585 h 425195"/>
                  <a:gd name="connsiteX11" fmla="*/ 378587 w 750442"/>
                  <a:gd name="connsiteY11" fmla="*/ 148844 h 425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50442" h="425195">
                    <a:moveTo>
                      <a:pt x="98552" y="4572"/>
                    </a:moveTo>
                    <a:cubicBezTo>
                      <a:pt x="118237" y="-1651"/>
                      <a:pt x="139446" y="635"/>
                      <a:pt x="159893" y="0"/>
                    </a:cubicBezTo>
                    <a:cubicBezTo>
                      <a:pt x="356743" y="1778"/>
                      <a:pt x="553593" y="-1778"/>
                      <a:pt x="750443" y="1778"/>
                    </a:cubicBezTo>
                    <a:cubicBezTo>
                      <a:pt x="722630" y="143764"/>
                      <a:pt x="682879" y="283337"/>
                      <a:pt x="654431" y="425196"/>
                    </a:cubicBezTo>
                    <a:cubicBezTo>
                      <a:pt x="436372" y="425196"/>
                      <a:pt x="218186" y="425196"/>
                      <a:pt x="0" y="425196"/>
                    </a:cubicBezTo>
                    <a:cubicBezTo>
                      <a:pt x="18034" y="314833"/>
                      <a:pt x="42418" y="205486"/>
                      <a:pt x="67310" y="96520"/>
                    </a:cubicBezTo>
                    <a:cubicBezTo>
                      <a:pt x="74676" y="65405"/>
                      <a:pt x="76073" y="29591"/>
                      <a:pt x="98552" y="4572"/>
                    </a:cubicBezTo>
                    <a:moveTo>
                      <a:pt x="378587" y="148844"/>
                    </a:moveTo>
                    <a:cubicBezTo>
                      <a:pt x="342646" y="161417"/>
                      <a:pt x="320675" y="196977"/>
                      <a:pt x="313309" y="232791"/>
                    </a:cubicBezTo>
                    <a:cubicBezTo>
                      <a:pt x="306197" y="276098"/>
                      <a:pt x="340360" y="328422"/>
                      <a:pt x="388239" y="322453"/>
                    </a:cubicBezTo>
                    <a:cubicBezTo>
                      <a:pt x="437515" y="326898"/>
                      <a:pt x="469773" y="278384"/>
                      <a:pt x="478028" y="235585"/>
                    </a:cubicBezTo>
                    <a:cubicBezTo>
                      <a:pt x="488823" y="182626"/>
                      <a:pt x="431165" y="125984"/>
                      <a:pt x="378587" y="148844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7" name="任意形状 1316">
                <a:extLst>
                  <a:ext uri="{FF2B5EF4-FFF2-40B4-BE49-F238E27FC236}">
                    <a16:creationId xmlns:a16="http://schemas.microsoft.com/office/drawing/2014/main" id="{06948CC4-EB93-9582-C5C4-E98A43B6662E}"/>
                  </a:ext>
                </a:extLst>
              </p:cNvPr>
              <p:cNvSpPr/>
              <p:nvPr/>
            </p:nvSpPr>
            <p:spPr>
              <a:xfrm>
                <a:off x="3905708" y="1345859"/>
                <a:ext cx="188363" cy="56132"/>
              </a:xfrm>
              <a:custGeom>
                <a:avLst/>
                <a:gdLst>
                  <a:gd name="connsiteX0" fmla="*/ 5715 w 267207"/>
                  <a:gd name="connsiteY0" fmla="*/ 25527 h 79628"/>
                  <a:gd name="connsiteX1" fmla="*/ 101092 w 267207"/>
                  <a:gd name="connsiteY1" fmla="*/ 0 h 79628"/>
                  <a:gd name="connsiteX2" fmla="*/ 267208 w 267207"/>
                  <a:gd name="connsiteY2" fmla="*/ 43688 h 79628"/>
                  <a:gd name="connsiteX3" fmla="*/ 266319 w 267207"/>
                  <a:gd name="connsiteY3" fmla="*/ 79629 h 79628"/>
                  <a:gd name="connsiteX4" fmla="*/ 0 w 267207"/>
                  <a:gd name="connsiteY4" fmla="*/ 47371 h 79628"/>
                  <a:gd name="connsiteX5" fmla="*/ 5715 w 267207"/>
                  <a:gd name="connsiteY5" fmla="*/ 25527 h 79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7207" h="79628">
                    <a:moveTo>
                      <a:pt x="5715" y="25527"/>
                    </a:moveTo>
                    <a:cubicBezTo>
                      <a:pt x="37465" y="17018"/>
                      <a:pt x="67945" y="1651"/>
                      <a:pt x="101092" y="0"/>
                    </a:cubicBezTo>
                    <a:cubicBezTo>
                      <a:pt x="156591" y="13843"/>
                      <a:pt x="209423" y="38989"/>
                      <a:pt x="267208" y="43688"/>
                    </a:cubicBezTo>
                    <a:cubicBezTo>
                      <a:pt x="266954" y="52705"/>
                      <a:pt x="266446" y="70612"/>
                      <a:pt x="266319" y="79629"/>
                    </a:cubicBezTo>
                    <a:cubicBezTo>
                      <a:pt x="179197" y="58293"/>
                      <a:pt x="90170" y="41783"/>
                      <a:pt x="0" y="47371"/>
                    </a:cubicBezTo>
                    <a:cubicBezTo>
                      <a:pt x="1524" y="41910"/>
                      <a:pt x="4318" y="30988"/>
                      <a:pt x="5715" y="25527"/>
                    </a:cubicBezTo>
                    <a:close/>
                  </a:path>
                </a:pathLst>
              </a:custGeom>
              <a:solidFill>
                <a:srgbClr val="BDC5F4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8" name="任意形状 1317">
                <a:extLst>
                  <a:ext uri="{FF2B5EF4-FFF2-40B4-BE49-F238E27FC236}">
                    <a16:creationId xmlns:a16="http://schemas.microsoft.com/office/drawing/2014/main" id="{0C5F11BC-019B-E0F7-6576-D265636F1711}"/>
                  </a:ext>
                </a:extLst>
              </p:cNvPr>
              <p:cNvSpPr/>
              <p:nvPr/>
            </p:nvSpPr>
            <p:spPr>
              <a:xfrm>
                <a:off x="4092102" y="1343664"/>
                <a:ext cx="173144" cy="123055"/>
              </a:xfrm>
              <a:custGeom>
                <a:avLst/>
                <a:gdLst>
                  <a:gd name="connsiteX0" fmla="*/ 2794 w 245617"/>
                  <a:gd name="connsiteY0" fmla="*/ 46800 h 174562"/>
                  <a:gd name="connsiteX1" fmla="*/ 155702 w 245617"/>
                  <a:gd name="connsiteY1" fmla="*/ 3239 h 174562"/>
                  <a:gd name="connsiteX2" fmla="*/ 245618 w 245617"/>
                  <a:gd name="connsiteY2" fmla="*/ 22924 h 174562"/>
                  <a:gd name="connsiteX3" fmla="*/ 31877 w 245617"/>
                  <a:gd name="connsiteY3" fmla="*/ 65469 h 174562"/>
                  <a:gd name="connsiteX4" fmla="*/ 30353 w 245617"/>
                  <a:gd name="connsiteY4" fmla="*/ 165418 h 174562"/>
                  <a:gd name="connsiteX5" fmla="*/ 67945 w 245617"/>
                  <a:gd name="connsiteY5" fmla="*/ 174562 h 174562"/>
                  <a:gd name="connsiteX6" fmla="*/ 0 w 245617"/>
                  <a:gd name="connsiteY6" fmla="*/ 173419 h 174562"/>
                  <a:gd name="connsiteX7" fmla="*/ 1905 w 245617"/>
                  <a:gd name="connsiteY7" fmla="*/ 82741 h 174562"/>
                  <a:gd name="connsiteX8" fmla="*/ 2794 w 245617"/>
                  <a:gd name="connsiteY8" fmla="*/ 46800 h 174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5617" h="174562">
                    <a:moveTo>
                      <a:pt x="2794" y="46800"/>
                    </a:moveTo>
                    <a:cubicBezTo>
                      <a:pt x="55753" y="40069"/>
                      <a:pt x="104394" y="16574"/>
                      <a:pt x="155702" y="3239"/>
                    </a:cubicBezTo>
                    <a:cubicBezTo>
                      <a:pt x="187325" y="-7556"/>
                      <a:pt x="217297" y="11113"/>
                      <a:pt x="245618" y="22924"/>
                    </a:cubicBezTo>
                    <a:cubicBezTo>
                      <a:pt x="171196" y="15431"/>
                      <a:pt x="104013" y="55182"/>
                      <a:pt x="31877" y="65469"/>
                    </a:cubicBezTo>
                    <a:cubicBezTo>
                      <a:pt x="31115" y="98870"/>
                      <a:pt x="30734" y="132144"/>
                      <a:pt x="30353" y="165418"/>
                    </a:cubicBezTo>
                    <a:cubicBezTo>
                      <a:pt x="39751" y="167704"/>
                      <a:pt x="58547" y="172276"/>
                      <a:pt x="67945" y="174562"/>
                    </a:cubicBezTo>
                    <a:cubicBezTo>
                      <a:pt x="45339" y="173673"/>
                      <a:pt x="22606" y="173419"/>
                      <a:pt x="0" y="173419"/>
                    </a:cubicBezTo>
                    <a:cubicBezTo>
                      <a:pt x="635" y="143066"/>
                      <a:pt x="1143" y="112840"/>
                      <a:pt x="1905" y="82741"/>
                    </a:cubicBezTo>
                    <a:cubicBezTo>
                      <a:pt x="2032" y="73724"/>
                      <a:pt x="2540" y="55817"/>
                      <a:pt x="2794" y="46800"/>
                    </a:cubicBezTo>
                    <a:close/>
                  </a:path>
                </a:pathLst>
              </a:custGeom>
              <a:solidFill>
                <a:srgbClr val="818BC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19" name="任意形状 1318">
                <a:extLst>
                  <a:ext uri="{FF2B5EF4-FFF2-40B4-BE49-F238E27FC236}">
                    <a16:creationId xmlns:a16="http://schemas.microsoft.com/office/drawing/2014/main" id="{01D073EA-FBBA-5C8E-2BE4-93EA1BF9C12A}"/>
                  </a:ext>
                </a:extLst>
              </p:cNvPr>
              <p:cNvSpPr/>
              <p:nvPr/>
            </p:nvSpPr>
            <p:spPr>
              <a:xfrm>
                <a:off x="3766918" y="1375312"/>
                <a:ext cx="232255" cy="332681"/>
              </a:xfrm>
              <a:custGeom>
                <a:avLst/>
                <a:gdLst>
                  <a:gd name="connsiteX0" fmla="*/ 161 w 329471"/>
                  <a:gd name="connsiteY0" fmla="*/ 304800 h 471932"/>
                  <a:gd name="connsiteX1" fmla="*/ 170214 w 329471"/>
                  <a:gd name="connsiteY1" fmla="*/ 0 h 471932"/>
                  <a:gd name="connsiteX2" fmla="*/ 135034 w 329471"/>
                  <a:gd name="connsiteY2" fmla="*/ 265303 h 471932"/>
                  <a:gd name="connsiteX3" fmla="*/ 89315 w 329471"/>
                  <a:gd name="connsiteY3" fmla="*/ 292354 h 471932"/>
                  <a:gd name="connsiteX4" fmla="*/ 311818 w 329471"/>
                  <a:gd name="connsiteY4" fmla="*/ 274447 h 471932"/>
                  <a:gd name="connsiteX5" fmla="*/ 329471 w 329471"/>
                  <a:gd name="connsiteY5" fmla="*/ 443103 h 471932"/>
                  <a:gd name="connsiteX6" fmla="*/ 313215 w 329471"/>
                  <a:gd name="connsiteY6" fmla="*/ 471932 h 471932"/>
                  <a:gd name="connsiteX7" fmla="*/ 22640 w 329471"/>
                  <a:gd name="connsiteY7" fmla="*/ 401320 h 471932"/>
                  <a:gd name="connsiteX8" fmla="*/ 161 w 329471"/>
                  <a:gd name="connsiteY8" fmla="*/ 304800 h 47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9471" h="471932">
                    <a:moveTo>
                      <a:pt x="161" y="304800"/>
                    </a:moveTo>
                    <a:cubicBezTo>
                      <a:pt x="7272" y="183515"/>
                      <a:pt x="80678" y="77343"/>
                      <a:pt x="170214" y="0"/>
                    </a:cubicBezTo>
                    <a:cubicBezTo>
                      <a:pt x="153196" y="87757"/>
                      <a:pt x="139099" y="175895"/>
                      <a:pt x="135034" y="265303"/>
                    </a:cubicBezTo>
                    <a:cubicBezTo>
                      <a:pt x="117000" y="269748"/>
                      <a:pt x="95284" y="270383"/>
                      <a:pt x="89315" y="292354"/>
                    </a:cubicBezTo>
                    <a:cubicBezTo>
                      <a:pt x="163864" y="291338"/>
                      <a:pt x="237650" y="280670"/>
                      <a:pt x="311818" y="274447"/>
                    </a:cubicBezTo>
                    <a:cubicBezTo>
                      <a:pt x="288451" y="328041"/>
                      <a:pt x="277148" y="402717"/>
                      <a:pt x="329471" y="443103"/>
                    </a:cubicBezTo>
                    <a:cubicBezTo>
                      <a:pt x="325408" y="450342"/>
                      <a:pt x="317280" y="464693"/>
                      <a:pt x="313215" y="471932"/>
                    </a:cubicBezTo>
                    <a:cubicBezTo>
                      <a:pt x="213140" y="471170"/>
                      <a:pt x="105317" y="463931"/>
                      <a:pt x="22640" y="401320"/>
                    </a:cubicBezTo>
                    <a:cubicBezTo>
                      <a:pt x="-1744" y="376174"/>
                      <a:pt x="-220" y="337312"/>
                      <a:pt x="161" y="304800"/>
                    </a:cubicBezTo>
                    <a:close/>
                  </a:path>
                </a:pathLst>
              </a:custGeom>
              <a:solidFill>
                <a:srgbClr val="EBEBF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grpSp>
            <p:nvGrpSpPr>
              <p:cNvPr id="1320" name="图形 3260">
                <a:extLst>
                  <a:ext uri="{FF2B5EF4-FFF2-40B4-BE49-F238E27FC236}">
                    <a16:creationId xmlns:a16="http://schemas.microsoft.com/office/drawing/2014/main" id="{45C91FEE-2831-A7B2-EE25-DF4A54455DB2}"/>
                  </a:ext>
                </a:extLst>
              </p:cNvPr>
              <p:cNvGrpSpPr/>
              <p:nvPr/>
            </p:nvGrpSpPr>
            <p:grpSpPr>
              <a:xfrm>
                <a:off x="3879656" y="1378478"/>
                <a:ext cx="501706" cy="246971"/>
                <a:chOff x="6643116" y="2189652"/>
                <a:chExt cx="711707" cy="350347"/>
              </a:xfrm>
              <a:solidFill>
                <a:srgbClr val="EAEAFA"/>
              </a:solidFill>
            </p:grpSpPr>
            <p:sp>
              <p:nvSpPr>
                <p:cNvPr id="1326" name="任意形状 1325">
                  <a:extLst>
                    <a:ext uri="{FF2B5EF4-FFF2-40B4-BE49-F238E27FC236}">
                      <a16:creationId xmlns:a16="http://schemas.microsoft.com/office/drawing/2014/main" id="{FB8A337C-B844-004B-F756-8809AB403880}"/>
                    </a:ext>
                  </a:extLst>
                </p:cNvPr>
                <p:cNvSpPr/>
                <p:nvPr/>
              </p:nvSpPr>
              <p:spPr>
                <a:xfrm>
                  <a:off x="6643116" y="2189652"/>
                  <a:ext cx="303276" cy="260558"/>
                </a:xfrm>
                <a:custGeom>
                  <a:avLst/>
                  <a:gdLst>
                    <a:gd name="connsiteX0" fmla="*/ 36957 w 303276"/>
                    <a:gd name="connsiteY0" fmla="*/ 1098 h 260558"/>
                    <a:gd name="connsiteX1" fmla="*/ 303276 w 303276"/>
                    <a:gd name="connsiteY1" fmla="*/ 33356 h 260558"/>
                    <a:gd name="connsiteX2" fmla="*/ 301371 w 303276"/>
                    <a:gd name="connsiteY2" fmla="*/ 124034 h 260558"/>
                    <a:gd name="connsiteX3" fmla="*/ 201295 w 303276"/>
                    <a:gd name="connsiteY3" fmla="*/ 133178 h 260558"/>
                    <a:gd name="connsiteX4" fmla="*/ 215519 w 303276"/>
                    <a:gd name="connsiteY4" fmla="*/ 206457 h 260558"/>
                    <a:gd name="connsiteX5" fmla="*/ 219583 w 303276"/>
                    <a:gd name="connsiteY5" fmla="*/ 240112 h 260558"/>
                    <a:gd name="connsiteX6" fmla="*/ 0 w 303276"/>
                    <a:gd name="connsiteY6" fmla="*/ 260559 h 260558"/>
                    <a:gd name="connsiteX7" fmla="*/ 36957 w 303276"/>
                    <a:gd name="connsiteY7" fmla="*/ 1098 h 2605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03276" h="260558">
                      <a:moveTo>
                        <a:pt x="36957" y="1098"/>
                      </a:moveTo>
                      <a:cubicBezTo>
                        <a:pt x="127127" y="-4490"/>
                        <a:pt x="216154" y="12020"/>
                        <a:pt x="303276" y="33356"/>
                      </a:cubicBezTo>
                      <a:cubicBezTo>
                        <a:pt x="302514" y="63455"/>
                        <a:pt x="302006" y="93681"/>
                        <a:pt x="301371" y="124034"/>
                      </a:cubicBezTo>
                      <a:cubicBezTo>
                        <a:pt x="268351" y="126066"/>
                        <a:pt x="232283" y="119335"/>
                        <a:pt x="201295" y="133178"/>
                      </a:cubicBezTo>
                      <a:cubicBezTo>
                        <a:pt x="170180" y="153371"/>
                        <a:pt x="192913" y="190074"/>
                        <a:pt x="215519" y="206457"/>
                      </a:cubicBezTo>
                      <a:cubicBezTo>
                        <a:pt x="216535" y="214839"/>
                        <a:pt x="218567" y="231730"/>
                        <a:pt x="219583" y="240112"/>
                      </a:cubicBezTo>
                      <a:cubicBezTo>
                        <a:pt x="146304" y="245446"/>
                        <a:pt x="72771" y="249002"/>
                        <a:pt x="0" y="260559"/>
                      </a:cubicBezTo>
                      <a:cubicBezTo>
                        <a:pt x="9017" y="173691"/>
                        <a:pt x="13843" y="85680"/>
                        <a:pt x="36957" y="1098"/>
                      </a:cubicBezTo>
                      <a:close/>
                    </a:path>
                  </a:pathLst>
                </a:custGeom>
                <a:solidFill>
                  <a:srgbClr val="EAEAFA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1327" name="任意形状 1326">
                  <a:extLst>
                    <a:ext uri="{FF2B5EF4-FFF2-40B4-BE49-F238E27FC236}">
                      <a16:creationId xmlns:a16="http://schemas.microsoft.com/office/drawing/2014/main" id="{F4E53C50-5A01-D0E0-3454-87FE3950B672}"/>
                    </a:ext>
                  </a:extLst>
                </p:cNvPr>
                <p:cNvSpPr/>
                <p:nvPr/>
              </p:nvSpPr>
              <p:spPr>
                <a:xfrm>
                  <a:off x="7257541" y="2194814"/>
                  <a:ext cx="97282" cy="345185"/>
                </a:xfrm>
                <a:custGeom>
                  <a:avLst/>
                  <a:gdLst>
                    <a:gd name="connsiteX0" fmla="*/ 0 w 97282"/>
                    <a:gd name="connsiteY0" fmla="*/ 0 h 345185"/>
                    <a:gd name="connsiteX1" fmla="*/ 97282 w 97282"/>
                    <a:gd name="connsiteY1" fmla="*/ 102362 h 345185"/>
                    <a:gd name="connsiteX2" fmla="*/ 50419 w 97282"/>
                    <a:gd name="connsiteY2" fmla="*/ 345186 h 345185"/>
                    <a:gd name="connsiteX3" fmla="*/ 32258 w 97282"/>
                    <a:gd name="connsiteY3" fmla="*/ 345186 h 345185"/>
                    <a:gd name="connsiteX4" fmla="*/ 0 w 97282"/>
                    <a:gd name="connsiteY4" fmla="*/ 0 h 345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7282" h="345185">
                      <a:moveTo>
                        <a:pt x="0" y="0"/>
                      </a:moveTo>
                      <a:cubicBezTo>
                        <a:pt x="40132" y="26035"/>
                        <a:pt x="72390" y="61849"/>
                        <a:pt x="97282" y="102362"/>
                      </a:cubicBezTo>
                      <a:cubicBezTo>
                        <a:pt x="82931" y="183515"/>
                        <a:pt x="61849" y="263525"/>
                        <a:pt x="50419" y="345186"/>
                      </a:cubicBezTo>
                      <a:lnTo>
                        <a:pt x="32258" y="345186"/>
                      </a:lnTo>
                      <a:cubicBezTo>
                        <a:pt x="30353" y="229616"/>
                        <a:pt x="26670" y="112903"/>
                        <a:pt x="0" y="0"/>
                      </a:cubicBezTo>
                      <a:close/>
                    </a:path>
                  </a:pathLst>
                </a:custGeom>
                <a:solidFill>
                  <a:srgbClr val="EAEAFA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400"/>
                </a:p>
              </p:txBody>
            </p:sp>
          </p:grpSp>
          <p:sp>
            <p:nvSpPr>
              <p:cNvPr id="1321" name="任意形状 1320">
                <a:extLst>
                  <a:ext uri="{FF2B5EF4-FFF2-40B4-BE49-F238E27FC236}">
                    <a16:creationId xmlns:a16="http://schemas.microsoft.com/office/drawing/2014/main" id="{D987E191-15BD-8988-267D-D1BA9209608D}"/>
                  </a:ext>
                </a:extLst>
              </p:cNvPr>
              <p:cNvSpPr/>
              <p:nvPr/>
            </p:nvSpPr>
            <p:spPr>
              <a:xfrm>
                <a:off x="4220752" y="1643597"/>
                <a:ext cx="606363" cy="33240"/>
              </a:xfrm>
              <a:custGeom>
                <a:avLst/>
                <a:gdLst>
                  <a:gd name="connsiteX0" fmla="*/ 889 w 860171"/>
                  <a:gd name="connsiteY0" fmla="*/ 1562 h 47154"/>
                  <a:gd name="connsiteX1" fmla="*/ 860171 w 860171"/>
                  <a:gd name="connsiteY1" fmla="*/ 1308 h 47154"/>
                  <a:gd name="connsiteX2" fmla="*/ 857504 w 860171"/>
                  <a:gd name="connsiteY2" fmla="*/ 46520 h 47154"/>
                  <a:gd name="connsiteX3" fmla="*/ 0 w 860171"/>
                  <a:gd name="connsiteY3" fmla="*/ 47028 h 47154"/>
                  <a:gd name="connsiteX4" fmla="*/ 889 w 860171"/>
                  <a:gd name="connsiteY4" fmla="*/ 1562 h 47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171" h="47154">
                    <a:moveTo>
                      <a:pt x="889" y="1562"/>
                    </a:moveTo>
                    <a:cubicBezTo>
                      <a:pt x="287274" y="-851"/>
                      <a:pt x="573786" y="-89"/>
                      <a:pt x="860171" y="1308"/>
                    </a:cubicBezTo>
                    <a:cubicBezTo>
                      <a:pt x="859282" y="16421"/>
                      <a:pt x="858393" y="31407"/>
                      <a:pt x="857504" y="46520"/>
                    </a:cubicBezTo>
                    <a:cubicBezTo>
                      <a:pt x="571754" y="47536"/>
                      <a:pt x="285877" y="47028"/>
                      <a:pt x="0" y="47028"/>
                    </a:cubicBezTo>
                    <a:cubicBezTo>
                      <a:pt x="254" y="31788"/>
                      <a:pt x="508" y="16675"/>
                      <a:pt x="889" y="1562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22" name="任意形状 1321">
                <a:extLst>
                  <a:ext uri="{FF2B5EF4-FFF2-40B4-BE49-F238E27FC236}">
                    <a16:creationId xmlns:a16="http://schemas.microsoft.com/office/drawing/2014/main" id="{4870ED93-AC53-C684-A10A-5AC6CAA84380}"/>
                  </a:ext>
                </a:extLst>
              </p:cNvPr>
              <p:cNvSpPr/>
              <p:nvPr/>
            </p:nvSpPr>
            <p:spPr>
              <a:xfrm>
                <a:off x="3982885" y="1644966"/>
                <a:ext cx="224616" cy="137760"/>
              </a:xfrm>
              <a:custGeom>
                <a:avLst/>
                <a:gdLst>
                  <a:gd name="connsiteX0" fmla="*/ 170299 w 318635"/>
                  <a:gd name="connsiteY0" fmla="*/ 42545 h 195422"/>
                  <a:gd name="connsiteX1" fmla="*/ 235831 w 318635"/>
                  <a:gd name="connsiteY1" fmla="*/ 0 h 195422"/>
                  <a:gd name="connsiteX2" fmla="*/ 318636 w 318635"/>
                  <a:gd name="connsiteY2" fmla="*/ 184023 h 195422"/>
                  <a:gd name="connsiteX3" fmla="*/ 233926 w 318635"/>
                  <a:gd name="connsiteY3" fmla="*/ 195326 h 195422"/>
                  <a:gd name="connsiteX4" fmla="*/ 4437 w 318635"/>
                  <a:gd name="connsiteY4" fmla="*/ 189611 h 195422"/>
                  <a:gd name="connsiteX5" fmla="*/ 43553 w 318635"/>
                  <a:gd name="connsiteY5" fmla="*/ 75692 h 195422"/>
                  <a:gd name="connsiteX6" fmla="*/ 170299 w 318635"/>
                  <a:gd name="connsiteY6" fmla="*/ 42545 h 195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8635" h="195422">
                    <a:moveTo>
                      <a:pt x="170299" y="42545"/>
                    </a:moveTo>
                    <a:cubicBezTo>
                      <a:pt x="191508" y="27432"/>
                      <a:pt x="213606" y="13589"/>
                      <a:pt x="235831" y="0"/>
                    </a:cubicBezTo>
                    <a:cubicBezTo>
                      <a:pt x="262501" y="61214"/>
                      <a:pt x="310380" y="116586"/>
                      <a:pt x="318636" y="184023"/>
                    </a:cubicBezTo>
                    <a:cubicBezTo>
                      <a:pt x="294378" y="201295"/>
                      <a:pt x="261739" y="192786"/>
                      <a:pt x="233926" y="195326"/>
                    </a:cubicBezTo>
                    <a:cubicBezTo>
                      <a:pt x="157472" y="192405"/>
                      <a:pt x="80256" y="200279"/>
                      <a:pt x="4437" y="189611"/>
                    </a:cubicBezTo>
                    <a:cubicBezTo>
                      <a:pt x="-13470" y="151003"/>
                      <a:pt x="27551" y="110744"/>
                      <a:pt x="43553" y="75692"/>
                    </a:cubicBezTo>
                    <a:cubicBezTo>
                      <a:pt x="88511" y="78613"/>
                      <a:pt x="137406" y="78359"/>
                      <a:pt x="170299" y="42545"/>
                    </a:cubicBezTo>
                    <a:close/>
                  </a:path>
                </a:pathLst>
              </a:custGeom>
              <a:solidFill>
                <a:srgbClr val="6F7DF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23" name="椭圆 1322">
                <a:extLst>
                  <a:ext uri="{FF2B5EF4-FFF2-40B4-BE49-F238E27FC236}">
                    <a16:creationId xmlns:a16="http://schemas.microsoft.com/office/drawing/2014/main" id="{C9E61D91-E21D-F729-986C-16DE2F5E04A8}"/>
                  </a:ext>
                </a:extLst>
              </p:cNvPr>
              <p:cNvSpPr/>
              <p:nvPr/>
            </p:nvSpPr>
            <p:spPr>
              <a:xfrm>
                <a:off x="3898094" y="930572"/>
                <a:ext cx="414694" cy="319166"/>
              </a:xfrm>
              <a:prstGeom prst="ellipse">
                <a:avLst/>
              </a:prstGeom>
              <a:solidFill>
                <a:srgbClr val="0E1D3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24" name="任意形状 1323">
                <a:extLst>
                  <a:ext uri="{FF2B5EF4-FFF2-40B4-BE49-F238E27FC236}">
                    <a16:creationId xmlns:a16="http://schemas.microsoft.com/office/drawing/2014/main" id="{FA3ABE3E-F765-43D6-AF04-C7F6DBAED8FA}"/>
                  </a:ext>
                </a:extLst>
              </p:cNvPr>
              <p:cNvSpPr/>
              <p:nvPr/>
            </p:nvSpPr>
            <p:spPr>
              <a:xfrm>
                <a:off x="3996373" y="1029172"/>
                <a:ext cx="225762" cy="177625"/>
              </a:xfrm>
              <a:custGeom>
                <a:avLst/>
                <a:gdLst>
                  <a:gd name="connsiteX0" fmla="*/ 1373 w 344019"/>
                  <a:gd name="connsiteY0" fmla="*/ 83653 h 270666"/>
                  <a:gd name="connsiteX1" fmla="*/ 63349 w 344019"/>
                  <a:gd name="connsiteY1" fmla="*/ 87 h 270666"/>
                  <a:gd name="connsiteX2" fmla="*/ 105513 w 344019"/>
                  <a:gd name="connsiteY2" fmla="*/ 45807 h 270666"/>
                  <a:gd name="connsiteX3" fmla="*/ 175363 w 344019"/>
                  <a:gd name="connsiteY3" fmla="*/ 216241 h 270666"/>
                  <a:gd name="connsiteX4" fmla="*/ 235561 w 344019"/>
                  <a:gd name="connsiteY4" fmla="*/ 85558 h 270666"/>
                  <a:gd name="connsiteX5" fmla="*/ 282551 w 344019"/>
                  <a:gd name="connsiteY5" fmla="*/ 7326 h 270666"/>
                  <a:gd name="connsiteX6" fmla="*/ 344019 w 344019"/>
                  <a:gd name="connsiteY6" fmla="*/ 58888 h 270666"/>
                  <a:gd name="connsiteX7" fmla="*/ 204065 w 344019"/>
                  <a:gd name="connsiteY7" fmla="*/ 260818 h 270666"/>
                  <a:gd name="connsiteX8" fmla="*/ 91289 w 344019"/>
                  <a:gd name="connsiteY8" fmla="*/ 236307 h 270666"/>
                  <a:gd name="connsiteX9" fmla="*/ 1373 w 344019"/>
                  <a:gd name="connsiteY9" fmla="*/ 83653 h 270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4019" h="270666">
                    <a:moveTo>
                      <a:pt x="1373" y="83653"/>
                    </a:moveTo>
                    <a:cubicBezTo>
                      <a:pt x="5691" y="49363"/>
                      <a:pt x="22582" y="2246"/>
                      <a:pt x="63349" y="87"/>
                    </a:cubicBezTo>
                    <a:cubicBezTo>
                      <a:pt x="88368" y="-1818"/>
                      <a:pt x="96115" y="28154"/>
                      <a:pt x="105513" y="45807"/>
                    </a:cubicBezTo>
                    <a:cubicBezTo>
                      <a:pt x="122023" y="104608"/>
                      <a:pt x="127103" y="172553"/>
                      <a:pt x="175363" y="216241"/>
                    </a:cubicBezTo>
                    <a:cubicBezTo>
                      <a:pt x="200255" y="175093"/>
                      <a:pt x="221972" y="131786"/>
                      <a:pt x="235561" y="85558"/>
                    </a:cubicBezTo>
                    <a:cubicBezTo>
                      <a:pt x="245213" y="56729"/>
                      <a:pt x="257532" y="26249"/>
                      <a:pt x="282551" y="7326"/>
                    </a:cubicBezTo>
                    <a:cubicBezTo>
                      <a:pt x="313031" y="-6771"/>
                      <a:pt x="343130" y="30948"/>
                      <a:pt x="344019" y="58888"/>
                    </a:cubicBezTo>
                    <a:cubicBezTo>
                      <a:pt x="330938" y="142454"/>
                      <a:pt x="275693" y="217257"/>
                      <a:pt x="204065" y="260818"/>
                    </a:cubicBezTo>
                    <a:cubicBezTo>
                      <a:pt x="165965" y="284948"/>
                      <a:pt x="122404" y="260056"/>
                      <a:pt x="91289" y="236307"/>
                    </a:cubicBezTo>
                    <a:cubicBezTo>
                      <a:pt x="42902" y="200874"/>
                      <a:pt x="-9168" y="149566"/>
                      <a:pt x="1373" y="83653"/>
                    </a:cubicBezTo>
                    <a:close/>
                  </a:path>
                </a:pathLst>
              </a:custGeom>
              <a:solidFill>
                <a:srgbClr val="6F7DF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  <p:sp>
            <p:nvSpPr>
              <p:cNvPr id="1325" name="任意形状 1324">
                <a:extLst>
                  <a:ext uri="{FF2B5EF4-FFF2-40B4-BE49-F238E27FC236}">
                    <a16:creationId xmlns:a16="http://schemas.microsoft.com/office/drawing/2014/main" id="{F786DEDC-2FAD-88A3-5DBD-627A56E6E8AA}"/>
                  </a:ext>
                </a:extLst>
              </p:cNvPr>
              <p:cNvSpPr/>
              <p:nvPr/>
            </p:nvSpPr>
            <p:spPr>
              <a:xfrm>
                <a:off x="4254415" y="1171192"/>
                <a:ext cx="310836" cy="259269"/>
              </a:xfrm>
              <a:custGeom>
                <a:avLst/>
                <a:gdLst>
                  <a:gd name="connsiteX0" fmla="*/ 193802 w 440944"/>
                  <a:gd name="connsiteY0" fmla="*/ 62484 h 367792"/>
                  <a:gd name="connsiteX1" fmla="*/ 270129 w 440944"/>
                  <a:gd name="connsiteY1" fmla="*/ 0 h 367792"/>
                  <a:gd name="connsiteX2" fmla="*/ 275463 w 440944"/>
                  <a:gd name="connsiteY2" fmla="*/ 90551 h 367792"/>
                  <a:gd name="connsiteX3" fmla="*/ 327152 w 440944"/>
                  <a:gd name="connsiteY3" fmla="*/ 91948 h 367792"/>
                  <a:gd name="connsiteX4" fmla="*/ 392049 w 440944"/>
                  <a:gd name="connsiteY4" fmla="*/ 114808 h 367792"/>
                  <a:gd name="connsiteX5" fmla="*/ 343154 w 440944"/>
                  <a:gd name="connsiteY5" fmla="*/ 165354 h 367792"/>
                  <a:gd name="connsiteX6" fmla="*/ 440944 w 440944"/>
                  <a:gd name="connsiteY6" fmla="*/ 191389 h 367792"/>
                  <a:gd name="connsiteX7" fmla="*/ 262636 w 440944"/>
                  <a:gd name="connsiteY7" fmla="*/ 194818 h 367792"/>
                  <a:gd name="connsiteX8" fmla="*/ 190246 w 440944"/>
                  <a:gd name="connsiteY8" fmla="*/ 367792 h 367792"/>
                  <a:gd name="connsiteX9" fmla="*/ 0 w 440944"/>
                  <a:gd name="connsiteY9" fmla="*/ 234569 h 367792"/>
                  <a:gd name="connsiteX10" fmla="*/ 193802 w 440944"/>
                  <a:gd name="connsiteY10" fmla="*/ 62484 h 367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40944" h="367792">
                    <a:moveTo>
                      <a:pt x="193802" y="62484"/>
                    </a:moveTo>
                    <a:cubicBezTo>
                      <a:pt x="224663" y="48895"/>
                      <a:pt x="252476" y="29210"/>
                      <a:pt x="270129" y="0"/>
                    </a:cubicBezTo>
                    <a:cubicBezTo>
                      <a:pt x="269494" y="30226"/>
                      <a:pt x="271526" y="60452"/>
                      <a:pt x="275463" y="90551"/>
                    </a:cubicBezTo>
                    <a:cubicBezTo>
                      <a:pt x="292608" y="91186"/>
                      <a:pt x="309880" y="91694"/>
                      <a:pt x="327152" y="91948"/>
                    </a:cubicBezTo>
                    <a:cubicBezTo>
                      <a:pt x="348996" y="98679"/>
                      <a:pt x="370459" y="106934"/>
                      <a:pt x="392049" y="114808"/>
                    </a:cubicBezTo>
                    <a:cubicBezTo>
                      <a:pt x="375793" y="131699"/>
                      <a:pt x="359537" y="148590"/>
                      <a:pt x="343154" y="165354"/>
                    </a:cubicBezTo>
                    <a:cubicBezTo>
                      <a:pt x="376682" y="170053"/>
                      <a:pt x="409575" y="178435"/>
                      <a:pt x="440944" y="191389"/>
                    </a:cubicBezTo>
                    <a:cubicBezTo>
                      <a:pt x="381635" y="195072"/>
                      <a:pt x="321437" y="187198"/>
                      <a:pt x="262636" y="194818"/>
                    </a:cubicBezTo>
                    <a:cubicBezTo>
                      <a:pt x="196977" y="223012"/>
                      <a:pt x="206883" y="309626"/>
                      <a:pt x="190246" y="367792"/>
                    </a:cubicBezTo>
                    <a:cubicBezTo>
                      <a:pt x="145034" y="301625"/>
                      <a:pt x="74168" y="260604"/>
                      <a:pt x="0" y="234569"/>
                    </a:cubicBezTo>
                    <a:cubicBezTo>
                      <a:pt x="81407" y="200279"/>
                      <a:pt x="151511" y="140589"/>
                      <a:pt x="193802" y="62484"/>
                    </a:cubicBezTo>
                    <a:close/>
                  </a:path>
                </a:pathLst>
              </a:custGeom>
              <a:solidFill>
                <a:srgbClr val="B4B4EE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/>
              </a:p>
            </p:txBody>
          </p:sp>
        </p:grpSp>
        <p:sp>
          <p:nvSpPr>
            <p:cNvPr id="1331" name="任意形状 1330">
              <a:extLst>
                <a:ext uri="{FF2B5EF4-FFF2-40B4-BE49-F238E27FC236}">
                  <a16:creationId xmlns:a16="http://schemas.microsoft.com/office/drawing/2014/main" id="{4A5567F1-B0CE-BE5E-86D1-AB33C1E15B26}"/>
                </a:ext>
              </a:extLst>
            </p:cNvPr>
            <p:cNvSpPr/>
            <p:nvPr/>
          </p:nvSpPr>
          <p:spPr>
            <a:xfrm>
              <a:off x="4420975" y="6638933"/>
              <a:ext cx="148380" cy="162340"/>
            </a:xfrm>
            <a:custGeom>
              <a:avLst/>
              <a:gdLst>
                <a:gd name="connsiteX0" fmla="*/ 36407 w 152282"/>
                <a:gd name="connsiteY0" fmla="*/ 5777 h 154573"/>
                <a:gd name="connsiteX1" fmla="*/ 151469 w 152282"/>
                <a:gd name="connsiteY1" fmla="*/ 76136 h 154573"/>
                <a:gd name="connsiteX2" fmla="*/ 38185 w 152282"/>
                <a:gd name="connsiteY2" fmla="*/ 145477 h 154573"/>
                <a:gd name="connsiteX3" fmla="*/ 36407 w 152282"/>
                <a:gd name="connsiteY3" fmla="*/ 5777 h 15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82" h="154573">
                  <a:moveTo>
                    <a:pt x="36407" y="5777"/>
                  </a:moveTo>
                  <a:cubicBezTo>
                    <a:pt x="85556" y="-14035"/>
                    <a:pt x="153247" y="18986"/>
                    <a:pt x="151469" y="76136"/>
                  </a:cubicBezTo>
                  <a:cubicBezTo>
                    <a:pt x="160994" y="133667"/>
                    <a:pt x="84667" y="173290"/>
                    <a:pt x="38185" y="145477"/>
                  </a:cubicBezTo>
                  <a:cubicBezTo>
                    <a:pt x="-12107" y="118680"/>
                    <a:pt x="-12742" y="33590"/>
                    <a:pt x="36407" y="5777"/>
                  </a:cubicBezTo>
                  <a:close/>
                </a:path>
              </a:pathLst>
            </a:custGeom>
            <a:solidFill>
              <a:srgbClr val="374E7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332" name="任意形状 1331">
              <a:extLst>
                <a:ext uri="{FF2B5EF4-FFF2-40B4-BE49-F238E27FC236}">
                  <a16:creationId xmlns:a16="http://schemas.microsoft.com/office/drawing/2014/main" id="{9CB0AEF9-F880-3CE9-A855-96AC25D1CF67}"/>
                </a:ext>
              </a:extLst>
            </p:cNvPr>
            <p:cNvSpPr/>
            <p:nvPr/>
          </p:nvSpPr>
          <p:spPr>
            <a:xfrm>
              <a:off x="4119897" y="5766479"/>
              <a:ext cx="1415103" cy="1157113"/>
            </a:xfrm>
            <a:custGeom>
              <a:avLst/>
              <a:gdLst>
                <a:gd name="connsiteX0" fmla="*/ 1317682 w 1782629"/>
                <a:gd name="connsiteY0" fmla="*/ 100216 h 1640791"/>
                <a:gd name="connsiteX1" fmla="*/ 1366831 w 1782629"/>
                <a:gd name="connsiteY1" fmla="*/ 1791 h 1640791"/>
                <a:gd name="connsiteX2" fmla="*/ 1453826 w 1782629"/>
                <a:gd name="connsiteY2" fmla="*/ 60973 h 1640791"/>
                <a:gd name="connsiteX3" fmla="*/ 1537138 w 1782629"/>
                <a:gd name="connsiteY3" fmla="*/ 192672 h 1640791"/>
                <a:gd name="connsiteX4" fmla="*/ 1693729 w 1782629"/>
                <a:gd name="connsiteY4" fmla="*/ 194577 h 1640791"/>
                <a:gd name="connsiteX5" fmla="*/ 1780217 w 1782629"/>
                <a:gd name="connsiteY5" fmla="*/ 289319 h 1640791"/>
                <a:gd name="connsiteX6" fmla="*/ 1782629 w 1782629"/>
                <a:gd name="connsiteY6" fmla="*/ 551320 h 1640791"/>
                <a:gd name="connsiteX7" fmla="*/ 1780089 w 1782629"/>
                <a:gd name="connsiteY7" fmla="*/ 745630 h 1640791"/>
                <a:gd name="connsiteX8" fmla="*/ 1743513 w 1782629"/>
                <a:gd name="connsiteY8" fmla="*/ 813956 h 1640791"/>
                <a:gd name="connsiteX9" fmla="*/ 1555680 w 1782629"/>
                <a:gd name="connsiteY9" fmla="*/ 838086 h 1640791"/>
                <a:gd name="connsiteX10" fmla="*/ 1069398 w 1782629"/>
                <a:gd name="connsiteY10" fmla="*/ 841515 h 1640791"/>
                <a:gd name="connsiteX11" fmla="*/ 1017708 w 1782629"/>
                <a:gd name="connsiteY11" fmla="*/ 840118 h 1640791"/>
                <a:gd name="connsiteX12" fmla="*/ 1012374 w 1782629"/>
                <a:gd name="connsiteY12" fmla="*/ 749567 h 1640791"/>
                <a:gd name="connsiteX13" fmla="*/ 936048 w 1782629"/>
                <a:gd name="connsiteY13" fmla="*/ 812051 h 1640791"/>
                <a:gd name="connsiteX14" fmla="*/ 742245 w 1782629"/>
                <a:gd name="connsiteY14" fmla="*/ 984136 h 1640791"/>
                <a:gd name="connsiteX15" fmla="*/ 932492 w 1782629"/>
                <a:gd name="connsiteY15" fmla="*/ 1117359 h 1640791"/>
                <a:gd name="connsiteX16" fmla="*/ 1004881 w 1782629"/>
                <a:gd name="connsiteY16" fmla="*/ 944385 h 1640791"/>
                <a:gd name="connsiteX17" fmla="*/ 1183189 w 1782629"/>
                <a:gd name="connsiteY17" fmla="*/ 940956 h 1640791"/>
                <a:gd name="connsiteX18" fmla="*/ 1620197 w 1782629"/>
                <a:gd name="connsiteY18" fmla="*/ 942734 h 1640791"/>
                <a:gd name="connsiteX19" fmla="*/ 1680522 w 1782629"/>
                <a:gd name="connsiteY19" fmla="*/ 977151 h 1640791"/>
                <a:gd name="connsiteX20" fmla="*/ 1572825 w 1782629"/>
                <a:gd name="connsiteY20" fmla="*/ 1408189 h 1640791"/>
                <a:gd name="connsiteX21" fmla="*/ 1579556 w 1782629"/>
                <a:gd name="connsiteY21" fmla="*/ 1422667 h 1640791"/>
                <a:gd name="connsiteX22" fmla="*/ 1561904 w 1782629"/>
                <a:gd name="connsiteY22" fmla="*/ 1488708 h 1640791"/>
                <a:gd name="connsiteX23" fmla="*/ 1478718 w 1782629"/>
                <a:gd name="connsiteY23" fmla="*/ 1492264 h 1640791"/>
                <a:gd name="connsiteX24" fmla="*/ 704273 w 1782629"/>
                <a:gd name="connsiteY24" fmla="*/ 1491755 h 1640791"/>
                <a:gd name="connsiteX25" fmla="*/ 675189 w 1782629"/>
                <a:gd name="connsiteY25" fmla="*/ 1398030 h 1640791"/>
                <a:gd name="connsiteX26" fmla="*/ 834067 w 1782629"/>
                <a:gd name="connsiteY26" fmla="*/ 1393965 h 1640791"/>
                <a:gd name="connsiteX27" fmla="*/ 789743 w 1782629"/>
                <a:gd name="connsiteY27" fmla="*/ 1031126 h 1640791"/>
                <a:gd name="connsiteX28" fmla="*/ 757612 w 1782629"/>
                <a:gd name="connsiteY28" fmla="*/ 1017156 h 1640791"/>
                <a:gd name="connsiteX29" fmla="*/ 667696 w 1782629"/>
                <a:gd name="connsiteY29" fmla="*/ 997471 h 1640791"/>
                <a:gd name="connsiteX30" fmla="*/ 514788 w 1782629"/>
                <a:gd name="connsiteY30" fmla="*/ 1041032 h 1640791"/>
                <a:gd name="connsiteX31" fmla="*/ 348672 w 1782629"/>
                <a:gd name="connsiteY31" fmla="*/ 997344 h 1640791"/>
                <a:gd name="connsiteX32" fmla="*/ 253295 w 1782629"/>
                <a:gd name="connsiteY32" fmla="*/ 1022871 h 1640791"/>
                <a:gd name="connsiteX33" fmla="*/ 247580 w 1782629"/>
                <a:gd name="connsiteY33" fmla="*/ 1044715 h 1640791"/>
                <a:gd name="connsiteX34" fmla="*/ 210623 w 1782629"/>
                <a:gd name="connsiteY34" fmla="*/ 1304176 h 1640791"/>
                <a:gd name="connsiteX35" fmla="*/ 430206 w 1782629"/>
                <a:gd name="connsiteY35" fmla="*/ 1283730 h 1640791"/>
                <a:gd name="connsiteX36" fmla="*/ 426142 w 1782629"/>
                <a:gd name="connsiteY36" fmla="*/ 1250074 h 1640791"/>
                <a:gd name="connsiteX37" fmla="*/ 411918 w 1782629"/>
                <a:gd name="connsiteY37" fmla="*/ 1176795 h 1640791"/>
                <a:gd name="connsiteX38" fmla="*/ 511994 w 1782629"/>
                <a:gd name="connsiteY38" fmla="*/ 1167651 h 1640791"/>
                <a:gd name="connsiteX39" fmla="*/ 579939 w 1782629"/>
                <a:gd name="connsiteY39" fmla="*/ 1168794 h 1640791"/>
                <a:gd name="connsiteX40" fmla="*/ 629215 w 1782629"/>
                <a:gd name="connsiteY40" fmla="*/ 1203592 h 1640791"/>
                <a:gd name="connsiteX41" fmla="*/ 596957 w 1782629"/>
                <a:gd name="connsiteY41" fmla="*/ 1278522 h 1640791"/>
                <a:gd name="connsiteX42" fmla="*/ 611308 w 1782629"/>
                <a:gd name="connsiteY42" fmla="*/ 1397267 h 1640791"/>
                <a:gd name="connsiteX43" fmla="*/ 697542 w 1782629"/>
                <a:gd name="connsiteY43" fmla="*/ 1573162 h 1640791"/>
                <a:gd name="connsiteX44" fmla="*/ 680650 w 1782629"/>
                <a:gd name="connsiteY44" fmla="*/ 1637805 h 1640791"/>
                <a:gd name="connsiteX45" fmla="*/ 400869 w 1782629"/>
                <a:gd name="connsiteY45" fmla="*/ 1640345 h 1640791"/>
                <a:gd name="connsiteX46" fmla="*/ 339655 w 1782629"/>
                <a:gd name="connsiteY46" fmla="*/ 1620914 h 1640791"/>
                <a:gd name="connsiteX47" fmla="*/ 349053 w 1782629"/>
                <a:gd name="connsiteY47" fmla="*/ 1533665 h 1640791"/>
                <a:gd name="connsiteX48" fmla="*/ 40443 w 1782629"/>
                <a:gd name="connsiteY48" fmla="*/ 1429652 h 1640791"/>
                <a:gd name="connsiteX49" fmla="*/ 94672 w 1782629"/>
                <a:gd name="connsiteY49" fmla="*/ 1141997 h 1640791"/>
                <a:gd name="connsiteX50" fmla="*/ 286061 w 1782629"/>
                <a:gd name="connsiteY50" fmla="*/ 982739 h 1640791"/>
                <a:gd name="connsiteX51" fmla="*/ 194494 w 1782629"/>
                <a:gd name="connsiteY51" fmla="*/ 928764 h 1640791"/>
                <a:gd name="connsiteX52" fmla="*/ 101276 w 1782629"/>
                <a:gd name="connsiteY52" fmla="*/ 814083 h 1640791"/>
                <a:gd name="connsiteX53" fmla="*/ 43110 w 1782629"/>
                <a:gd name="connsiteY53" fmla="*/ 780936 h 1640791"/>
                <a:gd name="connsiteX54" fmla="*/ 21393 w 1782629"/>
                <a:gd name="connsiteY54" fmla="*/ 558051 h 1640791"/>
                <a:gd name="connsiteX55" fmla="*/ 92132 w 1782629"/>
                <a:gd name="connsiteY55" fmla="*/ 500266 h 1640791"/>
                <a:gd name="connsiteX56" fmla="*/ 317938 w 1782629"/>
                <a:gd name="connsiteY56" fmla="*/ 295669 h 1640791"/>
                <a:gd name="connsiteX57" fmla="*/ 696271 w 1782629"/>
                <a:gd name="connsiteY57" fmla="*/ 286398 h 1640791"/>
                <a:gd name="connsiteX58" fmla="*/ 828732 w 1782629"/>
                <a:gd name="connsiteY58" fmla="*/ 361963 h 1640791"/>
                <a:gd name="connsiteX59" fmla="*/ 943540 w 1782629"/>
                <a:gd name="connsiteY59" fmla="*/ 504457 h 1640791"/>
                <a:gd name="connsiteX60" fmla="*/ 1016057 w 1782629"/>
                <a:gd name="connsiteY60" fmla="*/ 557670 h 1640791"/>
                <a:gd name="connsiteX61" fmla="*/ 1012248 w 1782629"/>
                <a:gd name="connsiteY61" fmla="*/ 326530 h 1640791"/>
                <a:gd name="connsiteX62" fmla="*/ 1060380 w 1782629"/>
                <a:gd name="connsiteY62" fmla="*/ 210198 h 1640791"/>
                <a:gd name="connsiteX63" fmla="*/ 1149026 w 1782629"/>
                <a:gd name="connsiteY63" fmla="*/ 192926 h 1640791"/>
                <a:gd name="connsiteX64" fmla="*/ 1512373 w 1782629"/>
                <a:gd name="connsiteY64" fmla="*/ 192418 h 1640791"/>
                <a:gd name="connsiteX65" fmla="*/ 1456112 w 1782629"/>
                <a:gd name="connsiteY65" fmla="*/ 88405 h 1640791"/>
                <a:gd name="connsiteX66" fmla="*/ 1391216 w 1782629"/>
                <a:gd name="connsiteY66" fmla="*/ 137173 h 1640791"/>
                <a:gd name="connsiteX67" fmla="*/ 1317682 w 1782629"/>
                <a:gd name="connsiteY67" fmla="*/ 100216 h 1640791"/>
                <a:gd name="connsiteX68" fmla="*/ 1368482 w 1782629"/>
                <a:gd name="connsiteY68" fmla="*/ 25794 h 1640791"/>
                <a:gd name="connsiteX69" fmla="*/ 1402518 w 1782629"/>
                <a:gd name="connsiteY69" fmla="*/ 110630 h 1640791"/>
                <a:gd name="connsiteX70" fmla="*/ 1368482 w 1782629"/>
                <a:gd name="connsiteY70" fmla="*/ 25794 h 1640791"/>
                <a:gd name="connsiteX71" fmla="*/ 1035107 w 1782629"/>
                <a:gd name="connsiteY71" fmla="*/ 300749 h 1640791"/>
                <a:gd name="connsiteX72" fmla="*/ 1034345 w 1782629"/>
                <a:gd name="connsiteY72" fmla="*/ 816369 h 1640791"/>
                <a:gd name="connsiteX73" fmla="*/ 1670361 w 1782629"/>
                <a:gd name="connsiteY73" fmla="*/ 814210 h 1640791"/>
                <a:gd name="connsiteX74" fmla="*/ 1759135 w 1782629"/>
                <a:gd name="connsiteY74" fmla="*/ 721373 h 1640791"/>
                <a:gd name="connsiteX75" fmla="*/ 1758880 w 1782629"/>
                <a:gd name="connsiteY75" fmla="*/ 301384 h 1640791"/>
                <a:gd name="connsiteX76" fmla="*/ 1683188 w 1782629"/>
                <a:gd name="connsiteY76" fmla="*/ 218453 h 1640791"/>
                <a:gd name="connsiteX77" fmla="*/ 1110037 w 1782629"/>
                <a:gd name="connsiteY77" fmla="*/ 218580 h 1640791"/>
                <a:gd name="connsiteX78" fmla="*/ 1035107 w 1782629"/>
                <a:gd name="connsiteY78" fmla="*/ 300749 h 1640791"/>
                <a:gd name="connsiteX79" fmla="*/ 268027 w 1782629"/>
                <a:gd name="connsiteY79" fmla="*/ 347866 h 1640791"/>
                <a:gd name="connsiteX80" fmla="*/ 98482 w 1782629"/>
                <a:gd name="connsiteY80" fmla="*/ 586753 h 1640791"/>
                <a:gd name="connsiteX81" fmla="*/ 96450 w 1782629"/>
                <a:gd name="connsiteY81" fmla="*/ 588912 h 1640791"/>
                <a:gd name="connsiteX82" fmla="*/ 202114 w 1782629"/>
                <a:gd name="connsiteY82" fmla="*/ 901713 h 1640791"/>
                <a:gd name="connsiteX83" fmla="*/ 388042 w 1782629"/>
                <a:gd name="connsiteY83" fmla="*/ 972706 h 1640791"/>
                <a:gd name="connsiteX84" fmla="*/ 691954 w 1782629"/>
                <a:gd name="connsiteY84" fmla="*/ 970166 h 1640791"/>
                <a:gd name="connsiteX85" fmla="*/ 940746 w 1782629"/>
                <a:gd name="connsiteY85" fmla="*/ 682765 h 1640791"/>
                <a:gd name="connsiteX86" fmla="*/ 834574 w 1782629"/>
                <a:gd name="connsiteY86" fmla="*/ 399809 h 1640791"/>
                <a:gd name="connsiteX87" fmla="*/ 509708 w 1782629"/>
                <a:gd name="connsiteY87" fmla="*/ 294780 h 1640791"/>
                <a:gd name="connsiteX88" fmla="*/ 268027 w 1782629"/>
                <a:gd name="connsiteY88" fmla="*/ 347866 h 1640791"/>
                <a:gd name="connsiteX89" fmla="*/ 82480 w 1782629"/>
                <a:gd name="connsiteY89" fmla="*/ 779666 h 1640791"/>
                <a:gd name="connsiteX90" fmla="*/ 77146 w 1782629"/>
                <a:gd name="connsiteY90" fmla="*/ 528206 h 1640791"/>
                <a:gd name="connsiteX91" fmla="*/ 82480 w 1782629"/>
                <a:gd name="connsiteY91" fmla="*/ 779666 h 1640791"/>
                <a:gd name="connsiteX92" fmla="*/ 950144 w 1782629"/>
                <a:gd name="connsiteY92" fmla="*/ 526682 h 1640791"/>
                <a:gd name="connsiteX93" fmla="*/ 946969 w 1782629"/>
                <a:gd name="connsiteY93" fmla="*/ 782460 h 1640791"/>
                <a:gd name="connsiteX94" fmla="*/ 950144 w 1782629"/>
                <a:gd name="connsiteY94" fmla="*/ 526682 h 1640791"/>
                <a:gd name="connsiteX95" fmla="*/ 998912 w 1782629"/>
                <a:gd name="connsiteY95" fmla="*/ 973341 h 1640791"/>
                <a:gd name="connsiteX96" fmla="*/ 967670 w 1782629"/>
                <a:gd name="connsiteY96" fmla="*/ 1065289 h 1640791"/>
                <a:gd name="connsiteX97" fmla="*/ 900361 w 1782629"/>
                <a:gd name="connsiteY97" fmla="*/ 1393965 h 1640791"/>
                <a:gd name="connsiteX98" fmla="*/ 1554792 w 1782629"/>
                <a:gd name="connsiteY98" fmla="*/ 1393965 h 1640791"/>
                <a:gd name="connsiteX99" fmla="*/ 1650804 w 1782629"/>
                <a:gd name="connsiteY99" fmla="*/ 970547 h 1640791"/>
                <a:gd name="connsiteX100" fmla="*/ 1060254 w 1782629"/>
                <a:gd name="connsiteY100" fmla="*/ 968769 h 1640791"/>
                <a:gd name="connsiteX101" fmla="*/ 998912 w 1782629"/>
                <a:gd name="connsiteY101" fmla="*/ 973341 h 1640791"/>
                <a:gd name="connsiteX102" fmla="*/ 436175 w 1782629"/>
                <a:gd name="connsiteY102" fmla="*/ 996582 h 1640791"/>
                <a:gd name="connsiteX103" fmla="*/ 593528 w 1782629"/>
                <a:gd name="connsiteY103" fmla="*/ 996328 h 1640791"/>
                <a:gd name="connsiteX104" fmla="*/ 436175 w 1782629"/>
                <a:gd name="connsiteY104" fmla="*/ 996582 h 1640791"/>
                <a:gd name="connsiteX105" fmla="*/ 50857 w 1782629"/>
                <a:gd name="connsiteY105" fmla="*/ 1343927 h 1640791"/>
                <a:gd name="connsiteX106" fmla="*/ 73336 w 1782629"/>
                <a:gd name="connsiteY106" fmla="*/ 1440447 h 1640791"/>
                <a:gd name="connsiteX107" fmla="*/ 363912 w 1782629"/>
                <a:gd name="connsiteY107" fmla="*/ 1511059 h 1640791"/>
                <a:gd name="connsiteX108" fmla="*/ 380168 w 1782629"/>
                <a:gd name="connsiteY108" fmla="*/ 1482230 h 1640791"/>
                <a:gd name="connsiteX109" fmla="*/ 362515 w 1782629"/>
                <a:gd name="connsiteY109" fmla="*/ 1313574 h 1640791"/>
                <a:gd name="connsiteX110" fmla="*/ 140011 w 1782629"/>
                <a:gd name="connsiteY110" fmla="*/ 1331481 h 1640791"/>
                <a:gd name="connsiteX111" fmla="*/ 185731 w 1782629"/>
                <a:gd name="connsiteY111" fmla="*/ 1304430 h 1640791"/>
                <a:gd name="connsiteX112" fmla="*/ 220910 w 1782629"/>
                <a:gd name="connsiteY112" fmla="*/ 1039127 h 1640791"/>
                <a:gd name="connsiteX113" fmla="*/ 50857 w 1782629"/>
                <a:gd name="connsiteY113" fmla="*/ 1343927 h 1640791"/>
                <a:gd name="connsiteX114" fmla="*/ 825049 w 1782629"/>
                <a:gd name="connsiteY114" fmla="*/ 1048780 h 1640791"/>
                <a:gd name="connsiteX115" fmla="*/ 857307 w 1782629"/>
                <a:gd name="connsiteY115" fmla="*/ 1393965 h 1640791"/>
                <a:gd name="connsiteX116" fmla="*/ 875468 w 1782629"/>
                <a:gd name="connsiteY116" fmla="*/ 1393965 h 1640791"/>
                <a:gd name="connsiteX117" fmla="*/ 922331 w 1782629"/>
                <a:gd name="connsiteY117" fmla="*/ 1151142 h 1640791"/>
                <a:gd name="connsiteX118" fmla="*/ 825049 w 1782629"/>
                <a:gd name="connsiteY118" fmla="*/ 1048780 h 1640791"/>
                <a:gd name="connsiteX119" fmla="*/ 433000 w 1782629"/>
                <a:gd name="connsiteY119" fmla="*/ 1196480 h 1640791"/>
                <a:gd name="connsiteX120" fmla="*/ 419538 w 1782629"/>
                <a:gd name="connsiteY120" fmla="*/ 1216165 h 1640791"/>
                <a:gd name="connsiteX121" fmla="*/ 492055 w 1782629"/>
                <a:gd name="connsiteY121" fmla="*/ 1228103 h 1640791"/>
                <a:gd name="connsiteX122" fmla="*/ 455860 w 1782629"/>
                <a:gd name="connsiteY122" fmla="*/ 1252614 h 1640791"/>
                <a:gd name="connsiteX123" fmla="*/ 453193 w 1782629"/>
                <a:gd name="connsiteY123" fmla="*/ 1275474 h 1640791"/>
                <a:gd name="connsiteX124" fmla="*/ 526853 w 1782629"/>
                <a:gd name="connsiteY124" fmla="*/ 1317384 h 1640791"/>
                <a:gd name="connsiteX125" fmla="*/ 527361 w 1782629"/>
                <a:gd name="connsiteY125" fmla="*/ 1464196 h 1640791"/>
                <a:gd name="connsiteX126" fmla="*/ 400615 w 1782629"/>
                <a:gd name="connsiteY126" fmla="*/ 1497343 h 1640791"/>
                <a:gd name="connsiteX127" fmla="*/ 361499 w 1782629"/>
                <a:gd name="connsiteY127" fmla="*/ 1611262 h 1640791"/>
                <a:gd name="connsiteX128" fmla="*/ 590988 w 1782629"/>
                <a:gd name="connsiteY128" fmla="*/ 1616977 h 1640791"/>
                <a:gd name="connsiteX129" fmla="*/ 675698 w 1782629"/>
                <a:gd name="connsiteY129" fmla="*/ 1605674 h 1640791"/>
                <a:gd name="connsiteX130" fmla="*/ 592893 w 1782629"/>
                <a:gd name="connsiteY130" fmla="*/ 1421651 h 1640791"/>
                <a:gd name="connsiteX131" fmla="*/ 572065 w 1782629"/>
                <a:gd name="connsiteY131" fmla="*/ 1330592 h 1640791"/>
                <a:gd name="connsiteX132" fmla="*/ 607244 w 1782629"/>
                <a:gd name="connsiteY132" fmla="*/ 1202068 h 1640791"/>
                <a:gd name="connsiteX133" fmla="*/ 433000 w 1782629"/>
                <a:gd name="connsiteY133" fmla="*/ 1196480 h 1640791"/>
                <a:gd name="connsiteX134" fmla="*/ 416744 w 1782629"/>
                <a:gd name="connsiteY134" fmla="*/ 1310399 h 1640791"/>
                <a:gd name="connsiteX135" fmla="*/ 387788 w 1782629"/>
                <a:gd name="connsiteY135" fmla="*/ 1458736 h 1640791"/>
                <a:gd name="connsiteX136" fmla="*/ 476815 w 1782629"/>
                <a:gd name="connsiteY136" fmla="*/ 1468387 h 1640791"/>
                <a:gd name="connsiteX137" fmla="*/ 520503 w 1782629"/>
                <a:gd name="connsiteY137" fmla="*/ 1369581 h 1640791"/>
                <a:gd name="connsiteX138" fmla="*/ 416744 w 1782629"/>
                <a:gd name="connsiteY138" fmla="*/ 1310399 h 1640791"/>
                <a:gd name="connsiteX139" fmla="*/ 695382 w 1782629"/>
                <a:gd name="connsiteY139" fmla="*/ 1421270 h 1640791"/>
                <a:gd name="connsiteX140" fmla="*/ 694493 w 1782629"/>
                <a:gd name="connsiteY140" fmla="*/ 1466736 h 1640791"/>
                <a:gd name="connsiteX141" fmla="*/ 1551998 w 1782629"/>
                <a:gd name="connsiteY141" fmla="*/ 1466228 h 1640791"/>
                <a:gd name="connsiteX142" fmla="*/ 1554664 w 1782629"/>
                <a:gd name="connsiteY142" fmla="*/ 1421017 h 1640791"/>
                <a:gd name="connsiteX143" fmla="*/ 695382 w 1782629"/>
                <a:gd name="connsiteY143" fmla="*/ 1421270 h 1640791"/>
                <a:gd name="connsiteX0" fmla="*/ 1317682 w 1782629"/>
                <a:gd name="connsiteY0" fmla="*/ 100216 h 1640791"/>
                <a:gd name="connsiteX1" fmla="*/ 1366831 w 1782629"/>
                <a:gd name="connsiteY1" fmla="*/ 1791 h 1640791"/>
                <a:gd name="connsiteX2" fmla="*/ 1453826 w 1782629"/>
                <a:gd name="connsiteY2" fmla="*/ 60973 h 1640791"/>
                <a:gd name="connsiteX3" fmla="*/ 1537138 w 1782629"/>
                <a:gd name="connsiteY3" fmla="*/ 192672 h 1640791"/>
                <a:gd name="connsiteX4" fmla="*/ 1693729 w 1782629"/>
                <a:gd name="connsiteY4" fmla="*/ 194577 h 1640791"/>
                <a:gd name="connsiteX5" fmla="*/ 1780217 w 1782629"/>
                <a:gd name="connsiteY5" fmla="*/ 289319 h 1640791"/>
                <a:gd name="connsiteX6" fmla="*/ 1782629 w 1782629"/>
                <a:gd name="connsiteY6" fmla="*/ 551320 h 1640791"/>
                <a:gd name="connsiteX7" fmla="*/ 1780089 w 1782629"/>
                <a:gd name="connsiteY7" fmla="*/ 745630 h 1640791"/>
                <a:gd name="connsiteX8" fmla="*/ 1743513 w 1782629"/>
                <a:gd name="connsiteY8" fmla="*/ 813956 h 1640791"/>
                <a:gd name="connsiteX9" fmla="*/ 1555680 w 1782629"/>
                <a:gd name="connsiteY9" fmla="*/ 838086 h 1640791"/>
                <a:gd name="connsiteX10" fmla="*/ 1069398 w 1782629"/>
                <a:gd name="connsiteY10" fmla="*/ 841515 h 1640791"/>
                <a:gd name="connsiteX11" fmla="*/ 1017708 w 1782629"/>
                <a:gd name="connsiteY11" fmla="*/ 840118 h 1640791"/>
                <a:gd name="connsiteX12" fmla="*/ 1012374 w 1782629"/>
                <a:gd name="connsiteY12" fmla="*/ 749567 h 1640791"/>
                <a:gd name="connsiteX13" fmla="*/ 936048 w 1782629"/>
                <a:gd name="connsiteY13" fmla="*/ 812051 h 1640791"/>
                <a:gd name="connsiteX14" fmla="*/ 742245 w 1782629"/>
                <a:gd name="connsiteY14" fmla="*/ 984136 h 1640791"/>
                <a:gd name="connsiteX15" fmla="*/ 932492 w 1782629"/>
                <a:gd name="connsiteY15" fmla="*/ 1117359 h 1640791"/>
                <a:gd name="connsiteX16" fmla="*/ 1004881 w 1782629"/>
                <a:gd name="connsiteY16" fmla="*/ 944385 h 1640791"/>
                <a:gd name="connsiteX17" fmla="*/ 1183189 w 1782629"/>
                <a:gd name="connsiteY17" fmla="*/ 940956 h 1640791"/>
                <a:gd name="connsiteX18" fmla="*/ 1620197 w 1782629"/>
                <a:gd name="connsiteY18" fmla="*/ 942734 h 1640791"/>
                <a:gd name="connsiteX19" fmla="*/ 1680522 w 1782629"/>
                <a:gd name="connsiteY19" fmla="*/ 977151 h 1640791"/>
                <a:gd name="connsiteX20" fmla="*/ 1572825 w 1782629"/>
                <a:gd name="connsiteY20" fmla="*/ 1408189 h 1640791"/>
                <a:gd name="connsiteX21" fmla="*/ 1579556 w 1782629"/>
                <a:gd name="connsiteY21" fmla="*/ 1422667 h 1640791"/>
                <a:gd name="connsiteX22" fmla="*/ 1561904 w 1782629"/>
                <a:gd name="connsiteY22" fmla="*/ 1488708 h 1640791"/>
                <a:gd name="connsiteX23" fmla="*/ 1478718 w 1782629"/>
                <a:gd name="connsiteY23" fmla="*/ 1492264 h 1640791"/>
                <a:gd name="connsiteX24" fmla="*/ 704273 w 1782629"/>
                <a:gd name="connsiteY24" fmla="*/ 1491755 h 1640791"/>
                <a:gd name="connsiteX25" fmla="*/ 675189 w 1782629"/>
                <a:gd name="connsiteY25" fmla="*/ 1398030 h 1640791"/>
                <a:gd name="connsiteX26" fmla="*/ 834067 w 1782629"/>
                <a:gd name="connsiteY26" fmla="*/ 1393965 h 1640791"/>
                <a:gd name="connsiteX27" fmla="*/ 789743 w 1782629"/>
                <a:gd name="connsiteY27" fmla="*/ 1031126 h 1640791"/>
                <a:gd name="connsiteX28" fmla="*/ 757612 w 1782629"/>
                <a:gd name="connsiteY28" fmla="*/ 1017156 h 1640791"/>
                <a:gd name="connsiteX29" fmla="*/ 667696 w 1782629"/>
                <a:gd name="connsiteY29" fmla="*/ 997471 h 1640791"/>
                <a:gd name="connsiteX30" fmla="*/ 514788 w 1782629"/>
                <a:gd name="connsiteY30" fmla="*/ 1041032 h 1640791"/>
                <a:gd name="connsiteX31" fmla="*/ 348672 w 1782629"/>
                <a:gd name="connsiteY31" fmla="*/ 997344 h 1640791"/>
                <a:gd name="connsiteX32" fmla="*/ 253295 w 1782629"/>
                <a:gd name="connsiteY32" fmla="*/ 1022871 h 1640791"/>
                <a:gd name="connsiteX33" fmla="*/ 247580 w 1782629"/>
                <a:gd name="connsiteY33" fmla="*/ 1044715 h 1640791"/>
                <a:gd name="connsiteX34" fmla="*/ 210623 w 1782629"/>
                <a:gd name="connsiteY34" fmla="*/ 1304176 h 1640791"/>
                <a:gd name="connsiteX35" fmla="*/ 430206 w 1782629"/>
                <a:gd name="connsiteY35" fmla="*/ 1283730 h 1640791"/>
                <a:gd name="connsiteX36" fmla="*/ 426142 w 1782629"/>
                <a:gd name="connsiteY36" fmla="*/ 1250074 h 1640791"/>
                <a:gd name="connsiteX37" fmla="*/ 411918 w 1782629"/>
                <a:gd name="connsiteY37" fmla="*/ 1176795 h 1640791"/>
                <a:gd name="connsiteX38" fmla="*/ 511994 w 1782629"/>
                <a:gd name="connsiteY38" fmla="*/ 1167651 h 1640791"/>
                <a:gd name="connsiteX39" fmla="*/ 579939 w 1782629"/>
                <a:gd name="connsiteY39" fmla="*/ 1168794 h 1640791"/>
                <a:gd name="connsiteX40" fmla="*/ 629215 w 1782629"/>
                <a:gd name="connsiteY40" fmla="*/ 1203592 h 1640791"/>
                <a:gd name="connsiteX41" fmla="*/ 596957 w 1782629"/>
                <a:gd name="connsiteY41" fmla="*/ 1278522 h 1640791"/>
                <a:gd name="connsiteX42" fmla="*/ 611308 w 1782629"/>
                <a:gd name="connsiteY42" fmla="*/ 1397267 h 1640791"/>
                <a:gd name="connsiteX43" fmla="*/ 697542 w 1782629"/>
                <a:gd name="connsiteY43" fmla="*/ 1573162 h 1640791"/>
                <a:gd name="connsiteX44" fmla="*/ 680650 w 1782629"/>
                <a:gd name="connsiteY44" fmla="*/ 1637805 h 1640791"/>
                <a:gd name="connsiteX45" fmla="*/ 400869 w 1782629"/>
                <a:gd name="connsiteY45" fmla="*/ 1640345 h 1640791"/>
                <a:gd name="connsiteX46" fmla="*/ 339655 w 1782629"/>
                <a:gd name="connsiteY46" fmla="*/ 1620914 h 1640791"/>
                <a:gd name="connsiteX47" fmla="*/ 349053 w 1782629"/>
                <a:gd name="connsiteY47" fmla="*/ 1533665 h 1640791"/>
                <a:gd name="connsiteX48" fmla="*/ 40443 w 1782629"/>
                <a:gd name="connsiteY48" fmla="*/ 1429652 h 1640791"/>
                <a:gd name="connsiteX49" fmla="*/ 94672 w 1782629"/>
                <a:gd name="connsiteY49" fmla="*/ 1141997 h 1640791"/>
                <a:gd name="connsiteX50" fmla="*/ 286061 w 1782629"/>
                <a:gd name="connsiteY50" fmla="*/ 982739 h 1640791"/>
                <a:gd name="connsiteX51" fmla="*/ 194494 w 1782629"/>
                <a:gd name="connsiteY51" fmla="*/ 928764 h 1640791"/>
                <a:gd name="connsiteX52" fmla="*/ 101276 w 1782629"/>
                <a:gd name="connsiteY52" fmla="*/ 814083 h 1640791"/>
                <a:gd name="connsiteX53" fmla="*/ 43110 w 1782629"/>
                <a:gd name="connsiteY53" fmla="*/ 780936 h 1640791"/>
                <a:gd name="connsiteX54" fmla="*/ 21393 w 1782629"/>
                <a:gd name="connsiteY54" fmla="*/ 558051 h 1640791"/>
                <a:gd name="connsiteX55" fmla="*/ 92132 w 1782629"/>
                <a:gd name="connsiteY55" fmla="*/ 500266 h 1640791"/>
                <a:gd name="connsiteX56" fmla="*/ 317938 w 1782629"/>
                <a:gd name="connsiteY56" fmla="*/ 295669 h 1640791"/>
                <a:gd name="connsiteX57" fmla="*/ 696271 w 1782629"/>
                <a:gd name="connsiteY57" fmla="*/ 286398 h 1640791"/>
                <a:gd name="connsiteX58" fmla="*/ 828732 w 1782629"/>
                <a:gd name="connsiteY58" fmla="*/ 361963 h 1640791"/>
                <a:gd name="connsiteX59" fmla="*/ 943540 w 1782629"/>
                <a:gd name="connsiteY59" fmla="*/ 504457 h 1640791"/>
                <a:gd name="connsiteX60" fmla="*/ 1016057 w 1782629"/>
                <a:gd name="connsiteY60" fmla="*/ 557670 h 1640791"/>
                <a:gd name="connsiteX61" fmla="*/ 1012248 w 1782629"/>
                <a:gd name="connsiteY61" fmla="*/ 326530 h 1640791"/>
                <a:gd name="connsiteX62" fmla="*/ 1060380 w 1782629"/>
                <a:gd name="connsiteY62" fmla="*/ 210198 h 1640791"/>
                <a:gd name="connsiteX63" fmla="*/ 1149026 w 1782629"/>
                <a:gd name="connsiteY63" fmla="*/ 192926 h 1640791"/>
                <a:gd name="connsiteX64" fmla="*/ 1512373 w 1782629"/>
                <a:gd name="connsiteY64" fmla="*/ 192418 h 1640791"/>
                <a:gd name="connsiteX65" fmla="*/ 1456112 w 1782629"/>
                <a:gd name="connsiteY65" fmla="*/ 88405 h 1640791"/>
                <a:gd name="connsiteX66" fmla="*/ 1391216 w 1782629"/>
                <a:gd name="connsiteY66" fmla="*/ 137173 h 1640791"/>
                <a:gd name="connsiteX67" fmla="*/ 1317682 w 1782629"/>
                <a:gd name="connsiteY67" fmla="*/ 100216 h 1640791"/>
                <a:gd name="connsiteX68" fmla="*/ 1368482 w 1782629"/>
                <a:gd name="connsiteY68" fmla="*/ 25794 h 1640791"/>
                <a:gd name="connsiteX69" fmla="*/ 1368482 w 1782629"/>
                <a:gd name="connsiteY69" fmla="*/ 25794 h 1640791"/>
                <a:gd name="connsiteX70" fmla="*/ 1035107 w 1782629"/>
                <a:gd name="connsiteY70" fmla="*/ 300749 h 1640791"/>
                <a:gd name="connsiteX71" fmla="*/ 1034345 w 1782629"/>
                <a:gd name="connsiteY71" fmla="*/ 816369 h 1640791"/>
                <a:gd name="connsiteX72" fmla="*/ 1670361 w 1782629"/>
                <a:gd name="connsiteY72" fmla="*/ 814210 h 1640791"/>
                <a:gd name="connsiteX73" fmla="*/ 1759135 w 1782629"/>
                <a:gd name="connsiteY73" fmla="*/ 721373 h 1640791"/>
                <a:gd name="connsiteX74" fmla="*/ 1758880 w 1782629"/>
                <a:gd name="connsiteY74" fmla="*/ 301384 h 1640791"/>
                <a:gd name="connsiteX75" fmla="*/ 1683188 w 1782629"/>
                <a:gd name="connsiteY75" fmla="*/ 218453 h 1640791"/>
                <a:gd name="connsiteX76" fmla="*/ 1110037 w 1782629"/>
                <a:gd name="connsiteY76" fmla="*/ 218580 h 1640791"/>
                <a:gd name="connsiteX77" fmla="*/ 1035107 w 1782629"/>
                <a:gd name="connsiteY77" fmla="*/ 300749 h 1640791"/>
                <a:gd name="connsiteX78" fmla="*/ 268027 w 1782629"/>
                <a:gd name="connsiteY78" fmla="*/ 347866 h 1640791"/>
                <a:gd name="connsiteX79" fmla="*/ 98482 w 1782629"/>
                <a:gd name="connsiteY79" fmla="*/ 586753 h 1640791"/>
                <a:gd name="connsiteX80" fmla="*/ 96450 w 1782629"/>
                <a:gd name="connsiteY80" fmla="*/ 588912 h 1640791"/>
                <a:gd name="connsiteX81" fmla="*/ 202114 w 1782629"/>
                <a:gd name="connsiteY81" fmla="*/ 901713 h 1640791"/>
                <a:gd name="connsiteX82" fmla="*/ 388042 w 1782629"/>
                <a:gd name="connsiteY82" fmla="*/ 972706 h 1640791"/>
                <a:gd name="connsiteX83" fmla="*/ 691954 w 1782629"/>
                <a:gd name="connsiteY83" fmla="*/ 970166 h 1640791"/>
                <a:gd name="connsiteX84" fmla="*/ 940746 w 1782629"/>
                <a:gd name="connsiteY84" fmla="*/ 682765 h 1640791"/>
                <a:gd name="connsiteX85" fmla="*/ 834574 w 1782629"/>
                <a:gd name="connsiteY85" fmla="*/ 399809 h 1640791"/>
                <a:gd name="connsiteX86" fmla="*/ 509708 w 1782629"/>
                <a:gd name="connsiteY86" fmla="*/ 294780 h 1640791"/>
                <a:gd name="connsiteX87" fmla="*/ 268027 w 1782629"/>
                <a:gd name="connsiteY87" fmla="*/ 347866 h 1640791"/>
                <a:gd name="connsiteX88" fmla="*/ 82480 w 1782629"/>
                <a:gd name="connsiteY88" fmla="*/ 779666 h 1640791"/>
                <a:gd name="connsiteX89" fmla="*/ 77146 w 1782629"/>
                <a:gd name="connsiteY89" fmla="*/ 528206 h 1640791"/>
                <a:gd name="connsiteX90" fmla="*/ 82480 w 1782629"/>
                <a:gd name="connsiteY90" fmla="*/ 779666 h 1640791"/>
                <a:gd name="connsiteX91" fmla="*/ 950144 w 1782629"/>
                <a:gd name="connsiteY91" fmla="*/ 526682 h 1640791"/>
                <a:gd name="connsiteX92" fmla="*/ 946969 w 1782629"/>
                <a:gd name="connsiteY92" fmla="*/ 782460 h 1640791"/>
                <a:gd name="connsiteX93" fmla="*/ 950144 w 1782629"/>
                <a:gd name="connsiteY93" fmla="*/ 526682 h 1640791"/>
                <a:gd name="connsiteX94" fmla="*/ 998912 w 1782629"/>
                <a:gd name="connsiteY94" fmla="*/ 973341 h 1640791"/>
                <a:gd name="connsiteX95" fmla="*/ 967670 w 1782629"/>
                <a:gd name="connsiteY95" fmla="*/ 1065289 h 1640791"/>
                <a:gd name="connsiteX96" fmla="*/ 900361 w 1782629"/>
                <a:gd name="connsiteY96" fmla="*/ 1393965 h 1640791"/>
                <a:gd name="connsiteX97" fmla="*/ 1554792 w 1782629"/>
                <a:gd name="connsiteY97" fmla="*/ 1393965 h 1640791"/>
                <a:gd name="connsiteX98" fmla="*/ 1650804 w 1782629"/>
                <a:gd name="connsiteY98" fmla="*/ 970547 h 1640791"/>
                <a:gd name="connsiteX99" fmla="*/ 1060254 w 1782629"/>
                <a:gd name="connsiteY99" fmla="*/ 968769 h 1640791"/>
                <a:gd name="connsiteX100" fmla="*/ 998912 w 1782629"/>
                <a:gd name="connsiteY100" fmla="*/ 973341 h 1640791"/>
                <a:gd name="connsiteX101" fmla="*/ 436175 w 1782629"/>
                <a:gd name="connsiteY101" fmla="*/ 996582 h 1640791"/>
                <a:gd name="connsiteX102" fmla="*/ 593528 w 1782629"/>
                <a:gd name="connsiteY102" fmla="*/ 996328 h 1640791"/>
                <a:gd name="connsiteX103" fmla="*/ 436175 w 1782629"/>
                <a:gd name="connsiteY103" fmla="*/ 996582 h 1640791"/>
                <a:gd name="connsiteX104" fmla="*/ 50857 w 1782629"/>
                <a:gd name="connsiteY104" fmla="*/ 1343927 h 1640791"/>
                <a:gd name="connsiteX105" fmla="*/ 73336 w 1782629"/>
                <a:gd name="connsiteY105" fmla="*/ 1440447 h 1640791"/>
                <a:gd name="connsiteX106" fmla="*/ 363912 w 1782629"/>
                <a:gd name="connsiteY106" fmla="*/ 1511059 h 1640791"/>
                <a:gd name="connsiteX107" fmla="*/ 380168 w 1782629"/>
                <a:gd name="connsiteY107" fmla="*/ 1482230 h 1640791"/>
                <a:gd name="connsiteX108" fmla="*/ 362515 w 1782629"/>
                <a:gd name="connsiteY108" fmla="*/ 1313574 h 1640791"/>
                <a:gd name="connsiteX109" fmla="*/ 140011 w 1782629"/>
                <a:gd name="connsiteY109" fmla="*/ 1331481 h 1640791"/>
                <a:gd name="connsiteX110" fmla="*/ 185731 w 1782629"/>
                <a:gd name="connsiteY110" fmla="*/ 1304430 h 1640791"/>
                <a:gd name="connsiteX111" fmla="*/ 220910 w 1782629"/>
                <a:gd name="connsiteY111" fmla="*/ 1039127 h 1640791"/>
                <a:gd name="connsiteX112" fmla="*/ 50857 w 1782629"/>
                <a:gd name="connsiteY112" fmla="*/ 1343927 h 1640791"/>
                <a:gd name="connsiteX113" fmla="*/ 825049 w 1782629"/>
                <a:gd name="connsiteY113" fmla="*/ 1048780 h 1640791"/>
                <a:gd name="connsiteX114" fmla="*/ 857307 w 1782629"/>
                <a:gd name="connsiteY114" fmla="*/ 1393965 h 1640791"/>
                <a:gd name="connsiteX115" fmla="*/ 875468 w 1782629"/>
                <a:gd name="connsiteY115" fmla="*/ 1393965 h 1640791"/>
                <a:gd name="connsiteX116" fmla="*/ 922331 w 1782629"/>
                <a:gd name="connsiteY116" fmla="*/ 1151142 h 1640791"/>
                <a:gd name="connsiteX117" fmla="*/ 825049 w 1782629"/>
                <a:gd name="connsiteY117" fmla="*/ 1048780 h 1640791"/>
                <a:gd name="connsiteX118" fmla="*/ 433000 w 1782629"/>
                <a:gd name="connsiteY118" fmla="*/ 1196480 h 1640791"/>
                <a:gd name="connsiteX119" fmla="*/ 419538 w 1782629"/>
                <a:gd name="connsiteY119" fmla="*/ 1216165 h 1640791"/>
                <a:gd name="connsiteX120" fmla="*/ 492055 w 1782629"/>
                <a:gd name="connsiteY120" fmla="*/ 1228103 h 1640791"/>
                <a:gd name="connsiteX121" fmla="*/ 455860 w 1782629"/>
                <a:gd name="connsiteY121" fmla="*/ 1252614 h 1640791"/>
                <a:gd name="connsiteX122" fmla="*/ 453193 w 1782629"/>
                <a:gd name="connsiteY122" fmla="*/ 1275474 h 1640791"/>
                <a:gd name="connsiteX123" fmla="*/ 526853 w 1782629"/>
                <a:gd name="connsiteY123" fmla="*/ 1317384 h 1640791"/>
                <a:gd name="connsiteX124" fmla="*/ 527361 w 1782629"/>
                <a:gd name="connsiteY124" fmla="*/ 1464196 h 1640791"/>
                <a:gd name="connsiteX125" fmla="*/ 400615 w 1782629"/>
                <a:gd name="connsiteY125" fmla="*/ 1497343 h 1640791"/>
                <a:gd name="connsiteX126" fmla="*/ 361499 w 1782629"/>
                <a:gd name="connsiteY126" fmla="*/ 1611262 h 1640791"/>
                <a:gd name="connsiteX127" fmla="*/ 590988 w 1782629"/>
                <a:gd name="connsiteY127" fmla="*/ 1616977 h 1640791"/>
                <a:gd name="connsiteX128" fmla="*/ 675698 w 1782629"/>
                <a:gd name="connsiteY128" fmla="*/ 1605674 h 1640791"/>
                <a:gd name="connsiteX129" fmla="*/ 592893 w 1782629"/>
                <a:gd name="connsiteY129" fmla="*/ 1421651 h 1640791"/>
                <a:gd name="connsiteX130" fmla="*/ 572065 w 1782629"/>
                <a:gd name="connsiteY130" fmla="*/ 1330592 h 1640791"/>
                <a:gd name="connsiteX131" fmla="*/ 607244 w 1782629"/>
                <a:gd name="connsiteY131" fmla="*/ 1202068 h 1640791"/>
                <a:gd name="connsiteX132" fmla="*/ 433000 w 1782629"/>
                <a:gd name="connsiteY132" fmla="*/ 1196480 h 1640791"/>
                <a:gd name="connsiteX133" fmla="*/ 416744 w 1782629"/>
                <a:gd name="connsiteY133" fmla="*/ 1310399 h 1640791"/>
                <a:gd name="connsiteX134" fmla="*/ 387788 w 1782629"/>
                <a:gd name="connsiteY134" fmla="*/ 1458736 h 1640791"/>
                <a:gd name="connsiteX135" fmla="*/ 476815 w 1782629"/>
                <a:gd name="connsiteY135" fmla="*/ 1468387 h 1640791"/>
                <a:gd name="connsiteX136" fmla="*/ 520503 w 1782629"/>
                <a:gd name="connsiteY136" fmla="*/ 1369581 h 1640791"/>
                <a:gd name="connsiteX137" fmla="*/ 416744 w 1782629"/>
                <a:gd name="connsiteY137" fmla="*/ 1310399 h 1640791"/>
                <a:gd name="connsiteX138" fmla="*/ 695382 w 1782629"/>
                <a:gd name="connsiteY138" fmla="*/ 1421270 h 1640791"/>
                <a:gd name="connsiteX139" fmla="*/ 694493 w 1782629"/>
                <a:gd name="connsiteY139" fmla="*/ 1466736 h 1640791"/>
                <a:gd name="connsiteX140" fmla="*/ 1551998 w 1782629"/>
                <a:gd name="connsiteY140" fmla="*/ 1466228 h 1640791"/>
                <a:gd name="connsiteX141" fmla="*/ 1554664 w 1782629"/>
                <a:gd name="connsiteY141" fmla="*/ 1421017 h 1640791"/>
                <a:gd name="connsiteX142" fmla="*/ 695382 w 1782629"/>
                <a:gd name="connsiteY142" fmla="*/ 1421270 h 1640791"/>
                <a:gd name="connsiteX0" fmla="*/ 1317682 w 1782629"/>
                <a:gd name="connsiteY0" fmla="*/ 100216 h 1640791"/>
                <a:gd name="connsiteX1" fmla="*/ 1366831 w 1782629"/>
                <a:gd name="connsiteY1" fmla="*/ 1791 h 1640791"/>
                <a:gd name="connsiteX2" fmla="*/ 1453826 w 1782629"/>
                <a:gd name="connsiteY2" fmla="*/ 60973 h 1640791"/>
                <a:gd name="connsiteX3" fmla="*/ 1537138 w 1782629"/>
                <a:gd name="connsiteY3" fmla="*/ 192672 h 1640791"/>
                <a:gd name="connsiteX4" fmla="*/ 1693729 w 1782629"/>
                <a:gd name="connsiteY4" fmla="*/ 194577 h 1640791"/>
                <a:gd name="connsiteX5" fmla="*/ 1780217 w 1782629"/>
                <a:gd name="connsiteY5" fmla="*/ 289319 h 1640791"/>
                <a:gd name="connsiteX6" fmla="*/ 1782629 w 1782629"/>
                <a:gd name="connsiteY6" fmla="*/ 551320 h 1640791"/>
                <a:gd name="connsiteX7" fmla="*/ 1780089 w 1782629"/>
                <a:gd name="connsiteY7" fmla="*/ 745630 h 1640791"/>
                <a:gd name="connsiteX8" fmla="*/ 1743513 w 1782629"/>
                <a:gd name="connsiteY8" fmla="*/ 813956 h 1640791"/>
                <a:gd name="connsiteX9" fmla="*/ 1555680 w 1782629"/>
                <a:gd name="connsiteY9" fmla="*/ 838086 h 1640791"/>
                <a:gd name="connsiteX10" fmla="*/ 1069398 w 1782629"/>
                <a:gd name="connsiteY10" fmla="*/ 841515 h 1640791"/>
                <a:gd name="connsiteX11" fmla="*/ 1017708 w 1782629"/>
                <a:gd name="connsiteY11" fmla="*/ 840118 h 1640791"/>
                <a:gd name="connsiteX12" fmla="*/ 1012374 w 1782629"/>
                <a:gd name="connsiteY12" fmla="*/ 749567 h 1640791"/>
                <a:gd name="connsiteX13" fmla="*/ 936048 w 1782629"/>
                <a:gd name="connsiteY13" fmla="*/ 812051 h 1640791"/>
                <a:gd name="connsiteX14" fmla="*/ 742245 w 1782629"/>
                <a:gd name="connsiteY14" fmla="*/ 984136 h 1640791"/>
                <a:gd name="connsiteX15" fmla="*/ 932492 w 1782629"/>
                <a:gd name="connsiteY15" fmla="*/ 1117359 h 1640791"/>
                <a:gd name="connsiteX16" fmla="*/ 1004881 w 1782629"/>
                <a:gd name="connsiteY16" fmla="*/ 944385 h 1640791"/>
                <a:gd name="connsiteX17" fmla="*/ 1183189 w 1782629"/>
                <a:gd name="connsiteY17" fmla="*/ 940956 h 1640791"/>
                <a:gd name="connsiteX18" fmla="*/ 1620197 w 1782629"/>
                <a:gd name="connsiteY18" fmla="*/ 942734 h 1640791"/>
                <a:gd name="connsiteX19" fmla="*/ 1680522 w 1782629"/>
                <a:gd name="connsiteY19" fmla="*/ 977151 h 1640791"/>
                <a:gd name="connsiteX20" fmla="*/ 1572825 w 1782629"/>
                <a:gd name="connsiteY20" fmla="*/ 1408189 h 1640791"/>
                <a:gd name="connsiteX21" fmla="*/ 1579556 w 1782629"/>
                <a:gd name="connsiteY21" fmla="*/ 1422667 h 1640791"/>
                <a:gd name="connsiteX22" fmla="*/ 1561904 w 1782629"/>
                <a:gd name="connsiteY22" fmla="*/ 1488708 h 1640791"/>
                <a:gd name="connsiteX23" fmla="*/ 1478718 w 1782629"/>
                <a:gd name="connsiteY23" fmla="*/ 1492264 h 1640791"/>
                <a:gd name="connsiteX24" fmla="*/ 704273 w 1782629"/>
                <a:gd name="connsiteY24" fmla="*/ 1491755 h 1640791"/>
                <a:gd name="connsiteX25" fmla="*/ 675189 w 1782629"/>
                <a:gd name="connsiteY25" fmla="*/ 1398030 h 1640791"/>
                <a:gd name="connsiteX26" fmla="*/ 834067 w 1782629"/>
                <a:gd name="connsiteY26" fmla="*/ 1393965 h 1640791"/>
                <a:gd name="connsiteX27" fmla="*/ 789743 w 1782629"/>
                <a:gd name="connsiteY27" fmla="*/ 1031126 h 1640791"/>
                <a:gd name="connsiteX28" fmla="*/ 757612 w 1782629"/>
                <a:gd name="connsiteY28" fmla="*/ 1017156 h 1640791"/>
                <a:gd name="connsiteX29" fmla="*/ 667696 w 1782629"/>
                <a:gd name="connsiteY29" fmla="*/ 997471 h 1640791"/>
                <a:gd name="connsiteX30" fmla="*/ 514788 w 1782629"/>
                <a:gd name="connsiteY30" fmla="*/ 1041032 h 1640791"/>
                <a:gd name="connsiteX31" fmla="*/ 348672 w 1782629"/>
                <a:gd name="connsiteY31" fmla="*/ 997344 h 1640791"/>
                <a:gd name="connsiteX32" fmla="*/ 253295 w 1782629"/>
                <a:gd name="connsiteY32" fmla="*/ 1022871 h 1640791"/>
                <a:gd name="connsiteX33" fmla="*/ 247580 w 1782629"/>
                <a:gd name="connsiteY33" fmla="*/ 1044715 h 1640791"/>
                <a:gd name="connsiteX34" fmla="*/ 210623 w 1782629"/>
                <a:gd name="connsiteY34" fmla="*/ 1304176 h 1640791"/>
                <a:gd name="connsiteX35" fmla="*/ 430206 w 1782629"/>
                <a:gd name="connsiteY35" fmla="*/ 1283730 h 1640791"/>
                <a:gd name="connsiteX36" fmla="*/ 426142 w 1782629"/>
                <a:gd name="connsiteY36" fmla="*/ 1250074 h 1640791"/>
                <a:gd name="connsiteX37" fmla="*/ 411918 w 1782629"/>
                <a:gd name="connsiteY37" fmla="*/ 1176795 h 1640791"/>
                <a:gd name="connsiteX38" fmla="*/ 511994 w 1782629"/>
                <a:gd name="connsiteY38" fmla="*/ 1167651 h 1640791"/>
                <a:gd name="connsiteX39" fmla="*/ 579939 w 1782629"/>
                <a:gd name="connsiteY39" fmla="*/ 1168794 h 1640791"/>
                <a:gd name="connsiteX40" fmla="*/ 629215 w 1782629"/>
                <a:gd name="connsiteY40" fmla="*/ 1203592 h 1640791"/>
                <a:gd name="connsiteX41" fmla="*/ 596957 w 1782629"/>
                <a:gd name="connsiteY41" fmla="*/ 1278522 h 1640791"/>
                <a:gd name="connsiteX42" fmla="*/ 611308 w 1782629"/>
                <a:gd name="connsiteY42" fmla="*/ 1397267 h 1640791"/>
                <a:gd name="connsiteX43" fmla="*/ 697542 w 1782629"/>
                <a:gd name="connsiteY43" fmla="*/ 1573162 h 1640791"/>
                <a:gd name="connsiteX44" fmla="*/ 680650 w 1782629"/>
                <a:gd name="connsiteY44" fmla="*/ 1637805 h 1640791"/>
                <a:gd name="connsiteX45" fmla="*/ 400869 w 1782629"/>
                <a:gd name="connsiteY45" fmla="*/ 1640345 h 1640791"/>
                <a:gd name="connsiteX46" fmla="*/ 339655 w 1782629"/>
                <a:gd name="connsiteY46" fmla="*/ 1620914 h 1640791"/>
                <a:gd name="connsiteX47" fmla="*/ 349053 w 1782629"/>
                <a:gd name="connsiteY47" fmla="*/ 1533665 h 1640791"/>
                <a:gd name="connsiteX48" fmla="*/ 40443 w 1782629"/>
                <a:gd name="connsiteY48" fmla="*/ 1429652 h 1640791"/>
                <a:gd name="connsiteX49" fmla="*/ 94672 w 1782629"/>
                <a:gd name="connsiteY49" fmla="*/ 1141997 h 1640791"/>
                <a:gd name="connsiteX50" fmla="*/ 286061 w 1782629"/>
                <a:gd name="connsiteY50" fmla="*/ 982739 h 1640791"/>
                <a:gd name="connsiteX51" fmla="*/ 194494 w 1782629"/>
                <a:gd name="connsiteY51" fmla="*/ 928764 h 1640791"/>
                <a:gd name="connsiteX52" fmla="*/ 101276 w 1782629"/>
                <a:gd name="connsiteY52" fmla="*/ 814083 h 1640791"/>
                <a:gd name="connsiteX53" fmla="*/ 43110 w 1782629"/>
                <a:gd name="connsiteY53" fmla="*/ 780936 h 1640791"/>
                <a:gd name="connsiteX54" fmla="*/ 21393 w 1782629"/>
                <a:gd name="connsiteY54" fmla="*/ 558051 h 1640791"/>
                <a:gd name="connsiteX55" fmla="*/ 92132 w 1782629"/>
                <a:gd name="connsiteY55" fmla="*/ 500266 h 1640791"/>
                <a:gd name="connsiteX56" fmla="*/ 317938 w 1782629"/>
                <a:gd name="connsiteY56" fmla="*/ 295669 h 1640791"/>
                <a:gd name="connsiteX57" fmla="*/ 696271 w 1782629"/>
                <a:gd name="connsiteY57" fmla="*/ 286398 h 1640791"/>
                <a:gd name="connsiteX58" fmla="*/ 828732 w 1782629"/>
                <a:gd name="connsiteY58" fmla="*/ 361963 h 1640791"/>
                <a:gd name="connsiteX59" fmla="*/ 943540 w 1782629"/>
                <a:gd name="connsiteY59" fmla="*/ 504457 h 1640791"/>
                <a:gd name="connsiteX60" fmla="*/ 1016057 w 1782629"/>
                <a:gd name="connsiteY60" fmla="*/ 557670 h 1640791"/>
                <a:gd name="connsiteX61" fmla="*/ 1012248 w 1782629"/>
                <a:gd name="connsiteY61" fmla="*/ 326530 h 1640791"/>
                <a:gd name="connsiteX62" fmla="*/ 1060380 w 1782629"/>
                <a:gd name="connsiteY62" fmla="*/ 210198 h 1640791"/>
                <a:gd name="connsiteX63" fmla="*/ 1149026 w 1782629"/>
                <a:gd name="connsiteY63" fmla="*/ 192926 h 1640791"/>
                <a:gd name="connsiteX64" fmla="*/ 1512373 w 1782629"/>
                <a:gd name="connsiteY64" fmla="*/ 192418 h 1640791"/>
                <a:gd name="connsiteX65" fmla="*/ 1456112 w 1782629"/>
                <a:gd name="connsiteY65" fmla="*/ 88405 h 1640791"/>
                <a:gd name="connsiteX66" fmla="*/ 1317682 w 1782629"/>
                <a:gd name="connsiteY66" fmla="*/ 100216 h 1640791"/>
                <a:gd name="connsiteX67" fmla="*/ 1368482 w 1782629"/>
                <a:gd name="connsiteY67" fmla="*/ 25794 h 1640791"/>
                <a:gd name="connsiteX68" fmla="*/ 1368482 w 1782629"/>
                <a:gd name="connsiteY68" fmla="*/ 25794 h 1640791"/>
                <a:gd name="connsiteX69" fmla="*/ 1035107 w 1782629"/>
                <a:gd name="connsiteY69" fmla="*/ 300749 h 1640791"/>
                <a:gd name="connsiteX70" fmla="*/ 1034345 w 1782629"/>
                <a:gd name="connsiteY70" fmla="*/ 816369 h 1640791"/>
                <a:gd name="connsiteX71" fmla="*/ 1670361 w 1782629"/>
                <a:gd name="connsiteY71" fmla="*/ 814210 h 1640791"/>
                <a:gd name="connsiteX72" fmla="*/ 1759135 w 1782629"/>
                <a:gd name="connsiteY72" fmla="*/ 721373 h 1640791"/>
                <a:gd name="connsiteX73" fmla="*/ 1758880 w 1782629"/>
                <a:gd name="connsiteY73" fmla="*/ 301384 h 1640791"/>
                <a:gd name="connsiteX74" fmla="*/ 1683188 w 1782629"/>
                <a:gd name="connsiteY74" fmla="*/ 218453 h 1640791"/>
                <a:gd name="connsiteX75" fmla="*/ 1110037 w 1782629"/>
                <a:gd name="connsiteY75" fmla="*/ 218580 h 1640791"/>
                <a:gd name="connsiteX76" fmla="*/ 1035107 w 1782629"/>
                <a:gd name="connsiteY76" fmla="*/ 300749 h 1640791"/>
                <a:gd name="connsiteX77" fmla="*/ 268027 w 1782629"/>
                <a:gd name="connsiteY77" fmla="*/ 347866 h 1640791"/>
                <a:gd name="connsiteX78" fmla="*/ 98482 w 1782629"/>
                <a:gd name="connsiteY78" fmla="*/ 586753 h 1640791"/>
                <a:gd name="connsiteX79" fmla="*/ 96450 w 1782629"/>
                <a:gd name="connsiteY79" fmla="*/ 588912 h 1640791"/>
                <a:gd name="connsiteX80" fmla="*/ 202114 w 1782629"/>
                <a:gd name="connsiteY80" fmla="*/ 901713 h 1640791"/>
                <a:gd name="connsiteX81" fmla="*/ 388042 w 1782629"/>
                <a:gd name="connsiteY81" fmla="*/ 972706 h 1640791"/>
                <a:gd name="connsiteX82" fmla="*/ 691954 w 1782629"/>
                <a:gd name="connsiteY82" fmla="*/ 970166 h 1640791"/>
                <a:gd name="connsiteX83" fmla="*/ 940746 w 1782629"/>
                <a:gd name="connsiteY83" fmla="*/ 682765 h 1640791"/>
                <a:gd name="connsiteX84" fmla="*/ 834574 w 1782629"/>
                <a:gd name="connsiteY84" fmla="*/ 399809 h 1640791"/>
                <a:gd name="connsiteX85" fmla="*/ 509708 w 1782629"/>
                <a:gd name="connsiteY85" fmla="*/ 294780 h 1640791"/>
                <a:gd name="connsiteX86" fmla="*/ 268027 w 1782629"/>
                <a:gd name="connsiteY86" fmla="*/ 347866 h 1640791"/>
                <a:gd name="connsiteX87" fmla="*/ 82480 w 1782629"/>
                <a:gd name="connsiteY87" fmla="*/ 779666 h 1640791"/>
                <a:gd name="connsiteX88" fmla="*/ 77146 w 1782629"/>
                <a:gd name="connsiteY88" fmla="*/ 528206 h 1640791"/>
                <a:gd name="connsiteX89" fmla="*/ 82480 w 1782629"/>
                <a:gd name="connsiteY89" fmla="*/ 779666 h 1640791"/>
                <a:gd name="connsiteX90" fmla="*/ 950144 w 1782629"/>
                <a:gd name="connsiteY90" fmla="*/ 526682 h 1640791"/>
                <a:gd name="connsiteX91" fmla="*/ 946969 w 1782629"/>
                <a:gd name="connsiteY91" fmla="*/ 782460 h 1640791"/>
                <a:gd name="connsiteX92" fmla="*/ 950144 w 1782629"/>
                <a:gd name="connsiteY92" fmla="*/ 526682 h 1640791"/>
                <a:gd name="connsiteX93" fmla="*/ 998912 w 1782629"/>
                <a:gd name="connsiteY93" fmla="*/ 973341 h 1640791"/>
                <a:gd name="connsiteX94" fmla="*/ 967670 w 1782629"/>
                <a:gd name="connsiteY94" fmla="*/ 1065289 h 1640791"/>
                <a:gd name="connsiteX95" fmla="*/ 900361 w 1782629"/>
                <a:gd name="connsiteY95" fmla="*/ 1393965 h 1640791"/>
                <a:gd name="connsiteX96" fmla="*/ 1554792 w 1782629"/>
                <a:gd name="connsiteY96" fmla="*/ 1393965 h 1640791"/>
                <a:gd name="connsiteX97" fmla="*/ 1650804 w 1782629"/>
                <a:gd name="connsiteY97" fmla="*/ 970547 h 1640791"/>
                <a:gd name="connsiteX98" fmla="*/ 1060254 w 1782629"/>
                <a:gd name="connsiteY98" fmla="*/ 968769 h 1640791"/>
                <a:gd name="connsiteX99" fmla="*/ 998912 w 1782629"/>
                <a:gd name="connsiteY99" fmla="*/ 973341 h 1640791"/>
                <a:gd name="connsiteX100" fmla="*/ 436175 w 1782629"/>
                <a:gd name="connsiteY100" fmla="*/ 996582 h 1640791"/>
                <a:gd name="connsiteX101" fmla="*/ 593528 w 1782629"/>
                <a:gd name="connsiteY101" fmla="*/ 996328 h 1640791"/>
                <a:gd name="connsiteX102" fmla="*/ 436175 w 1782629"/>
                <a:gd name="connsiteY102" fmla="*/ 996582 h 1640791"/>
                <a:gd name="connsiteX103" fmla="*/ 50857 w 1782629"/>
                <a:gd name="connsiteY103" fmla="*/ 1343927 h 1640791"/>
                <a:gd name="connsiteX104" fmla="*/ 73336 w 1782629"/>
                <a:gd name="connsiteY104" fmla="*/ 1440447 h 1640791"/>
                <a:gd name="connsiteX105" fmla="*/ 363912 w 1782629"/>
                <a:gd name="connsiteY105" fmla="*/ 1511059 h 1640791"/>
                <a:gd name="connsiteX106" fmla="*/ 380168 w 1782629"/>
                <a:gd name="connsiteY106" fmla="*/ 1482230 h 1640791"/>
                <a:gd name="connsiteX107" fmla="*/ 362515 w 1782629"/>
                <a:gd name="connsiteY107" fmla="*/ 1313574 h 1640791"/>
                <a:gd name="connsiteX108" fmla="*/ 140011 w 1782629"/>
                <a:gd name="connsiteY108" fmla="*/ 1331481 h 1640791"/>
                <a:gd name="connsiteX109" fmla="*/ 185731 w 1782629"/>
                <a:gd name="connsiteY109" fmla="*/ 1304430 h 1640791"/>
                <a:gd name="connsiteX110" fmla="*/ 220910 w 1782629"/>
                <a:gd name="connsiteY110" fmla="*/ 1039127 h 1640791"/>
                <a:gd name="connsiteX111" fmla="*/ 50857 w 1782629"/>
                <a:gd name="connsiteY111" fmla="*/ 1343927 h 1640791"/>
                <a:gd name="connsiteX112" fmla="*/ 825049 w 1782629"/>
                <a:gd name="connsiteY112" fmla="*/ 1048780 h 1640791"/>
                <a:gd name="connsiteX113" fmla="*/ 857307 w 1782629"/>
                <a:gd name="connsiteY113" fmla="*/ 1393965 h 1640791"/>
                <a:gd name="connsiteX114" fmla="*/ 875468 w 1782629"/>
                <a:gd name="connsiteY114" fmla="*/ 1393965 h 1640791"/>
                <a:gd name="connsiteX115" fmla="*/ 922331 w 1782629"/>
                <a:gd name="connsiteY115" fmla="*/ 1151142 h 1640791"/>
                <a:gd name="connsiteX116" fmla="*/ 825049 w 1782629"/>
                <a:gd name="connsiteY116" fmla="*/ 1048780 h 1640791"/>
                <a:gd name="connsiteX117" fmla="*/ 433000 w 1782629"/>
                <a:gd name="connsiteY117" fmla="*/ 1196480 h 1640791"/>
                <a:gd name="connsiteX118" fmla="*/ 419538 w 1782629"/>
                <a:gd name="connsiteY118" fmla="*/ 1216165 h 1640791"/>
                <a:gd name="connsiteX119" fmla="*/ 492055 w 1782629"/>
                <a:gd name="connsiteY119" fmla="*/ 1228103 h 1640791"/>
                <a:gd name="connsiteX120" fmla="*/ 455860 w 1782629"/>
                <a:gd name="connsiteY120" fmla="*/ 1252614 h 1640791"/>
                <a:gd name="connsiteX121" fmla="*/ 453193 w 1782629"/>
                <a:gd name="connsiteY121" fmla="*/ 1275474 h 1640791"/>
                <a:gd name="connsiteX122" fmla="*/ 526853 w 1782629"/>
                <a:gd name="connsiteY122" fmla="*/ 1317384 h 1640791"/>
                <a:gd name="connsiteX123" fmla="*/ 527361 w 1782629"/>
                <a:gd name="connsiteY123" fmla="*/ 1464196 h 1640791"/>
                <a:gd name="connsiteX124" fmla="*/ 400615 w 1782629"/>
                <a:gd name="connsiteY124" fmla="*/ 1497343 h 1640791"/>
                <a:gd name="connsiteX125" fmla="*/ 361499 w 1782629"/>
                <a:gd name="connsiteY125" fmla="*/ 1611262 h 1640791"/>
                <a:gd name="connsiteX126" fmla="*/ 590988 w 1782629"/>
                <a:gd name="connsiteY126" fmla="*/ 1616977 h 1640791"/>
                <a:gd name="connsiteX127" fmla="*/ 675698 w 1782629"/>
                <a:gd name="connsiteY127" fmla="*/ 1605674 h 1640791"/>
                <a:gd name="connsiteX128" fmla="*/ 592893 w 1782629"/>
                <a:gd name="connsiteY128" fmla="*/ 1421651 h 1640791"/>
                <a:gd name="connsiteX129" fmla="*/ 572065 w 1782629"/>
                <a:gd name="connsiteY129" fmla="*/ 1330592 h 1640791"/>
                <a:gd name="connsiteX130" fmla="*/ 607244 w 1782629"/>
                <a:gd name="connsiteY130" fmla="*/ 1202068 h 1640791"/>
                <a:gd name="connsiteX131" fmla="*/ 433000 w 1782629"/>
                <a:gd name="connsiteY131" fmla="*/ 1196480 h 1640791"/>
                <a:gd name="connsiteX132" fmla="*/ 416744 w 1782629"/>
                <a:gd name="connsiteY132" fmla="*/ 1310399 h 1640791"/>
                <a:gd name="connsiteX133" fmla="*/ 387788 w 1782629"/>
                <a:gd name="connsiteY133" fmla="*/ 1458736 h 1640791"/>
                <a:gd name="connsiteX134" fmla="*/ 476815 w 1782629"/>
                <a:gd name="connsiteY134" fmla="*/ 1468387 h 1640791"/>
                <a:gd name="connsiteX135" fmla="*/ 520503 w 1782629"/>
                <a:gd name="connsiteY135" fmla="*/ 1369581 h 1640791"/>
                <a:gd name="connsiteX136" fmla="*/ 416744 w 1782629"/>
                <a:gd name="connsiteY136" fmla="*/ 1310399 h 1640791"/>
                <a:gd name="connsiteX137" fmla="*/ 695382 w 1782629"/>
                <a:gd name="connsiteY137" fmla="*/ 1421270 h 1640791"/>
                <a:gd name="connsiteX138" fmla="*/ 694493 w 1782629"/>
                <a:gd name="connsiteY138" fmla="*/ 1466736 h 1640791"/>
                <a:gd name="connsiteX139" fmla="*/ 1551998 w 1782629"/>
                <a:gd name="connsiteY139" fmla="*/ 1466228 h 1640791"/>
                <a:gd name="connsiteX140" fmla="*/ 1554664 w 1782629"/>
                <a:gd name="connsiteY140" fmla="*/ 1421017 h 1640791"/>
                <a:gd name="connsiteX141" fmla="*/ 695382 w 1782629"/>
                <a:gd name="connsiteY141" fmla="*/ 1421270 h 1640791"/>
                <a:gd name="connsiteX0" fmla="*/ 1317682 w 1782629"/>
                <a:gd name="connsiteY0" fmla="*/ 100216 h 1640791"/>
                <a:gd name="connsiteX1" fmla="*/ 1366831 w 1782629"/>
                <a:gd name="connsiteY1" fmla="*/ 1791 h 1640791"/>
                <a:gd name="connsiteX2" fmla="*/ 1453826 w 1782629"/>
                <a:gd name="connsiteY2" fmla="*/ 60973 h 1640791"/>
                <a:gd name="connsiteX3" fmla="*/ 1537138 w 1782629"/>
                <a:gd name="connsiteY3" fmla="*/ 192672 h 1640791"/>
                <a:gd name="connsiteX4" fmla="*/ 1693729 w 1782629"/>
                <a:gd name="connsiteY4" fmla="*/ 194577 h 1640791"/>
                <a:gd name="connsiteX5" fmla="*/ 1780217 w 1782629"/>
                <a:gd name="connsiteY5" fmla="*/ 289319 h 1640791"/>
                <a:gd name="connsiteX6" fmla="*/ 1782629 w 1782629"/>
                <a:gd name="connsiteY6" fmla="*/ 551320 h 1640791"/>
                <a:gd name="connsiteX7" fmla="*/ 1780089 w 1782629"/>
                <a:gd name="connsiteY7" fmla="*/ 745630 h 1640791"/>
                <a:gd name="connsiteX8" fmla="*/ 1743513 w 1782629"/>
                <a:gd name="connsiteY8" fmla="*/ 813956 h 1640791"/>
                <a:gd name="connsiteX9" fmla="*/ 1555680 w 1782629"/>
                <a:gd name="connsiteY9" fmla="*/ 838086 h 1640791"/>
                <a:gd name="connsiteX10" fmla="*/ 1069398 w 1782629"/>
                <a:gd name="connsiteY10" fmla="*/ 841515 h 1640791"/>
                <a:gd name="connsiteX11" fmla="*/ 1017708 w 1782629"/>
                <a:gd name="connsiteY11" fmla="*/ 840118 h 1640791"/>
                <a:gd name="connsiteX12" fmla="*/ 1012374 w 1782629"/>
                <a:gd name="connsiteY12" fmla="*/ 749567 h 1640791"/>
                <a:gd name="connsiteX13" fmla="*/ 936048 w 1782629"/>
                <a:gd name="connsiteY13" fmla="*/ 812051 h 1640791"/>
                <a:gd name="connsiteX14" fmla="*/ 742245 w 1782629"/>
                <a:gd name="connsiteY14" fmla="*/ 984136 h 1640791"/>
                <a:gd name="connsiteX15" fmla="*/ 932492 w 1782629"/>
                <a:gd name="connsiteY15" fmla="*/ 1117359 h 1640791"/>
                <a:gd name="connsiteX16" fmla="*/ 1004881 w 1782629"/>
                <a:gd name="connsiteY16" fmla="*/ 944385 h 1640791"/>
                <a:gd name="connsiteX17" fmla="*/ 1183189 w 1782629"/>
                <a:gd name="connsiteY17" fmla="*/ 940956 h 1640791"/>
                <a:gd name="connsiteX18" fmla="*/ 1620197 w 1782629"/>
                <a:gd name="connsiteY18" fmla="*/ 942734 h 1640791"/>
                <a:gd name="connsiteX19" fmla="*/ 1680522 w 1782629"/>
                <a:gd name="connsiteY19" fmla="*/ 977151 h 1640791"/>
                <a:gd name="connsiteX20" fmla="*/ 1572825 w 1782629"/>
                <a:gd name="connsiteY20" fmla="*/ 1408189 h 1640791"/>
                <a:gd name="connsiteX21" fmla="*/ 1579556 w 1782629"/>
                <a:gd name="connsiteY21" fmla="*/ 1422667 h 1640791"/>
                <a:gd name="connsiteX22" fmla="*/ 1561904 w 1782629"/>
                <a:gd name="connsiteY22" fmla="*/ 1488708 h 1640791"/>
                <a:gd name="connsiteX23" fmla="*/ 1478718 w 1782629"/>
                <a:gd name="connsiteY23" fmla="*/ 1492264 h 1640791"/>
                <a:gd name="connsiteX24" fmla="*/ 704273 w 1782629"/>
                <a:gd name="connsiteY24" fmla="*/ 1491755 h 1640791"/>
                <a:gd name="connsiteX25" fmla="*/ 675189 w 1782629"/>
                <a:gd name="connsiteY25" fmla="*/ 1398030 h 1640791"/>
                <a:gd name="connsiteX26" fmla="*/ 834067 w 1782629"/>
                <a:gd name="connsiteY26" fmla="*/ 1393965 h 1640791"/>
                <a:gd name="connsiteX27" fmla="*/ 789743 w 1782629"/>
                <a:gd name="connsiteY27" fmla="*/ 1031126 h 1640791"/>
                <a:gd name="connsiteX28" fmla="*/ 757612 w 1782629"/>
                <a:gd name="connsiteY28" fmla="*/ 1017156 h 1640791"/>
                <a:gd name="connsiteX29" fmla="*/ 667696 w 1782629"/>
                <a:gd name="connsiteY29" fmla="*/ 997471 h 1640791"/>
                <a:gd name="connsiteX30" fmla="*/ 514788 w 1782629"/>
                <a:gd name="connsiteY30" fmla="*/ 1041032 h 1640791"/>
                <a:gd name="connsiteX31" fmla="*/ 348672 w 1782629"/>
                <a:gd name="connsiteY31" fmla="*/ 997344 h 1640791"/>
                <a:gd name="connsiteX32" fmla="*/ 253295 w 1782629"/>
                <a:gd name="connsiteY32" fmla="*/ 1022871 h 1640791"/>
                <a:gd name="connsiteX33" fmla="*/ 247580 w 1782629"/>
                <a:gd name="connsiteY33" fmla="*/ 1044715 h 1640791"/>
                <a:gd name="connsiteX34" fmla="*/ 210623 w 1782629"/>
                <a:gd name="connsiteY34" fmla="*/ 1304176 h 1640791"/>
                <a:gd name="connsiteX35" fmla="*/ 430206 w 1782629"/>
                <a:gd name="connsiteY35" fmla="*/ 1283730 h 1640791"/>
                <a:gd name="connsiteX36" fmla="*/ 426142 w 1782629"/>
                <a:gd name="connsiteY36" fmla="*/ 1250074 h 1640791"/>
                <a:gd name="connsiteX37" fmla="*/ 411918 w 1782629"/>
                <a:gd name="connsiteY37" fmla="*/ 1176795 h 1640791"/>
                <a:gd name="connsiteX38" fmla="*/ 511994 w 1782629"/>
                <a:gd name="connsiteY38" fmla="*/ 1167651 h 1640791"/>
                <a:gd name="connsiteX39" fmla="*/ 579939 w 1782629"/>
                <a:gd name="connsiteY39" fmla="*/ 1168794 h 1640791"/>
                <a:gd name="connsiteX40" fmla="*/ 629215 w 1782629"/>
                <a:gd name="connsiteY40" fmla="*/ 1203592 h 1640791"/>
                <a:gd name="connsiteX41" fmla="*/ 596957 w 1782629"/>
                <a:gd name="connsiteY41" fmla="*/ 1278522 h 1640791"/>
                <a:gd name="connsiteX42" fmla="*/ 611308 w 1782629"/>
                <a:gd name="connsiteY42" fmla="*/ 1397267 h 1640791"/>
                <a:gd name="connsiteX43" fmla="*/ 697542 w 1782629"/>
                <a:gd name="connsiteY43" fmla="*/ 1573162 h 1640791"/>
                <a:gd name="connsiteX44" fmla="*/ 680650 w 1782629"/>
                <a:gd name="connsiteY44" fmla="*/ 1637805 h 1640791"/>
                <a:gd name="connsiteX45" fmla="*/ 400869 w 1782629"/>
                <a:gd name="connsiteY45" fmla="*/ 1640345 h 1640791"/>
                <a:gd name="connsiteX46" fmla="*/ 339655 w 1782629"/>
                <a:gd name="connsiteY46" fmla="*/ 1620914 h 1640791"/>
                <a:gd name="connsiteX47" fmla="*/ 349053 w 1782629"/>
                <a:gd name="connsiteY47" fmla="*/ 1533665 h 1640791"/>
                <a:gd name="connsiteX48" fmla="*/ 40443 w 1782629"/>
                <a:gd name="connsiteY48" fmla="*/ 1429652 h 1640791"/>
                <a:gd name="connsiteX49" fmla="*/ 94672 w 1782629"/>
                <a:gd name="connsiteY49" fmla="*/ 1141997 h 1640791"/>
                <a:gd name="connsiteX50" fmla="*/ 286061 w 1782629"/>
                <a:gd name="connsiteY50" fmla="*/ 982739 h 1640791"/>
                <a:gd name="connsiteX51" fmla="*/ 194494 w 1782629"/>
                <a:gd name="connsiteY51" fmla="*/ 928764 h 1640791"/>
                <a:gd name="connsiteX52" fmla="*/ 101276 w 1782629"/>
                <a:gd name="connsiteY52" fmla="*/ 814083 h 1640791"/>
                <a:gd name="connsiteX53" fmla="*/ 43110 w 1782629"/>
                <a:gd name="connsiteY53" fmla="*/ 780936 h 1640791"/>
                <a:gd name="connsiteX54" fmla="*/ 21393 w 1782629"/>
                <a:gd name="connsiteY54" fmla="*/ 558051 h 1640791"/>
                <a:gd name="connsiteX55" fmla="*/ 92132 w 1782629"/>
                <a:gd name="connsiteY55" fmla="*/ 500266 h 1640791"/>
                <a:gd name="connsiteX56" fmla="*/ 317938 w 1782629"/>
                <a:gd name="connsiteY56" fmla="*/ 295669 h 1640791"/>
                <a:gd name="connsiteX57" fmla="*/ 696271 w 1782629"/>
                <a:gd name="connsiteY57" fmla="*/ 286398 h 1640791"/>
                <a:gd name="connsiteX58" fmla="*/ 828732 w 1782629"/>
                <a:gd name="connsiteY58" fmla="*/ 361963 h 1640791"/>
                <a:gd name="connsiteX59" fmla="*/ 943540 w 1782629"/>
                <a:gd name="connsiteY59" fmla="*/ 504457 h 1640791"/>
                <a:gd name="connsiteX60" fmla="*/ 1016057 w 1782629"/>
                <a:gd name="connsiteY60" fmla="*/ 557670 h 1640791"/>
                <a:gd name="connsiteX61" fmla="*/ 1012248 w 1782629"/>
                <a:gd name="connsiteY61" fmla="*/ 326530 h 1640791"/>
                <a:gd name="connsiteX62" fmla="*/ 1060380 w 1782629"/>
                <a:gd name="connsiteY62" fmla="*/ 210198 h 1640791"/>
                <a:gd name="connsiteX63" fmla="*/ 1149026 w 1782629"/>
                <a:gd name="connsiteY63" fmla="*/ 192926 h 1640791"/>
                <a:gd name="connsiteX64" fmla="*/ 1512373 w 1782629"/>
                <a:gd name="connsiteY64" fmla="*/ 192418 h 1640791"/>
                <a:gd name="connsiteX65" fmla="*/ 1317682 w 1782629"/>
                <a:gd name="connsiteY65" fmla="*/ 100216 h 1640791"/>
                <a:gd name="connsiteX66" fmla="*/ 1368482 w 1782629"/>
                <a:gd name="connsiteY66" fmla="*/ 25794 h 1640791"/>
                <a:gd name="connsiteX67" fmla="*/ 1368482 w 1782629"/>
                <a:gd name="connsiteY67" fmla="*/ 25794 h 1640791"/>
                <a:gd name="connsiteX68" fmla="*/ 1035107 w 1782629"/>
                <a:gd name="connsiteY68" fmla="*/ 300749 h 1640791"/>
                <a:gd name="connsiteX69" fmla="*/ 1034345 w 1782629"/>
                <a:gd name="connsiteY69" fmla="*/ 816369 h 1640791"/>
                <a:gd name="connsiteX70" fmla="*/ 1670361 w 1782629"/>
                <a:gd name="connsiteY70" fmla="*/ 814210 h 1640791"/>
                <a:gd name="connsiteX71" fmla="*/ 1759135 w 1782629"/>
                <a:gd name="connsiteY71" fmla="*/ 721373 h 1640791"/>
                <a:gd name="connsiteX72" fmla="*/ 1758880 w 1782629"/>
                <a:gd name="connsiteY72" fmla="*/ 301384 h 1640791"/>
                <a:gd name="connsiteX73" fmla="*/ 1683188 w 1782629"/>
                <a:gd name="connsiteY73" fmla="*/ 218453 h 1640791"/>
                <a:gd name="connsiteX74" fmla="*/ 1110037 w 1782629"/>
                <a:gd name="connsiteY74" fmla="*/ 218580 h 1640791"/>
                <a:gd name="connsiteX75" fmla="*/ 1035107 w 1782629"/>
                <a:gd name="connsiteY75" fmla="*/ 300749 h 1640791"/>
                <a:gd name="connsiteX76" fmla="*/ 268027 w 1782629"/>
                <a:gd name="connsiteY76" fmla="*/ 347866 h 1640791"/>
                <a:gd name="connsiteX77" fmla="*/ 98482 w 1782629"/>
                <a:gd name="connsiteY77" fmla="*/ 586753 h 1640791"/>
                <a:gd name="connsiteX78" fmla="*/ 96450 w 1782629"/>
                <a:gd name="connsiteY78" fmla="*/ 588912 h 1640791"/>
                <a:gd name="connsiteX79" fmla="*/ 202114 w 1782629"/>
                <a:gd name="connsiteY79" fmla="*/ 901713 h 1640791"/>
                <a:gd name="connsiteX80" fmla="*/ 388042 w 1782629"/>
                <a:gd name="connsiteY80" fmla="*/ 972706 h 1640791"/>
                <a:gd name="connsiteX81" fmla="*/ 691954 w 1782629"/>
                <a:gd name="connsiteY81" fmla="*/ 970166 h 1640791"/>
                <a:gd name="connsiteX82" fmla="*/ 940746 w 1782629"/>
                <a:gd name="connsiteY82" fmla="*/ 682765 h 1640791"/>
                <a:gd name="connsiteX83" fmla="*/ 834574 w 1782629"/>
                <a:gd name="connsiteY83" fmla="*/ 399809 h 1640791"/>
                <a:gd name="connsiteX84" fmla="*/ 509708 w 1782629"/>
                <a:gd name="connsiteY84" fmla="*/ 294780 h 1640791"/>
                <a:gd name="connsiteX85" fmla="*/ 268027 w 1782629"/>
                <a:gd name="connsiteY85" fmla="*/ 347866 h 1640791"/>
                <a:gd name="connsiteX86" fmla="*/ 82480 w 1782629"/>
                <a:gd name="connsiteY86" fmla="*/ 779666 h 1640791"/>
                <a:gd name="connsiteX87" fmla="*/ 77146 w 1782629"/>
                <a:gd name="connsiteY87" fmla="*/ 528206 h 1640791"/>
                <a:gd name="connsiteX88" fmla="*/ 82480 w 1782629"/>
                <a:gd name="connsiteY88" fmla="*/ 779666 h 1640791"/>
                <a:gd name="connsiteX89" fmla="*/ 950144 w 1782629"/>
                <a:gd name="connsiteY89" fmla="*/ 526682 h 1640791"/>
                <a:gd name="connsiteX90" fmla="*/ 946969 w 1782629"/>
                <a:gd name="connsiteY90" fmla="*/ 782460 h 1640791"/>
                <a:gd name="connsiteX91" fmla="*/ 950144 w 1782629"/>
                <a:gd name="connsiteY91" fmla="*/ 526682 h 1640791"/>
                <a:gd name="connsiteX92" fmla="*/ 998912 w 1782629"/>
                <a:gd name="connsiteY92" fmla="*/ 973341 h 1640791"/>
                <a:gd name="connsiteX93" fmla="*/ 967670 w 1782629"/>
                <a:gd name="connsiteY93" fmla="*/ 1065289 h 1640791"/>
                <a:gd name="connsiteX94" fmla="*/ 900361 w 1782629"/>
                <a:gd name="connsiteY94" fmla="*/ 1393965 h 1640791"/>
                <a:gd name="connsiteX95" fmla="*/ 1554792 w 1782629"/>
                <a:gd name="connsiteY95" fmla="*/ 1393965 h 1640791"/>
                <a:gd name="connsiteX96" fmla="*/ 1650804 w 1782629"/>
                <a:gd name="connsiteY96" fmla="*/ 970547 h 1640791"/>
                <a:gd name="connsiteX97" fmla="*/ 1060254 w 1782629"/>
                <a:gd name="connsiteY97" fmla="*/ 968769 h 1640791"/>
                <a:gd name="connsiteX98" fmla="*/ 998912 w 1782629"/>
                <a:gd name="connsiteY98" fmla="*/ 973341 h 1640791"/>
                <a:gd name="connsiteX99" fmla="*/ 436175 w 1782629"/>
                <a:gd name="connsiteY99" fmla="*/ 996582 h 1640791"/>
                <a:gd name="connsiteX100" fmla="*/ 593528 w 1782629"/>
                <a:gd name="connsiteY100" fmla="*/ 996328 h 1640791"/>
                <a:gd name="connsiteX101" fmla="*/ 436175 w 1782629"/>
                <a:gd name="connsiteY101" fmla="*/ 996582 h 1640791"/>
                <a:gd name="connsiteX102" fmla="*/ 50857 w 1782629"/>
                <a:gd name="connsiteY102" fmla="*/ 1343927 h 1640791"/>
                <a:gd name="connsiteX103" fmla="*/ 73336 w 1782629"/>
                <a:gd name="connsiteY103" fmla="*/ 1440447 h 1640791"/>
                <a:gd name="connsiteX104" fmla="*/ 363912 w 1782629"/>
                <a:gd name="connsiteY104" fmla="*/ 1511059 h 1640791"/>
                <a:gd name="connsiteX105" fmla="*/ 380168 w 1782629"/>
                <a:gd name="connsiteY105" fmla="*/ 1482230 h 1640791"/>
                <a:gd name="connsiteX106" fmla="*/ 362515 w 1782629"/>
                <a:gd name="connsiteY106" fmla="*/ 1313574 h 1640791"/>
                <a:gd name="connsiteX107" fmla="*/ 140011 w 1782629"/>
                <a:gd name="connsiteY107" fmla="*/ 1331481 h 1640791"/>
                <a:gd name="connsiteX108" fmla="*/ 185731 w 1782629"/>
                <a:gd name="connsiteY108" fmla="*/ 1304430 h 1640791"/>
                <a:gd name="connsiteX109" fmla="*/ 220910 w 1782629"/>
                <a:gd name="connsiteY109" fmla="*/ 1039127 h 1640791"/>
                <a:gd name="connsiteX110" fmla="*/ 50857 w 1782629"/>
                <a:gd name="connsiteY110" fmla="*/ 1343927 h 1640791"/>
                <a:gd name="connsiteX111" fmla="*/ 825049 w 1782629"/>
                <a:gd name="connsiteY111" fmla="*/ 1048780 h 1640791"/>
                <a:gd name="connsiteX112" fmla="*/ 857307 w 1782629"/>
                <a:gd name="connsiteY112" fmla="*/ 1393965 h 1640791"/>
                <a:gd name="connsiteX113" fmla="*/ 875468 w 1782629"/>
                <a:gd name="connsiteY113" fmla="*/ 1393965 h 1640791"/>
                <a:gd name="connsiteX114" fmla="*/ 922331 w 1782629"/>
                <a:gd name="connsiteY114" fmla="*/ 1151142 h 1640791"/>
                <a:gd name="connsiteX115" fmla="*/ 825049 w 1782629"/>
                <a:gd name="connsiteY115" fmla="*/ 1048780 h 1640791"/>
                <a:gd name="connsiteX116" fmla="*/ 433000 w 1782629"/>
                <a:gd name="connsiteY116" fmla="*/ 1196480 h 1640791"/>
                <a:gd name="connsiteX117" fmla="*/ 419538 w 1782629"/>
                <a:gd name="connsiteY117" fmla="*/ 1216165 h 1640791"/>
                <a:gd name="connsiteX118" fmla="*/ 492055 w 1782629"/>
                <a:gd name="connsiteY118" fmla="*/ 1228103 h 1640791"/>
                <a:gd name="connsiteX119" fmla="*/ 455860 w 1782629"/>
                <a:gd name="connsiteY119" fmla="*/ 1252614 h 1640791"/>
                <a:gd name="connsiteX120" fmla="*/ 453193 w 1782629"/>
                <a:gd name="connsiteY120" fmla="*/ 1275474 h 1640791"/>
                <a:gd name="connsiteX121" fmla="*/ 526853 w 1782629"/>
                <a:gd name="connsiteY121" fmla="*/ 1317384 h 1640791"/>
                <a:gd name="connsiteX122" fmla="*/ 527361 w 1782629"/>
                <a:gd name="connsiteY122" fmla="*/ 1464196 h 1640791"/>
                <a:gd name="connsiteX123" fmla="*/ 400615 w 1782629"/>
                <a:gd name="connsiteY123" fmla="*/ 1497343 h 1640791"/>
                <a:gd name="connsiteX124" fmla="*/ 361499 w 1782629"/>
                <a:gd name="connsiteY124" fmla="*/ 1611262 h 1640791"/>
                <a:gd name="connsiteX125" fmla="*/ 590988 w 1782629"/>
                <a:gd name="connsiteY125" fmla="*/ 1616977 h 1640791"/>
                <a:gd name="connsiteX126" fmla="*/ 675698 w 1782629"/>
                <a:gd name="connsiteY126" fmla="*/ 1605674 h 1640791"/>
                <a:gd name="connsiteX127" fmla="*/ 592893 w 1782629"/>
                <a:gd name="connsiteY127" fmla="*/ 1421651 h 1640791"/>
                <a:gd name="connsiteX128" fmla="*/ 572065 w 1782629"/>
                <a:gd name="connsiteY128" fmla="*/ 1330592 h 1640791"/>
                <a:gd name="connsiteX129" fmla="*/ 607244 w 1782629"/>
                <a:gd name="connsiteY129" fmla="*/ 1202068 h 1640791"/>
                <a:gd name="connsiteX130" fmla="*/ 433000 w 1782629"/>
                <a:gd name="connsiteY130" fmla="*/ 1196480 h 1640791"/>
                <a:gd name="connsiteX131" fmla="*/ 416744 w 1782629"/>
                <a:gd name="connsiteY131" fmla="*/ 1310399 h 1640791"/>
                <a:gd name="connsiteX132" fmla="*/ 387788 w 1782629"/>
                <a:gd name="connsiteY132" fmla="*/ 1458736 h 1640791"/>
                <a:gd name="connsiteX133" fmla="*/ 476815 w 1782629"/>
                <a:gd name="connsiteY133" fmla="*/ 1468387 h 1640791"/>
                <a:gd name="connsiteX134" fmla="*/ 520503 w 1782629"/>
                <a:gd name="connsiteY134" fmla="*/ 1369581 h 1640791"/>
                <a:gd name="connsiteX135" fmla="*/ 416744 w 1782629"/>
                <a:gd name="connsiteY135" fmla="*/ 1310399 h 1640791"/>
                <a:gd name="connsiteX136" fmla="*/ 695382 w 1782629"/>
                <a:gd name="connsiteY136" fmla="*/ 1421270 h 1640791"/>
                <a:gd name="connsiteX137" fmla="*/ 694493 w 1782629"/>
                <a:gd name="connsiteY137" fmla="*/ 1466736 h 1640791"/>
                <a:gd name="connsiteX138" fmla="*/ 1551998 w 1782629"/>
                <a:gd name="connsiteY138" fmla="*/ 1466228 h 1640791"/>
                <a:gd name="connsiteX139" fmla="*/ 1554664 w 1782629"/>
                <a:gd name="connsiteY139" fmla="*/ 1421017 h 1640791"/>
                <a:gd name="connsiteX140" fmla="*/ 695382 w 1782629"/>
                <a:gd name="connsiteY140" fmla="*/ 1421270 h 1640791"/>
                <a:gd name="connsiteX0" fmla="*/ 1317682 w 1782629"/>
                <a:gd name="connsiteY0" fmla="*/ 98424 h 1638999"/>
                <a:gd name="connsiteX1" fmla="*/ 1366831 w 1782629"/>
                <a:gd name="connsiteY1" fmla="*/ -1 h 1638999"/>
                <a:gd name="connsiteX2" fmla="*/ 1537138 w 1782629"/>
                <a:gd name="connsiteY2" fmla="*/ 190880 h 1638999"/>
                <a:gd name="connsiteX3" fmla="*/ 1693729 w 1782629"/>
                <a:gd name="connsiteY3" fmla="*/ 192785 h 1638999"/>
                <a:gd name="connsiteX4" fmla="*/ 1780217 w 1782629"/>
                <a:gd name="connsiteY4" fmla="*/ 287527 h 1638999"/>
                <a:gd name="connsiteX5" fmla="*/ 1782629 w 1782629"/>
                <a:gd name="connsiteY5" fmla="*/ 549528 h 1638999"/>
                <a:gd name="connsiteX6" fmla="*/ 1780089 w 1782629"/>
                <a:gd name="connsiteY6" fmla="*/ 743838 h 1638999"/>
                <a:gd name="connsiteX7" fmla="*/ 1743513 w 1782629"/>
                <a:gd name="connsiteY7" fmla="*/ 812164 h 1638999"/>
                <a:gd name="connsiteX8" fmla="*/ 1555680 w 1782629"/>
                <a:gd name="connsiteY8" fmla="*/ 836294 h 1638999"/>
                <a:gd name="connsiteX9" fmla="*/ 1069398 w 1782629"/>
                <a:gd name="connsiteY9" fmla="*/ 839723 h 1638999"/>
                <a:gd name="connsiteX10" fmla="*/ 1017708 w 1782629"/>
                <a:gd name="connsiteY10" fmla="*/ 838326 h 1638999"/>
                <a:gd name="connsiteX11" fmla="*/ 1012374 w 1782629"/>
                <a:gd name="connsiteY11" fmla="*/ 747775 h 1638999"/>
                <a:gd name="connsiteX12" fmla="*/ 936048 w 1782629"/>
                <a:gd name="connsiteY12" fmla="*/ 810259 h 1638999"/>
                <a:gd name="connsiteX13" fmla="*/ 742245 w 1782629"/>
                <a:gd name="connsiteY13" fmla="*/ 982344 h 1638999"/>
                <a:gd name="connsiteX14" fmla="*/ 932492 w 1782629"/>
                <a:gd name="connsiteY14" fmla="*/ 1115567 h 1638999"/>
                <a:gd name="connsiteX15" fmla="*/ 1004881 w 1782629"/>
                <a:gd name="connsiteY15" fmla="*/ 942593 h 1638999"/>
                <a:gd name="connsiteX16" fmla="*/ 1183189 w 1782629"/>
                <a:gd name="connsiteY16" fmla="*/ 939164 h 1638999"/>
                <a:gd name="connsiteX17" fmla="*/ 1620197 w 1782629"/>
                <a:gd name="connsiteY17" fmla="*/ 940942 h 1638999"/>
                <a:gd name="connsiteX18" fmla="*/ 1680522 w 1782629"/>
                <a:gd name="connsiteY18" fmla="*/ 975359 h 1638999"/>
                <a:gd name="connsiteX19" fmla="*/ 1572825 w 1782629"/>
                <a:gd name="connsiteY19" fmla="*/ 1406397 h 1638999"/>
                <a:gd name="connsiteX20" fmla="*/ 1579556 w 1782629"/>
                <a:gd name="connsiteY20" fmla="*/ 1420875 h 1638999"/>
                <a:gd name="connsiteX21" fmla="*/ 1561904 w 1782629"/>
                <a:gd name="connsiteY21" fmla="*/ 1486916 h 1638999"/>
                <a:gd name="connsiteX22" fmla="*/ 1478718 w 1782629"/>
                <a:gd name="connsiteY22" fmla="*/ 1490472 h 1638999"/>
                <a:gd name="connsiteX23" fmla="*/ 704273 w 1782629"/>
                <a:gd name="connsiteY23" fmla="*/ 1489963 h 1638999"/>
                <a:gd name="connsiteX24" fmla="*/ 675189 w 1782629"/>
                <a:gd name="connsiteY24" fmla="*/ 1396238 h 1638999"/>
                <a:gd name="connsiteX25" fmla="*/ 834067 w 1782629"/>
                <a:gd name="connsiteY25" fmla="*/ 1392173 h 1638999"/>
                <a:gd name="connsiteX26" fmla="*/ 789743 w 1782629"/>
                <a:gd name="connsiteY26" fmla="*/ 1029334 h 1638999"/>
                <a:gd name="connsiteX27" fmla="*/ 757612 w 1782629"/>
                <a:gd name="connsiteY27" fmla="*/ 1015364 h 1638999"/>
                <a:gd name="connsiteX28" fmla="*/ 667696 w 1782629"/>
                <a:gd name="connsiteY28" fmla="*/ 995679 h 1638999"/>
                <a:gd name="connsiteX29" fmla="*/ 514788 w 1782629"/>
                <a:gd name="connsiteY29" fmla="*/ 1039240 h 1638999"/>
                <a:gd name="connsiteX30" fmla="*/ 348672 w 1782629"/>
                <a:gd name="connsiteY30" fmla="*/ 995552 h 1638999"/>
                <a:gd name="connsiteX31" fmla="*/ 253295 w 1782629"/>
                <a:gd name="connsiteY31" fmla="*/ 1021079 h 1638999"/>
                <a:gd name="connsiteX32" fmla="*/ 247580 w 1782629"/>
                <a:gd name="connsiteY32" fmla="*/ 1042923 h 1638999"/>
                <a:gd name="connsiteX33" fmla="*/ 210623 w 1782629"/>
                <a:gd name="connsiteY33" fmla="*/ 1302384 h 1638999"/>
                <a:gd name="connsiteX34" fmla="*/ 430206 w 1782629"/>
                <a:gd name="connsiteY34" fmla="*/ 1281938 h 1638999"/>
                <a:gd name="connsiteX35" fmla="*/ 426142 w 1782629"/>
                <a:gd name="connsiteY35" fmla="*/ 1248282 h 1638999"/>
                <a:gd name="connsiteX36" fmla="*/ 411918 w 1782629"/>
                <a:gd name="connsiteY36" fmla="*/ 1175003 h 1638999"/>
                <a:gd name="connsiteX37" fmla="*/ 511994 w 1782629"/>
                <a:gd name="connsiteY37" fmla="*/ 1165859 h 1638999"/>
                <a:gd name="connsiteX38" fmla="*/ 579939 w 1782629"/>
                <a:gd name="connsiteY38" fmla="*/ 1167002 h 1638999"/>
                <a:gd name="connsiteX39" fmla="*/ 629215 w 1782629"/>
                <a:gd name="connsiteY39" fmla="*/ 1201800 h 1638999"/>
                <a:gd name="connsiteX40" fmla="*/ 596957 w 1782629"/>
                <a:gd name="connsiteY40" fmla="*/ 1276730 h 1638999"/>
                <a:gd name="connsiteX41" fmla="*/ 611308 w 1782629"/>
                <a:gd name="connsiteY41" fmla="*/ 1395475 h 1638999"/>
                <a:gd name="connsiteX42" fmla="*/ 697542 w 1782629"/>
                <a:gd name="connsiteY42" fmla="*/ 1571370 h 1638999"/>
                <a:gd name="connsiteX43" fmla="*/ 680650 w 1782629"/>
                <a:gd name="connsiteY43" fmla="*/ 1636013 h 1638999"/>
                <a:gd name="connsiteX44" fmla="*/ 400869 w 1782629"/>
                <a:gd name="connsiteY44" fmla="*/ 1638553 h 1638999"/>
                <a:gd name="connsiteX45" fmla="*/ 339655 w 1782629"/>
                <a:gd name="connsiteY45" fmla="*/ 1619122 h 1638999"/>
                <a:gd name="connsiteX46" fmla="*/ 349053 w 1782629"/>
                <a:gd name="connsiteY46" fmla="*/ 1531873 h 1638999"/>
                <a:gd name="connsiteX47" fmla="*/ 40443 w 1782629"/>
                <a:gd name="connsiteY47" fmla="*/ 1427860 h 1638999"/>
                <a:gd name="connsiteX48" fmla="*/ 94672 w 1782629"/>
                <a:gd name="connsiteY48" fmla="*/ 1140205 h 1638999"/>
                <a:gd name="connsiteX49" fmla="*/ 286061 w 1782629"/>
                <a:gd name="connsiteY49" fmla="*/ 980947 h 1638999"/>
                <a:gd name="connsiteX50" fmla="*/ 194494 w 1782629"/>
                <a:gd name="connsiteY50" fmla="*/ 926972 h 1638999"/>
                <a:gd name="connsiteX51" fmla="*/ 101276 w 1782629"/>
                <a:gd name="connsiteY51" fmla="*/ 812291 h 1638999"/>
                <a:gd name="connsiteX52" fmla="*/ 43110 w 1782629"/>
                <a:gd name="connsiteY52" fmla="*/ 779144 h 1638999"/>
                <a:gd name="connsiteX53" fmla="*/ 21393 w 1782629"/>
                <a:gd name="connsiteY53" fmla="*/ 556259 h 1638999"/>
                <a:gd name="connsiteX54" fmla="*/ 92132 w 1782629"/>
                <a:gd name="connsiteY54" fmla="*/ 498474 h 1638999"/>
                <a:gd name="connsiteX55" fmla="*/ 317938 w 1782629"/>
                <a:gd name="connsiteY55" fmla="*/ 293877 h 1638999"/>
                <a:gd name="connsiteX56" fmla="*/ 696271 w 1782629"/>
                <a:gd name="connsiteY56" fmla="*/ 284606 h 1638999"/>
                <a:gd name="connsiteX57" fmla="*/ 828732 w 1782629"/>
                <a:gd name="connsiteY57" fmla="*/ 360171 h 1638999"/>
                <a:gd name="connsiteX58" fmla="*/ 943540 w 1782629"/>
                <a:gd name="connsiteY58" fmla="*/ 502665 h 1638999"/>
                <a:gd name="connsiteX59" fmla="*/ 1016057 w 1782629"/>
                <a:gd name="connsiteY59" fmla="*/ 555878 h 1638999"/>
                <a:gd name="connsiteX60" fmla="*/ 1012248 w 1782629"/>
                <a:gd name="connsiteY60" fmla="*/ 324738 h 1638999"/>
                <a:gd name="connsiteX61" fmla="*/ 1060380 w 1782629"/>
                <a:gd name="connsiteY61" fmla="*/ 208406 h 1638999"/>
                <a:gd name="connsiteX62" fmla="*/ 1149026 w 1782629"/>
                <a:gd name="connsiteY62" fmla="*/ 191134 h 1638999"/>
                <a:gd name="connsiteX63" fmla="*/ 1512373 w 1782629"/>
                <a:gd name="connsiteY63" fmla="*/ 190626 h 1638999"/>
                <a:gd name="connsiteX64" fmla="*/ 1317682 w 1782629"/>
                <a:gd name="connsiteY64" fmla="*/ 98424 h 1638999"/>
                <a:gd name="connsiteX65" fmla="*/ 1368482 w 1782629"/>
                <a:gd name="connsiteY65" fmla="*/ 24002 h 1638999"/>
                <a:gd name="connsiteX66" fmla="*/ 1368482 w 1782629"/>
                <a:gd name="connsiteY66" fmla="*/ 24002 h 1638999"/>
                <a:gd name="connsiteX67" fmla="*/ 1035107 w 1782629"/>
                <a:gd name="connsiteY67" fmla="*/ 298957 h 1638999"/>
                <a:gd name="connsiteX68" fmla="*/ 1034345 w 1782629"/>
                <a:gd name="connsiteY68" fmla="*/ 814577 h 1638999"/>
                <a:gd name="connsiteX69" fmla="*/ 1670361 w 1782629"/>
                <a:gd name="connsiteY69" fmla="*/ 812418 h 1638999"/>
                <a:gd name="connsiteX70" fmla="*/ 1759135 w 1782629"/>
                <a:gd name="connsiteY70" fmla="*/ 719581 h 1638999"/>
                <a:gd name="connsiteX71" fmla="*/ 1758880 w 1782629"/>
                <a:gd name="connsiteY71" fmla="*/ 299592 h 1638999"/>
                <a:gd name="connsiteX72" fmla="*/ 1683188 w 1782629"/>
                <a:gd name="connsiteY72" fmla="*/ 216661 h 1638999"/>
                <a:gd name="connsiteX73" fmla="*/ 1110037 w 1782629"/>
                <a:gd name="connsiteY73" fmla="*/ 216788 h 1638999"/>
                <a:gd name="connsiteX74" fmla="*/ 1035107 w 1782629"/>
                <a:gd name="connsiteY74" fmla="*/ 298957 h 1638999"/>
                <a:gd name="connsiteX75" fmla="*/ 268027 w 1782629"/>
                <a:gd name="connsiteY75" fmla="*/ 346074 h 1638999"/>
                <a:gd name="connsiteX76" fmla="*/ 98482 w 1782629"/>
                <a:gd name="connsiteY76" fmla="*/ 584961 h 1638999"/>
                <a:gd name="connsiteX77" fmla="*/ 96450 w 1782629"/>
                <a:gd name="connsiteY77" fmla="*/ 587120 h 1638999"/>
                <a:gd name="connsiteX78" fmla="*/ 202114 w 1782629"/>
                <a:gd name="connsiteY78" fmla="*/ 899921 h 1638999"/>
                <a:gd name="connsiteX79" fmla="*/ 388042 w 1782629"/>
                <a:gd name="connsiteY79" fmla="*/ 970914 h 1638999"/>
                <a:gd name="connsiteX80" fmla="*/ 691954 w 1782629"/>
                <a:gd name="connsiteY80" fmla="*/ 968374 h 1638999"/>
                <a:gd name="connsiteX81" fmla="*/ 940746 w 1782629"/>
                <a:gd name="connsiteY81" fmla="*/ 680973 h 1638999"/>
                <a:gd name="connsiteX82" fmla="*/ 834574 w 1782629"/>
                <a:gd name="connsiteY82" fmla="*/ 398017 h 1638999"/>
                <a:gd name="connsiteX83" fmla="*/ 509708 w 1782629"/>
                <a:gd name="connsiteY83" fmla="*/ 292988 h 1638999"/>
                <a:gd name="connsiteX84" fmla="*/ 268027 w 1782629"/>
                <a:gd name="connsiteY84" fmla="*/ 346074 h 1638999"/>
                <a:gd name="connsiteX85" fmla="*/ 82480 w 1782629"/>
                <a:gd name="connsiteY85" fmla="*/ 777874 h 1638999"/>
                <a:gd name="connsiteX86" fmla="*/ 77146 w 1782629"/>
                <a:gd name="connsiteY86" fmla="*/ 526414 h 1638999"/>
                <a:gd name="connsiteX87" fmla="*/ 82480 w 1782629"/>
                <a:gd name="connsiteY87" fmla="*/ 777874 h 1638999"/>
                <a:gd name="connsiteX88" fmla="*/ 950144 w 1782629"/>
                <a:gd name="connsiteY88" fmla="*/ 524890 h 1638999"/>
                <a:gd name="connsiteX89" fmla="*/ 946969 w 1782629"/>
                <a:gd name="connsiteY89" fmla="*/ 780668 h 1638999"/>
                <a:gd name="connsiteX90" fmla="*/ 950144 w 1782629"/>
                <a:gd name="connsiteY90" fmla="*/ 524890 h 1638999"/>
                <a:gd name="connsiteX91" fmla="*/ 998912 w 1782629"/>
                <a:gd name="connsiteY91" fmla="*/ 971549 h 1638999"/>
                <a:gd name="connsiteX92" fmla="*/ 967670 w 1782629"/>
                <a:gd name="connsiteY92" fmla="*/ 1063497 h 1638999"/>
                <a:gd name="connsiteX93" fmla="*/ 900361 w 1782629"/>
                <a:gd name="connsiteY93" fmla="*/ 1392173 h 1638999"/>
                <a:gd name="connsiteX94" fmla="*/ 1554792 w 1782629"/>
                <a:gd name="connsiteY94" fmla="*/ 1392173 h 1638999"/>
                <a:gd name="connsiteX95" fmla="*/ 1650804 w 1782629"/>
                <a:gd name="connsiteY95" fmla="*/ 968755 h 1638999"/>
                <a:gd name="connsiteX96" fmla="*/ 1060254 w 1782629"/>
                <a:gd name="connsiteY96" fmla="*/ 966977 h 1638999"/>
                <a:gd name="connsiteX97" fmla="*/ 998912 w 1782629"/>
                <a:gd name="connsiteY97" fmla="*/ 971549 h 1638999"/>
                <a:gd name="connsiteX98" fmla="*/ 436175 w 1782629"/>
                <a:gd name="connsiteY98" fmla="*/ 994790 h 1638999"/>
                <a:gd name="connsiteX99" fmla="*/ 593528 w 1782629"/>
                <a:gd name="connsiteY99" fmla="*/ 994536 h 1638999"/>
                <a:gd name="connsiteX100" fmla="*/ 436175 w 1782629"/>
                <a:gd name="connsiteY100" fmla="*/ 994790 h 1638999"/>
                <a:gd name="connsiteX101" fmla="*/ 50857 w 1782629"/>
                <a:gd name="connsiteY101" fmla="*/ 1342135 h 1638999"/>
                <a:gd name="connsiteX102" fmla="*/ 73336 w 1782629"/>
                <a:gd name="connsiteY102" fmla="*/ 1438655 h 1638999"/>
                <a:gd name="connsiteX103" fmla="*/ 363912 w 1782629"/>
                <a:gd name="connsiteY103" fmla="*/ 1509267 h 1638999"/>
                <a:gd name="connsiteX104" fmla="*/ 380168 w 1782629"/>
                <a:gd name="connsiteY104" fmla="*/ 1480438 h 1638999"/>
                <a:gd name="connsiteX105" fmla="*/ 362515 w 1782629"/>
                <a:gd name="connsiteY105" fmla="*/ 1311782 h 1638999"/>
                <a:gd name="connsiteX106" fmla="*/ 140011 w 1782629"/>
                <a:gd name="connsiteY106" fmla="*/ 1329689 h 1638999"/>
                <a:gd name="connsiteX107" fmla="*/ 185731 w 1782629"/>
                <a:gd name="connsiteY107" fmla="*/ 1302638 h 1638999"/>
                <a:gd name="connsiteX108" fmla="*/ 220910 w 1782629"/>
                <a:gd name="connsiteY108" fmla="*/ 1037335 h 1638999"/>
                <a:gd name="connsiteX109" fmla="*/ 50857 w 1782629"/>
                <a:gd name="connsiteY109" fmla="*/ 1342135 h 1638999"/>
                <a:gd name="connsiteX110" fmla="*/ 825049 w 1782629"/>
                <a:gd name="connsiteY110" fmla="*/ 1046988 h 1638999"/>
                <a:gd name="connsiteX111" fmla="*/ 857307 w 1782629"/>
                <a:gd name="connsiteY111" fmla="*/ 1392173 h 1638999"/>
                <a:gd name="connsiteX112" fmla="*/ 875468 w 1782629"/>
                <a:gd name="connsiteY112" fmla="*/ 1392173 h 1638999"/>
                <a:gd name="connsiteX113" fmla="*/ 922331 w 1782629"/>
                <a:gd name="connsiteY113" fmla="*/ 1149350 h 1638999"/>
                <a:gd name="connsiteX114" fmla="*/ 825049 w 1782629"/>
                <a:gd name="connsiteY114" fmla="*/ 1046988 h 1638999"/>
                <a:gd name="connsiteX115" fmla="*/ 433000 w 1782629"/>
                <a:gd name="connsiteY115" fmla="*/ 1194688 h 1638999"/>
                <a:gd name="connsiteX116" fmla="*/ 419538 w 1782629"/>
                <a:gd name="connsiteY116" fmla="*/ 1214373 h 1638999"/>
                <a:gd name="connsiteX117" fmla="*/ 492055 w 1782629"/>
                <a:gd name="connsiteY117" fmla="*/ 1226311 h 1638999"/>
                <a:gd name="connsiteX118" fmla="*/ 455860 w 1782629"/>
                <a:gd name="connsiteY118" fmla="*/ 1250822 h 1638999"/>
                <a:gd name="connsiteX119" fmla="*/ 453193 w 1782629"/>
                <a:gd name="connsiteY119" fmla="*/ 1273682 h 1638999"/>
                <a:gd name="connsiteX120" fmla="*/ 526853 w 1782629"/>
                <a:gd name="connsiteY120" fmla="*/ 1315592 h 1638999"/>
                <a:gd name="connsiteX121" fmla="*/ 527361 w 1782629"/>
                <a:gd name="connsiteY121" fmla="*/ 1462404 h 1638999"/>
                <a:gd name="connsiteX122" fmla="*/ 400615 w 1782629"/>
                <a:gd name="connsiteY122" fmla="*/ 1495551 h 1638999"/>
                <a:gd name="connsiteX123" fmla="*/ 361499 w 1782629"/>
                <a:gd name="connsiteY123" fmla="*/ 1609470 h 1638999"/>
                <a:gd name="connsiteX124" fmla="*/ 590988 w 1782629"/>
                <a:gd name="connsiteY124" fmla="*/ 1615185 h 1638999"/>
                <a:gd name="connsiteX125" fmla="*/ 675698 w 1782629"/>
                <a:gd name="connsiteY125" fmla="*/ 1603882 h 1638999"/>
                <a:gd name="connsiteX126" fmla="*/ 592893 w 1782629"/>
                <a:gd name="connsiteY126" fmla="*/ 1419859 h 1638999"/>
                <a:gd name="connsiteX127" fmla="*/ 572065 w 1782629"/>
                <a:gd name="connsiteY127" fmla="*/ 1328800 h 1638999"/>
                <a:gd name="connsiteX128" fmla="*/ 607244 w 1782629"/>
                <a:gd name="connsiteY128" fmla="*/ 1200276 h 1638999"/>
                <a:gd name="connsiteX129" fmla="*/ 433000 w 1782629"/>
                <a:gd name="connsiteY129" fmla="*/ 1194688 h 1638999"/>
                <a:gd name="connsiteX130" fmla="*/ 416744 w 1782629"/>
                <a:gd name="connsiteY130" fmla="*/ 1308607 h 1638999"/>
                <a:gd name="connsiteX131" fmla="*/ 387788 w 1782629"/>
                <a:gd name="connsiteY131" fmla="*/ 1456944 h 1638999"/>
                <a:gd name="connsiteX132" fmla="*/ 476815 w 1782629"/>
                <a:gd name="connsiteY132" fmla="*/ 1466595 h 1638999"/>
                <a:gd name="connsiteX133" fmla="*/ 520503 w 1782629"/>
                <a:gd name="connsiteY133" fmla="*/ 1367789 h 1638999"/>
                <a:gd name="connsiteX134" fmla="*/ 416744 w 1782629"/>
                <a:gd name="connsiteY134" fmla="*/ 1308607 h 1638999"/>
                <a:gd name="connsiteX135" fmla="*/ 695382 w 1782629"/>
                <a:gd name="connsiteY135" fmla="*/ 1419478 h 1638999"/>
                <a:gd name="connsiteX136" fmla="*/ 694493 w 1782629"/>
                <a:gd name="connsiteY136" fmla="*/ 1464944 h 1638999"/>
                <a:gd name="connsiteX137" fmla="*/ 1551998 w 1782629"/>
                <a:gd name="connsiteY137" fmla="*/ 1464436 h 1638999"/>
                <a:gd name="connsiteX138" fmla="*/ 1554664 w 1782629"/>
                <a:gd name="connsiteY138" fmla="*/ 1419225 h 1638999"/>
                <a:gd name="connsiteX139" fmla="*/ 695382 w 1782629"/>
                <a:gd name="connsiteY139" fmla="*/ 1419478 h 1638999"/>
                <a:gd name="connsiteX0" fmla="*/ 1317682 w 1782629"/>
                <a:gd name="connsiteY0" fmla="*/ 98425 h 1639000"/>
                <a:gd name="connsiteX1" fmla="*/ 1366831 w 1782629"/>
                <a:gd name="connsiteY1" fmla="*/ 0 h 1639000"/>
                <a:gd name="connsiteX2" fmla="*/ 1537138 w 1782629"/>
                <a:gd name="connsiteY2" fmla="*/ 190881 h 1639000"/>
                <a:gd name="connsiteX3" fmla="*/ 1693729 w 1782629"/>
                <a:gd name="connsiteY3" fmla="*/ 192786 h 1639000"/>
                <a:gd name="connsiteX4" fmla="*/ 1780217 w 1782629"/>
                <a:gd name="connsiteY4" fmla="*/ 287528 h 1639000"/>
                <a:gd name="connsiteX5" fmla="*/ 1782629 w 1782629"/>
                <a:gd name="connsiteY5" fmla="*/ 549529 h 1639000"/>
                <a:gd name="connsiteX6" fmla="*/ 1780089 w 1782629"/>
                <a:gd name="connsiteY6" fmla="*/ 743839 h 1639000"/>
                <a:gd name="connsiteX7" fmla="*/ 1743513 w 1782629"/>
                <a:gd name="connsiteY7" fmla="*/ 812165 h 1639000"/>
                <a:gd name="connsiteX8" fmla="*/ 1555680 w 1782629"/>
                <a:gd name="connsiteY8" fmla="*/ 836295 h 1639000"/>
                <a:gd name="connsiteX9" fmla="*/ 1069398 w 1782629"/>
                <a:gd name="connsiteY9" fmla="*/ 839724 h 1639000"/>
                <a:gd name="connsiteX10" fmla="*/ 1017708 w 1782629"/>
                <a:gd name="connsiteY10" fmla="*/ 838327 h 1639000"/>
                <a:gd name="connsiteX11" fmla="*/ 1012374 w 1782629"/>
                <a:gd name="connsiteY11" fmla="*/ 747776 h 1639000"/>
                <a:gd name="connsiteX12" fmla="*/ 936048 w 1782629"/>
                <a:gd name="connsiteY12" fmla="*/ 810260 h 1639000"/>
                <a:gd name="connsiteX13" fmla="*/ 742245 w 1782629"/>
                <a:gd name="connsiteY13" fmla="*/ 982345 h 1639000"/>
                <a:gd name="connsiteX14" fmla="*/ 932492 w 1782629"/>
                <a:gd name="connsiteY14" fmla="*/ 1115568 h 1639000"/>
                <a:gd name="connsiteX15" fmla="*/ 1004881 w 1782629"/>
                <a:gd name="connsiteY15" fmla="*/ 942594 h 1639000"/>
                <a:gd name="connsiteX16" fmla="*/ 1183189 w 1782629"/>
                <a:gd name="connsiteY16" fmla="*/ 939165 h 1639000"/>
                <a:gd name="connsiteX17" fmla="*/ 1620197 w 1782629"/>
                <a:gd name="connsiteY17" fmla="*/ 940943 h 1639000"/>
                <a:gd name="connsiteX18" fmla="*/ 1680522 w 1782629"/>
                <a:gd name="connsiteY18" fmla="*/ 975360 h 1639000"/>
                <a:gd name="connsiteX19" fmla="*/ 1572825 w 1782629"/>
                <a:gd name="connsiteY19" fmla="*/ 1406398 h 1639000"/>
                <a:gd name="connsiteX20" fmla="*/ 1579556 w 1782629"/>
                <a:gd name="connsiteY20" fmla="*/ 1420876 h 1639000"/>
                <a:gd name="connsiteX21" fmla="*/ 1561904 w 1782629"/>
                <a:gd name="connsiteY21" fmla="*/ 1486917 h 1639000"/>
                <a:gd name="connsiteX22" fmla="*/ 1478718 w 1782629"/>
                <a:gd name="connsiteY22" fmla="*/ 1490473 h 1639000"/>
                <a:gd name="connsiteX23" fmla="*/ 704273 w 1782629"/>
                <a:gd name="connsiteY23" fmla="*/ 1489964 h 1639000"/>
                <a:gd name="connsiteX24" fmla="*/ 675189 w 1782629"/>
                <a:gd name="connsiteY24" fmla="*/ 1396239 h 1639000"/>
                <a:gd name="connsiteX25" fmla="*/ 834067 w 1782629"/>
                <a:gd name="connsiteY25" fmla="*/ 1392174 h 1639000"/>
                <a:gd name="connsiteX26" fmla="*/ 789743 w 1782629"/>
                <a:gd name="connsiteY26" fmla="*/ 1029335 h 1639000"/>
                <a:gd name="connsiteX27" fmla="*/ 757612 w 1782629"/>
                <a:gd name="connsiteY27" fmla="*/ 1015365 h 1639000"/>
                <a:gd name="connsiteX28" fmla="*/ 667696 w 1782629"/>
                <a:gd name="connsiteY28" fmla="*/ 995680 h 1639000"/>
                <a:gd name="connsiteX29" fmla="*/ 514788 w 1782629"/>
                <a:gd name="connsiteY29" fmla="*/ 1039241 h 1639000"/>
                <a:gd name="connsiteX30" fmla="*/ 348672 w 1782629"/>
                <a:gd name="connsiteY30" fmla="*/ 995553 h 1639000"/>
                <a:gd name="connsiteX31" fmla="*/ 253295 w 1782629"/>
                <a:gd name="connsiteY31" fmla="*/ 1021080 h 1639000"/>
                <a:gd name="connsiteX32" fmla="*/ 247580 w 1782629"/>
                <a:gd name="connsiteY32" fmla="*/ 1042924 h 1639000"/>
                <a:gd name="connsiteX33" fmla="*/ 210623 w 1782629"/>
                <a:gd name="connsiteY33" fmla="*/ 1302385 h 1639000"/>
                <a:gd name="connsiteX34" fmla="*/ 430206 w 1782629"/>
                <a:gd name="connsiteY34" fmla="*/ 1281939 h 1639000"/>
                <a:gd name="connsiteX35" fmla="*/ 426142 w 1782629"/>
                <a:gd name="connsiteY35" fmla="*/ 1248283 h 1639000"/>
                <a:gd name="connsiteX36" fmla="*/ 411918 w 1782629"/>
                <a:gd name="connsiteY36" fmla="*/ 1175004 h 1639000"/>
                <a:gd name="connsiteX37" fmla="*/ 511994 w 1782629"/>
                <a:gd name="connsiteY37" fmla="*/ 1165860 h 1639000"/>
                <a:gd name="connsiteX38" fmla="*/ 579939 w 1782629"/>
                <a:gd name="connsiteY38" fmla="*/ 1167003 h 1639000"/>
                <a:gd name="connsiteX39" fmla="*/ 629215 w 1782629"/>
                <a:gd name="connsiteY39" fmla="*/ 1201801 h 1639000"/>
                <a:gd name="connsiteX40" fmla="*/ 596957 w 1782629"/>
                <a:gd name="connsiteY40" fmla="*/ 1276731 h 1639000"/>
                <a:gd name="connsiteX41" fmla="*/ 611308 w 1782629"/>
                <a:gd name="connsiteY41" fmla="*/ 1395476 h 1639000"/>
                <a:gd name="connsiteX42" fmla="*/ 697542 w 1782629"/>
                <a:gd name="connsiteY42" fmla="*/ 1571371 h 1639000"/>
                <a:gd name="connsiteX43" fmla="*/ 680650 w 1782629"/>
                <a:gd name="connsiteY43" fmla="*/ 1636014 h 1639000"/>
                <a:gd name="connsiteX44" fmla="*/ 400869 w 1782629"/>
                <a:gd name="connsiteY44" fmla="*/ 1638554 h 1639000"/>
                <a:gd name="connsiteX45" fmla="*/ 339655 w 1782629"/>
                <a:gd name="connsiteY45" fmla="*/ 1619123 h 1639000"/>
                <a:gd name="connsiteX46" fmla="*/ 349053 w 1782629"/>
                <a:gd name="connsiteY46" fmla="*/ 1531874 h 1639000"/>
                <a:gd name="connsiteX47" fmla="*/ 40443 w 1782629"/>
                <a:gd name="connsiteY47" fmla="*/ 1427861 h 1639000"/>
                <a:gd name="connsiteX48" fmla="*/ 94672 w 1782629"/>
                <a:gd name="connsiteY48" fmla="*/ 1140206 h 1639000"/>
                <a:gd name="connsiteX49" fmla="*/ 286061 w 1782629"/>
                <a:gd name="connsiteY49" fmla="*/ 980948 h 1639000"/>
                <a:gd name="connsiteX50" fmla="*/ 194494 w 1782629"/>
                <a:gd name="connsiteY50" fmla="*/ 926973 h 1639000"/>
                <a:gd name="connsiteX51" fmla="*/ 101276 w 1782629"/>
                <a:gd name="connsiteY51" fmla="*/ 812292 h 1639000"/>
                <a:gd name="connsiteX52" fmla="*/ 43110 w 1782629"/>
                <a:gd name="connsiteY52" fmla="*/ 779145 h 1639000"/>
                <a:gd name="connsiteX53" fmla="*/ 21393 w 1782629"/>
                <a:gd name="connsiteY53" fmla="*/ 556260 h 1639000"/>
                <a:gd name="connsiteX54" fmla="*/ 92132 w 1782629"/>
                <a:gd name="connsiteY54" fmla="*/ 498475 h 1639000"/>
                <a:gd name="connsiteX55" fmla="*/ 317938 w 1782629"/>
                <a:gd name="connsiteY55" fmla="*/ 293878 h 1639000"/>
                <a:gd name="connsiteX56" fmla="*/ 696271 w 1782629"/>
                <a:gd name="connsiteY56" fmla="*/ 284607 h 1639000"/>
                <a:gd name="connsiteX57" fmla="*/ 828732 w 1782629"/>
                <a:gd name="connsiteY57" fmla="*/ 360172 h 1639000"/>
                <a:gd name="connsiteX58" fmla="*/ 943540 w 1782629"/>
                <a:gd name="connsiteY58" fmla="*/ 502666 h 1639000"/>
                <a:gd name="connsiteX59" fmla="*/ 1016057 w 1782629"/>
                <a:gd name="connsiteY59" fmla="*/ 555879 h 1639000"/>
                <a:gd name="connsiteX60" fmla="*/ 1012248 w 1782629"/>
                <a:gd name="connsiteY60" fmla="*/ 324739 h 1639000"/>
                <a:gd name="connsiteX61" fmla="*/ 1060380 w 1782629"/>
                <a:gd name="connsiteY61" fmla="*/ 208407 h 1639000"/>
                <a:gd name="connsiteX62" fmla="*/ 1149026 w 1782629"/>
                <a:gd name="connsiteY62" fmla="*/ 191135 h 1639000"/>
                <a:gd name="connsiteX63" fmla="*/ 1512373 w 1782629"/>
                <a:gd name="connsiteY63" fmla="*/ 190627 h 1639000"/>
                <a:gd name="connsiteX64" fmla="*/ 1317682 w 1782629"/>
                <a:gd name="connsiteY64" fmla="*/ 98425 h 1639000"/>
                <a:gd name="connsiteX65" fmla="*/ 1035107 w 1782629"/>
                <a:gd name="connsiteY65" fmla="*/ 298958 h 1639000"/>
                <a:gd name="connsiteX66" fmla="*/ 1034345 w 1782629"/>
                <a:gd name="connsiteY66" fmla="*/ 814578 h 1639000"/>
                <a:gd name="connsiteX67" fmla="*/ 1670361 w 1782629"/>
                <a:gd name="connsiteY67" fmla="*/ 812419 h 1639000"/>
                <a:gd name="connsiteX68" fmla="*/ 1759135 w 1782629"/>
                <a:gd name="connsiteY68" fmla="*/ 719582 h 1639000"/>
                <a:gd name="connsiteX69" fmla="*/ 1758880 w 1782629"/>
                <a:gd name="connsiteY69" fmla="*/ 299593 h 1639000"/>
                <a:gd name="connsiteX70" fmla="*/ 1683188 w 1782629"/>
                <a:gd name="connsiteY70" fmla="*/ 216662 h 1639000"/>
                <a:gd name="connsiteX71" fmla="*/ 1110037 w 1782629"/>
                <a:gd name="connsiteY71" fmla="*/ 216789 h 1639000"/>
                <a:gd name="connsiteX72" fmla="*/ 1035107 w 1782629"/>
                <a:gd name="connsiteY72" fmla="*/ 298958 h 1639000"/>
                <a:gd name="connsiteX73" fmla="*/ 268027 w 1782629"/>
                <a:gd name="connsiteY73" fmla="*/ 346075 h 1639000"/>
                <a:gd name="connsiteX74" fmla="*/ 98482 w 1782629"/>
                <a:gd name="connsiteY74" fmla="*/ 584962 h 1639000"/>
                <a:gd name="connsiteX75" fmla="*/ 96450 w 1782629"/>
                <a:gd name="connsiteY75" fmla="*/ 587121 h 1639000"/>
                <a:gd name="connsiteX76" fmla="*/ 202114 w 1782629"/>
                <a:gd name="connsiteY76" fmla="*/ 899922 h 1639000"/>
                <a:gd name="connsiteX77" fmla="*/ 388042 w 1782629"/>
                <a:gd name="connsiteY77" fmla="*/ 970915 h 1639000"/>
                <a:gd name="connsiteX78" fmla="*/ 691954 w 1782629"/>
                <a:gd name="connsiteY78" fmla="*/ 968375 h 1639000"/>
                <a:gd name="connsiteX79" fmla="*/ 940746 w 1782629"/>
                <a:gd name="connsiteY79" fmla="*/ 680974 h 1639000"/>
                <a:gd name="connsiteX80" fmla="*/ 834574 w 1782629"/>
                <a:gd name="connsiteY80" fmla="*/ 398018 h 1639000"/>
                <a:gd name="connsiteX81" fmla="*/ 509708 w 1782629"/>
                <a:gd name="connsiteY81" fmla="*/ 292989 h 1639000"/>
                <a:gd name="connsiteX82" fmla="*/ 268027 w 1782629"/>
                <a:gd name="connsiteY82" fmla="*/ 346075 h 1639000"/>
                <a:gd name="connsiteX83" fmla="*/ 82480 w 1782629"/>
                <a:gd name="connsiteY83" fmla="*/ 777875 h 1639000"/>
                <a:gd name="connsiteX84" fmla="*/ 77146 w 1782629"/>
                <a:gd name="connsiteY84" fmla="*/ 526415 h 1639000"/>
                <a:gd name="connsiteX85" fmla="*/ 82480 w 1782629"/>
                <a:gd name="connsiteY85" fmla="*/ 777875 h 1639000"/>
                <a:gd name="connsiteX86" fmla="*/ 950144 w 1782629"/>
                <a:gd name="connsiteY86" fmla="*/ 524891 h 1639000"/>
                <a:gd name="connsiteX87" fmla="*/ 946969 w 1782629"/>
                <a:gd name="connsiteY87" fmla="*/ 780669 h 1639000"/>
                <a:gd name="connsiteX88" fmla="*/ 950144 w 1782629"/>
                <a:gd name="connsiteY88" fmla="*/ 524891 h 1639000"/>
                <a:gd name="connsiteX89" fmla="*/ 998912 w 1782629"/>
                <a:gd name="connsiteY89" fmla="*/ 971550 h 1639000"/>
                <a:gd name="connsiteX90" fmla="*/ 967670 w 1782629"/>
                <a:gd name="connsiteY90" fmla="*/ 1063498 h 1639000"/>
                <a:gd name="connsiteX91" fmla="*/ 900361 w 1782629"/>
                <a:gd name="connsiteY91" fmla="*/ 1392174 h 1639000"/>
                <a:gd name="connsiteX92" fmla="*/ 1554792 w 1782629"/>
                <a:gd name="connsiteY92" fmla="*/ 1392174 h 1639000"/>
                <a:gd name="connsiteX93" fmla="*/ 1650804 w 1782629"/>
                <a:gd name="connsiteY93" fmla="*/ 968756 h 1639000"/>
                <a:gd name="connsiteX94" fmla="*/ 1060254 w 1782629"/>
                <a:gd name="connsiteY94" fmla="*/ 966978 h 1639000"/>
                <a:gd name="connsiteX95" fmla="*/ 998912 w 1782629"/>
                <a:gd name="connsiteY95" fmla="*/ 971550 h 1639000"/>
                <a:gd name="connsiteX96" fmla="*/ 436175 w 1782629"/>
                <a:gd name="connsiteY96" fmla="*/ 994791 h 1639000"/>
                <a:gd name="connsiteX97" fmla="*/ 593528 w 1782629"/>
                <a:gd name="connsiteY97" fmla="*/ 994537 h 1639000"/>
                <a:gd name="connsiteX98" fmla="*/ 436175 w 1782629"/>
                <a:gd name="connsiteY98" fmla="*/ 994791 h 1639000"/>
                <a:gd name="connsiteX99" fmla="*/ 50857 w 1782629"/>
                <a:gd name="connsiteY99" fmla="*/ 1342136 h 1639000"/>
                <a:gd name="connsiteX100" fmla="*/ 73336 w 1782629"/>
                <a:gd name="connsiteY100" fmla="*/ 1438656 h 1639000"/>
                <a:gd name="connsiteX101" fmla="*/ 363912 w 1782629"/>
                <a:gd name="connsiteY101" fmla="*/ 1509268 h 1639000"/>
                <a:gd name="connsiteX102" fmla="*/ 380168 w 1782629"/>
                <a:gd name="connsiteY102" fmla="*/ 1480439 h 1639000"/>
                <a:gd name="connsiteX103" fmla="*/ 362515 w 1782629"/>
                <a:gd name="connsiteY103" fmla="*/ 1311783 h 1639000"/>
                <a:gd name="connsiteX104" fmla="*/ 140011 w 1782629"/>
                <a:gd name="connsiteY104" fmla="*/ 1329690 h 1639000"/>
                <a:gd name="connsiteX105" fmla="*/ 185731 w 1782629"/>
                <a:gd name="connsiteY105" fmla="*/ 1302639 h 1639000"/>
                <a:gd name="connsiteX106" fmla="*/ 220910 w 1782629"/>
                <a:gd name="connsiteY106" fmla="*/ 1037336 h 1639000"/>
                <a:gd name="connsiteX107" fmla="*/ 50857 w 1782629"/>
                <a:gd name="connsiteY107" fmla="*/ 1342136 h 1639000"/>
                <a:gd name="connsiteX108" fmla="*/ 825049 w 1782629"/>
                <a:gd name="connsiteY108" fmla="*/ 1046989 h 1639000"/>
                <a:gd name="connsiteX109" fmla="*/ 857307 w 1782629"/>
                <a:gd name="connsiteY109" fmla="*/ 1392174 h 1639000"/>
                <a:gd name="connsiteX110" fmla="*/ 875468 w 1782629"/>
                <a:gd name="connsiteY110" fmla="*/ 1392174 h 1639000"/>
                <a:gd name="connsiteX111" fmla="*/ 922331 w 1782629"/>
                <a:gd name="connsiteY111" fmla="*/ 1149351 h 1639000"/>
                <a:gd name="connsiteX112" fmla="*/ 825049 w 1782629"/>
                <a:gd name="connsiteY112" fmla="*/ 1046989 h 1639000"/>
                <a:gd name="connsiteX113" fmla="*/ 433000 w 1782629"/>
                <a:gd name="connsiteY113" fmla="*/ 1194689 h 1639000"/>
                <a:gd name="connsiteX114" fmla="*/ 419538 w 1782629"/>
                <a:gd name="connsiteY114" fmla="*/ 1214374 h 1639000"/>
                <a:gd name="connsiteX115" fmla="*/ 492055 w 1782629"/>
                <a:gd name="connsiteY115" fmla="*/ 1226312 h 1639000"/>
                <a:gd name="connsiteX116" fmla="*/ 455860 w 1782629"/>
                <a:gd name="connsiteY116" fmla="*/ 1250823 h 1639000"/>
                <a:gd name="connsiteX117" fmla="*/ 453193 w 1782629"/>
                <a:gd name="connsiteY117" fmla="*/ 1273683 h 1639000"/>
                <a:gd name="connsiteX118" fmla="*/ 526853 w 1782629"/>
                <a:gd name="connsiteY118" fmla="*/ 1315593 h 1639000"/>
                <a:gd name="connsiteX119" fmla="*/ 527361 w 1782629"/>
                <a:gd name="connsiteY119" fmla="*/ 1462405 h 1639000"/>
                <a:gd name="connsiteX120" fmla="*/ 400615 w 1782629"/>
                <a:gd name="connsiteY120" fmla="*/ 1495552 h 1639000"/>
                <a:gd name="connsiteX121" fmla="*/ 361499 w 1782629"/>
                <a:gd name="connsiteY121" fmla="*/ 1609471 h 1639000"/>
                <a:gd name="connsiteX122" fmla="*/ 590988 w 1782629"/>
                <a:gd name="connsiteY122" fmla="*/ 1615186 h 1639000"/>
                <a:gd name="connsiteX123" fmla="*/ 675698 w 1782629"/>
                <a:gd name="connsiteY123" fmla="*/ 1603883 h 1639000"/>
                <a:gd name="connsiteX124" fmla="*/ 592893 w 1782629"/>
                <a:gd name="connsiteY124" fmla="*/ 1419860 h 1639000"/>
                <a:gd name="connsiteX125" fmla="*/ 572065 w 1782629"/>
                <a:gd name="connsiteY125" fmla="*/ 1328801 h 1639000"/>
                <a:gd name="connsiteX126" fmla="*/ 607244 w 1782629"/>
                <a:gd name="connsiteY126" fmla="*/ 1200277 h 1639000"/>
                <a:gd name="connsiteX127" fmla="*/ 433000 w 1782629"/>
                <a:gd name="connsiteY127" fmla="*/ 1194689 h 1639000"/>
                <a:gd name="connsiteX128" fmla="*/ 416744 w 1782629"/>
                <a:gd name="connsiteY128" fmla="*/ 1308608 h 1639000"/>
                <a:gd name="connsiteX129" fmla="*/ 387788 w 1782629"/>
                <a:gd name="connsiteY129" fmla="*/ 1456945 h 1639000"/>
                <a:gd name="connsiteX130" fmla="*/ 476815 w 1782629"/>
                <a:gd name="connsiteY130" fmla="*/ 1466596 h 1639000"/>
                <a:gd name="connsiteX131" fmla="*/ 520503 w 1782629"/>
                <a:gd name="connsiteY131" fmla="*/ 1367790 h 1639000"/>
                <a:gd name="connsiteX132" fmla="*/ 416744 w 1782629"/>
                <a:gd name="connsiteY132" fmla="*/ 1308608 h 1639000"/>
                <a:gd name="connsiteX133" fmla="*/ 695382 w 1782629"/>
                <a:gd name="connsiteY133" fmla="*/ 1419479 h 1639000"/>
                <a:gd name="connsiteX134" fmla="*/ 694493 w 1782629"/>
                <a:gd name="connsiteY134" fmla="*/ 1464945 h 1639000"/>
                <a:gd name="connsiteX135" fmla="*/ 1551998 w 1782629"/>
                <a:gd name="connsiteY135" fmla="*/ 1464437 h 1639000"/>
                <a:gd name="connsiteX136" fmla="*/ 1554664 w 1782629"/>
                <a:gd name="connsiteY136" fmla="*/ 1419226 h 1639000"/>
                <a:gd name="connsiteX137" fmla="*/ 695382 w 1782629"/>
                <a:gd name="connsiteY137" fmla="*/ 1419479 h 1639000"/>
                <a:gd name="connsiteX0" fmla="*/ 1317682 w 1782629"/>
                <a:gd name="connsiteY0" fmla="*/ 98425 h 1639000"/>
                <a:gd name="connsiteX1" fmla="*/ 1366831 w 1782629"/>
                <a:gd name="connsiteY1" fmla="*/ 0 h 1639000"/>
                <a:gd name="connsiteX2" fmla="*/ 1537138 w 1782629"/>
                <a:gd name="connsiteY2" fmla="*/ 190881 h 1639000"/>
                <a:gd name="connsiteX3" fmla="*/ 1693729 w 1782629"/>
                <a:gd name="connsiteY3" fmla="*/ 192786 h 1639000"/>
                <a:gd name="connsiteX4" fmla="*/ 1780217 w 1782629"/>
                <a:gd name="connsiteY4" fmla="*/ 287528 h 1639000"/>
                <a:gd name="connsiteX5" fmla="*/ 1782629 w 1782629"/>
                <a:gd name="connsiteY5" fmla="*/ 549529 h 1639000"/>
                <a:gd name="connsiteX6" fmla="*/ 1780089 w 1782629"/>
                <a:gd name="connsiteY6" fmla="*/ 743839 h 1639000"/>
                <a:gd name="connsiteX7" fmla="*/ 1743513 w 1782629"/>
                <a:gd name="connsiteY7" fmla="*/ 812165 h 1639000"/>
                <a:gd name="connsiteX8" fmla="*/ 1555680 w 1782629"/>
                <a:gd name="connsiteY8" fmla="*/ 836295 h 1639000"/>
                <a:gd name="connsiteX9" fmla="*/ 1069398 w 1782629"/>
                <a:gd name="connsiteY9" fmla="*/ 839724 h 1639000"/>
                <a:gd name="connsiteX10" fmla="*/ 1017708 w 1782629"/>
                <a:gd name="connsiteY10" fmla="*/ 838327 h 1639000"/>
                <a:gd name="connsiteX11" fmla="*/ 1012374 w 1782629"/>
                <a:gd name="connsiteY11" fmla="*/ 747776 h 1639000"/>
                <a:gd name="connsiteX12" fmla="*/ 936048 w 1782629"/>
                <a:gd name="connsiteY12" fmla="*/ 810260 h 1639000"/>
                <a:gd name="connsiteX13" fmla="*/ 742245 w 1782629"/>
                <a:gd name="connsiteY13" fmla="*/ 982345 h 1639000"/>
                <a:gd name="connsiteX14" fmla="*/ 932492 w 1782629"/>
                <a:gd name="connsiteY14" fmla="*/ 1115568 h 1639000"/>
                <a:gd name="connsiteX15" fmla="*/ 1004881 w 1782629"/>
                <a:gd name="connsiteY15" fmla="*/ 942594 h 1639000"/>
                <a:gd name="connsiteX16" fmla="*/ 1183189 w 1782629"/>
                <a:gd name="connsiteY16" fmla="*/ 939165 h 1639000"/>
                <a:gd name="connsiteX17" fmla="*/ 1620197 w 1782629"/>
                <a:gd name="connsiteY17" fmla="*/ 940943 h 1639000"/>
                <a:gd name="connsiteX18" fmla="*/ 1680522 w 1782629"/>
                <a:gd name="connsiteY18" fmla="*/ 975360 h 1639000"/>
                <a:gd name="connsiteX19" fmla="*/ 1572825 w 1782629"/>
                <a:gd name="connsiteY19" fmla="*/ 1406398 h 1639000"/>
                <a:gd name="connsiteX20" fmla="*/ 1579556 w 1782629"/>
                <a:gd name="connsiteY20" fmla="*/ 1420876 h 1639000"/>
                <a:gd name="connsiteX21" fmla="*/ 1561904 w 1782629"/>
                <a:gd name="connsiteY21" fmla="*/ 1486917 h 1639000"/>
                <a:gd name="connsiteX22" fmla="*/ 1478718 w 1782629"/>
                <a:gd name="connsiteY22" fmla="*/ 1490473 h 1639000"/>
                <a:gd name="connsiteX23" fmla="*/ 704273 w 1782629"/>
                <a:gd name="connsiteY23" fmla="*/ 1489964 h 1639000"/>
                <a:gd name="connsiteX24" fmla="*/ 675189 w 1782629"/>
                <a:gd name="connsiteY24" fmla="*/ 1396239 h 1639000"/>
                <a:gd name="connsiteX25" fmla="*/ 834067 w 1782629"/>
                <a:gd name="connsiteY25" fmla="*/ 1392174 h 1639000"/>
                <a:gd name="connsiteX26" fmla="*/ 789743 w 1782629"/>
                <a:gd name="connsiteY26" fmla="*/ 1029335 h 1639000"/>
                <a:gd name="connsiteX27" fmla="*/ 757612 w 1782629"/>
                <a:gd name="connsiteY27" fmla="*/ 1015365 h 1639000"/>
                <a:gd name="connsiteX28" fmla="*/ 667696 w 1782629"/>
                <a:gd name="connsiteY28" fmla="*/ 995680 h 1639000"/>
                <a:gd name="connsiteX29" fmla="*/ 514788 w 1782629"/>
                <a:gd name="connsiteY29" fmla="*/ 1039241 h 1639000"/>
                <a:gd name="connsiteX30" fmla="*/ 348672 w 1782629"/>
                <a:gd name="connsiteY30" fmla="*/ 995553 h 1639000"/>
                <a:gd name="connsiteX31" fmla="*/ 253295 w 1782629"/>
                <a:gd name="connsiteY31" fmla="*/ 1021080 h 1639000"/>
                <a:gd name="connsiteX32" fmla="*/ 247580 w 1782629"/>
                <a:gd name="connsiteY32" fmla="*/ 1042924 h 1639000"/>
                <a:gd name="connsiteX33" fmla="*/ 210623 w 1782629"/>
                <a:gd name="connsiteY33" fmla="*/ 1302385 h 1639000"/>
                <a:gd name="connsiteX34" fmla="*/ 430206 w 1782629"/>
                <a:gd name="connsiteY34" fmla="*/ 1281939 h 1639000"/>
                <a:gd name="connsiteX35" fmla="*/ 426142 w 1782629"/>
                <a:gd name="connsiteY35" fmla="*/ 1248283 h 1639000"/>
                <a:gd name="connsiteX36" fmla="*/ 411918 w 1782629"/>
                <a:gd name="connsiteY36" fmla="*/ 1175004 h 1639000"/>
                <a:gd name="connsiteX37" fmla="*/ 511994 w 1782629"/>
                <a:gd name="connsiteY37" fmla="*/ 1165860 h 1639000"/>
                <a:gd name="connsiteX38" fmla="*/ 579939 w 1782629"/>
                <a:gd name="connsiteY38" fmla="*/ 1167003 h 1639000"/>
                <a:gd name="connsiteX39" fmla="*/ 629215 w 1782629"/>
                <a:gd name="connsiteY39" fmla="*/ 1201801 h 1639000"/>
                <a:gd name="connsiteX40" fmla="*/ 596957 w 1782629"/>
                <a:gd name="connsiteY40" fmla="*/ 1276731 h 1639000"/>
                <a:gd name="connsiteX41" fmla="*/ 611308 w 1782629"/>
                <a:gd name="connsiteY41" fmla="*/ 1395476 h 1639000"/>
                <a:gd name="connsiteX42" fmla="*/ 697542 w 1782629"/>
                <a:gd name="connsiteY42" fmla="*/ 1571371 h 1639000"/>
                <a:gd name="connsiteX43" fmla="*/ 680650 w 1782629"/>
                <a:gd name="connsiteY43" fmla="*/ 1636014 h 1639000"/>
                <a:gd name="connsiteX44" fmla="*/ 400869 w 1782629"/>
                <a:gd name="connsiteY44" fmla="*/ 1638554 h 1639000"/>
                <a:gd name="connsiteX45" fmla="*/ 339655 w 1782629"/>
                <a:gd name="connsiteY45" fmla="*/ 1619123 h 1639000"/>
                <a:gd name="connsiteX46" fmla="*/ 349053 w 1782629"/>
                <a:gd name="connsiteY46" fmla="*/ 1531874 h 1639000"/>
                <a:gd name="connsiteX47" fmla="*/ 40443 w 1782629"/>
                <a:gd name="connsiteY47" fmla="*/ 1427861 h 1639000"/>
                <a:gd name="connsiteX48" fmla="*/ 94672 w 1782629"/>
                <a:gd name="connsiteY48" fmla="*/ 1140206 h 1639000"/>
                <a:gd name="connsiteX49" fmla="*/ 286061 w 1782629"/>
                <a:gd name="connsiteY49" fmla="*/ 980948 h 1639000"/>
                <a:gd name="connsiteX50" fmla="*/ 194494 w 1782629"/>
                <a:gd name="connsiteY50" fmla="*/ 926973 h 1639000"/>
                <a:gd name="connsiteX51" fmla="*/ 101276 w 1782629"/>
                <a:gd name="connsiteY51" fmla="*/ 812292 h 1639000"/>
                <a:gd name="connsiteX52" fmla="*/ 43110 w 1782629"/>
                <a:gd name="connsiteY52" fmla="*/ 779145 h 1639000"/>
                <a:gd name="connsiteX53" fmla="*/ 21393 w 1782629"/>
                <a:gd name="connsiteY53" fmla="*/ 556260 h 1639000"/>
                <a:gd name="connsiteX54" fmla="*/ 92132 w 1782629"/>
                <a:gd name="connsiteY54" fmla="*/ 498475 h 1639000"/>
                <a:gd name="connsiteX55" fmla="*/ 317938 w 1782629"/>
                <a:gd name="connsiteY55" fmla="*/ 293878 h 1639000"/>
                <a:gd name="connsiteX56" fmla="*/ 696271 w 1782629"/>
                <a:gd name="connsiteY56" fmla="*/ 284607 h 1639000"/>
                <a:gd name="connsiteX57" fmla="*/ 828732 w 1782629"/>
                <a:gd name="connsiteY57" fmla="*/ 360172 h 1639000"/>
                <a:gd name="connsiteX58" fmla="*/ 943540 w 1782629"/>
                <a:gd name="connsiteY58" fmla="*/ 502666 h 1639000"/>
                <a:gd name="connsiteX59" fmla="*/ 1016057 w 1782629"/>
                <a:gd name="connsiteY59" fmla="*/ 555879 h 1639000"/>
                <a:gd name="connsiteX60" fmla="*/ 1012248 w 1782629"/>
                <a:gd name="connsiteY60" fmla="*/ 324739 h 1639000"/>
                <a:gd name="connsiteX61" fmla="*/ 1060380 w 1782629"/>
                <a:gd name="connsiteY61" fmla="*/ 208407 h 1639000"/>
                <a:gd name="connsiteX62" fmla="*/ 1149026 w 1782629"/>
                <a:gd name="connsiteY62" fmla="*/ 191135 h 1639000"/>
                <a:gd name="connsiteX63" fmla="*/ 1512373 w 1782629"/>
                <a:gd name="connsiteY63" fmla="*/ 190627 h 1639000"/>
                <a:gd name="connsiteX64" fmla="*/ 1035107 w 1782629"/>
                <a:gd name="connsiteY64" fmla="*/ 298958 h 1639000"/>
                <a:gd name="connsiteX65" fmla="*/ 1034345 w 1782629"/>
                <a:gd name="connsiteY65" fmla="*/ 814578 h 1639000"/>
                <a:gd name="connsiteX66" fmla="*/ 1670361 w 1782629"/>
                <a:gd name="connsiteY66" fmla="*/ 812419 h 1639000"/>
                <a:gd name="connsiteX67" fmla="*/ 1759135 w 1782629"/>
                <a:gd name="connsiteY67" fmla="*/ 719582 h 1639000"/>
                <a:gd name="connsiteX68" fmla="*/ 1758880 w 1782629"/>
                <a:gd name="connsiteY68" fmla="*/ 299593 h 1639000"/>
                <a:gd name="connsiteX69" fmla="*/ 1683188 w 1782629"/>
                <a:gd name="connsiteY69" fmla="*/ 216662 h 1639000"/>
                <a:gd name="connsiteX70" fmla="*/ 1110037 w 1782629"/>
                <a:gd name="connsiteY70" fmla="*/ 216789 h 1639000"/>
                <a:gd name="connsiteX71" fmla="*/ 1035107 w 1782629"/>
                <a:gd name="connsiteY71" fmla="*/ 298958 h 1639000"/>
                <a:gd name="connsiteX72" fmla="*/ 268027 w 1782629"/>
                <a:gd name="connsiteY72" fmla="*/ 346075 h 1639000"/>
                <a:gd name="connsiteX73" fmla="*/ 98482 w 1782629"/>
                <a:gd name="connsiteY73" fmla="*/ 584962 h 1639000"/>
                <a:gd name="connsiteX74" fmla="*/ 96450 w 1782629"/>
                <a:gd name="connsiteY74" fmla="*/ 587121 h 1639000"/>
                <a:gd name="connsiteX75" fmla="*/ 202114 w 1782629"/>
                <a:gd name="connsiteY75" fmla="*/ 899922 h 1639000"/>
                <a:gd name="connsiteX76" fmla="*/ 388042 w 1782629"/>
                <a:gd name="connsiteY76" fmla="*/ 970915 h 1639000"/>
                <a:gd name="connsiteX77" fmla="*/ 691954 w 1782629"/>
                <a:gd name="connsiteY77" fmla="*/ 968375 h 1639000"/>
                <a:gd name="connsiteX78" fmla="*/ 940746 w 1782629"/>
                <a:gd name="connsiteY78" fmla="*/ 680974 h 1639000"/>
                <a:gd name="connsiteX79" fmla="*/ 834574 w 1782629"/>
                <a:gd name="connsiteY79" fmla="*/ 398018 h 1639000"/>
                <a:gd name="connsiteX80" fmla="*/ 509708 w 1782629"/>
                <a:gd name="connsiteY80" fmla="*/ 292989 h 1639000"/>
                <a:gd name="connsiteX81" fmla="*/ 268027 w 1782629"/>
                <a:gd name="connsiteY81" fmla="*/ 346075 h 1639000"/>
                <a:gd name="connsiteX82" fmla="*/ 82480 w 1782629"/>
                <a:gd name="connsiteY82" fmla="*/ 777875 h 1639000"/>
                <a:gd name="connsiteX83" fmla="*/ 77146 w 1782629"/>
                <a:gd name="connsiteY83" fmla="*/ 526415 h 1639000"/>
                <a:gd name="connsiteX84" fmla="*/ 82480 w 1782629"/>
                <a:gd name="connsiteY84" fmla="*/ 777875 h 1639000"/>
                <a:gd name="connsiteX85" fmla="*/ 950144 w 1782629"/>
                <a:gd name="connsiteY85" fmla="*/ 524891 h 1639000"/>
                <a:gd name="connsiteX86" fmla="*/ 946969 w 1782629"/>
                <a:gd name="connsiteY86" fmla="*/ 780669 h 1639000"/>
                <a:gd name="connsiteX87" fmla="*/ 950144 w 1782629"/>
                <a:gd name="connsiteY87" fmla="*/ 524891 h 1639000"/>
                <a:gd name="connsiteX88" fmla="*/ 998912 w 1782629"/>
                <a:gd name="connsiteY88" fmla="*/ 971550 h 1639000"/>
                <a:gd name="connsiteX89" fmla="*/ 967670 w 1782629"/>
                <a:gd name="connsiteY89" fmla="*/ 1063498 h 1639000"/>
                <a:gd name="connsiteX90" fmla="*/ 900361 w 1782629"/>
                <a:gd name="connsiteY90" fmla="*/ 1392174 h 1639000"/>
                <a:gd name="connsiteX91" fmla="*/ 1554792 w 1782629"/>
                <a:gd name="connsiteY91" fmla="*/ 1392174 h 1639000"/>
                <a:gd name="connsiteX92" fmla="*/ 1650804 w 1782629"/>
                <a:gd name="connsiteY92" fmla="*/ 968756 h 1639000"/>
                <a:gd name="connsiteX93" fmla="*/ 1060254 w 1782629"/>
                <a:gd name="connsiteY93" fmla="*/ 966978 h 1639000"/>
                <a:gd name="connsiteX94" fmla="*/ 998912 w 1782629"/>
                <a:gd name="connsiteY94" fmla="*/ 971550 h 1639000"/>
                <a:gd name="connsiteX95" fmla="*/ 436175 w 1782629"/>
                <a:gd name="connsiteY95" fmla="*/ 994791 h 1639000"/>
                <a:gd name="connsiteX96" fmla="*/ 593528 w 1782629"/>
                <a:gd name="connsiteY96" fmla="*/ 994537 h 1639000"/>
                <a:gd name="connsiteX97" fmla="*/ 436175 w 1782629"/>
                <a:gd name="connsiteY97" fmla="*/ 994791 h 1639000"/>
                <a:gd name="connsiteX98" fmla="*/ 50857 w 1782629"/>
                <a:gd name="connsiteY98" fmla="*/ 1342136 h 1639000"/>
                <a:gd name="connsiteX99" fmla="*/ 73336 w 1782629"/>
                <a:gd name="connsiteY99" fmla="*/ 1438656 h 1639000"/>
                <a:gd name="connsiteX100" fmla="*/ 363912 w 1782629"/>
                <a:gd name="connsiteY100" fmla="*/ 1509268 h 1639000"/>
                <a:gd name="connsiteX101" fmla="*/ 380168 w 1782629"/>
                <a:gd name="connsiteY101" fmla="*/ 1480439 h 1639000"/>
                <a:gd name="connsiteX102" fmla="*/ 362515 w 1782629"/>
                <a:gd name="connsiteY102" fmla="*/ 1311783 h 1639000"/>
                <a:gd name="connsiteX103" fmla="*/ 140011 w 1782629"/>
                <a:gd name="connsiteY103" fmla="*/ 1329690 h 1639000"/>
                <a:gd name="connsiteX104" fmla="*/ 185731 w 1782629"/>
                <a:gd name="connsiteY104" fmla="*/ 1302639 h 1639000"/>
                <a:gd name="connsiteX105" fmla="*/ 220910 w 1782629"/>
                <a:gd name="connsiteY105" fmla="*/ 1037336 h 1639000"/>
                <a:gd name="connsiteX106" fmla="*/ 50857 w 1782629"/>
                <a:gd name="connsiteY106" fmla="*/ 1342136 h 1639000"/>
                <a:gd name="connsiteX107" fmla="*/ 825049 w 1782629"/>
                <a:gd name="connsiteY107" fmla="*/ 1046989 h 1639000"/>
                <a:gd name="connsiteX108" fmla="*/ 857307 w 1782629"/>
                <a:gd name="connsiteY108" fmla="*/ 1392174 h 1639000"/>
                <a:gd name="connsiteX109" fmla="*/ 875468 w 1782629"/>
                <a:gd name="connsiteY109" fmla="*/ 1392174 h 1639000"/>
                <a:gd name="connsiteX110" fmla="*/ 922331 w 1782629"/>
                <a:gd name="connsiteY110" fmla="*/ 1149351 h 1639000"/>
                <a:gd name="connsiteX111" fmla="*/ 825049 w 1782629"/>
                <a:gd name="connsiteY111" fmla="*/ 1046989 h 1639000"/>
                <a:gd name="connsiteX112" fmla="*/ 433000 w 1782629"/>
                <a:gd name="connsiteY112" fmla="*/ 1194689 h 1639000"/>
                <a:gd name="connsiteX113" fmla="*/ 419538 w 1782629"/>
                <a:gd name="connsiteY113" fmla="*/ 1214374 h 1639000"/>
                <a:gd name="connsiteX114" fmla="*/ 492055 w 1782629"/>
                <a:gd name="connsiteY114" fmla="*/ 1226312 h 1639000"/>
                <a:gd name="connsiteX115" fmla="*/ 455860 w 1782629"/>
                <a:gd name="connsiteY115" fmla="*/ 1250823 h 1639000"/>
                <a:gd name="connsiteX116" fmla="*/ 453193 w 1782629"/>
                <a:gd name="connsiteY116" fmla="*/ 1273683 h 1639000"/>
                <a:gd name="connsiteX117" fmla="*/ 526853 w 1782629"/>
                <a:gd name="connsiteY117" fmla="*/ 1315593 h 1639000"/>
                <a:gd name="connsiteX118" fmla="*/ 527361 w 1782629"/>
                <a:gd name="connsiteY118" fmla="*/ 1462405 h 1639000"/>
                <a:gd name="connsiteX119" fmla="*/ 400615 w 1782629"/>
                <a:gd name="connsiteY119" fmla="*/ 1495552 h 1639000"/>
                <a:gd name="connsiteX120" fmla="*/ 361499 w 1782629"/>
                <a:gd name="connsiteY120" fmla="*/ 1609471 h 1639000"/>
                <a:gd name="connsiteX121" fmla="*/ 590988 w 1782629"/>
                <a:gd name="connsiteY121" fmla="*/ 1615186 h 1639000"/>
                <a:gd name="connsiteX122" fmla="*/ 675698 w 1782629"/>
                <a:gd name="connsiteY122" fmla="*/ 1603883 h 1639000"/>
                <a:gd name="connsiteX123" fmla="*/ 592893 w 1782629"/>
                <a:gd name="connsiteY123" fmla="*/ 1419860 h 1639000"/>
                <a:gd name="connsiteX124" fmla="*/ 572065 w 1782629"/>
                <a:gd name="connsiteY124" fmla="*/ 1328801 h 1639000"/>
                <a:gd name="connsiteX125" fmla="*/ 607244 w 1782629"/>
                <a:gd name="connsiteY125" fmla="*/ 1200277 h 1639000"/>
                <a:gd name="connsiteX126" fmla="*/ 433000 w 1782629"/>
                <a:gd name="connsiteY126" fmla="*/ 1194689 h 1639000"/>
                <a:gd name="connsiteX127" fmla="*/ 416744 w 1782629"/>
                <a:gd name="connsiteY127" fmla="*/ 1308608 h 1639000"/>
                <a:gd name="connsiteX128" fmla="*/ 387788 w 1782629"/>
                <a:gd name="connsiteY128" fmla="*/ 1456945 h 1639000"/>
                <a:gd name="connsiteX129" fmla="*/ 476815 w 1782629"/>
                <a:gd name="connsiteY129" fmla="*/ 1466596 h 1639000"/>
                <a:gd name="connsiteX130" fmla="*/ 520503 w 1782629"/>
                <a:gd name="connsiteY130" fmla="*/ 1367790 h 1639000"/>
                <a:gd name="connsiteX131" fmla="*/ 416744 w 1782629"/>
                <a:gd name="connsiteY131" fmla="*/ 1308608 h 1639000"/>
                <a:gd name="connsiteX132" fmla="*/ 695382 w 1782629"/>
                <a:gd name="connsiteY132" fmla="*/ 1419479 h 1639000"/>
                <a:gd name="connsiteX133" fmla="*/ 694493 w 1782629"/>
                <a:gd name="connsiteY133" fmla="*/ 1464945 h 1639000"/>
                <a:gd name="connsiteX134" fmla="*/ 1551998 w 1782629"/>
                <a:gd name="connsiteY134" fmla="*/ 1464437 h 1639000"/>
                <a:gd name="connsiteX135" fmla="*/ 1554664 w 1782629"/>
                <a:gd name="connsiteY135" fmla="*/ 1419226 h 1639000"/>
                <a:gd name="connsiteX136" fmla="*/ 695382 w 1782629"/>
                <a:gd name="connsiteY136" fmla="*/ 1419479 h 1639000"/>
                <a:gd name="connsiteX0" fmla="*/ 1317682 w 1782629"/>
                <a:gd name="connsiteY0" fmla="*/ 0 h 1540575"/>
                <a:gd name="connsiteX1" fmla="*/ 1537138 w 1782629"/>
                <a:gd name="connsiteY1" fmla="*/ 92456 h 1540575"/>
                <a:gd name="connsiteX2" fmla="*/ 1693729 w 1782629"/>
                <a:gd name="connsiteY2" fmla="*/ 94361 h 1540575"/>
                <a:gd name="connsiteX3" fmla="*/ 1780217 w 1782629"/>
                <a:gd name="connsiteY3" fmla="*/ 189103 h 1540575"/>
                <a:gd name="connsiteX4" fmla="*/ 1782629 w 1782629"/>
                <a:gd name="connsiteY4" fmla="*/ 451104 h 1540575"/>
                <a:gd name="connsiteX5" fmla="*/ 1780089 w 1782629"/>
                <a:gd name="connsiteY5" fmla="*/ 645414 h 1540575"/>
                <a:gd name="connsiteX6" fmla="*/ 1743513 w 1782629"/>
                <a:gd name="connsiteY6" fmla="*/ 713740 h 1540575"/>
                <a:gd name="connsiteX7" fmla="*/ 1555680 w 1782629"/>
                <a:gd name="connsiteY7" fmla="*/ 737870 h 1540575"/>
                <a:gd name="connsiteX8" fmla="*/ 1069398 w 1782629"/>
                <a:gd name="connsiteY8" fmla="*/ 741299 h 1540575"/>
                <a:gd name="connsiteX9" fmla="*/ 1017708 w 1782629"/>
                <a:gd name="connsiteY9" fmla="*/ 739902 h 1540575"/>
                <a:gd name="connsiteX10" fmla="*/ 1012374 w 1782629"/>
                <a:gd name="connsiteY10" fmla="*/ 649351 h 1540575"/>
                <a:gd name="connsiteX11" fmla="*/ 936048 w 1782629"/>
                <a:gd name="connsiteY11" fmla="*/ 711835 h 1540575"/>
                <a:gd name="connsiteX12" fmla="*/ 742245 w 1782629"/>
                <a:gd name="connsiteY12" fmla="*/ 883920 h 1540575"/>
                <a:gd name="connsiteX13" fmla="*/ 932492 w 1782629"/>
                <a:gd name="connsiteY13" fmla="*/ 1017143 h 1540575"/>
                <a:gd name="connsiteX14" fmla="*/ 1004881 w 1782629"/>
                <a:gd name="connsiteY14" fmla="*/ 844169 h 1540575"/>
                <a:gd name="connsiteX15" fmla="*/ 1183189 w 1782629"/>
                <a:gd name="connsiteY15" fmla="*/ 840740 h 1540575"/>
                <a:gd name="connsiteX16" fmla="*/ 1620197 w 1782629"/>
                <a:gd name="connsiteY16" fmla="*/ 842518 h 1540575"/>
                <a:gd name="connsiteX17" fmla="*/ 1680522 w 1782629"/>
                <a:gd name="connsiteY17" fmla="*/ 876935 h 1540575"/>
                <a:gd name="connsiteX18" fmla="*/ 1572825 w 1782629"/>
                <a:gd name="connsiteY18" fmla="*/ 1307973 h 1540575"/>
                <a:gd name="connsiteX19" fmla="*/ 1579556 w 1782629"/>
                <a:gd name="connsiteY19" fmla="*/ 1322451 h 1540575"/>
                <a:gd name="connsiteX20" fmla="*/ 1561904 w 1782629"/>
                <a:gd name="connsiteY20" fmla="*/ 1388492 h 1540575"/>
                <a:gd name="connsiteX21" fmla="*/ 1478718 w 1782629"/>
                <a:gd name="connsiteY21" fmla="*/ 1392048 h 1540575"/>
                <a:gd name="connsiteX22" fmla="*/ 704273 w 1782629"/>
                <a:gd name="connsiteY22" fmla="*/ 1391539 h 1540575"/>
                <a:gd name="connsiteX23" fmla="*/ 675189 w 1782629"/>
                <a:gd name="connsiteY23" fmla="*/ 1297814 h 1540575"/>
                <a:gd name="connsiteX24" fmla="*/ 834067 w 1782629"/>
                <a:gd name="connsiteY24" fmla="*/ 1293749 h 1540575"/>
                <a:gd name="connsiteX25" fmla="*/ 789743 w 1782629"/>
                <a:gd name="connsiteY25" fmla="*/ 930910 h 1540575"/>
                <a:gd name="connsiteX26" fmla="*/ 757612 w 1782629"/>
                <a:gd name="connsiteY26" fmla="*/ 916940 h 1540575"/>
                <a:gd name="connsiteX27" fmla="*/ 667696 w 1782629"/>
                <a:gd name="connsiteY27" fmla="*/ 897255 h 1540575"/>
                <a:gd name="connsiteX28" fmla="*/ 514788 w 1782629"/>
                <a:gd name="connsiteY28" fmla="*/ 940816 h 1540575"/>
                <a:gd name="connsiteX29" fmla="*/ 348672 w 1782629"/>
                <a:gd name="connsiteY29" fmla="*/ 897128 h 1540575"/>
                <a:gd name="connsiteX30" fmla="*/ 253295 w 1782629"/>
                <a:gd name="connsiteY30" fmla="*/ 922655 h 1540575"/>
                <a:gd name="connsiteX31" fmla="*/ 247580 w 1782629"/>
                <a:gd name="connsiteY31" fmla="*/ 944499 h 1540575"/>
                <a:gd name="connsiteX32" fmla="*/ 210623 w 1782629"/>
                <a:gd name="connsiteY32" fmla="*/ 1203960 h 1540575"/>
                <a:gd name="connsiteX33" fmla="*/ 430206 w 1782629"/>
                <a:gd name="connsiteY33" fmla="*/ 1183514 h 1540575"/>
                <a:gd name="connsiteX34" fmla="*/ 426142 w 1782629"/>
                <a:gd name="connsiteY34" fmla="*/ 1149858 h 1540575"/>
                <a:gd name="connsiteX35" fmla="*/ 411918 w 1782629"/>
                <a:gd name="connsiteY35" fmla="*/ 1076579 h 1540575"/>
                <a:gd name="connsiteX36" fmla="*/ 511994 w 1782629"/>
                <a:gd name="connsiteY36" fmla="*/ 1067435 h 1540575"/>
                <a:gd name="connsiteX37" fmla="*/ 579939 w 1782629"/>
                <a:gd name="connsiteY37" fmla="*/ 1068578 h 1540575"/>
                <a:gd name="connsiteX38" fmla="*/ 629215 w 1782629"/>
                <a:gd name="connsiteY38" fmla="*/ 1103376 h 1540575"/>
                <a:gd name="connsiteX39" fmla="*/ 596957 w 1782629"/>
                <a:gd name="connsiteY39" fmla="*/ 1178306 h 1540575"/>
                <a:gd name="connsiteX40" fmla="*/ 611308 w 1782629"/>
                <a:gd name="connsiteY40" fmla="*/ 1297051 h 1540575"/>
                <a:gd name="connsiteX41" fmla="*/ 697542 w 1782629"/>
                <a:gd name="connsiteY41" fmla="*/ 1472946 h 1540575"/>
                <a:gd name="connsiteX42" fmla="*/ 680650 w 1782629"/>
                <a:gd name="connsiteY42" fmla="*/ 1537589 h 1540575"/>
                <a:gd name="connsiteX43" fmla="*/ 400869 w 1782629"/>
                <a:gd name="connsiteY43" fmla="*/ 1540129 h 1540575"/>
                <a:gd name="connsiteX44" fmla="*/ 339655 w 1782629"/>
                <a:gd name="connsiteY44" fmla="*/ 1520698 h 1540575"/>
                <a:gd name="connsiteX45" fmla="*/ 349053 w 1782629"/>
                <a:gd name="connsiteY45" fmla="*/ 1433449 h 1540575"/>
                <a:gd name="connsiteX46" fmla="*/ 40443 w 1782629"/>
                <a:gd name="connsiteY46" fmla="*/ 1329436 h 1540575"/>
                <a:gd name="connsiteX47" fmla="*/ 94672 w 1782629"/>
                <a:gd name="connsiteY47" fmla="*/ 1041781 h 1540575"/>
                <a:gd name="connsiteX48" fmla="*/ 286061 w 1782629"/>
                <a:gd name="connsiteY48" fmla="*/ 882523 h 1540575"/>
                <a:gd name="connsiteX49" fmla="*/ 194494 w 1782629"/>
                <a:gd name="connsiteY49" fmla="*/ 828548 h 1540575"/>
                <a:gd name="connsiteX50" fmla="*/ 101276 w 1782629"/>
                <a:gd name="connsiteY50" fmla="*/ 713867 h 1540575"/>
                <a:gd name="connsiteX51" fmla="*/ 43110 w 1782629"/>
                <a:gd name="connsiteY51" fmla="*/ 680720 h 1540575"/>
                <a:gd name="connsiteX52" fmla="*/ 21393 w 1782629"/>
                <a:gd name="connsiteY52" fmla="*/ 457835 h 1540575"/>
                <a:gd name="connsiteX53" fmla="*/ 92132 w 1782629"/>
                <a:gd name="connsiteY53" fmla="*/ 400050 h 1540575"/>
                <a:gd name="connsiteX54" fmla="*/ 317938 w 1782629"/>
                <a:gd name="connsiteY54" fmla="*/ 195453 h 1540575"/>
                <a:gd name="connsiteX55" fmla="*/ 696271 w 1782629"/>
                <a:gd name="connsiteY55" fmla="*/ 186182 h 1540575"/>
                <a:gd name="connsiteX56" fmla="*/ 828732 w 1782629"/>
                <a:gd name="connsiteY56" fmla="*/ 261747 h 1540575"/>
                <a:gd name="connsiteX57" fmla="*/ 943540 w 1782629"/>
                <a:gd name="connsiteY57" fmla="*/ 404241 h 1540575"/>
                <a:gd name="connsiteX58" fmla="*/ 1016057 w 1782629"/>
                <a:gd name="connsiteY58" fmla="*/ 457454 h 1540575"/>
                <a:gd name="connsiteX59" fmla="*/ 1012248 w 1782629"/>
                <a:gd name="connsiteY59" fmla="*/ 226314 h 1540575"/>
                <a:gd name="connsiteX60" fmla="*/ 1060380 w 1782629"/>
                <a:gd name="connsiteY60" fmla="*/ 109982 h 1540575"/>
                <a:gd name="connsiteX61" fmla="*/ 1149026 w 1782629"/>
                <a:gd name="connsiteY61" fmla="*/ 92710 h 1540575"/>
                <a:gd name="connsiteX62" fmla="*/ 1512373 w 1782629"/>
                <a:gd name="connsiteY62" fmla="*/ 92202 h 1540575"/>
                <a:gd name="connsiteX63" fmla="*/ 1035107 w 1782629"/>
                <a:gd name="connsiteY63" fmla="*/ 200533 h 1540575"/>
                <a:gd name="connsiteX64" fmla="*/ 1034345 w 1782629"/>
                <a:gd name="connsiteY64" fmla="*/ 716153 h 1540575"/>
                <a:gd name="connsiteX65" fmla="*/ 1670361 w 1782629"/>
                <a:gd name="connsiteY65" fmla="*/ 713994 h 1540575"/>
                <a:gd name="connsiteX66" fmla="*/ 1759135 w 1782629"/>
                <a:gd name="connsiteY66" fmla="*/ 621157 h 1540575"/>
                <a:gd name="connsiteX67" fmla="*/ 1758880 w 1782629"/>
                <a:gd name="connsiteY67" fmla="*/ 201168 h 1540575"/>
                <a:gd name="connsiteX68" fmla="*/ 1683188 w 1782629"/>
                <a:gd name="connsiteY68" fmla="*/ 118237 h 1540575"/>
                <a:gd name="connsiteX69" fmla="*/ 1110037 w 1782629"/>
                <a:gd name="connsiteY69" fmla="*/ 118364 h 1540575"/>
                <a:gd name="connsiteX70" fmla="*/ 1035107 w 1782629"/>
                <a:gd name="connsiteY70" fmla="*/ 200533 h 1540575"/>
                <a:gd name="connsiteX71" fmla="*/ 268027 w 1782629"/>
                <a:gd name="connsiteY71" fmla="*/ 247650 h 1540575"/>
                <a:gd name="connsiteX72" fmla="*/ 98482 w 1782629"/>
                <a:gd name="connsiteY72" fmla="*/ 486537 h 1540575"/>
                <a:gd name="connsiteX73" fmla="*/ 96450 w 1782629"/>
                <a:gd name="connsiteY73" fmla="*/ 488696 h 1540575"/>
                <a:gd name="connsiteX74" fmla="*/ 202114 w 1782629"/>
                <a:gd name="connsiteY74" fmla="*/ 801497 h 1540575"/>
                <a:gd name="connsiteX75" fmla="*/ 388042 w 1782629"/>
                <a:gd name="connsiteY75" fmla="*/ 872490 h 1540575"/>
                <a:gd name="connsiteX76" fmla="*/ 691954 w 1782629"/>
                <a:gd name="connsiteY76" fmla="*/ 869950 h 1540575"/>
                <a:gd name="connsiteX77" fmla="*/ 940746 w 1782629"/>
                <a:gd name="connsiteY77" fmla="*/ 582549 h 1540575"/>
                <a:gd name="connsiteX78" fmla="*/ 834574 w 1782629"/>
                <a:gd name="connsiteY78" fmla="*/ 299593 h 1540575"/>
                <a:gd name="connsiteX79" fmla="*/ 509708 w 1782629"/>
                <a:gd name="connsiteY79" fmla="*/ 194564 h 1540575"/>
                <a:gd name="connsiteX80" fmla="*/ 268027 w 1782629"/>
                <a:gd name="connsiteY80" fmla="*/ 247650 h 1540575"/>
                <a:gd name="connsiteX81" fmla="*/ 82480 w 1782629"/>
                <a:gd name="connsiteY81" fmla="*/ 679450 h 1540575"/>
                <a:gd name="connsiteX82" fmla="*/ 77146 w 1782629"/>
                <a:gd name="connsiteY82" fmla="*/ 427990 h 1540575"/>
                <a:gd name="connsiteX83" fmla="*/ 82480 w 1782629"/>
                <a:gd name="connsiteY83" fmla="*/ 679450 h 1540575"/>
                <a:gd name="connsiteX84" fmla="*/ 950144 w 1782629"/>
                <a:gd name="connsiteY84" fmla="*/ 426466 h 1540575"/>
                <a:gd name="connsiteX85" fmla="*/ 946969 w 1782629"/>
                <a:gd name="connsiteY85" fmla="*/ 682244 h 1540575"/>
                <a:gd name="connsiteX86" fmla="*/ 950144 w 1782629"/>
                <a:gd name="connsiteY86" fmla="*/ 426466 h 1540575"/>
                <a:gd name="connsiteX87" fmla="*/ 998912 w 1782629"/>
                <a:gd name="connsiteY87" fmla="*/ 873125 h 1540575"/>
                <a:gd name="connsiteX88" fmla="*/ 967670 w 1782629"/>
                <a:gd name="connsiteY88" fmla="*/ 965073 h 1540575"/>
                <a:gd name="connsiteX89" fmla="*/ 900361 w 1782629"/>
                <a:gd name="connsiteY89" fmla="*/ 1293749 h 1540575"/>
                <a:gd name="connsiteX90" fmla="*/ 1554792 w 1782629"/>
                <a:gd name="connsiteY90" fmla="*/ 1293749 h 1540575"/>
                <a:gd name="connsiteX91" fmla="*/ 1650804 w 1782629"/>
                <a:gd name="connsiteY91" fmla="*/ 870331 h 1540575"/>
                <a:gd name="connsiteX92" fmla="*/ 1060254 w 1782629"/>
                <a:gd name="connsiteY92" fmla="*/ 868553 h 1540575"/>
                <a:gd name="connsiteX93" fmla="*/ 998912 w 1782629"/>
                <a:gd name="connsiteY93" fmla="*/ 873125 h 1540575"/>
                <a:gd name="connsiteX94" fmla="*/ 436175 w 1782629"/>
                <a:gd name="connsiteY94" fmla="*/ 896366 h 1540575"/>
                <a:gd name="connsiteX95" fmla="*/ 593528 w 1782629"/>
                <a:gd name="connsiteY95" fmla="*/ 896112 h 1540575"/>
                <a:gd name="connsiteX96" fmla="*/ 436175 w 1782629"/>
                <a:gd name="connsiteY96" fmla="*/ 896366 h 1540575"/>
                <a:gd name="connsiteX97" fmla="*/ 50857 w 1782629"/>
                <a:gd name="connsiteY97" fmla="*/ 1243711 h 1540575"/>
                <a:gd name="connsiteX98" fmla="*/ 73336 w 1782629"/>
                <a:gd name="connsiteY98" fmla="*/ 1340231 h 1540575"/>
                <a:gd name="connsiteX99" fmla="*/ 363912 w 1782629"/>
                <a:gd name="connsiteY99" fmla="*/ 1410843 h 1540575"/>
                <a:gd name="connsiteX100" fmla="*/ 380168 w 1782629"/>
                <a:gd name="connsiteY100" fmla="*/ 1382014 h 1540575"/>
                <a:gd name="connsiteX101" fmla="*/ 362515 w 1782629"/>
                <a:gd name="connsiteY101" fmla="*/ 1213358 h 1540575"/>
                <a:gd name="connsiteX102" fmla="*/ 140011 w 1782629"/>
                <a:gd name="connsiteY102" fmla="*/ 1231265 h 1540575"/>
                <a:gd name="connsiteX103" fmla="*/ 185731 w 1782629"/>
                <a:gd name="connsiteY103" fmla="*/ 1204214 h 1540575"/>
                <a:gd name="connsiteX104" fmla="*/ 220910 w 1782629"/>
                <a:gd name="connsiteY104" fmla="*/ 938911 h 1540575"/>
                <a:gd name="connsiteX105" fmla="*/ 50857 w 1782629"/>
                <a:gd name="connsiteY105" fmla="*/ 1243711 h 1540575"/>
                <a:gd name="connsiteX106" fmla="*/ 825049 w 1782629"/>
                <a:gd name="connsiteY106" fmla="*/ 948564 h 1540575"/>
                <a:gd name="connsiteX107" fmla="*/ 857307 w 1782629"/>
                <a:gd name="connsiteY107" fmla="*/ 1293749 h 1540575"/>
                <a:gd name="connsiteX108" fmla="*/ 875468 w 1782629"/>
                <a:gd name="connsiteY108" fmla="*/ 1293749 h 1540575"/>
                <a:gd name="connsiteX109" fmla="*/ 922331 w 1782629"/>
                <a:gd name="connsiteY109" fmla="*/ 1050926 h 1540575"/>
                <a:gd name="connsiteX110" fmla="*/ 825049 w 1782629"/>
                <a:gd name="connsiteY110" fmla="*/ 948564 h 1540575"/>
                <a:gd name="connsiteX111" fmla="*/ 433000 w 1782629"/>
                <a:gd name="connsiteY111" fmla="*/ 1096264 h 1540575"/>
                <a:gd name="connsiteX112" fmla="*/ 419538 w 1782629"/>
                <a:gd name="connsiteY112" fmla="*/ 1115949 h 1540575"/>
                <a:gd name="connsiteX113" fmla="*/ 492055 w 1782629"/>
                <a:gd name="connsiteY113" fmla="*/ 1127887 h 1540575"/>
                <a:gd name="connsiteX114" fmla="*/ 455860 w 1782629"/>
                <a:gd name="connsiteY114" fmla="*/ 1152398 h 1540575"/>
                <a:gd name="connsiteX115" fmla="*/ 453193 w 1782629"/>
                <a:gd name="connsiteY115" fmla="*/ 1175258 h 1540575"/>
                <a:gd name="connsiteX116" fmla="*/ 526853 w 1782629"/>
                <a:gd name="connsiteY116" fmla="*/ 1217168 h 1540575"/>
                <a:gd name="connsiteX117" fmla="*/ 527361 w 1782629"/>
                <a:gd name="connsiteY117" fmla="*/ 1363980 h 1540575"/>
                <a:gd name="connsiteX118" fmla="*/ 400615 w 1782629"/>
                <a:gd name="connsiteY118" fmla="*/ 1397127 h 1540575"/>
                <a:gd name="connsiteX119" fmla="*/ 361499 w 1782629"/>
                <a:gd name="connsiteY119" fmla="*/ 1511046 h 1540575"/>
                <a:gd name="connsiteX120" fmla="*/ 590988 w 1782629"/>
                <a:gd name="connsiteY120" fmla="*/ 1516761 h 1540575"/>
                <a:gd name="connsiteX121" fmla="*/ 675698 w 1782629"/>
                <a:gd name="connsiteY121" fmla="*/ 1505458 h 1540575"/>
                <a:gd name="connsiteX122" fmla="*/ 592893 w 1782629"/>
                <a:gd name="connsiteY122" fmla="*/ 1321435 h 1540575"/>
                <a:gd name="connsiteX123" fmla="*/ 572065 w 1782629"/>
                <a:gd name="connsiteY123" fmla="*/ 1230376 h 1540575"/>
                <a:gd name="connsiteX124" fmla="*/ 607244 w 1782629"/>
                <a:gd name="connsiteY124" fmla="*/ 1101852 h 1540575"/>
                <a:gd name="connsiteX125" fmla="*/ 433000 w 1782629"/>
                <a:gd name="connsiteY125" fmla="*/ 1096264 h 1540575"/>
                <a:gd name="connsiteX126" fmla="*/ 416744 w 1782629"/>
                <a:gd name="connsiteY126" fmla="*/ 1210183 h 1540575"/>
                <a:gd name="connsiteX127" fmla="*/ 387788 w 1782629"/>
                <a:gd name="connsiteY127" fmla="*/ 1358520 h 1540575"/>
                <a:gd name="connsiteX128" fmla="*/ 476815 w 1782629"/>
                <a:gd name="connsiteY128" fmla="*/ 1368171 h 1540575"/>
                <a:gd name="connsiteX129" fmla="*/ 520503 w 1782629"/>
                <a:gd name="connsiteY129" fmla="*/ 1269365 h 1540575"/>
                <a:gd name="connsiteX130" fmla="*/ 416744 w 1782629"/>
                <a:gd name="connsiteY130" fmla="*/ 1210183 h 1540575"/>
                <a:gd name="connsiteX131" fmla="*/ 695382 w 1782629"/>
                <a:gd name="connsiteY131" fmla="*/ 1321054 h 1540575"/>
                <a:gd name="connsiteX132" fmla="*/ 694493 w 1782629"/>
                <a:gd name="connsiteY132" fmla="*/ 1366520 h 1540575"/>
                <a:gd name="connsiteX133" fmla="*/ 1551998 w 1782629"/>
                <a:gd name="connsiteY133" fmla="*/ 1366012 h 1540575"/>
                <a:gd name="connsiteX134" fmla="*/ 1554664 w 1782629"/>
                <a:gd name="connsiteY134" fmla="*/ 1320801 h 1540575"/>
                <a:gd name="connsiteX135" fmla="*/ 695382 w 1782629"/>
                <a:gd name="connsiteY135" fmla="*/ 1321054 h 1540575"/>
                <a:gd name="connsiteX0" fmla="*/ 1537138 w 1782629"/>
                <a:gd name="connsiteY0" fmla="*/ 254 h 1448373"/>
                <a:gd name="connsiteX1" fmla="*/ 1693729 w 1782629"/>
                <a:gd name="connsiteY1" fmla="*/ 2159 h 1448373"/>
                <a:gd name="connsiteX2" fmla="*/ 1780217 w 1782629"/>
                <a:gd name="connsiteY2" fmla="*/ 96901 h 1448373"/>
                <a:gd name="connsiteX3" fmla="*/ 1782629 w 1782629"/>
                <a:gd name="connsiteY3" fmla="*/ 358902 h 1448373"/>
                <a:gd name="connsiteX4" fmla="*/ 1780089 w 1782629"/>
                <a:gd name="connsiteY4" fmla="*/ 553212 h 1448373"/>
                <a:gd name="connsiteX5" fmla="*/ 1743513 w 1782629"/>
                <a:gd name="connsiteY5" fmla="*/ 621538 h 1448373"/>
                <a:gd name="connsiteX6" fmla="*/ 1555680 w 1782629"/>
                <a:gd name="connsiteY6" fmla="*/ 645668 h 1448373"/>
                <a:gd name="connsiteX7" fmla="*/ 1069398 w 1782629"/>
                <a:gd name="connsiteY7" fmla="*/ 649097 h 1448373"/>
                <a:gd name="connsiteX8" fmla="*/ 1017708 w 1782629"/>
                <a:gd name="connsiteY8" fmla="*/ 647700 h 1448373"/>
                <a:gd name="connsiteX9" fmla="*/ 1012374 w 1782629"/>
                <a:gd name="connsiteY9" fmla="*/ 557149 h 1448373"/>
                <a:gd name="connsiteX10" fmla="*/ 936048 w 1782629"/>
                <a:gd name="connsiteY10" fmla="*/ 619633 h 1448373"/>
                <a:gd name="connsiteX11" fmla="*/ 742245 w 1782629"/>
                <a:gd name="connsiteY11" fmla="*/ 791718 h 1448373"/>
                <a:gd name="connsiteX12" fmla="*/ 932492 w 1782629"/>
                <a:gd name="connsiteY12" fmla="*/ 924941 h 1448373"/>
                <a:gd name="connsiteX13" fmla="*/ 1004881 w 1782629"/>
                <a:gd name="connsiteY13" fmla="*/ 751967 h 1448373"/>
                <a:gd name="connsiteX14" fmla="*/ 1183189 w 1782629"/>
                <a:gd name="connsiteY14" fmla="*/ 748538 h 1448373"/>
                <a:gd name="connsiteX15" fmla="*/ 1620197 w 1782629"/>
                <a:gd name="connsiteY15" fmla="*/ 750316 h 1448373"/>
                <a:gd name="connsiteX16" fmla="*/ 1680522 w 1782629"/>
                <a:gd name="connsiteY16" fmla="*/ 784733 h 1448373"/>
                <a:gd name="connsiteX17" fmla="*/ 1572825 w 1782629"/>
                <a:gd name="connsiteY17" fmla="*/ 1215771 h 1448373"/>
                <a:gd name="connsiteX18" fmla="*/ 1579556 w 1782629"/>
                <a:gd name="connsiteY18" fmla="*/ 1230249 h 1448373"/>
                <a:gd name="connsiteX19" fmla="*/ 1561904 w 1782629"/>
                <a:gd name="connsiteY19" fmla="*/ 1296290 h 1448373"/>
                <a:gd name="connsiteX20" fmla="*/ 1478718 w 1782629"/>
                <a:gd name="connsiteY20" fmla="*/ 1299846 h 1448373"/>
                <a:gd name="connsiteX21" fmla="*/ 704273 w 1782629"/>
                <a:gd name="connsiteY21" fmla="*/ 1299337 h 1448373"/>
                <a:gd name="connsiteX22" fmla="*/ 675189 w 1782629"/>
                <a:gd name="connsiteY22" fmla="*/ 1205612 h 1448373"/>
                <a:gd name="connsiteX23" fmla="*/ 834067 w 1782629"/>
                <a:gd name="connsiteY23" fmla="*/ 1201547 h 1448373"/>
                <a:gd name="connsiteX24" fmla="*/ 789743 w 1782629"/>
                <a:gd name="connsiteY24" fmla="*/ 838708 h 1448373"/>
                <a:gd name="connsiteX25" fmla="*/ 757612 w 1782629"/>
                <a:gd name="connsiteY25" fmla="*/ 824738 h 1448373"/>
                <a:gd name="connsiteX26" fmla="*/ 667696 w 1782629"/>
                <a:gd name="connsiteY26" fmla="*/ 805053 h 1448373"/>
                <a:gd name="connsiteX27" fmla="*/ 514788 w 1782629"/>
                <a:gd name="connsiteY27" fmla="*/ 848614 h 1448373"/>
                <a:gd name="connsiteX28" fmla="*/ 348672 w 1782629"/>
                <a:gd name="connsiteY28" fmla="*/ 804926 h 1448373"/>
                <a:gd name="connsiteX29" fmla="*/ 253295 w 1782629"/>
                <a:gd name="connsiteY29" fmla="*/ 830453 h 1448373"/>
                <a:gd name="connsiteX30" fmla="*/ 247580 w 1782629"/>
                <a:gd name="connsiteY30" fmla="*/ 852297 h 1448373"/>
                <a:gd name="connsiteX31" fmla="*/ 210623 w 1782629"/>
                <a:gd name="connsiteY31" fmla="*/ 1111758 h 1448373"/>
                <a:gd name="connsiteX32" fmla="*/ 430206 w 1782629"/>
                <a:gd name="connsiteY32" fmla="*/ 1091312 h 1448373"/>
                <a:gd name="connsiteX33" fmla="*/ 426142 w 1782629"/>
                <a:gd name="connsiteY33" fmla="*/ 1057656 h 1448373"/>
                <a:gd name="connsiteX34" fmla="*/ 411918 w 1782629"/>
                <a:gd name="connsiteY34" fmla="*/ 984377 h 1448373"/>
                <a:gd name="connsiteX35" fmla="*/ 511994 w 1782629"/>
                <a:gd name="connsiteY35" fmla="*/ 975233 h 1448373"/>
                <a:gd name="connsiteX36" fmla="*/ 579939 w 1782629"/>
                <a:gd name="connsiteY36" fmla="*/ 976376 h 1448373"/>
                <a:gd name="connsiteX37" fmla="*/ 629215 w 1782629"/>
                <a:gd name="connsiteY37" fmla="*/ 1011174 h 1448373"/>
                <a:gd name="connsiteX38" fmla="*/ 596957 w 1782629"/>
                <a:gd name="connsiteY38" fmla="*/ 1086104 h 1448373"/>
                <a:gd name="connsiteX39" fmla="*/ 611308 w 1782629"/>
                <a:gd name="connsiteY39" fmla="*/ 1204849 h 1448373"/>
                <a:gd name="connsiteX40" fmla="*/ 697542 w 1782629"/>
                <a:gd name="connsiteY40" fmla="*/ 1380744 h 1448373"/>
                <a:gd name="connsiteX41" fmla="*/ 680650 w 1782629"/>
                <a:gd name="connsiteY41" fmla="*/ 1445387 h 1448373"/>
                <a:gd name="connsiteX42" fmla="*/ 400869 w 1782629"/>
                <a:gd name="connsiteY42" fmla="*/ 1447927 h 1448373"/>
                <a:gd name="connsiteX43" fmla="*/ 339655 w 1782629"/>
                <a:gd name="connsiteY43" fmla="*/ 1428496 h 1448373"/>
                <a:gd name="connsiteX44" fmla="*/ 349053 w 1782629"/>
                <a:gd name="connsiteY44" fmla="*/ 1341247 h 1448373"/>
                <a:gd name="connsiteX45" fmla="*/ 40443 w 1782629"/>
                <a:gd name="connsiteY45" fmla="*/ 1237234 h 1448373"/>
                <a:gd name="connsiteX46" fmla="*/ 94672 w 1782629"/>
                <a:gd name="connsiteY46" fmla="*/ 949579 h 1448373"/>
                <a:gd name="connsiteX47" fmla="*/ 286061 w 1782629"/>
                <a:gd name="connsiteY47" fmla="*/ 790321 h 1448373"/>
                <a:gd name="connsiteX48" fmla="*/ 194494 w 1782629"/>
                <a:gd name="connsiteY48" fmla="*/ 736346 h 1448373"/>
                <a:gd name="connsiteX49" fmla="*/ 101276 w 1782629"/>
                <a:gd name="connsiteY49" fmla="*/ 621665 h 1448373"/>
                <a:gd name="connsiteX50" fmla="*/ 43110 w 1782629"/>
                <a:gd name="connsiteY50" fmla="*/ 588518 h 1448373"/>
                <a:gd name="connsiteX51" fmla="*/ 21393 w 1782629"/>
                <a:gd name="connsiteY51" fmla="*/ 365633 h 1448373"/>
                <a:gd name="connsiteX52" fmla="*/ 92132 w 1782629"/>
                <a:gd name="connsiteY52" fmla="*/ 307848 h 1448373"/>
                <a:gd name="connsiteX53" fmla="*/ 317938 w 1782629"/>
                <a:gd name="connsiteY53" fmla="*/ 103251 h 1448373"/>
                <a:gd name="connsiteX54" fmla="*/ 696271 w 1782629"/>
                <a:gd name="connsiteY54" fmla="*/ 93980 h 1448373"/>
                <a:gd name="connsiteX55" fmla="*/ 828732 w 1782629"/>
                <a:gd name="connsiteY55" fmla="*/ 169545 h 1448373"/>
                <a:gd name="connsiteX56" fmla="*/ 943540 w 1782629"/>
                <a:gd name="connsiteY56" fmla="*/ 312039 h 1448373"/>
                <a:gd name="connsiteX57" fmla="*/ 1016057 w 1782629"/>
                <a:gd name="connsiteY57" fmla="*/ 365252 h 1448373"/>
                <a:gd name="connsiteX58" fmla="*/ 1012248 w 1782629"/>
                <a:gd name="connsiteY58" fmla="*/ 134112 h 1448373"/>
                <a:gd name="connsiteX59" fmla="*/ 1060380 w 1782629"/>
                <a:gd name="connsiteY59" fmla="*/ 17780 h 1448373"/>
                <a:gd name="connsiteX60" fmla="*/ 1149026 w 1782629"/>
                <a:gd name="connsiteY60" fmla="*/ 508 h 1448373"/>
                <a:gd name="connsiteX61" fmla="*/ 1512373 w 1782629"/>
                <a:gd name="connsiteY61" fmla="*/ 0 h 1448373"/>
                <a:gd name="connsiteX62" fmla="*/ 1035107 w 1782629"/>
                <a:gd name="connsiteY62" fmla="*/ 108331 h 1448373"/>
                <a:gd name="connsiteX63" fmla="*/ 1034345 w 1782629"/>
                <a:gd name="connsiteY63" fmla="*/ 623951 h 1448373"/>
                <a:gd name="connsiteX64" fmla="*/ 1670361 w 1782629"/>
                <a:gd name="connsiteY64" fmla="*/ 621792 h 1448373"/>
                <a:gd name="connsiteX65" fmla="*/ 1759135 w 1782629"/>
                <a:gd name="connsiteY65" fmla="*/ 528955 h 1448373"/>
                <a:gd name="connsiteX66" fmla="*/ 1758880 w 1782629"/>
                <a:gd name="connsiteY66" fmla="*/ 108966 h 1448373"/>
                <a:gd name="connsiteX67" fmla="*/ 1683188 w 1782629"/>
                <a:gd name="connsiteY67" fmla="*/ 26035 h 1448373"/>
                <a:gd name="connsiteX68" fmla="*/ 1110037 w 1782629"/>
                <a:gd name="connsiteY68" fmla="*/ 26162 h 1448373"/>
                <a:gd name="connsiteX69" fmla="*/ 1035107 w 1782629"/>
                <a:gd name="connsiteY69" fmla="*/ 108331 h 1448373"/>
                <a:gd name="connsiteX70" fmla="*/ 268027 w 1782629"/>
                <a:gd name="connsiteY70" fmla="*/ 155448 h 1448373"/>
                <a:gd name="connsiteX71" fmla="*/ 98482 w 1782629"/>
                <a:gd name="connsiteY71" fmla="*/ 394335 h 1448373"/>
                <a:gd name="connsiteX72" fmla="*/ 96450 w 1782629"/>
                <a:gd name="connsiteY72" fmla="*/ 396494 h 1448373"/>
                <a:gd name="connsiteX73" fmla="*/ 202114 w 1782629"/>
                <a:gd name="connsiteY73" fmla="*/ 709295 h 1448373"/>
                <a:gd name="connsiteX74" fmla="*/ 388042 w 1782629"/>
                <a:gd name="connsiteY74" fmla="*/ 780288 h 1448373"/>
                <a:gd name="connsiteX75" fmla="*/ 691954 w 1782629"/>
                <a:gd name="connsiteY75" fmla="*/ 777748 h 1448373"/>
                <a:gd name="connsiteX76" fmla="*/ 940746 w 1782629"/>
                <a:gd name="connsiteY76" fmla="*/ 490347 h 1448373"/>
                <a:gd name="connsiteX77" fmla="*/ 834574 w 1782629"/>
                <a:gd name="connsiteY77" fmla="*/ 207391 h 1448373"/>
                <a:gd name="connsiteX78" fmla="*/ 509708 w 1782629"/>
                <a:gd name="connsiteY78" fmla="*/ 102362 h 1448373"/>
                <a:gd name="connsiteX79" fmla="*/ 268027 w 1782629"/>
                <a:gd name="connsiteY79" fmla="*/ 155448 h 1448373"/>
                <a:gd name="connsiteX80" fmla="*/ 82480 w 1782629"/>
                <a:gd name="connsiteY80" fmla="*/ 587248 h 1448373"/>
                <a:gd name="connsiteX81" fmla="*/ 77146 w 1782629"/>
                <a:gd name="connsiteY81" fmla="*/ 335788 h 1448373"/>
                <a:gd name="connsiteX82" fmla="*/ 82480 w 1782629"/>
                <a:gd name="connsiteY82" fmla="*/ 587248 h 1448373"/>
                <a:gd name="connsiteX83" fmla="*/ 950144 w 1782629"/>
                <a:gd name="connsiteY83" fmla="*/ 334264 h 1448373"/>
                <a:gd name="connsiteX84" fmla="*/ 946969 w 1782629"/>
                <a:gd name="connsiteY84" fmla="*/ 590042 h 1448373"/>
                <a:gd name="connsiteX85" fmla="*/ 950144 w 1782629"/>
                <a:gd name="connsiteY85" fmla="*/ 334264 h 1448373"/>
                <a:gd name="connsiteX86" fmla="*/ 998912 w 1782629"/>
                <a:gd name="connsiteY86" fmla="*/ 780923 h 1448373"/>
                <a:gd name="connsiteX87" fmla="*/ 967670 w 1782629"/>
                <a:gd name="connsiteY87" fmla="*/ 872871 h 1448373"/>
                <a:gd name="connsiteX88" fmla="*/ 900361 w 1782629"/>
                <a:gd name="connsiteY88" fmla="*/ 1201547 h 1448373"/>
                <a:gd name="connsiteX89" fmla="*/ 1554792 w 1782629"/>
                <a:gd name="connsiteY89" fmla="*/ 1201547 h 1448373"/>
                <a:gd name="connsiteX90" fmla="*/ 1650804 w 1782629"/>
                <a:gd name="connsiteY90" fmla="*/ 778129 h 1448373"/>
                <a:gd name="connsiteX91" fmla="*/ 1060254 w 1782629"/>
                <a:gd name="connsiteY91" fmla="*/ 776351 h 1448373"/>
                <a:gd name="connsiteX92" fmla="*/ 998912 w 1782629"/>
                <a:gd name="connsiteY92" fmla="*/ 780923 h 1448373"/>
                <a:gd name="connsiteX93" fmla="*/ 436175 w 1782629"/>
                <a:gd name="connsiteY93" fmla="*/ 804164 h 1448373"/>
                <a:gd name="connsiteX94" fmla="*/ 593528 w 1782629"/>
                <a:gd name="connsiteY94" fmla="*/ 803910 h 1448373"/>
                <a:gd name="connsiteX95" fmla="*/ 436175 w 1782629"/>
                <a:gd name="connsiteY95" fmla="*/ 804164 h 1448373"/>
                <a:gd name="connsiteX96" fmla="*/ 50857 w 1782629"/>
                <a:gd name="connsiteY96" fmla="*/ 1151509 h 1448373"/>
                <a:gd name="connsiteX97" fmla="*/ 73336 w 1782629"/>
                <a:gd name="connsiteY97" fmla="*/ 1248029 h 1448373"/>
                <a:gd name="connsiteX98" fmla="*/ 363912 w 1782629"/>
                <a:gd name="connsiteY98" fmla="*/ 1318641 h 1448373"/>
                <a:gd name="connsiteX99" fmla="*/ 380168 w 1782629"/>
                <a:gd name="connsiteY99" fmla="*/ 1289812 h 1448373"/>
                <a:gd name="connsiteX100" fmla="*/ 362515 w 1782629"/>
                <a:gd name="connsiteY100" fmla="*/ 1121156 h 1448373"/>
                <a:gd name="connsiteX101" fmla="*/ 140011 w 1782629"/>
                <a:gd name="connsiteY101" fmla="*/ 1139063 h 1448373"/>
                <a:gd name="connsiteX102" fmla="*/ 185731 w 1782629"/>
                <a:gd name="connsiteY102" fmla="*/ 1112012 h 1448373"/>
                <a:gd name="connsiteX103" fmla="*/ 220910 w 1782629"/>
                <a:gd name="connsiteY103" fmla="*/ 846709 h 1448373"/>
                <a:gd name="connsiteX104" fmla="*/ 50857 w 1782629"/>
                <a:gd name="connsiteY104" fmla="*/ 1151509 h 1448373"/>
                <a:gd name="connsiteX105" fmla="*/ 825049 w 1782629"/>
                <a:gd name="connsiteY105" fmla="*/ 856362 h 1448373"/>
                <a:gd name="connsiteX106" fmla="*/ 857307 w 1782629"/>
                <a:gd name="connsiteY106" fmla="*/ 1201547 h 1448373"/>
                <a:gd name="connsiteX107" fmla="*/ 875468 w 1782629"/>
                <a:gd name="connsiteY107" fmla="*/ 1201547 h 1448373"/>
                <a:gd name="connsiteX108" fmla="*/ 922331 w 1782629"/>
                <a:gd name="connsiteY108" fmla="*/ 958724 h 1448373"/>
                <a:gd name="connsiteX109" fmla="*/ 825049 w 1782629"/>
                <a:gd name="connsiteY109" fmla="*/ 856362 h 1448373"/>
                <a:gd name="connsiteX110" fmla="*/ 433000 w 1782629"/>
                <a:gd name="connsiteY110" fmla="*/ 1004062 h 1448373"/>
                <a:gd name="connsiteX111" fmla="*/ 419538 w 1782629"/>
                <a:gd name="connsiteY111" fmla="*/ 1023747 h 1448373"/>
                <a:gd name="connsiteX112" fmla="*/ 492055 w 1782629"/>
                <a:gd name="connsiteY112" fmla="*/ 1035685 h 1448373"/>
                <a:gd name="connsiteX113" fmla="*/ 455860 w 1782629"/>
                <a:gd name="connsiteY113" fmla="*/ 1060196 h 1448373"/>
                <a:gd name="connsiteX114" fmla="*/ 453193 w 1782629"/>
                <a:gd name="connsiteY114" fmla="*/ 1083056 h 1448373"/>
                <a:gd name="connsiteX115" fmla="*/ 526853 w 1782629"/>
                <a:gd name="connsiteY115" fmla="*/ 1124966 h 1448373"/>
                <a:gd name="connsiteX116" fmla="*/ 527361 w 1782629"/>
                <a:gd name="connsiteY116" fmla="*/ 1271778 h 1448373"/>
                <a:gd name="connsiteX117" fmla="*/ 400615 w 1782629"/>
                <a:gd name="connsiteY117" fmla="*/ 1304925 h 1448373"/>
                <a:gd name="connsiteX118" fmla="*/ 361499 w 1782629"/>
                <a:gd name="connsiteY118" fmla="*/ 1418844 h 1448373"/>
                <a:gd name="connsiteX119" fmla="*/ 590988 w 1782629"/>
                <a:gd name="connsiteY119" fmla="*/ 1424559 h 1448373"/>
                <a:gd name="connsiteX120" fmla="*/ 675698 w 1782629"/>
                <a:gd name="connsiteY120" fmla="*/ 1413256 h 1448373"/>
                <a:gd name="connsiteX121" fmla="*/ 592893 w 1782629"/>
                <a:gd name="connsiteY121" fmla="*/ 1229233 h 1448373"/>
                <a:gd name="connsiteX122" fmla="*/ 572065 w 1782629"/>
                <a:gd name="connsiteY122" fmla="*/ 1138174 h 1448373"/>
                <a:gd name="connsiteX123" fmla="*/ 607244 w 1782629"/>
                <a:gd name="connsiteY123" fmla="*/ 1009650 h 1448373"/>
                <a:gd name="connsiteX124" fmla="*/ 433000 w 1782629"/>
                <a:gd name="connsiteY124" fmla="*/ 1004062 h 1448373"/>
                <a:gd name="connsiteX125" fmla="*/ 416744 w 1782629"/>
                <a:gd name="connsiteY125" fmla="*/ 1117981 h 1448373"/>
                <a:gd name="connsiteX126" fmla="*/ 387788 w 1782629"/>
                <a:gd name="connsiteY126" fmla="*/ 1266318 h 1448373"/>
                <a:gd name="connsiteX127" fmla="*/ 476815 w 1782629"/>
                <a:gd name="connsiteY127" fmla="*/ 1275969 h 1448373"/>
                <a:gd name="connsiteX128" fmla="*/ 520503 w 1782629"/>
                <a:gd name="connsiteY128" fmla="*/ 1177163 h 1448373"/>
                <a:gd name="connsiteX129" fmla="*/ 416744 w 1782629"/>
                <a:gd name="connsiteY129" fmla="*/ 1117981 h 1448373"/>
                <a:gd name="connsiteX130" fmla="*/ 695382 w 1782629"/>
                <a:gd name="connsiteY130" fmla="*/ 1228852 h 1448373"/>
                <a:gd name="connsiteX131" fmla="*/ 694493 w 1782629"/>
                <a:gd name="connsiteY131" fmla="*/ 1274318 h 1448373"/>
                <a:gd name="connsiteX132" fmla="*/ 1551998 w 1782629"/>
                <a:gd name="connsiteY132" fmla="*/ 1273810 h 1448373"/>
                <a:gd name="connsiteX133" fmla="*/ 1554664 w 1782629"/>
                <a:gd name="connsiteY133" fmla="*/ 1228599 h 1448373"/>
                <a:gd name="connsiteX134" fmla="*/ 695382 w 1782629"/>
                <a:gd name="connsiteY134" fmla="*/ 1228852 h 1448373"/>
                <a:gd name="connsiteX0" fmla="*/ 1537138 w 1782629"/>
                <a:gd name="connsiteY0" fmla="*/ 0 h 1448119"/>
                <a:gd name="connsiteX1" fmla="*/ 1693729 w 1782629"/>
                <a:gd name="connsiteY1" fmla="*/ 1905 h 1448119"/>
                <a:gd name="connsiteX2" fmla="*/ 1780217 w 1782629"/>
                <a:gd name="connsiteY2" fmla="*/ 96647 h 1448119"/>
                <a:gd name="connsiteX3" fmla="*/ 1782629 w 1782629"/>
                <a:gd name="connsiteY3" fmla="*/ 358648 h 1448119"/>
                <a:gd name="connsiteX4" fmla="*/ 1780089 w 1782629"/>
                <a:gd name="connsiteY4" fmla="*/ 552958 h 1448119"/>
                <a:gd name="connsiteX5" fmla="*/ 1743513 w 1782629"/>
                <a:gd name="connsiteY5" fmla="*/ 621284 h 1448119"/>
                <a:gd name="connsiteX6" fmla="*/ 1555680 w 1782629"/>
                <a:gd name="connsiteY6" fmla="*/ 645414 h 1448119"/>
                <a:gd name="connsiteX7" fmla="*/ 1069398 w 1782629"/>
                <a:gd name="connsiteY7" fmla="*/ 648843 h 1448119"/>
                <a:gd name="connsiteX8" fmla="*/ 1017708 w 1782629"/>
                <a:gd name="connsiteY8" fmla="*/ 647446 h 1448119"/>
                <a:gd name="connsiteX9" fmla="*/ 1012374 w 1782629"/>
                <a:gd name="connsiteY9" fmla="*/ 556895 h 1448119"/>
                <a:gd name="connsiteX10" fmla="*/ 936048 w 1782629"/>
                <a:gd name="connsiteY10" fmla="*/ 619379 h 1448119"/>
                <a:gd name="connsiteX11" fmla="*/ 742245 w 1782629"/>
                <a:gd name="connsiteY11" fmla="*/ 791464 h 1448119"/>
                <a:gd name="connsiteX12" fmla="*/ 932492 w 1782629"/>
                <a:gd name="connsiteY12" fmla="*/ 924687 h 1448119"/>
                <a:gd name="connsiteX13" fmla="*/ 1004881 w 1782629"/>
                <a:gd name="connsiteY13" fmla="*/ 751713 h 1448119"/>
                <a:gd name="connsiteX14" fmla="*/ 1183189 w 1782629"/>
                <a:gd name="connsiteY14" fmla="*/ 748284 h 1448119"/>
                <a:gd name="connsiteX15" fmla="*/ 1620197 w 1782629"/>
                <a:gd name="connsiteY15" fmla="*/ 750062 h 1448119"/>
                <a:gd name="connsiteX16" fmla="*/ 1680522 w 1782629"/>
                <a:gd name="connsiteY16" fmla="*/ 784479 h 1448119"/>
                <a:gd name="connsiteX17" fmla="*/ 1572825 w 1782629"/>
                <a:gd name="connsiteY17" fmla="*/ 1215517 h 1448119"/>
                <a:gd name="connsiteX18" fmla="*/ 1579556 w 1782629"/>
                <a:gd name="connsiteY18" fmla="*/ 1229995 h 1448119"/>
                <a:gd name="connsiteX19" fmla="*/ 1561904 w 1782629"/>
                <a:gd name="connsiteY19" fmla="*/ 1296036 h 1448119"/>
                <a:gd name="connsiteX20" fmla="*/ 1478718 w 1782629"/>
                <a:gd name="connsiteY20" fmla="*/ 1299592 h 1448119"/>
                <a:gd name="connsiteX21" fmla="*/ 704273 w 1782629"/>
                <a:gd name="connsiteY21" fmla="*/ 1299083 h 1448119"/>
                <a:gd name="connsiteX22" fmla="*/ 675189 w 1782629"/>
                <a:gd name="connsiteY22" fmla="*/ 1205358 h 1448119"/>
                <a:gd name="connsiteX23" fmla="*/ 834067 w 1782629"/>
                <a:gd name="connsiteY23" fmla="*/ 1201293 h 1448119"/>
                <a:gd name="connsiteX24" fmla="*/ 789743 w 1782629"/>
                <a:gd name="connsiteY24" fmla="*/ 838454 h 1448119"/>
                <a:gd name="connsiteX25" fmla="*/ 757612 w 1782629"/>
                <a:gd name="connsiteY25" fmla="*/ 824484 h 1448119"/>
                <a:gd name="connsiteX26" fmla="*/ 667696 w 1782629"/>
                <a:gd name="connsiteY26" fmla="*/ 804799 h 1448119"/>
                <a:gd name="connsiteX27" fmla="*/ 514788 w 1782629"/>
                <a:gd name="connsiteY27" fmla="*/ 848360 h 1448119"/>
                <a:gd name="connsiteX28" fmla="*/ 348672 w 1782629"/>
                <a:gd name="connsiteY28" fmla="*/ 804672 h 1448119"/>
                <a:gd name="connsiteX29" fmla="*/ 253295 w 1782629"/>
                <a:gd name="connsiteY29" fmla="*/ 830199 h 1448119"/>
                <a:gd name="connsiteX30" fmla="*/ 247580 w 1782629"/>
                <a:gd name="connsiteY30" fmla="*/ 852043 h 1448119"/>
                <a:gd name="connsiteX31" fmla="*/ 210623 w 1782629"/>
                <a:gd name="connsiteY31" fmla="*/ 1111504 h 1448119"/>
                <a:gd name="connsiteX32" fmla="*/ 430206 w 1782629"/>
                <a:gd name="connsiteY32" fmla="*/ 1091058 h 1448119"/>
                <a:gd name="connsiteX33" fmla="*/ 426142 w 1782629"/>
                <a:gd name="connsiteY33" fmla="*/ 1057402 h 1448119"/>
                <a:gd name="connsiteX34" fmla="*/ 411918 w 1782629"/>
                <a:gd name="connsiteY34" fmla="*/ 984123 h 1448119"/>
                <a:gd name="connsiteX35" fmla="*/ 511994 w 1782629"/>
                <a:gd name="connsiteY35" fmla="*/ 974979 h 1448119"/>
                <a:gd name="connsiteX36" fmla="*/ 579939 w 1782629"/>
                <a:gd name="connsiteY36" fmla="*/ 976122 h 1448119"/>
                <a:gd name="connsiteX37" fmla="*/ 629215 w 1782629"/>
                <a:gd name="connsiteY37" fmla="*/ 1010920 h 1448119"/>
                <a:gd name="connsiteX38" fmla="*/ 596957 w 1782629"/>
                <a:gd name="connsiteY38" fmla="*/ 1085850 h 1448119"/>
                <a:gd name="connsiteX39" fmla="*/ 611308 w 1782629"/>
                <a:gd name="connsiteY39" fmla="*/ 1204595 h 1448119"/>
                <a:gd name="connsiteX40" fmla="*/ 697542 w 1782629"/>
                <a:gd name="connsiteY40" fmla="*/ 1380490 h 1448119"/>
                <a:gd name="connsiteX41" fmla="*/ 680650 w 1782629"/>
                <a:gd name="connsiteY41" fmla="*/ 1445133 h 1448119"/>
                <a:gd name="connsiteX42" fmla="*/ 400869 w 1782629"/>
                <a:gd name="connsiteY42" fmla="*/ 1447673 h 1448119"/>
                <a:gd name="connsiteX43" fmla="*/ 339655 w 1782629"/>
                <a:gd name="connsiteY43" fmla="*/ 1428242 h 1448119"/>
                <a:gd name="connsiteX44" fmla="*/ 349053 w 1782629"/>
                <a:gd name="connsiteY44" fmla="*/ 1340993 h 1448119"/>
                <a:gd name="connsiteX45" fmla="*/ 40443 w 1782629"/>
                <a:gd name="connsiteY45" fmla="*/ 1236980 h 1448119"/>
                <a:gd name="connsiteX46" fmla="*/ 94672 w 1782629"/>
                <a:gd name="connsiteY46" fmla="*/ 949325 h 1448119"/>
                <a:gd name="connsiteX47" fmla="*/ 286061 w 1782629"/>
                <a:gd name="connsiteY47" fmla="*/ 790067 h 1448119"/>
                <a:gd name="connsiteX48" fmla="*/ 194494 w 1782629"/>
                <a:gd name="connsiteY48" fmla="*/ 736092 h 1448119"/>
                <a:gd name="connsiteX49" fmla="*/ 101276 w 1782629"/>
                <a:gd name="connsiteY49" fmla="*/ 621411 h 1448119"/>
                <a:gd name="connsiteX50" fmla="*/ 43110 w 1782629"/>
                <a:gd name="connsiteY50" fmla="*/ 588264 h 1448119"/>
                <a:gd name="connsiteX51" fmla="*/ 21393 w 1782629"/>
                <a:gd name="connsiteY51" fmla="*/ 365379 h 1448119"/>
                <a:gd name="connsiteX52" fmla="*/ 92132 w 1782629"/>
                <a:gd name="connsiteY52" fmla="*/ 307594 h 1448119"/>
                <a:gd name="connsiteX53" fmla="*/ 317938 w 1782629"/>
                <a:gd name="connsiteY53" fmla="*/ 102997 h 1448119"/>
                <a:gd name="connsiteX54" fmla="*/ 696271 w 1782629"/>
                <a:gd name="connsiteY54" fmla="*/ 93726 h 1448119"/>
                <a:gd name="connsiteX55" fmla="*/ 828732 w 1782629"/>
                <a:gd name="connsiteY55" fmla="*/ 169291 h 1448119"/>
                <a:gd name="connsiteX56" fmla="*/ 943540 w 1782629"/>
                <a:gd name="connsiteY56" fmla="*/ 311785 h 1448119"/>
                <a:gd name="connsiteX57" fmla="*/ 1016057 w 1782629"/>
                <a:gd name="connsiteY57" fmla="*/ 364998 h 1448119"/>
                <a:gd name="connsiteX58" fmla="*/ 1012248 w 1782629"/>
                <a:gd name="connsiteY58" fmla="*/ 133858 h 1448119"/>
                <a:gd name="connsiteX59" fmla="*/ 1060380 w 1782629"/>
                <a:gd name="connsiteY59" fmla="*/ 17526 h 1448119"/>
                <a:gd name="connsiteX60" fmla="*/ 1149026 w 1782629"/>
                <a:gd name="connsiteY60" fmla="*/ 254 h 1448119"/>
                <a:gd name="connsiteX61" fmla="*/ 1035107 w 1782629"/>
                <a:gd name="connsiteY61" fmla="*/ 108077 h 1448119"/>
                <a:gd name="connsiteX62" fmla="*/ 1034345 w 1782629"/>
                <a:gd name="connsiteY62" fmla="*/ 623697 h 1448119"/>
                <a:gd name="connsiteX63" fmla="*/ 1670361 w 1782629"/>
                <a:gd name="connsiteY63" fmla="*/ 621538 h 1448119"/>
                <a:gd name="connsiteX64" fmla="*/ 1759135 w 1782629"/>
                <a:gd name="connsiteY64" fmla="*/ 528701 h 1448119"/>
                <a:gd name="connsiteX65" fmla="*/ 1758880 w 1782629"/>
                <a:gd name="connsiteY65" fmla="*/ 108712 h 1448119"/>
                <a:gd name="connsiteX66" fmla="*/ 1683188 w 1782629"/>
                <a:gd name="connsiteY66" fmla="*/ 25781 h 1448119"/>
                <a:gd name="connsiteX67" fmla="*/ 1110037 w 1782629"/>
                <a:gd name="connsiteY67" fmla="*/ 25908 h 1448119"/>
                <a:gd name="connsiteX68" fmla="*/ 1035107 w 1782629"/>
                <a:gd name="connsiteY68" fmla="*/ 108077 h 1448119"/>
                <a:gd name="connsiteX69" fmla="*/ 268027 w 1782629"/>
                <a:gd name="connsiteY69" fmla="*/ 155194 h 1448119"/>
                <a:gd name="connsiteX70" fmla="*/ 98482 w 1782629"/>
                <a:gd name="connsiteY70" fmla="*/ 394081 h 1448119"/>
                <a:gd name="connsiteX71" fmla="*/ 96450 w 1782629"/>
                <a:gd name="connsiteY71" fmla="*/ 396240 h 1448119"/>
                <a:gd name="connsiteX72" fmla="*/ 202114 w 1782629"/>
                <a:gd name="connsiteY72" fmla="*/ 709041 h 1448119"/>
                <a:gd name="connsiteX73" fmla="*/ 388042 w 1782629"/>
                <a:gd name="connsiteY73" fmla="*/ 780034 h 1448119"/>
                <a:gd name="connsiteX74" fmla="*/ 691954 w 1782629"/>
                <a:gd name="connsiteY74" fmla="*/ 777494 h 1448119"/>
                <a:gd name="connsiteX75" fmla="*/ 940746 w 1782629"/>
                <a:gd name="connsiteY75" fmla="*/ 490093 h 1448119"/>
                <a:gd name="connsiteX76" fmla="*/ 834574 w 1782629"/>
                <a:gd name="connsiteY76" fmla="*/ 207137 h 1448119"/>
                <a:gd name="connsiteX77" fmla="*/ 509708 w 1782629"/>
                <a:gd name="connsiteY77" fmla="*/ 102108 h 1448119"/>
                <a:gd name="connsiteX78" fmla="*/ 268027 w 1782629"/>
                <a:gd name="connsiteY78" fmla="*/ 155194 h 1448119"/>
                <a:gd name="connsiteX79" fmla="*/ 82480 w 1782629"/>
                <a:gd name="connsiteY79" fmla="*/ 586994 h 1448119"/>
                <a:gd name="connsiteX80" fmla="*/ 77146 w 1782629"/>
                <a:gd name="connsiteY80" fmla="*/ 335534 h 1448119"/>
                <a:gd name="connsiteX81" fmla="*/ 82480 w 1782629"/>
                <a:gd name="connsiteY81" fmla="*/ 586994 h 1448119"/>
                <a:gd name="connsiteX82" fmla="*/ 950144 w 1782629"/>
                <a:gd name="connsiteY82" fmla="*/ 334010 h 1448119"/>
                <a:gd name="connsiteX83" fmla="*/ 946969 w 1782629"/>
                <a:gd name="connsiteY83" fmla="*/ 589788 h 1448119"/>
                <a:gd name="connsiteX84" fmla="*/ 950144 w 1782629"/>
                <a:gd name="connsiteY84" fmla="*/ 334010 h 1448119"/>
                <a:gd name="connsiteX85" fmla="*/ 998912 w 1782629"/>
                <a:gd name="connsiteY85" fmla="*/ 780669 h 1448119"/>
                <a:gd name="connsiteX86" fmla="*/ 967670 w 1782629"/>
                <a:gd name="connsiteY86" fmla="*/ 872617 h 1448119"/>
                <a:gd name="connsiteX87" fmla="*/ 900361 w 1782629"/>
                <a:gd name="connsiteY87" fmla="*/ 1201293 h 1448119"/>
                <a:gd name="connsiteX88" fmla="*/ 1554792 w 1782629"/>
                <a:gd name="connsiteY88" fmla="*/ 1201293 h 1448119"/>
                <a:gd name="connsiteX89" fmla="*/ 1650804 w 1782629"/>
                <a:gd name="connsiteY89" fmla="*/ 777875 h 1448119"/>
                <a:gd name="connsiteX90" fmla="*/ 1060254 w 1782629"/>
                <a:gd name="connsiteY90" fmla="*/ 776097 h 1448119"/>
                <a:gd name="connsiteX91" fmla="*/ 998912 w 1782629"/>
                <a:gd name="connsiteY91" fmla="*/ 780669 h 1448119"/>
                <a:gd name="connsiteX92" fmla="*/ 436175 w 1782629"/>
                <a:gd name="connsiteY92" fmla="*/ 803910 h 1448119"/>
                <a:gd name="connsiteX93" fmla="*/ 593528 w 1782629"/>
                <a:gd name="connsiteY93" fmla="*/ 803656 h 1448119"/>
                <a:gd name="connsiteX94" fmla="*/ 436175 w 1782629"/>
                <a:gd name="connsiteY94" fmla="*/ 803910 h 1448119"/>
                <a:gd name="connsiteX95" fmla="*/ 50857 w 1782629"/>
                <a:gd name="connsiteY95" fmla="*/ 1151255 h 1448119"/>
                <a:gd name="connsiteX96" fmla="*/ 73336 w 1782629"/>
                <a:gd name="connsiteY96" fmla="*/ 1247775 h 1448119"/>
                <a:gd name="connsiteX97" fmla="*/ 363912 w 1782629"/>
                <a:gd name="connsiteY97" fmla="*/ 1318387 h 1448119"/>
                <a:gd name="connsiteX98" fmla="*/ 380168 w 1782629"/>
                <a:gd name="connsiteY98" fmla="*/ 1289558 h 1448119"/>
                <a:gd name="connsiteX99" fmla="*/ 362515 w 1782629"/>
                <a:gd name="connsiteY99" fmla="*/ 1120902 h 1448119"/>
                <a:gd name="connsiteX100" fmla="*/ 140011 w 1782629"/>
                <a:gd name="connsiteY100" fmla="*/ 1138809 h 1448119"/>
                <a:gd name="connsiteX101" fmla="*/ 185731 w 1782629"/>
                <a:gd name="connsiteY101" fmla="*/ 1111758 h 1448119"/>
                <a:gd name="connsiteX102" fmla="*/ 220910 w 1782629"/>
                <a:gd name="connsiteY102" fmla="*/ 846455 h 1448119"/>
                <a:gd name="connsiteX103" fmla="*/ 50857 w 1782629"/>
                <a:gd name="connsiteY103" fmla="*/ 1151255 h 1448119"/>
                <a:gd name="connsiteX104" fmla="*/ 825049 w 1782629"/>
                <a:gd name="connsiteY104" fmla="*/ 856108 h 1448119"/>
                <a:gd name="connsiteX105" fmla="*/ 857307 w 1782629"/>
                <a:gd name="connsiteY105" fmla="*/ 1201293 h 1448119"/>
                <a:gd name="connsiteX106" fmla="*/ 875468 w 1782629"/>
                <a:gd name="connsiteY106" fmla="*/ 1201293 h 1448119"/>
                <a:gd name="connsiteX107" fmla="*/ 922331 w 1782629"/>
                <a:gd name="connsiteY107" fmla="*/ 958470 h 1448119"/>
                <a:gd name="connsiteX108" fmla="*/ 825049 w 1782629"/>
                <a:gd name="connsiteY108" fmla="*/ 856108 h 1448119"/>
                <a:gd name="connsiteX109" fmla="*/ 433000 w 1782629"/>
                <a:gd name="connsiteY109" fmla="*/ 1003808 h 1448119"/>
                <a:gd name="connsiteX110" fmla="*/ 419538 w 1782629"/>
                <a:gd name="connsiteY110" fmla="*/ 1023493 h 1448119"/>
                <a:gd name="connsiteX111" fmla="*/ 492055 w 1782629"/>
                <a:gd name="connsiteY111" fmla="*/ 1035431 h 1448119"/>
                <a:gd name="connsiteX112" fmla="*/ 455860 w 1782629"/>
                <a:gd name="connsiteY112" fmla="*/ 1059942 h 1448119"/>
                <a:gd name="connsiteX113" fmla="*/ 453193 w 1782629"/>
                <a:gd name="connsiteY113" fmla="*/ 1082802 h 1448119"/>
                <a:gd name="connsiteX114" fmla="*/ 526853 w 1782629"/>
                <a:gd name="connsiteY114" fmla="*/ 1124712 h 1448119"/>
                <a:gd name="connsiteX115" fmla="*/ 527361 w 1782629"/>
                <a:gd name="connsiteY115" fmla="*/ 1271524 h 1448119"/>
                <a:gd name="connsiteX116" fmla="*/ 400615 w 1782629"/>
                <a:gd name="connsiteY116" fmla="*/ 1304671 h 1448119"/>
                <a:gd name="connsiteX117" fmla="*/ 361499 w 1782629"/>
                <a:gd name="connsiteY117" fmla="*/ 1418590 h 1448119"/>
                <a:gd name="connsiteX118" fmla="*/ 590988 w 1782629"/>
                <a:gd name="connsiteY118" fmla="*/ 1424305 h 1448119"/>
                <a:gd name="connsiteX119" fmla="*/ 675698 w 1782629"/>
                <a:gd name="connsiteY119" fmla="*/ 1413002 h 1448119"/>
                <a:gd name="connsiteX120" fmla="*/ 592893 w 1782629"/>
                <a:gd name="connsiteY120" fmla="*/ 1228979 h 1448119"/>
                <a:gd name="connsiteX121" fmla="*/ 572065 w 1782629"/>
                <a:gd name="connsiteY121" fmla="*/ 1137920 h 1448119"/>
                <a:gd name="connsiteX122" fmla="*/ 607244 w 1782629"/>
                <a:gd name="connsiteY122" fmla="*/ 1009396 h 1448119"/>
                <a:gd name="connsiteX123" fmla="*/ 433000 w 1782629"/>
                <a:gd name="connsiteY123" fmla="*/ 1003808 h 1448119"/>
                <a:gd name="connsiteX124" fmla="*/ 416744 w 1782629"/>
                <a:gd name="connsiteY124" fmla="*/ 1117727 h 1448119"/>
                <a:gd name="connsiteX125" fmla="*/ 387788 w 1782629"/>
                <a:gd name="connsiteY125" fmla="*/ 1266064 h 1448119"/>
                <a:gd name="connsiteX126" fmla="*/ 476815 w 1782629"/>
                <a:gd name="connsiteY126" fmla="*/ 1275715 h 1448119"/>
                <a:gd name="connsiteX127" fmla="*/ 520503 w 1782629"/>
                <a:gd name="connsiteY127" fmla="*/ 1176909 h 1448119"/>
                <a:gd name="connsiteX128" fmla="*/ 416744 w 1782629"/>
                <a:gd name="connsiteY128" fmla="*/ 1117727 h 1448119"/>
                <a:gd name="connsiteX129" fmla="*/ 695382 w 1782629"/>
                <a:gd name="connsiteY129" fmla="*/ 1228598 h 1448119"/>
                <a:gd name="connsiteX130" fmla="*/ 694493 w 1782629"/>
                <a:gd name="connsiteY130" fmla="*/ 1274064 h 1448119"/>
                <a:gd name="connsiteX131" fmla="*/ 1551998 w 1782629"/>
                <a:gd name="connsiteY131" fmla="*/ 1273556 h 1448119"/>
                <a:gd name="connsiteX132" fmla="*/ 1554664 w 1782629"/>
                <a:gd name="connsiteY132" fmla="*/ 1228345 h 1448119"/>
                <a:gd name="connsiteX133" fmla="*/ 695382 w 1782629"/>
                <a:gd name="connsiteY133" fmla="*/ 1228598 h 1448119"/>
                <a:gd name="connsiteX0" fmla="*/ 1537138 w 1782629"/>
                <a:gd name="connsiteY0" fmla="*/ 0 h 1448119"/>
                <a:gd name="connsiteX1" fmla="*/ 1693729 w 1782629"/>
                <a:gd name="connsiteY1" fmla="*/ 1905 h 1448119"/>
                <a:gd name="connsiteX2" fmla="*/ 1780217 w 1782629"/>
                <a:gd name="connsiteY2" fmla="*/ 96647 h 1448119"/>
                <a:gd name="connsiteX3" fmla="*/ 1782629 w 1782629"/>
                <a:gd name="connsiteY3" fmla="*/ 358648 h 1448119"/>
                <a:gd name="connsiteX4" fmla="*/ 1780089 w 1782629"/>
                <a:gd name="connsiteY4" fmla="*/ 552958 h 1448119"/>
                <a:gd name="connsiteX5" fmla="*/ 1743513 w 1782629"/>
                <a:gd name="connsiteY5" fmla="*/ 621284 h 1448119"/>
                <a:gd name="connsiteX6" fmla="*/ 1555680 w 1782629"/>
                <a:gd name="connsiteY6" fmla="*/ 645414 h 1448119"/>
                <a:gd name="connsiteX7" fmla="*/ 1069398 w 1782629"/>
                <a:gd name="connsiteY7" fmla="*/ 648843 h 1448119"/>
                <a:gd name="connsiteX8" fmla="*/ 1017708 w 1782629"/>
                <a:gd name="connsiteY8" fmla="*/ 647446 h 1448119"/>
                <a:gd name="connsiteX9" fmla="*/ 1012374 w 1782629"/>
                <a:gd name="connsiteY9" fmla="*/ 556895 h 1448119"/>
                <a:gd name="connsiteX10" fmla="*/ 936048 w 1782629"/>
                <a:gd name="connsiteY10" fmla="*/ 619379 h 1448119"/>
                <a:gd name="connsiteX11" fmla="*/ 742245 w 1782629"/>
                <a:gd name="connsiteY11" fmla="*/ 791464 h 1448119"/>
                <a:gd name="connsiteX12" fmla="*/ 932492 w 1782629"/>
                <a:gd name="connsiteY12" fmla="*/ 924687 h 1448119"/>
                <a:gd name="connsiteX13" fmla="*/ 1004881 w 1782629"/>
                <a:gd name="connsiteY13" fmla="*/ 751713 h 1448119"/>
                <a:gd name="connsiteX14" fmla="*/ 1183189 w 1782629"/>
                <a:gd name="connsiteY14" fmla="*/ 748284 h 1448119"/>
                <a:gd name="connsiteX15" fmla="*/ 1620197 w 1782629"/>
                <a:gd name="connsiteY15" fmla="*/ 750062 h 1448119"/>
                <a:gd name="connsiteX16" fmla="*/ 1680522 w 1782629"/>
                <a:gd name="connsiteY16" fmla="*/ 784479 h 1448119"/>
                <a:gd name="connsiteX17" fmla="*/ 1572825 w 1782629"/>
                <a:gd name="connsiteY17" fmla="*/ 1215517 h 1448119"/>
                <a:gd name="connsiteX18" fmla="*/ 1579556 w 1782629"/>
                <a:gd name="connsiteY18" fmla="*/ 1229995 h 1448119"/>
                <a:gd name="connsiteX19" fmla="*/ 1561904 w 1782629"/>
                <a:gd name="connsiteY19" fmla="*/ 1296036 h 1448119"/>
                <a:gd name="connsiteX20" fmla="*/ 1478718 w 1782629"/>
                <a:gd name="connsiteY20" fmla="*/ 1299592 h 1448119"/>
                <a:gd name="connsiteX21" fmla="*/ 704273 w 1782629"/>
                <a:gd name="connsiteY21" fmla="*/ 1299083 h 1448119"/>
                <a:gd name="connsiteX22" fmla="*/ 675189 w 1782629"/>
                <a:gd name="connsiteY22" fmla="*/ 1205358 h 1448119"/>
                <a:gd name="connsiteX23" fmla="*/ 834067 w 1782629"/>
                <a:gd name="connsiteY23" fmla="*/ 1201293 h 1448119"/>
                <a:gd name="connsiteX24" fmla="*/ 789743 w 1782629"/>
                <a:gd name="connsiteY24" fmla="*/ 838454 h 1448119"/>
                <a:gd name="connsiteX25" fmla="*/ 757612 w 1782629"/>
                <a:gd name="connsiteY25" fmla="*/ 824484 h 1448119"/>
                <a:gd name="connsiteX26" fmla="*/ 667696 w 1782629"/>
                <a:gd name="connsiteY26" fmla="*/ 804799 h 1448119"/>
                <a:gd name="connsiteX27" fmla="*/ 514788 w 1782629"/>
                <a:gd name="connsiteY27" fmla="*/ 848360 h 1448119"/>
                <a:gd name="connsiteX28" fmla="*/ 348672 w 1782629"/>
                <a:gd name="connsiteY28" fmla="*/ 804672 h 1448119"/>
                <a:gd name="connsiteX29" fmla="*/ 253295 w 1782629"/>
                <a:gd name="connsiteY29" fmla="*/ 830199 h 1448119"/>
                <a:gd name="connsiteX30" fmla="*/ 247580 w 1782629"/>
                <a:gd name="connsiteY30" fmla="*/ 852043 h 1448119"/>
                <a:gd name="connsiteX31" fmla="*/ 210623 w 1782629"/>
                <a:gd name="connsiteY31" fmla="*/ 1111504 h 1448119"/>
                <a:gd name="connsiteX32" fmla="*/ 430206 w 1782629"/>
                <a:gd name="connsiteY32" fmla="*/ 1091058 h 1448119"/>
                <a:gd name="connsiteX33" fmla="*/ 426142 w 1782629"/>
                <a:gd name="connsiteY33" fmla="*/ 1057402 h 1448119"/>
                <a:gd name="connsiteX34" fmla="*/ 411918 w 1782629"/>
                <a:gd name="connsiteY34" fmla="*/ 984123 h 1448119"/>
                <a:gd name="connsiteX35" fmla="*/ 511994 w 1782629"/>
                <a:gd name="connsiteY35" fmla="*/ 974979 h 1448119"/>
                <a:gd name="connsiteX36" fmla="*/ 579939 w 1782629"/>
                <a:gd name="connsiteY36" fmla="*/ 976122 h 1448119"/>
                <a:gd name="connsiteX37" fmla="*/ 629215 w 1782629"/>
                <a:gd name="connsiteY37" fmla="*/ 1010920 h 1448119"/>
                <a:gd name="connsiteX38" fmla="*/ 596957 w 1782629"/>
                <a:gd name="connsiteY38" fmla="*/ 1085850 h 1448119"/>
                <a:gd name="connsiteX39" fmla="*/ 611308 w 1782629"/>
                <a:gd name="connsiteY39" fmla="*/ 1204595 h 1448119"/>
                <a:gd name="connsiteX40" fmla="*/ 697542 w 1782629"/>
                <a:gd name="connsiteY40" fmla="*/ 1380490 h 1448119"/>
                <a:gd name="connsiteX41" fmla="*/ 680650 w 1782629"/>
                <a:gd name="connsiteY41" fmla="*/ 1445133 h 1448119"/>
                <a:gd name="connsiteX42" fmla="*/ 400869 w 1782629"/>
                <a:gd name="connsiteY42" fmla="*/ 1447673 h 1448119"/>
                <a:gd name="connsiteX43" fmla="*/ 339655 w 1782629"/>
                <a:gd name="connsiteY43" fmla="*/ 1428242 h 1448119"/>
                <a:gd name="connsiteX44" fmla="*/ 349053 w 1782629"/>
                <a:gd name="connsiteY44" fmla="*/ 1340993 h 1448119"/>
                <a:gd name="connsiteX45" fmla="*/ 40443 w 1782629"/>
                <a:gd name="connsiteY45" fmla="*/ 1236980 h 1448119"/>
                <a:gd name="connsiteX46" fmla="*/ 94672 w 1782629"/>
                <a:gd name="connsiteY46" fmla="*/ 949325 h 1448119"/>
                <a:gd name="connsiteX47" fmla="*/ 286061 w 1782629"/>
                <a:gd name="connsiteY47" fmla="*/ 790067 h 1448119"/>
                <a:gd name="connsiteX48" fmla="*/ 194494 w 1782629"/>
                <a:gd name="connsiteY48" fmla="*/ 736092 h 1448119"/>
                <a:gd name="connsiteX49" fmla="*/ 101276 w 1782629"/>
                <a:gd name="connsiteY49" fmla="*/ 621411 h 1448119"/>
                <a:gd name="connsiteX50" fmla="*/ 43110 w 1782629"/>
                <a:gd name="connsiteY50" fmla="*/ 588264 h 1448119"/>
                <a:gd name="connsiteX51" fmla="*/ 21393 w 1782629"/>
                <a:gd name="connsiteY51" fmla="*/ 365379 h 1448119"/>
                <a:gd name="connsiteX52" fmla="*/ 92132 w 1782629"/>
                <a:gd name="connsiteY52" fmla="*/ 307594 h 1448119"/>
                <a:gd name="connsiteX53" fmla="*/ 317938 w 1782629"/>
                <a:gd name="connsiteY53" fmla="*/ 102997 h 1448119"/>
                <a:gd name="connsiteX54" fmla="*/ 696271 w 1782629"/>
                <a:gd name="connsiteY54" fmla="*/ 93726 h 1448119"/>
                <a:gd name="connsiteX55" fmla="*/ 828732 w 1782629"/>
                <a:gd name="connsiteY55" fmla="*/ 169291 h 1448119"/>
                <a:gd name="connsiteX56" fmla="*/ 943540 w 1782629"/>
                <a:gd name="connsiteY56" fmla="*/ 311785 h 1448119"/>
                <a:gd name="connsiteX57" fmla="*/ 1016057 w 1782629"/>
                <a:gd name="connsiteY57" fmla="*/ 364998 h 1448119"/>
                <a:gd name="connsiteX58" fmla="*/ 1012248 w 1782629"/>
                <a:gd name="connsiteY58" fmla="*/ 133858 h 1448119"/>
                <a:gd name="connsiteX59" fmla="*/ 1060380 w 1782629"/>
                <a:gd name="connsiteY59" fmla="*/ 17526 h 1448119"/>
                <a:gd name="connsiteX60" fmla="*/ 1149026 w 1782629"/>
                <a:gd name="connsiteY60" fmla="*/ 254 h 1448119"/>
                <a:gd name="connsiteX61" fmla="*/ 1035107 w 1782629"/>
                <a:gd name="connsiteY61" fmla="*/ 108077 h 1448119"/>
                <a:gd name="connsiteX62" fmla="*/ 1034345 w 1782629"/>
                <a:gd name="connsiteY62" fmla="*/ 623697 h 1448119"/>
                <a:gd name="connsiteX63" fmla="*/ 1670361 w 1782629"/>
                <a:gd name="connsiteY63" fmla="*/ 621538 h 1448119"/>
                <a:gd name="connsiteX64" fmla="*/ 1759135 w 1782629"/>
                <a:gd name="connsiteY64" fmla="*/ 528701 h 1448119"/>
                <a:gd name="connsiteX65" fmla="*/ 1758880 w 1782629"/>
                <a:gd name="connsiteY65" fmla="*/ 108712 h 1448119"/>
                <a:gd name="connsiteX66" fmla="*/ 1683188 w 1782629"/>
                <a:gd name="connsiteY66" fmla="*/ 25781 h 1448119"/>
                <a:gd name="connsiteX67" fmla="*/ 1035107 w 1782629"/>
                <a:gd name="connsiteY67" fmla="*/ 108077 h 1448119"/>
                <a:gd name="connsiteX68" fmla="*/ 268027 w 1782629"/>
                <a:gd name="connsiteY68" fmla="*/ 155194 h 1448119"/>
                <a:gd name="connsiteX69" fmla="*/ 98482 w 1782629"/>
                <a:gd name="connsiteY69" fmla="*/ 394081 h 1448119"/>
                <a:gd name="connsiteX70" fmla="*/ 96450 w 1782629"/>
                <a:gd name="connsiteY70" fmla="*/ 396240 h 1448119"/>
                <a:gd name="connsiteX71" fmla="*/ 202114 w 1782629"/>
                <a:gd name="connsiteY71" fmla="*/ 709041 h 1448119"/>
                <a:gd name="connsiteX72" fmla="*/ 388042 w 1782629"/>
                <a:gd name="connsiteY72" fmla="*/ 780034 h 1448119"/>
                <a:gd name="connsiteX73" fmla="*/ 691954 w 1782629"/>
                <a:gd name="connsiteY73" fmla="*/ 777494 h 1448119"/>
                <a:gd name="connsiteX74" fmla="*/ 940746 w 1782629"/>
                <a:gd name="connsiteY74" fmla="*/ 490093 h 1448119"/>
                <a:gd name="connsiteX75" fmla="*/ 834574 w 1782629"/>
                <a:gd name="connsiteY75" fmla="*/ 207137 h 1448119"/>
                <a:gd name="connsiteX76" fmla="*/ 509708 w 1782629"/>
                <a:gd name="connsiteY76" fmla="*/ 102108 h 1448119"/>
                <a:gd name="connsiteX77" fmla="*/ 268027 w 1782629"/>
                <a:gd name="connsiteY77" fmla="*/ 155194 h 1448119"/>
                <a:gd name="connsiteX78" fmla="*/ 82480 w 1782629"/>
                <a:gd name="connsiteY78" fmla="*/ 586994 h 1448119"/>
                <a:gd name="connsiteX79" fmla="*/ 77146 w 1782629"/>
                <a:gd name="connsiteY79" fmla="*/ 335534 h 1448119"/>
                <a:gd name="connsiteX80" fmla="*/ 82480 w 1782629"/>
                <a:gd name="connsiteY80" fmla="*/ 586994 h 1448119"/>
                <a:gd name="connsiteX81" fmla="*/ 950144 w 1782629"/>
                <a:gd name="connsiteY81" fmla="*/ 334010 h 1448119"/>
                <a:gd name="connsiteX82" fmla="*/ 946969 w 1782629"/>
                <a:gd name="connsiteY82" fmla="*/ 589788 h 1448119"/>
                <a:gd name="connsiteX83" fmla="*/ 950144 w 1782629"/>
                <a:gd name="connsiteY83" fmla="*/ 334010 h 1448119"/>
                <a:gd name="connsiteX84" fmla="*/ 998912 w 1782629"/>
                <a:gd name="connsiteY84" fmla="*/ 780669 h 1448119"/>
                <a:gd name="connsiteX85" fmla="*/ 967670 w 1782629"/>
                <a:gd name="connsiteY85" fmla="*/ 872617 h 1448119"/>
                <a:gd name="connsiteX86" fmla="*/ 900361 w 1782629"/>
                <a:gd name="connsiteY86" fmla="*/ 1201293 h 1448119"/>
                <a:gd name="connsiteX87" fmla="*/ 1554792 w 1782629"/>
                <a:gd name="connsiteY87" fmla="*/ 1201293 h 1448119"/>
                <a:gd name="connsiteX88" fmla="*/ 1650804 w 1782629"/>
                <a:gd name="connsiteY88" fmla="*/ 777875 h 1448119"/>
                <a:gd name="connsiteX89" fmla="*/ 1060254 w 1782629"/>
                <a:gd name="connsiteY89" fmla="*/ 776097 h 1448119"/>
                <a:gd name="connsiteX90" fmla="*/ 998912 w 1782629"/>
                <a:gd name="connsiteY90" fmla="*/ 780669 h 1448119"/>
                <a:gd name="connsiteX91" fmla="*/ 436175 w 1782629"/>
                <a:gd name="connsiteY91" fmla="*/ 803910 h 1448119"/>
                <a:gd name="connsiteX92" fmla="*/ 593528 w 1782629"/>
                <a:gd name="connsiteY92" fmla="*/ 803656 h 1448119"/>
                <a:gd name="connsiteX93" fmla="*/ 436175 w 1782629"/>
                <a:gd name="connsiteY93" fmla="*/ 803910 h 1448119"/>
                <a:gd name="connsiteX94" fmla="*/ 50857 w 1782629"/>
                <a:gd name="connsiteY94" fmla="*/ 1151255 h 1448119"/>
                <a:gd name="connsiteX95" fmla="*/ 73336 w 1782629"/>
                <a:gd name="connsiteY95" fmla="*/ 1247775 h 1448119"/>
                <a:gd name="connsiteX96" fmla="*/ 363912 w 1782629"/>
                <a:gd name="connsiteY96" fmla="*/ 1318387 h 1448119"/>
                <a:gd name="connsiteX97" fmla="*/ 380168 w 1782629"/>
                <a:gd name="connsiteY97" fmla="*/ 1289558 h 1448119"/>
                <a:gd name="connsiteX98" fmla="*/ 362515 w 1782629"/>
                <a:gd name="connsiteY98" fmla="*/ 1120902 h 1448119"/>
                <a:gd name="connsiteX99" fmla="*/ 140011 w 1782629"/>
                <a:gd name="connsiteY99" fmla="*/ 1138809 h 1448119"/>
                <a:gd name="connsiteX100" fmla="*/ 185731 w 1782629"/>
                <a:gd name="connsiteY100" fmla="*/ 1111758 h 1448119"/>
                <a:gd name="connsiteX101" fmla="*/ 220910 w 1782629"/>
                <a:gd name="connsiteY101" fmla="*/ 846455 h 1448119"/>
                <a:gd name="connsiteX102" fmla="*/ 50857 w 1782629"/>
                <a:gd name="connsiteY102" fmla="*/ 1151255 h 1448119"/>
                <a:gd name="connsiteX103" fmla="*/ 825049 w 1782629"/>
                <a:gd name="connsiteY103" fmla="*/ 856108 h 1448119"/>
                <a:gd name="connsiteX104" fmla="*/ 857307 w 1782629"/>
                <a:gd name="connsiteY104" fmla="*/ 1201293 h 1448119"/>
                <a:gd name="connsiteX105" fmla="*/ 875468 w 1782629"/>
                <a:gd name="connsiteY105" fmla="*/ 1201293 h 1448119"/>
                <a:gd name="connsiteX106" fmla="*/ 922331 w 1782629"/>
                <a:gd name="connsiteY106" fmla="*/ 958470 h 1448119"/>
                <a:gd name="connsiteX107" fmla="*/ 825049 w 1782629"/>
                <a:gd name="connsiteY107" fmla="*/ 856108 h 1448119"/>
                <a:gd name="connsiteX108" fmla="*/ 433000 w 1782629"/>
                <a:gd name="connsiteY108" fmla="*/ 1003808 h 1448119"/>
                <a:gd name="connsiteX109" fmla="*/ 419538 w 1782629"/>
                <a:gd name="connsiteY109" fmla="*/ 1023493 h 1448119"/>
                <a:gd name="connsiteX110" fmla="*/ 492055 w 1782629"/>
                <a:gd name="connsiteY110" fmla="*/ 1035431 h 1448119"/>
                <a:gd name="connsiteX111" fmla="*/ 455860 w 1782629"/>
                <a:gd name="connsiteY111" fmla="*/ 1059942 h 1448119"/>
                <a:gd name="connsiteX112" fmla="*/ 453193 w 1782629"/>
                <a:gd name="connsiteY112" fmla="*/ 1082802 h 1448119"/>
                <a:gd name="connsiteX113" fmla="*/ 526853 w 1782629"/>
                <a:gd name="connsiteY113" fmla="*/ 1124712 h 1448119"/>
                <a:gd name="connsiteX114" fmla="*/ 527361 w 1782629"/>
                <a:gd name="connsiteY114" fmla="*/ 1271524 h 1448119"/>
                <a:gd name="connsiteX115" fmla="*/ 400615 w 1782629"/>
                <a:gd name="connsiteY115" fmla="*/ 1304671 h 1448119"/>
                <a:gd name="connsiteX116" fmla="*/ 361499 w 1782629"/>
                <a:gd name="connsiteY116" fmla="*/ 1418590 h 1448119"/>
                <a:gd name="connsiteX117" fmla="*/ 590988 w 1782629"/>
                <a:gd name="connsiteY117" fmla="*/ 1424305 h 1448119"/>
                <a:gd name="connsiteX118" fmla="*/ 675698 w 1782629"/>
                <a:gd name="connsiteY118" fmla="*/ 1413002 h 1448119"/>
                <a:gd name="connsiteX119" fmla="*/ 592893 w 1782629"/>
                <a:gd name="connsiteY119" fmla="*/ 1228979 h 1448119"/>
                <a:gd name="connsiteX120" fmla="*/ 572065 w 1782629"/>
                <a:gd name="connsiteY120" fmla="*/ 1137920 h 1448119"/>
                <a:gd name="connsiteX121" fmla="*/ 607244 w 1782629"/>
                <a:gd name="connsiteY121" fmla="*/ 1009396 h 1448119"/>
                <a:gd name="connsiteX122" fmla="*/ 433000 w 1782629"/>
                <a:gd name="connsiteY122" fmla="*/ 1003808 h 1448119"/>
                <a:gd name="connsiteX123" fmla="*/ 416744 w 1782629"/>
                <a:gd name="connsiteY123" fmla="*/ 1117727 h 1448119"/>
                <a:gd name="connsiteX124" fmla="*/ 387788 w 1782629"/>
                <a:gd name="connsiteY124" fmla="*/ 1266064 h 1448119"/>
                <a:gd name="connsiteX125" fmla="*/ 476815 w 1782629"/>
                <a:gd name="connsiteY125" fmla="*/ 1275715 h 1448119"/>
                <a:gd name="connsiteX126" fmla="*/ 520503 w 1782629"/>
                <a:gd name="connsiteY126" fmla="*/ 1176909 h 1448119"/>
                <a:gd name="connsiteX127" fmla="*/ 416744 w 1782629"/>
                <a:gd name="connsiteY127" fmla="*/ 1117727 h 1448119"/>
                <a:gd name="connsiteX128" fmla="*/ 695382 w 1782629"/>
                <a:gd name="connsiteY128" fmla="*/ 1228598 h 1448119"/>
                <a:gd name="connsiteX129" fmla="*/ 694493 w 1782629"/>
                <a:gd name="connsiteY129" fmla="*/ 1274064 h 1448119"/>
                <a:gd name="connsiteX130" fmla="*/ 1551998 w 1782629"/>
                <a:gd name="connsiteY130" fmla="*/ 1273556 h 1448119"/>
                <a:gd name="connsiteX131" fmla="*/ 1554664 w 1782629"/>
                <a:gd name="connsiteY131" fmla="*/ 1228345 h 1448119"/>
                <a:gd name="connsiteX132" fmla="*/ 695382 w 1782629"/>
                <a:gd name="connsiteY132" fmla="*/ 1228598 h 1448119"/>
                <a:gd name="connsiteX0" fmla="*/ 1693729 w 1782629"/>
                <a:gd name="connsiteY0" fmla="*/ 1651 h 1447865"/>
                <a:gd name="connsiteX1" fmla="*/ 1780217 w 1782629"/>
                <a:gd name="connsiteY1" fmla="*/ 96393 h 1447865"/>
                <a:gd name="connsiteX2" fmla="*/ 1782629 w 1782629"/>
                <a:gd name="connsiteY2" fmla="*/ 358394 h 1447865"/>
                <a:gd name="connsiteX3" fmla="*/ 1780089 w 1782629"/>
                <a:gd name="connsiteY3" fmla="*/ 552704 h 1447865"/>
                <a:gd name="connsiteX4" fmla="*/ 1743513 w 1782629"/>
                <a:gd name="connsiteY4" fmla="*/ 621030 h 1447865"/>
                <a:gd name="connsiteX5" fmla="*/ 1555680 w 1782629"/>
                <a:gd name="connsiteY5" fmla="*/ 645160 h 1447865"/>
                <a:gd name="connsiteX6" fmla="*/ 1069398 w 1782629"/>
                <a:gd name="connsiteY6" fmla="*/ 648589 h 1447865"/>
                <a:gd name="connsiteX7" fmla="*/ 1017708 w 1782629"/>
                <a:gd name="connsiteY7" fmla="*/ 647192 h 1447865"/>
                <a:gd name="connsiteX8" fmla="*/ 1012374 w 1782629"/>
                <a:gd name="connsiteY8" fmla="*/ 556641 h 1447865"/>
                <a:gd name="connsiteX9" fmla="*/ 936048 w 1782629"/>
                <a:gd name="connsiteY9" fmla="*/ 619125 h 1447865"/>
                <a:gd name="connsiteX10" fmla="*/ 742245 w 1782629"/>
                <a:gd name="connsiteY10" fmla="*/ 791210 h 1447865"/>
                <a:gd name="connsiteX11" fmla="*/ 932492 w 1782629"/>
                <a:gd name="connsiteY11" fmla="*/ 924433 h 1447865"/>
                <a:gd name="connsiteX12" fmla="*/ 1004881 w 1782629"/>
                <a:gd name="connsiteY12" fmla="*/ 751459 h 1447865"/>
                <a:gd name="connsiteX13" fmla="*/ 1183189 w 1782629"/>
                <a:gd name="connsiteY13" fmla="*/ 748030 h 1447865"/>
                <a:gd name="connsiteX14" fmla="*/ 1620197 w 1782629"/>
                <a:gd name="connsiteY14" fmla="*/ 749808 h 1447865"/>
                <a:gd name="connsiteX15" fmla="*/ 1680522 w 1782629"/>
                <a:gd name="connsiteY15" fmla="*/ 784225 h 1447865"/>
                <a:gd name="connsiteX16" fmla="*/ 1572825 w 1782629"/>
                <a:gd name="connsiteY16" fmla="*/ 1215263 h 1447865"/>
                <a:gd name="connsiteX17" fmla="*/ 1579556 w 1782629"/>
                <a:gd name="connsiteY17" fmla="*/ 1229741 h 1447865"/>
                <a:gd name="connsiteX18" fmla="*/ 1561904 w 1782629"/>
                <a:gd name="connsiteY18" fmla="*/ 1295782 h 1447865"/>
                <a:gd name="connsiteX19" fmla="*/ 1478718 w 1782629"/>
                <a:gd name="connsiteY19" fmla="*/ 1299338 h 1447865"/>
                <a:gd name="connsiteX20" fmla="*/ 704273 w 1782629"/>
                <a:gd name="connsiteY20" fmla="*/ 1298829 h 1447865"/>
                <a:gd name="connsiteX21" fmla="*/ 675189 w 1782629"/>
                <a:gd name="connsiteY21" fmla="*/ 1205104 h 1447865"/>
                <a:gd name="connsiteX22" fmla="*/ 834067 w 1782629"/>
                <a:gd name="connsiteY22" fmla="*/ 1201039 h 1447865"/>
                <a:gd name="connsiteX23" fmla="*/ 789743 w 1782629"/>
                <a:gd name="connsiteY23" fmla="*/ 838200 h 1447865"/>
                <a:gd name="connsiteX24" fmla="*/ 757612 w 1782629"/>
                <a:gd name="connsiteY24" fmla="*/ 824230 h 1447865"/>
                <a:gd name="connsiteX25" fmla="*/ 667696 w 1782629"/>
                <a:gd name="connsiteY25" fmla="*/ 804545 h 1447865"/>
                <a:gd name="connsiteX26" fmla="*/ 514788 w 1782629"/>
                <a:gd name="connsiteY26" fmla="*/ 848106 h 1447865"/>
                <a:gd name="connsiteX27" fmla="*/ 348672 w 1782629"/>
                <a:gd name="connsiteY27" fmla="*/ 804418 h 1447865"/>
                <a:gd name="connsiteX28" fmla="*/ 253295 w 1782629"/>
                <a:gd name="connsiteY28" fmla="*/ 829945 h 1447865"/>
                <a:gd name="connsiteX29" fmla="*/ 247580 w 1782629"/>
                <a:gd name="connsiteY29" fmla="*/ 851789 h 1447865"/>
                <a:gd name="connsiteX30" fmla="*/ 210623 w 1782629"/>
                <a:gd name="connsiteY30" fmla="*/ 1111250 h 1447865"/>
                <a:gd name="connsiteX31" fmla="*/ 430206 w 1782629"/>
                <a:gd name="connsiteY31" fmla="*/ 1090804 h 1447865"/>
                <a:gd name="connsiteX32" fmla="*/ 426142 w 1782629"/>
                <a:gd name="connsiteY32" fmla="*/ 1057148 h 1447865"/>
                <a:gd name="connsiteX33" fmla="*/ 411918 w 1782629"/>
                <a:gd name="connsiteY33" fmla="*/ 983869 h 1447865"/>
                <a:gd name="connsiteX34" fmla="*/ 511994 w 1782629"/>
                <a:gd name="connsiteY34" fmla="*/ 974725 h 1447865"/>
                <a:gd name="connsiteX35" fmla="*/ 579939 w 1782629"/>
                <a:gd name="connsiteY35" fmla="*/ 975868 h 1447865"/>
                <a:gd name="connsiteX36" fmla="*/ 629215 w 1782629"/>
                <a:gd name="connsiteY36" fmla="*/ 1010666 h 1447865"/>
                <a:gd name="connsiteX37" fmla="*/ 596957 w 1782629"/>
                <a:gd name="connsiteY37" fmla="*/ 1085596 h 1447865"/>
                <a:gd name="connsiteX38" fmla="*/ 611308 w 1782629"/>
                <a:gd name="connsiteY38" fmla="*/ 1204341 h 1447865"/>
                <a:gd name="connsiteX39" fmla="*/ 697542 w 1782629"/>
                <a:gd name="connsiteY39" fmla="*/ 1380236 h 1447865"/>
                <a:gd name="connsiteX40" fmla="*/ 680650 w 1782629"/>
                <a:gd name="connsiteY40" fmla="*/ 1444879 h 1447865"/>
                <a:gd name="connsiteX41" fmla="*/ 400869 w 1782629"/>
                <a:gd name="connsiteY41" fmla="*/ 1447419 h 1447865"/>
                <a:gd name="connsiteX42" fmla="*/ 339655 w 1782629"/>
                <a:gd name="connsiteY42" fmla="*/ 1427988 h 1447865"/>
                <a:gd name="connsiteX43" fmla="*/ 349053 w 1782629"/>
                <a:gd name="connsiteY43" fmla="*/ 1340739 h 1447865"/>
                <a:gd name="connsiteX44" fmla="*/ 40443 w 1782629"/>
                <a:gd name="connsiteY44" fmla="*/ 1236726 h 1447865"/>
                <a:gd name="connsiteX45" fmla="*/ 94672 w 1782629"/>
                <a:gd name="connsiteY45" fmla="*/ 949071 h 1447865"/>
                <a:gd name="connsiteX46" fmla="*/ 286061 w 1782629"/>
                <a:gd name="connsiteY46" fmla="*/ 789813 h 1447865"/>
                <a:gd name="connsiteX47" fmla="*/ 194494 w 1782629"/>
                <a:gd name="connsiteY47" fmla="*/ 735838 h 1447865"/>
                <a:gd name="connsiteX48" fmla="*/ 101276 w 1782629"/>
                <a:gd name="connsiteY48" fmla="*/ 621157 h 1447865"/>
                <a:gd name="connsiteX49" fmla="*/ 43110 w 1782629"/>
                <a:gd name="connsiteY49" fmla="*/ 588010 h 1447865"/>
                <a:gd name="connsiteX50" fmla="*/ 21393 w 1782629"/>
                <a:gd name="connsiteY50" fmla="*/ 365125 h 1447865"/>
                <a:gd name="connsiteX51" fmla="*/ 92132 w 1782629"/>
                <a:gd name="connsiteY51" fmla="*/ 307340 h 1447865"/>
                <a:gd name="connsiteX52" fmla="*/ 317938 w 1782629"/>
                <a:gd name="connsiteY52" fmla="*/ 102743 h 1447865"/>
                <a:gd name="connsiteX53" fmla="*/ 696271 w 1782629"/>
                <a:gd name="connsiteY53" fmla="*/ 93472 h 1447865"/>
                <a:gd name="connsiteX54" fmla="*/ 828732 w 1782629"/>
                <a:gd name="connsiteY54" fmla="*/ 169037 h 1447865"/>
                <a:gd name="connsiteX55" fmla="*/ 943540 w 1782629"/>
                <a:gd name="connsiteY55" fmla="*/ 311531 h 1447865"/>
                <a:gd name="connsiteX56" fmla="*/ 1016057 w 1782629"/>
                <a:gd name="connsiteY56" fmla="*/ 364744 h 1447865"/>
                <a:gd name="connsiteX57" fmla="*/ 1012248 w 1782629"/>
                <a:gd name="connsiteY57" fmla="*/ 133604 h 1447865"/>
                <a:gd name="connsiteX58" fmla="*/ 1060380 w 1782629"/>
                <a:gd name="connsiteY58" fmla="*/ 17272 h 1447865"/>
                <a:gd name="connsiteX59" fmla="*/ 1149026 w 1782629"/>
                <a:gd name="connsiteY59" fmla="*/ 0 h 1447865"/>
                <a:gd name="connsiteX60" fmla="*/ 1035107 w 1782629"/>
                <a:gd name="connsiteY60" fmla="*/ 107823 h 1447865"/>
                <a:gd name="connsiteX61" fmla="*/ 1034345 w 1782629"/>
                <a:gd name="connsiteY61" fmla="*/ 623443 h 1447865"/>
                <a:gd name="connsiteX62" fmla="*/ 1670361 w 1782629"/>
                <a:gd name="connsiteY62" fmla="*/ 621284 h 1447865"/>
                <a:gd name="connsiteX63" fmla="*/ 1759135 w 1782629"/>
                <a:gd name="connsiteY63" fmla="*/ 528447 h 1447865"/>
                <a:gd name="connsiteX64" fmla="*/ 1758880 w 1782629"/>
                <a:gd name="connsiteY64" fmla="*/ 108458 h 1447865"/>
                <a:gd name="connsiteX65" fmla="*/ 1683188 w 1782629"/>
                <a:gd name="connsiteY65" fmla="*/ 25527 h 1447865"/>
                <a:gd name="connsiteX66" fmla="*/ 1035107 w 1782629"/>
                <a:gd name="connsiteY66" fmla="*/ 107823 h 1447865"/>
                <a:gd name="connsiteX67" fmla="*/ 268027 w 1782629"/>
                <a:gd name="connsiteY67" fmla="*/ 154940 h 1447865"/>
                <a:gd name="connsiteX68" fmla="*/ 98482 w 1782629"/>
                <a:gd name="connsiteY68" fmla="*/ 393827 h 1447865"/>
                <a:gd name="connsiteX69" fmla="*/ 96450 w 1782629"/>
                <a:gd name="connsiteY69" fmla="*/ 395986 h 1447865"/>
                <a:gd name="connsiteX70" fmla="*/ 202114 w 1782629"/>
                <a:gd name="connsiteY70" fmla="*/ 708787 h 1447865"/>
                <a:gd name="connsiteX71" fmla="*/ 388042 w 1782629"/>
                <a:gd name="connsiteY71" fmla="*/ 779780 h 1447865"/>
                <a:gd name="connsiteX72" fmla="*/ 691954 w 1782629"/>
                <a:gd name="connsiteY72" fmla="*/ 777240 h 1447865"/>
                <a:gd name="connsiteX73" fmla="*/ 940746 w 1782629"/>
                <a:gd name="connsiteY73" fmla="*/ 489839 h 1447865"/>
                <a:gd name="connsiteX74" fmla="*/ 834574 w 1782629"/>
                <a:gd name="connsiteY74" fmla="*/ 206883 h 1447865"/>
                <a:gd name="connsiteX75" fmla="*/ 509708 w 1782629"/>
                <a:gd name="connsiteY75" fmla="*/ 101854 h 1447865"/>
                <a:gd name="connsiteX76" fmla="*/ 268027 w 1782629"/>
                <a:gd name="connsiteY76" fmla="*/ 154940 h 1447865"/>
                <a:gd name="connsiteX77" fmla="*/ 82480 w 1782629"/>
                <a:gd name="connsiteY77" fmla="*/ 586740 h 1447865"/>
                <a:gd name="connsiteX78" fmla="*/ 77146 w 1782629"/>
                <a:gd name="connsiteY78" fmla="*/ 335280 h 1447865"/>
                <a:gd name="connsiteX79" fmla="*/ 82480 w 1782629"/>
                <a:gd name="connsiteY79" fmla="*/ 586740 h 1447865"/>
                <a:gd name="connsiteX80" fmla="*/ 950144 w 1782629"/>
                <a:gd name="connsiteY80" fmla="*/ 333756 h 1447865"/>
                <a:gd name="connsiteX81" fmla="*/ 946969 w 1782629"/>
                <a:gd name="connsiteY81" fmla="*/ 589534 h 1447865"/>
                <a:gd name="connsiteX82" fmla="*/ 950144 w 1782629"/>
                <a:gd name="connsiteY82" fmla="*/ 333756 h 1447865"/>
                <a:gd name="connsiteX83" fmla="*/ 998912 w 1782629"/>
                <a:gd name="connsiteY83" fmla="*/ 780415 h 1447865"/>
                <a:gd name="connsiteX84" fmla="*/ 967670 w 1782629"/>
                <a:gd name="connsiteY84" fmla="*/ 872363 h 1447865"/>
                <a:gd name="connsiteX85" fmla="*/ 900361 w 1782629"/>
                <a:gd name="connsiteY85" fmla="*/ 1201039 h 1447865"/>
                <a:gd name="connsiteX86" fmla="*/ 1554792 w 1782629"/>
                <a:gd name="connsiteY86" fmla="*/ 1201039 h 1447865"/>
                <a:gd name="connsiteX87" fmla="*/ 1650804 w 1782629"/>
                <a:gd name="connsiteY87" fmla="*/ 777621 h 1447865"/>
                <a:gd name="connsiteX88" fmla="*/ 1060254 w 1782629"/>
                <a:gd name="connsiteY88" fmla="*/ 775843 h 1447865"/>
                <a:gd name="connsiteX89" fmla="*/ 998912 w 1782629"/>
                <a:gd name="connsiteY89" fmla="*/ 780415 h 1447865"/>
                <a:gd name="connsiteX90" fmla="*/ 436175 w 1782629"/>
                <a:gd name="connsiteY90" fmla="*/ 803656 h 1447865"/>
                <a:gd name="connsiteX91" fmla="*/ 593528 w 1782629"/>
                <a:gd name="connsiteY91" fmla="*/ 803402 h 1447865"/>
                <a:gd name="connsiteX92" fmla="*/ 436175 w 1782629"/>
                <a:gd name="connsiteY92" fmla="*/ 803656 h 1447865"/>
                <a:gd name="connsiteX93" fmla="*/ 50857 w 1782629"/>
                <a:gd name="connsiteY93" fmla="*/ 1151001 h 1447865"/>
                <a:gd name="connsiteX94" fmla="*/ 73336 w 1782629"/>
                <a:gd name="connsiteY94" fmla="*/ 1247521 h 1447865"/>
                <a:gd name="connsiteX95" fmla="*/ 363912 w 1782629"/>
                <a:gd name="connsiteY95" fmla="*/ 1318133 h 1447865"/>
                <a:gd name="connsiteX96" fmla="*/ 380168 w 1782629"/>
                <a:gd name="connsiteY96" fmla="*/ 1289304 h 1447865"/>
                <a:gd name="connsiteX97" fmla="*/ 362515 w 1782629"/>
                <a:gd name="connsiteY97" fmla="*/ 1120648 h 1447865"/>
                <a:gd name="connsiteX98" fmla="*/ 140011 w 1782629"/>
                <a:gd name="connsiteY98" fmla="*/ 1138555 h 1447865"/>
                <a:gd name="connsiteX99" fmla="*/ 185731 w 1782629"/>
                <a:gd name="connsiteY99" fmla="*/ 1111504 h 1447865"/>
                <a:gd name="connsiteX100" fmla="*/ 220910 w 1782629"/>
                <a:gd name="connsiteY100" fmla="*/ 846201 h 1447865"/>
                <a:gd name="connsiteX101" fmla="*/ 50857 w 1782629"/>
                <a:gd name="connsiteY101" fmla="*/ 1151001 h 1447865"/>
                <a:gd name="connsiteX102" fmla="*/ 825049 w 1782629"/>
                <a:gd name="connsiteY102" fmla="*/ 855854 h 1447865"/>
                <a:gd name="connsiteX103" fmla="*/ 857307 w 1782629"/>
                <a:gd name="connsiteY103" fmla="*/ 1201039 h 1447865"/>
                <a:gd name="connsiteX104" fmla="*/ 875468 w 1782629"/>
                <a:gd name="connsiteY104" fmla="*/ 1201039 h 1447865"/>
                <a:gd name="connsiteX105" fmla="*/ 922331 w 1782629"/>
                <a:gd name="connsiteY105" fmla="*/ 958216 h 1447865"/>
                <a:gd name="connsiteX106" fmla="*/ 825049 w 1782629"/>
                <a:gd name="connsiteY106" fmla="*/ 855854 h 1447865"/>
                <a:gd name="connsiteX107" fmla="*/ 433000 w 1782629"/>
                <a:gd name="connsiteY107" fmla="*/ 1003554 h 1447865"/>
                <a:gd name="connsiteX108" fmla="*/ 419538 w 1782629"/>
                <a:gd name="connsiteY108" fmla="*/ 1023239 h 1447865"/>
                <a:gd name="connsiteX109" fmla="*/ 492055 w 1782629"/>
                <a:gd name="connsiteY109" fmla="*/ 1035177 h 1447865"/>
                <a:gd name="connsiteX110" fmla="*/ 455860 w 1782629"/>
                <a:gd name="connsiteY110" fmla="*/ 1059688 h 1447865"/>
                <a:gd name="connsiteX111" fmla="*/ 453193 w 1782629"/>
                <a:gd name="connsiteY111" fmla="*/ 1082548 h 1447865"/>
                <a:gd name="connsiteX112" fmla="*/ 526853 w 1782629"/>
                <a:gd name="connsiteY112" fmla="*/ 1124458 h 1447865"/>
                <a:gd name="connsiteX113" fmla="*/ 527361 w 1782629"/>
                <a:gd name="connsiteY113" fmla="*/ 1271270 h 1447865"/>
                <a:gd name="connsiteX114" fmla="*/ 400615 w 1782629"/>
                <a:gd name="connsiteY114" fmla="*/ 1304417 h 1447865"/>
                <a:gd name="connsiteX115" fmla="*/ 361499 w 1782629"/>
                <a:gd name="connsiteY115" fmla="*/ 1418336 h 1447865"/>
                <a:gd name="connsiteX116" fmla="*/ 590988 w 1782629"/>
                <a:gd name="connsiteY116" fmla="*/ 1424051 h 1447865"/>
                <a:gd name="connsiteX117" fmla="*/ 675698 w 1782629"/>
                <a:gd name="connsiteY117" fmla="*/ 1412748 h 1447865"/>
                <a:gd name="connsiteX118" fmla="*/ 592893 w 1782629"/>
                <a:gd name="connsiteY118" fmla="*/ 1228725 h 1447865"/>
                <a:gd name="connsiteX119" fmla="*/ 572065 w 1782629"/>
                <a:gd name="connsiteY119" fmla="*/ 1137666 h 1447865"/>
                <a:gd name="connsiteX120" fmla="*/ 607244 w 1782629"/>
                <a:gd name="connsiteY120" fmla="*/ 1009142 h 1447865"/>
                <a:gd name="connsiteX121" fmla="*/ 433000 w 1782629"/>
                <a:gd name="connsiteY121" fmla="*/ 1003554 h 1447865"/>
                <a:gd name="connsiteX122" fmla="*/ 416744 w 1782629"/>
                <a:gd name="connsiteY122" fmla="*/ 1117473 h 1447865"/>
                <a:gd name="connsiteX123" fmla="*/ 387788 w 1782629"/>
                <a:gd name="connsiteY123" fmla="*/ 1265810 h 1447865"/>
                <a:gd name="connsiteX124" fmla="*/ 476815 w 1782629"/>
                <a:gd name="connsiteY124" fmla="*/ 1275461 h 1447865"/>
                <a:gd name="connsiteX125" fmla="*/ 520503 w 1782629"/>
                <a:gd name="connsiteY125" fmla="*/ 1176655 h 1447865"/>
                <a:gd name="connsiteX126" fmla="*/ 416744 w 1782629"/>
                <a:gd name="connsiteY126" fmla="*/ 1117473 h 1447865"/>
                <a:gd name="connsiteX127" fmla="*/ 695382 w 1782629"/>
                <a:gd name="connsiteY127" fmla="*/ 1228344 h 1447865"/>
                <a:gd name="connsiteX128" fmla="*/ 694493 w 1782629"/>
                <a:gd name="connsiteY128" fmla="*/ 1273810 h 1447865"/>
                <a:gd name="connsiteX129" fmla="*/ 1551998 w 1782629"/>
                <a:gd name="connsiteY129" fmla="*/ 1273302 h 1447865"/>
                <a:gd name="connsiteX130" fmla="*/ 1554664 w 1782629"/>
                <a:gd name="connsiteY130" fmla="*/ 1228091 h 1447865"/>
                <a:gd name="connsiteX131" fmla="*/ 695382 w 1782629"/>
                <a:gd name="connsiteY131" fmla="*/ 1228344 h 1447865"/>
                <a:gd name="connsiteX0" fmla="*/ 1693729 w 1782629"/>
                <a:gd name="connsiteY0" fmla="*/ 1651 h 1447865"/>
                <a:gd name="connsiteX1" fmla="*/ 1780217 w 1782629"/>
                <a:gd name="connsiteY1" fmla="*/ 96393 h 1447865"/>
                <a:gd name="connsiteX2" fmla="*/ 1782629 w 1782629"/>
                <a:gd name="connsiteY2" fmla="*/ 358394 h 1447865"/>
                <a:gd name="connsiteX3" fmla="*/ 1780089 w 1782629"/>
                <a:gd name="connsiteY3" fmla="*/ 552704 h 1447865"/>
                <a:gd name="connsiteX4" fmla="*/ 1743513 w 1782629"/>
                <a:gd name="connsiteY4" fmla="*/ 621030 h 1447865"/>
                <a:gd name="connsiteX5" fmla="*/ 1555680 w 1782629"/>
                <a:gd name="connsiteY5" fmla="*/ 645160 h 1447865"/>
                <a:gd name="connsiteX6" fmla="*/ 1069398 w 1782629"/>
                <a:gd name="connsiteY6" fmla="*/ 648589 h 1447865"/>
                <a:gd name="connsiteX7" fmla="*/ 1017708 w 1782629"/>
                <a:gd name="connsiteY7" fmla="*/ 647192 h 1447865"/>
                <a:gd name="connsiteX8" fmla="*/ 1012374 w 1782629"/>
                <a:gd name="connsiteY8" fmla="*/ 556641 h 1447865"/>
                <a:gd name="connsiteX9" fmla="*/ 936048 w 1782629"/>
                <a:gd name="connsiteY9" fmla="*/ 619125 h 1447865"/>
                <a:gd name="connsiteX10" fmla="*/ 742245 w 1782629"/>
                <a:gd name="connsiteY10" fmla="*/ 791210 h 1447865"/>
                <a:gd name="connsiteX11" fmla="*/ 932492 w 1782629"/>
                <a:gd name="connsiteY11" fmla="*/ 924433 h 1447865"/>
                <a:gd name="connsiteX12" fmla="*/ 1004881 w 1782629"/>
                <a:gd name="connsiteY12" fmla="*/ 751459 h 1447865"/>
                <a:gd name="connsiteX13" fmla="*/ 1183189 w 1782629"/>
                <a:gd name="connsiteY13" fmla="*/ 748030 h 1447865"/>
                <a:gd name="connsiteX14" fmla="*/ 1620197 w 1782629"/>
                <a:gd name="connsiteY14" fmla="*/ 749808 h 1447865"/>
                <a:gd name="connsiteX15" fmla="*/ 1680522 w 1782629"/>
                <a:gd name="connsiteY15" fmla="*/ 784225 h 1447865"/>
                <a:gd name="connsiteX16" fmla="*/ 1572825 w 1782629"/>
                <a:gd name="connsiteY16" fmla="*/ 1215263 h 1447865"/>
                <a:gd name="connsiteX17" fmla="*/ 1579556 w 1782629"/>
                <a:gd name="connsiteY17" fmla="*/ 1229741 h 1447865"/>
                <a:gd name="connsiteX18" fmla="*/ 1561904 w 1782629"/>
                <a:gd name="connsiteY18" fmla="*/ 1295782 h 1447865"/>
                <a:gd name="connsiteX19" fmla="*/ 1478718 w 1782629"/>
                <a:gd name="connsiteY19" fmla="*/ 1299338 h 1447865"/>
                <a:gd name="connsiteX20" fmla="*/ 704273 w 1782629"/>
                <a:gd name="connsiteY20" fmla="*/ 1298829 h 1447865"/>
                <a:gd name="connsiteX21" fmla="*/ 675189 w 1782629"/>
                <a:gd name="connsiteY21" fmla="*/ 1205104 h 1447865"/>
                <a:gd name="connsiteX22" fmla="*/ 834067 w 1782629"/>
                <a:gd name="connsiteY22" fmla="*/ 1201039 h 1447865"/>
                <a:gd name="connsiteX23" fmla="*/ 789743 w 1782629"/>
                <a:gd name="connsiteY23" fmla="*/ 838200 h 1447865"/>
                <a:gd name="connsiteX24" fmla="*/ 757612 w 1782629"/>
                <a:gd name="connsiteY24" fmla="*/ 824230 h 1447865"/>
                <a:gd name="connsiteX25" fmla="*/ 667696 w 1782629"/>
                <a:gd name="connsiteY25" fmla="*/ 804545 h 1447865"/>
                <a:gd name="connsiteX26" fmla="*/ 514788 w 1782629"/>
                <a:gd name="connsiteY26" fmla="*/ 848106 h 1447865"/>
                <a:gd name="connsiteX27" fmla="*/ 348672 w 1782629"/>
                <a:gd name="connsiteY27" fmla="*/ 804418 h 1447865"/>
                <a:gd name="connsiteX28" fmla="*/ 253295 w 1782629"/>
                <a:gd name="connsiteY28" fmla="*/ 829945 h 1447865"/>
                <a:gd name="connsiteX29" fmla="*/ 247580 w 1782629"/>
                <a:gd name="connsiteY29" fmla="*/ 851789 h 1447865"/>
                <a:gd name="connsiteX30" fmla="*/ 210623 w 1782629"/>
                <a:gd name="connsiteY30" fmla="*/ 1111250 h 1447865"/>
                <a:gd name="connsiteX31" fmla="*/ 430206 w 1782629"/>
                <a:gd name="connsiteY31" fmla="*/ 1090804 h 1447865"/>
                <a:gd name="connsiteX32" fmla="*/ 426142 w 1782629"/>
                <a:gd name="connsiteY32" fmla="*/ 1057148 h 1447865"/>
                <a:gd name="connsiteX33" fmla="*/ 411918 w 1782629"/>
                <a:gd name="connsiteY33" fmla="*/ 983869 h 1447865"/>
                <a:gd name="connsiteX34" fmla="*/ 511994 w 1782629"/>
                <a:gd name="connsiteY34" fmla="*/ 974725 h 1447865"/>
                <a:gd name="connsiteX35" fmla="*/ 579939 w 1782629"/>
                <a:gd name="connsiteY35" fmla="*/ 975868 h 1447865"/>
                <a:gd name="connsiteX36" fmla="*/ 629215 w 1782629"/>
                <a:gd name="connsiteY36" fmla="*/ 1010666 h 1447865"/>
                <a:gd name="connsiteX37" fmla="*/ 596957 w 1782629"/>
                <a:gd name="connsiteY37" fmla="*/ 1085596 h 1447865"/>
                <a:gd name="connsiteX38" fmla="*/ 611308 w 1782629"/>
                <a:gd name="connsiteY38" fmla="*/ 1204341 h 1447865"/>
                <a:gd name="connsiteX39" fmla="*/ 697542 w 1782629"/>
                <a:gd name="connsiteY39" fmla="*/ 1380236 h 1447865"/>
                <a:gd name="connsiteX40" fmla="*/ 680650 w 1782629"/>
                <a:gd name="connsiteY40" fmla="*/ 1444879 h 1447865"/>
                <a:gd name="connsiteX41" fmla="*/ 400869 w 1782629"/>
                <a:gd name="connsiteY41" fmla="*/ 1447419 h 1447865"/>
                <a:gd name="connsiteX42" fmla="*/ 339655 w 1782629"/>
                <a:gd name="connsiteY42" fmla="*/ 1427988 h 1447865"/>
                <a:gd name="connsiteX43" fmla="*/ 349053 w 1782629"/>
                <a:gd name="connsiteY43" fmla="*/ 1340739 h 1447865"/>
                <a:gd name="connsiteX44" fmla="*/ 40443 w 1782629"/>
                <a:gd name="connsiteY44" fmla="*/ 1236726 h 1447865"/>
                <a:gd name="connsiteX45" fmla="*/ 94672 w 1782629"/>
                <a:gd name="connsiteY45" fmla="*/ 949071 h 1447865"/>
                <a:gd name="connsiteX46" fmla="*/ 286061 w 1782629"/>
                <a:gd name="connsiteY46" fmla="*/ 789813 h 1447865"/>
                <a:gd name="connsiteX47" fmla="*/ 194494 w 1782629"/>
                <a:gd name="connsiteY47" fmla="*/ 735838 h 1447865"/>
                <a:gd name="connsiteX48" fmla="*/ 101276 w 1782629"/>
                <a:gd name="connsiteY48" fmla="*/ 621157 h 1447865"/>
                <a:gd name="connsiteX49" fmla="*/ 43110 w 1782629"/>
                <a:gd name="connsiteY49" fmla="*/ 588010 h 1447865"/>
                <a:gd name="connsiteX50" fmla="*/ 21393 w 1782629"/>
                <a:gd name="connsiteY50" fmla="*/ 365125 h 1447865"/>
                <a:gd name="connsiteX51" fmla="*/ 92132 w 1782629"/>
                <a:gd name="connsiteY51" fmla="*/ 307340 h 1447865"/>
                <a:gd name="connsiteX52" fmla="*/ 317938 w 1782629"/>
                <a:gd name="connsiteY52" fmla="*/ 102743 h 1447865"/>
                <a:gd name="connsiteX53" fmla="*/ 696271 w 1782629"/>
                <a:gd name="connsiteY53" fmla="*/ 93472 h 1447865"/>
                <a:gd name="connsiteX54" fmla="*/ 828732 w 1782629"/>
                <a:gd name="connsiteY54" fmla="*/ 169037 h 1447865"/>
                <a:gd name="connsiteX55" fmla="*/ 943540 w 1782629"/>
                <a:gd name="connsiteY55" fmla="*/ 311531 h 1447865"/>
                <a:gd name="connsiteX56" fmla="*/ 1016057 w 1782629"/>
                <a:gd name="connsiteY56" fmla="*/ 364744 h 1447865"/>
                <a:gd name="connsiteX57" fmla="*/ 1012248 w 1782629"/>
                <a:gd name="connsiteY57" fmla="*/ 133604 h 1447865"/>
                <a:gd name="connsiteX58" fmla="*/ 1060380 w 1782629"/>
                <a:gd name="connsiteY58" fmla="*/ 17272 h 1447865"/>
                <a:gd name="connsiteX59" fmla="*/ 1149026 w 1782629"/>
                <a:gd name="connsiteY59" fmla="*/ 0 h 1447865"/>
                <a:gd name="connsiteX60" fmla="*/ 1035107 w 1782629"/>
                <a:gd name="connsiteY60" fmla="*/ 107823 h 1447865"/>
                <a:gd name="connsiteX61" fmla="*/ 1034345 w 1782629"/>
                <a:gd name="connsiteY61" fmla="*/ 623443 h 1447865"/>
                <a:gd name="connsiteX62" fmla="*/ 1670361 w 1782629"/>
                <a:gd name="connsiteY62" fmla="*/ 621284 h 1447865"/>
                <a:gd name="connsiteX63" fmla="*/ 1759135 w 1782629"/>
                <a:gd name="connsiteY63" fmla="*/ 528447 h 1447865"/>
                <a:gd name="connsiteX64" fmla="*/ 1758880 w 1782629"/>
                <a:gd name="connsiteY64" fmla="*/ 108458 h 1447865"/>
                <a:gd name="connsiteX65" fmla="*/ 1035107 w 1782629"/>
                <a:gd name="connsiteY65" fmla="*/ 107823 h 1447865"/>
                <a:gd name="connsiteX66" fmla="*/ 268027 w 1782629"/>
                <a:gd name="connsiteY66" fmla="*/ 154940 h 1447865"/>
                <a:gd name="connsiteX67" fmla="*/ 98482 w 1782629"/>
                <a:gd name="connsiteY67" fmla="*/ 393827 h 1447865"/>
                <a:gd name="connsiteX68" fmla="*/ 96450 w 1782629"/>
                <a:gd name="connsiteY68" fmla="*/ 395986 h 1447865"/>
                <a:gd name="connsiteX69" fmla="*/ 202114 w 1782629"/>
                <a:gd name="connsiteY69" fmla="*/ 708787 h 1447865"/>
                <a:gd name="connsiteX70" fmla="*/ 388042 w 1782629"/>
                <a:gd name="connsiteY70" fmla="*/ 779780 h 1447865"/>
                <a:gd name="connsiteX71" fmla="*/ 691954 w 1782629"/>
                <a:gd name="connsiteY71" fmla="*/ 777240 h 1447865"/>
                <a:gd name="connsiteX72" fmla="*/ 940746 w 1782629"/>
                <a:gd name="connsiteY72" fmla="*/ 489839 h 1447865"/>
                <a:gd name="connsiteX73" fmla="*/ 834574 w 1782629"/>
                <a:gd name="connsiteY73" fmla="*/ 206883 h 1447865"/>
                <a:gd name="connsiteX74" fmla="*/ 509708 w 1782629"/>
                <a:gd name="connsiteY74" fmla="*/ 101854 h 1447865"/>
                <a:gd name="connsiteX75" fmla="*/ 268027 w 1782629"/>
                <a:gd name="connsiteY75" fmla="*/ 154940 h 1447865"/>
                <a:gd name="connsiteX76" fmla="*/ 82480 w 1782629"/>
                <a:gd name="connsiteY76" fmla="*/ 586740 h 1447865"/>
                <a:gd name="connsiteX77" fmla="*/ 77146 w 1782629"/>
                <a:gd name="connsiteY77" fmla="*/ 335280 h 1447865"/>
                <a:gd name="connsiteX78" fmla="*/ 82480 w 1782629"/>
                <a:gd name="connsiteY78" fmla="*/ 586740 h 1447865"/>
                <a:gd name="connsiteX79" fmla="*/ 950144 w 1782629"/>
                <a:gd name="connsiteY79" fmla="*/ 333756 h 1447865"/>
                <a:gd name="connsiteX80" fmla="*/ 946969 w 1782629"/>
                <a:gd name="connsiteY80" fmla="*/ 589534 h 1447865"/>
                <a:gd name="connsiteX81" fmla="*/ 950144 w 1782629"/>
                <a:gd name="connsiteY81" fmla="*/ 333756 h 1447865"/>
                <a:gd name="connsiteX82" fmla="*/ 998912 w 1782629"/>
                <a:gd name="connsiteY82" fmla="*/ 780415 h 1447865"/>
                <a:gd name="connsiteX83" fmla="*/ 967670 w 1782629"/>
                <a:gd name="connsiteY83" fmla="*/ 872363 h 1447865"/>
                <a:gd name="connsiteX84" fmla="*/ 900361 w 1782629"/>
                <a:gd name="connsiteY84" fmla="*/ 1201039 h 1447865"/>
                <a:gd name="connsiteX85" fmla="*/ 1554792 w 1782629"/>
                <a:gd name="connsiteY85" fmla="*/ 1201039 h 1447865"/>
                <a:gd name="connsiteX86" fmla="*/ 1650804 w 1782629"/>
                <a:gd name="connsiteY86" fmla="*/ 777621 h 1447865"/>
                <a:gd name="connsiteX87" fmla="*/ 1060254 w 1782629"/>
                <a:gd name="connsiteY87" fmla="*/ 775843 h 1447865"/>
                <a:gd name="connsiteX88" fmla="*/ 998912 w 1782629"/>
                <a:gd name="connsiteY88" fmla="*/ 780415 h 1447865"/>
                <a:gd name="connsiteX89" fmla="*/ 436175 w 1782629"/>
                <a:gd name="connsiteY89" fmla="*/ 803656 h 1447865"/>
                <a:gd name="connsiteX90" fmla="*/ 593528 w 1782629"/>
                <a:gd name="connsiteY90" fmla="*/ 803402 h 1447865"/>
                <a:gd name="connsiteX91" fmla="*/ 436175 w 1782629"/>
                <a:gd name="connsiteY91" fmla="*/ 803656 h 1447865"/>
                <a:gd name="connsiteX92" fmla="*/ 50857 w 1782629"/>
                <a:gd name="connsiteY92" fmla="*/ 1151001 h 1447865"/>
                <a:gd name="connsiteX93" fmla="*/ 73336 w 1782629"/>
                <a:gd name="connsiteY93" fmla="*/ 1247521 h 1447865"/>
                <a:gd name="connsiteX94" fmla="*/ 363912 w 1782629"/>
                <a:gd name="connsiteY94" fmla="*/ 1318133 h 1447865"/>
                <a:gd name="connsiteX95" fmla="*/ 380168 w 1782629"/>
                <a:gd name="connsiteY95" fmla="*/ 1289304 h 1447865"/>
                <a:gd name="connsiteX96" fmla="*/ 362515 w 1782629"/>
                <a:gd name="connsiteY96" fmla="*/ 1120648 h 1447865"/>
                <a:gd name="connsiteX97" fmla="*/ 140011 w 1782629"/>
                <a:gd name="connsiteY97" fmla="*/ 1138555 h 1447865"/>
                <a:gd name="connsiteX98" fmla="*/ 185731 w 1782629"/>
                <a:gd name="connsiteY98" fmla="*/ 1111504 h 1447865"/>
                <a:gd name="connsiteX99" fmla="*/ 220910 w 1782629"/>
                <a:gd name="connsiteY99" fmla="*/ 846201 h 1447865"/>
                <a:gd name="connsiteX100" fmla="*/ 50857 w 1782629"/>
                <a:gd name="connsiteY100" fmla="*/ 1151001 h 1447865"/>
                <a:gd name="connsiteX101" fmla="*/ 825049 w 1782629"/>
                <a:gd name="connsiteY101" fmla="*/ 855854 h 1447865"/>
                <a:gd name="connsiteX102" fmla="*/ 857307 w 1782629"/>
                <a:gd name="connsiteY102" fmla="*/ 1201039 h 1447865"/>
                <a:gd name="connsiteX103" fmla="*/ 875468 w 1782629"/>
                <a:gd name="connsiteY103" fmla="*/ 1201039 h 1447865"/>
                <a:gd name="connsiteX104" fmla="*/ 922331 w 1782629"/>
                <a:gd name="connsiteY104" fmla="*/ 958216 h 1447865"/>
                <a:gd name="connsiteX105" fmla="*/ 825049 w 1782629"/>
                <a:gd name="connsiteY105" fmla="*/ 855854 h 1447865"/>
                <a:gd name="connsiteX106" fmla="*/ 433000 w 1782629"/>
                <a:gd name="connsiteY106" fmla="*/ 1003554 h 1447865"/>
                <a:gd name="connsiteX107" fmla="*/ 419538 w 1782629"/>
                <a:gd name="connsiteY107" fmla="*/ 1023239 h 1447865"/>
                <a:gd name="connsiteX108" fmla="*/ 492055 w 1782629"/>
                <a:gd name="connsiteY108" fmla="*/ 1035177 h 1447865"/>
                <a:gd name="connsiteX109" fmla="*/ 455860 w 1782629"/>
                <a:gd name="connsiteY109" fmla="*/ 1059688 h 1447865"/>
                <a:gd name="connsiteX110" fmla="*/ 453193 w 1782629"/>
                <a:gd name="connsiteY110" fmla="*/ 1082548 h 1447865"/>
                <a:gd name="connsiteX111" fmla="*/ 526853 w 1782629"/>
                <a:gd name="connsiteY111" fmla="*/ 1124458 h 1447865"/>
                <a:gd name="connsiteX112" fmla="*/ 527361 w 1782629"/>
                <a:gd name="connsiteY112" fmla="*/ 1271270 h 1447865"/>
                <a:gd name="connsiteX113" fmla="*/ 400615 w 1782629"/>
                <a:gd name="connsiteY113" fmla="*/ 1304417 h 1447865"/>
                <a:gd name="connsiteX114" fmla="*/ 361499 w 1782629"/>
                <a:gd name="connsiteY114" fmla="*/ 1418336 h 1447865"/>
                <a:gd name="connsiteX115" fmla="*/ 590988 w 1782629"/>
                <a:gd name="connsiteY115" fmla="*/ 1424051 h 1447865"/>
                <a:gd name="connsiteX116" fmla="*/ 675698 w 1782629"/>
                <a:gd name="connsiteY116" fmla="*/ 1412748 h 1447865"/>
                <a:gd name="connsiteX117" fmla="*/ 592893 w 1782629"/>
                <a:gd name="connsiteY117" fmla="*/ 1228725 h 1447865"/>
                <a:gd name="connsiteX118" fmla="*/ 572065 w 1782629"/>
                <a:gd name="connsiteY118" fmla="*/ 1137666 h 1447865"/>
                <a:gd name="connsiteX119" fmla="*/ 607244 w 1782629"/>
                <a:gd name="connsiteY119" fmla="*/ 1009142 h 1447865"/>
                <a:gd name="connsiteX120" fmla="*/ 433000 w 1782629"/>
                <a:gd name="connsiteY120" fmla="*/ 1003554 h 1447865"/>
                <a:gd name="connsiteX121" fmla="*/ 416744 w 1782629"/>
                <a:gd name="connsiteY121" fmla="*/ 1117473 h 1447865"/>
                <a:gd name="connsiteX122" fmla="*/ 387788 w 1782629"/>
                <a:gd name="connsiteY122" fmla="*/ 1265810 h 1447865"/>
                <a:gd name="connsiteX123" fmla="*/ 476815 w 1782629"/>
                <a:gd name="connsiteY123" fmla="*/ 1275461 h 1447865"/>
                <a:gd name="connsiteX124" fmla="*/ 520503 w 1782629"/>
                <a:gd name="connsiteY124" fmla="*/ 1176655 h 1447865"/>
                <a:gd name="connsiteX125" fmla="*/ 416744 w 1782629"/>
                <a:gd name="connsiteY125" fmla="*/ 1117473 h 1447865"/>
                <a:gd name="connsiteX126" fmla="*/ 695382 w 1782629"/>
                <a:gd name="connsiteY126" fmla="*/ 1228344 h 1447865"/>
                <a:gd name="connsiteX127" fmla="*/ 694493 w 1782629"/>
                <a:gd name="connsiteY127" fmla="*/ 1273810 h 1447865"/>
                <a:gd name="connsiteX128" fmla="*/ 1551998 w 1782629"/>
                <a:gd name="connsiteY128" fmla="*/ 1273302 h 1447865"/>
                <a:gd name="connsiteX129" fmla="*/ 1554664 w 1782629"/>
                <a:gd name="connsiteY129" fmla="*/ 1228091 h 1447865"/>
                <a:gd name="connsiteX130" fmla="*/ 695382 w 1782629"/>
                <a:gd name="connsiteY130" fmla="*/ 1228344 h 1447865"/>
                <a:gd name="connsiteX0" fmla="*/ 1780217 w 1782629"/>
                <a:gd name="connsiteY0" fmla="*/ 96393 h 1447865"/>
                <a:gd name="connsiteX1" fmla="*/ 1782629 w 1782629"/>
                <a:gd name="connsiteY1" fmla="*/ 358394 h 1447865"/>
                <a:gd name="connsiteX2" fmla="*/ 1780089 w 1782629"/>
                <a:gd name="connsiteY2" fmla="*/ 552704 h 1447865"/>
                <a:gd name="connsiteX3" fmla="*/ 1743513 w 1782629"/>
                <a:gd name="connsiteY3" fmla="*/ 621030 h 1447865"/>
                <a:gd name="connsiteX4" fmla="*/ 1555680 w 1782629"/>
                <a:gd name="connsiteY4" fmla="*/ 645160 h 1447865"/>
                <a:gd name="connsiteX5" fmla="*/ 1069398 w 1782629"/>
                <a:gd name="connsiteY5" fmla="*/ 648589 h 1447865"/>
                <a:gd name="connsiteX6" fmla="*/ 1017708 w 1782629"/>
                <a:gd name="connsiteY6" fmla="*/ 647192 h 1447865"/>
                <a:gd name="connsiteX7" fmla="*/ 1012374 w 1782629"/>
                <a:gd name="connsiteY7" fmla="*/ 556641 h 1447865"/>
                <a:gd name="connsiteX8" fmla="*/ 936048 w 1782629"/>
                <a:gd name="connsiteY8" fmla="*/ 619125 h 1447865"/>
                <a:gd name="connsiteX9" fmla="*/ 742245 w 1782629"/>
                <a:gd name="connsiteY9" fmla="*/ 791210 h 1447865"/>
                <a:gd name="connsiteX10" fmla="*/ 932492 w 1782629"/>
                <a:gd name="connsiteY10" fmla="*/ 924433 h 1447865"/>
                <a:gd name="connsiteX11" fmla="*/ 1004881 w 1782629"/>
                <a:gd name="connsiteY11" fmla="*/ 751459 h 1447865"/>
                <a:gd name="connsiteX12" fmla="*/ 1183189 w 1782629"/>
                <a:gd name="connsiteY12" fmla="*/ 748030 h 1447865"/>
                <a:gd name="connsiteX13" fmla="*/ 1620197 w 1782629"/>
                <a:gd name="connsiteY13" fmla="*/ 749808 h 1447865"/>
                <a:gd name="connsiteX14" fmla="*/ 1680522 w 1782629"/>
                <a:gd name="connsiteY14" fmla="*/ 784225 h 1447865"/>
                <a:gd name="connsiteX15" fmla="*/ 1572825 w 1782629"/>
                <a:gd name="connsiteY15" fmla="*/ 1215263 h 1447865"/>
                <a:gd name="connsiteX16" fmla="*/ 1579556 w 1782629"/>
                <a:gd name="connsiteY16" fmla="*/ 1229741 h 1447865"/>
                <a:gd name="connsiteX17" fmla="*/ 1561904 w 1782629"/>
                <a:gd name="connsiteY17" fmla="*/ 1295782 h 1447865"/>
                <a:gd name="connsiteX18" fmla="*/ 1478718 w 1782629"/>
                <a:gd name="connsiteY18" fmla="*/ 1299338 h 1447865"/>
                <a:gd name="connsiteX19" fmla="*/ 704273 w 1782629"/>
                <a:gd name="connsiteY19" fmla="*/ 1298829 h 1447865"/>
                <a:gd name="connsiteX20" fmla="*/ 675189 w 1782629"/>
                <a:gd name="connsiteY20" fmla="*/ 1205104 h 1447865"/>
                <a:gd name="connsiteX21" fmla="*/ 834067 w 1782629"/>
                <a:gd name="connsiteY21" fmla="*/ 1201039 h 1447865"/>
                <a:gd name="connsiteX22" fmla="*/ 789743 w 1782629"/>
                <a:gd name="connsiteY22" fmla="*/ 838200 h 1447865"/>
                <a:gd name="connsiteX23" fmla="*/ 757612 w 1782629"/>
                <a:gd name="connsiteY23" fmla="*/ 824230 h 1447865"/>
                <a:gd name="connsiteX24" fmla="*/ 667696 w 1782629"/>
                <a:gd name="connsiteY24" fmla="*/ 804545 h 1447865"/>
                <a:gd name="connsiteX25" fmla="*/ 514788 w 1782629"/>
                <a:gd name="connsiteY25" fmla="*/ 848106 h 1447865"/>
                <a:gd name="connsiteX26" fmla="*/ 348672 w 1782629"/>
                <a:gd name="connsiteY26" fmla="*/ 804418 h 1447865"/>
                <a:gd name="connsiteX27" fmla="*/ 253295 w 1782629"/>
                <a:gd name="connsiteY27" fmla="*/ 829945 h 1447865"/>
                <a:gd name="connsiteX28" fmla="*/ 247580 w 1782629"/>
                <a:gd name="connsiteY28" fmla="*/ 851789 h 1447865"/>
                <a:gd name="connsiteX29" fmla="*/ 210623 w 1782629"/>
                <a:gd name="connsiteY29" fmla="*/ 1111250 h 1447865"/>
                <a:gd name="connsiteX30" fmla="*/ 430206 w 1782629"/>
                <a:gd name="connsiteY30" fmla="*/ 1090804 h 1447865"/>
                <a:gd name="connsiteX31" fmla="*/ 426142 w 1782629"/>
                <a:gd name="connsiteY31" fmla="*/ 1057148 h 1447865"/>
                <a:gd name="connsiteX32" fmla="*/ 411918 w 1782629"/>
                <a:gd name="connsiteY32" fmla="*/ 983869 h 1447865"/>
                <a:gd name="connsiteX33" fmla="*/ 511994 w 1782629"/>
                <a:gd name="connsiteY33" fmla="*/ 974725 h 1447865"/>
                <a:gd name="connsiteX34" fmla="*/ 579939 w 1782629"/>
                <a:gd name="connsiteY34" fmla="*/ 975868 h 1447865"/>
                <a:gd name="connsiteX35" fmla="*/ 629215 w 1782629"/>
                <a:gd name="connsiteY35" fmla="*/ 1010666 h 1447865"/>
                <a:gd name="connsiteX36" fmla="*/ 596957 w 1782629"/>
                <a:gd name="connsiteY36" fmla="*/ 1085596 h 1447865"/>
                <a:gd name="connsiteX37" fmla="*/ 611308 w 1782629"/>
                <a:gd name="connsiteY37" fmla="*/ 1204341 h 1447865"/>
                <a:gd name="connsiteX38" fmla="*/ 697542 w 1782629"/>
                <a:gd name="connsiteY38" fmla="*/ 1380236 h 1447865"/>
                <a:gd name="connsiteX39" fmla="*/ 680650 w 1782629"/>
                <a:gd name="connsiteY39" fmla="*/ 1444879 h 1447865"/>
                <a:gd name="connsiteX40" fmla="*/ 400869 w 1782629"/>
                <a:gd name="connsiteY40" fmla="*/ 1447419 h 1447865"/>
                <a:gd name="connsiteX41" fmla="*/ 339655 w 1782629"/>
                <a:gd name="connsiteY41" fmla="*/ 1427988 h 1447865"/>
                <a:gd name="connsiteX42" fmla="*/ 349053 w 1782629"/>
                <a:gd name="connsiteY42" fmla="*/ 1340739 h 1447865"/>
                <a:gd name="connsiteX43" fmla="*/ 40443 w 1782629"/>
                <a:gd name="connsiteY43" fmla="*/ 1236726 h 1447865"/>
                <a:gd name="connsiteX44" fmla="*/ 94672 w 1782629"/>
                <a:gd name="connsiteY44" fmla="*/ 949071 h 1447865"/>
                <a:gd name="connsiteX45" fmla="*/ 286061 w 1782629"/>
                <a:gd name="connsiteY45" fmla="*/ 789813 h 1447865"/>
                <a:gd name="connsiteX46" fmla="*/ 194494 w 1782629"/>
                <a:gd name="connsiteY46" fmla="*/ 735838 h 1447865"/>
                <a:gd name="connsiteX47" fmla="*/ 101276 w 1782629"/>
                <a:gd name="connsiteY47" fmla="*/ 621157 h 1447865"/>
                <a:gd name="connsiteX48" fmla="*/ 43110 w 1782629"/>
                <a:gd name="connsiteY48" fmla="*/ 588010 h 1447865"/>
                <a:gd name="connsiteX49" fmla="*/ 21393 w 1782629"/>
                <a:gd name="connsiteY49" fmla="*/ 365125 h 1447865"/>
                <a:gd name="connsiteX50" fmla="*/ 92132 w 1782629"/>
                <a:gd name="connsiteY50" fmla="*/ 307340 h 1447865"/>
                <a:gd name="connsiteX51" fmla="*/ 317938 w 1782629"/>
                <a:gd name="connsiteY51" fmla="*/ 102743 h 1447865"/>
                <a:gd name="connsiteX52" fmla="*/ 696271 w 1782629"/>
                <a:gd name="connsiteY52" fmla="*/ 93472 h 1447865"/>
                <a:gd name="connsiteX53" fmla="*/ 828732 w 1782629"/>
                <a:gd name="connsiteY53" fmla="*/ 169037 h 1447865"/>
                <a:gd name="connsiteX54" fmla="*/ 943540 w 1782629"/>
                <a:gd name="connsiteY54" fmla="*/ 311531 h 1447865"/>
                <a:gd name="connsiteX55" fmla="*/ 1016057 w 1782629"/>
                <a:gd name="connsiteY55" fmla="*/ 364744 h 1447865"/>
                <a:gd name="connsiteX56" fmla="*/ 1012248 w 1782629"/>
                <a:gd name="connsiteY56" fmla="*/ 133604 h 1447865"/>
                <a:gd name="connsiteX57" fmla="*/ 1060380 w 1782629"/>
                <a:gd name="connsiteY57" fmla="*/ 17272 h 1447865"/>
                <a:gd name="connsiteX58" fmla="*/ 1149026 w 1782629"/>
                <a:gd name="connsiteY58" fmla="*/ 0 h 1447865"/>
                <a:gd name="connsiteX59" fmla="*/ 1035107 w 1782629"/>
                <a:gd name="connsiteY59" fmla="*/ 107823 h 1447865"/>
                <a:gd name="connsiteX60" fmla="*/ 1034345 w 1782629"/>
                <a:gd name="connsiteY60" fmla="*/ 623443 h 1447865"/>
                <a:gd name="connsiteX61" fmla="*/ 1670361 w 1782629"/>
                <a:gd name="connsiteY61" fmla="*/ 621284 h 1447865"/>
                <a:gd name="connsiteX62" fmla="*/ 1759135 w 1782629"/>
                <a:gd name="connsiteY62" fmla="*/ 528447 h 1447865"/>
                <a:gd name="connsiteX63" fmla="*/ 1758880 w 1782629"/>
                <a:gd name="connsiteY63" fmla="*/ 108458 h 1447865"/>
                <a:gd name="connsiteX64" fmla="*/ 1035107 w 1782629"/>
                <a:gd name="connsiteY64" fmla="*/ 107823 h 1447865"/>
                <a:gd name="connsiteX65" fmla="*/ 268027 w 1782629"/>
                <a:gd name="connsiteY65" fmla="*/ 154940 h 1447865"/>
                <a:gd name="connsiteX66" fmla="*/ 98482 w 1782629"/>
                <a:gd name="connsiteY66" fmla="*/ 393827 h 1447865"/>
                <a:gd name="connsiteX67" fmla="*/ 96450 w 1782629"/>
                <a:gd name="connsiteY67" fmla="*/ 395986 h 1447865"/>
                <a:gd name="connsiteX68" fmla="*/ 202114 w 1782629"/>
                <a:gd name="connsiteY68" fmla="*/ 708787 h 1447865"/>
                <a:gd name="connsiteX69" fmla="*/ 388042 w 1782629"/>
                <a:gd name="connsiteY69" fmla="*/ 779780 h 1447865"/>
                <a:gd name="connsiteX70" fmla="*/ 691954 w 1782629"/>
                <a:gd name="connsiteY70" fmla="*/ 777240 h 1447865"/>
                <a:gd name="connsiteX71" fmla="*/ 940746 w 1782629"/>
                <a:gd name="connsiteY71" fmla="*/ 489839 h 1447865"/>
                <a:gd name="connsiteX72" fmla="*/ 834574 w 1782629"/>
                <a:gd name="connsiteY72" fmla="*/ 206883 h 1447865"/>
                <a:gd name="connsiteX73" fmla="*/ 509708 w 1782629"/>
                <a:gd name="connsiteY73" fmla="*/ 101854 h 1447865"/>
                <a:gd name="connsiteX74" fmla="*/ 268027 w 1782629"/>
                <a:gd name="connsiteY74" fmla="*/ 154940 h 1447865"/>
                <a:gd name="connsiteX75" fmla="*/ 82480 w 1782629"/>
                <a:gd name="connsiteY75" fmla="*/ 586740 h 1447865"/>
                <a:gd name="connsiteX76" fmla="*/ 77146 w 1782629"/>
                <a:gd name="connsiteY76" fmla="*/ 335280 h 1447865"/>
                <a:gd name="connsiteX77" fmla="*/ 82480 w 1782629"/>
                <a:gd name="connsiteY77" fmla="*/ 586740 h 1447865"/>
                <a:gd name="connsiteX78" fmla="*/ 950144 w 1782629"/>
                <a:gd name="connsiteY78" fmla="*/ 333756 h 1447865"/>
                <a:gd name="connsiteX79" fmla="*/ 946969 w 1782629"/>
                <a:gd name="connsiteY79" fmla="*/ 589534 h 1447865"/>
                <a:gd name="connsiteX80" fmla="*/ 950144 w 1782629"/>
                <a:gd name="connsiteY80" fmla="*/ 333756 h 1447865"/>
                <a:gd name="connsiteX81" fmla="*/ 998912 w 1782629"/>
                <a:gd name="connsiteY81" fmla="*/ 780415 h 1447865"/>
                <a:gd name="connsiteX82" fmla="*/ 967670 w 1782629"/>
                <a:gd name="connsiteY82" fmla="*/ 872363 h 1447865"/>
                <a:gd name="connsiteX83" fmla="*/ 900361 w 1782629"/>
                <a:gd name="connsiteY83" fmla="*/ 1201039 h 1447865"/>
                <a:gd name="connsiteX84" fmla="*/ 1554792 w 1782629"/>
                <a:gd name="connsiteY84" fmla="*/ 1201039 h 1447865"/>
                <a:gd name="connsiteX85" fmla="*/ 1650804 w 1782629"/>
                <a:gd name="connsiteY85" fmla="*/ 777621 h 1447865"/>
                <a:gd name="connsiteX86" fmla="*/ 1060254 w 1782629"/>
                <a:gd name="connsiteY86" fmla="*/ 775843 h 1447865"/>
                <a:gd name="connsiteX87" fmla="*/ 998912 w 1782629"/>
                <a:gd name="connsiteY87" fmla="*/ 780415 h 1447865"/>
                <a:gd name="connsiteX88" fmla="*/ 436175 w 1782629"/>
                <a:gd name="connsiteY88" fmla="*/ 803656 h 1447865"/>
                <a:gd name="connsiteX89" fmla="*/ 593528 w 1782629"/>
                <a:gd name="connsiteY89" fmla="*/ 803402 h 1447865"/>
                <a:gd name="connsiteX90" fmla="*/ 436175 w 1782629"/>
                <a:gd name="connsiteY90" fmla="*/ 803656 h 1447865"/>
                <a:gd name="connsiteX91" fmla="*/ 50857 w 1782629"/>
                <a:gd name="connsiteY91" fmla="*/ 1151001 h 1447865"/>
                <a:gd name="connsiteX92" fmla="*/ 73336 w 1782629"/>
                <a:gd name="connsiteY92" fmla="*/ 1247521 h 1447865"/>
                <a:gd name="connsiteX93" fmla="*/ 363912 w 1782629"/>
                <a:gd name="connsiteY93" fmla="*/ 1318133 h 1447865"/>
                <a:gd name="connsiteX94" fmla="*/ 380168 w 1782629"/>
                <a:gd name="connsiteY94" fmla="*/ 1289304 h 1447865"/>
                <a:gd name="connsiteX95" fmla="*/ 362515 w 1782629"/>
                <a:gd name="connsiteY95" fmla="*/ 1120648 h 1447865"/>
                <a:gd name="connsiteX96" fmla="*/ 140011 w 1782629"/>
                <a:gd name="connsiteY96" fmla="*/ 1138555 h 1447865"/>
                <a:gd name="connsiteX97" fmla="*/ 185731 w 1782629"/>
                <a:gd name="connsiteY97" fmla="*/ 1111504 h 1447865"/>
                <a:gd name="connsiteX98" fmla="*/ 220910 w 1782629"/>
                <a:gd name="connsiteY98" fmla="*/ 846201 h 1447865"/>
                <a:gd name="connsiteX99" fmla="*/ 50857 w 1782629"/>
                <a:gd name="connsiteY99" fmla="*/ 1151001 h 1447865"/>
                <a:gd name="connsiteX100" fmla="*/ 825049 w 1782629"/>
                <a:gd name="connsiteY100" fmla="*/ 855854 h 1447865"/>
                <a:gd name="connsiteX101" fmla="*/ 857307 w 1782629"/>
                <a:gd name="connsiteY101" fmla="*/ 1201039 h 1447865"/>
                <a:gd name="connsiteX102" fmla="*/ 875468 w 1782629"/>
                <a:gd name="connsiteY102" fmla="*/ 1201039 h 1447865"/>
                <a:gd name="connsiteX103" fmla="*/ 922331 w 1782629"/>
                <a:gd name="connsiteY103" fmla="*/ 958216 h 1447865"/>
                <a:gd name="connsiteX104" fmla="*/ 825049 w 1782629"/>
                <a:gd name="connsiteY104" fmla="*/ 855854 h 1447865"/>
                <a:gd name="connsiteX105" fmla="*/ 433000 w 1782629"/>
                <a:gd name="connsiteY105" fmla="*/ 1003554 h 1447865"/>
                <a:gd name="connsiteX106" fmla="*/ 419538 w 1782629"/>
                <a:gd name="connsiteY106" fmla="*/ 1023239 h 1447865"/>
                <a:gd name="connsiteX107" fmla="*/ 492055 w 1782629"/>
                <a:gd name="connsiteY107" fmla="*/ 1035177 h 1447865"/>
                <a:gd name="connsiteX108" fmla="*/ 455860 w 1782629"/>
                <a:gd name="connsiteY108" fmla="*/ 1059688 h 1447865"/>
                <a:gd name="connsiteX109" fmla="*/ 453193 w 1782629"/>
                <a:gd name="connsiteY109" fmla="*/ 1082548 h 1447865"/>
                <a:gd name="connsiteX110" fmla="*/ 526853 w 1782629"/>
                <a:gd name="connsiteY110" fmla="*/ 1124458 h 1447865"/>
                <a:gd name="connsiteX111" fmla="*/ 527361 w 1782629"/>
                <a:gd name="connsiteY111" fmla="*/ 1271270 h 1447865"/>
                <a:gd name="connsiteX112" fmla="*/ 400615 w 1782629"/>
                <a:gd name="connsiteY112" fmla="*/ 1304417 h 1447865"/>
                <a:gd name="connsiteX113" fmla="*/ 361499 w 1782629"/>
                <a:gd name="connsiteY113" fmla="*/ 1418336 h 1447865"/>
                <a:gd name="connsiteX114" fmla="*/ 590988 w 1782629"/>
                <a:gd name="connsiteY114" fmla="*/ 1424051 h 1447865"/>
                <a:gd name="connsiteX115" fmla="*/ 675698 w 1782629"/>
                <a:gd name="connsiteY115" fmla="*/ 1412748 h 1447865"/>
                <a:gd name="connsiteX116" fmla="*/ 592893 w 1782629"/>
                <a:gd name="connsiteY116" fmla="*/ 1228725 h 1447865"/>
                <a:gd name="connsiteX117" fmla="*/ 572065 w 1782629"/>
                <a:gd name="connsiteY117" fmla="*/ 1137666 h 1447865"/>
                <a:gd name="connsiteX118" fmla="*/ 607244 w 1782629"/>
                <a:gd name="connsiteY118" fmla="*/ 1009142 h 1447865"/>
                <a:gd name="connsiteX119" fmla="*/ 433000 w 1782629"/>
                <a:gd name="connsiteY119" fmla="*/ 1003554 h 1447865"/>
                <a:gd name="connsiteX120" fmla="*/ 416744 w 1782629"/>
                <a:gd name="connsiteY120" fmla="*/ 1117473 h 1447865"/>
                <a:gd name="connsiteX121" fmla="*/ 387788 w 1782629"/>
                <a:gd name="connsiteY121" fmla="*/ 1265810 h 1447865"/>
                <a:gd name="connsiteX122" fmla="*/ 476815 w 1782629"/>
                <a:gd name="connsiteY122" fmla="*/ 1275461 h 1447865"/>
                <a:gd name="connsiteX123" fmla="*/ 520503 w 1782629"/>
                <a:gd name="connsiteY123" fmla="*/ 1176655 h 1447865"/>
                <a:gd name="connsiteX124" fmla="*/ 416744 w 1782629"/>
                <a:gd name="connsiteY124" fmla="*/ 1117473 h 1447865"/>
                <a:gd name="connsiteX125" fmla="*/ 695382 w 1782629"/>
                <a:gd name="connsiteY125" fmla="*/ 1228344 h 1447865"/>
                <a:gd name="connsiteX126" fmla="*/ 694493 w 1782629"/>
                <a:gd name="connsiteY126" fmla="*/ 1273810 h 1447865"/>
                <a:gd name="connsiteX127" fmla="*/ 1551998 w 1782629"/>
                <a:gd name="connsiteY127" fmla="*/ 1273302 h 1447865"/>
                <a:gd name="connsiteX128" fmla="*/ 1554664 w 1782629"/>
                <a:gd name="connsiteY128" fmla="*/ 1228091 h 1447865"/>
                <a:gd name="connsiteX129" fmla="*/ 695382 w 1782629"/>
                <a:gd name="connsiteY129" fmla="*/ 1228344 h 1447865"/>
                <a:gd name="connsiteX0" fmla="*/ 1782629 w 1782629"/>
                <a:gd name="connsiteY0" fmla="*/ 358394 h 1447865"/>
                <a:gd name="connsiteX1" fmla="*/ 1780089 w 1782629"/>
                <a:gd name="connsiteY1" fmla="*/ 552704 h 1447865"/>
                <a:gd name="connsiteX2" fmla="*/ 1743513 w 1782629"/>
                <a:gd name="connsiteY2" fmla="*/ 621030 h 1447865"/>
                <a:gd name="connsiteX3" fmla="*/ 1555680 w 1782629"/>
                <a:gd name="connsiteY3" fmla="*/ 645160 h 1447865"/>
                <a:gd name="connsiteX4" fmla="*/ 1069398 w 1782629"/>
                <a:gd name="connsiteY4" fmla="*/ 648589 h 1447865"/>
                <a:gd name="connsiteX5" fmla="*/ 1017708 w 1782629"/>
                <a:gd name="connsiteY5" fmla="*/ 647192 h 1447865"/>
                <a:gd name="connsiteX6" fmla="*/ 1012374 w 1782629"/>
                <a:gd name="connsiteY6" fmla="*/ 556641 h 1447865"/>
                <a:gd name="connsiteX7" fmla="*/ 936048 w 1782629"/>
                <a:gd name="connsiteY7" fmla="*/ 619125 h 1447865"/>
                <a:gd name="connsiteX8" fmla="*/ 742245 w 1782629"/>
                <a:gd name="connsiteY8" fmla="*/ 791210 h 1447865"/>
                <a:gd name="connsiteX9" fmla="*/ 932492 w 1782629"/>
                <a:gd name="connsiteY9" fmla="*/ 924433 h 1447865"/>
                <a:gd name="connsiteX10" fmla="*/ 1004881 w 1782629"/>
                <a:gd name="connsiteY10" fmla="*/ 751459 h 1447865"/>
                <a:gd name="connsiteX11" fmla="*/ 1183189 w 1782629"/>
                <a:gd name="connsiteY11" fmla="*/ 748030 h 1447865"/>
                <a:gd name="connsiteX12" fmla="*/ 1620197 w 1782629"/>
                <a:gd name="connsiteY12" fmla="*/ 749808 h 1447865"/>
                <a:gd name="connsiteX13" fmla="*/ 1680522 w 1782629"/>
                <a:gd name="connsiteY13" fmla="*/ 784225 h 1447865"/>
                <a:gd name="connsiteX14" fmla="*/ 1572825 w 1782629"/>
                <a:gd name="connsiteY14" fmla="*/ 1215263 h 1447865"/>
                <a:gd name="connsiteX15" fmla="*/ 1579556 w 1782629"/>
                <a:gd name="connsiteY15" fmla="*/ 1229741 h 1447865"/>
                <a:gd name="connsiteX16" fmla="*/ 1561904 w 1782629"/>
                <a:gd name="connsiteY16" fmla="*/ 1295782 h 1447865"/>
                <a:gd name="connsiteX17" fmla="*/ 1478718 w 1782629"/>
                <a:gd name="connsiteY17" fmla="*/ 1299338 h 1447865"/>
                <a:gd name="connsiteX18" fmla="*/ 704273 w 1782629"/>
                <a:gd name="connsiteY18" fmla="*/ 1298829 h 1447865"/>
                <a:gd name="connsiteX19" fmla="*/ 675189 w 1782629"/>
                <a:gd name="connsiteY19" fmla="*/ 1205104 h 1447865"/>
                <a:gd name="connsiteX20" fmla="*/ 834067 w 1782629"/>
                <a:gd name="connsiteY20" fmla="*/ 1201039 h 1447865"/>
                <a:gd name="connsiteX21" fmla="*/ 789743 w 1782629"/>
                <a:gd name="connsiteY21" fmla="*/ 838200 h 1447865"/>
                <a:gd name="connsiteX22" fmla="*/ 757612 w 1782629"/>
                <a:gd name="connsiteY22" fmla="*/ 824230 h 1447865"/>
                <a:gd name="connsiteX23" fmla="*/ 667696 w 1782629"/>
                <a:gd name="connsiteY23" fmla="*/ 804545 h 1447865"/>
                <a:gd name="connsiteX24" fmla="*/ 514788 w 1782629"/>
                <a:gd name="connsiteY24" fmla="*/ 848106 h 1447865"/>
                <a:gd name="connsiteX25" fmla="*/ 348672 w 1782629"/>
                <a:gd name="connsiteY25" fmla="*/ 804418 h 1447865"/>
                <a:gd name="connsiteX26" fmla="*/ 253295 w 1782629"/>
                <a:gd name="connsiteY26" fmla="*/ 829945 h 1447865"/>
                <a:gd name="connsiteX27" fmla="*/ 247580 w 1782629"/>
                <a:gd name="connsiteY27" fmla="*/ 851789 h 1447865"/>
                <a:gd name="connsiteX28" fmla="*/ 210623 w 1782629"/>
                <a:gd name="connsiteY28" fmla="*/ 1111250 h 1447865"/>
                <a:gd name="connsiteX29" fmla="*/ 430206 w 1782629"/>
                <a:gd name="connsiteY29" fmla="*/ 1090804 h 1447865"/>
                <a:gd name="connsiteX30" fmla="*/ 426142 w 1782629"/>
                <a:gd name="connsiteY30" fmla="*/ 1057148 h 1447865"/>
                <a:gd name="connsiteX31" fmla="*/ 411918 w 1782629"/>
                <a:gd name="connsiteY31" fmla="*/ 983869 h 1447865"/>
                <a:gd name="connsiteX32" fmla="*/ 511994 w 1782629"/>
                <a:gd name="connsiteY32" fmla="*/ 974725 h 1447865"/>
                <a:gd name="connsiteX33" fmla="*/ 579939 w 1782629"/>
                <a:gd name="connsiteY33" fmla="*/ 975868 h 1447865"/>
                <a:gd name="connsiteX34" fmla="*/ 629215 w 1782629"/>
                <a:gd name="connsiteY34" fmla="*/ 1010666 h 1447865"/>
                <a:gd name="connsiteX35" fmla="*/ 596957 w 1782629"/>
                <a:gd name="connsiteY35" fmla="*/ 1085596 h 1447865"/>
                <a:gd name="connsiteX36" fmla="*/ 611308 w 1782629"/>
                <a:gd name="connsiteY36" fmla="*/ 1204341 h 1447865"/>
                <a:gd name="connsiteX37" fmla="*/ 697542 w 1782629"/>
                <a:gd name="connsiteY37" fmla="*/ 1380236 h 1447865"/>
                <a:gd name="connsiteX38" fmla="*/ 680650 w 1782629"/>
                <a:gd name="connsiteY38" fmla="*/ 1444879 h 1447865"/>
                <a:gd name="connsiteX39" fmla="*/ 400869 w 1782629"/>
                <a:gd name="connsiteY39" fmla="*/ 1447419 h 1447865"/>
                <a:gd name="connsiteX40" fmla="*/ 339655 w 1782629"/>
                <a:gd name="connsiteY40" fmla="*/ 1427988 h 1447865"/>
                <a:gd name="connsiteX41" fmla="*/ 349053 w 1782629"/>
                <a:gd name="connsiteY41" fmla="*/ 1340739 h 1447865"/>
                <a:gd name="connsiteX42" fmla="*/ 40443 w 1782629"/>
                <a:gd name="connsiteY42" fmla="*/ 1236726 h 1447865"/>
                <a:gd name="connsiteX43" fmla="*/ 94672 w 1782629"/>
                <a:gd name="connsiteY43" fmla="*/ 949071 h 1447865"/>
                <a:gd name="connsiteX44" fmla="*/ 286061 w 1782629"/>
                <a:gd name="connsiteY44" fmla="*/ 789813 h 1447865"/>
                <a:gd name="connsiteX45" fmla="*/ 194494 w 1782629"/>
                <a:gd name="connsiteY45" fmla="*/ 735838 h 1447865"/>
                <a:gd name="connsiteX46" fmla="*/ 101276 w 1782629"/>
                <a:gd name="connsiteY46" fmla="*/ 621157 h 1447865"/>
                <a:gd name="connsiteX47" fmla="*/ 43110 w 1782629"/>
                <a:gd name="connsiteY47" fmla="*/ 588010 h 1447865"/>
                <a:gd name="connsiteX48" fmla="*/ 21393 w 1782629"/>
                <a:gd name="connsiteY48" fmla="*/ 365125 h 1447865"/>
                <a:gd name="connsiteX49" fmla="*/ 92132 w 1782629"/>
                <a:gd name="connsiteY49" fmla="*/ 307340 h 1447865"/>
                <a:gd name="connsiteX50" fmla="*/ 317938 w 1782629"/>
                <a:gd name="connsiteY50" fmla="*/ 102743 h 1447865"/>
                <a:gd name="connsiteX51" fmla="*/ 696271 w 1782629"/>
                <a:gd name="connsiteY51" fmla="*/ 93472 h 1447865"/>
                <a:gd name="connsiteX52" fmla="*/ 828732 w 1782629"/>
                <a:gd name="connsiteY52" fmla="*/ 169037 h 1447865"/>
                <a:gd name="connsiteX53" fmla="*/ 943540 w 1782629"/>
                <a:gd name="connsiteY53" fmla="*/ 311531 h 1447865"/>
                <a:gd name="connsiteX54" fmla="*/ 1016057 w 1782629"/>
                <a:gd name="connsiteY54" fmla="*/ 364744 h 1447865"/>
                <a:gd name="connsiteX55" fmla="*/ 1012248 w 1782629"/>
                <a:gd name="connsiteY55" fmla="*/ 133604 h 1447865"/>
                <a:gd name="connsiteX56" fmla="*/ 1060380 w 1782629"/>
                <a:gd name="connsiteY56" fmla="*/ 17272 h 1447865"/>
                <a:gd name="connsiteX57" fmla="*/ 1149026 w 1782629"/>
                <a:gd name="connsiteY57" fmla="*/ 0 h 1447865"/>
                <a:gd name="connsiteX58" fmla="*/ 1035107 w 1782629"/>
                <a:gd name="connsiteY58" fmla="*/ 107823 h 1447865"/>
                <a:gd name="connsiteX59" fmla="*/ 1034345 w 1782629"/>
                <a:gd name="connsiteY59" fmla="*/ 623443 h 1447865"/>
                <a:gd name="connsiteX60" fmla="*/ 1670361 w 1782629"/>
                <a:gd name="connsiteY60" fmla="*/ 621284 h 1447865"/>
                <a:gd name="connsiteX61" fmla="*/ 1759135 w 1782629"/>
                <a:gd name="connsiteY61" fmla="*/ 528447 h 1447865"/>
                <a:gd name="connsiteX62" fmla="*/ 1758880 w 1782629"/>
                <a:gd name="connsiteY62" fmla="*/ 108458 h 1447865"/>
                <a:gd name="connsiteX63" fmla="*/ 1035107 w 1782629"/>
                <a:gd name="connsiteY63" fmla="*/ 107823 h 1447865"/>
                <a:gd name="connsiteX64" fmla="*/ 268027 w 1782629"/>
                <a:gd name="connsiteY64" fmla="*/ 154940 h 1447865"/>
                <a:gd name="connsiteX65" fmla="*/ 98482 w 1782629"/>
                <a:gd name="connsiteY65" fmla="*/ 393827 h 1447865"/>
                <a:gd name="connsiteX66" fmla="*/ 96450 w 1782629"/>
                <a:gd name="connsiteY66" fmla="*/ 395986 h 1447865"/>
                <a:gd name="connsiteX67" fmla="*/ 202114 w 1782629"/>
                <a:gd name="connsiteY67" fmla="*/ 708787 h 1447865"/>
                <a:gd name="connsiteX68" fmla="*/ 388042 w 1782629"/>
                <a:gd name="connsiteY68" fmla="*/ 779780 h 1447865"/>
                <a:gd name="connsiteX69" fmla="*/ 691954 w 1782629"/>
                <a:gd name="connsiteY69" fmla="*/ 777240 h 1447865"/>
                <a:gd name="connsiteX70" fmla="*/ 940746 w 1782629"/>
                <a:gd name="connsiteY70" fmla="*/ 489839 h 1447865"/>
                <a:gd name="connsiteX71" fmla="*/ 834574 w 1782629"/>
                <a:gd name="connsiteY71" fmla="*/ 206883 h 1447865"/>
                <a:gd name="connsiteX72" fmla="*/ 509708 w 1782629"/>
                <a:gd name="connsiteY72" fmla="*/ 101854 h 1447865"/>
                <a:gd name="connsiteX73" fmla="*/ 268027 w 1782629"/>
                <a:gd name="connsiteY73" fmla="*/ 154940 h 1447865"/>
                <a:gd name="connsiteX74" fmla="*/ 82480 w 1782629"/>
                <a:gd name="connsiteY74" fmla="*/ 586740 h 1447865"/>
                <a:gd name="connsiteX75" fmla="*/ 77146 w 1782629"/>
                <a:gd name="connsiteY75" fmla="*/ 335280 h 1447865"/>
                <a:gd name="connsiteX76" fmla="*/ 82480 w 1782629"/>
                <a:gd name="connsiteY76" fmla="*/ 586740 h 1447865"/>
                <a:gd name="connsiteX77" fmla="*/ 950144 w 1782629"/>
                <a:gd name="connsiteY77" fmla="*/ 333756 h 1447865"/>
                <a:gd name="connsiteX78" fmla="*/ 946969 w 1782629"/>
                <a:gd name="connsiteY78" fmla="*/ 589534 h 1447865"/>
                <a:gd name="connsiteX79" fmla="*/ 950144 w 1782629"/>
                <a:gd name="connsiteY79" fmla="*/ 333756 h 1447865"/>
                <a:gd name="connsiteX80" fmla="*/ 998912 w 1782629"/>
                <a:gd name="connsiteY80" fmla="*/ 780415 h 1447865"/>
                <a:gd name="connsiteX81" fmla="*/ 967670 w 1782629"/>
                <a:gd name="connsiteY81" fmla="*/ 872363 h 1447865"/>
                <a:gd name="connsiteX82" fmla="*/ 900361 w 1782629"/>
                <a:gd name="connsiteY82" fmla="*/ 1201039 h 1447865"/>
                <a:gd name="connsiteX83" fmla="*/ 1554792 w 1782629"/>
                <a:gd name="connsiteY83" fmla="*/ 1201039 h 1447865"/>
                <a:gd name="connsiteX84" fmla="*/ 1650804 w 1782629"/>
                <a:gd name="connsiteY84" fmla="*/ 777621 h 1447865"/>
                <a:gd name="connsiteX85" fmla="*/ 1060254 w 1782629"/>
                <a:gd name="connsiteY85" fmla="*/ 775843 h 1447865"/>
                <a:gd name="connsiteX86" fmla="*/ 998912 w 1782629"/>
                <a:gd name="connsiteY86" fmla="*/ 780415 h 1447865"/>
                <a:gd name="connsiteX87" fmla="*/ 436175 w 1782629"/>
                <a:gd name="connsiteY87" fmla="*/ 803656 h 1447865"/>
                <a:gd name="connsiteX88" fmla="*/ 593528 w 1782629"/>
                <a:gd name="connsiteY88" fmla="*/ 803402 h 1447865"/>
                <a:gd name="connsiteX89" fmla="*/ 436175 w 1782629"/>
                <a:gd name="connsiteY89" fmla="*/ 803656 h 1447865"/>
                <a:gd name="connsiteX90" fmla="*/ 50857 w 1782629"/>
                <a:gd name="connsiteY90" fmla="*/ 1151001 h 1447865"/>
                <a:gd name="connsiteX91" fmla="*/ 73336 w 1782629"/>
                <a:gd name="connsiteY91" fmla="*/ 1247521 h 1447865"/>
                <a:gd name="connsiteX92" fmla="*/ 363912 w 1782629"/>
                <a:gd name="connsiteY92" fmla="*/ 1318133 h 1447865"/>
                <a:gd name="connsiteX93" fmla="*/ 380168 w 1782629"/>
                <a:gd name="connsiteY93" fmla="*/ 1289304 h 1447865"/>
                <a:gd name="connsiteX94" fmla="*/ 362515 w 1782629"/>
                <a:gd name="connsiteY94" fmla="*/ 1120648 h 1447865"/>
                <a:gd name="connsiteX95" fmla="*/ 140011 w 1782629"/>
                <a:gd name="connsiteY95" fmla="*/ 1138555 h 1447865"/>
                <a:gd name="connsiteX96" fmla="*/ 185731 w 1782629"/>
                <a:gd name="connsiteY96" fmla="*/ 1111504 h 1447865"/>
                <a:gd name="connsiteX97" fmla="*/ 220910 w 1782629"/>
                <a:gd name="connsiteY97" fmla="*/ 846201 h 1447865"/>
                <a:gd name="connsiteX98" fmla="*/ 50857 w 1782629"/>
                <a:gd name="connsiteY98" fmla="*/ 1151001 h 1447865"/>
                <a:gd name="connsiteX99" fmla="*/ 825049 w 1782629"/>
                <a:gd name="connsiteY99" fmla="*/ 855854 h 1447865"/>
                <a:gd name="connsiteX100" fmla="*/ 857307 w 1782629"/>
                <a:gd name="connsiteY100" fmla="*/ 1201039 h 1447865"/>
                <a:gd name="connsiteX101" fmla="*/ 875468 w 1782629"/>
                <a:gd name="connsiteY101" fmla="*/ 1201039 h 1447865"/>
                <a:gd name="connsiteX102" fmla="*/ 922331 w 1782629"/>
                <a:gd name="connsiteY102" fmla="*/ 958216 h 1447865"/>
                <a:gd name="connsiteX103" fmla="*/ 825049 w 1782629"/>
                <a:gd name="connsiteY103" fmla="*/ 855854 h 1447865"/>
                <a:gd name="connsiteX104" fmla="*/ 433000 w 1782629"/>
                <a:gd name="connsiteY104" fmla="*/ 1003554 h 1447865"/>
                <a:gd name="connsiteX105" fmla="*/ 419538 w 1782629"/>
                <a:gd name="connsiteY105" fmla="*/ 1023239 h 1447865"/>
                <a:gd name="connsiteX106" fmla="*/ 492055 w 1782629"/>
                <a:gd name="connsiteY106" fmla="*/ 1035177 h 1447865"/>
                <a:gd name="connsiteX107" fmla="*/ 455860 w 1782629"/>
                <a:gd name="connsiteY107" fmla="*/ 1059688 h 1447865"/>
                <a:gd name="connsiteX108" fmla="*/ 453193 w 1782629"/>
                <a:gd name="connsiteY108" fmla="*/ 1082548 h 1447865"/>
                <a:gd name="connsiteX109" fmla="*/ 526853 w 1782629"/>
                <a:gd name="connsiteY109" fmla="*/ 1124458 h 1447865"/>
                <a:gd name="connsiteX110" fmla="*/ 527361 w 1782629"/>
                <a:gd name="connsiteY110" fmla="*/ 1271270 h 1447865"/>
                <a:gd name="connsiteX111" fmla="*/ 400615 w 1782629"/>
                <a:gd name="connsiteY111" fmla="*/ 1304417 h 1447865"/>
                <a:gd name="connsiteX112" fmla="*/ 361499 w 1782629"/>
                <a:gd name="connsiteY112" fmla="*/ 1418336 h 1447865"/>
                <a:gd name="connsiteX113" fmla="*/ 590988 w 1782629"/>
                <a:gd name="connsiteY113" fmla="*/ 1424051 h 1447865"/>
                <a:gd name="connsiteX114" fmla="*/ 675698 w 1782629"/>
                <a:gd name="connsiteY114" fmla="*/ 1412748 h 1447865"/>
                <a:gd name="connsiteX115" fmla="*/ 592893 w 1782629"/>
                <a:gd name="connsiteY115" fmla="*/ 1228725 h 1447865"/>
                <a:gd name="connsiteX116" fmla="*/ 572065 w 1782629"/>
                <a:gd name="connsiteY116" fmla="*/ 1137666 h 1447865"/>
                <a:gd name="connsiteX117" fmla="*/ 607244 w 1782629"/>
                <a:gd name="connsiteY117" fmla="*/ 1009142 h 1447865"/>
                <a:gd name="connsiteX118" fmla="*/ 433000 w 1782629"/>
                <a:gd name="connsiteY118" fmla="*/ 1003554 h 1447865"/>
                <a:gd name="connsiteX119" fmla="*/ 416744 w 1782629"/>
                <a:gd name="connsiteY119" fmla="*/ 1117473 h 1447865"/>
                <a:gd name="connsiteX120" fmla="*/ 387788 w 1782629"/>
                <a:gd name="connsiteY120" fmla="*/ 1265810 h 1447865"/>
                <a:gd name="connsiteX121" fmla="*/ 476815 w 1782629"/>
                <a:gd name="connsiteY121" fmla="*/ 1275461 h 1447865"/>
                <a:gd name="connsiteX122" fmla="*/ 520503 w 1782629"/>
                <a:gd name="connsiteY122" fmla="*/ 1176655 h 1447865"/>
                <a:gd name="connsiteX123" fmla="*/ 416744 w 1782629"/>
                <a:gd name="connsiteY123" fmla="*/ 1117473 h 1447865"/>
                <a:gd name="connsiteX124" fmla="*/ 695382 w 1782629"/>
                <a:gd name="connsiteY124" fmla="*/ 1228344 h 1447865"/>
                <a:gd name="connsiteX125" fmla="*/ 694493 w 1782629"/>
                <a:gd name="connsiteY125" fmla="*/ 1273810 h 1447865"/>
                <a:gd name="connsiteX126" fmla="*/ 1551998 w 1782629"/>
                <a:gd name="connsiteY126" fmla="*/ 1273302 h 1447865"/>
                <a:gd name="connsiteX127" fmla="*/ 1554664 w 1782629"/>
                <a:gd name="connsiteY127" fmla="*/ 1228091 h 1447865"/>
                <a:gd name="connsiteX128" fmla="*/ 695382 w 1782629"/>
                <a:gd name="connsiteY128" fmla="*/ 1228344 h 1447865"/>
                <a:gd name="connsiteX0" fmla="*/ 1782629 w 1782629"/>
                <a:gd name="connsiteY0" fmla="*/ 358394 h 1447865"/>
                <a:gd name="connsiteX1" fmla="*/ 1780089 w 1782629"/>
                <a:gd name="connsiteY1" fmla="*/ 552704 h 1447865"/>
                <a:gd name="connsiteX2" fmla="*/ 1743513 w 1782629"/>
                <a:gd name="connsiteY2" fmla="*/ 621030 h 1447865"/>
                <a:gd name="connsiteX3" fmla="*/ 1555680 w 1782629"/>
                <a:gd name="connsiteY3" fmla="*/ 645160 h 1447865"/>
                <a:gd name="connsiteX4" fmla="*/ 1069398 w 1782629"/>
                <a:gd name="connsiteY4" fmla="*/ 648589 h 1447865"/>
                <a:gd name="connsiteX5" fmla="*/ 1017708 w 1782629"/>
                <a:gd name="connsiteY5" fmla="*/ 647192 h 1447865"/>
                <a:gd name="connsiteX6" fmla="*/ 1012374 w 1782629"/>
                <a:gd name="connsiteY6" fmla="*/ 556641 h 1447865"/>
                <a:gd name="connsiteX7" fmla="*/ 936048 w 1782629"/>
                <a:gd name="connsiteY7" fmla="*/ 619125 h 1447865"/>
                <a:gd name="connsiteX8" fmla="*/ 742245 w 1782629"/>
                <a:gd name="connsiteY8" fmla="*/ 791210 h 1447865"/>
                <a:gd name="connsiteX9" fmla="*/ 932492 w 1782629"/>
                <a:gd name="connsiteY9" fmla="*/ 924433 h 1447865"/>
                <a:gd name="connsiteX10" fmla="*/ 1004881 w 1782629"/>
                <a:gd name="connsiteY10" fmla="*/ 751459 h 1447865"/>
                <a:gd name="connsiteX11" fmla="*/ 1183189 w 1782629"/>
                <a:gd name="connsiteY11" fmla="*/ 748030 h 1447865"/>
                <a:gd name="connsiteX12" fmla="*/ 1620197 w 1782629"/>
                <a:gd name="connsiteY12" fmla="*/ 749808 h 1447865"/>
                <a:gd name="connsiteX13" fmla="*/ 1680522 w 1782629"/>
                <a:gd name="connsiteY13" fmla="*/ 784225 h 1447865"/>
                <a:gd name="connsiteX14" fmla="*/ 1572825 w 1782629"/>
                <a:gd name="connsiteY14" fmla="*/ 1215263 h 1447865"/>
                <a:gd name="connsiteX15" fmla="*/ 1579556 w 1782629"/>
                <a:gd name="connsiteY15" fmla="*/ 1229741 h 1447865"/>
                <a:gd name="connsiteX16" fmla="*/ 1561904 w 1782629"/>
                <a:gd name="connsiteY16" fmla="*/ 1295782 h 1447865"/>
                <a:gd name="connsiteX17" fmla="*/ 1478718 w 1782629"/>
                <a:gd name="connsiteY17" fmla="*/ 1299338 h 1447865"/>
                <a:gd name="connsiteX18" fmla="*/ 704273 w 1782629"/>
                <a:gd name="connsiteY18" fmla="*/ 1298829 h 1447865"/>
                <a:gd name="connsiteX19" fmla="*/ 675189 w 1782629"/>
                <a:gd name="connsiteY19" fmla="*/ 1205104 h 1447865"/>
                <a:gd name="connsiteX20" fmla="*/ 834067 w 1782629"/>
                <a:gd name="connsiteY20" fmla="*/ 1201039 h 1447865"/>
                <a:gd name="connsiteX21" fmla="*/ 789743 w 1782629"/>
                <a:gd name="connsiteY21" fmla="*/ 838200 h 1447865"/>
                <a:gd name="connsiteX22" fmla="*/ 757612 w 1782629"/>
                <a:gd name="connsiteY22" fmla="*/ 824230 h 1447865"/>
                <a:gd name="connsiteX23" fmla="*/ 667696 w 1782629"/>
                <a:gd name="connsiteY23" fmla="*/ 804545 h 1447865"/>
                <a:gd name="connsiteX24" fmla="*/ 514788 w 1782629"/>
                <a:gd name="connsiteY24" fmla="*/ 848106 h 1447865"/>
                <a:gd name="connsiteX25" fmla="*/ 348672 w 1782629"/>
                <a:gd name="connsiteY25" fmla="*/ 804418 h 1447865"/>
                <a:gd name="connsiteX26" fmla="*/ 253295 w 1782629"/>
                <a:gd name="connsiteY26" fmla="*/ 829945 h 1447865"/>
                <a:gd name="connsiteX27" fmla="*/ 247580 w 1782629"/>
                <a:gd name="connsiteY27" fmla="*/ 851789 h 1447865"/>
                <a:gd name="connsiteX28" fmla="*/ 210623 w 1782629"/>
                <a:gd name="connsiteY28" fmla="*/ 1111250 h 1447865"/>
                <a:gd name="connsiteX29" fmla="*/ 430206 w 1782629"/>
                <a:gd name="connsiteY29" fmla="*/ 1090804 h 1447865"/>
                <a:gd name="connsiteX30" fmla="*/ 426142 w 1782629"/>
                <a:gd name="connsiteY30" fmla="*/ 1057148 h 1447865"/>
                <a:gd name="connsiteX31" fmla="*/ 411918 w 1782629"/>
                <a:gd name="connsiteY31" fmla="*/ 983869 h 1447865"/>
                <a:gd name="connsiteX32" fmla="*/ 511994 w 1782629"/>
                <a:gd name="connsiteY32" fmla="*/ 974725 h 1447865"/>
                <a:gd name="connsiteX33" fmla="*/ 579939 w 1782629"/>
                <a:gd name="connsiteY33" fmla="*/ 975868 h 1447865"/>
                <a:gd name="connsiteX34" fmla="*/ 629215 w 1782629"/>
                <a:gd name="connsiteY34" fmla="*/ 1010666 h 1447865"/>
                <a:gd name="connsiteX35" fmla="*/ 596957 w 1782629"/>
                <a:gd name="connsiteY35" fmla="*/ 1085596 h 1447865"/>
                <a:gd name="connsiteX36" fmla="*/ 611308 w 1782629"/>
                <a:gd name="connsiteY36" fmla="*/ 1204341 h 1447865"/>
                <a:gd name="connsiteX37" fmla="*/ 697542 w 1782629"/>
                <a:gd name="connsiteY37" fmla="*/ 1380236 h 1447865"/>
                <a:gd name="connsiteX38" fmla="*/ 680650 w 1782629"/>
                <a:gd name="connsiteY38" fmla="*/ 1444879 h 1447865"/>
                <a:gd name="connsiteX39" fmla="*/ 400869 w 1782629"/>
                <a:gd name="connsiteY39" fmla="*/ 1447419 h 1447865"/>
                <a:gd name="connsiteX40" fmla="*/ 339655 w 1782629"/>
                <a:gd name="connsiteY40" fmla="*/ 1427988 h 1447865"/>
                <a:gd name="connsiteX41" fmla="*/ 349053 w 1782629"/>
                <a:gd name="connsiteY41" fmla="*/ 1340739 h 1447865"/>
                <a:gd name="connsiteX42" fmla="*/ 40443 w 1782629"/>
                <a:gd name="connsiteY42" fmla="*/ 1236726 h 1447865"/>
                <a:gd name="connsiteX43" fmla="*/ 94672 w 1782629"/>
                <a:gd name="connsiteY43" fmla="*/ 949071 h 1447865"/>
                <a:gd name="connsiteX44" fmla="*/ 286061 w 1782629"/>
                <a:gd name="connsiteY44" fmla="*/ 789813 h 1447865"/>
                <a:gd name="connsiteX45" fmla="*/ 194494 w 1782629"/>
                <a:gd name="connsiteY45" fmla="*/ 735838 h 1447865"/>
                <a:gd name="connsiteX46" fmla="*/ 101276 w 1782629"/>
                <a:gd name="connsiteY46" fmla="*/ 621157 h 1447865"/>
                <a:gd name="connsiteX47" fmla="*/ 43110 w 1782629"/>
                <a:gd name="connsiteY47" fmla="*/ 588010 h 1447865"/>
                <a:gd name="connsiteX48" fmla="*/ 21393 w 1782629"/>
                <a:gd name="connsiteY48" fmla="*/ 365125 h 1447865"/>
                <a:gd name="connsiteX49" fmla="*/ 92132 w 1782629"/>
                <a:gd name="connsiteY49" fmla="*/ 307340 h 1447865"/>
                <a:gd name="connsiteX50" fmla="*/ 317938 w 1782629"/>
                <a:gd name="connsiteY50" fmla="*/ 102743 h 1447865"/>
                <a:gd name="connsiteX51" fmla="*/ 696271 w 1782629"/>
                <a:gd name="connsiteY51" fmla="*/ 93472 h 1447865"/>
                <a:gd name="connsiteX52" fmla="*/ 828732 w 1782629"/>
                <a:gd name="connsiteY52" fmla="*/ 169037 h 1447865"/>
                <a:gd name="connsiteX53" fmla="*/ 943540 w 1782629"/>
                <a:gd name="connsiteY53" fmla="*/ 311531 h 1447865"/>
                <a:gd name="connsiteX54" fmla="*/ 1016057 w 1782629"/>
                <a:gd name="connsiteY54" fmla="*/ 364744 h 1447865"/>
                <a:gd name="connsiteX55" fmla="*/ 1012248 w 1782629"/>
                <a:gd name="connsiteY55" fmla="*/ 133604 h 1447865"/>
                <a:gd name="connsiteX56" fmla="*/ 1060380 w 1782629"/>
                <a:gd name="connsiteY56" fmla="*/ 17272 h 1447865"/>
                <a:gd name="connsiteX57" fmla="*/ 1149026 w 1782629"/>
                <a:gd name="connsiteY57" fmla="*/ 0 h 1447865"/>
                <a:gd name="connsiteX58" fmla="*/ 1035107 w 1782629"/>
                <a:gd name="connsiteY58" fmla="*/ 107823 h 1447865"/>
                <a:gd name="connsiteX59" fmla="*/ 1034345 w 1782629"/>
                <a:gd name="connsiteY59" fmla="*/ 623443 h 1447865"/>
                <a:gd name="connsiteX60" fmla="*/ 1670361 w 1782629"/>
                <a:gd name="connsiteY60" fmla="*/ 621284 h 1447865"/>
                <a:gd name="connsiteX61" fmla="*/ 1759135 w 1782629"/>
                <a:gd name="connsiteY61" fmla="*/ 528447 h 1447865"/>
                <a:gd name="connsiteX62" fmla="*/ 1035107 w 1782629"/>
                <a:gd name="connsiteY62" fmla="*/ 107823 h 1447865"/>
                <a:gd name="connsiteX63" fmla="*/ 268027 w 1782629"/>
                <a:gd name="connsiteY63" fmla="*/ 154940 h 1447865"/>
                <a:gd name="connsiteX64" fmla="*/ 98482 w 1782629"/>
                <a:gd name="connsiteY64" fmla="*/ 393827 h 1447865"/>
                <a:gd name="connsiteX65" fmla="*/ 96450 w 1782629"/>
                <a:gd name="connsiteY65" fmla="*/ 395986 h 1447865"/>
                <a:gd name="connsiteX66" fmla="*/ 202114 w 1782629"/>
                <a:gd name="connsiteY66" fmla="*/ 708787 h 1447865"/>
                <a:gd name="connsiteX67" fmla="*/ 388042 w 1782629"/>
                <a:gd name="connsiteY67" fmla="*/ 779780 h 1447865"/>
                <a:gd name="connsiteX68" fmla="*/ 691954 w 1782629"/>
                <a:gd name="connsiteY68" fmla="*/ 777240 h 1447865"/>
                <a:gd name="connsiteX69" fmla="*/ 940746 w 1782629"/>
                <a:gd name="connsiteY69" fmla="*/ 489839 h 1447865"/>
                <a:gd name="connsiteX70" fmla="*/ 834574 w 1782629"/>
                <a:gd name="connsiteY70" fmla="*/ 206883 h 1447865"/>
                <a:gd name="connsiteX71" fmla="*/ 509708 w 1782629"/>
                <a:gd name="connsiteY71" fmla="*/ 101854 h 1447865"/>
                <a:gd name="connsiteX72" fmla="*/ 268027 w 1782629"/>
                <a:gd name="connsiteY72" fmla="*/ 154940 h 1447865"/>
                <a:gd name="connsiteX73" fmla="*/ 82480 w 1782629"/>
                <a:gd name="connsiteY73" fmla="*/ 586740 h 1447865"/>
                <a:gd name="connsiteX74" fmla="*/ 77146 w 1782629"/>
                <a:gd name="connsiteY74" fmla="*/ 335280 h 1447865"/>
                <a:gd name="connsiteX75" fmla="*/ 82480 w 1782629"/>
                <a:gd name="connsiteY75" fmla="*/ 586740 h 1447865"/>
                <a:gd name="connsiteX76" fmla="*/ 950144 w 1782629"/>
                <a:gd name="connsiteY76" fmla="*/ 333756 h 1447865"/>
                <a:gd name="connsiteX77" fmla="*/ 946969 w 1782629"/>
                <a:gd name="connsiteY77" fmla="*/ 589534 h 1447865"/>
                <a:gd name="connsiteX78" fmla="*/ 950144 w 1782629"/>
                <a:gd name="connsiteY78" fmla="*/ 333756 h 1447865"/>
                <a:gd name="connsiteX79" fmla="*/ 998912 w 1782629"/>
                <a:gd name="connsiteY79" fmla="*/ 780415 h 1447865"/>
                <a:gd name="connsiteX80" fmla="*/ 967670 w 1782629"/>
                <a:gd name="connsiteY80" fmla="*/ 872363 h 1447865"/>
                <a:gd name="connsiteX81" fmla="*/ 900361 w 1782629"/>
                <a:gd name="connsiteY81" fmla="*/ 1201039 h 1447865"/>
                <a:gd name="connsiteX82" fmla="*/ 1554792 w 1782629"/>
                <a:gd name="connsiteY82" fmla="*/ 1201039 h 1447865"/>
                <a:gd name="connsiteX83" fmla="*/ 1650804 w 1782629"/>
                <a:gd name="connsiteY83" fmla="*/ 777621 h 1447865"/>
                <a:gd name="connsiteX84" fmla="*/ 1060254 w 1782629"/>
                <a:gd name="connsiteY84" fmla="*/ 775843 h 1447865"/>
                <a:gd name="connsiteX85" fmla="*/ 998912 w 1782629"/>
                <a:gd name="connsiteY85" fmla="*/ 780415 h 1447865"/>
                <a:gd name="connsiteX86" fmla="*/ 436175 w 1782629"/>
                <a:gd name="connsiteY86" fmla="*/ 803656 h 1447865"/>
                <a:gd name="connsiteX87" fmla="*/ 593528 w 1782629"/>
                <a:gd name="connsiteY87" fmla="*/ 803402 h 1447865"/>
                <a:gd name="connsiteX88" fmla="*/ 436175 w 1782629"/>
                <a:gd name="connsiteY88" fmla="*/ 803656 h 1447865"/>
                <a:gd name="connsiteX89" fmla="*/ 50857 w 1782629"/>
                <a:gd name="connsiteY89" fmla="*/ 1151001 h 1447865"/>
                <a:gd name="connsiteX90" fmla="*/ 73336 w 1782629"/>
                <a:gd name="connsiteY90" fmla="*/ 1247521 h 1447865"/>
                <a:gd name="connsiteX91" fmla="*/ 363912 w 1782629"/>
                <a:gd name="connsiteY91" fmla="*/ 1318133 h 1447865"/>
                <a:gd name="connsiteX92" fmla="*/ 380168 w 1782629"/>
                <a:gd name="connsiteY92" fmla="*/ 1289304 h 1447865"/>
                <a:gd name="connsiteX93" fmla="*/ 362515 w 1782629"/>
                <a:gd name="connsiteY93" fmla="*/ 1120648 h 1447865"/>
                <a:gd name="connsiteX94" fmla="*/ 140011 w 1782629"/>
                <a:gd name="connsiteY94" fmla="*/ 1138555 h 1447865"/>
                <a:gd name="connsiteX95" fmla="*/ 185731 w 1782629"/>
                <a:gd name="connsiteY95" fmla="*/ 1111504 h 1447865"/>
                <a:gd name="connsiteX96" fmla="*/ 220910 w 1782629"/>
                <a:gd name="connsiteY96" fmla="*/ 846201 h 1447865"/>
                <a:gd name="connsiteX97" fmla="*/ 50857 w 1782629"/>
                <a:gd name="connsiteY97" fmla="*/ 1151001 h 1447865"/>
                <a:gd name="connsiteX98" fmla="*/ 825049 w 1782629"/>
                <a:gd name="connsiteY98" fmla="*/ 855854 h 1447865"/>
                <a:gd name="connsiteX99" fmla="*/ 857307 w 1782629"/>
                <a:gd name="connsiteY99" fmla="*/ 1201039 h 1447865"/>
                <a:gd name="connsiteX100" fmla="*/ 875468 w 1782629"/>
                <a:gd name="connsiteY100" fmla="*/ 1201039 h 1447865"/>
                <a:gd name="connsiteX101" fmla="*/ 922331 w 1782629"/>
                <a:gd name="connsiteY101" fmla="*/ 958216 h 1447865"/>
                <a:gd name="connsiteX102" fmla="*/ 825049 w 1782629"/>
                <a:gd name="connsiteY102" fmla="*/ 855854 h 1447865"/>
                <a:gd name="connsiteX103" fmla="*/ 433000 w 1782629"/>
                <a:gd name="connsiteY103" fmla="*/ 1003554 h 1447865"/>
                <a:gd name="connsiteX104" fmla="*/ 419538 w 1782629"/>
                <a:gd name="connsiteY104" fmla="*/ 1023239 h 1447865"/>
                <a:gd name="connsiteX105" fmla="*/ 492055 w 1782629"/>
                <a:gd name="connsiteY105" fmla="*/ 1035177 h 1447865"/>
                <a:gd name="connsiteX106" fmla="*/ 455860 w 1782629"/>
                <a:gd name="connsiteY106" fmla="*/ 1059688 h 1447865"/>
                <a:gd name="connsiteX107" fmla="*/ 453193 w 1782629"/>
                <a:gd name="connsiteY107" fmla="*/ 1082548 h 1447865"/>
                <a:gd name="connsiteX108" fmla="*/ 526853 w 1782629"/>
                <a:gd name="connsiteY108" fmla="*/ 1124458 h 1447865"/>
                <a:gd name="connsiteX109" fmla="*/ 527361 w 1782629"/>
                <a:gd name="connsiteY109" fmla="*/ 1271270 h 1447865"/>
                <a:gd name="connsiteX110" fmla="*/ 400615 w 1782629"/>
                <a:gd name="connsiteY110" fmla="*/ 1304417 h 1447865"/>
                <a:gd name="connsiteX111" fmla="*/ 361499 w 1782629"/>
                <a:gd name="connsiteY111" fmla="*/ 1418336 h 1447865"/>
                <a:gd name="connsiteX112" fmla="*/ 590988 w 1782629"/>
                <a:gd name="connsiteY112" fmla="*/ 1424051 h 1447865"/>
                <a:gd name="connsiteX113" fmla="*/ 675698 w 1782629"/>
                <a:gd name="connsiteY113" fmla="*/ 1412748 h 1447865"/>
                <a:gd name="connsiteX114" fmla="*/ 592893 w 1782629"/>
                <a:gd name="connsiteY114" fmla="*/ 1228725 h 1447865"/>
                <a:gd name="connsiteX115" fmla="*/ 572065 w 1782629"/>
                <a:gd name="connsiteY115" fmla="*/ 1137666 h 1447865"/>
                <a:gd name="connsiteX116" fmla="*/ 607244 w 1782629"/>
                <a:gd name="connsiteY116" fmla="*/ 1009142 h 1447865"/>
                <a:gd name="connsiteX117" fmla="*/ 433000 w 1782629"/>
                <a:gd name="connsiteY117" fmla="*/ 1003554 h 1447865"/>
                <a:gd name="connsiteX118" fmla="*/ 416744 w 1782629"/>
                <a:gd name="connsiteY118" fmla="*/ 1117473 h 1447865"/>
                <a:gd name="connsiteX119" fmla="*/ 387788 w 1782629"/>
                <a:gd name="connsiteY119" fmla="*/ 1265810 h 1447865"/>
                <a:gd name="connsiteX120" fmla="*/ 476815 w 1782629"/>
                <a:gd name="connsiteY120" fmla="*/ 1275461 h 1447865"/>
                <a:gd name="connsiteX121" fmla="*/ 520503 w 1782629"/>
                <a:gd name="connsiteY121" fmla="*/ 1176655 h 1447865"/>
                <a:gd name="connsiteX122" fmla="*/ 416744 w 1782629"/>
                <a:gd name="connsiteY122" fmla="*/ 1117473 h 1447865"/>
                <a:gd name="connsiteX123" fmla="*/ 695382 w 1782629"/>
                <a:gd name="connsiteY123" fmla="*/ 1228344 h 1447865"/>
                <a:gd name="connsiteX124" fmla="*/ 694493 w 1782629"/>
                <a:gd name="connsiteY124" fmla="*/ 1273810 h 1447865"/>
                <a:gd name="connsiteX125" fmla="*/ 1551998 w 1782629"/>
                <a:gd name="connsiteY125" fmla="*/ 1273302 h 1447865"/>
                <a:gd name="connsiteX126" fmla="*/ 1554664 w 1782629"/>
                <a:gd name="connsiteY126" fmla="*/ 1228091 h 1447865"/>
                <a:gd name="connsiteX127" fmla="*/ 695382 w 1782629"/>
                <a:gd name="connsiteY127" fmla="*/ 1228344 h 1447865"/>
                <a:gd name="connsiteX0" fmla="*/ 1780089 w 1780088"/>
                <a:gd name="connsiteY0" fmla="*/ 552704 h 1447865"/>
                <a:gd name="connsiteX1" fmla="*/ 1743513 w 1780088"/>
                <a:gd name="connsiteY1" fmla="*/ 621030 h 1447865"/>
                <a:gd name="connsiteX2" fmla="*/ 1555680 w 1780088"/>
                <a:gd name="connsiteY2" fmla="*/ 645160 h 1447865"/>
                <a:gd name="connsiteX3" fmla="*/ 1069398 w 1780088"/>
                <a:gd name="connsiteY3" fmla="*/ 648589 h 1447865"/>
                <a:gd name="connsiteX4" fmla="*/ 1017708 w 1780088"/>
                <a:gd name="connsiteY4" fmla="*/ 647192 h 1447865"/>
                <a:gd name="connsiteX5" fmla="*/ 1012374 w 1780088"/>
                <a:gd name="connsiteY5" fmla="*/ 556641 h 1447865"/>
                <a:gd name="connsiteX6" fmla="*/ 936048 w 1780088"/>
                <a:gd name="connsiteY6" fmla="*/ 619125 h 1447865"/>
                <a:gd name="connsiteX7" fmla="*/ 742245 w 1780088"/>
                <a:gd name="connsiteY7" fmla="*/ 791210 h 1447865"/>
                <a:gd name="connsiteX8" fmla="*/ 932492 w 1780088"/>
                <a:gd name="connsiteY8" fmla="*/ 924433 h 1447865"/>
                <a:gd name="connsiteX9" fmla="*/ 1004881 w 1780088"/>
                <a:gd name="connsiteY9" fmla="*/ 751459 h 1447865"/>
                <a:gd name="connsiteX10" fmla="*/ 1183189 w 1780088"/>
                <a:gd name="connsiteY10" fmla="*/ 748030 h 1447865"/>
                <a:gd name="connsiteX11" fmla="*/ 1620197 w 1780088"/>
                <a:gd name="connsiteY11" fmla="*/ 749808 h 1447865"/>
                <a:gd name="connsiteX12" fmla="*/ 1680522 w 1780088"/>
                <a:gd name="connsiteY12" fmla="*/ 784225 h 1447865"/>
                <a:gd name="connsiteX13" fmla="*/ 1572825 w 1780088"/>
                <a:gd name="connsiteY13" fmla="*/ 1215263 h 1447865"/>
                <a:gd name="connsiteX14" fmla="*/ 1579556 w 1780088"/>
                <a:gd name="connsiteY14" fmla="*/ 1229741 h 1447865"/>
                <a:gd name="connsiteX15" fmla="*/ 1561904 w 1780088"/>
                <a:gd name="connsiteY15" fmla="*/ 1295782 h 1447865"/>
                <a:gd name="connsiteX16" fmla="*/ 1478718 w 1780088"/>
                <a:gd name="connsiteY16" fmla="*/ 1299338 h 1447865"/>
                <a:gd name="connsiteX17" fmla="*/ 704273 w 1780088"/>
                <a:gd name="connsiteY17" fmla="*/ 1298829 h 1447865"/>
                <a:gd name="connsiteX18" fmla="*/ 675189 w 1780088"/>
                <a:gd name="connsiteY18" fmla="*/ 1205104 h 1447865"/>
                <a:gd name="connsiteX19" fmla="*/ 834067 w 1780088"/>
                <a:gd name="connsiteY19" fmla="*/ 1201039 h 1447865"/>
                <a:gd name="connsiteX20" fmla="*/ 789743 w 1780088"/>
                <a:gd name="connsiteY20" fmla="*/ 838200 h 1447865"/>
                <a:gd name="connsiteX21" fmla="*/ 757612 w 1780088"/>
                <a:gd name="connsiteY21" fmla="*/ 824230 h 1447865"/>
                <a:gd name="connsiteX22" fmla="*/ 667696 w 1780088"/>
                <a:gd name="connsiteY22" fmla="*/ 804545 h 1447865"/>
                <a:gd name="connsiteX23" fmla="*/ 514788 w 1780088"/>
                <a:gd name="connsiteY23" fmla="*/ 848106 h 1447865"/>
                <a:gd name="connsiteX24" fmla="*/ 348672 w 1780088"/>
                <a:gd name="connsiteY24" fmla="*/ 804418 h 1447865"/>
                <a:gd name="connsiteX25" fmla="*/ 253295 w 1780088"/>
                <a:gd name="connsiteY25" fmla="*/ 829945 h 1447865"/>
                <a:gd name="connsiteX26" fmla="*/ 247580 w 1780088"/>
                <a:gd name="connsiteY26" fmla="*/ 851789 h 1447865"/>
                <a:gd name="connsiteX27" fmla="*/ 210623 w 1780088"/>
                <a:gd name="connsiteY27" fmla="*/ 1111250 h 1447865"/>
                <a:gd name="connsiteX28" fmla="*/ 430206 w 1780088"/>
                <a:gd name="connsiteY28" fmla="*/ 1090804 h 1447865"/>
                <a:gd name="connsiteX29" fmla="*/ 426142 w 1780088"/>
                <a:gd name="connsiteY29" fmla="*/ 1057148 h 1447865"/>
                <a:gd name="connsiteX30" fmla="*/ 411918 w 1780088"/>
                <a:gd name="connsiteY30" fmla="*/ 983869 h 1447865"/>
                <a:gd name="connsiteX31" fmla="*/ 511994 w 1780088"/>
                <a:gd name="connsiteY31" fmla="*/ 974725 h 1447865"/>
                <a:gd name="connsiteX32" fmla="*/ 579939 w 1780088"/>
                <a:gd name="connsiteY32" fmla="*/ 975868 h 1447865"/>
                <a:gd name="connsiteX33" fmla="*/ 629215 w 1780088"/>
                <a:gd name="connsiteY33" fmla="*/ 1010666 h 1447865"/>
                <a:gd name="connsiteX34" fmla="*/ 596957 w 1780088"/>
                <a:gd name="connsiteY34" fmla="*/ 1085596 h 1447865"/>
                <a:gd name="connsiteX35" fmla="*/ 611308 w 1780088"/>
                <a:gd name="connsiteY35" fmla="*/ 1204341 h 1447865"/>
                <a:gd name="connsiteX36" fmla="*/ 697542 w 1780088"/>
                <a:gd name="connsiteY36" fmla="*/ 1380236 h 1447865"/>
                <a:gd name="connsiteX37" fmla="*/ 680650 w 1780088"/>
                <a:gd name="connsiteY37" fmla="*/ 1444879 h 1447865"/>
                <a:gd name="connsiteX38" fmla="*/ 400869 w 1780088"/>
                <a:gd name="connsiteY38" fmla="*/ 1447419 h 1447865"/>
                <a:gd name="connsiteX39" fmla="*/ 339655 w 1780088"/>
                <a:gd name="connsiteY39" fmla="*/ 1427988 h 1447865"/>
                <a:gd name="connsiteX40" fmla="*/ 349053 w 1780088"/>
                <a:gd name="connsiteY40" fmla="*/ 1340739 h 1447865"/>
                <a:gd name="connsiteX41" fmla="*/ 40443 w 1780088"/>
                <a:gd name="connsiteY41" fmla="*/ 1236726 h 1447865"/>
                <a:gd name="connsiteX42" fmla="*/ 94672 w 1780088"/>
                <a:gd name="connsiteY42" fmla="*/ 949071 h 1447865"/>
                <a:gd name="connsiteX43" fmla="*/ 286061 w 1780088"/>
                <a:gd name="connsiteY43" fmla="*/ 789813 h 1447865"/>
                <a:gd name="connsiteX44" fmla="*/ 194494 w 1780088"/>
                <a:gd name="connsiteY44" fmla="*/ 735838 h 1447865"/>
                <a:gd name="connsiteX45" fmla="*/ 101276 w 1780088"/>
                <a:gd name="connsiteY45" fmla="*/ 621157 h 1447865"/>
                <a:gd name="connsiteX46" fmla="*/ 43110 w 1780088"/>
                <a:gd name="connsiteY46" fmla="*/ 588010 h 1447865"/>
                <a:gd name="connsiteX47" fmla="*/ 21393 w 1780088"/>
                <a:gd name="connsiteY47" fmla="*/ 365125 h 1447865"/>
                <a:gd name="connsiteX48" fmla="*/ 92132 w 1780088"/>
                <a:gd name="connsiteY48" fmla="*/ 307340 h 1447865"/>
                <a:gd name="connsiteX49" fmla="*/ 317938 w 1780088"/>
                <a:gd name="connsiteY49" fmla="*/ 102743 h 1447865"/>
                <a:gd name="connsiteX50" fmla="*/ 696271 w 1780088"/>
                <a:gd name="connsiteY50" fmla="*/ 93472 h 1447865"/>
                <a:gd name="connsiteX51" fmla="*/ 828732 w 1780088"/>
                <a:gd name="connsiteY51" fmla="*/ 169037 h 1447865"/>
                <a:gd name="connsiteX52" fmla="*/ 943540 w 1780088"/>
                <a:gd name="connsiteY52" fmla="*/ 311531 h 1447865"/>
                <a:gd name="connsiteX53" fmla="*/ 1016057 w 1780088"/>
                <a:gd name="connsiteY53" fmla="*/ 364744 h 1447865"/>
                <a:gd name="connsiteX54" fmla="*/ 1012248 w 1780088"/>
                <a:gd name="connsiteY54" fmla="*/ 133604 h 1447865"/>
                <a:gd name="connsiteX55" fmla="*/ 1060380 w 1780088"/>
                <a:gd name="connsiteY55" fmla="*/ 17272 h 1447865"/>
                <a:gd name="connsiteX56" fmla="*/ 1149026 w 1780088"/>
                <a:gd name="connsiteY56" fmla="*/ 0 h 1447865"/>
                <a:gd name="connsiteX57" fmla="*/ 1035107 w 1780088"/>
                <a:gd name="connsiteY57" fmla="*/ 107823 h 1447865"/>
                <a:gd name="connsiteX58" fmla="*/ 1034345 w 1780088"/>
                <a:gd name="connsiteY58" fmla="*/ 623443 h 1447865"/>
                <a:gd name="connsiteX59" fmla="*/ 1670361 w 1780088"/>
                <a:gd name="connsiteY59" fmla="*/ 621284 h 1447865"/>
                <a:gd name="connsiteX60" fmla="*/ 1759135 w 1780088"/>
                <a:gd name="connsiteY60" fmla="*/ 528447 h 1447865"/>
                <a:gd name="connsiteX61" fmla="*/ 1035107 w 1780088"/>
                <a:gd name="connsiteY61" fmla="*/ 107823 h 1447865"/>
                <a:gd name="connsiteX62" fmla="*/ 268027 w 1780088"/>
                <a:gd name="connsiteY62" fmla="*/ 154940 h 1447865"/>
                <a:gd name="connsiteX63" fmla="*/ 98482 w 1780088"/>
                <a:gd name="connsiteY63" fmla="*/ 393827 h 1447865"/>
                <a:gd name="connsiteX64" fmla="*/ 96450 w 1780088"/>
                <a:gd name="connsiteY64" fmla="*/ 395986 h 1447865"/>
                <a:gd name="connsiteX65" fmla="*/ 202114 w 1780088"/>
                <a:gd name="connsiteY65" fmla="*/ 708787 h 1447865"/>
                <a:gd name="connsiteX66" fmla="*/ 388042 w 1780088"/>
                <a:gd name="connsiteY66" fmla="*/ 779780 h 1447865"/>
                <a:gd name="connsiteX67" fmla="*/ 691954 w 1780088"/>
                <a:gd name="connsiteY67" fmla="*/ 777240 h 1447865"/>
                <a:gd name="connsiteX68" fmla="*/ 940746 w 1780088"/>
                <a:gd name="connsiteY68" fmla="*/ 489839 h 1447865"/>
                <a:gd name="connsiteX69" fmla="*/ 834574 w 1780088"/>
                <a:gd name="connsiteY69" fmla="*/ 206883 h 1447865"/>
                <a:gd name="connsiteX70" fmla="*/ 509708 w 1780088"/>
                <a:gd name="connsiteY70" fmla="*/ 101854 h 1447865"/>
                <a:gd name="connsiteX71" fmla="*/ 268027 w 1780088"/>
                <a:gd name="connsiteY71" fmla="*/ 154940 h 1447865"/>
                <a:gd name="connsiteX72" fmla="*/ 82480 w 1780088"/>
                <a:gd name="connsiteY72" fmla="*/ 586740 h 1447865"/>
                <a:gd name="connsiteX73" fmla="*/ 77146 w 1780088"/>
                <a:gd name="connsiteY73" fmla="*/ 335280 h 1447865"/>
                <a:gd name="connsiteX74" fmla="*/ 82480 w 1780088"/>
                <a:gd name="connsiteY74" fmla="*/ 586740 h 1447865"/>
                <a:gd name="connsiteX75" fmla="*/ 950144 w 1780088"/>
                <a:gd name="connsiteY75" fmla="*/ 333756 h 1447865"/>
                <a:gd name="connsiteX76" fmla="*/ 946969 w 1780088"/>
                <a:gd name="connsiteY76" fmla="*/ 589534 h 1447865"/>
                <a:gd name="connsiteX77" fmla="*/ 950144 w 1780088"/>
                <a:gd name="connsiteY77" fmla="*/ 333756 h 1447865"/>
                <a:gd name="connsiteX78" fmla="*/ 998912 w 1780088"/>
                <a:gd name="connsiteY78" fmla="*/ 780415 h 1447865"/>
                <a:gd name="connsiteX79" fmla="*/ 967670 w 1780088"/>
                <a:gd name="connsiteY79" fmla="*/ 872363 h 1447865"/>
                <a:gd name="connsiteX80" fmla="*/ 900361 w 1780088"/>
                <a:gd name="connsiteY80" fmla="*/ 1201039 h 1447865"/>
                <a:gd name="connsiteX81" fmla="*/ 1554792 w 1780088"/>
                <a:gd name="connsiteY81" fmla="*/ 1201039 h 1447865"/>
                <a:gd name="connsiteX82" fmla="*/ 1650804 w 1780088"/>
                <a:gd name="connsiteY82" fmla="*/ 777621 h 1447865"/>
                <a:gd name="connsiteX83" fmla="*/ 1060254 w 1780088"/>
                <a:gd name="connsiteY83" fmla="*/ 775843 h 1447865"/>
                <a:gd name="connsiteX84" fmla="*/ 998912 w 1780088"/>
                <a:gd name="connsiteY84" fmla="*/ 780415 h 1447865"/>
                <a:gd name="connsiteX85" fmla="*/ 436175 w 1780088"/>
                <a:gd name="connsiteY85" fmla="*/ 803656 h 1447865"/>
                <a:gd name="connsiteX86" fmla="*/ 593528 w 1780088"/>
                <a:gd name="connsiteY86" fmla="*/ 803402 h 1447865"/>
                <a:gd name="connsiteX87" fmla="*/ 436175 w 1780088"/>
                <a:gd name="connsiteY87" fmla="*/ 803656 h 1447865"/>
                <a:gd name="connsiteX88" fmla="*/ 50857 w 1780088"/>
                <a:gd name="connsiteY88" fmla="*/ 1151001 h 1447865"/>
                <a:gd name="connsiteX89" fmla="*/ 73336 w 1780088"/>
                <a:gd name="connsiteY89" fmla="*/ 1247521 h 1447865"/>
                <a:gd name="connsiteX90" fmla="*/ 363912 w 1780088"/>
                <a:gd name="connsiteY90" fmla="*/ 1318133 h 1447865"/>
                <a:gd name="connsiteX91" fmla="*/ 380168 w 1780088"/>
                <a:gd name="connsiteY91" fmla="*/ 1289304 h 1447865"/>
                <a:gd name="connsiteX92" fmla="*/ 362515 w 1780088"/>
                <a:gd name="connsiteY92" fmla="*/ 1120648 h 1447865"/>
                <a:gd name="connsiteX93" fmla="*/ 140011 w 1780088"/>
                <a:gd name="connsiteY93" fmla="*/ 1138555 h 1447865"/>
                <a:gd name="connsiteX94" fmla="*/ 185731 w 1780088"/>
                <a:gd name="connsiteY94" fmla="*/ 1111504 h 1447865"/>
                <a:gd name="connsiteX95" fmla="*/ 220910 w 1780088"/>
                <a:gd name="connsiteY95" fmla="*/ 846201 h 1447865"/>
                <a:gd name="connsiteX96" fmla="*/ 50857 w 1780088"/>
                <a:gd name="connsiteY96" fmla="*/ 1151001 h 1447865"/>
                <a:gd name="connsiteX97" fmla="*/ 825049 w 1780088"/>
                <a:gd name="connsiteY97" fmla="*/ 855854 h 1447865"/>
                <a:gd name="connsiteX98" fmla="*/ 857307 w 1780088"/>
                <a:gd name="connsiteY98" fmla="*/ 1201039 h 1447865"/>
                <a:gd name="connsiteX99" fmla="*/ 875468 w 1780088"/>
                <a:gd name="connsiteY99" fmla="*/ 1201039 h 1447865"/>
                <a:gd name="connsiteX100" fmla="*/ 922331 w 1780088"/>
                <a:gd name="connsiteY100" fmla="*/ 958216 h 1447865"/>
                <a:gd name="connsiteX101" fmla="*/ 825049 w 1780088"/>
                <a:gd name="connsiteY101" fmla="*/ 855854 h 1447865"/>
                <a:gd name="connsiteX102" fmla="*/ 433000 w 1780088"/>
                <a:gd name="connsiteY102" fmla="*/ 1003554 h 1447865"/>
                <a:gd name="connsiteX103" fmla="*/ 419538 w 1780088"/>
                <a:gd name="connsiteY103" fmla="*/ 1023239 h 1447865"/>
                <a:gd name="connsiteX104" fmla="*/ 492055 w 1780088"/>
                <a:gd name="connsiteY104" fmla="*/ 1035177 h 1447865"/>
                <a:gd name="connsiteX105" fmla="*/ 455860 w 1780088"/>
                <a:gd name="connsiteY105" fmla="*/ 1059688 h 1447865"/>
                <a:gd name="connsiteX106" fmla="*/ 453193 w 1780088"/>
                <a:gd name="connsiteY106" fmla="*/ 1082548 h 1447865"/>
                <a:gd name="connsiteX107" fmla="*/ 526853 w 1780088"/>
                <a:gd name="connsiteY107" fmla="*/ 1124458 h 1447865"/>
                <a:gd name="connsiteX108" fmla="*/ 527361 w 1780088"/>
                <a:gd name="connsiteY108" fmla="*/ 1271270 h 1447865"/>
                <a:gd name="connsiteX109" fmla="*/ 400615 w 1780088"/>
                <a:gd name="connsiteY109" fmla="*/ 1304417 h 1447865"/>
                <a:gd name="connsiteX110" fmla="*/ 361499 w 1780088"/>
                <a:gd name="connsiteY110" fmla="*/ 1418336 h 1447865"/>
                <a:gd name="connsiteX111" fmla="*/ 590988 w 1780088"/>
                <a:gd name="connsiteY111" fmla="*/ 1424051 h 1447865"/>
                <a:gd name="connsiteX112" fmla="*/ 675698 w 1780088"/>
                <a:gd name="connsiteY112" fmla="*/ 1412748 h 1447865"/>
                <a:gd name="connsiteX113" fmla="*/ 592893 w 1780088"/>
                <a:gd name="connsiteY113" fmla="*/ 1228725 h 1447865"/>
                <a:gd name="connsiteX114" fmla="*/ 572065 w 1780088"/>
                <a:gd name="connsiteY114" fmla="*/ 1137666 h 1447865"/>
                <a:gd name="connsiteX115" fmla="*/ 607244 w 1780088"/>
                <a:gd name="connsiteY115" fmla="*/ 1009142 h 1447865"/>
                <a:gd name="connsiteX116" fmla="*/ 433000 w 1780088"/>
                <a:gd name="connsiteY116" fmla="*/ 1003554 h 1447865"/>
                <a:gd name="connsiteX117" fmla="*/ 416744 w 1780088"/>
                <a:gd name="connsiteY117" fmla="*/ 1117473 h 1447865"/>
                <a:gd name="connsiteX118" fmla="*/ 387788 w 1780088"/>
                <a:gd name="connsiteY118" fmla="*/ 1265810 h 1447865"/>
                <a:gd name="connsiteX119" fmla="*/ 476815 w 1780088"/>
                <a:gd name="connsiteY119" fmla="*/ 1275461 h 1447865"/>
                <a:gd name="connsiteX120" fmla="*/ 520503 w 1780088"/>
                <a:gd name="connsiteY120" fmla="*/ 1176655 h 1447865"/>
                <a:gd name="connsiteX121" fmla="*/ 416744 w 1780088"/>
                <a:gd name="connsiteY121" fmla="*/ 1117473 h 1447865"/>
                <a:gd name="connsiteX122" fmla="*/ 695382 w 1780088"/>
                <a:gd name="connsiteY122" fmla="*/ 1228344 h 1447865"/>
                <a:gd name="connsiteX123" fmla="*/ 694493 w 1780088"/>
                <a:gd name="connsiteY123" fmla="*/ 1273810 h 1447865"/>
                <a:gd name="connsiteX124" fmla="*/ 1551998 w 1780088"/>
                <a:gd name="connsiteY124" fmla="*/ 1273302 h 1447865"/>
                <a:gd name="connsiteX125" fmla="*/ 1554664 w 1780088"/>
                <a:gd name="connsiteY125" fmla="*/ 1228091 h 1447865"/>
                <a:gd name="connsiteX126" fmla="*/ 695382 w 1780088"/>
                <a:gd name="connsiteY126" fmla="*/ 1228344 h 1447865"/>
                <a:gd name="connsiteX0" fmla="*/ 1780089 w 1780089"/>
                <a:gd name="connsiteY0" fmla="*/ 552704 h 1447865"/>
                <a:gd name="connsiteX1" fmla="*/ 1743513 w 1780089"/>
                <a:gd name="connsiteY1" fmla="*/ 621030 h 1447865"/>
                <a:gd name="connsiteX2" fmla="*/ 1555680 w 1780089"/>
                <a:gd name="connsiteY2" fmla="*/ 645160 h 1447865"/>
                <a:gd name="connsiteX3" fmla="*/ 1069398 w 1780089"/>
                <a:gd name="connsiteY3" fmla="*/ 648589 h 1447865"/>
                <a:gd name="connsiteX4" fmla="*/ 1017708 w 1780089"/>
                <a:gd name="connsiteY4" fmla="*/ 647192 h 1447865"/>
                <a:gd name="connsiteX5" fmla="*/ 1012374 w 1780089"/>
                <a:gd name="connsiteY5" fmla="*/ 556641 h 1447865"/>
                <a:gd name="connsiteX6" fmla="*/ 936048 w 1780089"/>
                <a:gd name="connsiteY6" fmla="*/ 619125 h 1447865"/>
                <a:gd name="connsiteX7" fmla="*/ 742245 w 1780089"/>
                <a:gd name="connsiteY7" fmla="*/ 791210 h 1447865"/>
                <a:gd name="connsiteX8" fmla="*/ 932492 w 1780089"/>
                <a:gd name="connsiteY8" fmla="*/ 924433 h 1447865"/>
                <a:gd name="connsiteX9" fmla="*/ 1004881 w 1780089"/>
                <a:gd name="connsiteY9" fmla="*/ 751459 h 1447865"/>
                <a:gd name="connsiteX10" fmla="*/ 1183189 w 1780089"/>
                <a:gd name="connsiteY10" fmla="*/ 748030 h 1447865"/>
                <a:gd name="connsiteX11" fmla="*/ 1620197 w 1780089"/>
                <a:gd name="connsiteY11" fmla="*/ 749808 h 1447865"/>
                <a:gd name="connsiteX12" fmla="*/ 1680522 w 1780089"/>
                <a:gd name="connsiteY12" fmla="*/ 784225 h 1447865"/>
                <a:gd name="connsiteX13" fmla="*/ 1572825 w 1780089"/>
                <a:gd name="connsiteY13" fmla="*/ 1215263 h 1447865"/>
                <a:gd name="connsiteX14" fmla="*/ 1579556 w 1780089"/>
                <a:gd name="connsiteY14" fmla="*/ 1229741 h 1447865"/>
                <a:gd name="connsiteX15" fmla="*/ 1561904 w 1780089"/>
                <a:gd name="connsiteY15" fmla="*/ 1295782 h 1447865"/>
                <a:gd name="connsiteX16" fmla="*/ 1478718 w 1780089"/>
                <a:gd name="connsiteY16" fmla="*/ 1299338 h 1447865"/>
                <a:gd name="connsiteX17" fmla="*/ 704273 w 1780089"/>
                <a:gd name="connsiteY17" fmla="*/ 1298829 h 1447865"/>
                <a:gd name="connsiteX18" fmla="*/ 675189 w 1780089"/>
                <a:gd name="connsiteY18" fmla="*/ 1205104 h 1447865"/>
                <a:gd name="connsiteX19" fmla="*/ 834067 w 1780089"/>
                <a:gd name="connsiteY19" fmla="*/ 1201039 h 1447865"/>
                <a:gd name="connsiteX20" fmla="*/ 789743 w 1780089"/>
                <a:gd name="connsiteY20" fmla="*/ 838200 h 1447865"/>
                <a:gd name="connsiteX21" fmla="*/ 757612 w 1780089"/>
                <a:gd name="connsiteY21" fmla="*/ 824230 h 1447865"/>
                <a:gd name="connsiteX22" fmla="*/ 667696 w 1780089"/>
                <a:gd name="connsiteY22" fmla="*/ 804545 h 1447865"/>
                <a:gd name="connsiteX23" fmla="*/ 514788 w 1780089"/>
                <a:gd name="connsiteY23" fmla="*/ 848106 h 1447865"/>
                <a:gd name="connsiteX24" fmla="*/ 348672 w 1780089"/>
                <a:gd name="connsiteY24" fmla="*/ 804418 h 1447865"/>
                <a:gd name="connsiteX25" fmla="*/ 253295 w 1780089"/>
                <a:gd name="connsiteY25" fmla="*/ 829945 h 1447865"/>
                <a:gd name="connsiteX26" fmla="*/ 247580 w 1780089"/>
                <a:gd name="connsiteY26" fmla="*/ 851789 h 1447865"/>
                <a:gd name="connsiteX27" fmla="*/ 210623 w 1780089"/>
                <a:gd name="connsiteY27" fmla="*/ 1111250 h 1447865"/>
                <a:gd name="connsiteX28" fmla="*/ 430206 w 1780089"/>
                <a:gd name="connsiteY28" fmla="*/ 1090804 h 1447865"/>
                <a:gd name="connsiteX29" fmla="*/ 426142 w 1780089"/>
                <a:gd name="connsiteY29" fmla="*/ 1057148 h 1447865"/>
                <a:gd name="connsiteX30" fmla="*/ 411918 w 1780089"/>
                <a:gd name="connsiteY30" fmla="*/ 983869 h 1447865"/>
                <a:gd name="connsiteX31" fmla="*/ 511994 w 1780089"/>
                <a:gd name="connsiteY31" fmla="*/ 974725 h 1447865"/>
                <a:gd name="connsiteX32" fmla="*/ 579939 w 1780089"/>
                <a:gd name="connsiteY32" fmla="*/ 975868 h 1447865"/>
                <a:gd name="connsiteX33" fmla="*/ 629215 w 1780089"/>
                <a:gd name="connsiteY33" fmla="*/ 1010666 h 1447865"/>
                <a:gd name="connsiteX34" fmla="*/ 596957 w 1780089"/>
                <a:gd name="connsiteY34" fmla="*/ 1085596 h 1447865"/>
                <a:gd name="connsiteX35" fmla="*/ 611308 w 1780089"/>
                <a:gd name="connsiteY35" fmla="*/ 1204341 h 1447865"/>
                <a:gd name="connsiteX36" fmla="*/ 697542 w 1780089"/>
                <a:gd name="connsiteY36" fmla="*/ 1380236 h 1447865"/>
                <a:gd name="connsiteX37" fmla="*/ 680650 w 1780089"/>
                <a:gd name="connsiteY37" fmla="*/ 1444879 h 1447865"/>
                <a:gd name="connsiteX38" fmla="*/ 400869 w 1780089"/>
                <a:gd name="connsiteY38" fmla="*/ 1447419 h 1447865"/>
                <a:gd name="connsiteX39" fmla="*/ 339655 w 1780089"/>
                <a:gd name="connsiteY39" fmla="*/ 1427988 h 1447865"/>
                <a:gd name="connsiteX40" fmla="*/ 349053 w 1780089"/>
                <a:gd name="connsiteY40" fmla="*/ 1340739 h 1447865"/>
                <a:gd name="connsiteX41" fmla="*/ 40443 w 1780089"/>
                <a:gd name="connsiteY41" fmla="*/ 1236726 h 1447865"/>
                <a:gd name="connsiteX42" fmla="*/ 94672 w 1780089"/>
                <a:gd name="connsiteY42" fmla="*/ 949071 h 1447865"/>
                <a:gd name="connsiteX43" fmla="*/ 286061 w 1780089"/>
                <a:gd name="connsiteY43" fmla="*/ 789813 h 1447865"/>
                <a:gd name="connsiteX44" fmla="*/ 194494 w 1780089"/>
                <a:gd name="connsiteY44" fmla="*/ 735838 h 1447865"/>
                <a:gd name="connsiteX45" fmla="*/ 101276 w 1780089"/>
                <a:gd name="connsiteY45" fmla="*/ 621157 h 1447865"/>
                <a:gd name="connsiteX46" fmla="*/ 43110 w 1780089"/>
                <a:gd name="connsiteY46" fmla="*/ 588010 h 1447865"/>
                <a:gd name="connsiteX47" fmla="*/ 21393 w 1780089"/>
                <a:gd name="connsiteY47" fmla="*/ 365125 h 1447865"/>
                <a:gd name="connsiteX48" fmla="*/ 92132 w 1780089"/>
                <a:gd name="connsiteY48" fmla="*/ 307340 h 1447865"/>
                <a:gd name="connsiteX49" fmla="*/ 317938 w 1780089"/>
                <a:gd name="connsiteY49" fmla="*/ 102743 h 1447865"/>
                <a:gd name="connsiteX50" fmla="*/ 696271 w 1780089"/>
                <a:gd name="connsiteY50" fmla="*/ 93472 h 1447865"/>
                <a:gd name="connsiteX51" fmla="*/ 828732 w 1780089"/>
                <a:gd name="connsiteY51" fmla="*/ 169037 h 1447865"/>
                <a:gd name="connsiteX52" fmla="*/ 943540 w 1780089"/>
                <a:gd name="connsiteY52" fmla="*/ 311531 h 1447865"/>
                <a:gd name="connsiteX53" fmla="*/ 1016057 w 1780089"/>
                <a:gd name="connsiteY53" fmla="*/ 364744 h 1447865"/>
                <a:gd name="connsiteX54" fmla="*/ 1012248 w 1780089"/>
                <a:gd name="connsiteY54" fmla="*/ 133604 h 1447865"/>
                <a:gd name="connsiteX55" fmla="*/ 1060380 w 1780089"/>
                <a:gd name="connsiteY55" fmla="*/ 17272 h 1447865"/>
                <a:gd name="connsiteX56" fmla="*/ 1149026 w 1780089"/>
                <a:gd name="connsiteY56" fmla="*/ 0 h 1447865"/>
                <a:gd name="connsiteX57" fmla="*/ 1035107 w 1780089"/>
                <a:gd name="connsiteY57" fmla="*/ 107823 h 1447865"/>
                <a:gd name="connsiteX58" fmla="*/ 1034345 w 1780089"/>
                <a:gd name="connsiteY58" fmla="*/ 623443 h 1447865"/>
                <a:gd name="connsiteX59" fmla="*/ 1670361 w 1780089"/>
                <a:gd name="connsiteY59" fmla="*/ 621284 h 1447865"/>
                <a:gd name="connsiteX60" fmla="*/ 1035107 w 1780089"/>
                <a:gd name="connsiteY60" fmla="*/ 107823 h 1447865"/>
                <a:gd name="connsiteX61" fmla="*/ 268027 w 1780089"/>
                <a:gd name="connsiteY61" fmla="*/ 154940 h 1447865"/>
                <a:gd name="connsiteX62" fmla="*/ 98482 w 1780089"/>
                <a:gd name="connsiteY62" fmla="*/ 393827 h 1447865"/>
                <a:gd name="connsiteX63" fmla="*/ 96450 w 1780089"/>
                <a:gd name="connsiteY63" fmla="*/ 395986 h 1447865"/>
                <a:gd name="connsiteX64" fmla="*/ 202114 w 1780089"/>
                <a:gd name="connsiteY64" fmla="*/ 708787 h 1447865"/>
                <a:gd name="connsiteX65" fmla="*/ 388042 w 1780089"/>
                <a:gd name="connsiteY65" fmla="*/ 779780 h 1447865"/>
                <a:gd name="connsiteX66" fmla="*/ 691954 w 1780089"/>
                <a:gd name="connsiteY66" fmla="*/ 777240 h 1447865"/>
                <a:gd name="connsiteX67" fmla="*/ 940746 w 1780089"/>
                <a:gd name="connsiteY67" fmla="*/ 489839 h 1447865"/>
                <a:gd name="connsiteX68" fmla="*/ 834574 w 1780089"/>
                <a:gd name="connsiteY68" fmla="*/ 206883 h 1447865"/>
                <a:gd name="connsiteX69" fmla="*/ 509708 w 1780089"/>
                <a:gd name="connsiteY69" fmla="*/ 101854 h 1447865"/>
                <a:gd name="connsiteX70" fmla="*/ 268027 w 1780089"/>
                <a:gd name="connsiteY70" fmla="*/ 154940 h 1447865"/>
                <a:gd name="connsiteX71" fmla="*/ 82480 w 1780089"/>
                <a:gd name="connsiteY71" fmla="*/ 586740 h 1447865"/>
                <a:gd name="connsiteX72" fmla="*/ 77146 w 1780089"/>
                <a:gd name="connsiteY72" fmla="*/ 335280 h 1447865"/>
                <a:gd name="connsiteX73" fmla="*/ 82480 w 1780089"/>
                <a:gd name="connsiteY73" fmla="*/ 586740 h 1447865"/>
                <a:gd name="connsiteX74" fmla="*/ 950144 w 1780089"/>
                <a:gd name="connsiteY74" fmla="*/ 333756 h 1447865"/>
                <a:gd name="connsiteX75" fmla="*/ 946969 w 1780089"/>
                <a:gd name="connsiteY75" fmla="*/ 589534 h 1447865"/>
                <a:gd name="connsiteX76" fmla="*/ 950144 w 1780089"/>
                <a:gd name="connsiteY76" fmla="*/ 333756 h 1447865"/>
                <a:gd name="connsiteX77" fmla="*/ 998912 w 1780089"/>
                <a:gd name="connsiteY77" fmla="*/ 780415 h 1447865"/>
                <a:gd name="connsiteX78" fmla="*/ 967670 w 1780089"/>
                <a:gd name="connsiteY78" fmla="*/ 872363 h 1447865"/>
                <a:gd name="connsiteX79" fmla="*/ 900361 w 1780089"/>
                <a:gd name="connsiteY79" fmla="*/ 1201039 h 1447865"/>
                <a:gd name="connsiteX80" fmla="*/ 1554792 w 1780089"/>
                <a:gd name="connsiteY80" fmla="*/ 1201039 h 1447865"/>
                <a:gd name="connsiteX81" fmla="*/ 1650804 w 1780089"/>
                <a:gd name="connsiteY81" fmla="*/ 777621 h 1447865"/>
                <a:gd name="connsiteX82" fmla="*/ 1060254 w 1780089"/>
                <a:gd name="connsiteY82" fmla="*/ 775843 h 1447865"/>
                <a:gd name="connsiteX83" fmla="*/ 998912 w 1780089"/>
                <a:gd name="connsiteY83" fmla="*/ 780415 h 1447865"/>
                <a:gd name="connsiteX84" fmla="*/ 436175 w 1780089"/>
                <a:gd name="connsiteY84" fmla="*/ 803656 h 1447865"/>
                <a:gd name="connsiteX85" fmla="*/ 593528 w 1780089"/>
                <a:gd name="connsiteY85" fmla="*/ 803402 h 1447865"/>
                <a:gd name="connsiteX86" fmla="*/ 436175 w 1780089"/>
                <a:gd name="connsiteY86" fmla="*/ 803656 h 1447865"/>
                <a:gd name="connsiteX87" fmla="*/ 50857 w 1780089"/>
                <a:gd name="connsiteY87" fmla="*/ 1151001 h 1447865"/>
                <a:gd name="connsiteX88" fmla="*/ 73336 w 1780089"/>
                <a:gd name="connsiteY88" fmla="*/ 1247521 h 1447865"/>
                <a:gd name="connsiteX89" fmla="*/ 363912 w 1780089"/>
                <a:gd name="connsiteY89" fmla="*/ 1318133 h 1447865"/>
                <a:gd name="connsiteX90" fmla="*/ 380168 w 1780089"/>
                <a:gd name="connsiteY90" fmla="*/ 1289304 h 1447865"/>
                <a:gd name="connsiteX91" fmla="*/ 362515 w 1780089"/>
                <a:gd name="connsiteY91" fmla="*/ 1120648 h 1447865"/>
                <a:gd name="connsiteX92" fmla="*/ 140011 w 1780089"/>
                <a:gd name="connsiteY92" fmla="*/ 1138555 h 1447865"/>
                <a:gd name="connsiteX93" fmla="*/ 185731 w 1780089"/>
                <a:gd name="connsiteY93" fmla="*/ 1111504 h 1447865"/>
                <a:gd name="connsiteX94" fmla="*/ 220910 w 1780089"/>
                <a:gd name="connsiteY94" fmla="*/ 846201 h 1447865"/>
                <a:gd name="connsiteX95" fmla="*/ 50857 w 1780089"/>
                <a:gd name="connsiteY95" fmla="*/ 1151001 h 1447865"/>
                <a:gd name="connsiteX96" fmla="*/ 825049 w 1780089"/>
                <a:gd name="connsiteY96" fmla="*/ 855854 h 1447865"/>
                <a:gd name="connsiteX97" fmla="*/ 857307 w 1780089"/>
                <a:gd name="connsiteY97" fmla="*/ 1201039 h 1447865"/>
                <a:gd name="connsiteX98" fmla="*/ 875468 w 1780089"/>
                <a:gd name="connsiteY98" fmla="*/ 1201039 h 1447865"/>
                <a:gd name="connsiteX99" fmla="*/ 922331 w 1780089"/>
                <a:gd name="connsiteY99" fmla="*/ 958216 h 1447865"/>
                <a:gd name="connsiteX100" fmla="*/ 825049 w 1780089"/>
                <a:gd name="connsiteY100" fmla="*/ 855854 h 1447865"/>
                <a:gd name="connsiteX101" fmla="*/ 433000 w 1780089"/>
                <a:gd name="connsiteY101" fmla="*/ 1003554 h 1447865"/>
                <a:gd name="connsiteX102" fmla="*/ 419538 w 1780089"/>
                <a:gd name="connsiteY102" fmla="*/ 1023239 h 1447865"/>
                <a:gd name="connsiteX103" fmla="*/ 492055 w 1780089"/>
                <a:gd name="connsiteY103" fmla="*/ 1035177 h 1447865"/>
                <a:gd name="connsiteX104" fmla="*/ 455860 w 1780089"/>
                <a:gd name="connsiteY104" fmla="*/ 1059688 h 1447865"/>
                <a:gd name="connsiteX105" fmla="*/ 453193 w 1780089"/>
                <a:gd name="connsiteY105" fmla="*/ 1082548 h 1447865"/>
                <a:gd name="connsiteX106" fmla="*/ 526853 w 1780089"/>
                <a:gd name="connsiteY106" fmla="*/ 1124458 h 1447865"/>
                <a:gd name="connsiteX107" fmla="*/ 527361 w 1780089"/>
                <a:gd name="connsiteY107" fmla="*/ 1271270 h 1447865"/>
                <a:gd name="connsiteX108" fmla="*/ 400615 w 1780089"/>
                <a:gd name="connsiteY108" fmla="*/ 1304417 h 1447865"/>
                <a:gd name="connsiteX109" fmla="*/ 361499 w 1780089"/>
                <a:gd name="connsiteY109" fmla="*/ 1418336 h 1447865"/>
                <a:gd name="connsiteX110" fmla="*/ 590988 w 1780089"/>
                <a:gd name="connsiteY110" fmla="*/ 1424051 h 1447865"/>
                <a:gd name="connsiteX111" fmla="*/ 675698 w 1780089"/>
                <a:gd name="connsiteY111" fmla="*/ 1412748 h 1447865"/>
                <a:gd name="connsiteX112" fmla="*/ 592893 w 1780089"/>
                <a:gd name="connsiteY112" fmla="*/ 1228725 h 1447865"/>
                <a:gd name="connsiteX113" fmla="*/ 572065 w 1780089"/>
                <a:gd name="connsiteY113" fmla="*/ 1137666 h 1447865"/>
                <a:gd name="connsiteX114" fmla="*/ 607244 w 1780089"/>
                <a:gd name="connsiteY114" fmla="*/ 1009142 h 1447865"/>
                <a:gd name="connsiteX115" fmla="*/ 433000 w 1780089"/>
                <a:gd name="connsiteY115" fmla="*/ 1003554 h 1447865"/>
                <a:gd name="connsiteX116" fmla="*/ 416744 w 1780089"/>
                <a:gd name="connsiteY116" fmla="*/ 1117473 h 1447865"/>
                <a:gd name="connsiteX117" fmla="*/ 387788 w 1780089"/>
                <a:gd name="connsiteY117" fmla="*/ 1265810 h 1447865"/>
                <a:gd name="connsiteX118" fmla="*/ 476815 w 1780089"/>
                <a:gd name="connsiteY118" fmla="*/ 1275461 h 1447865"/>
                <a:gd name="connsiteX119" fmla="*/ 520503 w 1780089"/>
                <a:gd name="connsiteY119" fmla="*/ 1176655 h 1447865"/>
                <a:gd name="connsiteX120" fmla="*/ 416744 w 1780089"/>
                <a:gd name="connsiteY120" fmla="*/ 1117473 h 1447865"/>
                <a:gd name="connsiteX121" fmla="*/ 695382 w 1780089"/>
                <a:gd name="connsiteY121" fmla="*/ 1228344 h 1447865"/>
                <a:gd name="connsiteX122" fmla="*/ 694493 w 1780089"/>
                <a:gd name="connsiteY122" fmla="*/ 1273810 h 1447865"/>
                <a:gd name="connsiteX123" fmla="*/ 1551998 w 1780089"/>
                <a:gd name="connsiteY123" fmla="*/ 1273302 h 1447865"/>
                <a:gd name="connsiteX124" fmla="*/ 1554664 w 1780089"/>
                <a:gd name="connsiteY124" fmla="*/ 1228091 h 1447865"/>
                <a:gd name="connsiteX125" fmla="*/ 695382 w 1780089"/>
                <a:gd name="connsiteY125" fmla="*/ 1228344 h 1447865"/>
                <a:gd name="connsiteX0" fmla="*/ 1743513 w 1743513"/>
                <a:gd name="connsiteY0" fmla="*/ 621030 h 1447865"/>
                <a:gd name="connsiteX1" fmla="*/ 1555680 w 1743513"/>
                <a:gd name="connsiteY1" fmla="*/ 645160 h 1447865"/>
                <a:gd name="connsiteX2" fmla="*/ 1069398 w 1743513"/>
                <a:gd name="connsiteY2" fmla="*/ 648589 h 1447865"/>
                <a:gd name="connsiteX3" fmla="*/ 1017708 w 1743513"/>
                <a:gd name="connsiteY3" fmla="*/ 647192 h 1447865"/>
                <a:gd name="connsiteX4" fmla="*/ 1012374 w 1743513"/>
                <a:gd name="connsiteY4" fmla="*/ 556641 h 1447865"/>
                <a:gd name="connsiteX5" fmla="*/ 936048 w 1743513"/>
                <a:gd name="connsiteY5" fmla="*/ 619125 h 1447865"/>
                <a:gd name="connsiteX6" fmla="*/ 742245 w 1743513"/>
                <a:gd name="connsiteY6" fmla="*/ 791210 h 1447865"/>
                <a:gd name="connsiteX7" fmla="*/ 932492 w 1743513"/>
                <a:gd name="connsiteY7" fmla="*/ 924433 h 1447865"/>
                <a:gd name="connsiteX8" fmla="*/ 1004881 w 1743513"/>
                <a:gd name="connsiteY8" fmla="*/ 751459 h 1447865"/>
                <a:gd name="connsiteX9" fmla="*/ 1183189 w 1743513"/>
                <a:gd name="connsiteY9" fmla="*/ 748030 h 1447865"/>
                <a:gd name="connsiteX10" fmla="*/ 1620197 w 1743513"/>
                <a:gd name="connsiteY10" fmla="*/ 749808 h 1447865"/>
                <a:gd name="connsiteX11" fmla="*/ 1680522 w 1743513"/>
                <a:gd name="connsiteY11" fmla="*/ 784225 h 1447865"/>
                <a:gd name="connsiteX12" fmla="*/ 1572825 w 1743513"/>
                <a:gd name="connsiteY12" fmla="*/ 1215263 h 1447865"/>
                <a:gd name="connsiteX13" fmla="*/ 1579556 w 1743513"/>
                <a:gd name="connsiteY13" fmla="*/ 1229741 h 1447865"/>
                <a:gd name="connsiteX14" fmla="*/ 1561904 w 1743513"/>
                <a:gd name="connsiteY14" fmla="*/ 1295782 h 1447865"/>
                <a:gd name="connsiteX15" fmla="*/ 1478718 w 1743513"/>
                <a:gd name="connsiteY15" fmla="*/ 1299338 h 1447865"/>
                <a:gd name="connsiteX16" fmla="*/ 704273 w 1743513"/>
                <a:gd name="connsiteY16" fmla="*/ 1298829 h 1447865"/>
                <a:gd name="connsiteX17" fmla="*/ 675189 w 1743513"/>
                <a:gd name="connsiteY17" fmla="*/ 1205104 h 1447865"/>
                <a:gd name="connsiteX18" fmla="*/ 834067 w 1743513"/>
                <a:gd name="connsiteY18" fmla="*/ 1201039 h 1447865"/>
                <a:gd name="connsiteX19" fmla="*/ 789743 w 1743513"/>
                <a:gd name="connsiteY19" fmla="*/ 838200 h 1447865"/>
                <a:gd name="connsiteX20" fmla="*/ 757612 w 1743513"/>
                <a:gd name="connsiteY20" fmla="*/ 824230 h 1447865"/>
                <a:gd name="connsiteX21" fmla="*/ 667696 w 1743513"/>
                <a:gd name="connsiteY21" fmla="*/ 804545 h 1447865"/>
                <a:gd name="connsiteX22" fmla="*/ 514788 w 1743513"/>
                <a:gd name="connsiteY22" fmla="*/ 848106 h 1447865"/>
                <a:gd name="connsiteX23" fmla="*/ 348672 w 1743513"/>
                <a:gd name="connsiteY23" fmla="*/ 804418 h 1447865"/>
                <a:gd name="connsiteX24" fmla="*/ 253295 w 1743513"/>
                <a:gd name="connsiteY24" fmla="*/ 829945 h 1447865"/>
                <a:gd name="connsiteX25" fmla="*/ 247580 w 1743513"/>
                <a:gd name="connsiteY25" fmla="*/ 851789 h 1447865"/>
                <a:gd name="connsiteX26" fmla="*/ 210623 w 1743513"/>
                <a:gd name="connsiteY26" fmla="*/ 1111250 h 1447865"/>
                <a:gd name="connsiteX27" fmla="*/ 430206 w 1743513"/>
                <a:gd name="connsiteY27" fmla="*/ 1090804 h 1447865"/>
                <a:gd name="connsiteX28" fmla="*/ 426142 w 1743513"/>
                <a:gd name="connsiteY28" fmla="*/ 1057148 h 1447865"/>
                <a:gd name="connsiteX29" fmla="*/ 411918 w 1743513"/>
                <a:gd name="connsiteY29" fmla="*/ 983869 h 1447865"/>
                <a:gd name="connsiteX30" fmla="*/ 511994 w 1743513"/>
                <a:gd name="connsiteY30" fmla="*/ 974725 h 1447865"/>
                <a:gd name="connsiteX31" fmla="*/ 579939 w 1743513"/>
                <a:gd name="connsiteY31" fmla="*/ 975868 h 1447865"/>
                <a:gd name="connsiteX32" fmla="*/ 629215 w 1743513"/>
                <a:gd name="connsiteY32" fmla="*/ 1010666 h 1447865"/>
                <a:gd name="connsiteX33" fmla="*/ 596957 w 1743513"/>
                <a:gd name="connsiteY33" fmla="*/ 1085596 h 1447865"/>
                <a:gd name="connsiteX34" fmla="*/ 611308 w 1743513"/>
                <a:gd name="connsiteY34" fmla="*/ 1204341 h 1447865"/>
                <a:gd name="connsiteX35" fmla="*/ 697542 w 1743513"/>
                <a:gd name="connsiteY35" fmla="*/ 1380236 h 1447865"/>
                <a:gd name="connsiteX36" fmla="*/ 680650 w 1743513"/>
                <a:gd name="connsiteY36" fmla="*/ 1444879 h 1447865"/>
                <a:gd name="connsiteX37" fmla="*/ 400869 w 1743513"/>
                <a:gd name="connsiteY37" fmla="*/ 1447419 h 1447865"/>
                <a:gd name="connsiteX38" fmla="*/ 339655 w 1743513"/>
                <a:gd name="connsiteY38" fmla="*/ 1427988 h 1447865"/>
                <a:gd name="connsiteX39" fmla="*/ 349053 w 1743513"/>
                <a:gd name="connsiteY39" fmla="*/ 1340739 h 1447865"/>
                <a:gd name="connsiteX40" fmla="*/ 40443 w 1743513"/>
                <a:gd name="connsiteY40" fmla="*/ 1236726 h 1447865"/>
                <a:gd name="connsiteX41" fmla="*/ 94672 w 1743513"/>
                <a:gd name="connsiteY41" fmla="*/ 949071 h 1447865"/>
                <a:gd name="connsiteX42" fmla="*/ 286061 w 1743513"/>
                <a:gd name="connsiteY42" fmla="*/ 789813 h 1447865"/>
                <a:gd name="connsiteX43" fmla="*/ 194494 w 1743513"/>
                <a:gd name="connsiteY43" fmla="*/ 735838 h 1447865"/>
                <a:gd name="connsiteX44" fmla="*/ 101276 w 1743513"/>
                <a:gd name="connsiteY44" fmla="*/ 621157 h 1447865"/>
                <a:gd name="connsiteX45" fmla="*/ 43110 w 1743513"/>
                <a:gd name="connsiteY45" fmla="*/ 588010 h 1447865"/>
                <a:gd name="connsiteX46" fmla="*/ 21393 w 1743513"/>
                <a:gd name="connsiteY46" fmla="*/ 365125 h 1447865"/>
                <a:gd name="connsiteX47" fmla="*/ 92132 w 1743513"/>
                <a:gd name="connsiteY47" fmla="*/ 307340 h 1447865"/>
                <a:gd name="connsiteX48" fmla="*/ 317938 w 1743513"/>
                <a:gd name="connsiteY48" fmla="*/ 102743 h 1447865"/>
                <a:gd name="connsiteX49" fmla="*/ 696271 w 1743513"/>
                <a:gd name="connsiteY49" fmla="*/ 93472 h 1447865"/>
                <a:gd name="connsiteX50" fmla="*/ 828732 w 1743513"/>
                <a:gd name="connsiteY50" fmla="*/ 169037 h 1447865"/>
                <a:gd name="connsiteX51" fmla="*/ 943540 w 1743513"/>
                <a:gd name="connsiteY51" fmla="*/ 311531 h 1447865"/>
                <a:gd name="connsiteX52" fmla="*/ 1016057 w 1743513"/>
                <a:gd name="connsiteY52" fmla="*/ 364744 h 1447865"/>
                <a:gd name="connsiteX53" fmla="*/ 1012248 w 1743513"/>
                <a:gd name="connsiteY53" fmla="*/ 133604 h 1447865"/>
                <a:gd name="connsiteX54" fmla="*/ 1060380 w 1743513"/>
                <a:gd name="connsiteY54" fmla="*/ 17272 h 1447865"/>
                <a:gd name="connsiteX55" fmla="*/ 1149026 w 1743513"/>
                <a:gd name="connsiteY55" fmla="*/ 0 h 1447865"/>
                <a:gd name="connsiteX56" fmla="*/ 1035107 w 1743513"/>
                <a:gd name="connsiteY56" fmla="*/ 107823 h 1447865"/>
                <a:gd name="connsiteX57" fmla="*/ 1034345 w 1743513"/>
                <a:gd name="connsiteY57" fmla="*/ 623443 h 1447865"/>
                <a:gd name="connsiteX58" fmla="*/ 1670361 w 1743513"/>
                <a:gd name="connsiteY58" fmla="*/ 621284 h 1447865"/>
                <a:gd name="connsiteX59" fmla="*/ 1035107 w 1743513"/>
                <a:gd name="connsiteY59" fmla="*/ 107823 h 1447865"/>
                <a:gd name="connsiteX60" fmla="*/ 268027 w 1743513"/>
                <a:gd name="connsiteY60" fmla="*/ 154940 h 1447865"/>
                <a:gd name="connsiteX61" fmla="*/ 98482 w 1743513"/>
                <a:gd name="connsiteY61" fmla="*/ 393827 h 1447865"/>
                <a:gd name="connsiteX62" fmla="*/ 96450 w 1743513"/>
                <a:gd name="connsiteY62" fmla="*/ 395986 h 1447865"/>
                <a:gd name="connsiteX63" fmla="*/ 202114 w 1743513"/>
                <a:gd name="connsiteY63" fmla="*/ 708787 h 1447865"/>
                <a:gd name="connsiteX64" fmla="*/ 388042 w 1743513"/>
                <a:gd name="connsiteY64" fmla="*/ 779780 h 1447865"/>
                <a:gd name="connsiteX65" fmla="*/ 691954 w 1743513"/>
                <a:gd name="connsiteY65" fmla="*/ 777240 h 1447865"/>
                <a:gd name="connsiteX66" fmla="*/ 940746 w 1743513"/>
                <a:gd name="connsiteY66" fmla="*/ 489839 h 1447865"/>
                <a:gd name="connsiteX67" fmla="*/ 834574 w 1743513"/>
                <a:gd name="connsiteY67" fmla="*/ 206883 h 1447865"/>
                <a:gd name="connsiteX68" fmla="*/ 509708 w 1743513"/>
                <a:gd name="connsiteY68" fmla="*/ 101854 h 1447865"/>
                <a:gd name="connsiteX69" fmla="*/ 268027 w 1743513"/>
                <a:gd name="connsiteY69" fmla="*/ 154940 h 1447865"/>
                <a:gd name="connsiteX70" fmla="*/ 82480 w 1743513"/>
                <a:gd name="connsiteY70" fmla="*/ 586740 h 1447865"/>
                <a:gd name="connsiteX71" fmla="*/ 77146 w 1743513"/>
                <a:gd name="connsiteY71" fmla="*/ 335280 h 1447865"/>
                <a:gd name="connsiteX72" fmla="*/ 82480 w 1743513"/>
                <a:gd name="connsiteY72" fmla="*/ 586740 h 1447865"/>
                <a:gd name="connsiteX73" fmla="*/ 950144 w 1743513"/>
                <a:gd name="connsiteY73" fmla="*/ 333756 h 1447865"/>
                <a:gd name="connsiteX74" fmla="*/ 946969 w 1743513"/>
                <a:gd name="connsiteY74" fmla="*/ 589534 h 1447865"/>
                <a:gd name="connsiteX75" fmla="*/ 950144 w 1743513"/>
                <a:gd name="connsiteY75" fmla="*/ 333756 h 1447865"/>
                <a:gd name="connsiteX76" fmla="*/ 998912 w 1743513"/>
                <a:gd name="connsiteY76" fmla="*/ 780415 h 1447865"/>
                <a:gd name="connsiteX77" fmla="*/ 967670 w 1743513"/>
                <a:gd name="connsiteY77" fmla="*/ 872363 h 1447865"/>
                <a:gd name="connsiteX78" fmla="*/ 900361 w 1743513"/>
                <a:gd name="connsiteY78" fmla="*/ 1201039 h 1447865"/>
                <a:gd name="connsiteX79" fmla="*/ 1554792 w 1743513"/>
                <a:gd name="connsiteY79" fmla="*/ 1201039 h 1447865"/>
                <a:gd name="connsiteX80" fmla="*/ 1650804 w 1743513"/>
                <a:gd name="connsiteY80" fmla="*/ 777621 h 1447865"/>
                <a:gd name="connsiteX81" fmla="*/ 1060254 w 1743513"/>
                <a:gd name="connsiteY81" fmla="*/ 775843 h 1447865"/>
                <a:gd name="connsiteX82" fmla="*/ 998912 w 1743513"/>
                <a:gd name="connsiteY82" fmla="*/ 780415 h 1447865"/>
                <a:gd name="connsiteX83" fmla="*/ 436175 w 1743513"/>
                <a:gd name="connsiteY83" fmla="*/ 803656 h 1447865"/>
                <a:gd name="connsiteX84" fmla="*/ 593528 w 1743513"/>
                <a:gd name="connsiteY84" fmla="*/ 803402 h 1447865"/>
                <a:gd name="connsiteX85" fmla="*/ 436175 w 1743513"/>
                <a:gd name="connsiteY85" fmla="*/ 803656 h 1447865"/>
                <a:gd name="connsiteX86" fmla="*/ 50857 w 1743513"/>
                <a:gd name="connsiteY86" fmla="*/ 1151001 h 1447865"/>
                <a:gd name="connsiteX87" fmla="*/ 73336 w 1743513"/>
                <a:gd name="connsiteY87" fmla="*/ 1247521 h 1447865"/>
                <a:gd name="connsiteX88" fmla="*/ 363912 w 1743513"/>
                <a:gd name="connsiteY88" fmla="*/ 1318133 h 1447865"/>
                <a:gd name="connsiteX89" fmla="*/ 380168 w 1743513"/>
                <a:gd name="connsiteY89" fmla="*/ 1289304 h 1447865"/>
                <a:gd name="connsiteX90" fmla="*/ 362515 w 1743513"/>
                <a:gd name="connsiteY90" fmla="*/ 1120648 h 1447865"/>
                <a:gd name="connsiteX91" fmla="*/ 140011 w 1743513"/>
                <a:gd name="connsiteY91" fmla="*/ 1138555 h 1447865"/>
                <a:gd name="connsiteX92" fmla="*/ 185731 w 1743513"/>
                <a:gd name="connsiteY92" fmla="*/ 1111504 h 1447865"/>
                <a:gd name="connsiteX93" fmla="*/ 220910 w 1743513"/>
                <a:gd name="connsiteY93" fmla="*/ 846201 h 1447865"/>
                <a:gd name="connsiteX94" fmla="*/ 50857 w 1743513"/>
                <a:gd name="connsiteY94" fmla="*/ 1151001 h 1447865"/>
                <a:gd name="connsiteX95" fmla="*/ 825049 w 1743513"/>
                <a:gd name="connsiteY95" fmla="*/ 855854 h 1447865"/>
                <a:gd name="connsiteX96" fmla="*/ 857307 w 1743513"/>
                <a:gd name="connsiteY96" fmla="*/ 1201039 h 1447865"/>
                <a:gd name="connsiteX97" fmla="*/ 875468 w 1743513"/>
                <a:gd name="connsiteY97" fmla="*/ 1201039 h 1447865"/>
                <a:gd name="connsiteX98" fmla="*/ 922331 w 1743513"/>
                <a:gd name="connsiteY98" fmla="*/ 958216 h 1447865"/>
                <a:gd name="connsiteX99" fmla="*/ 825049 w 1743513"/>
                <a:gd name="connsiteY99" fmla="*/ 855854 h 1447865"/>
                <a:gd name="connsiteX100" fmla="*/ 433000 w 1743513"/>
                <a:gd name="connsiteY100" fmla="*/ 1003554 h 1447865"/>
                <a:gd name="connsiteX101" fmla="*/ 419538 w 1743513"/>
                <a:gd name="connsiteY101" fmla="*/ 1023239 h 1447865"/>
                <a:gd name="connsiteX102" fmla="*/ 492055 w 1743513"/>
                <a:gd name="connsiteY102" fmla="*/ 1035177 h 1447865"/>
                <a:gd name="connsiteX103" fmla="*/ 455860 w 1743513"/>
                <a:gd name="connsiteY103" fmla="*/ 1059688 h 1447865"/>
                <a:gd name="connsiteX104" fmla="*/ 453193 w 1743513"/>
                <a:gd name="connsiteY104" fmla="*/ 1082548 h 1447865"/>
                <a:gd name="connsiteX105" fmla="*/ 526853 w 1743513"/>
                <a:gd name="connsiteY105" fmla="*/ 1124458 h 1447865"/>
                <a:gd name="connsiteX106" fmla="*/ 527361 w 1743513"/>
                <a:gd name="connsiteY106" fmla="*/ 1271270 h 1447865"/>
                <a:gd name="connsiteX107" fmla="*/ 400615 w 1743513"/>
                <a:gd name="connsiteY107" fmla="*/ 1304417 h 1447865"/>
                <a:gd name="connsiteX108" fmla="*/ 361499 w 1743513"/>
                <a:gd name="connsiteY108" fmla="*/ 1418336 h 1447865"/>
                <a:gd name="connsiteX109" fmla="*/ 590988 w 1743513"/>
                <a:gd name="connsiteY109" fmla="*/ 1424051 h 1447865"/>
                <a:gd name="connsiteX110" fmla="*/ 675698 w 1743513"/>
                <a:gd name="connsiteY110" fmla="*/ 1412748 h 1447865"/>
                <a:gd name="connsiteX111" fmla="*/ 592893 w 1743513"/>
                <a:gd name="connsiteY111" fmla="*/ 1228725 h 1447865"/>
                <a:gd name="connsiteX112" fmla="*/ 572065 w 1743513"/>
                <a:gd name="connsiteY112" fmla="*/ 1137666 h 1447865"/>
                <a:gd name="connsiteX113" fmla="*/ 607244 w 1743513"/>
                <a:gd name="connsiteY113" fmla="*/ 1009142 h 1447865"/>
                <a:gd name="connsiteX114" fmla="*/ 433000 w 1743513"/>
                <a:gd name="connsiteY114" fmla="*/ 1003554 h 1447865"/>
                <a:gd name="connsiteX115" fmla="*/ 416744 w 1743513"/>
                <a:gd name="connsiteY115" fmla="*/ 1117473 h 1447865"/>
                <a:gd name="connsiteX116" fmla="*/ 387788 w 1743513"/>
                <a:gd name="connsiteY116" fmla="*/ 1265810 h 1447865"/>
                <a:gd name="connsiteX117" fmla="*/ 476815 w 1743513"/>
                <a:gd name="connsiteY117" fmla="*/ 1275461 h 1447865"/>
                <a:gd name="connsiteX118" fmla="*/ 520503 w 1743513"/>
                <a:gd name="connsiteY118" fmla="*/ 1176655 h 1447865"/>
                <a:gd name="connsiteX119" fmla="*/ 416744 w 1743513"/>
                <a:gd name="connsiteY119" fmla="*/ 1117473 h 1447865"/>
                <a:gd name="connsiteX120" fmla="*/ 695382 w 1743513"/>
                <a:gd name="connsiteY120" fmla="*/ 1228344 h 1447865"/>
                <a:gd name="connsiteX121" fmla="*/ 694493 w 1743513"/>
                <a:gd name="connsiteY121" fmla="*/ 1273810 h 1447865"/>
                <a:gd name="connsiteX122" fmla="*/ 1551998 w 1743513"/>
                <a:gd name="connsiteY122" fmla="*/ 1273302 h 1447865"/>
                <a:gd name="connsiteX123" fmla="*/ 1554664 w 1743513"/>
                <a:gd name="connsiteY123" fmla="*/ 1228091 h 1447865"/>
                <a:gd name="connsiteX124" fmla="*/ 695382 w 1743513"/>
                <a:gd name="connsiteY124" fmla="*/ 1228344 h 1447865"/>
                <a:gd name="connsiteX0" fmla="*/ 1555680 w 1680523"/>
                <a:gd name="connsiteY0" fmla="*/ 645160 h 1447865"/>
                <a:gd name="connsiteX1" fmla="*/ 1069398 w 1680523"/>
                <a:gd name="connsiteY1" fmla="*/ 648589 h 1447865"/>
                <a:gd name="connsiteX2" fmla="*/ 1017708 w 1680523"/>
                <a:gd name="connsiteY2" fmla="*/ 647192 h 1447865"/>
                <a:gd name="connsiteX3" fmla="*/ 1012374 w 1680523"/>
                <a:gd name="connsiteY3" fmla="*/ 556641 h 1447865"/>
                <a:gd name="connsiteX4" fmla="*/ 936048 w 1680523"/>
                <a:gd name="connsiteY4" fmla="*/ 619125 h 1447865"/>
                <a:gd name="connsiteX5" fmla="*/ 742245 w 1680523"/>
                <a:gd name="connsiteY5" fmla="*/ 791210 h 1447865"/>
                <a:gd name="connsiteX6" fmla="*/ 932492 w 1680523"/>
                <a:gd name="connsiteY6" fmla="*/ 924433 h 1447865"/>
                <a:gd name="connsiteX7" fmla="*/ 1004881 w 1680523"/>
                <a:gd name="connsiteY7" fmla="*/ 751459 h 1447865"/>
                <a:gd name="connsiteX8" fmla="*/ 1183189 w 1680523"/>
                <a:gd name="connsiteY8" fmla="*/ 748030 h 1447865"/>
                <a:gd name="connsiteX9" fmla="*/ 1620197 w 1680523"/>
                <a:gd name="connsiteY9" fmla="*/ 749808 h 1447865"/>
                <a:gd name="connsiteX10" fmla="*/ 1680522 w 1680523"/>
                <a:gd name="connsiteY10" fmla="*/ 784225 h 1447865"/>
                <a:gd name="connsiteX11" fmla="*/ 1572825 w 1680523"/>
                <a:gd name="connsiteY11" fmla="*/ 1215263 h 1447865"/>
                <a:gd name="connsiteX12" fmla="*/ 1579556 w 1680523"/>
                <a:gd name="connsiteY12" fmla="*/ 1229741 h 1447865"/>
                <a:gd name="connsiteX13" fmla="*/ 1561904 w 1680523"/>
                <a:gd name="connsiteY13" fmla="*/ 1295782 h 1447865"/>
                <a:gd name="connsiteX14" fmla="*/ 1478718 w 1680523"/>
                <a:gd name="connsiteY14" fmla="*/ 1299338 h 1447865"/>
                <a:gd name="connsiteX15" fmla="*/ 704273 w 1680523"/>
                <a:gd name="connsiteY15" fmla="*/ 1298829 h 1447865"/>
                <a:gd name="connsiteX16" fmla="*/ 675189 w 1680523"/>
                <a:gd name="connsiteY16" fmla="*/ 1205104 h 1447865"/>
                <a:gd name="connsiteX17" fmla="*/ 834067 w 1680523"/>
                <a:gd name="connsiteY17" fmla="*/ 1201039 h 1447865"/>
                <a:gd name="connsiteX18" fmla="*/ 789743 w 1680523"/>
                <a:gd name="connsiteY18" fmla="*/ 838200 h 1447865"/>
                <a:gd name="connsiteX19" fmla="*/ 757612 w 1680523"/>
                <a:gd name="connsiteY19" fmla="*/ 824230 h 1447865"/>
                <a:gd name="connsiteX20" fmla="*/ 667696 w 1680523"/>
                <a:gd name="connsiteY20" fmla="*/ 804545 h 1447865"/>
                <a:gd name="connsiteX21" fmla="*/ 514788 w 1680523"/>
                <a:gd name="connsiteY21" fmla="*/ 848106 h 1447865"/>
                <a:gd name="connsiteX22" fmla="*/ 348672 w 1680523"/>
                <a:gd name="connsiteY22" fmla="*/ 804418 h 1447865"/>
                <a:gd name="connsiteX23" fmla="*/ 253295 w 1680523"/>
                <a:gd name="connsiteY23" fmla="*/ 829945 h 1447865"/>
                <a:gd name="connsiteX24" fmla="*/ 247580 w 1680523"/>
                <a:gd name="connsiteY24" fmla="*/ 851789 h 1447865"/>
                <a:gd name="connsiteX25" fmla="*/ 210623 w 1680523"/>
                <a:gd name="connsiteY25" fmla="*/ 1111250 h 1447865"/>
                <a:gd name="connsiteX26" fmla="*/ 430206 w 1680523"/>
                <a:gd name="connsiteY26" fmla="*/ 1090804 h 1447865"/>
                <a:gd name="connsiteX27" fmla="*/ 426142 w 1680523"/>
                <a:gd name="connsiteY27" fmla="*/ 1057148 h 1447865"/>
                <a:gd name="connsiteX28" fmla="*/ 411918 w 1680523"/>
                <a:gd name="connsiteY28" fmla="*/ 983869 h 1447865"/>
                <a:gd name="connsiteX29" fmla="*/ 511994 w 1680523"/>
                <a:gd name="connsiteY29" fmla="*/ 974725 h 1447865"/>
                <a:gd name="connsiteX30" fmla="*/ 579939 w 1680523"/>
                <a:gd name="connsiteY30" fmla="*/ 975868 h 1447865"/>
                <a:gd name="connsiteX31" fmla="*/ 629215 w 1680523"/>
                <a:gd name="connsiteY31" fmla="*/ 1010666 h 1447865"/>
                <a:gd name="connsiteX32" fmla="*/ 596957 w 1680523"/>
                <a:gd name="connsiteY32" fmla="*/ 1085596 h 1447865"/>
                <a:gd name="connsiteX33" fmla="*/ 611308 w 1680523"/>
                <a:gd name="connsiteY33" fmla="*/ 1204341 h 1447865"/>
                <a:gd name="connsiteX34" fmla="*/ 697542 w 1680523"/>
                <a:gd name="connsiteY34" fmla="*/ 1380236 h 1447865"/>
                <a:gd name="connsiteX35" fmla="*/ 680650 w 1680523"/>
                <a:gd name="connsiteY35" fmla="*/ 1444879 h 1447865"/>
                <a:gd name="connsiteX36" fmla="*/ 400869 w 1680523"/>
                <a:gd name="connsiteY36" fmla="*/ 1447419 h 1447865"/>
                <a:gd name="connsiteX37" fmla="*/ 339655 w 1680523"/>
                <a:gd name="connsiteY37" fmla="*/ 1427988 h 1447865"/>
                <a:gd name="connsiteX38" fmla="*/ 349053 w 1680523"/>
                <a:gd name="connsiteY38" fmla="*/ 1340739 h 1447865"/>
                <a:gd name="connsiteX39" fmla="*/ 40443 w 1680523"/>
                <a:gd name="connsiteY39" fmla="*/ 1236726 h 1447865"/>
                <a:gd name="connsiteX40" fmla="*/ 94672 w 1680523"/>
                <a:gd name="connsiteY40" fmla="*/ 949071 h 1447865"/>
                <a:gd name="connsiteX41" fmla="*/ 286061 w 1680523"/>
                <a:gd name="connsiteY41" fmla="*/ 789813 h 1447865"/>
                <a:gd name="connsiteX42" fmla="*/ 194494 w 1680523"/>
                <a:gd name="connsiteY42" fmla="*/ 735838 h 1447865"/>
                <a:gd name="connsiteX43" fmla="*/ 101276 w 1680523"/>
                <a:gd name="connsiteY43" fmla="*/ 621157 h 1447865"/>
                <a:gd name="connsiteX44" fmla="*/ 43110 w 1680523"/>
                <a:gd name="connsiteY44" fmla="*/ 588010 h 1447865"/>
                <a:gd name="connsiteX45" fmla="*/ 21393 w 1680523"/>
                <a:gd name="connsiteY45" fmla="*/ 365125 h 1447865"/>
                <a:gd name="connsiteX46" fmla="*/ 92132 w 1680523"/>
                <a:gd name="connsiteY46" fmla="*/ 307340 h 1447865"/>
                <a:gd name="connsiteX47" fmla="*/ 317938 w 1680523"/>
                <a:gd name="connsiteY47" fmla="*/ 102743 h 1447865"/>
                <a:gd name="connsiteX48" fmla="*/ 696271 w 1680523"/>
                <a:gd name="connsiteY48" fmla="*/ 93472 h 1447865"/>
                <a:gd name="connsiteX49" fmla="*/ 828732 w 1680523"/>
                <a:gd name="connsiteY49" fmla="*/ 169037 h 1447865"/>
                <a:gd name="connsiteX50" fmla="*/ 943540 w 1680523"/>
                <a:gd name="connsiteY50" fmla="*/ 311531 h 1447865"/>
                <a:gd name="connsiteX51" fmla="*/ 1016057 w 1680523"/>
                <a:gd name="connsiteY51" fmla="*/ 364744 h 1447865"/>
                <a:gd name="connsiteX52" fmla="*/ 1012248 w 1680523"/>
                <a:gd name="connsiteY52" fmla="*/ 133604 h 1447865"/>
                <a:gd name="connsiteX53" fmla="*/ 1060380 w 1680523"/>
                <a:gd name="connsiteY53" fmla="*/ 17272 h 1447865"/>
                <a:gd name="connsiteX54" fmla="*/ 1149026 w 1680523"/>
                <a:gd name="connsiteY54" fmla="*/ 0 h 1447865"/>
                <a:gd name="connsiteX55" fmla="*/ 1035107 w 1680523"/>
                <a:gd name="connsiteY55" fmla="*/ 107823 h 1447865"/>
                <a:gd name="connsiteX56" fmla="*/ 1034345 w 1680523"/>
                <a:gd name="connsiteY56" fmla="*/ 623443 h 1447865"/>
                <a:gd name="connsiteX57" fmla="*/ 1670361 w 1680523"/>
                <a:gd name="connsiteY57" fmla="*/ 621284 h 1447865"/>
                <a:gd name="connsiteX58" fmla="*/ 1035107 w 1680523"/>
                <a:gd name="connsiteY58" fmla="*/ 107823 h 1447865"/>
                <a:gd name="connsiteX59" fmla="*/ 268027 w 1680523"/>
                <a:gd name="connsiteY59" fmla="*/ 154940 h 1447865"/>
                <a:gd name="connsiteX60" fmla="*/ 98482 w 1680523"/>
                <a:gd name="connsiteY60" fmla="*/ 393827 h 1447865"/>
                <a:gd name="connsiteX61" fmla="*/ 96450 w 1680523"/>
                <a:gd name="connsiteY61" fmla="*/ 395986 h 1447865"/>
                <a:gd name="connsiteX62" fmla="*/ 202114 w 1680523"/>
                <a:gd name="connsiteY62" fmla="*/ 708787 h 1447865"/>
                <a:gd name="connsiteX63" fmla="*/ 388042 w 1680523"/>
                <a:gd name="connsiteY63" fmla="*/ 779780 h 1447865"/>
                <a:gd name="connsiteX64" fmla="*/ 691954 w 1680523"/>
                <a:gd name="connsiteY64" fmla="*/ 777240 h 1447865"/>
                <a:gd name="connsiteX65" fmla="*/ 940746 w 1680523"/>
                <a:gd name="connsiteY65" fmla="*/ 489839 h 1447865"/>
                <a:gd name="connsiteX66" fmla="*/ 834574 w 1680523"/>
                <a:gd name="connsiteY66" fmla="*/ 206883 h 1447865"/>
                <a:gd name="connsiteX67" fmla="*/ 509708 w 1680523"/>
                <a:gd name="connsiteY67" fmla="*/ 101854 h 1447865"/>
                <a:gd name="connsiteX68" fmla="*/ 268027 w 1680523"/>
                <a:gd name="connsiteY68" fmla="*/ 154940 h 1447865"/>
                <a:gd name="connsiteX69" fmla="*/ 82480 w 1680523"/>
                <a:gd name="connsiteY69" fmla="*/ 586740 h 1447865"/>
                <a:gd name="connsiteX70" fmla="*/ 77146 w 1680523"/>
                <a:gd name="connsiteY70" fmla="*/ 335280 h 1447865"/>
                <a:gd name="connsiteX71" fmla="*/ 82480 w 1680523"/>
                <a:gd name="connsiteY71" fmla="*/ 586740 h 1447865"/>
                <a:gd name="connsiteX72" fmla="*/ 950144 w 1680523"/>
                <a:gd name="connsiteY72" fmla="*/ 333756 h 1447865"/>
                <a:gd name="connsiteX73" fmla="*/ 946969 w 1680523"/>
                <a:gd name="connsiteY73" fmla="*/ 589534 h 1447865"/>
                <a:gd name="connsiteX74" fmla="*/ 950144 w 1680523"/>
                <a:gd name="connsiteY74" fmla="*/ 333756 h 1447865"/>
                <a:gd name="connsiteX75" fmla="*/ 998912 w 1680523"/>
                <a:gd name="connsiteY75" fmla="*/ 780415 h 1447865"/>
                <a:gd name="connsiteX76" fmla="*/ 967670 w 1680523"/>
                <a:gd name="connsiteY76" fmla="*/ 872363 h 1447865"/>
                <a:gd name="connsiteX77" fmla="*/ 900361 w 1680523"/>
                <a:gd name="connsiteY77" fmla="*/ 1201039 h 1447865"/>
                <a:gd name="connsiteX78" fmla="*/ 1554792 w 1680523"/>
                <a:gd name="connsiteY78" fmla="*/ 1201039 h 1447865"/>
                <a:gd name="connsiteX79" fmla="*/ 1650804 w 1680523"/>
                <a:gd name="connsiteY79" fmla="*/ 777621 h 1447865"/>
                <a:gd name="connsiteX80" fmla="*/ 1060254 w 1680523"/>
                <a:gd name="connsiteY80" fmla="*/ 775843 h 1447865"/>
                <a:gd name="connsiteX81" fmla="*/ 998912 w 1680523"/>
                <a:gd name="connsiteY81" fmla="*/ 780415 h 1447865"/>
                <a:gd name="connsiteX82" fmla="*/ 436175 w 1680523"/>
                <a:gd name="connsiteY82" fmla="*/ 803656 h 1447865"/>
                <a:gd name="connsiteX83" fmla="*/ 593528 w 1680523"/>
                <a:gd name="connsiteY83" fmla="*/ 803402 h 1447865"/>
                <a:gd name="connsiteX84" fmla="*/ 436175 w 1680523"/>
                <a:gd name="connsiteY84" fmla="*/ 803656 h 1447865"/>
                <a:gd name="connsiteX85" fmla="*/ 50857 w 1680523"/>
                <a:gd name="connsiteY85" fmla="*/ 1151001 h 1447865"/>
                <a:gd name="connsiteX86" fmla="*/ 73336 w 1680523"/>
                <a:gd name="connsiteY86" fmla="*/ 1247521 h 1447865"/>
                <a:gd name="connsiteX87" fmla="*/ 363912 w 1680523"/>
                <a:gd name="connsiteY87" fmla="*/ 1318133 h 1447865"/>
                <a:gd name="connsiteX88" fmla="*/ 380168 w 1680523"/>
                <a:gd name="connsiteY88" fmla="*/ 1289304 h 1447865"/>
                <a:gd name="connsiteX89" fmla="*/ 362515 w 1680523"/>
                <a:gd name="connsiteY89" fmla="*/ 1120648 h 1447865"/>
                <a:gd name="connsiteX90" fmla="*/ 140011 w 1680523"/>
                <a:gd name="connsiteY90" fmla="*/ 1138555 h 1447865"/>
                <a:gd name="connsiteX91" fmla="*/ 185731 w 1680523"/>
                <a:gd name="connsiteY91" fmla="*/ 1111504 h 1447865"/>
                <a:gd name="connsiteX92" fmla="*/ 220910 w 1680523"/>
                <a:gd name="connsiteY92" fmla="*/ 846201 h 1447865"/>
                <a:gd name="connsiteX93" fmla="*/ 50857 w 1680523"/>
                <a:gd name="connsiteY93" fmla="*/ 1151001 h 1447865"/>
                <a:gd name="connsiteX94" fmla="*/ 825049 w 1680523"/>
                <a:gd name="connsiteY94" fmla="*/ 855854 h 1447865"/>
                <a:gd name="connsiteX95" fmla="*/ 857307 w 1680523"/>
                <a:gd name="connsiteY95" fmla="*/ 1201039 h 1447865"/>
                <a:gd name="connsiteX96" fmla="*/ 875468 w 1680523"/>
                <a:gd name="connsiteY96" fmla="*/ 1201039 h 1447865"/>
                <a:gd name="connsiteX97" fmla="*/ 922331 w 1680523"/>
                <a:gd name="connsiteY97" fmla="*/ 958216 h 1447865"/>
                <a:gd name="connsiteX98" fmla="*/ 825049 w 1680523"/>
                <a:gd name="connsiteY98" fmla="*/ 855854 h 1447865"/>
                <a:gd name="connsiteX99" fmla="*/ 433000 w 1680523"/>
                <a:gd name="connsiteY99" fmla="*/ 1003554 h 1447865"/>
                <a:gd name="connsiteX100" fmla="*/ 419538 w 1680523"/>
                <a:gd name="connsiteY100" fmla="*/ 1023239 h 1447865"/>
                <a:gd name="connsiteX101" fmla="*/ 492055 w 1680523"/>
                <a:gd name="connsiteY101" fmla="*/ 1035177 h 1447865"/>
                <a:gd name="connsiteX102" fmla="*/ 455860 w 1680523"/>
                <a:gd name="connsiteY102" fmla="*/ 1059688 h 1447865"/>
                <a:gd name="connsiteX103" fmla="*/ 453193 w 1680523"/>
                <a:gd name="connsiteY103" fmla="*/ 1082548 h 1447865"/>
                <a:gd name="connsiteX104" fmla="*/ 526853 w 1680523"/>
                <a:gd name="connsiteY104" fmla="*/ 1124458 h 1447865"/>
                <a:gd name="connsiteX105" fmla="*/ 527361 w 1680523"/>
                <a:gd name="connsiteY105" fmla="*/ 1271270 h 1447865"/>
                <a:gd name="connsiteX106" fmla="*/ 400615 w 1680523"/>
                <a:gd name="connsiteY106" fmla="*/ 1304417 h 1447865"/>
                <a:gd name="connsiteX107" fmla="*/ 361499 w 1680523"/>
                <a:gd name="connsiteY107" fmla="*/ 1418336 h 1447865"/>
                <a:gd name="connsiteX108" fmla="*/ 590988 w 1680523"/>
                <a:gd name="connsiteY108" fmla="*/ 1424051 h 1447865"/>
                <a:gd name="connsiteX109" fmla="*/ 675698 w 1680523"/>
                <a:gd name="connsiteY109" fmla="*/ 1412748 h 1447865"/>
                <a:gd name="connsiteX110" fmla="*/ 592893 w 1680523"/>
                <a:gd name="connsiteY110" fmla="*/ 1228725 h 1447865"/>
                <a:gd name="connsiteX111" fmla="*/ 572065 w 1680523"/>
                <a:gd name="connsiteY111" fmla="*/ 1137666 h 1447865"/>
                <a:gd name="connsiteX112" fmla="*/ 607244 w 1680523"/>
                <a:gd name="connsiteY112" fmla="*/ 1009142 h 1447865"/>
                <a:gd name="connsiteX113" fmla="*/ 433000 w 1680523"/>
                <a:gd name="connsiteY113" fmla="*/ 1003554 h 1447865"/>
                <a:gd name="connsiteX114" fmla="*/ 416744 w 1680523"/>
                <a:gd name="connsiteY114" fmla="*/ 1117473 h 1447865"/>
                <a:gd name="connsiteX115" fmla="*/ 387788 w 1680523"/>
                <a:gd name="connsiteY115" fmla="*/ 1265810 h 1447865"/>
                <a:gd name="connsiteX116" fmla="*/ 476815 w 1680523"/>
                <a:gd name="connsiteY116" fmla="*/ 1275461 h 1447865"/>
                <a:gd name="connsiteX117" fmla="*/ 520503 w 1680523"/>
                <a:gd name="connsiteY117" fmla="*/ 1176655 h 1447865"/>
                <a:gd name="connsiteX118" fmla="*/ 416744 w 1680523"/>
                <a:gd name="connsiteY118" fmla="*/ 1117473 h 1447865"/>
                <a:gd name="connsiteX119" fmla="*/ 695382 w 1680523"/>
                <a:gd name="connsiteY119" fmla="*/ 1228344 h 1447865"/>
                <a:gd name="connsiteX120" fmla="*/ 694493 w 1680523"/>
                <a:gd name="connsiteY120" fmla="*/ 1273810 h 1447865"/>
                <a:gd name="connsiteX121" fmla="*/ 1551998 w 1680523"/>
                <a:gd name="connsiteY121" fmla="*/ 1273302 h 1447865"/>
                <a:gd name="connsiteX122" fmla="*/ 1554664 w 1680523"/>
                <a:gd name="connsiteY122" fmla="*/ 1228091 h 1447865"/>
                <a:gd name="connsiteX123" fmla="*/ 695382 w 1680523"/>
                <a:gd name="connsiteY123" fmla="*/ 1228344 h 1447865"/>
                <a:gd name="connsiteX0" fmla="*/ 1555680 w 1680522"/>
                <a:gd name="connsiteY0" fmla="*/ 645160 h 1447865"/>
                <a:gd name="connsiteX1" fmla="*/ 1069398 w 1680522"/>
                <a:gd name="connsiteY1" fmla="*/ 648589 h 1447865"/>
                <a:gd name="connsiteX2" fmla="*/ 1017708 w 1680522"/>
                <a:gd name="connsiteY2" fmla="*/ 647192 h 1447865"/>
                <a:gd name="connsiteX3" fmla="*/ 1012374 w 1680522"/>
                <a:gd name="connsiteY3" fmla="*/ 556641 h 1447865"/>
                <a:gd name="connsiteX4" fmla="*/ 936048 w 1680522"/>
                <a:gd name="connsiteY4" fmla="*/ 619125 h 1447865"/>
                <a:gd name="connsiteX5" fmla="*/ 742245 w 1680522"/>
                <a:gd name="connsiteY5" fmla="*/ 791210 h 1447865"/>
                <a:gd name="connsiteX6" fmla="*/ 932492 w 1680522"/>
                <a:gd name="connsiteY6" fmla="*/ 924433 h 1447865"/>
                <a:gd name="connsiteX7" fmla="*/ 1004881 w 1680522"/>
                <a:gd name="connsiteY7" fmla="*/ 751459 h 1447865"/>
                <a:gd name="connsiteX8" fmla="*/ 1183189 w 1680522"/>
                <a:gd name="connsiteY8" fmla="*/ 748030 h 1447865"/>
                <a:gd name="connsiteX9" fmla="*/ 1620197 w 1680522"/>
                <a:gd name="connsiteY9" fmla="*/ 749808 h 1447865"/>
                <a:gd name="connsiteX10" fmla="*/ 1680522 w 1680522"/>
                <a:gd name="connsiteY10" fmla="*/ 784225 h 1447865"/>
                <a:gd name="connsiteX11" fmla="*/ 1572825 w 1680522"/>
                <a:gd name="connsiteY11" fmla="*/ 1215263 h 1447865"/>
                <a:gd name="connsiteX12" fmla="*/ 1579556 w 1680522"/>
                <a:gd name="connsiteY12" fmla="*/ 1229741 h 1447865"/>
                <a:gd name="connsiteX13" fmla="*/ 1561904 w 1680522"/>
                <a:gd name="connsiteY13" fmla="*/ 1295782 h 1447865"/>
                <a:gd name="connsiteX14" fmla="*/ 1478718 w 1680522"/>
                <a:gd name="connsiteY14" fmla="*/ 1299338 h 1447865"/>
                <a:gd name="connsiteX15" fmla="*/ 704273 w 1680522"/>
                <a:gd name="connsiteY15" fmla="*/ 1298829 h 1447865"/>
                <a:gd name="connsiteX16" fmla="*/ 675189 w 1680522"/>
                <a:gd name="connsiteY16" fmla="*/ 1205104 h 1447865"/>
                <a:gd name="connsiteX17" fmla="*/ 834067 w 1680522"/>
                <a:gd name="connsiteY17" fmla="*/ 1201039 h 1447865"/>
                <a:gd name="connsiteX18" fmla="*/ 789743 w 1680522"/>
                <a:gd name="connsiteY18" fmla="*/ 838200 h 1447865"/>
                <a:gd name="connsiteX19" fmla="*/ 757612 w 1680522"/>
                <a:gd name="connsiteY19" fmla="*/ 824230 h 1447865"/>
                <a:gd name="connsiteX20" fmla="*/ 667696 w 1680522"/>
                <a:gd name="connsiteY20" fmla="*/ 804545 h 1447865"/>
                <a:gd name="connsiteX21" fmla="*/ 514788 w 1680522"/>
                <a:gd name="connsiteY21" fmla="*/ 848106 h 1447865"/>
                <a:gd name="connsiteX22" fmla="*/ 348672 w 1680522"/>
                <a:gd name="connsiteY22" fmla="*/ 804418 h 1447865"/>
                <a:gd name="connsiteX23" fmla="*/ 253295 w 1680522"/>
                <a:gd name="connsiteY23" fmla="*/ 829945 h 1447865"/>
                <a:gd name="connsiteX24" fmla="*/ 247580 w 1680522"/>
                <a:gd name="connsiteY24" fmla="*/ 851789 h 1447865"/>
                <a:gd name="connsiteX25" fmla="*/ 210623 w 1680522"/>
                <a:gd name="connsiteY25" fmla="*/ 1111250 h 1447865"/>
                <a:gd name="connsiteX26" fmla="*/ 430206 w 1680522"/>
                <a:gd name="connsiteY26" fmla="*/ 1090804 h 1447865"/>
                <a:gd name="connsiteX27" fmla="*/ 426142 w 1680522"/>
                <a:gd name="connsiteY27" fmla="*/ 1057148 h 1447865"/>
                <a:gd name="connsiteX28" fmla="*/ 411918 w 1680522"/>
                <a:gd name="connsiteY28" fmla="*/ 983869 h 1447865"/>
                <a:gd name="connsiteX29" fmla="*/ 511994 w 1680522"/>
                <a:gd name="connsiteY29" fmla="*/ 974725 h 1447865"/>
                <a:gd name="connsiteX30" fmla="*/ 579939 w 1680522"/>
                <a:gd name="connsiteY30" fmla="*/ 975868 h 1447865"/>
                <a:gd name="connsiteX31" fmla="*/ 629215 w 1680522"/>
                <a:gd name="connsiteY31" fmla="*/ 1010666 h 1447865"/>
                <a:gd name="connsiteX32" fmla="*/ 596957 w 1680522"/>
                <a:gd name="connsiteY32" fmla="*/ 1085596 h 1447865"/>
                <a:gd name="connsiteX33" fmla="*/ 611308 w 1680522"/>
                <a:gd name="connsiteY33" fmla="*/ 1204341 h 1447865"/>
                <a:gd name="connsiteX34" fmla="*/ 697542 w 1680522"/>
                <a:gd name="connsiteY34" fmla="*/ 1380236 h 1447865"/>
                <a:gd name="connsiteX35" fmla="*/ 680650 w 1680522"/>
                <a:gd name="connsiteY35" fmla="*/ 1444879 h 1447865"/>
                <a:gd name="connsiteX36" fmla="*/ 400869 w 1680522"/>
                <a:gd name="connsiteY36" fmla="*/ 1447419 h 1447865"/>
                <a:gd name="connsiteX37" fmla="*/ 339655 w 1680522"/>
                <a:gd name="connsiteY37" fmla="*/ 1427988 h 1447865"/>
                <a:gd name="connsiteX38" fmla="*/ 349053 w 1680522"/>
                <a:gd name="connsiteY38" fmla="*/ 1340739 h 1447865"/>
                <a:gd name="connsiteX39" fmla="*/ 40443 w 1680522"/>
                <a:gd name="connsiteY39" fmla="*/ 1236726 h 1447865"/>
                <a:gd name="connsiteX40" fmla="*/ 94672 w 1680522"/>
                <a:gd name="connsiteY40" fmla="*/ 949071 h 1447865"/>
                <a:gd name="connsiteX41" fmla="*/ 286061 w 1680522"/>
                <a:gd name="connsiteY41" fmla="*/ 789813 h 1447865"/>
                <a:gd name="connsiteX42" fmla="*/ 194494 w 1680522"/>
                <a:gd name="connsiteY42" fmla="*/ 735838 h 1447865"/>
                <a:gd name="connsiteX43" fmla="*/ 101276 w 1680522"/>
                <a:gd name="connsiteY43" fmla="*/ 621157 h 1447865"/>
                <a:gd name="connsiteX44" fmla="*/ 43110 w 1680522"/>
                <a:gd name="connsiteY44" fmla="*/ 588010 h 1447865"/>
                <a:gd name="connsiteX45" fmla="*/ 21393 w 1680522"/>
                <a:gd name="connsiteY45" fmla="*/ 365125 h 1447865"/>
                <a:gd name="connsiteX46" fmla="*/ 92132 w 1680522"/>
                <a:gd name="connsiteY46" fmla="*/ 307340 h 1447865"/>
                <a:gd name="connsiteX47" fmla="*/ 317938 w 1680522"/>
                <a:gd name="connsiteY47" fmla="*/ 102743 h 1447865"/>
                <a:gd name="connsiteX48" fmla="*/ 696271 w 1680522"/>
                <a:gd name="connsiteY48" fmla="*/ 93472 h 1447865"/>
                <a:gd name="connsiteX49" fmla="*/ 828732 w 1680522"/>
                <a:gd name="connsiteY49" fmla="*/ 169037 h 1447865"/>
                <a:gd name="connsiteX50" fmla="*/ 943540 w 1680522"/>
                <a:gd name="connsiteY50" fmla="*/ 311531 h 1447865"/>
                <a:gd name="connsiteX51" fmla="*/ 1016057 w 1680522"/>
                <a:gd name="connsiteY51" fmla="*/ 364744 h 1447865"/>
                <a:gd name="connsiteX52" fmla="*/ 1012248 w 1680522"/>
                <a:gd name="connsiteY52" fmla="*/ 133604 h 1447865"/>
                <a:gd name="connsiteX53" fmla="*/ 1060380 w 1680522"/>
                <a:gd name="connsiteY53" fmla="*/ 17272 h 1447865"/>
                <a:gd name="connsiteX54" fmla="*/ 1149026 w 1680522"/>
                <a:gd name="connsiteY54" fmla="*/ 0 h 1447865"/>
                <a:gd name="connsiteX55" fmla="*/ 1035107 w 1680522"/>
                <a:gd name="connsiteY55" fmla="*/ 107823 h 1447865"/>
                <a:gd name="connsiteX56" fmla="*/ 1034345 w 1680522"/>
                <a:gd name="connsiteY56" fmla="*/ 623443 h 1447865"/>
                <a:gd name="connsiteX57" fmla="*/ 1035107 w 1680522"/>
                <a:gd name="connsiteY57" fmla="*/ 107823 h 1447865"/>
                <a:gd name="connsiteX58" fmla="*/ 268027 w 1680522"/>
                <a:gd name="connsiteY58" fmla="*/ 154940 h 1447865"/>
                <a:gd name="connsiteX59" fmla="*/ 98482 w 1680522"/>
                <a:gd name="connsiteY59" fmla="*/ 393827 h 1447865"/>
                <a:gd name="connsiteX60" fmla="*/ 96450 w 1680522"/>
                <a:gd name="connsiteY60" fmla="*/ 395986 h 1447865"/>
                <a:gd name="connsiteX61" fmla="*/ 202114 w 1680522"/>
                <a:gd name="connsiteY61" fmla="*/ 708787 h 1447865"/>
                <a:gd name="connsiteX62" fmla="*/ 388042 w 1680522"/>
                <a:gd name="connsiteY62" fmla="*/ 779780 h 1447865"/>
                <a:gd name="connsiteX63" fmla="*/ 691954 w 1680522"/>
                <a:gd name="connsiteY63" fmla="*/ 777240 h 1447865"/>
                <a:gd name="connsiteX64" fmla="*/ 940746 w 1680522"/>
                <a:gd name="connsiteY64" fmla="*/ 489839 h 1447865"/>
                <a:gd name="connsiteX65" fmla="*/ 834574 w 1680522"/>
                <a:gd name="connsiteY65" fmla="*/ 206883 h 1447865"/>
                <a:gd name="connsiteX66" fmla="*/ 509708 w 1680522"/>
                <a:gd name="connsiteY66" fmla="*/ 101854 h 1447865"/>
                <a:gd name="connsiteX67" fmla="*/ 268027 w 1680522"/>
                <a:gd name="connsiteY67" fmla="*/ 154940 h 1447865"/>
                <a:gd name="connsiteX68" fmla="*/ 82480 w 1680522"/>
                <a:gd name="connsiteY68" fmla="*/ 586740 h 1447865"/>
                <a:gd name="connsiteX69" fmla="*/ 77146 w 1680522"/>
                <a:gd name="connsiteY69" fmla="*/ 335280 h 1447865"/>
                <a:gd name="connsiteX70" fmla="*/ 82480 w 1680522"/>
                <a:gd name="connsiteY70" fmla="*/ 586740 h 1447865"/>
                <a:gd name="connsiteX71" fmla="*/ 950144 w 1680522"/>
                <a:gd name="connsiteY71" fmla="*/ 333756 h 1447865"/>
                <a:gd name="connsiteX72" fmla="*/ 946969 w 1680522"/>
                <a:gd name="connsiteY72" fmla="*/ 589534 h 1447865"/>
                <a:gd name="connsiteX73" fmla="*/ 950144 w 1680522"/>
                <a:gd name="connsiteY73" fmla="*/ 333756 h 1447865"/>
                <a:gd name="connsiteX74" fmla="*/ 998912 w 1680522"/>
                <a:gd name="connsiteY74" fmla="*/ 780415 h 1447865"/>
                <a:gd name="connsiteX75" fmla="*/ 967670 w 1680522"/>
                <a:gd name="connsiteY75" fmla="*/ 872363 h 1447865"/>
                <a:gd name="connsiteX76" fmla="*/ 900361 w 1680522"/>
                <a:gd name="connsiteY76" fmla="*/ 1201039 h 1447865"/>
                <a:gd name="connsiteX77" fmla="*/ 1554792 w 1680522"/>
                <a:gd name="connsiteY77" fmla="*/ 1201039 h 1447865"/>
                <a:gd name="connsiteX78" fmla="*/ 1650804 w 1680522"/>
                <a:gd name="connsiteY78" fmla="*/ 777621 h 1447865"/>
                <a:gd name="connsiteX79" fmla="*/ 1060254 w 1680522"/>
                <a:gd name="connsiteY79" fmla="*/ 775843 h 1447865"/>
                <a:gd name="connsiteX80" fmla="*/ 998912 w 1680522"/>
                <a:gd name="connsiteY80" fmla="*/ 780415 h 1447865"/>
                <a:gd name="connsiteX81" fmla="*/ 436175 w 1680522"/>
                <a:gd name="connsiteY81" fmla="*/ 803656 h 1447865"/>
                <a:gd name="connsiteX82" fmla="*/ 593528 w 1680522"/>
                <a:gd name="connsiteY82" fmla="*/ 803402 h 1447865"/>
                <a:gd name="connsiteX83" fmla="*/ 436175 w 1680522"/>
                <a:gd name="connsiteY83" fmla="*/ 803656 h 1447865"/>
                <a:gd name="connsiteX84" fmla="*/ 50857 w 1680522"/>
                <a:gd name="connsiteY84" fmla="*/ 1151001 h 1447865"/>
                <a:gd name="connsiteX85" fmla="*/ 73336 w 1680522"/>
                <a:gd name="connsiteY85" fmla="*/ 1247521 h 1447865"/>
                <a:gd name="connsiteX86" fmla="*/ 363912 w 1680522"/>
                <a:gd name="connsiteY86" fmla="*/ 1318133 h 1447865"/>
                <a:gd name="connsiteX87" fmla="*/ 380168 w 1680522"/>
                <a:gd name="connsiteY87" fmla="*/ 1289304 h 1447865"/>
                <a:gd name="connsiteX88" fmla="*/ 362515 w 1680522"/>
                <a:gd name="connsiteY88" fmla="*/ 1120648 h 1447865"/>
                <a:gd name="connsiteX89" fmla="*/ 140011 w 1680522"/>
                <a:gd name="connsiteY89" fmla="*/ 1138555 h 1447865"/>
                <a:gd name="connsiteX90" fmla="*/ 185731 w 1680522"/>
                <a:gd name="connsiteY90" fmla="*/ 1111504 h 1447865"/>
                <a:gd name="connsiteX91" fmla="*/ 220910 w 1680522"/>
                <a:gd name="connsiteY91" fmla="*/ 846201 h 1447865"/>
                <a:gd name="connsiteX92" fmla="*/ 50857 w 1680522"/>
                <a:gd name="connsiteY92" fmla="*/ 1151001 h 1447865"/>
                <a:gd name="connsiteX93" fmla="*/ 825049 w 1680522"/>
                <a:gd name="connsiteY93" fmla="*/ 855854 h 1447865"/>
                <a:gd name="connsiteX94" fmla="*/ 857307 w 1680522"/>
                <a:gd name="connsiteY94" fmla="*/ 1201039 h 1447865"/>
                <a:gd name="connsiteX95" fmla="*/ 875468 w 1680522"/>
                <a:gd name="connsiteY95" fmla="*/ 1201039 h 1447865"/>
                <a:gd name="connsiteX96" fmla="*/ 922331 w 1680522"/>
                <a:gd name="connsiteY96" fmla="*/ 958216 h 1447865"/>
                <a:gd name="connsiteX97" fmla="*/ 825049 w 1680522"/>
                <a:gd name="connsiteY97" fmla="*/ 855854 h 1447865"/>
                <a:gd name="connsiteX98" fmla="*/ 433000 w 1680522"/>
                <a:gd name="connsiteY98" fmla="*/ 1003554 h 1447865"/>
                <a:gd name="connsiteX99" fmla="*/ 419538 w 1680522"/>
                <a:gd name="connsiteY99" fmla="*/ 1023239 h 1447865"/>
                <a:gd name="connsiteX100" fmla="*/ 492055 w 1680522"/>
                <a:gd name="connsiteY100" fmla="*/ 1035177 h 1447865"/>
                <a:gd name="connsiteX101" fmla="*/ 455860 w 1680522"/>
                <a:gd name="connsiteY101" fmla="*/ 1059688 h 1447865"/>
                <a:gd name="connsiteX102" fmla="*/ 453193 w 1680522"/>
                <a:gd name="connsiteY102" fmla="*/ 1082548 h 1447865"/>
                <a:gd name="connsiteX103" fmla="*/ 526853 w 1680522"/>
                <a:gd name="connsiteY103" fmla="*/ 1124458 h 1447865"/>
                <a:gd name="connsiteX104" fmla="*/ 527361 w 1680522"/>
                <a:gd name="connsiteY104" fmla="*/ 1271270 h 1447865"/>
                <a:gd name="connsiteX105" fmla="*/ 400615 w 1680522"/>
                <a:gd name="connsiteY105" fmla="*/ 1304417 h 1447865"/>
                <a:gd name="connsiteX106" fmla="*/ 361499 w 1680522"/>
                <a:gd name="connsiteY106" fmla="*/ 1418336 h 1447865"/>
                <a:gd name="connsiteX107" fmla="*/ 590988 w 1680522"/>
                <a:gd name="connsiteY107" fmla="*/ 1424051 h 1447865"/>
                <a:gd name="connsiteX108" fmla="*/ 675698 w 1680522"/>
                <a:gd name="connsiteY108" fmla="*/ 1412748 h 1447865"/>
                <a:gd name="connsiteX109" fmla="*/ 592893 w 1680522"/>
                <a:gd name="connsiteY109" fmla="*/ 1228725 h 1447865"/>
                <a:gd name="connsiteX110" fmla="*/ 572065 w 1680522"/>
                <a:gd name="connsiteY110" fmla="*/ 1137666 h 1447865"/>
                <a:gd name="connsiteX111" fmla="*/ 607244 w 1680522"/>
                <a:gd name="connsiteY111" fmla="*/ 1009142 h 1447865"/>
                <a:gd name="connsiteX112" fmla="*/ 433000 w 1680522"/>
                <a:gd name="connsiteY112" fmla="*/ 1003554 h 1447865"/>
                <a:gd name="connsiteX113" fmla="*/ 416744 w 1680522"/>
                <a:gd name="connsiteY113" fmla="*/ 1117473 h 1447865"/>
                <a:gd name="connsiteX114" fmla="*/ 387788 w 1680522"/>
                <a:gd name="connsiteY114" fmla="*/ 1265810 h 1447865"/>
                <a:gd name="connsiteX115" fmla="*/ 476815 w 1680522"/>
                <a:gd name="connsiteY115" fmla="*/ 1275461 h 1447865"/>
                <a:gd name="connsiteX116" fmla="*/ 520503 w 1680522"/>
                <a:gd name="connsiteY116" fmla="*/ 1176655 h 1447865"/>
                <a:gd name="connsiteX117" fmla="*/ 416744 w 1680522"/>
                <a:gd name="connsiteY117" fmla="*/ 1117473 h 1447865"/>
                <a:gd name="connsiteX118" fmla="*/ 695382 w 1680522"/>
                <a:gd name="connsiteY118" fmla="*/ 1228344 h 1447865"/>
                <a:gd name="connsiteX119" fmla="*/ 694493 w 1680522"/>
                <a:gd name="connsiteY119" fmla="*/ 1273810 h 1447865"/>
                <a:gd name="connsiteX120" fmla="*/ 1551998 w 1680522"/>
                <a:gd name="connsiteY120" fmla="*/ 1273302 h 1447865"/>
                <a:gd name="connsiteX121" fmla="*/ 1554664 w 1680522"/>
                <a:gd name="connsiteY121" fmla="*/ 1228091 h 1447865"/>
                <a:gd name="connsiteX122" fmla="*/ 695382 w 1680522"/>
                <a:gd name="connsiteY122" fmla="*/ 1228344 h 1447865"/>
                <a:gd name="connsiteX0" fmla="*/ 1069398 w 1680522"/>
                <a:gd name="connsiteY0" fmla="*/ 648589 h 1447865"/>
                <a:gd name="connsiteX1" fmla="*/ 1017708 w 1680522"/>
                <a:gd name="connsiteY1" fmla="*/ 647192 h 1447865"/>
                <a:gd name="connsiteX2" fmla="*/ 1012374 w 1680522"/>
                <a:gd name="connsiteY2" fmla="*/ 556641 h 1447865"/>
                <a:gd name="connsiteX3" fmla="*/ 936048 w 1680522"/>
                <a:gd name="connsiteY3" fmla="*/ 619125 h 1447865"/>
                <a:gd name="connsiteX4" fmla="*/ 742245 w 1680522"/>
                <a:gd name="connsiteY4" fmla="*/ 791210 h 1447865"/>
                <a:gd name="connsiteX5" fmla="*/ 932492 w 1680522"/>
                <a:gd name="connsiteY5" fmla="*/ 924433 h 1447865"/>
                <a:gd name="connsiteX6" fmla="*/ 1004881 w 1680522"/>
                <a:gd name="connsiteY6" fmla="*/ 751459 h 1447865"/>
                <a:gd name="connsiteX7" fmla="*/ 1183189 w 1680522"/>
                <a:gd name="connsiteY7" fmla="*/ 748030 h 1447865"/>
                <a:gd name="connsiteX8" fmla="*/ 1620197 w 1680522"/>
                <a:gd name="connsiteY8" fmla="*/ 749808 h 1447865"/>
                <a:gd name="connsiteX9" fmla="*/ 1680522 w 1680522"/>
                <a:gd name="connsiteY9" fmla="*/ 784225 h 1447865"/>
                <a:gd name="connsiteX10" fmla="*/ 1572825 w 1680522"/>
                <a:gd name="connsiteY10" fmla="*/ 1215263 h 1447865"/>
                <a:gd name="connsiteX11" fmla="*/ 1579556 w 1680522"/>
                <a:gd name="connsiteY11" fmla="*/ 1229741 h 1447865"/>
                <a:gd name="connsiteX12" fmla="*/ 1561904 w 1680522"/>
                <a:gd name="connsiteY12" fmla="*/ 1295782 h 1447865"/>
                <a:gd name="connsiteX13" fmla="*/ 1478718 w 1680522"/>
                <a:gd name="connsiteY13" fmla="*/ 1299338 h 1447865"/>
                <a:gd name="connsiteX14" fmla="*/ 704273 w 1680522"/>
                <a:gd name="connsiteY14" fmla="*/ 1298829 h 1447865"/>
                <a:gd name="connsiteX15" fmla="*/ 675189 w 1680522"/>
                <a:gd name="connsiteY15" fmla="*/ 1205104 h 1447865"/>
                <a:gd name="connsiteX16" fmla="*/ 834067 w 1680522"/>
                <a:gd name="connsiteY16" fmla="*/ 1201039 h 1447865"/>
                <a:gd name="connsiteX17" fmla="*/ 789743 w 1680522"/>
                <a:gd name="connsiteY17" fmla="*/ 838200 h 1447865"/>
                <a:gd name="connsiteX18" fmla="*/ 757612 w 1680522"/>
                <a:gd name="connsiteY18" fmla="*/ 824230 h 1447865"/>
                <a:gd name="connsiteX19" fmla="*/ 667696 w 1680522"/>
                <a:gd name="connsiteY19" fmla="*/ 804545 h 1447865"/>
                <a:gd name="connsiteX20" fmla="*/ 514788 w 1680522"/>
                <a:gd name="connsiteY20" fmla="*/ 848106 h 1447865"/>
                <a:gd name="connsiteX21" fmla="*/ 348672 w 1680522"/>
                <a:gd name="connsiteY21" fmla="*/ 804418 h 1447865"/>
                <a:gd name="connsiteX22" fmla="*/ 253295 w 1680522"/>
                <a:gd name="connsiteY22" fmla="*/ 829945 h 1447865"/>
                <a:gd name="connsiteX23" fmla="*/ 247580 w 1680522"/>
                <a:gd name="connsiteY23" fmla="*/ 851789 h 1447865"/>
                <a:gd name="connsiteX24" fmla="*/ 210623 w 1680522"/>
                <a:gd name="connsiteY24" fmla="*/ 1111250 h 1447865"/>
                <a:gd name="connsiteX25" fmla="*/ 430206 w 1680522"/>
                <a:gd name="connsiteY25" fmla="*/ 1090804 h 1447865"/>
                <a:gd name="connsiteX26" fmla="*/ 426142 w 1680522"/>
                <a:gd name="connsiteY26" fmla="*/ 1057148 h 1447865"/>
                <a:gd name="connsiteX27" fmla="*/ 411918 w 1680522"/>
                <a:gd name="connsiteY27" fmla="*/ 983869 h 1447865"/>
                <a:gd name="connsiteX28" fmla="*/ 511994 w 1680522"/>
                <a:gd name="connsiteY28" fmla="*/ 974725 h 1447865"/>
                <a:gd name="connsiteX29" fmla="*/ 579939 w 1680522"/>
                <a:gd name="connsiteY29" fmla="*/ 975868 h 1447865"/>
                <a:gd name="connsiteX30" fmla="*/ 629215 w 1680522"/>
                <a:gd name="connsiteY30" fmla="*/ 1010666 h 1447865"/>
                <a:gd name="connsiteX31" fmla="*/ 596957 w 1680522"/>
                <a:gd name="connsiteY31" fmla="*/ 1085596 h 1447865"/>
                <a:gd name="connsiteX32" fmla="*/ 611308 w 1680522"/>
                <a:gd name="connsiteY32" fmla="*/ 1204341 h 1447865"/>
                <a:gd name="connsiteX33" fmla="*/ 697542 w 1680522"/>
                <a:gd name="connsiteY33" fmla="*/ 1380236 h 1447865"/>
                <a:gd name="connsiteX34" fmla="*/ 680650 w 1680522"/>
                <a:gd name="connsiteY34" fmla="*/ 1444879 h 1447865"/>
                <a:gd name="connsiteX35" fmla="*/ 400869 w 1680522"/>
                <a:gd name="connsiteY35" fmla="*/ 1447419 h 1447865"/>
                <a:gd name="connsiteX36" fmla="*/ 339655 w 1680522"/>
                <a:gd name="connsiteY36" fmla="*/ 1427988 h 1447865"/>
                <a:gd name="connsiteX37" fmla="*/ 349053 w 1680522"/>
                <a:gd name="connsiteY37" fmla="*/ 1340739 h 1447865"/>
                <a:gd name="connsiteX38" fmla="*/ 40443 w 1680522"/>
                <a:gd name="connsiteY38" fmla="*/ 1236726 h 1447865"/>
                <a:gd name="connsiteX39" fmla="*/ 94672 w 1680522"/>
                <a:gd name="connsiteY39" fmla="*/ 949071 h 1447865"/>
                <a:gd name="connsiteX40" fmla="*/ 286061 w 1680522"/>
                <a:gd name="connsiteY40" fmla="*/ 789813 h 1447865"/>
                <a:gd name="connsiteX41" fmla="*/ 194494 w 1680522"/>
                <a:gd name="connsiteY41" fmla="*/ 735838 h 1447865"/>
                <a:gd name="connsiteX42" fmla="*/ 101276 w 1680522"/>
                <a:gd name="connsiteY42" fmla="*/ 621157 h 1447865"/>
                <a:gd name="connsiteX43" fmla="*/ 43110 w 1680522"/>
                <a:gd name="connsiteY43" fmla="*/ 588010 h 1447865"/>
                <a:gd name="connsiteX44" fmla="*/ 21393 w 1680522"/>
                <a:gd name="connsiteY44" fmla="*/ 365125 h 1447865"/>
                <a:gd name="connsiteX45" fmla="*/ 92132 w 1680522"/>
                <a:gd name="connsiteY45" fmla="*/ 307340 h 1447865"/>
                <a:gd name="connsiteX46" fmla="*/ 317938 w 1680522"/>
                <a:gd name="connsiteY46" fmla="*/ 102743 h 1447865"/>
                <a:gd name="connsiteX47" fmla="*/ 696271 w 1680522"/>
                <a:gd name="connsiteY47" fmla="*/ 93472 h 1447865"/>
                <a:gd name="connsiteX48" fmla="*/ 828732 w 1680522"/>
                <a:gd name="connsiteY48" fmla="*/ 169037 h 1447865"/>
                <a:gd name="connsiteX49" fmla="*/ 943540 w 1680522"/>
                <a:gd name="connsiteY49" fmla="*/ 311531 h 1447865"/>
                <a:gd name="connsiteX50" fmla="*/ 1016057 w 1680522"/>
                <a:gd name="connsiteY50" fmla="*/ 364744 h 1447865"/>
                <a:gd name="connsiteX51" fmla="*/ 1012248 w 1680522"/>
                <a:gd name="connsiteY51" fmla="*/ 133604 h 1447865"/>
                <a:gd name="connsiteX52" fmla="*/ 1060380 w 1680522"/>
                <a:gd name="connsiteY52" fmla="*/ 17272 h 1447865"/>
                <a:gd name="connsiteX53" fmla="*/ 1149026 w 1680522"/>
                <a:gd name="connsiteY53" fmla="*/ 0 h 1447865"/>
                <a:gd name="connsiteX54" fmla="*/ 1035107 w 1680522"/>
                <a:gd name="connsiteY54" fmla="*/ 107823 h 1447865"/>
                <a:gd name="connsiteX55" fmla="*/ 1034345 w 1680522"/>
                <a:gd name="connsiteY55" fmla="*/ 623443 h 1447865"/>
                <a:gd name="connsiteX56" fmla="*/ 1035107 w 1680522"/>
                <a:gd name="connsiteY56" fmla="*/ 107823 h 1447865"/>
                <a:gd name="connsiteX57" fmla="*/ 268027 w 1680522"/>
                <a:gd name="connsiteY57" fmla="*/ 154940 h 1447865"/>
                <a:gd name="connsiteX58" fmla="*/ 98482 w 1680522"/>
                <a:gd name="connsiteY58" fmla="*/ 393827 h 1447865"/>
                <a:gd name="connsiteX59" fmla="*/ 96450 w 1680522"/>
                <a:gd name="connsiteY59" fmla="*/ 395986 h 1447865"/>
                <a:gd name="connsiteX60" fmla="*/ 202114 w 1680522"/>
                <a:gd name="connsiteY60" fmla="*/ 708787 h 1447865"/>
                <a:gd name="connsiteX61" fmla="*/ 388042 w 1680522"/>
                <a:gd name="connsiteY61" fmla="*/ 779780 h 1447865"/>
                <a:gd name="connsiteX62" fmla="*/ 691954 w 1680522"/>
                <a:gd name="connsiteY62" fmla="*/ 777240 h 1447865"/>
                <a:gd name="connsiteX63" fmla="*/ 940746 w 1680522"/>
                <a:gd name="connsiteY63" fmla="*/ 489839 h 1447865"/>
                <a:gd name="connsiteX64" fmla="*/ 834574 w 1680522"/>
                <a:gd name="connsiteY64" fmla="*/ 206883 h 1447865"/>
                <a:gd name="connsiteX65" fmla="*/ 509708 w 1680522"/>
                <a:gd name="connsiteY65" fmla="*/ 101854 h 1447865"/>
                <a:gd name="connsiteX66" fmla="*/ 268027 w 1680522"/>
                <a:gd name="connsiteY66" fmla="*/ 154940 h 1447865"/>
                <a:gd name="connsiteX67" fmla="*/ 82480 w 1680522"/>
                <a:gd name="connsiteY67" fmla="*/ 586740 h 1447865"/>
                <a:gd name="connsiteX68" fmla="*/ 77146 w 1680522"/>
                <a:gd name="connsiteY68" fmla="*/ 335280 h 1447865"/>
                <a:gd name="connsiteX69" fmla="*/ 82480 w 1680522"/>
                <a:gd name="connsiteY69" fmla="*/ 586740 h 1447865"/>
                <a:gd name="connsiteX70" fmla="*/ 950144 w 1680522"/>
                <a:gd name="connsiteY70" fmla="*/ 333756 h 1447865"/>
                <a:gd name="connsiteX71" fmla="*/ 946969 w 1680522"/>
                <a:gd name="connsiteY71" fmla="*/ 589534 h 1447865"/>
                <a:gd name="connsiteX72" fmla="*/ 950144 w 1680522"/>
                <a:gd name="connsiteY72" fmla="*/ 333756 h 1447865"/>
                <a:gd name="connsiteX73" fmla="*/ 998912 w 1680522"/>
                <a:gd name="connsiteY73" fmla="*/ 780415 h 1447865"/>
                <a:gd name="connsiteX74" fmla="*/ 967670 w 1680522"/>
                <a:gd name="connsiteY74" fmla="*/ 872363 h 1447865"/>
                <a:gd name="connsiteX75" fmla="*/ 900361 w 1680522"/>
                <a:gd name="connsiteY75" fmla="*/ 1201039 h 1447865"/>
                <a:gd name="connsiteX76" fmla="*/ 1554792 w 1680522"/>
                <a:gd name="connsiteY76" fmla="*/ 1201039 h 1447865"/>
                <a:gd name="connsiteX77" fmla="*/ 1650804 w 1680522"/>
                <a:gd name="connsiteY77" fmla="*/ 777621 h 1447865"/>
                <a:gd name="connsiteX78" fmla="*/ 1060254 w 1680522"/>
                <a:gd name="connsiteY78" fmla="*/ 775843 h 1447865"/>
                <a:gd name="connsiteX79" fmla="*/ 998912 w 1680522"/>
                <a:gd name="connsiteY79" fmla="*/ 780415 h 1447865"/>
                <a:gd name="connsiteX80" fmla="*/ 436175 w 1680522"/>
                <a:gd name="connsiteY80" fmla="*/ 803656 h 1447865"/>
                <a:gd name="connsiteX81" fmla="*/ 593528 w 1680522"/>
                <a:gd name="connsiteY81" fmla="*/ 803402 h 1447865"/>
                <a:gd name="connsiteX82" fmla="*/ 436175 w 1680522"/>
                <a:gd name="connsiteY82" fmla="*/ 803656 h 1447865"/>
                <a:gd name="connsiteX83" fmla="*/ 50857 w 1680522"/>
                <a:gd name="connsiteY83" fmla="*/ 1151001 h 1447865"/>
                <a:gd name="connsiteX84" fmla="*/ 73336 w 1680522"/>
                <a:gd name="connsiteY84" fmla="*/ 1247521 h 1447865"/>
                <a:gd name="connsiteX85" fmla="*/ 363912 w 1680522"/>
                <a:gd name="connsiteY85" fmla="*/ 1318133 h 1447865"/>
                <a:gd name="connsiteX86" fmla="*/ 380168 w 1680522"/>
                <a:gd name="connsiteY86" fmla="*/ 1289304 h 1447865"/>
                <a:gd name="connsiteX87" fmla="*/ 362515 w 1680522"/>
                <a:gd name="connsiteY87" fmla="*/ 1120648 h 1447865"/>
                <a:gd name="connsiteX88" fmla="*/ 140011 w 1680522"/>
                <a:gd name="connsiteY88" fmla="*/ 1138555 h 1447865"/>
                <a:gd name="connsiteX89" fmla="*/ 185731 w 1680522"/>
                <a:gd name="connsiteY89" fmla="*/ 1111504 h 1447865"/>
                <a:gd name="connsiteX90" fmla="*/ 220910 w 1680522"/>
                <a:gd name="connsiteY90" fmla="*/ 846201 h 1447865"/>
                <a:gd name="connsiteX91" fmla="*/ 50857 w 1680522"/>
                <a:gd name="connsiteY91" fmla="*/ 1151001 h 1447865"/>
                <a:gd name="connsiteX92" fmla="*/ 825049 w 1680522"/>
                <a:gd name="connsiteY92" fmla="*/ 855854 h 1447865"/>
                <a:gd name="connsiteX93" fmla="*/ 857307 w 1680522"/>
                <a:gd name="connsiteY93" fmla="*/ 1201039 h 1447865"/>
                <a:gd name="connsiteX94" fmla="*/ 875468 w 1680522"/>
                <a:gd name="connsiteY94" fmla="*/ 1201039 h 1447865"/>
                <a:gd name="connsiteX95" fmla="*/ 922331 w 1680522"/>
                <a:gd name="connsiteY95" fmla="*/ 958216 h 1447865"/>
                <a:gd name="connsiteX96" fmla="*/ 825049 w 1680522"/>
                <a:gd name="connsiteY96" fmla="*/ 855854 h 1447865"/>
                <a:gd name="connsiteX97" fmla="*/ 433000 w 1680522"/>
                <a:gd name="connsiteY97" fmla="*/ 1003554 h 1447865"/>
                <a:gd name="connsiteX98" fmla="*/ 419538 w 1680522"/>
                <a:gd name="connsiteY98" fmla="*/ 1023239 h 1447865"/>
                <a:gd name="connsiteX99" fmla="*/ 492055 w 1680522"/>
                <a:gd name="connsiteY99" fmla="*/ 1035177 h 1447865"/>
                <a:gd name="connsiteX100" fmla="*/ 455860 w 1680522"/>
                <a:gd name="connsiteY100" fmla="*/ 1059688 h 1447865"/>
                <a:gd name="connsiteX101" fmla="*/ 453193 w 1680522"/>
                <a:gd name="connsiteY101" fmla="*/ 1082548 h 1447865"/>
                <a:gd name="connsiteX102" fmla="*/ 526853 w 1680522"/>
                <a:gd name="connsiteY102" fmla="*/ 1124458 h 1447865"/>
                <a:gd name="connsiteX103" fmla="*/ 527361 w 1680522"/>
                <a:gd name="connsiteY103" fmla="*/ 1271270 h 1447865"/>
                <a:gd name="connsiteX104" fmla="*/ 400615 w 1680522"/>
                <a:gd name="connsiteY104" fmla="*/ 1304417 h 1447865"/>
                <a:gd name="connsiteX105" fmla="*/ 361499 w 1680522"/>
                <a:gd name="connsiteY105" fmla="*/ 1418336 h 1447865"/>
                <a:gd name="connsiteX106" fmla="*/ 590988 w 1680522"/>
                <a:gd name="connsiteY106" fmla="*/ 1424051 h 1447865"/>
                <a:gd name="connsiteX107" fmla="*/ 675698 w 1680522"/>
                <a:gd name="connsiteY107" fmla="*/ 1412748 h 1447865"/>
                <a:gd name="connsiteX108" fmla="*/ 592893 w 1680522"/>
                <a:gd name="connsiteY108" fmla="*/ 1228725 h 1447865"/>
                <a:gd name="connsiteX109" fmla="*/ 572065 w 1680522"/>
                <a:gd name="connsiteY109" fmla="*/ 1137666 h 1447865"/>
                <a:gd name="connsiteX110" fmla="*/ 607244 w 1680522"/>
                <a:gd name="connsiteY110" fmla="*/ 1009142 h 1447865"/>
                <a:gd name="connsiteX111" fmla="*/ 433000 w 1680522"/>
                <a:gd name="connsiteY111" fmla="*/ 1003554 h 1447865"/>
                <a:gd name="connsiteX112" fmla="*/ 416744 w 1680522"/>
                <a:gd name="connsiteY112" fmla="*/ 1117473 h 1447865"/>
                <a:gd name="connsiteX113" fmla="*/ 387788 w 1680522"/>
                <a:gd name="connsiteY113" fmla="*/ 1265810 h 1447865"/>
                <a:gd name="connsiteX114" fmla="*/ 476815 w 1680522"/>
                <a:gd name="connsiteY114" fmla="*/ 1275461 h 1447865"/>
                <a:gd name="connsiteX115" fmla="*/ 520503 w 1680522"/>
                <a:gd name="connsiteY115" fmla="*/ 1176655 h 1447865"/>
                <a:gd name="connsiteX116" fmla="*/ 416744 w 1680522"/>
                <a:gd name="connsiteY116" fmla="*/ 1117473 h 1447865"/>
                <a:gd name="connsiteX117" fmla="*/ 695382 w 1680522"/>
                <a:gd name="connsiteY117" fmla="*/ 1228344 h 1447865"/>
                <a:gd name="connsiteX118" fmla="*/ 694493 w 1680522"/>
                <a:gd name="connsiteY118" fmla="*/ 1273810 h 1447865"/>
                <a:gd name="connsiteX119" fmla="*/ 1551998 w 1680522"/>
                <a:gd name="connsiteY119" fmla="*/ 1273302 h 1447865"/>
                <a:gd name="connsiteX120" fmla="*/ 1554664 w 1680522"/>
                <a:gd name="connsiteY120" fmla="*/ 1228091 h 1447865"/>
                <a:gd name="connsiteX121" fmla="*/ 695382 w 1680522"/>
                <a:gd name="connsiteY121" fmla="*/ 1228344 h 1447865"/>
                <a:gd name="connsiteX0" fmla="*/ 1069398 w 1680522"/>
                <a:gd name="connsiteY0" fmla="*/ 631316 h 1430592"/>
                <a:gd name="connsiteX1" fmla="*/ 1017708 w 1680522"/>
                <a:gd name="connsiteY1" fmla="*/ 629919 h 1430592"/>
                <a:gd name="connsiteX2" fmla="*/ 1012374 w 1680522"/>
                <a:gd name="connsiteY2" fmla="*/ 539368 h 1430592"/>
                <a:gd name="connsiteX3" fmla="*/ 936048 w 1680522"/>
                <a:gd name="connsiteY3" fmla="*/ 601852 h 1430592"/>
                <a:gd name="connsiteX4" fmla="*/ 742245 w 1680522"/>
                <a:gd name="connsiteY4" fmla="*/ 773937 h 1430592"/>
                <a:gd name="connsiteX5" fmla="*/ 932492 w 1680522"/>
                <a:gd name="connsiteY5" fmla="*/ 907160 h 1430592"/>
                <a:gd name="connsiteX6" fmla="*/ 1004881 w 1680522"/>
                <a:gd name="connsiteY6" fmla="*/ 734186 h 1430592"/>
                <a:gd name="connsiteX7" fmla="*/ 1183189 w 1680522"/>
                <a:gd name="connsiteY7" fmla="*/ 730757 h 1430592"/>
                <a:gd name="connsiteX8" fmla="*/ 1620197 w 1680522"/>
                <a:gd name="connsiteY8" fmla="*/ 732535 h 1430592"/>
                <a:gd name="connsiteX9" fmla="*/ 1680522 w 1680522"/>
                <a:gd name="connsiteY9" fmla="*/ 766952 h 1430592"/>
                <a:gd name="connsiteX10" fmla="*/ 1572825 w 1680522"/>
                <a:gd name="connsiteY10" fmla="*/ 1197990 h 1430592"/>
                <a:gd name="connsiteX11" fmla="*/ 1579556 w 1680522"/>
                <a:gd name="connsiteY11" fmla="*/ 1212468 h 1430592"/>
                <a:gd name="connsiteX12" fmla="*/ 1561904 w 1680522"/>
                <a:gd name="connsiteY12" fmla="*/ 1278509 h 1430592"/>
                <a:gd name="connsiteX13" fmla="*/ 1478718 w 1680522"/>
                <a:gd name="connsiteY13" fmla="*/ 1282065 h 1430592"/>
                <a:gd name="connsiteX14" fmla="*/ 704273 w 1680522"/>
                <a:gd name="connsiteY14" fmla="*/ 1281556 h 1430592"/>
                <a:gd name="connsiteX15" fmla="*/ 675189 w 1680522"/>
                <a:gd name="connsiteY15" fmla="*/ 1187831 h 1430592"/>
                <a:gd name="connsiteX16" fmla="*/ 834067 w 1680522"/>
                <a:gd name="connsiteY16" fmla="*/ 1183766 h 1430592"/>
                <a:gd name="connsiteX17" fmla="*/ 789743 w 1680522"/>
                <a:gd name="connsiteY17" fmla="*/ 820927 h 1430592"/>
                <a:gd name="connsiteX18" fmla="*/ 757612 w 1680522"/>
                <a:gd name="connsiteY18" fmla="*/ 806957 h 1430592"/>
                <a:gd name="connsiteX19" fmla="*/ 667696 w 1680522"/>
                <a:gd name="connsiteY19" fmla="*/ 787272 h 1430592"/>
                <a:gd name="connsiteX20" fmla="*/ 514788 w 1680522"/>
                <a:gd name="connsiteY20" fmla="*/ 830833 h 1430592"/>
                <a:gd name="connsiteX21" fmla="*/ 348672 w 1680522"/>
                <a:gd name="connsiteY21" fmla="*/ 787145 h 1430592"/>
                <a:gd name="connsiteX22" fmla="*/ 253295 w 1680522"/>
                <a:gd name="connsiteY22" fmla="*/ 812672 h 1430592"/>
                <a:gd name="connsiteX23" fmla="*/ 247580 w 1680522"/>
                <a:gd name="connsiteY23" fmla="*/ 834516 h 1430592"/>
                <a:gd name="connsiteX24" fmla="*/ 210623 w 1680522"/>
                <a:gd name="connsiteY24" fmla="*/ 1093977 h 1430592"/>
                <a:gd name="connsiteX25" fmla="*/ 430206 w 1680522"/>
                <a:gd name="connsiteY25" fmla="*/ 1073531 h 1430592"/>
                <a:gd name="connsiteX26" fmla="*/ 426142 w 1680522"/>
                <a:gd name="connsiteY26" fmla="*/ 1039875 h 1430592"/>
                <a:gd name="connsiteX27" fmla="*/ 411918 w 1680522"/>
                <a:gd name="connsiteY27" fmla="*/ 966596 h 1430592"/>
                <a:gd name="connsiteX28" fmla="*/ 511994 w 1680522"/>
                <a:gd name="connsiteY28" fmla="*/ 957452 h 1430592"/>
                <a:gd name="connsiteX29" fmla="*/ 579939 w 1680522"/>
                <a:gd name="connsiteY29" fmla="*/ 958595 h 1430592"/>
                <a:gd name="connsiteX30" fmla="*/ 629215 w 1680522"/>
                <a:gd name="connsiteY30" fmla="*/ 993393 h 1430592"/>
                <a:gd name="connsiteX31" fmla="*/ 596957 w 1680522"/>
                <a:gd name="connsiteY31" fmla="*/ 1068323 h 1430592"/>
                <a:gd name="connsiteX32" fmla="*/ 611308 w 1680522"/>
                <a:gd name="connsiteY32" fmla="*/ 1187068 h 1430592"/>
                <a:gd name="connsiteX33" fmla="*/ 697542 w 1680522"/>
                <a:gd name="connsiteY33" fmla="*/ 1362963 h 1430592"/>
                <a:gd name="connsiteX34" fmla="*/ 680650 w 1680522"/>
                <a:gd name="connsiteY34" fmla="*/ 1427606 h 1430592"/>
                <a:gd name="connsiteX35" fmla="*/ 400869 w 1680522"/>
                <a:gd name="connsiteY35" fmla="*/ 1430146 h 1430592"/>
                <a:gd name="connsiteX36" fmla="*/ 339655 w 1680522"/>
                <a:gd name="connsiteY36" fmla="*/ 1410715 h 1430592"/>
                <a:gd name="connsiteX37" fmla="*/ 349053 w 1680522"/>
                <a:gd name="connsiteY37" fmla="*/ 1323466 h 1430592"/>
                <a:gd name="connsiteX38" fmla="*/ 40443 w 1680522"/>
                <a:gd name="connsiteY38" fmla="*/ 1219453 h 1430592"/>
                <a:gd name="connsiteX39" fmla="*/ 94672 w 1680522"/>
                <a:gd name="connsiteY39" fmla="*/ 931798 h 1430592"/>
                <a:gd name="connsiteX40" fmla="*/ 286061 w 1680522"/>
                <a:gd name="connsiteY40" fmla="*/ 772540 h 1430592"/>
                <a:gd name="connsiteX41" fmla="*/ 194494 w 1680522"/>
                <a:gd name="connsiteY41" fmla="*/ 718565 h 1430592"/>
                <a:gd name="connsiteX42" fmla="*/ 101276 w 1680522"/>
                <a:gd name="connsiteY42" fmla="*/ 603884 h 1430592"/>
                <a:gd name="connsiteX43" fmla="*/ 43110 w 1680522"/>
                <a:gd name="connsiteY43" fmla="*/ 570737 h 1430592"/>
                <a:gd name="connsiteX44" fmla="*/ 21393 w 1680522"/>
                <a:gd name="connsiteY44" fmla="*/ 347852 h 1430592"/>
                <a:gd name="connsiteX45" fmla="*/ 92132 w 1680522"/>
                <a:gd name="connsiteY45" fmla="*/ 290067 h 1430592"/>
                <a:gd name="connsiteX46" fmla="*/ 317938 w 1680522"/>
                <a:gd name="connsiteY46" fmla="*/ 85470 h 1430592"/>
                <a:gd name="connsiteX47" fmla="*/ 696271 w 1680522"/>
                <a:gd name="connsiteY47" fmla="*/ 76199 h 1430592"/>
                <a:gd name="connsiteX48" fmla="*/ 828732 w 1680522"/>
                <a:gd name="connsiteY48" fmla="*/ 151764 h 1430592"/>
                <a:gd name="connsiteX49" fmla="*/ 943540 w 1680522"/>
                <a:gd name="connsiteY49" fmla="*/ 294258 h 1430592"/>
                <a:gd name="connsiteX50" fmla="*/ 1016057 w 1680522"/>
                <a:gd name="connsiteY50" fmla="*/ 347471 h 1430592"/>
                <a:gd name="connsiteX51" fmla="*/ 1012248 w 1680522"/>
                <a:gd name="connsiteY51" fmla="*/ 116331 h 1430592"/>
                <a:gd name="connsiteX52" fmla="*/ 1060380 w 1680522"/>
                <a:gd name="connsiteY52" fmla="*/ -1 h 1430592"/>
                <a:gd name="connsiteX53" fmla="*/ 1035107 w 1680522"/>
                <a:gd name="connsiteY53" fmla="*/ 90550 h 1430592"/>
                <a:gd name="connsiteX54" fmla="*/ 1034345 w 1680522"/>
                <a:gd name="connsiteY54" fmla="*/ 606170 h 1430592"/>
                <a:gd name="connsiteX55" fmla="*/ 1035107 w 1680522"/>
                <a:gd name="connsiteY55" fmla="*/ 90550 h 1430592"/>
                <a:gd name="connsiteX56" fmla="*/ 268027 w 1680522"/>
                <a:gd name="connsiteY56" fmla="*/ 137667 h 1430592"/>
                <a:gd name="connsiteX57" fmla="*/ 98482 w 1680522"/>
                <a:gd name="connsiteY57" fmla="*/ 376554 h 1430592"/>
                <a:gd name="connsiteX58" fmla="*/ 96450 w 1680522"/>
                <a:gd name="connsiteY58" fmla="*/ 378713 h 1430592"/>
                <a:gd name="connsiteX59" fmla="*/ 202114 w 1680522"/>
                <a:gd name="connsiteY59" fmla="*/ 691514 h 1430592"/>
                <a:gd name="connsiteX60" fmla="*/ 388042 w 1680522"/>
                <a:gd name="connsiteY60" fmla="*/ 762507 h 1430592"/>
                <a:gd name="connsiteX61" fmla="*/ 691954 w 1680522"/>
                <a:gd name="connsiteY61" fmla="*/ 759967 h 1430592"/>
                <a:gd name="connsiteX62" fmla="*/ 940746 w 1680522"/>
                <a:gd name="connsiteY62" fmla="*/ 472566 h 1430592"/>
                <a:gd name="connsiteX63" fmla="*/ 834574 w 1680522"/>
                <a:gd name="connsiteY63" fmla="*/ 189610 h 1430592"/>
                <a:gd name="connsiteX64" fmla="*/ 509708 w 1680522"/>
                <a:gd name="connsiteY64" fmla="*/ 84581 h 1430592"/>
                <a:gd name="connsiteX65" fmla="*/ 268027 w 1680522"/>
                <a:gd name="connsiteY65" fmla="*/ 137667 h 1430592"/>
                <a:gd name="connsiteX66" fmla="*/ 82480 w 1680522"/>
                <a:gd name="connsiteY66" fmla="*/ 569467 h 1430592"/>
                <a:gd name="connsiteX67" fmla="*/ 77146 w 1680522"/>
                <a:gd name="connsiteY67" fmla="*/ 318007 h 1430592"/>
                <a:gd name="connsiteX68" fmla="*/ 82480 w 1680522"/>
                <a:gd name="connsiteY68" fmla="*/ 569467 h 1430592"/>
                <a:gd name="connsiteX69" fmla="*/ 950144 w 1680522"/>
                <a:gd name="connsiteY69" fmla="*/ 316483 h 1430592"/>
                <a:gd name="connsiteX70" fmla="*/ 946969 w 1680522"/>
                <a:gd name="connsiteY70" fmla="*/ 572261 h 1430592"/>
                <a:gd name="connsiteX71" fmla="*/ 950144 w 1680522"/>
                <a:gd name="connsiteY71" fmla="*/ 316483 h 1430592"/>
                <a:gd name="connsiteX72" fmla="*/ 998912 w 1680522"/>
                <a:gd name="connsiteY72" fmla="*/ 763142 h 1430592"/>
                <a:gd name="connsiteX73" fmla="*/ 967670 w 1680522"/>
                <a:gd name="connsiteY73" fmla="*/ 855090 h 1430592"/>
                <a:gd name="connsiteX74" fmla="*/ 900361 w 1680522"/>
                <a:gd name="connsiteY74" fmla="*/ 1183766 h 1430592"/>
                <a:gd name="connsiteX75" fmla="*/ 1554792 w 1680522"/>
                <a:gd name="connsiteY75" fmla="*/ 1183766 h 1430592"/>
                <a:gd name="connsiteX76" fmla="*/ 1650804 w 1680522"/>
                <a:gd name="connsiteY76" fmla="*/ 760348 h 1430592"/>
                <a:gd name="connsiteX77" fmla="*/ 1060254 w 1680522"/>
                <a:gd name="connsiteY77" fmla="*/ 758570 h 1430592"/>
                <a:gd name="connsiteX78" fmla="*/ 998912 w 1680522"/>
                <a:gd name="connsiteY78" fmla="*/ 763142 h 1430592"/>
                <a:gd name="connsiteX79" fmla="*/ 436175 w 1680522"/>
                <a:gd name="connsiteY79" fmla="*/ 786383 h 1430592"/>
                <a:gd name="connsiteX80" fmla="*/ 593528 w 1680522"/>
                <a:gd name="connsiteY80" fmla="*/ 786129 h 1430592"/>
                <a:gd name="connsiteX81" fmla="*/ 436175 w 1680522"/>
                <a:gd name="connsiteY81" fmla="*/ 786383 h 1430592"/>
                <a:gd name="connsiteX82" fmla="*/ 50857 w 1680522"/>
                <a:gd name="connsiteY82" fmla="*/ 1133728 h 1430592"/>
                <a:gd name="connsiteX83" fmla="*/ 73336 w 1680522"/>
                <a:gd name="connsiteY83" fmla="*/ 1230248 h 1430592"/>
                <a:gd name="connsiteX84" fmla="*/ 363912 w 1680522"/>
                <a:gd name="connsiteY84" fmla="*/ 1300860 h 1430592"/>
                <a:gd name="connsiteX85" fmla="*/ 380168 w 1680522"/>
                <a:gd name="connsiteY85" fmla="*/ 1272031 h 1430592"/>
                <a:gd name="connsiteX86" fmla="*/ 362515 w 1680522"/>
                <a:gd name="connsiteY86" fmla="*/ 1103375 h 1430592"/>
                <a:gd name="connsiteX87" fmla="*/ 140011 w 1680522"/>
                <a:gd name="connsiteY87" fmla="*/ 1121282 h 1430592"/>
                <a:gd name="connsiteX88" fmla="*/ 185731 w 1680522"/>
                <a:gd name="connsiteY88" fmla="*/ 1094231 h 1430592"/>
                <a:gd name="connsiteX89" fmla="*/ 220910 w 1680522"/>
                <a:gd name="connsiteY89" fmla="*/ 828928 h 1430592"/>
                <a:gd name="connsiteX90" fmla="*/ 50857 w 1680522"/>
                <a:gd name="connsiteY90" fmla="*/ 1133728 h 1430592"/>
                <a:gd name="connsiteX91" fmla="*/ 825049 w 1680522"/>
                <a:gd name="connsiteY91" fmla="*/ 838581 h 1430592"/>
                <a:gd name="connsiteX92" fmla="*/ 857307 w 1680522"/>
                <a:gd name="connsiteY92" fmla="*/ 1183766 h 1430592"/>
                <a:gd name="connsiteX93" fmla="*/ 875468 w 1680522"/>
                <a:gd name="connsiteY93" fmla="*/ 1183766 h 1430592"/>
                <a:gd name="connsiteX94" fmla="*/ 922331 w 1680522"/>
                <a:gd name="connsiteY94" fmla="*/ 940943 h 1430592"/>
                <a:gd name="connsiteX95" fmla="*/ 825049 w 1680522"/>
                <a:gd name="connsiteY95" fmla="*/ 838581 h 1430592"/>
                <a:gd name="connsiteX96" fmla="*/ 433000 w 1680522"/>
                <a:gd name="connsiteY96" fmla="*/ 986281 h 1430592"/>
                <a:gd name="connsiteX97" fmla="*/ 419538 w 1680522"/>
                <a:gd name="connsiteY97" fmla="*/ 1005966 h 1430592"/>
                <a:gd name="connsiteX98" fmla="*/ 492055 w 1680522"/>
                <a:gd name="connsiteY98" fmla="*/ 1017904 h 1430592"/>
                <a:gd name="connsiteX99" fmla="*/ 455860 w 1680522"/>
                <a:gd name="connsiteY99" fmla="*/ 1042415 h 1430592"/>
                <a:gd name="connsiteX100" fmla="*/ 453193 w 1680522"/>
                <a:gd name="connsiteY100" fmla="*/ 1065275 h 1430592"/>
                <a:gd name="connsiteX101" fmla="*/ 526853 w 1680522"/>
                <a:gd name="connsiteY101" fmla="*/ 1107185 h 1430592"/>
                <a:gd name="connsiteX102" fmla="*/ 527361 w 1680522"/>
                <a:gd name="connsiteY102" fmla="*/ 1253997 h 1430592"/>
                <a:gd name="connsiteX103" fmla="*/ 400615 w 1680522"/>
                <a:gd name="connsiteY103" fmla="*/ 1287144 h 1430592"/>
                <a:gd name="connsiteX104" fmla="*/ 361499 w 1680522"/>
                <a:gd name="connsiteY104" fmla="*/ 1401063 h 1430592"/>
                <a:gd name="connsiteX105" fmla="*/ 590988 w 1680522"/>
                <a:gd name="connsiteY105" fmla="*/ 1406778 h 1430592"/>
                <a:gd name="connsiteX106" fmla="*/ 675698 w 1680522"/>
                <a:gd name="connsiteY106" fmla="*/ 1395475 h 1430592"/>
                <a:gd name="connsiteX107" fmla="*/ 592893 w 1680522"/>
                <a:gd name="connsiteY107" fmla="*/ 1211452 h 1430592"/>
                <a:gd name="connsiteX108" fmla="*/ 572065 w 1680522"/>
                <a:gd name="connsiteY108" fmla="*/ 1120393 h 1430592"/>
                <a:gd name="connsiteX109" fmla="*/ 607244 w 1680522"/>
                <a:gd name="connsiteY109" fmla="*/ 991869 h 1430592"/>
                <a:gd name="connsiteX110" fmla="*/ 433000 w 1680522"/>
                <a:gd name="connsiteY110" fmla="*/ 986281 h 1430592"/>
                <a:gd name="connsiteX111" fmla="*/ 416744 w 1680522"/>
                <a:gd name="connsiteY111" fmla="*/ 1100200 h 1430592"/>
                <a:gd name="connsiteX112" fmla="*/ 387788 w 1680522"/>
                <a:gd name="connsiteY112" fmla="*/ 1248537 h 1430592"/>
                <a:gd name="connsiteX113" fmla="*/ 476815 w 1680522"/>
                <a:gd name="connsiteY113" fmla="*/ 1258188 h 1430592"/>
                <a:gd name="connsiteX114" fmla="*/ 520503 w 1680522"/>
                <a:gd name="connsiteY114" fmla="*/ 1159382 h 1430592"/>
                <a:gd name="connsiteX115" fmla="*/ 416744 w 1680522"/>
                <a:gd name="connsiteY115" fmla="*/ 1100200 h 1430592"/>
                <a:gd name="connsiteX116" fmla="*/ 695382 w 1680522"/>
                <a:gd name="connsiteY116" fmla="*/ 1211071 h 1430592"/>
                <a:gd name="connsiteX117" fmla="*/ 694493 w 1680522"/>
                <a:gd name="connsiteY117" fmla="*/ 1256537 h 1430592"/>
                <a:gd name="connsiteX118" fmla="*/ 1551998 w 1680522"/>
                <a:gd name="connsiteY118" fmla="*/ 1256029 h 1430592"/>
                <a:gd name="connsiteX119" fmla="*/ 1554664 w 1680522"/>
                <a:gd name="connsiteY119" fmla="*/ 1210818 h 1430592"/>
                <a:gd name="connsiteX120" fmla="*/ 695382 w 1680522"/>
                <a:gd name="connsiteY120" fmla="*/ 1211071 h 1430592"/>
                <a:gd name="connsiteX0" fmla="*/ 1069398 w 1680522"/>
                <a:gd name="connsiteY0" fmla="*/ 574865 h 1374141"/>
                <a:gd name="connsiteX1" fmla="*/ 1017708 w 1680522"/>
                <a:gd name="connsiteY1" fmla="*/ 573468 h 1374141"/>
                <a:gd name="connsiteX2" fmla="*/ 1012374 w 1680522"/>
                <a:gd name="connsiteY2" fmla="*/ 482917 h 1374141"/>
                <a:gd name="connsiteX3" fmla="*/ 936048 w 1680522"/>
                <a:gd name="connsiteY3" fmla="*/ 545401 h 1374141"/>
                <a:gd name="connsiteX4" fmla="*/ 742245 w 1680522"/>
                <a:gd name="connsiteY4" fmla="*/ 717486 h 1374141"/>
                <a:gd name="connsiteX5" fmla="*/ 932492 w 1680522"/>
                <a:gd name="connsiteY5" fmla="*/ 850709 h 1374141"/>
                <a:gd name="connsiteX6" fmla="*/ 1004881 w 1680522"/>
                <a:gd name="connsiteY6" fmla="*/ 677735 h 1374141"/>
                <a:gd name="connsiteX7" fmla="*/ 1183189 w 1680522"/>
                <a:gd name="connsiteY7" fmla="*/ 674306 h 1374141"/>
                <a:gd name="connsiteX8" fmla="*/ 1620197 w 1680522"/>
                <a:gd name="connsiteY8" fmla="*/ 676084 h 1374141"/>
                <a:gd name="connsiteX9" fmla="*/ 1680522 w 1680522"/>
                <a:gd name="connsiteY9" fmla="*/ 710501 h 1374141"/>
                <a:gd name="connsiteX10" fmla="*/ 1572825 w 1680522"/>
                <a:gd name="connsiteY10" fmla="*/ 1141539 h 1374141"/>
                <a:gd name="connsiteX11" fmla="*/ 1579556 w 1680522"/>
                <a:gd name="connsiteY11" fmla="*/ 1156017 h 1374141"/>
                <a:gd name="connsiteX12" fmla="*/ 1561904 w 1680522"/>
                <a:gd name="connsiteY12" fmla="*/ 1222058 h 1374141"/>
                <a:gd name="connsiteX13" fmla="*/ 1478718 w 1680522"/>
                <a:gd name="connsiteY13" fmla="*/ 1225614 h 1374141"/>
                <a:gd name="connsiteX14" fmla="*/ 704273 w 1680522"/>
                <a:gd name="connsiteY14" fmla="*/ 1225105 h 1374141"/>
                <a:gd name="connsiteX15" fmla="*/ 675189 w 1680522"/>
                <a:gd name="connsiteY15" fmla="*/ 1131380 h 1374141"/>
                <a:gd name="connsiteX16" fmla="*/ 834067 w 1680522"/>
                <a:gd name="connsiteY16" fmla="*/ 1127315 h 1374141"/>
                <a:gd name="connsiteX17" fmla="*/ 789743 w 1680522"/>
                <a:gd name="connsiteY17" fmla="*/ 764476 h 1374141"/>
                <a:gd name="connsiteX18" fmla="*/ 757612 w 1680522"/>
                <a:gd name="connsiteY18" fmla="*/ 750506 h 1374141"/>
                <a:gd name="connsiteX19" fmla="*/ 667696 w 1680522"/>
                <a:gd name="connsiteY19" fmla="*/ 730821 h 1374141"/>
                <a:gd name="connsiteX20" fmla="*/ 514788 w 1680522"/>
                <a:gd name="connsiteY20" fmla="*/ 774382 h 1374141"/>
                <a:gd name="connsiteX21" fmla="*/ 348672 w 1680522"/>
                <a:gd name="connsiteY21" fmla="*/ 730694 h 1374141"/>
                <a:gd name="connsiteX22" fmla="*/ 253295 w 1680522"/>
                <a:gd name="connsiteY22" fmla="*/ 756221 h 1374141"/>
                <a:gd name="connsiteX23" fmla="*/ 247580 w 1680522"/>
                <a:gd name="connsiteY23" fmla="*/ 778065 h 1374141"/>
                <a:gd name="connsiteX24" fmla="*/ 210623 w 1680522"/>
                <a:gd name="connsiteY24" fmla="*/ 1037526 h 1374141"/>
                <a:gd name="connsiteX25" fmla="*/ 430206 w 1680522"/>
                <a:gd name="connsiteY25" fmla="*/ 1017080 h 1374141"/>
                <a:gd name="connsiteX26" fmla="*/ 426142 w 1680522"/>
                <a:gd name="connsiteY26" fmla="*/ 983424 h 1374141"/>
                <a:gd name="connsiteX27" fmla="*/ 411918 w 1680522"/>
                <a:gd name="connsiteY27" fmla="*/ 910145 h 1374141"/>
                <a:gd name="connsiteX28" fmla="*/ 511994 w 1680522"/>
                <a:gd name="connsiteY28" fmla="*/ 901001 h 1374141"/>
                <a:gd name="connsiteX29" fmla="*/ 579939 w 1680522"/>
                <a:gd name="connsiteY29" fmla="*/ 902144 h 1374141"/>
                <a:gd name="connsiteX30" fmla="*/ 629215 w 1680522"/>
                <a:gd name="connsiteY30" fmla="*/ 936942 h 1374141"/>
                <a:gd name="connsiteX31" fmla="*/ 596957 w 1680522"/>
                <a:gd name="connsiteY31" fmla="*/ 1011872 h 1374141"/>
                <a:gd name="connsiteX32" fmla="*/ 611308 w 1680522"/>
                <a:gd name="connsiteY32" fmla="*/ 1130617 h 1374141"/>
                <a:gd name="connsiteX33" fmla="*/ 697542 w 1680522"/>
                <a:gd name="connsiteY33" fmla="*/ 1306512 h 1374141"/>
                <a:gd name="connsiteX34" fmla="*/ 680650 w 1680522"/>
                <a:gd name="connsiteY34" fmla="*/ 1371155 h 1374141"/>
                <a:gd name="connsiteX35" fmla="*/ 400869 w 1680522"/>
                <a:gd name="connsiteY35" fmla="*/ 1373695 h 1374141"/>
                <a:gd name="connsiteX36" fmla="*/ 339655 w 1680522"/>
                <a:gd name="connsiteY36" fmla="*/ 1354264 h 1374141"/>
                <a:gd name="connsiteX37" fmla="*/ 349053 w 1680522"/>
                <a:gd name="connsiteY37" fmla="*/ 1267015 h 1374141"/>
                <a:gd name="connsiteX38" fmla="*/ 40443 w 1680522"/>
                <a:gd name="connsiteY38" fmla="*/ 1163002 h 1374141"/>
                <a:gd name="connsiteX39" fmla="*/ 94672 w 1680522"/>
                <a:gd name="connsiteY39" fmla="*/ 875347 h 1374141"/>
                <a:gd name="connsiteX40" fmla="*/ 286061 w 1680522"/>
                <a:gd name="connsiteY40" fmla="*/ 716089 h 1374141"/>
                <a:gd name="connsiteX41" fmla="*/ 194494 w 1680522"/>
                <a:gd name="connsiteY41" fmla="*/ 662114 h 1374141"/>
                <a:gd name="connsiteX42" fmla="*/ 101276 w 1680522"/>
                <a:gd name="connsiteY42" fmla="*/ 547433 h 1374141"/>
                <a:gd name="connsiteX43" fmla="*/ 43110 w 1680522"/>
                <a:gd name="connsiteY43" fmla="*/ 514286 h 1374141"/>
                <a:gd name="connsiteX44" fmla="*/ 21393 w 1680522"/>
                <a:gd name="connsiteY44" fmla="*/ 291401 h 1374141"/>
                <a:gd name="connsiteX45" fmla="*/ 92132 w 1680522"/>
                <a:gd name="connsiteY45" fmla="*/ 233616 h 1374141"/>
                <a:gd name="connsiteX46" fmla="*/ 317938 w 1680522"/>
                <a:gd name="connsiteY46" fmla="*/ 29019 h 1374141"/>
                <a:gd name="connsiteX47" fmla="*/ 696271 w 1680522"/>
                <a:gd name="connsiteY47" fmla="*/ 19748 h 1374141"/>
                <a:gd name="connsiteX48" fmla="*/ 828732 w 1680522"/>
                <a:gd name="connsiteY48" fmla="*/ 95313 h 1374141"/>
                <a:gd name="connsiteX49" fmla="*/ 943540 w 1680522"/>
                <a:gd name="connsiteY49" fmla="*/ 237807 h 1374141"/>
                <a:gd name="connsiteX50" fmla="*/ 1016057 w 1680522"/>
                <a:gd name="connsiteY50" fmla="*/ 291020 h 1374141"/>
                <a:gd name="connsiteX51" fmla="*/ 1012248 w 1680522"/>
                <a:gd name="connsiteY51" fmla="*/ 59880 h 1374141"/>
                <a:gd name="connsiteX52" fmla="*/ 1035107 w 1680522"/>
                <a:gd name="connsiteY52" fmla="*/ 34099 h 1374141"/>
                <a:gd name="connsiteX53" fmla="*/ 1034345 w 1680522"/>
                <a:gd name="connsiteY53" fmla="*/ 549719 h 1374141"/>
                <a:gd name="connsiteX54" fmla="*/ 1035107 w 1680522"/>
                <a:gd name="connsiteY54" fmla="*/ 34099 h 1374141"/>
                <a:gd name="connsiteX55" fmla="*/ 268027 w 1680522"/>
                <a:gd name="connsiteY55" fmla="*/ 81216 h 1374141"/>
                <a:gd name="connsiteX56" fmla="*/ 98482 w 1680522"/>
                <a:gd name="connsiteY56" fmla="*/ 320103 h 1374141"/>
                <a:gd name="connsiteX57" fmla="*/ 96450 w 1680522"/>
                <a:gd name="connsiteY57" fmla="*/ 322262 h 1374141"/>
                <a:gd name="connsiteX58" fmla="*/ 202114 w 1680522"/>
                <a:gd name="connsiteY58" fmla="*/ 635063 h 1374141"/>
                <a:gd name="connsiteX59" fmla="*/ 388042 w 1680522"/>
                <a:gd name="connsiteY59" fmla="*/ 706056 h 1374141"/>
                <a:gd name="connsiteX60" fmla="*/ 691954 w 1680522"/>
                <a:gd name="connsiteY60" fmla="*/ 703516 h 1374141"/>
                <a:gd name="connsiteX61" fmla="*/ 940746 w 1680522"/>
                <a:gd name="connsiteY61" fmla="*/ 416115 h 1374141"/>
                <a:gd name="connsiteX62" fmla="*/ 834574 w 1680522"/>
                <a:gd name="connsiteY62" fmla="*/ 133159 h 1374141"/>
                <a:gd name="connsiteX63" fmla="*/ 509708 w 1680522"/>
                <a:gd name="connsiteY63" fmla="*/ 28130 h 1374141"/>
                <a:gd name="connsiteX64" fmla="*/ 268027 w 1680522"/>
                <a:gd name="connsiteY64" fmla="*/ 81216 h 1374141"/>
                <a:gd name="connsiteX65" fmla="*/ 82480 w 1680522"/>
                <a:gd name="connsiteY65" fmla="*/ 513016 h 1374141"/>
                <a:gd name="connsiteX66" fmla="*/ 77146 w 1680522"/>
                <a:gd name="connsiteY66" fmla="*/ 261556 h 1374141"/>
                <a:gd name="connsiteX67" fmla="*/ 82480 w 1680522"/>
                <a:gd name="connsiteY67" fmla="*/ 513016 h 1374141"/>
                <a:gd name="connsiteX68" fmla="*/ 950144 w 1680522"/>
                <a:gd name="connsiteY68" fmla="*/ 260032 h 1374141"/>
                <a:gd name="connsiteX69" fmla="*/ 946969 w 1680522"/>
                <a:gd name="connsiteY69" fmla="*/ 515810 h 1374141"/>
                <a:gd name="connsiteX70" fmla="*/ 950144 w 1680522"/>
                <a:gd name="connsiteY70" fmla="*/ 260032 h 1374141"/>
                <a:gd name="connsiteX71" fmla="*/ 998912 w 1680522"/>
                <a:gd name="connsiteY71" fmla="*/ 706691 h 1374141"/>
                <a:gd name="connsiteX72" fmla="*/ 967670 w 1680522"/>
                <a:gd name="connsiteY72" fmla="*/ 798639 h 1374141"/>
                <a:gd name="connsiteX73" fmla="*/ 900361 w 1680522"/>
                <a:gd name="connsiteY73" fmla="*/ 1127315 h 1374141"/>
                <a:gd name="connsiteX74" fmla="*/ 1554792 w 1680522"/>
                <a:gd name="connsiteY74" fmla="*/ 1127315 h 1374141"/>
                <a:gd name="connsiteX75" fmla="*/ 1650804 w 1680522"/>
                <a:gd name="connsiteY75" fmla="*/ 703897 h 1374141"/>
                <a:gd name="connsiteX76" fmla="*/ 1060254 w 1680522"/>
                <a:gd name="connsiteY76" fmla="*/ 702119 h 1374141"/>
                <a:gd name="connsiteX77" fmla="*/ 998912 w 1680522"/>
                <a:gd name="connsiteY77" fmla="*/ 706691 h 1374141"/>
                <a:gd name="connsiteX78" fmla="*/ 436175 w 1680522"/>
                <a:gd name="connsiteY78" fmla="*/ 729932 h 1374141"/>
                <a:gd name="connsiteX79" fmla="*/ 593528 w 1680522"/>
                <a:gd name="connsiteY79" fmla="*/ 729678 h 1374141"/>
                <a:gd name="connsiteX80" fmla="*/ 436175 w 1680522"/>
                <a:gd name="connsiteY80" fmla="*/ 729932 h 1374141"/>
                <a:gd name="connsiteX81" fmla="*/ 50857 w 1680522"/>
                <a:gd name="connsiteY81" fmla="*/ 1077277 h 1374141"/>
                <a:gd name="connsiteX82" fmla="*/ 73336 w 1680522"/>
                <a:gd name="connsiteY82" fmla="*/ 1173797 h 1374141"/>
                <a:gd name="connsiteX83" fmla="*/ 363912 w 1680522"/>
                <a:gd name="connsiteY83" fmla="*/ 1244409 h 1374141"/>
                <a:gd name="connsiteX84" fmla="*/ 380168 w 1680522"/>
                <a:gd name="connsiteY84" fmla="*/ 1215580 h 1374141"/>
                <a:gd name="connsiteX85" fmla="*/ 362515 w 1680522"/>
                <a:gd name="connsiteY85" fmla="*/ 1046924 h 1374141"/>
                <a:gd name="connsiteX86" fmla="*/ 140011 w 1680522"/>
                <a:gd name="connsiteY86" fmla="*/ 1064831 h 1374141"/>
                <a:gd name="connsiteX87" fmla="*/ 185731 w 1680522"/>
                <a:gd name="connsiteY87" fmla="*/ 1037780 h 1374141"/>
                <a:gd name="connsiteX88" fmla="*/ 220910 w 1680522"/>
                <a:gd name="connsiteY88" fmla="*/ 772477 h 1374141"/>
                <a:gd name="connsiteX89" fmla="*/ 50857 w 1680522"/>
                <a:gd name="connsiteY89" fmla="*/ 1077277 h 1374141"/>
                <a:gd name="connsiteX90" fmla="*/ 825049 w 1680522"/>
                <a:gd name="connsiteY90" fmla="*/ 782130 h 1374141"/>
                <a:gd name="connsiteX91" fmla="*/ 857307 w 1680522"/>
                <a:gd name="connsiteY91" fmla="*/ 1127315 h 1374141"/>
                <a:gd name="connsiteX92" fmla="*/ 875468 w 1680522"/>
                <a:gd name="connsiteY92" fmla="*/ 1127315 h 1374141"/>
                <a:gd name="connsiteX93" fmla="*/ 922331 w 1680522"/>
                <a:gd name="connsiteY93" fmla="*/ 884492 h 1374141"/>
                <a:gd name="connsiteX94" fmla="*/ 825049 w 1680522"/>
                <a:gd name="connsiteY94" fmla="*/ 782130 h 1374141"/>
                <a:gd name="connsiteX95" fmla="*/ 433000 w 1680522"/>
                <a:gd name="connsiteY95" fmla="*/ 929830 h 1374141"/>
                <a:gd name="connsiteX96" fmla="*/ 419538 w 1680522"/>
                <a:gd name="connsiteY96" fmla="*/ 949515 h 1374141"/>
                <a:gd name="connsiteX97" fmla="*/ 492055 w 1680522"/>
                <a:gd name="connsiteY97" fmla="*/ 961453 h 1374141"/>
                <a:gd name="connsiteX98" fmla="*/ 455860 w 1680522"/>
                <a:gd name="connsiteY98" fmla="*/ 985964 h 1374141"/>
                <a:gd name="connsiteX99" fmla="*/ 453193 w 1680522"/>
                <a:gd name="connsiteY99" fmla="*/ 1008824 h 1374141"/>
                <a:gd name="connsiteX100" fmla="*/ 526853 w 1680522"/>
                <a:gd name="connsiteY100" fmla="*/ 1050734 h 1374141"/>
                <a:gd name="connsiteX101" fmla="*/ 527361 w 1680522"/>
                <a:gd name="connsiteY101" fmla="*/ 1197546 h 1374141"/>
                <a:gd name="connsiteX102" fmla="*/ 400615 w 1680522"/>
                <a:gd name="connsiteY102" fmla="*/ 1230693 h 1374141"/>
                <a:gd name="connsiteX103" fmla="*/ 361499 w 1680522"/>
                <a:gd name="connsiteY103" fmla="*/ 1344612 h 1374141"/>
                <a:gd name="connsiteX104" fmla="*/ 590988 w 1680522"/>
                <a:gd name="connsiteY104" fmla="*/ 1350327 h 1374141"/>
                <a:gd name="connsiteX105" fmla="*/ 675698 w 1680522"/>
                <a:gd name="connsiteY105" fmla="*/ 1339024 h 1374141"/>
                <a:gd name="connsiteX106" fmla="*/ 592893 w 1680522"/>
                <a:gd name="connsiteY106" fmla="*/ 1155001 h 1374141"/>
                <a:gd name="connsiteX107" fmla="*/ 572065 w 1680522"/>
                <a:gd name="connsiteY107" fmla="*/ 1063942 h 1374141"/>
                <a:gd name="connsiteX108" fmla="*/ 607244 w 1680522"/>
                <a:gd name="connsiteY108" fmla="*/ 935418 h 1374141"/>
                <a:gd name="connsiteX109" fmla="*/ 433000 w 1680522"/>
                <a:gd name="connsiteY109" fmla="*/ 929830 h 1374141"/>
                <a:gd name="connsiteX110" fmla="*/ 416744 w 1680522"/>
                <a:gd name="connsiteY110" fmla="*/ 1043749 h 1374141"/>
                <a:gd name="connsiteX111" fmla="*/ 387788 w 1680522"/>
                <a:gd name="connsiteY111" fmla="*/ 1192086 h 1374141"/>
                <a:gd name="connsiteX112" fmla="*/ 476815 w 1680522"/>
                <a:gd name="connsiteY112" fmla="*/ 1201737 h 1374141"/>
                <a:gd name="connsiteX113" fmla="*/ 520503 w 1680522"/>
                <a:gd name="connsiteY113" fmla="*/ 1102931 h 1374141"/>
                <a:gd name="connsiteX114" fmla="*/ 416744 w 1680522"/>
                <a:gd name="connsiteY114" fmla="*/ 1043749 h 1374141"/>
                <a:gd name="connsiteX115" fmla="*/ 695382 w 1680522"/>
                <a:gd name="connsiteY115" fmla="*/ 1154620 h 1374141"/>
                <a:gd name="connsiteX116" fmla="*/ 694493 w 1680522"/>
                <a:gd name="connsiteY116" fmla="*/ 1200086 h 1374141"/>
                <a:gd name="connsiteX117" fmla="*/ 1551998 w 1680522"/>
                <a:gd name="connsiteY117" fmla="*/ 1199578 h 1374141"/>
                <a:gd name="connsiteX118" fmla="*/ 1554664 w 1680522"/>
                <a:gd name="connsiteY118" fmla="*/ 1154367 h 1374141"/>
                <a:gd name="connsiteX119" fmla="*/ 695382 w 1680522"/>
                <a:gd name="connsiteY119" fmla="*/ 1154620 h 1374141"/>
                <a:gd name="connsiteX0" fmla="*/ 1069398 w 1680522"/>
                <a:gd name="connsiteY0" fmla="*/ 574865 h 1374141"/>
                <a:gd name="connsiteX1" fmla="*/ 1017708 w 1680522"/>
                <a:gd name="connsiteY1" fmla="*/ 573468 h 1374141"/>
                <a:gd name="connsiteX2" fmla="*/ 1012374 w 1680522"/>
                <a:gd name="connsiteY2" fmla="*/ 482917 h 1374141"/>
                <a:gd name="connsiteX3" fmla="*/ 936048 w 1680522"/>
                <a:gd name="connsiteY3" fmla="*/ 545401 h 1374141"/>
                <a:gd name="connsiteX4" fmla="*/ 742245 w 1680522"/>
                <a:gd name="connsiteY4" fmla="*/ 717486 h 1374141"/>
                <a:gd name="connsiteX5" fmla="*/ 932492 w 1680522"/>
                <a:gd name="connsiteY5" fmla="*/ 850709 h 1374141"/>
                <a:gd name="connsiteX6" fmla="*/ 1004881 w 1680522"/>
                <a:gd name="connsiteY6" fmla="*/ 677735 h 1374141"/>
                <a:gd name="connsiteX7" fmla="*/ 1183189 w 1680522"/>
                <a:gd name="connsiteY7" fmla="*/ 674306 h 1374141"/>
                <a:gd name="connsiteX8" fmla="*/ 1620197 w 1680522"/>
                <a:gd name="connsiteY8" fmla="*/ 676084 h 1374141"/>
                <a:gd name="connsiteX9" fmla="*/ 1680522 w 1680522"/>
                <a:gd name="connsiteY9" fmla="*/ 710501 h 1374141"/>
                <a:gd name="connsiteX10" fmla="*/ 1572825 w 1680522"/>
                <a:gd name="connsiteY10" fmla="*/ 1141539 h 1374141"/>
                <a:gd name="connsiteX11" fmla="*/ 1579556 w 1680522"/>
                <a:gd name="connsiteY11" fmla="*/ 1156017 h 1374141"/>
                <a:gd name="connsiteX12" fmla="*/ 1561904 w 1680522"/>
                <a:gd name="connsiteY12" fmla="*/ 1222058 h 1374141"/>
                <a:gd name="connsiteX13" fmla="*/ 1478718 w 1680522"/>
                <a:gd name="connsiteY13" fmla="*/ 1225614 h 1374141"/>
                <a:gd name="connsiteX14" fmla="*/ 704273 w 1680522"/>
                <a:gd name="connsiteY14" fmla="*/ 1225105 h 1374141"/>
                <a:gd name="connsiteX15" fmla="*/ 675189 w 1680522"/>
                <a:gd name="connsiteY15" fmla="*/ 1131380 h 1374141"/>
                <a:gd name="connsiteX16" fmla="*/ 834067 w 1680522"/>
                <a:gd name="connsiteY16" fmla="*/ 1127315 h 1374141"/>
                <a:gd name="connsiteX17" fmla="*/ 789743 w 1680522"/>
                <a:gd name="connsiteY17" fmla="*/ 764476 h 1374141"/>
                <a:gd name="connsiteX18" fmla="*/ 757612 w 1680522"/>
                <a:gd name="connsiteY18" fmla="*/ 750506 h 1374141"/>
                <a:gd name="connsiteX19" fmla="*/ 667696 w 1680522"/>
                <a:gd name="connsiteY19" fmla="*/ 730821 h 1374141"/>
                <a:gd name="connsiteX20" fmla="*/ 514788 w 1680522"/>
                <a:gd name="connsiteY20" fmla="*/ 774382 h 1374141"/>
                <a:gd name="connsiteX21" fmla="*/ 348672 w 1680522"/>
                <a:gd name="connsiteY21" fmla="*/ 730694 h 1374141"/>
                <a:gd name="connsiteX22" fmla="*/ 253295 w 1680522"/>
                <a:gd name="connsiteY22" fmla="*/ 756221 h 1374141"/>
                <a:gd name="connsiteX23" fmla="*/ 247580 w 1680522"/>
                <a:gd name="connsiteY23" fmla="*/ 778065 h 1374141"/>
                <a:gd name="connsiteX24" fmla="*/ 210623 w 1680522"/>
                <a:gd name="connsiteY24" fmla="*/ 1037526 h 1374141"/>
                <a:gd name="connsiteX25" fmla="*/ 430206 w 1680522"/>
                <a:gd name="connsiteY25" fmla="*/ 1017080 h 1374141"/>
                <a:gd name="connsiteX26" fmla="*/ 426142 w 1680522"/>
                <a:gd name="connsiteY26" fmla="*/ 983424 h 1374141"/>
                <a:gd name="connsiteX27" fmla="*/ 411918 w 1680522"/>
                <a:gd name="connsiteY27" fmla="*/ 910145 h 1374141"/>
                <a:gd name="connsiteX28" fmla="*/ 511994 w 1680522"/>
                <a:gd name="connsiteY28" fmla="*/ 901001 h 1374141"/>
                <a:gd name="connsiteX29" fmla="*/ 579939 w 1680522"/>
                <a:gd name="connsiteY29" fmla="*/ 902144 h 1374141"/>
                <a:gd name="connsiteX30" fmla="*/ 629215 w 1680522"/>
                <a:gd name="connsiteY30" fmla="*/ 936942 h 1374141"/>
                <a:gd name="connsiteX31" fmla="*/ 596957 w 1680522"/>
                <a:gd name="connsiteY31" fmla="*/ 1011872 h 1374141"/>
                <a:gd name="connsiteX32" fmla="*/ 611308 w 1680522"/>
                <a:gd name="connsiteY32" fmla="*/ 1130617 h 1374141"/>
                <a:gd name="connsiteX33" fmla="*/ 697542 w 1680522"/>
                <a:gd name="connsiteY33" fmla="*/ 1306512 h 1374141"/>
                <a:gd name="connsiteX34" fmla="*/ 680650 w 1680522"/>
                <a:gd name="connsiteY34" fmla="*/ 1371155 h 1374141"/>
                <a:gd name="connsiteX35" fmla="*/ 400869 w 1680522"/>
                <a:gd name="connsiteY35" fmla="*/ 1373695 h 1374141"/>
                <a:gd name="connsiteX36" fmla="*/ 339655 w 1680522"/>
                <a:gd name="connsiteY36" fmla="*/ 1354264 h 1374141"/>
                <a:gd name="connsiteX37" fmla="*/ 349053 w 1680522"/>
                <a:gd name="connsiteY37" fmla="*/ 1267015 h 1374141"/>
                <a:gd name="connsiteX38" fmla="*/ 40443 w 1680522"/>
                <a:gd name="connsiteY38" fmla="*/ 1163002 h 1374141"/>
                <a:gd name="connsiteX39" fmla="*/ 94672 w 1680522"/>
                <a:gd name="connsiteY39" fmla="*/ 875347 h 1374141"/>
                <a:gd name="connsiteX40" fmla="*/ 286061 w 1680522"/>
                <a:gd name="connsiteY40" fmla="*/ 716089 h 1374141"/>
                <a:gd name="connsiteX41" fmla="*/ 194494 w 1680522"/>
                <a:gd name="connsiteY41" fmla="*/ 662114 h 1374141"/>
                <a:gd name="connsiteX42" fmla="*/ 101276 w 1680522"/>
                <a:gd name="connsiteY42" fmla="*/ 547433 h 1374141"/>
                <a:gd name="connsiteX43" fmla="*/ 43110 w 1680522"/>
                <a:gd name="connsiteY43" fmla="*/ 514286 h 1374141"/>
                <a:gd name="connsiteX44" fmla="*/ 21393 w 1680522"/>
                <a:gd name="connsiteY44" fmla="*/ 291401 h 1374141"/>
                <a:gd name="connsiteX45" fmla="*/ 92132 w 1680522"/>
                <a:gd name="connsiteY45" fmla="*/ 233616 h 1374141"/>
                <a:gd name="connsiteX46" fmla="*/ 317938 w 1680522"/>
                <a:gd name="connsiteY46" fmla="*/ 29019 h 1374141"/>
                <a:gd name="connsiteX47" fmla="*/ 696271 w 1680522"/>
                <a:gd name="connsiteY47" fmla="*/ 19748 h 1374141"/>
                <a:gd name="connsiteX48" fmla="*/ 828732 w 1680522"/>
                <a:gd name="connsiteY48" fmla="*/ 95313 h 1374141"/>
                <a:gd name="connsiteX49" fmla="*/ 943540 w 1680522"/>
                <a:gd name="connsiteY49" fmla="*/ 237807 h 1374141"/>
                <a:gd name="connsiteX50" fmla="*/ 1016057 w 1680522"/>
                <a:gd name="connsiteY50" fmla="*/ 291020 h 1374141"/>
                <a:gd name="connsiteX51" fmla="*/ 1012248 w 1680522"/>
                <a:gd name="connsiteY51" fmla="*/ 59880 h 1374141"/>
                <a:gd name="connsiteX52" fmla="*/ 1035107 w 1680522"/>
                <a:gd name="connsiteY52" fmla="*/ 34099 h 1374141"/>
                <a:gd name="connsiteX53" fmla="*/ 1034345 w 1680522"/>
                <a:gd name="connsiteY53" fmla="*/ 549719 h 1374141"/>
                <a:gd name="connsiteX54" fmla="*/ 268027 w 1680522"/>
                <a:gd name="connsiteY54" fmla="*/ 81216 h 1374141"/>
                <a:gd name="connsiteX55" fmla="*/ 98482 w 1680522"/>
                <a:gd name="connsiteY55" fmla="*/ 320103 h 1374141"/>
                <a:gd name="connsiteX56" fmla="*/ 96450 w 1680522"/>
                <a:gd name="connsiteY56" fmla="*/ 322262 h 1374141"/>
                <a:gd name="connsiteX57" fmla="*/ 202114 w 1680522"/>
                <a:gd name="connsiteY57" fmla="*/ 635063 h 1374141"/>
                <a:gd name="connsiteX58" fmla="*/ 388042 w 1680522"/>
                <a:gd name="connsiteY58" fmla="*/ 706056 h 1374141"/>
                <a:gd name="connsiteX59" fmla="*/ 691954 w 1680522"/>
                <a:gd name="connsiteY59" fmla="*/ 703516 h 1374141"/>
                <a:gd name="connsiteX60" fmla="*/ 940746 w 1680522"/>
                <a:gd name="connsiteY60" fmla="*/ 416115 h 1374141"/>
                <a:gd name="connsiteX61" fmla="*/ 834574 w 1680522"/>
                <a:gd name="connsiteY61" fmla="*/ 133159 h 1374141"/>
                <a:gd name="connsiteX62" fmla="*/ 509708 w 1680522"/>
                <a:gd name="connsiteY62" fmla="*/ 28130 h 1374141"/>
                <a:gd name="connsiteX63" fmla="*/ 268027 w 1680522"/>
                <a:gd name="connsiteY63" fmla="*/ 81216 h 1374141"/>
                <a:gd name="connsiteX64" fmla="*/ 82480 w 1680522"/>
                <a:gd name="connsiteY64" fmla="*/ 513016 h 1374141"/>
                <a:gd name="connsiteX65" fmla="*/ 77146 w 1680522"/>
                <a:gd name="connsiteY65" fmla="*/ 261556 h 1374141"/>
                <a:gd name="connsiteX66" fmla="*/ 82480 w 1680522"/>
                <a:gd name="connsiteY66" fmla="*/ 513016 h 1374141"/>
                <a:gd name="connsiteX67" fmla="*/ 950144 w 1680522"/>
                <a:gd name="connsiteY67" fmla="*/ 260032 h 1374141"/>
                <a:gd name="connsiteX68" fmla="*/ 946969 w 1680522"/>
                <a:gd name="connsiteY68" fmla="*/ 515810 h 1374141"/>
                <a:gd name="connsiteX69" fmla="*/ 950144 w 1680522"/>
                <a:gd name="connsiteY69" fmla="*/ 260032 h 1374141"/>
                <a:gd name="connsiteX70" fmla="*/ 998912 w 1680522"/>
                <a:gd name="connsiteY70" fmla="*/ 706691 h 1374141"/>
                <a:gd name="connsiteX71" fmla="*/ 967670 w 1680522"/>
                <a:gd name="connsiteY71" fmla="*/ 798639 h 1374141"/>
                <a:gd name="connsiteX72" fmla="*/ 900361 w 1680522"/>
                <a:gd name="connsiteY72" fmla="*/ 1127315 h 1374141"/>
                <a:gd name="connsiteX73" fmla="*/ 1554792 w 1680522"/>
                <a:gd name="connsiteY73" fmla="*/ 1127315 h 1374141"/>
                <a:gd name="connsiteX74" fmla="*/ 1650804 w 1680522"/>
                <a:gd name="connsiteY74" fmla="*/ 703897 h 1374141"/>
                <a:gd name="connsiteX75" fmla="*/ 1060254 w 1680522"/>
                <a:gd name="connsiteY75" fmla="*/ 702119 h 1374141"/>
                <a:gd name="connsiteX76" fmla="*/ 998912 w 1680522"/>
                <a:gd name="connsiteY76" fmla="*/ 706691 h 1374141"/>
                <a:gd name="connsiteX77" fmla="*/ 436175 w 1680522"/>
                <a:gd name="connsiteY77" fmla="*/ 729932 h 1374141"/>
                <a:gd name="connsiteX78" fmla="*/ 593528 w 1680522"/>
                <a:gd name="connsiteY78" fmla="*/ 729678 h 1374141"/>
                <a:gd name="connsiteX79" fmla="*/ 436175 w 1680522"/>
                <a:gd name="connsiteY79" fmla="*/ 729932 h 1374141"/>
                <a:gd name="connsiteX80" fmla="*/ 50857 w 1680522"/>
                <a:gd name="connsiteY80" fmla="*/ 1077277 h 1374141"/>
                <a:gd name="connsiteX81" fmla="*/ 73336 w 1680522"/>
                <a:gd name="connsiteY81" fmla="*/ 1173797 h 1374141"/>
                <a:gd name="connsiteX82" fmla="*/ 363912 w 1680522"/>
                <a:gd name="connsiteY82" fmla="*/ 1244409 h 1374141"/>
                <a:gd name="connsiteX83" fmla="*/ 380168 w 1680522"/>
                <a:gd name="connsiteY83" fmla="*/ 1215580 h 1374141"/>
                <a:gd name="connsiteX84" fmla="*/ 362515 w 1680522"/>
                <a:gd name="connsiteY84" fmla="*/ 1046924 h 1374141"/>
                <a:gd name="connsiteX85" fmla="*/ 140011 w 1680522"/>
                <a:gd name="connsiteY85" fmla="*/ 1064831 h 1374141"/>
                <a:gd name="connsiteX86" fmla="*/ 185731 w 1680522"/>
                <a:gd name="connsiteY86" fmla="*/ 1037780 h 1374141"/>
                <a:gd name="connsiteX87" fmla="*/ 220910 w 1680522"/>
                <a:gd name="connsiteY87" fmla="*/ 772477 h 1374141"/>
                <a:gd name="connsiteX88" fmla="*/ 50857 w 1680522"/>
                <a:gd name="connsiteY88" fmla="*/ 1077277 h 1374141"/>
                <a:gd name="connsiteX89" fmla="*/ 825049 w 1680522"/>
                <a:gd name="connsiteY89" fmla="*/ 782130 h 1374141"/>
                <a:gd name="connsiteX90" fmla="*/ 857307 w 1680522"/>
                <a:gd name="connsiteY90" fmla="*/ 1127315 h 1374141"/>
                <a:gd name="connsiteX91" fmla="*/ 875468 w 1680522"/>
                <a:gd name="connsiteY91" fmla="*/ 1127315 h 1374141"/>
                <a:gd name="connsiteX92" fmla="*/ 922331 w 1680522"/>
                <a:gd name="connsiteY92" fmla="*/ 884492 h 1374141"/>
                <a:gd name="connsiteX93" fmla="*/ 825049 w 1680522"/>
                <a:gd name="connsiteY93" fmla="*/ 782130 h 1374141"/>
                <a:gd name="connsiteX94" fmla="*/ 433000 w 1680522"/>
                <a:gd name="connsiteY94" fmla="*/ 929830 h 1374141"/>
                <a:gd name="connsiteX95" fmla="*/ 419538 w 1680522"/>
                <a:gd name="connsiteY95" fmla="*/ 949515 h 1374141"/>
                <a:gd name="connsiteX96" fmla="*/ 492055 w 1680522"/>
                <a:gd name="connsiteY96" fmla="*/ 961453 h 1374141"/>
                <a:gd name="connsiteX97" fmla="*/ 455860 w 1680522"/>
                <a:gd name="connsiteY97" fmla="*/ 985964 h 1374141"/>
                <a:gd name="connsiteX98" fmla="*/ 453193 w 1680522"/>
                <a:gd name="connsiteY98" fmla="*/ 1008824 h 1374141"/>
                <a:gd name="connsiteX99" fmla="*/ 526853 w 1680522"/>
                <a:gd name="connsiteY99" fmla="*/ 1050734 h 1374141"/>
                <a:gd name="connsiteX100" fmla="*/ 527361 w 1680522"/>
                <a:gd name="connsiteY100" fmla="*/ 1197546 h 1374141"/>
                <a:gd name="connsiteX101" fmla="*/ 400615 w 1680522"/>
                <a:gd name="connsiteY101" fmla="*/ 1230693 h 1374141"/>
                <a:gd name="connsiteX102" fmla="*/ 361499 w 1680522"/>
                <a:gd name="connsiteY102" fmla="*/ 1344612 h 1374141"/>
                <a:gd name="connsiteX103" fmla="*/ 590988 w 1680522"/>
                <a:gd name="connsiteY103" fmla="*/ 1350327 h 1374141"/>
                <a:gd name="connsiteX104" fmla="*/ 675698 w 1680522"/>
                <a:gd name="connsiteY104" fmla="*/ 1339024 h 1374141"/>
                <a:gd name="connsiteX105" fmla="*/ 592893 w 1680522"/>
                <a:gd name="connsiteY105" fmla="*/ 1155001 h 1374141"/>
                <a:gd name="connsiteX106" fmla="*/ 572065 w 1680522"/>
                <a:gd name="connsiteY106" fmla="*/ 1063942 h 1374141"/>
                <a:gd name="connsiteX107" fmla="*/ 607244 w 1680522"/>
                <a:gd name="connsiteY107" fmla="*/ 935418 h 1374141"/>
                <a:gd name="connsiteX108" fmla="*/ 433000 w 1680522"/>
                <a:gd name="connsiteY108" fmla="*/ 929830 h 1374141"/>
                <a:gd name="connsiteX109" fmla="*/ 416744 w 1680522"/>
                <a:gd name="connsiteY109" fmla="*/ 1043749 h 1374141"/>
                <a:gd name="connsiteX110" fmla="*/ 387788 w 1680522"/>
                <a:gd name="connsiteY110" fmla="*/ 1192086 h 1374141"/>
                <a:gd name="connsiteX111" fmla="*/ 476815 w 1680522"/>
                <a:gd name="connsiteY111" fmla="*/ 1201737 h 1374141"/>
                <a:gd name="connsiteX112" fmla="*/ 520503 w 1680522"/>
                <a:gd name="connsiteY112" fmla="*/ 1102931 h 1374141"/>
                <a:gd name="connsiteX113" fmla="*/ 416744 w 1680522"/>
                <a:gd name="connsiteY113" fmla="*/ 1043749 h 1374141"/>
                <a:gd name="connsiteX114" fmla="*/ 695382 w 1680522"/>
                <a:gd name="connsiteY114" fmla="*/ 1154620 h 1374141"/>
                <a:gd name="connsiteX115" fmla="*/ 694493 w 1680522"/>
                <a:gd name="connsiteY115" fmla="*/ 1200086 h 1374141"/>
                <a:gd name="connsiteX116" fmla="*/ 1551998 w 1680522"/>
                <a:gd name="connsiteY116" fmla="*/ 1199578 h 1374141"/>
                <a:gd name="connsiteX117" fmla="*/ 1554664 w 1680522"/>
                <a:gd name="connsiteY117" fmla="*/ 1154367 h 1374141"/>
                <a:gd name="connsiteX118" fmla="*/ 695382 w 1680522"/>
                <a:gd name="connsiteY118" fmla="*/ 1154620 h 1374141"/>
                <a:gd name="connsiteX0" fmla="*/ 1069398 w 1680522"/>
                <a:gd name="connsiteY0" fmla="*/ 574865 h 1374141"/>
                <a:gd name="connsiteX1" fmla="*/ 1017708 w 1680522"/>
                <a:gd name="connsiteY1" fmla="*/ 573468 h 1374141"/>
                <a:gd name="connsiteX2" fmla="*/ 1012374 w 1680522"/>
                <a:gd name="connsiteY2" fmla="*/ 482917 h 1374141"/>
                <a:gd name="connsiteX3" fmla="*/ 936048 w 1680522"/>
                <a:gd name="connsiteY3" fmla="*/ 545401 h 1374141"/>
                <a:gd name="connsiteX4" fmla="*/ 742245 w 1680522"/>
                <a:gd name="connsiteY4" fmla="*/ 717486 h 1374141"/>
                <a:gd name="connsiteX5" fmla="*/ 932492 w 1680522"/>
                <a:gd name="connsiteY5" fmla="*/ 850709 h 1374141"/>
                <a:gd name="connsiteX6" fmla="*/ 1004881 w 1680522"/>
                <a:gd name="connsiteY6" fmla="*/ 677735 h 1374141"/>
                <a:gd name="connsiteX7" fmla="*/ 1183189 w 1680522"/>
                <a:gd name="connsiteY7" fmla="*/ 674306 h 1374141"/>
                <a:gd name="connsiteX8" fmla="*/ 1620197 w 1680522"/>
                <a:gd name="connsiteY8" fmla="*/ 676084 h 1374141"/>
                <a:gd name="connsiteX9" fmla="*/ 1680522 w 1680522"/>
                <a:gd name="connsiteY9" fmla="*/ 710501 h 1374141"/>
                <a:gd name="connsiteX10" fmla="*/ 1572825 w 1680522"/>
                <a:gd name="connsiteY10" fmla="*/ 1141539 h 1374141"/>
                <a:gd name="connsiteX11" fmla="*/ 1579556 w 1680522"/>
                <a:gd name="connsiteY11" fmla="*/ 1156017 h 1374141"/>
                <a:gd name="connsiteX12" fmla="*/ 1561904 w 1680522"/>
                <a:gd name="connsiteY12" fmla="*/ 1222058 h 1374141"/>
                <a:gd name="connsiteX13" fmla="*/ 1478718 w 1680522"/>
                <a:gd name="connsiteY13" fmla="*/ 1225614 h 1374141"/>
                <a:gd name="connsiteX14" fmla="*/ 704273 w 1680522"/>
                <a:gd name="connsiteY14" fmla="*/ 1225105 h 1374141"/>
                <a:gd name="connsiteX15" fmla="*/ 675189 w 1680522"/>
                <a:gd name="connsiteY15" fmla="*/ 1131380 h 1374141"/>
                <a:gd name="connsiteX16" fmla="*/ 834067 w 1680522"/>
                <a:gd name="connsiteY16" fmla="*/ 1127315 h 1374141"/>
                <a:gd name="connsiteX17" fmla="*/ 789743 w 1680522"/>
                <a:gd name="connsiteY17" fmla="*/ 764476 h 1374141"/>
                <a:gd name="connsiteX18" fmla="*/ 757612 w 1680522"/>
                <a:gd name="connsiteY18" fmla="*/ 750506 h 1374141"/>
                <a:gd name="connsiteX19" fmla="*/ 667696 w 1680522"/>
                <a:gd name="connsiteY19" fmla="*/ 730821 h 1374141"/>
                <a:gd name="connsiteX20" fmla="*/ 514788 w 1680522"/>
                <a:gd name="connsiteY20" fmla="*/ 774382 h 1374141"/>
                <a:gd name="connsiteX21" fmla="*/ 348672 w 1680522"/>
                <a:gd name="connsiteY21" fmla="*/ 730694 h 1374141"/>
                <a:gd name="connsiteX22" fmla="*/ 253295 w 1680522"/>
                <a:gd name="connsiteY22" fmla="*/ 756221 h 1374141"/>
                <a:gd name="connsiteX23" fmla="*/ 247580 w 1680522"/>
                <a:gd name="connsiteY23" fmla="*/ 778065 h 1374141"/>
                <a:gd name="connsiteX24" fmla="*/ 210623 w 1680522"/>
                <a:gd name="connsiteY24" fmla="*/ 1037526 h 1374141"/>
                <a:gd name="connsiteX25" fmla="*/ 430206 w 1680522"/>
                <a:gd name="connsiteY25" fmla="*/ 1017080 h 1374141"/>
                <a:gd name="connsiteX26" fmla="*/ 426142 w 1680522"/>
                <a:gd name="connsiteY26" fmla="*/ 983424 h 1374141"/>
                <a:gd name="connsiteX27" fmla="*/ 411918 w 1680522"/>
                <a:gd name="connsiteY27" fmla="*/ 910145 h 1374141"/>
                <a:gd name="connsiteX28" fmla="*/ 511994 w 1680522"/>
                <a:gd name="connsiteY28" fmla="*/ 901001 h 1374141"/>
                <a:gd name="connsiteX29" fmla="*/ 579939 w 1680522"/>
                <a:gd name="connsiteY29" fmla="*/ 902144 h 1374141"/>
                <a:gd name="connsiteX30" fmla="*/ 629215 w 1680522"/>
                <a:gd name="connsiteY30" fmla="*/ 936942 h 1374141"/>
                <a:gd name="connsiteX31" fmla="*/ 596957 w 1680522"/>
                <a:gd name="connsiteY31" fmla="*/ 1011872 h 1374141"/>
                <a:gd name="connsiteX32" fmla="*/ 611308 w 1680522"/>
                <a:gd name="connsiteY32" fmla="*/ 1130617 h 1374141"/>
                <a:gd name="connsiteX33" fmla="*/ 697542 w 1680522"/>
                <a:gd name="connsiteY33" fmla="*/ 1306512 h 1374141"/>
                <a:gd name="connsiteX34" fmla="*/ 680650 w 1680522"/>
                <a:gd name="connsiteY34" fmla="*/ 1371155 h 1374141"/>
                <a:gd name="connsiteX35" fmla="*/ 400869 w 1680522"/>
                <a:gd name="connsiteY35" fmla="*/ 1373695 h 1374141"/>
                <a:gd name="connsiteX36" fmla="*/ 339655 w 1680522"/>
                <a:gd name="connsiteY36" fmla="*/ 1354264 h 1374141"/>
                <a:gd name="connsiteX37" fmla="*/ 349053 w 1680522"/>
                <a:gd name="connsiteY37" fmla="*/ 1267015 h 1374141"/>
                <a:gd name="connsiteX38" fmla="*/ 40443 w 1680522"/>
                <a:gd name="connsiteY38" fmla="*/ 1163002 h 1374141"/>
                <a:gd name="connsiteX39" fmla="*/ 94672 w 1680522"/>
                <a:gd name="connsiteY39" fmla="*/ 875347 h 1374141"/>
                <a:gd name="connsiteX40" fmla="*/ 286061 w 1680522"/>
                <a:gd name="connsiteY40" fmla="*/ 716089 h 1374141"/>
                <a:gd name="connsiteX41" fmla="*/ 194494 w 1680522"/>
                <a:gd name="connsiteY41" fmla="*/ 662114 h 1374141"/>
                <a:gd name="connsiteX42" fmla="*/ 101276 w 1680522"/>
                <a:gd name="connsiteY42" fmla="*/ 547433 h 1374141"/>
                <a:gd name="connsiteX43" fmla="*/ 43110 w 1680522"/>
                <a:gd name="connsiteY43" fmla="*/ 514286 h 1374141"/>
                <a:gd name="connsiteX44" fmla="*/ 21393 w 1680522"/>
                <a:gd name="connsiteY44" fmla="*/ 291401 h 1374141"/>
                <a:gd name="connsiteX45" fmla="*/ 92132 w 1680522"/>
                <a:gd name="connsiteY45" fmla="*/ 233616 h 1374141"/>
                <a:gd name="connsiteX46" fmla="*/ 317938 w 1680522"/>
                <a:gd name="connsiteY46" fmla="*/ 29019 h 1374141"/>
                <a:gd name="connsiteX47" fmla="*/ 696271 w 1680522"/>
                <a:gd name="connsiteY47" fmla="*/ 19748 h 1374141"/>
                <a:gd name="connsiteX48" fmla="*/ 828732 w 1680522"/>
                <a:gd name="connsiteY48" fmla="*/ 95313 h 1374141"/>
                <a:gd name="connsiteX49" fmla="*/ 943540 w 1680522"/>
                <a:gd name="connsiteY49" fmla="*/ 237807 h 1374141"/>
                <a:gd name="connsiteX50" fmla="*/ 1016057 w 1680522"/>
                <a:gd name="connsiteY50" fmla="*/ 291020 h 1374141"/>
                <a:gd name="connsiteX51" fmla="*/ 1035107 w 1680522"/>
                <a:gd name="connsiteY51" fmla="*/ 34099 h 1374141"/>
                <a:gd name="connsiteX52" fmla="*/ 1034345 w 1680522"/>
                <a:gd name="connsiteY52" fmla="*/ 549719 h 1374141"/>
                <a:gd name="connsiteX53" fmla="*/ 268027 w 1680522"/>
                <a:gd name="connsiteY53" fmla="*/ 81216 h 1374141"/>
                <a:gd name="connsiteX54" fmla="*/ 98482 w 1680522"/>
                <a:gd name="connsiteY54" fmla="*/ 320103 h 1374141"/>
                <a:gd name="connsiteX55" fmla="*/ 96450 w 1680522"/>
                <a:gd name="connsiteY55" fmla="*/ 322262 h 1374141"/>
                <a:gd name="connsiteX56" fmla="*/ 202114 w 1680522"/>
                <a:gd name="connsiteY56" fmla="*/ 635063 h 1374141"/>
                <a:gd name="connsiteX57" fmla="*/ 388042 w 1680522"/>
                <a:gd name="connsiteY57" fmla="*/ 706056 h 1374141"/>
                <a:gd name="connsiteX58" fmla="*/ 691954 w 1680522"/>
                <a:gd name="connsiteY58" fmla="*/ 703516 h 1374141"/>
                <a:gd name="connsiteX59" fmla="*/ 940746 w 1680522"/>
                <a:gd name="connsiteY59" fmla="*/ 416115 h 1374141"/>
                <a:gd name="connsiteX60" fmla="*/ 834574 w 1680522"/>
                <a:gd name="connsiteY60" fmla="*/ 133159 h 1374141"/>
                <a:gd name="connsiteX61" fmla="*/ 509708 w 1680522"/>
                <a:gd name="connsiteY61" fmla="*/ 28130 h 1374141"/>
                <a:gd name="connsiteX62" fmla="*/ 268027 w 1680522"/>
                <a:gd name="connsiteY62" fmla="*/ 81216 h 1374141"/>
                <a:gd name="connsiteX63" fmla="*/ 82480 w 1680522"/>
                <a:gd name="connsiteY63" fmla="*/ 513016 h 1374141"/>
                <a:gd name="connsiteX64" fmla="*/ 77146 w 1680522"/>
                <a:gd name="connsiteY64" fmla="*/ 261556 h 1374141"/>
                <a:gd name="connsiteX65" fmla="*/ 82480 w 1680522"/>
                <a:gd name="connsiteY65" fmla="*/ 513016 h 1374141"/>
                <a:gd name="connsiteX66" fmla="*/ 950144 w 1680522"/>
                <a:gd name="connsiteY66" fmla="*/ 260032 h 1374141"/>
                <a:gd name="connsiteX67" fmla="*/ 946969 w 1680522"/>
                <a:gd name="connsiteY67" fmla="*/ 515810 h 1374141"/>
                <a:gd name="connsiteX68" fmla="*/ 950144 w 1680522"/>
                <a:gd name="connsiteY68" fmla="*/ 260032 h 1374141"/>
                <a:gd name="connsiteX69" fmla="*/ 998912 w 1680522"/>
                <a:gd name="connsiteY69" fmla="*/ 706691 h 1374141"/>
                <a:gd name="connsiteX70" fmla="*/ 967670 w 1680522"/>
                <a:gd name="connsiteY70" fmla="*/ 798639 h 1374141"/>
                <a:gd name="connsiteX71" fmla="*/ 900361 w 1680522"/>
                <a:gd name="connsiteY71" fmla="*/ 1127315 h 1374141"/>
                <a:gd name="connsiteX72" fmla="*/ 1554792 w 1680522"/>
                <a:gd name="connsiteY72" fmla="*/ 1127315 h 1374141"/>
                <a:gd name="connsiteX73" fmla="*/ 1650804 w 1680522"/>
                <a:gd name="connsiteY73" fmla="*/ 703897 h 1374141"/>
                <a:gd name="connsiteX74" fmla="*/ 1060254 w 1680522"/>
                <a:gd name="connsiteY74" fmla="*/ 702119 h 1374141"/>
                <a:gd name="connsiteX75" fmla="*/ 998912 w 1680522"/>
                <a:gd name="connsiteY75" fmla="*/ 706691 h 1374141"/>
                <a:gd name="connsiteX76" fmla="*/ 436175 w 1680522"/>
                <a:gd name="connsiteY76" fmla="*/ 729932 h 1374141"/>
                <a:gd name="connsiteX77" fmla="*/ 593528 w 1680522"/>
                <a:gd name="connsiteY77" fmla="*/ 729678 h 1374141"/>
                <a:gd name="connsiteX78" fmla="*/ 436175 w 1680522"/>
                <a:gd name="connsiteY78" fmla="*/ 729932 h 1374141"/>
                <a:gd name="connsiteX79" fmla="*/ 50857 w 1680522"/>
                <a:gd name="connsiteY79" fmla="*/ 1077277 h 1374141"/>
                <a:gd name="connsiteX80" fmla="*/ 73336 w 1680522"/>
                <a:gd name="connsiteY80" fmla="*/ 1173797 h 1374141"/>
                <a:gd name="connsiteX81" fmla="*/ 363912 w 1680522"/>
                <a:gd name="connsiteY81" fmla="*/ 1244409 h 1374141"/>
                <a:gd name="connsiteX82" fmla="*/ 380168 w 1680522"/>
                <a:gd name="connsiteY82" fmla="*/ 1215580 h 1374141"/>
                <a:gd name="connsiteX83" fmla="*/ 362515 w 1680522"/>
                <a:gd name="connsiteY83" fmla="*/ 1046924 h 1374141"/>
                <a:gd name="connsiteX84" fmla="*/ 140011 w 1680522"/>
                <a:gd name="connsiteY84" fmla="*/ 1064831 h 1374141"/>
                <a:gd name="connsiteX85" fmla="*/ 185731 w 1680522"/>
                <a:gd name="connsiteY85" fmla="*/ 1037780 h 1374141"/>
                <a:gd name="connsiteX86" fmla="*/ 220910 w 1680522"/>
                <a:gd name="connsiteY86" fmla="*/ 772477 h 1374141"/>
                <a:gd name="connsiteX87" fmla="*/ 50857 w 1680522"/>
                <a:gd name="connsiteY87" fmla="*/ 1077277 h 1374141"/>
                <a:gd name="connsiteX88" fmla="*/ 825049 w 1680522"/>
                <a:gd name="connsiteY88" fmla="*/ 782130 h 1374141"/>
                <a:gd name="connsiteX89" fmla="*/ 857307 w 1680522"/>
                <a:gd name="connsiteY89" fmla="*/ 1127315 h 1374141"/>
                <a:gd name="connsiteX90" fmla="*/ 875468 w 1680522"/>
                <a:gd name="connsiteY90" fmla="*/ 1127315 h 1374141"/>
                <a:gd name="connsiteX91" fmla="*/ 922331 w 1680522"/>
                <a:gd name="connsiteY91" fmla="*/ 884492 h 1374141"/>
                <a:gd name="connsiteX92" fmla="*/ 825049 w 1680522"/>
                <a:gd name="connsiteY92" fmla="*/ 782130 h 1374141"/>
                <a:gd name="connsiteX93" fmla="*/ 433000 w 1680522"/>
                <a:gd name="connsiteY93" fmla="*/ 929830 h 1374141"/>
                <a:gd name="connsiteX94" fmla="*/ 419538 w 1680522"/>
                <a:gd name="connsiteY94" fmla="*/ 949515 h 1374141"/>
                <a:gd name="connsiteX95" fmla="*/ 492055 w 1680522"/>
                <a:gd name="connsiteY95" fmla="*/ 961453 h 1374141"/>
                <a:gd name="connsiteX96" fmla="*/ 455860 w 1680522"/>
                <a:gd name="connsiteY96" fmla="*/ 985964 h 1374141"/>
                <a:gd name="connsiteX97" fmla="*/ 453193 w 1680522"/>
                <a:gd name="connsiteY97" fmla="*/ 1008824 h 1374141"/>
                <a:gd name="connsiteX98" fmla="*/ 526853 w 1680522"/>
                <a:gd name="connsiteY98" fmla="*/ 1050734 h 1374141"/>
                <a:gd name="connsiteX99" fmla="*/ 527361 w 1680522"/>
                <a:gd name="connsiteY99" fmla="*/ 1197546 h 1374141"/>
                <a:gd name="connsiteX100" fmla="*/ 400615 w 1680522"/>
                <a:gd name="connsiteY100" fmla="*/ 1230693 h 1374141"/>
                <a:gd name="connsiteX101" fmla="*/ 361499 w 1680522"/>
                <a:gd name="connsiteY101" fmla="*/ 1344612 h 1374141"/>
                <a:gd name="connsiteX102" fmla="*/ 590988 w 1680522"/>
                <a:gd name="connsiteY102" fmla="*/ 1350327 h 1374141"/>
                <a:gd name="connsiteX103" fmla="*/ 675698 w 1680522"/>
                <a:gd name="connsiteY103" fmla="*/ 1339024 h 1374141"/>
                <a:gd name="connsiteX104" fmla="*/ 592893 w 1680522"/>
                <a:gd name="connsiteY104" fmla="*/ 1155001 h 1374141"/>
                <a:gd name="connsiteX105" fmla="*/ 572065 w 1680522"/>
                <a:gd name="connsiteY105" fmla="*/ 1063942 h 1374141"/>
                <a:gd name="connsiteX106" fmla="*/ 607244 w 1680522"/>
                <a:gd name="connsiteY106" fmla="*/ 935418 h 1374141"/>
                <a:gd name="connsiteX107" fmla="*/ 433000 w 1680522"/>
                <a:gd name="connsiteY107" fmla="*/ 929830 h 1374141"/>
                <a:gd name="connsiteX108" fmla="*/ 416744 w 1680522"/>
                <a:gd name="connsiteY108" fmla="*/ 1043749 h 1374141"/>
                <a:gd name="connsiteX109" fmla="*/ 387788 w 1680522"/>
                <a:gd name="connsiteY109" fmla="*/ 1192086 h 1374141"/>
                <a:gd name="connsiteX110" fmla="*/ 476815 w 1680522"/>
                <a:gd name="connsiteY110" fmla="*/ 1201737 h 1374141"/>
                <a:gd name="connsiteX111" fmla="*/ 520503 w 1680522"/>
                <a:gd name="connsiteY111" fmla="*/ 1102931 h 1374141"/>
                <a:gd name="connsiteX112" fmla="*/ 416744 w 1680522"/>
                <a:gd name="connsiteY112" fmla="*/ 1043749 h 1374141"/>
                <a:gd name="connsiteX113" fmla="*/ 695382 w 1680522"/>
                <a:gd name="connsiteY113" fmla="*/ 1154620 h 1374141"/>
                <a:gd name="connsiteX114" fmla="*/ 694493 w 1680522"/>
                <a:gd name="connsiteY114" fmla="*/ 1200086 h 1374141"/>
                <a:gd name="connsiteX115" fmla="*/ 1551998 w 1680522"/>
                <a:gd name="connsiteY115" fmla="*/ 1199578 h 1374141"/>
                <a:gd name="connsiteX116" fmla="*/ 1554664 w 1680522"/>
                <a:gd name="connsiteY116" fmla="*/ 1154367 h 1374141"/>
                <a:gd name="connsiteX117" fmla="*/ 695382 w 1680522"/>
                <a:gd name="connsiteY117" fmla="*/ 1154620 h 1374141"/>
                <a:gd name="connsiteX0" fmla="*/ 1069398 w 1680522"/>
                <a:gd name="connsiteY0" fmla="*/ 574865 h 1374141"/>
                <a:gd name="connsiteX1" fmla="*/ 1017708 w 1680522"/>
                <a:gd name="connsiteY1" fmla="*/ 573468 h 1374141"/>
                <a:gd name="connsiteX2" fmla="*/ 1012374 w 1680522"/>
                <a:gd name="connsiteY2" fmla="*/ 482917 h 1374141"/>
                <a:gd name="connsiteX3" fmla="*/ 936048 w 1680522"/>
                <a:gd name="connsiteY3" fmla="*/ 545401 h 1374141"/>
                <a:gd name="connsiteX4" fmla="*/ 742245 w 1680522"/>
                <a:gd name="connsiteY4" fmla="*/ 717486 h 1374141"/>
                <a:gd name="connsiteX5" fmla="*/ 932492 w 1680522"/>
                <a:gd name="connsiteY5" fmla="*/ 850709 h 1374141"/>
                <a:gd name="connsiteX6" fmla="*/ 1004881 w 1680522"/>
                <a:gd name="connsiteY6" fmla="*/ 677735 h 1374141"/>
                <a:gd name="connsiteX7" fmla="*/ 1183189 w 1680522"/>
                <a:gd name="connsiteY7" fmla="*/ 674306 h 1374141"/>
                <a:gd name="connsiteX8" fmla="*/ 1620197 w 1680522"/>
                <a:gd name="connsiteY8" fmla="*/ 676084 h 1374141"/>
                <a:gd name="connsiteX9" fmla="*/ 1680522 w 1680522"/>
                <a:gd name="connsiteY9" fmla="*/ 710501 h 1374141"/>
                <a:gd name="connsiteX10" fmla="*/ 1572825 w 1680522"/>
                <a:gd name="connsiteY10" fmla="*/ 1141539 h 1374141"/>
                <a:gd name="connsiteX11" fmla="*/ 1579556 w 1680522"/>
                <a:gd name="connsiteY11" fmla="*/ 1156017 h 1374141"/>
                <a:gd name="connsiteX12" fmla="*/ 1561904 w 1680522"/>
                <a:gd name="connsiteY12" fmla="*/ 1222058 h 1374141"/>
                <a:gd name="connsiteX13" fmla="*/ 1478718 w 1680522"/>
                <a:gd name="connsiteY13" fmla="*/ 1225614 h 1374141"/>
                <a:gd name="connsiteX14" fmla="*/ 704273 w 1680522"/>
                <a:gd name="connsiteY14" fmla="*/ 1225105 h 1374141"/>
                <a:gd name="connsiteX15" fmla="*/ 675189 w 1680522"/>
                <a:gd name="connsiteY15" fmla="*/ 1131380 h 1374141"/>
                <a:gd name="connsiteX16" fmla="*/ 834067 w 1680522"/>
                <a:gd name="connsiteY16" fmla="*/ 1127315 h 1374141"/>
                <a:gd name="connsiteX17" fmla="*/ 789743 w 1680522"/>
                <a:gd name="connsiteY17" fmla="*/ 764476 h 1374141"/>
                <a:gd name="connsiteX18" fmla="*/ 757612 w 1680522"/>
                <a:gd name="connsiteY18" fmla="*/ 750506 h 1374141"/>
                <a:gd name="connsiteX19" fmla="*/ 667696 w 1680522"/>
                <a:gd name="connsiteY19" fmla="*/ 730821 h 1374141"/>
                <a:gd name="connsiteX20" fmla="*/ 514788 w 1680522"/>
                <a:gd name="connsiteY20" fmla="*/ 774382 h 1374141"/>
                <a:gd name="connsiteX21" fmla="*/ 348672 w 1680522"/>
                <a:gd name="connsiteY21" fmla="*/ 730694 h 1374141"/>
                <a:gd name="connsiteX22" fmla="*/ 253295 w 1680522"/>
                <a:gd name="connsiteY22" fmla="*/ 756221 h 1374141"/>
                <a:gd name="connsiteX23" fmla="*/ 247580 w 1680522"/>
                <a:gd name="connsiteY23" fmla="*/ 778065 h 1374141"/>
                <a:gd name="connsiteX24" fmla="*/ 210623 w 1680522"/>
                <a:gd name="connsiteY24" fmla="*/ 1037526 h 1374141"/>
                <a:gd name="connsiteX25" fmla="*/ 430206 w 1680522"/>
                <a:gd name="connsiteY25" fmla="*/ 1017080 h 1374141"/>
                <a:gd name="connsiteX26" fmla="*/ 426142 w 1680522"/>
                <a:gd name="connsiteY26" fmla="*/ 983424 h 1374141"/>
                <a:gd name="connsiteX27" fmla="*/ 411918 w 1680522"/>
                <a:gd name="connsiteY27" fmla="*/ 910145 h 1374141"/>
                <a:gd name="connsiteX28" fmla="*/ 511994 w 1680522"/>
                <a:gd name="connsiteY28" fmla="*/ 901001 h 1374141"/>
                <a:gd name="connsiteX29" fmla="*/ 579939 w 1680522"/>
                <a:gd name="connsiteY29" fmla="*/ 902144 h 1374141"/>
                <a:gd name="connsiteX30" fmla="*/ 629215 w 1680522"/>
                <a:gd name="connsiteY30" fmla="*/ 936942 h 1374141"/>
                <a:gd name="connsiteX31" fmla="*/ 596957 w 1680522"/>
                <a:gd name="connsiteY31" fmla="*/ 1011872 h 1374141"/>
                <a:gd name="connsiteX32" fmla="*/ 611308 w 1680522"/>
                <a:gd name="connsiteY32" fmla="*/ 1130617 h 1374141"/>
                <a:gd name="connsiteX33" fmla="*/ 697542 w 1680522"/>
                <a:gd name="connsiteY33" fmla="*/ 1306512 h 1374141"/>
                <a:gd name="connsiteX34" fmla="*/ 680650 w 1680522"/>
                <a:gd name="connsiteY34" fmla="*/ 1371155 h 1374141"/>
                <a:gd name="connsiteX35" fmla="*/ 400869 w 1680522"/>
                <a:gd name="connsiteY35" fmla="*/ 1373695 h 1374141"/>
                <a:gd name="connsiteX36" fmla="*/ 339655 w 1680522"/>
                <a:gd name="connsiteY36" fmla="*/ 1354264 h 1374141"/>
                <a:gd name="connsiteX37" fmla="*/ 349053 w 1680522"/>
                <a:gd name="connsiteY37" fmla="*/ 1267015 h 1374141"/>
                <a:gd name="connsiteX38" fmla="*/ 40443 w 1680522"/>
                <a:gd name="connsiteY38" fmla="*/ 1163002 h 1374141"/>
                <a:gd name="connsiteX39" fmla="*/ 94672 w 1680522"/>
                <a:gd name="connsiteY39" fmla="*/ 875347 h 1374141"/>
                <a:gd name="connsiteX40" fmla="*/ 286061 w 1680522"/>
                <a:gd name="connsiteY40" fmla="*/ 716089 h 1374141"/>
                <a:gd name="connsiteX41" fmla="*/ 194494 w 1680522"/>
                <a:gd name="connsiteY41" fmla="*/ 662114 h 1374141"/>
                <a:gd name="connsiteX42" fmla="*/ 101276 w 1680522"/>
                <a:gd name="connsiteY42" fmla="*/ 547433 h 1374141"/>
                <a:gd name="connsiteX43" fmla="*/ 43110 w 1680522"/>
                <a:gd name="connsiteY43" fmla="*/ 514286 h 1374141"/>
                <a:gd name="connsiteX44" fmla="*/ 21393 w 1680522"/>
                <a:gd name="connsiteY44" fmla="*/ 291401 h 1374141"/>
                <a:gd name="connsiteX45" fmla="*/ 92132 w 1680522"/>
                <a:gd name="connsiteY45" fmla="*/ 233616 h 1374141"/>
                <a:gd name="connsiteX46" fmla="*/ 317938 w 1680522"/>
                <a:gd name="connsiteY46" fmla="*/ 29019 h 1374141"/>
                <a:gd name="connsiteX47" fmla="*/ 696271 w 1680522"/>
                <a:gd name="connsiteY47" fmla="*/ 19748 h 1374141"/>
                <a:gd name="connsiteX48" fmla="*/ 828732 w 1680522"/>
                <a:gd name="connsiteY48" fmla="*/ 95313 h 1374141"/>
                <a:gd name="connsiteX49" fmla="*/ 943540 w 1680522"/>
                <a:gd name="connsiteY49" fmla="*/ 237807 h 1374141"/>
                <a:gd name="connsiteX50" fmla="*/ 1016057 w 1680522"/>
                <a:gd name="connsiteY50" fmla="*/ 291020 h 1374141"/>
                <a:gd name="connsiteX51" fmla="*/ 268027 w 1680522"/>
                <a:gd name="connsiteY51" fmla="*/ 81216 h 1374141"/>
                <a:gd name="connsiteX52" fmla="*/ 98482 w 1680522"/>
                <a:gd name="connsiteY52" fmla="*/ 320103 h 1374141"/>
                <a:gd name="connsiteX53" fmla="*/ 96450 w 1680522"/>
                <a:gd name="connsiteY53" fmla="*/ 322262 h 1374141"/>
                <a:gd name="connsiteX54" fmla="*/ 202114 w 1680522"/>
                <a:gd name="connsiteY54" fmla="*/ 635063 h 1374141"/>
                <a:gd name="connsiteX55" fmla="*/ 388042 w 1680522"/>
                <a:gd name="connsiteY55" fmla="*/ 706056 h 1374141"/>
                <a:gd name="connsiteX56" fmla="*/ 691954 w 1680522"/>
                <a:gd name="connsiteY56" fmla="*/ 703516 h 1374141"/>
                <a:gd name="connsiteX57" fmla="*/ 940746 w 1680522"/>
                <a:gd name="connsiteY57" fmla="*/ 416115 h 1374141"/>
                <a:gd name="connsiteX58" fmla="*/ 834574 w 1680522"/>
                <a:gd name="connsiteY58" fmla="*/ 133159 h 1374141"/>
                <a:gd name="connsiteX59" fmla="*/ 509708 w 1680522"/>
                <a:gd name="connsiteY59" fmla="*/ 28130 h 1374141"/>
                <a:gd name="connsiteX60" fmla="*/ 268027 w 1680522"/>
                <a:gd name="connsiteY60" fmla="*/ 81216 h 1374141"/>
                <a:gd name="connsiteX61" fmla="*/ 82480 w 1680522"/>
                <a:gd name="connsiteY61" fmla="*/ 513016 h 1374141"/>
                <a:gd name="connsiteX62" fmla="*/ 77146 w 1680522"/>
                <a:gd name="connsiteY62" fmla="*/ 261556 h 1374141"/>
                <a:gd name="connsiteX63" fmla="*/ 82480 w 1680522"/>
                <a:gd name="connsiteY63" fmla="*/ 513016 h 1374141"/>
                <a:gd name="connsiteX64" fmla="*/ 950144 w 1680522"/>
                <a:gd name="connsiteY64" fmla="*/ 260032 h 1374141"/>
                <a:gd name="connsiteX65" fmla="*/ 946969 w 1680522"/>
                <a:gd name="connsiteY65" fmla="*/ 515810 h 1374141"/>
                <a:gd name="connsiteX66" fmla="*/ 950144 w 1680522"/>
                <a:gd name="connsiteY66" fmla="*/ 260032 h 1374141"/>
                <a:gd name="connsiteX67" fmla="*/ 998912 w 1680522"/>
                <a:gd name="connsiteY67" fmla="*/ 706691 h 1374141"/>
                <a:gd name="connsiteX68" fmla="*/ 967670 w 1680522"/>
                <a:gd name="connsiteY68" fmla="*/ 798639 h 1374141"/>
                <a:gd name="connsiteX69" fmla="*/ 900361 w 1680522"/>
                <a:gd name="connsiteY69" fmla="*/ 1127315 h 1374141"/>
                <a:gd name="connsiteX70" fmla="*/ 1554792 w 1680522"/>
                <a:gd name="connsiteY70" fmla="*/ 1127315 h 1374141"/>
                <a:gd name="connsiteX71" fmla="*/ 1650804 w 1680522"/>
                <a:gd name="connsiteY71" fmla="*/ 703897 h 1374141"/>
                <a:gd name="connsiteX72" fmla="*/ 1060254 w 1680522"/>
                <a:gd name="connsiteY72" fmla="*/ 702119 h 1374141"/>
                <a:gd name="connsiteX73" fmla="*/ 998912 w 1680522"/>
                <a:gd name="connsiteY73" fmla="*/ 706691 h 1374141"/>
                <a:gd name="connsiteX74" fmla="*/ 436175 w 1680522"/>
                <a:gd name="connsiteY74" fmla="*/ 729932 h 1374141"/>
                <a:gd name="connsiteX75" fmla="*/ 593528 w 1680522"/>
                <a:gd name="connsiteY75" fmla="*/ 729678 h 1374141"/>
                <a:gd name="connsiteX76" fmla="*/ 436175 w 1680522"/>
                <a:gd name="connsiteY76" fmla="*/ 729932 h 1374141"/>
                <a:gd name="connsiteX77" fmla="*/ 50857 w 1680522"/>
                <a:gd name="connsiteY77" fmla="*/ 1077277 h 1374141"/>
                <a:gd name="connsiteX78" fmla="*/ 73336 w 1680522"/>
                <a:gd name="connsiteY78" fmla="*/ 1173797 h 1374141"/>
                <a:gd name="connsiteX79" fmla="*/ 363912 w 1680522"/>
                <a:gd name="connsiteY79" fmla="*/ 1244409 h 1374141"/>
                <a:gd name="connsiteX80" fmla="*/ 380168 w 1680522"/>
                <a:gd name="connsiteY80" fmla="*/ 1215580 h 1374141"/>
                <a:gd name="connsiteX81" fmla="*/ 362515 w 1680522"/>
                <a:gd name="connsiteY81" fmla="*/ 1046924 h 1374141"/>
                <a:gd name="connsiteX82" fmla="*/ 140011 w 1680522"/>
                <a:gd name="connsiteY82" fmla="*/ 1064831 h 1374141"/>
                <a:gd name="connsiteX83" fmla="*/ 185731 w 1680522"/>
                <a:gd name="connsiteY83" fmla="*/ 1037780 h 1374141"/>
                <a:gd name="connsiteX84" fmla="*/ 220910 w 1680522"/>
                <a:gd name="connsiteY84" fmla="*/ 772477 h 1374141"/>
                <a:gd name="connsiteX85" fmla="*/ 50857 w 1680522"/>
                <a:gd name="connsiteY85" fmla="*/ 1077277 h 1374141"/>
                <a:gd name="connsiteX86" fmla="*/ 825049 w 1680522"/>
                <a:gd name="connsiteY86" fmla="*/ 782130 h 1374141"/>
                <a:gd name="connsiteX87" fmla="*/ 857307 w 1680522"/>
                <a:gd name="connsiteY87" fmla="*/ 1127315 h 1374141"/>
                <a:gd name="connsiteX88" fmla="*/ 875468 w 1680522"/>
                <a:gd name="connsiteY88" fmla="*/ 1127315 h 1374141"/>
                <a:gd name="connsiteX89" fmla="*/ 922331 w 1680522"/>
                <a:gd name="connsiteY89" fmla="*/ 884492 h 1374141"/>
                <a:gd name="connsiteX90" fmla="*/ 825049 w 1680522"/>
                <a:gd name="connsiteY90" fmla="*/ 782130 h 1374141"/>
                <a:gd name="connsiteX91" fmla="*/ 433000 w 1680522"/>
                <a:gd name="connsiteY91" fmla="*/ 929830 h 1374141"/>
                <a:gd name="connsiteX92" fmla="*/ 419538 w 1680522"/>
                <a:gd name="connsiteY92" fmla="*/ 949515 h 1374141"/>
                <a:gd name="connsiteX93" fmla="*/ 492055 w 1680522"/>
                <a:gd name="connsiteY93" fmla="*/ 961453 h 1374141"/>
                <a:gd name="connsiteX94" fmla="*/ 455860 w 1680522"/>
                <a:gd name="connsiteY94" fmla="*/ 985964 h 1374141"/>
                <a:gd name="connsiteX95" fmla="*/ 453193 w 1680522"/>
                <a:gd name="connsiteY95" fmla="*/ 1008824 h 1374141"/>
                <a:gd name="connsiteX96" fmla="*/ 526853 w 1680522"/>
                <a:gd name="connsiteY96" fmla="*/ 1050734 h 1374141"/>
                <a:gd name="connsiteX97" fmla="*/ 527361 w 1680522"/>
                <a:gd name="connsiteY97" fmla="*/ 1197546 h 1374141"/>
                <a:gd name="connsiteX98" fmla="*/ 400615 w 1680522"/>
                <a:gd name="connsiteY98" fmla="*/ 1230693 h 1374141"/>
                <a:gd name="connsiteX99" fmla="*/ 361499 w 1680522"/>
                <a:gd name="connsiteY99" fmla="*/ 1344612 h 1374141"/>
                <a:gd name="connsiteX100" fmla="*/ 590988 w 1680522"/>
                <a:gd name="connsiteY100" fmla="*/ 1350327 h 1374141"/>
                <a:gd name="connsiteX101" fmla="*/ 675698 w 1680522"/>
                <a:gd name="connsiteY101" fmla="*/ 1339024 h 1374141"/>
                <a:gd name="connsiteX102" fmla="*/ 592893 w 1680522"/>
                <a:gd name="connsiteY102" fmla="*/ 1155001 h 1374141"/>
                <a:gd name="connsiteX103" fmla="*/ 572065 w 1680522"/>
                <a:gd name="connsiteY103" fmla="*/ 1063942 h 1374141"/>
                <a:gd name="connsiteX104" fmla="*/ 607244 w 1680522"/>
                <a:gd name="connsiteY104" fmla="*/ 935418 h 1374141"/>
                <a:gd name="connsiteX105" fmla="*/ 433000 w 1680522"/>
                <a:gd name="connsiteY105" fmla="*/ 929830 h 1374141"/>
                <a:gd name="connsiteX106" fmla="*/ 416744 w 1680522"/>
                <a:gd name="connsiteY106" fmla="*/ 1043749 h 1374141"/>
                <a:gd name="connsiteX107" fmla="*/ 387788 w 1680522"/>
                <a:gd name="connsiteY107" fmla="*/ 1192086 h 1374141"/>
                <a:gd name="connsiteX108" fmla="*/ 476815 w 1680522"/>
                <a:gd name="connsiteY108" fmla="*/ 1201737 h 1374141"/>
                <a:gd name="connsiteX109" fmla="*/ 520503 w 1680522"/>
                <a:gd name="connsiteY109" fmla="*/ 1102931 h 1374141"/>
                <a:gd name="connsiteX110" fmla="*/ 416744 w 1680522"/>
                <a:gd name="connsiteY110" fmla="*/ 1043749 h 1374141"/>
                <a:gd name="connsiteX111" fmla="*/ 695382 w 1680522"/>
                <a:gd name="connsiteY111" fmla="*/ 1154620 h 1374141"/>
                <a:gd name="connsiteX112" fmla="*/ 694493 w 1680522"/>
                <a:gd name="connsiteY112" fmla="*/ 1200086 h 1374141"/>
                <a:gd name="connsiteX113" fmla="*/ 1551998 w 1680522"/>
                <a:gd name="connsiteY113" fmla="*/ 1199578 h 1374141"/>
                <a:gd name="connsiteX114" fmla="*/ 1554664 w 1680522"/>
                <a:gd name="connsiteY114" fmla="*/ 1154367 h 1374141"/>
                <a:gd name="connsiteX115" fmla="*/ 695382 w 1680522"/>
                <a:gd name="connsiteY115" fmla="*/ 1154620 h 1374141"/>
                <a:gd name="connsiteX0" fmla="*/ 1017708 w 1680522"/>
                <a:gd name="connsiteY0" fmla="*/ 573468 h 1374141"/>
                <a:gd name="connsiteX1" fmla="*/ 1012374 w 1680522"/>
                <a:gd name="connsiteY1" fmla="*/ 482917 h 1374141"/>
                <a:gd name="connsiteX2" fmla="*/ 936048 w 1680522"/>
                <a:gd name="connsiteY2" fmla="*/ 545401 h 1374141"/>
                <a:gd name="connsiteX3" fmla="*/ 742245 w 1680522"/>
                <a:gd name="connsiteY3" fmla="*/ 717486 h 1374141"/>
                <a:gd name="connsiteX4" fmla="*/ 932492 w 1680522"/>
                <a:gd name="connsiteY4" fmla="*/ 850709 h 1374141"/>
                <a:gd name="connsiteX5" fmla="*/ 1004881 w 1680522"/>
                <a:gd name="connsiteY5" fmla="*/ 677735 h 1374141"/>
                <a:gd name="connsiteX6" fmla="*/ 1183189 w 1680522"/>
                <a:gd name="connsiteY6" fmla="*/ 674306 h 1374141"/>
                <a:gd name="connsiteX7" fmla="*/ 1620197 w 1680522"/>
                <a:gd name="connsiteY7" fmla="*/ 676084 h 1374141"/>
                <a:gd name="connsiteX8" fmla="*/ 1680522 w 1680522"/>
                <a:gd name="connsiteY8" fmla="*/ 710501 h 1374141"/>
                <a:gd name="connsiteX9" fmla="*/ 1572825 w 1680522"/>
                <a:gd name="connsiteY9" fmla="*/ 1141539 h 1374141"/>
                <a:gd name="connsiteX10" fmla="*/ 1579556 w 1680522"/>
                <a:gd name="connsiteY10" fmla="*/ 1156017 h 1374141"/>
                <a:gd name="connsiteX11" fmla="*/ 1561904 w 1680522"/>
                <a:gd name="connsiteY11" fmla="*/ 1222058 h 1374141"/>
                <a:gd name="connsiteX12" fmla="*/ 1478718 w 1680522"/>
                <a:gd name="connsiteY12" fmla="*/ 1225614 h 1374141"/>
                <a:gd name="connsiteX13" fmla="*/ 704273 w 1680522"/>
                <a:gd name="connsiteY13" fmla="*/ 1225105 h 1374141"/>
                <a:gd name="connsiteX14" fmla="*/ 675189 w 1680522"/>
                <a:gd name="connsiteY14" fmla="*/ 1131380 h 1374141"/>
                <a:gd name="connsiteX15" fmla="*/ 834067 w 1680522"/>
                <a:gd name="connsiteY15" fmla="*/ 1127315 h 1374141"/>
                <a:gd name="connsiteX16" fmla="*/ 789743 w 1680522"/>
                <a:gd name="connsiteY16" fmla="*/ 764476 h 1374141"/>
                <a:gd name="connsiteX17" fmla="*/ 757612 w 1680522"/>
                <a:gd name="connsiteY17" fmla="*/ 750506 h 1374141"/>
                <a:gd name="connsiteX18" fmla="*/ 667696 w 1680522"/>
                <a:gd name="connsiteY18" fmla="*/ 730821 h 1374141"/>
                <a:gd name="connsiteX19" fmla="*/ 514788 w 1680522"/>
                <a:gd name="connsiteY19" fmla="*/ 774382 h 1374141"/>
                <a:gd name="connsiteX20" fmla="*/ 348672 w 1680522"/>
                <a:gd name="connsiteY20" fmla="*/ 730694 h 1374141"/>
                <a:gd name="connsiteX21" fmla="*/ 253295 w 1680522"/>
                <a:gd name="connsiteY21" fmla="*/ 756221 h 1374141"/>
                <a:gd name="connsiteX22" fmla="*/ 247580 w 1680522"/>
                <a:gd name="connsiteY22" fmla="*/ 778065 h 1374141"/>
                <a:gd name="connsiteX23" fmla="*/ 210623 w 1680522"/>
                <a:gd name="connsiteY23" fmla="*/ 1037526 h 1374141"/>
                <a:gd name="connsiteX24" fmla="*/ 430206 w 1680522"/>
                <a:gd name="connsiteY24" fmla="*/ 1017080 h 1374141"/>
                <a:gd name="connsiteX25" fmla="*/ 426142 w 1680522"/>
                <a:gd name="connsiteY25" fmla="*/ 983424 h 1374141"/>
                <a:gd name="connsiteX26" fmla="*/ 411918 w 1680522"/>
                <a:gd name="connsiteY26" fmla="*/ 910145 h 1374141"/>
                <a:gd name="connsiteX27" fmla="*/ 511994 w 1680522"/>
                <a:gd name="connsiteY27" fmla="*/ 901001 h 1374141"/>
                <a:gd name="connsiteX28" fmla="*/ 579939 w 1680522"/>
                <a:gd name="connsiteY28" fmla="*/ 902144 h 1374141"/>
                <a:gd name="connsiteX29" fmla="*/ 629215 w 1680522"/>
                <a:gd name="connsiteY29" fmla="*/ 936942 h 1374141"/>
                <a:gd name="connsiteX30" fmla="*/ 596957 w 1680522"/>
                <a:gd name="connsiteY30" fmla="*/ 1011872 h 1374141"/>
                <a:gd name="connsiteX31" fmla="*/ 611308 w 1680522"/>
                <a:gd name="connsiteY31" fmla="*/ 1130617 h 1374141"/>
                <a:gd name="connsiteX32" fmla="*/ 697542 w 1680522"/>
                <a:gd name="connsiteY32" fmla="*/ 1306512 h 1374141"/>
                <a:gd name="connsiteX33" fmla="*/ 680650 w 1680522"/>
                <a:gd name="connsiteY33" fmla="*/ 1371155 h 1374141"/>
                <a:gd name="connsiteX34" fmla="*/ 400869 w 1680522"/>
                <a:gd name="connsiteY34" fmla="*/ 1373695 h 1374141"/>
                <a:gd name="connsiteX35" fmla="*/ 339655 w 1680522"/>
                <a:gd name="connsiteY35" fmla="*/ 1354264 h 1374141"/>
                <a:gd name="connsiteX36" fmla="*/ 349053 w 1680522"/>
                <a:gd name="connsiteY36" fmla="*/ 1267015 h 1374141"/>
                <a:gd name="connsiteX37" fmla="*/ 40443 w 1680522"/>
                <a:gd name="connsiteY37" fmla="*/ 1163002 h 1374141"/>
                <a:gd name="connsiteX38" fmla="*/ 94672 w 1680522"/>
                <a:gd name="connsiteY38" fmla="*/ 875347 h 1374141"/>
                <a:gd name="connsiteX39" fmla="*/ 286061 w 1680522"/>
                <a:gd name="connsiteY39" fmla="*/ 716089 h 1374141"/>
                <a:gd name="connsiteX40" fmla="*/ 194494 w 1680522"/>
                <a:gd name="connsiteY40" fmla="*/ 662114 h 1374141"/>
                <a:gd name="connsiteX41" fmla="*/ 101276 w 1680522"/>
                <a:gd name="connsiteY41" fmla="*/ 547433 h 1374141"/>
                <a:gd name="connsiteX42" fmla="*/ 43110 w 1680522"/>
                <a:gd name="connsiteY42" fmla="*/ 514286 h 1374141"/>
                <a:gd name="connsiteX43" fmla="*/ 21393 w 1680522"/>
                <a:gd name="connsiteY43" fmla="*/ 291401 h 1374141"/>
                <a:gd name="connsiteX44" fmla="*/ 92132 w 1680522"/>
                <a:gd name="connsiteY44" fmla="*/ 233616 h 1374141"/>
                <a:gd name="connsiteX45" fmla="*/ 317938 w 1680522"/>
                <a:gd name="connsiteY45" fmla="*/ 29019 h 1374141"/>
                <a:gd name="connsiteX46" fmla="*/ 696271 w 1680522"/>
                <a:gd name="connsiteY46" fmla="*/ 19748 h 1374141"/>
                <a:gd name="connsiteX47" fmla="*/ 828732 w 1680522"/>
                <a:gd name="connsiteY47" fmla="*/ 95313 h 1374141"/>
                <a:gd name="connsiteX48" fmla="*/ 943540 w 1680522"/>
                <a:gd name="connsiteY48" fmla="*/ 237807 h 1374141"/>
                <a:gd name="connsiteX49" fmla="*/ 1016057 w 1680522"/>
                <a:gd name="connsiteY49" fmla="*/ 291020 h 1374141"/>
                <a:gd name="connsiteX50" fmla="*/ 268027 w 1680522"/>
                <a:gd name="connsiteY50" fmla="*/ 81216 h 1374141"/>
                <a:gd name="connsiteX51" fmla="*/ 98482 w 1680522"/>
                <a:gd name="connsiteY51" fmla="*/ 320103 h 1374141"/>
                <a:gd name="connsiteX52" fmla="*/ 96450 w 1680522"/>
                <a:gd name="connsiteY52" fmla="*/ 322262 h 1374141"/>
                <a:gd name="connsiteX53" fmla="*/ 202114 w 1680522"/>
                <a:gd name="connsiteY53" fmla="*/ 635063 h 1374141"/>
                <a:gd name="connsiteX54" fmla="*/ 388042 w 1680522"/>
                <a:gd name="connsiteY54" fmla="*/ 706056 h 1374141"/>
                <a:gd name="connsiteX55" fmla="*/ 691954 w 1680522"/>
                <a:gd name="connsiteY55" fmla="*/ 703516 h 1374141"/>
                <a:gd name="connsiteX56" fmla="*/ 940746 w 1680522"/>
                <a:gd name="connsiteY56" fmla="*/ 416115 h 1374141"/>
                <a:gd name="connsiteX57" fmla="*/ 834574 w 1680522"/>
                <a:gd name="connsiteY57" fmla="*/ 133159 h 1374141"/>
                <a:gd name="connsiteX58" fmla="*/ 509708 w 1680522"/>
                <a:gd name="connsiteY58" fmla="*/ 28130 h 1374141"/>
                <a:gd name="connsiteX59" fmla="*/ 268027 w 1680522"/>
                <a:gd name="connsiteY59" fmla="*/ 81216 h 1374141"/>
                <a:gd name="connsiteX60" fmla="*/ 82480 w 1680522"/>
                <a:gd name="connsiteY60" fmla="*/ 513016 h 1374141"/>
                <a:gd name="connsiteX61" fmla="*/ 77146 w 1680522"/>
                <a:gd name="connsiteY61" fmla="*/ 261556 h 1374141"/>
                <a:gd name="connsiteX62" fmla="*/ 82480 w 1680522"/>
                <a:gd name="connsiteY62" fmla="*/ 513016 h 1374141"/>
                <a:gd name="connsiteX63" fmla="*/ 950144 w 1680522"/>
                <a:gd name="connsiteY63" fmla="*/ 260032 h 1374141"/>
                <a:gd name="connsiteX64" fmla="*/ 946969 w 1680522"/>
                <a:gd name="connsiteY64" fmla="*/ 515810 h 1374141"/>
                <a:gd name="connsiteX65" fmla="*/ 950144 w 1680522"/>
                <a:gd name="connsiteY65" fmla="*/ 260032 h 1374141"/>
                <a:gd name="connsiteX66" fmla="*/ 998912 w 1680522"/>
                <a:gd name="connsiteY66" fmla="*/ 706691 h 1374141"/>
                <a:gd name="connsiteX67" fmla="*/ 967670 w 1680522"/>
                <a:gd name="connsiteY67" fmla="*/ 798639 h 1374141"/>
                <a:gd name="connsiteX68" fmla="*/ 900361 w 1680522"/>
                <a:gd name="connsiteY68" fmla="*/ 1127315 h 1374141"/>
                <a:gd name="connsiteX69" fmla="*/ 1554792 w 1680522"/>
                <a:gd name="connsiteY69" fmla="*/ 1127315 h 1374141"/>
                <a:gd name="connsiteX70" fmla="*/ 1650804 w 1680522"/>
                <a:gd name="connsiteY70" fmla="*/ 703897 h 1374141"/>
                <a:gd name="connsiteX71" fmla="*/ 1060254 w 1680522"/>
                <a:gd name="connsiteY71" fmla="*/ 702119 h 1374141"/>
                <a:gd name="connsiteX72" fmla="*/ 998912 w 1680522"/>
                <a:gd name="connsiteY72" fmla="*/ 706691 h 1374141"/>
                <a:gd name="connsiteX73" fmla="*/ 436175 w 1680522"/>
                <a:gd name="connsiteY73" fmla="*/ 729932 h 1374141"/>
                <a:gd name="connsiteX74" fmla="*/ 593528 w 1680522"/>
                <a:gd name="connsiteY74" fmla="*/ 729678 h 1374141"/>
                <a:gd name="connsiteX75" fmla="*/ 436175 w 1680522"/>
                <a:gd name="connsiteY75" fmla="*/ 729932 h 1374141"/>
                <a:gd name="connsiteX76" fmla="*/ 50857 w 1680522"/>
                <a:gd name="connsiteY76" fmla="*/ 1077277 h 1374141"/>
                <a:gd name="connsiteX77" fmla="*/ 73336 w 1680522"/>
                <a:gd name="connsiteY77" fmla="*/ 1173797 h 1374141"/>
                <a:gd name="connsiteX78" fmla="*/ 363912 w 1680522"/>
                <a:gd name="connsiteY78" fmla="*/ 1244409 h 1374141"/>
                <a:gd name="connsiteX79" fmla="*/ 380168 w 1680522"/>
                <a:gd name="connsiteY79" fmla="*/ 1215580 h 1374141"/>
                <a:gd name="connsiteX80" fmla="*/ 362515 w 1680522"/>
                <a:gd name="connsiteY80" fmla="*/ 1046924 h 1374141"/>
                <a:gd name="connsiteX81" fmla="*/ 140011 w 1680522"/>
                <a:gd name="connsiteY81" fmla="*/ 1064831 h 1374141"/>
                <a:gd name="connsiteX82" fmla="*/ 185731 w 1680522"/>
                <a:gd name="connsiteY82" fmla="*/ 1037780 h 1374141"/>
                <a:gd name="connsiteX83" fmla="*/ 220910 w 1680522"/>
                <a:gd name="connsiteY83" fmla="*/ 772477 h 1374141"/>
                <a:gd name="connsiteX84" fmla="*/ 50857 w 1680522"/>
                <a:gd name="connsiteY84" fmla="*/ 1077277 h 1374141"/>
                <a:gd name="connsiteX85" fmla="*/ 825049 w 1680522"/>
                <a:gd name="connsiteY85" fmla="*/ 782130 h 1374141"/>
                <a:gd name="connsiteX86" fmla="*/ 857307 w 1680522"/>
                <a:gd name="connsiteY86" fmla="*/ 1127315 h 1374141"/>
                <a:gd name="connsiteX87" fmla="*/ 875468 w 1680522"/>
                <a:gd name="connsiteY87" fmla="*/ 1127315 h 1374141"/>
                <a:gd name="connsiteX88" fmla="*/ 922331 w 1680522"/>
                <a:gd name="connsiteY88" fmla="*/ 884492 h 1374141"/>
                <a:gd name="connsiteX89" fmla="*/ 825049 w 1680522"/>
                <a:gd name="connsiteY89" fmla="*/ 782130 h 1374141"/>
                <a:gd name="connsiteX90" fmla="*/ 433000 w 1680522"/>
                <a:gd name="connsiteY90" fmla="*/ 929830 h 1374141"/>
                <a:gd name="connsiteX91" fmla="*/ 419538 w 1680522"/>
                <a:gd name="connsiteY91" fmla="*/ 949515 h 1374141"/>
                <a:gd name="connsiteX92" fmla="*/ 492055 w 1680522"/>
                <a:gd name="connsiteY92" fmla="*/ 961453 h 1374141"/>
                <a:gd name="connsiteX93" fmla="*/ 455860 w 1680522"/>
                <a:gd name="connsiteY93" fmla="*/ 985964 h 1374141"/>
                <a:gd name="connsiteX94" fmla="*/ 453193 w 1680522"/>
                <a:gd name="connsiteY94" fmla="*/ 1008824 h 1374141"/>
                <a:gd name="connsiteX95" fmla="*/ 526853 w 1680522"/>
                <a:gd name="connsiteY95" fmla="*/ 1050734 h 1374141"/>
                <a:gd name="connsiteX96" fmla="*/ 527361 w 1680522"/>
                <a:gd name="connsiteY96" fmla="*/ 1197546 h 1374141"/>
                <a:gd name="connsiteX97" fmla="*/ 400615 w 1680522"/>
                <a:gd name="connsiteY97" fmla="*/ 1230693 h 1374141"/>
                <a:gd name="connsiteX98" fmla="*/ 361499 w 1680522"/>
                <a:gd name="connsiteY98" fmla="*/ 1344612 h 1374141"/>
                <a:gd name="connsiteX99" fmla="*/ 590988 w 1680522"/>
                <a:gd name="connsiteY99" fmla="*/ 1350327 h 1374141"/>
                <a:gd name="connsiteX100" fmla="*/ 675698 w 1680522"/>
                <a:gd name="connsiteY100" fmla="*/ 1339024 h 1374141"/>
                <a:gd name="connsiteX101" fmla="*/ 592893 w 1680522"/>
                <a:gd name="connsiteY101" fmla="*/ 1155001 h 1374141"/>
                <a:gd name="connsiteX102" fmla="*/ 572065 w 1680522"/>
                <a:gd name="connsiteY102" fmla="*/ 1063942 h 1374141"/>
                <a:gd name="connsiteX103" fmla="*/ 607244 w 1680522"/>
                <a:gd name="connsiteY103" fmla="*/ 935418 h 1374141"/>
                <a:gd name="connsiteX104" fmla="*/ 433000 w 1680522"/>
                <a:gd name="connsiteY104" fmla="*/ 929830 h 1374141"/>
                <a:gd name="connsiteX105" fmla="*/ 416744 w 1680522"/>
                <a:gd name="connsiteY105" fmla="*/ 1043749 h 1374141"/>
                <a:gd name="connsiteX106" fmla="*/ 387788 w 1680522"/>
                <a:gd name="connsiteY106" fmla="*/ 1192086 h 1374141"/>
                <a:gd name="connsiteX107" fmla="*/ 476815 w 1680522"/>
                <a:gd name="connsiteY107" fmla="*/ 1201737 h 1374141"/>
                <a:gd name="connsiteX108" fmla="*/ 520503 w 1680522"/>
                <a:gd name="connsiteY108" fmla="*/ 1102931 h 1374141"/>
                <a:gd name="connsiteX109" fmla="*/ 416744 w 1680522"/>
                <a:gd name="connsiteY109" fmla="*/ 1043749 h 1374141"/>
                <a:gd name="connsiteX110" fmla="*/ 695382 w 1680522"/>
                <a:gd name="connsiteY110" fmla="*/ 1154620 h 1374141"/>
                <a:gd name="connsiteX111" fmla="*/ 694493 w 1680522"/>
                <a:gd name="connsiteY111" fmla="*/ 1200086 h 1374141"/>
                <a:gd name="connsiteX112" fmla="*/ 1551998 w 1680522"/>
                <a:gd name="connsiteY112" fmla="*/ 1199578 h 1374141"/>
                <a:gd name="connsiteX113" fmla="*/ 1554664 w 1680522"/>
                <a:gd name="connsiteY113" fmla="*/ 1154367 h 1374141"/>
                <a:gd name="connsiteX114" fmla="*/ 695382 w 1680522"/>
                <a:gd name="connsiteY114" fmla="*/ 1154620 h 1374141"/>
                <a:gd name="connsiteX0" fmla="*/ 1054617 w 1680522"/>
                <a:gd name="connsiteY0" fmla="*/ 383643 h 1374141"/>
                <a:gd name="connsiteX1" fmla="*/ 1012374 w 1680522"/>
                <a:gd name="connsiteY1" fmla="*/ 482917 h 1374141"/>
                <a:gd name="connsiteX2" fmla="*/ 936048 w 1680522"/>
                <a:gd name="connsiteY2" fmla="*/ 545401 h 1374141"/>
                <a:gd name="connsiteX3" fmla="*/ 742245 w 1680522"/>
                <a:gd name="connsiteY3" fmla="*/ 717486 h 1374141"/>
                <a:gd name="connsiteX4" fmla="*/ 932492 w 1680522"/>
                <a:gd name="connsiteY4" fmla="*/ 850709 h 1374141"/>
                <a:gd name="connsiteX5" fmla="*/ 1004881 w 1680522"/>
                <a:gd name="connsiteY5" fmla="*/ 677735 h 1374141"/>
                <a:gd name="connsiteX6" fmla="*/ 1183189 w 1680522"/>
                <a:gd name="connsiteY6" fmla="*/ 674306 h 1374141"/>
                <a:gd name="connsiteX7" fmla="*/ 1620197 w 1680522"/>
                <a:gd name="connsiteY7" fmla="*/ 676084 h 1374141"/>
                <a:gd name="connsiteX8" fmla="*/ 1680522 w 1680522"/>
                <a:gd name="connsiteY8" fmla="*/ 710501 h 1374141"/>
                <a:gd name="connsiteX9" fmla="*/ 1572825 w 1680522"/>
                <a:gd name="connsiteY9" fmla="*/ 1141539 h 1374141"/>
                <a:gd name="connsiteX10" fmla="*/ 1579556 w 1680522"/>
                <a:gd name="connsiteY10" fmla="*/ 1156017 h 1374141"/>
                <a:gd name="connsiteX11" fmla="*/ 1561904 w 1680522"/>
                <a:gd name="connsiteY11" fmla="*/ 1222058 h 1374141"/>
                <a:gd name="connsiteX12" fmla="*/ 1478718 w 1680522"/>
                <a:gd name="connsiteY12" fmla="*/ 1225614 h 1374141"/>
                <a:gd name="connsiteX13" fmla="*/ 704273 w 1680522"/>
                <a:gd name="connsiteY13" fmla="*/ 1225105 h 1374141"/>
                <a:gd name="connsiteX14" fmla="*/ 675189 w 1680522"/>
                <a:gd name="connsiteY14" fmla="*/ 1131380 h 1374141"/>
                <a:gd name="connsiteX15" fmla="*/ 834067 w 1680522"/>
                <a:gd name="connsiteY15" fmla="*/ 1127315 h 1374141"/>
                <a:gd name="connsiteX16" fmla="*/ 789743 w 1680522"/>
                <a:gd name="connsiteY16" fmla="*/ 764476 h 1374141"/>
                <a:gd name="connsiteX17" fmla="*/ 757612 w 1680522"/>
                <a:gd name="connsiteY17" fmla="*/ 750506 h 1374141"/>
                <a:gd name="connsiteX18" fmla="*/ 667696 w 1680522"/>
                <a:gd name="connsiteY18" fmla="*/ 730821 h 1374141"/>
                <a:gd name="connsiteX19" fmla="*/ 514788 w 1680522"/>
                <a:gd name="connsiteY19" fmla="*/ 774382 h 1374141"/>
                <a:gd name="connsiteX20" fmla="*/ 348672 w 1680522"/>
                <a:gd name="connsiteY20" fmla="*/ 730694 h 1374141"/>
                <a:gd name="connsiteX21" fmla="*/ 253295 w 1680522"/>
                <a:gd name="connsiteY21" fmla="*/ 756221 h 1374141"/>
                <a:gd name="connsiteX22" fmla="*/ 247580 w 1680522"/>
                <a:gd name="connsiteY22" fmla="*/ 778065 h 1374141"/>
                <a:gd name="connsiteX23" fmla="*/ 210623 w 1680522"/>
                <a:gd name="connsiteY23" fmla="*/ 1037526 h 1374141"/>
                <a:gd name="connsiteX24" fmla="*/ 430206 w 1680522"/>
                <a:gd name="connsiteY24" fmla="*/ 1017080 h 1374141"/>
                <a:gd name="connsiteX25" fmla="*/ 426142 w 1680522"/>
                <a:gd name="connsiteY25" fmla="*/ 983424 h 1374141"/>
                <a:gd name="connsiteX26" fmla="*/ 411918 w 1680522"/>
                <a:gd name="connsiteY26" fmla="*/ 910145 h 1374141"/>
                <a:gd name="connsiteX27" fmla="*/ 511994 w 1680522"/>
                <a:gd name="connsiteY27" fmla="*/ 901001 h 1374141"/>
                <a:gd name="connsiteX28" fmla="*/ 579939 w 1680522"/>
                <a:gd name="connsiteY28" fmla="*/ 902144 h 1374141"/>
                <a:gd name="connsiteX29" fmla="*/ 629215 w 1680522"/>
                <a:gd name="connsiteY29" fmla="*/ 936942 h 1374141"/>
                <a:gd name="connsiteX30" fmla="*/ 596957 w 1680522"/>
                <a:gd name="connsiteY30" fmla="*/ 1011872 h 1374141"/>
                <a:gd name="connsiteX31" fmla="*/ 611308 w 1680522"/>
                <a:gd name="connsiteY31" fmla="*/ 1130617 h 1374141"/>
                <a:gd name="connsiteX32" fmla="*/ 697542 w 1680522"/>
                <a:gd name="connsiteY32" fmla="*/ 1306512 h 1374141"/>
                <a:gd name="connsiteX33" fmla="*/ 680650 w 1680522"/>
                <a:gd name="connsiteY33" fmla="*/ 1371155 h 1374141"/>
                <a:gd name="connsiteX34" fmla="*/ 400869 w 1680522"/>
                <a:gd name="connsiteY34" fmla="*/ 1373695 h 1374141"/>
                <a:gd name="connsiteX35" fmla="*/ 339655 w 1680522"/>
                <a:gd name="connsiteY35" fmla="*/ 1354264 h 1374141"/>
                <a:gd name="connsiteX36" fmla="*/ 349053 w 1680522"/>
                <a:gd name="connsiteY36" fmla="*/ 1267015 h 1374141"/>
                <a:gd name="connsiteX37" fmla="*/ 40443 w 1680522"/>
                <a:gd name="connsiteY37" fmla="*/ 1163002 h 1374141"/>
                <a:gd name="connsiteX38" fmla="*/ 94672 w 1680522"/>
                <a:gd name="connsiteY38" fmla="*/ 875347 h 1374141"/>
                <a:gd name="connsiteX39" fmla="*/ 286061 w 1680522"/>
                <a:gd name="connsiteY39" fmla="*/ 716089 h 1374141"/>
                <a:gd name="connsiteX40" fmla="*/ 194494 w 1680522"/>
                <a:gd name="connsiteY40" fmla="*/ 662114 h 1374141"/>
                <a:gd name="connsiteX41" fmla="*/ 101276 w 1680522"/>
                <a:gd name="connsiteY41" fmla="*/ 547433 h 1374141"/>
                <a:gd name="connsiteX42" fmla="*/ 43110 w 1680522"/>
                <a:gd name="connsiteY42" fmla="*/ 514286 h 1374141"/>
                <a:gd name="connsiteX43" fmla="*/ 21393 w 1680522"/>
                <a:gd name="connsiteY43" fmla="*/ 291401 h 1374141"/>
                <a:gd name="connsiteX44" fmla="*/ 92132 w 1680522"/>
                <a:gd name="connsiteY44" fmla="*/ 233616 h 1374141"/>
                <a:gd name="connsiteX45" fmla="*/ 317938 w 1680522"/>
                <a:gd name="connsiteY45" fmla="*/ 29019 h 1374141"/>
                <a:gd name="connsiteX46" fmla="*/ 696271 w 1680522"/>
                <a:gd name="connsiteY46" fmla="*/ 19748 h 1374141"/>
                <a:gd name="connsiteX47" fmla="*/ 828732 w 1680522"/>
                <a:gd name="connsiteY47" fmla="*/ 95313 h 1374141"/>
                <a:gd name="connsiteX48" fmla="*/ 943540 w 1680522"/>
                <a:gd name="connsiteY48" fmla="*/ 237807 h 1374141"/>
                <a:gd name="connsiteX49" fmla="*/ 1016057 w 1680522"/>
                <a:gd name="connsiteY49" fmla="*/ 291020 h 1374141"/>
                <a:gd name="connsiteX50" fmla="*/ 268027 w 1680522"/>
                <a:gd name="connsiteY50" fmla="*/ 81216 h 1374141"/>
                <a:gd name="connsiteX51" fmla="*/ 98482 w 1680522"/>
                <a:gd name="connsiteY51" fmla="*/ 320103 h 1374141"/>
                <a:gd name="connsiteX52" fmla="*/ 96450 w 1680522"/>
                <a:gd name="connsiteY52" fmla="*/ 322262 h 1374141"/>
                <a:gd name="connsiteX53" fmla="*/ 202114 w 1680522"/>
                <a:gd name="connsiteY53" fmla="*/ 635063 h 1374141"/>
                <a:gd name="connsiteX54" fmla="*/ 388042 w 1680522"/>
                <a:gd name="connsiteY54" fmla="*/ 706056 h 1374141"/>
                <a:gd name="connsiteX55" fmla="*/ 691954 w 1680522"/>
                <a:gd name="connsiteY55" fmla="*/ 703516 h 1374141"/>
                <a:gd name="connsiteX56" fmla="*/ 940746 w 1680522"/>
                <a:gd name="connsiteY56" fmla="*/ 416115 h 1374141"/>
                <a:gd name="connsiteX57" fmla="*/ 834574 w 1680522"/>
                <a:gd name="connsiteY57" fmla="*/ 133159 h 1374141"/>
                <a:gd name="connsiteX58" fmla="*/ 509708 w 1680522"/>
                <a:gd name="connsiteY58" fmla="*/ 28130 h 1374141"/>
                <a:gd name="connsiteX59" fmla="*/ 268027 w 1680522"/>
                <a:gd name="connsiteY59" fmla="*/ 81216 h 1374141"/>
                <a:gd name="connsiteX60" fmla="*/ 82480 w 1680522"/>
                <a:gd name="connsiteY60" fmla="*/ 513016 h 1374141"/>
                <a:gd name="connsiteX61" fmla="*/ 77146 w 1680522"/>
                <a:gd name="connsiteY61" fmla="*/ 261556 h 1374141"/>
                <a:gd name="connsiteX62" fmla="*/ 82480 w 1680522"/>
                <a:gd name="connsiteY62" fmla="*/ 513016 h 1374141"/>
                <a:gd name="connsiteX63" fmla="*/ 950144 w 1680522"/>
                <a:gd name="connsiteY63" fmla="*/ 260032 h 1374141"/>
                <a:gd name="connsiteX64" fmla="*/ 946969 w 1680522"/>
                <a:gd name="connsiteY64" fmla="*/ 515810 h 1374141"/>
                <a:gd name="connsiteX65" fmla="*/ 950144 w 1680522"/>
                <a:gd name="connsiteY65" fmla="*/ 260032 h 1374141"/>
                <a:gd name="connsiteX66" fmla="*/ 998912 w 1680522"/>
                <a:gd name="connsiteY66" fmla="*/ 706691 h 1374141"/>
                <a:gd name="connsiteX67" fmla="*/ 967670 w 1680522"/>
                <a:gd name="connsiteY67" fmla="*/ 798639 h 1374141"/>
                <a:gd name="connsiteX68" fmla="*/ 900361 w 1680522"/>
                <a:gd name="connsiteY68" fmla="*/ 1127315 h 1374141"/>
                <a:gd name="connsiteX69" fmla="*/ 1554792 w 1680522"/>
                <a:gd name="connsiteY69" fmla="*/ 1127315 h 1374141"/>
                <a:gd name="connsiteX70" fmla="*/ 1650804 w 1680522"/>
                <a:gd name="connsiteY70" fmla="*/ 703897 h 1374141"/>
                <a:gd name="connsiteX71" fmla="*/ 1060254 w 1680522"/>
                <a:gd name="connsiteY71" fmla="*/ 702119 h 1374141"/>
                <a:gd name="connsiteX72" fmla="*/ 998912 w 1680522"/>
                <a:gd name="connsiteY72" fmla="*/ 706691 h 1374141"/>
                <a:gd name="connsiteX73" fmla="*/ 436175 w 1680522"/>
                <a:gd name="connsiteY73" fmla="*/ 729932 h 1374141"/>
                <a:gd name="connsiteX74" fmla="*/ 593528 w 1680522"/>
                <a:gd name="connsiteY74" fmla="*/ 729678 h 1374141"/>
                <a:gd name="connsiteX75" fmla="*/ 436175 w 1680522"/>
                <a:gd name="connsiteY75" fmla="*/ 729932 h 1374141"/>
                <a:gd name="connsiteX76" fmla="*/ 50857 w 1680522"/>
                <a:gd name="connsiteY76" fmla="*/ 1077277 h 1374141"/>
                <a:gd name="connsiteX77" fmla="*/ 73336 w 1680522"/>
                <a:gd name="connsiteY77" fmla="*/ 1173797 h 1374141"/>
                <a:gd name="connsiteX78" fmla="*/ 363912 w 1680522"/>
                <a:gd name="connsiteY78" fmla="*/ 1244409 h 1374141"/>
                <a:gd name="connsiteX79" fmla="*/ 380168 w 1680522"/>
                <a:gd name="connsiteY79" fmla="*/ 1215580 h 1374141"/>
                <a:gd name="connsiteX80" fmla="*/ 362515 w 1680522"/>
                <a:gd name="connsiteY80" fmla="*/ 1046924 h 1374141"/>
                <a:gd name="connsiteX81" fmla="*/ 140011 w 1680522"/>
                <a:gd name="connsiteY81" fmla="*/ 1064831 h 1374141"/>
                <a:gd name="connsiteX82" fmla="*/ 185731 w 1680522"/>
                <a:gd name="connsiteY82" fmla="*/ 1037780 h 1374141"/>
                <a:gd name="connsiteX83" fmla="*/ 220910 w 1680522"/>
                <a:gd name="connsiteY83" fmla="*/ 772477 h 1374141"/>
                <a:gd name="connsiteX84" fmla="*/ 50857 w 1680522"/>
                <a:gd name="connsiteY84" fmla="*/ 1077277 h 1374141"/>
                <a:gd name="connsiteX85" fmla="*/ 825049 w 1680522"/>
                <a:gd name="connsiteY85" fmla="*/ 782130 h 1374141"/>
                <a:gd name="connsiteX86" fmla="*/ 857307 w 1680522"/>
                <a:gd name="connsiteY86" fmla="*/ 1127315 h 1374141"/>
                <a:gd name="connsiteX87" fmla="*/ 875468 w 1680522"/>
                <a:gd name="connsiteY87" fmla="*/ 1127315 h 1374141"/>
                <a:gd name="connsiteX88" fmla="*/ 922331 w 1680522"/>
                <a:gd name="connsiteY88" fmla="*/ 884492 h 1374141"/>
                <a:gd name="connsiteX89" fmla="*/ 825049 w 1680522"/>
                <a:gd name="connsiteY89" fmla="*/ 782130 h 1374141"/>
                <a:gd name="connsiteX90" fmla="*/ 433000 w 1680522"/>
                <a:gd name="connsiteY90" fmla="*/ 929830 h 1374141"/>
                <a:gd name="connsiteX91" fmla="*/ 419538 w 1680522"/>
                <a:gd name="connsiteY91" fmla="*/ 949515 h 1374141"/>
                <a:gd name="connsiteX92" fmla="*/ 492055 w 1680522"/>
                <a:gd name="connsiteY92" fmla="*/ 961453 h 1374141"/>
                <a:gd name="connsiteX93" fmla="*/ 455860 w 1680522"/>
                <a:gd name="connsiteY93" fmla="*/ 985964 h 1374141"/>
                <a:gd name="connsiteX94" fmla="*/ 453193 w 1680522"/>
                <a:gd name="connsiteY94" fmla="*/ 1008824 h 1374141"/>
                <a:gd name="connsiteX95" fmla="*/ 526853 w 1680522"/>
                <a:gd name="connsiteY95" fmla="*/ 1050734 h 1374141"/>
                <a:gd name="connsiteX96" fmla="*/ 527361 w 1680522"/>
                <a:gd name="connsiteY96" fmla="*/ 1197546 h 1374141"/>
                <a:gd name="connsiteX97" fmla="*/ 400615 w 1680522"/>
                <a:gd name="connsiteY97" fmla="*/ 1230693 h 1374141"/>
                <a:gd name="connsiteX98" fmla="*/ 361499 w 1680522"/>
                <a:gd name="connsiteY98" fmla="*/ 1344612 h 1374141"/>
                <a:gd name="connsiteX99" fmla="*/ 590988 w 1680522"/>
                <a:gd name="connsiteY99" fmla="*/ 1350327 h 1374141"/>
                <a:gd name="connsiteX100" fmla="*/ 675698 w 1680522"/>
                <a:gd name="connsiteY100" fmla="*/ 1339024 h 1374141"/>
                <a:gd name="connsiteX101" fmla="*/ 592893 w 1680522"/>
                <a:gd name="connsiteY101" fmla="*/ 1155001 h 1374141"/>
                <a:gd name="connsiteX102" fmla="*/ 572065 w 1680522"/>
                <a:gd name="connsiteY102" fmla="*/ 1063942 h 1374141"/>
                <a:gd name="connsiteX103" fmla="*/ 607244 w 1680522"/>
                <a:gd name="connsiteY103" fmla="*/ 935418 h 1374141"/>
                <a:gd name="connsiteX104" fmla="*/ 433000 w 1680522"/>
                <a:gd name="connsiteY104" fmla="*/ 929830 h 1374141"/>
                <a:gd name="connsiteX105" fmla="*/ 416744 w 1680522"/>
                <a:gd name="connsiteY105" fmla="*/ 1043749 h 1374141"/>
                <a:gd name="connsiteX106" fmla="*/ 387788 w 1680522"/>
                <a:gd name="connsiteY106" fmla="*/ 1192086 h 1374141"/>
                <a:gd name="connsiteX107" fmla="*/ 476815 w 1680522"/>
                <a:gd name="connsiteY107" fmla="*/ 1201737 h 1374141"/>
                <a:gd name="connsiteX108" fmla="*/ 520503 w 1680522"/>
                <a:gd name="connsiteY108" fmla="*/ 1102931 h 1374141"/>
                <a:gd name="connsiteX109" fmla="*/ 416744 w 1680522"/>
                <a:gd name="connsiteY109" fmla="*/ 1043749 h 1374141"/>
                <a:gd name="connsiteX110" fmla="*/ 695382 w 1680522"/>
                <a:gd name="connsiteY110" fmla="*/ 1154620 h 1374141"/>
                <a:gd name="connsiteX111" fmla="*/ 694493 w 1680522"/>
                <a:gd name="connsiteY111" fmla="*/ 1200086 h 1374141"/>
                <a:gd name="connsiteX112" fmla="*/ 1551998 w 1680522"/>
                <a:gd name="connsiteY112" fmla="*/ 1199578 h 1374141"/>
                <a:gd name="connsiteX113" fmla="*/ 1554664 w 1680522"/>
                <a:gd name="connsiteY113" fmla="*/ 1154367 h 1374141"/>
                <a:gd name="connsiteX114" fmla="*/ 695382 w 1680522"/>
                <a:gd name="connsiteY114" fmla="*/ 1154620 h 1374141"/>
                <a:gd name="connsiteX0" fmla="*/ 1022980 w 1680522"/>
                <a:gd name="connsiteY0" fmla="*/ 378370 h 1374141"/>
                <a:gd name="connsiteX1" fmla="*/ 1012374 w 1680522"/>
                <a:gd name="connsiteY1" fmla="*/ 482917 h 1374141"/>
                <a:gd name="connsiteX2" fmla="*/ 936048 w 1680522"/>
                <a:gd name="connsiteY2" fmla="*/ 545401 h 1374141"/>
                <a:gd name="connsiteX3" fmla="*/ 742245 w 1680522"/>
                <a:gd name="connsiteY3" fmla="*/ 717486 h 1374141"/>
                <a:gd name="connsiteX4" fmla="*/ 932492 w 1680522"/>
                <a:gd name="connsiteY4" fmla="*/ 850709 h 1374141"/>
                <a:gd name="connsiteX5" fmla="*/ 1004881 w 1680522"/>
                <a:gd name="connsiteY5" fmla="*/ 677735 h 1374141"/>
                <a:gd name="connsiteX6" fmla="*/ 1183189 w 1680522"/>
                <a:gd name="connsiteY6" fmla="*/ 674306 h 1374141"/>
                <a:gd name="connsiteX7" fmla="*/ 1620197 w 1680522"/>
                <a:gd name="connsiteY7" fmla="*/ 676084 h 1374141"/>
                <a:gd name="connsiteX8" fmla="*/ 1680522 w 1680522"/>
                <a:gd name="connsiteY8" fmla="*/ 710501 h 1374141"/>
                <a:gd name="connsiteX9" fmla="*/ 1572825 w 1680522"/>
                <a:gd name="connsiteY9" fmla="*/ 1141539 h 1374141"/>
                <a:gd name="connsiteX10" fmla="*/ 1579556 w 1680522"/>
                <a:gd name="connsiteY10" fmla="*/ 1156017 h 1374141"/>
                <a:gd name="connsiteX11" fmla="*/ 1561904 w 1680522"/>
                <a:gd name="connsiteY11" fmla="*/ 1222058 h 1374141"/>
                <a:gd name="connsiteX12" fmla="*/ 1478718 w 1680522"/>
                <a:gd name="connsiteY12" fmla="*/ 1225614 h 1374141"/>
                <a:gd name="connsiteX13" fmla="*/ 704273 w 1680522"/>
                <a:gd name="connsiteY13" fmla="*/ 1225105 h 1374141"/>
                <a:gd name="connsiteX14" fmla="*/ 675189 w 1680522"/>
                <a:gd name="connsiteY14" fmla="*/ 1131380 h 1374141"/>
                <a:gd name="connsiteX15" fmla="*/ 834067 w 1680522"/>
                <a:gd name="connsiteY15" fmla="*/ 1127315 h 1374141"/>
                <a:gd name="connsiteX16" fmla="*/ 789743 w 1680522"/>
                <a:gd name="connsiteY16" fmla="*/ 764476 h 1374141"/>
                <a:gd name="connsiteX17" fmla="*/ 757612 w 1680522"/>
                <a:gd name="connsiteY17" fmla="*/ 750506 h 1374141"/>
                <a:gd name="connsiteX18" fmla="*/ 667696 w 1680522"/>
                <a:gd name="connsiteY18" fmla="*/ 730821 h 1374141"/>
                <a:gd name="connsiteX19" fmla="*/ 514788 w 1680522"/>
                <a:gd name="connsiteY19" fmla="*/ 774382 h 1374141"/>
                <a:gd name="connsiteX20" fmla="*/ 348672 w 1680522"/>
                <a:gd name="connsiteY20" fmla="*/ 730694 h 1374141"/>
                <a:gd name="connsiteX21" fmla="*/ 253295 w 1680522"/>
                <a:gd name="connsiteY21" fmla="*/ 756221 h 1374141"/>
                <a:gd name="connsiteX22" fmla="*/ 247580 w 1680522"/>
                <a:gd name="connsiteY22" fmla="*/ 778065 h 1374141"/>
                <a:gd name="connsiteX23" fmla="*/ 210623 w 1680522"/>
                <a:gd name="connsiteY23" fmla="*/ 1037526 h 1374141"/>
                <a:gd name="connsiteX24" fmla="*/ 430206 w 1680522"/>
                <a:gd name="connsiteY24" fmla="*/ 1017080 h 1374141"/>
                <a:gd name="connsiteX25" fmla="*/ 426142 w 1680522"/>
                <a:gd name="connsiteY25" fmla="*/ 983424 h 1374141"/>
                <a:gd name="connsiteX26" fmla="*/ 411918 w 1680522"/>
                <a:gd name="connsiteY26" fmla="*/ 910145 h 1374141"/>
                <a:gd name="connsiteX27" fmla="*/ 511994 w 1680522"/>
                <a:gd name="connsiteY27" fmla="*/ 901001 h 1374141"/>
                <a:gd name="connsiteX28" fmla="*/ 579939 w 1680522"/>
                <a:gd name="connsiteY28" fmla="*/ 902144 h 1374141"/>
                <a:gd name="connsiteX29" fmla="*/ 629215 w 1680522"/>
                <a:gd name="connsiteY29" fmla="*/ 936942 h 1374141"/>
                <a:gd name="connsiteX30" fmla="*/ 596957 w 1680522"/>
                <a:gd name="connsiteY30" fmla="*/ 1011872 h 1374141"/>
                <a:gd name="connsiteX31" fmla="*/ 611308 w 1680522"/>
                <a:gd name="connsiteY31" fmla="*/ 1130617 h 1374141"/>
                <a:gd name="connsiteX32" fmla="*/ 697542 w 1680522"/>
                <a:gd name="connsiteY32" fmla="*/ 1306512 h 1374141"/>
                <a:gd name="connsiteX33" fmla="*/ 680650 w 1680522"/>
                <a:gd name="connsiteY33" fmla="*/ 1371155 h 1374141"/>
                <a:gd name="connsiteX34" fmla="*/ 400869 w 1680522"/>
                <a:gd name="connsiteY34" fmla="*/ 1373695 h 1374141"/>
                <a:gd name="connsiteX35" fmla="*/ 339655 w 1680522"/>
                <a:gd name="connsiteY35" fmla="*/ 1354264 h 1374141"/>
                <a:gd name="connsiteX36" fmla="*/ 349053 w 1680522"/>
                <a:gd name="connsiteY36" fmla="*/ 1267015 h 1374141"/>
                <a:gd name="connsiteX37" fmla="*/ 40443 w 1680522"/>
                <a:gd name="connsiteY37" fmla="*/ 1163002 h 1374141"/>
                <a:gd name="connsiteX38" fmla="*/ 94672 w 1680522"/>
                <a:gd name="connsiteY38" fmla="*/ 875347 h 1374141"/>
                <a:gd name="connsiteX39" fmla="*/ 286061 w 1680522"/>
                <a:gd name="connsiteY39" fmla="*/ 716089 h 1374141"/>
                <a:gd name="connsiteX40" fmla="*/ 194494 w 1680522"/>
                <a:gd name="connsiteY40" fmla="*/ 662114 h 1374141"/>
                <a:gd name="connsiteX41" fmla="*/ 101276 w 1680522"/>
                <a:gd name="connsiteY41" fmla="*/ 547433 h 1374141"/>
                <a:gd name="connsiteX42" fmla="*/ 43110 w 1680522"/>
                <a:gd name="connsiteY42" fmla="*/ 514286 h 1374141"/>
                <a:gd name="connsiteX43" fmla="*/ 21393 w 1680522"/>
                <a:gd name="connsiteY43" fmla="*/ 291401 h 1374141"/>
                <a:gd name="connsiteX44" fmla="*/ 92132 w 1680522"/>
                <a:gd name="connsiteY44" fmla="*/ 233616 h 1374141"/>
                <a:gd name="connsiteX45" fmla="*/ 317938 w 1680522"/>
                <a:gd name="connsiteY45" fmla="*/ 29019 h 1374141"/>
                <a:gd name="connsiteX46" fmla="*/ 696271 w 1680522"/>
                <a:gd name="connsiteY46" fmla="*/ 19748 h 1374141"/>
                <a:gd name="connsiteX47" fmla="*/ 828732 w 1680522"/>
                <a:gd name="connsiteY47" fmla="*/ 95313 h 1374141"/>
                <a:gd name="connsiteX48" fmla="*/ 943540 w 1680522"/>
                <a:gd name="connsiteY48" fmla="*/ 237807 h 1374141"/>
                <a:gd name="connsiteX49" fmla="*/ 1016057 w 1680522"/>
                <a:gd name="connsiteY49" fmla="*/ 291020 h 1374141"/>
                <a:gd name="connsiteX50" fmla="*/ 268027 w 1680522"/>
                <a:gd name="connsiteY50" fmla="*/ 81216 h 1374141"/>
                <a:gd name="connsiteX51" fmla="*/ 98482 w 1680522"/>
                <a:gd name="connsiteY51" fmla="*/ 320103 h 1374141"/>
                <a:gd name="connsiteX52" fmla="*/ 96450 w 1680522"/>
                <a:gd name="connsiteY52" fmla="*/ 322262 h 1374141"/>
                <a:gd name="connsiteX53" fmla="*/ 202114 w 1680522"/>
                <a:gd name="connsiteY53" fmla="*/ 635063 h 1374141"/>
                <a:gd name="connsiteX54" fmla="*/ 388042 w 1680522"/>
                <a:gd name="connsiteY54" fmla="*/ 706056 h 1374141"/>
                <a:gd name="connsiteX55" fmla="*/ 691954 w 1680522"/>
                <a:gd name="connsiteY55" fmla="*/ 703516 h 1374141"/>
                <a:gd name="connsiteX56" fmla="*/ 940746 w 1680522"/>
                <a:gd name="connsiteY56" fmla="*/ 416115 h 1374141"/>
                <a:gd name="connsiteX57" fmla="*/ 834574 w 1680522"/>
                <a:gd name="connsiteY57" fmla="*/ 133159 h 1374141"/>
                <a:gd name="connsiteX58" fmla="*/ 509708 w 1680522"/>
                <a:gd name="connsiteY58" fmla="*/ 28130 h 1374141"/>
                <a:gd name="connsiteX59" fmla="*/ 268027 w 1680522"/>
                <a:gd name="connsiteY59" fmla="*/ 81216 h 1374141"/>
                <a:gd name="connsiteX60" fmla="*/ 82480 w 1680522"/>
                <a:gd name="connsiteY60" fmla="*/ 513016 h 1374141"/>
                <a:gd name="connsiteX61" fmla="*/ 77146 w 1680522"/>
                <a:gd name="connsiteY61" fmla="*/ 261556 h 1374141"/>
                <a:gd name="connsiteX62" fmla="*/ 82480 w 1680522"/>
                <a:gd name="connsiteY62" fmla="*/ 513016 h 1374141"/>
                <a:gd name="connsiteX63" fmla="*/ 950144 w 1680522"/>
                <a:gd name="connsiteY63" fmla="*/ 260032 h 1374141"/>
                <a:gd name="connsiteX64" fmla="*/ 946969 w 1680522"/>
                <a:gd name="connsiteY64" fmla="*/ 515810 h 1374141"/>
                <a:gd name="connsiteX65" fmla="*/ 950144 w 1680522"/>
                <a:gd name="connsiteY65" fmla="*/ 260032 h 1374141"/>
                <a:gd name="connsiteX66" fmla="*/ 998912 w 1680522"/>
                <a:gd name="connsiteY66" fmla="*/ 706691 h 1374141"/>
                <a:gd name="connsiteX67" fmla="*/ 967670 w 1680522"/>
                <a:gd name="connsiteY67" fmla="*/ 798639 h 1374141"/>
                <a:gd name="connsiteX68" fmla="*/ 900361 w 1680522"/>
                <a:gd name="connsiteY68" fmla="*/ 1127315 h 1374141"/>
                <a:gd name="connsiteX69" fmla="*/ 1554792 w 1680522"/>
                <a:gd name="connsiteY69" fmla="*/ 1127315 h 1374141"/>
                <a:gd name="connsiteX70" fmla="*/ 1650804 w 1680522"/>
                <a:gd name="connsiteY70" fmla="*/ 703897 h 1374141"/>
                <a:gd name="connsiteX71" fmla="*/ 1060254 w 1680522"/>
                <a:gd name="connsiteY71" fmla="*/ 702119 h 1374141"/>
                <a:gd name="connsiteX72" fmla="*/ 998912 w 1680522"/>
                <a:gd name="connsiteY72" fmla="*/ 706691 h 1374141"/>
                <a:gd name="connsiteX73" fmla="*/ 436175 w 1680522"/>
                <a:gd name="connsiteY73" fmla="*/ 729932 h 1374141"/>
                <a:gd name="connsiteX74" fmla="*/ 593528 w 1680522"/>
                <a:gd name="connsiteY74" fmla="*/ 729678 h 1374141"/>
                <a:gd name="connsiteX75" fmla="*/ 436175 w 1680522"/>
                <a:gd name="connsiteY75" fmla="*/ 729932 h 1374141"/>
                <a:gd name="connsiteX76" fmla="*/ 50857 w 1680522"/>
                <a:gd name="connsiteY76" fmla="*/ 1077277 h 1374141"/>
                <a:gd name="connsiteX77" fmla="*/ 73336 w 1680522"/>
                <a:gd name="connsiteY77" fmla="*/ 1173797 h 1374141"/>
                <a:gd name="connsiteX78" fmla="*/ 363912 w 1680522"/>
                <a:gd name="connsiteY78" fmla="*/ 1244409 h 1374141"/>
                <a:gd name="connsiteX79" fmla="*/ 380168 w 1680522"/>
                <a:gd name="connsiteY79" fmla="*/ 1215580 h 1374141"/>
                <a:gd name="connsiteX80" fmla="*/ 362515 w 1680522"/>
                <a:gd name="connsiteY80" fmla="*/ 1046924 h 1374141"/>
                <a:gd name="connsiteX81" fmla="*/ 140011 w 1680522"/>
                <a:gd name="connsiteY81" fmla="*/ 1064831 h 1374141"/>
                <a:gd name="connsiteX82" fmla="*/ 185731 w 1680522"/>
                <a:gd name="connsiteY82" fmla="*/ 1037780 h 1374141"/>
                <a:gd name="connsiteX83" fmla="*/ 220910 w 1680522"/>
                <a:gd name="connsiteY83" fmla="*/ 772477 h 1374141"/>
                <a:gd name="connsiteX84" fmla="*/ 50857 w 1680522"/>
                <a:gd name="connsiteY84" fmla="*/ 1077277 h 1374141"/>
                <a:gd name="connsiteX85" fmla="*/ 825049 w 1680522"/>
                <a:gd name="connsiteY85" fmla="*/ 782130 h 1374141"/>
                <a:gd name="connsiteX86" fmla="*/ 857307 w 1680522"/>
                <a:gd name="connsiteY86" fmla="*/ 1127315 h 1374141"/>
                <a:gd name="connsiteX87" fmla="*/ 875468 w 1680522"/>
                <a:gd name="connsiteY87" fmla="*/ 1127315 h 1374141"/>
                <a:gd name="connsiteX88" fmla="*/ 922331 w 1680522"/>
                <a:gd name="connsiteY88" fmla="*/ 884492 h 1374141"/>
                <a:gd name="connsiteX89" fmla="*/ 825049 w 1680522"/>
                <a:gd name="connsiteY89" fmla="*/ 782130 h 1374141"/>
                <a:gd name="connsiteX90" fmla="*/ 433000 w 1680522"/>
                <a:gd name="connsiteY90" fmla="*/ 929830 h 1374141"/>
                <a:gd name="connsiteX91" fmla="*/ 419538 w 1680522"/>
                <a:gd name="connsiteY91" fmla="*/ 949515 h 1374141"/>
                <a:gd name="connsiteX92" fmla="*/ 492055 w 1680522"/>
                <a:gd name="connsiteY92" fmla="*/ 961453 h 1374141"/>
                <a:gd name="connsiteX93" fmla="*/ 455860 w 1680522"/>
                <a:gd name="connsiteY93" fmla="*/ 985964 h 1374141"/>
                <a:gd name="connsiteX94" fmla="*/ 453193 w 1680522"/>
                <a:gd name="connsiteY94" fmla="*/ 1008824 h 1374141"/>
                <a:gd name="connsiteX95" fmla="*/ 526853 w 1680522"/>
                <a:gd name="connsiteY95" fmla="*/ 1050734 h 1374141"/>
                <a:gd name="connsiteX96" fmla="*/ 527361 w 1680522"/>
                <a:gd name="connsiteY96" fmla="*/ 1197546 h 1374141"/>
                <a:gd name="connsiteX97" fmla="*/ 400615 w 1680522"/>
                <a:gd name="connsiteY97" fmla="*/ 1230693 h 1374141"/>
                <a:gd name="connsiteX98" fmla="*/ 361499 w 1680522"/>
                <a:gd name="connsiteY98" fmla="*/ 1344612 h 1374141"/>
                <a:gd name="connsiteX99" fmla="*/ 590988 w 1680522"/>
                <a:gd name="connsiteY99" fmla="*/ 1350327 h 1374141"/>
                <a:gd name="connsiteX100" fmla="*/ 675698 w 1680522"/>
                <a:gd name="connsiteY100" fmla="*/ 1339024 h 1374141"/>
                <a:gd name="connsiteX101" fmla="*/ 592893 w 1680522"/>
                <a:gd name="connsiteY101" fmla="*/ 1155001 h 1374141"/>
                <a:gd name="connsiteX102" fmla="*/ 572065 w 1680522"/>
                <a:gd name="connsiteY102" fmla="*/ 1063942 h 1374141"/>
                <a:gd name="connsiteX103" fmla="*/ 607244 w 1680522"/>
                <a:gd name="connsiteY103" fmla="*/ 935418 h 1374141"/>
                <a:gd name="connsiteX104" fmla="*/ 433000 w 1680522"/>
                <a:gd name="connsiteY104" fmla="*/ 929830 h 1374141"/>
                <a:gd name="connsiteX105" fmla="*/ 416744 w 1680522"/>
                <a:gd name="connsiteY105" fmla="*/ 1043749 h 1374141"/>
                <a:gd name="connsiteX106" fmla="*/ 387788 w 1680522"/>
                <a:gd name="connsiteY106" fmla="*/ 1192086 h 1374141"/>
                <a:gd name="connsiteX107" fmla="*/ 476815 w 1680522"/>
                <a:gd name="connsiteY107" fmla="*/ 1201737 h 1374141"/>
                <a:gd name="connsiteX108" fmla="*/ 520503 w 1680522"/>
                <a:gd name="connsiteY108" fmla="*/ 1102931 h 1374141"/>
                <a:gd name="connsiteX109" fmla="*/ 416744 w 1680522"/>
                <a:gd name="connsiteY109" fmla="*/ 1043749 h 1374141"/>
                <a:gd name="connsiteX110" fmla="*/ 695382 w 1680522"/>
                <a:gd name="connsiteY110" fmla="*/ 1154620 h 1374141"/>
                <a:gd name="connsiteX111" fmla="*/ 694493 w 1680522"/>
                <a:gd name="connsiteY111" fmla="*/ 1200086 h 1374141"/>
                <a:gd name="connsiteX112" fmla="*/ 1551998 w 1680522"/>
                <a:gd name="connsiteY112" fmla="*/ 1199578 h 1374141"/>
                <a:gd name="connsiteX113" fmla="*/ 1554664 w 1680522"/>
                <a:gd name="connsiteY113" fmla="*/ 1154367 h 1374141"/>
                <a:gd name="connsiteX114" fmla="*/ 695382 w 1680522"/>
                <a:gd name="connsiteY114" fmla="*/ 1154620 h 1374141"/>
                <a:gd name="connsiteX0" fmla="*/ 1038799 w 1680522"/>
                <a:gd name="connsiteY0" fmla="*/ 394189 h 1374141"/>
                <a:gd name="connsiteX1" fmla="*/ 1012374 w 1680522"/>
                <a:gd name="connsiteY1" fmla="*/ 482917 h 1374141"/>
                <a:gd name="connsiteX2" fmla="*/ 936048 w 1680522"/>
                <a:gd name="connsiteY2" fmla="*/ 545401 h 1374141"/>
                <a:gd name="connsiteX3" fmla="*/ 742245 w 1680522"/>
                <a:gd name="connsiteY3" fmla="*/ 717486 h 1374141"/>
                <a:gd name="connsiteX4" fmla="*/ 932492 w 1680522"/>
                <a:gd name="connsiteY4" fmla="*/ 850709 h 1374141"/>
                <a:gd name="connsiteX5" fmla="*/ 1004881 w 1680522"/>
                <a:gd name="connsiteY5" fmla="*/ 677735 h 1374141"/>
                <a:gd name="connsiteX6" fmla="*/ 1183189 w 1680522"/>
                <a:gd name="connsiteY6" fmla="*/ 674306 h 1374141"/>
                <a:gd name="connsiteX7" fmla="*/ 1620197 w 1680522"/>
                <a:gd name="connsiteY7" fmla="*/ 676084 h 1374141"/>
                <a:gd name="connsiteX8" fmla="*/ 1680522 w 1680522"/>
                <a:gd name="connsiteY8" fmla="*/ 710501 h 1374141"/>
                <a:gd name="connsiteX9" fmla="*/ 1572825 w 1680522"/>
                <a:gd name="connsiteY9" fmla="*/ 1141539 h 1374141"/>
                <a:gd name="connsiteX10" fmla="*/ 1579556 w 1680522"/>
                <a:gd name="connsiteY10" fmla="*/ 1156017 h 1374141"/>
                <a:gd name="connsiteX11" fmla="*/ 1561904 w 1680522"/>
                <a:gd name="connsiteY11" fmla="*/ 1222058 h 1374141"/>
                <a:gd name="connsiteX12" fmla="*/ 1478718 w 1680522"/>
                <a:gd name="connsiteY12" fmla="*/ 1225614 h 1374141"/>
                <a:gd name="connsiteX13" fmla="*/ 704273 w 1680522"/>
                <a:gd name="connsiteY13" fmla="*/ 1225105 h 1374141"/>
                <a:gd name="connsiteX14" fmla="*/ 675189 w 1680522"/>
                <a:gd name="connsiteY14" fmla="*/ 1131380 h 1374141"/>
                <a:gd name="connsiteX15" fmla="*/ 834067 w 1680522"/>
                <a:gd name="connsiteY15" fmla="*/ 1127315 h 1374141"/>
                <a:gd name="connsiteX16" fmla="*/ 789743 w 1680522"/>
                <a:gd name="connsiteY16" fmla="*/ 764476 h 1374141"/>
                <a:gd name="connsiteX17" fmla="*/ 757612 w 1680522"/>
                <a:gd name="connsiteY17" fmla="*/ 750506 h 1374141"/>
                <a:gd name="connsiteX18" fmla="*/ 667696 w 1680522"/>
                <a:gd name="connsiteY18" fmla="*/ 730821 h 1374141"/>
                <a:gd name="connsiteX19" fmla="*/ 514788 w 1680522"/>
                <a:gd name="connsiteY19" fmla="*/ 774382 h 1374141"/>
                <a:gd name="connsiteX20" fmla="*/ 348672 w 1680522"/>
                <a:gd name="connsiteY20" fmla="*/ 730694 h 1374141"/>
                <a:gd name="connsiteX21" fmla="*/ 253295 w 1680522"/>
                <a:gd name="connsiteY21" fmla="*/ 756221 h 1374141"/>
                <a:gd name="connsiteX22" fmla="*/ 247580 w 1680522"/>
                <a:gd name="connsiteY22" fmla="*/ 778065 h 1374141"/>
                <a:gd name="connsiteX23" fmla="*/ 210623 w 1680522"/>
                <a:gd name="connsiteY23" fmla="*/ 1037526 h 1374141"/>
                <a:gd name="connsiteX24" fmla="*/ 430206 w 1680522"/>
                <a:gd name="connsiteY24" fmla="*/ 1017080 h 1374141"/>
                <a:gd name="connsiteX25" fmla="*/ 426142 w 1680522"/>
                <a:gd name="connsiteY25" fmla="*/ 983424 h 1374141"/>
                <a:gd name="connsiteX26" fmla="*/ 411918 w 1680522"/>
                <a:gd name="connsiteY26" fmla="*/ 910145 h 1374141"/>
                <a:gd name="connsiteX27" fmla="*/ 511994 w 1680522"/>
                <a:gd name="connsiteY27" fmla="*/ 901001 h 1374141"/>
                <a:gd name="connsiteX28" fmla="*/ 579939 w 1680522"/>
                <a:gd name="connsiteY28" fmla="*/ 902144 h 1374141"/>
                <a:gd name="connsiteX29" fmla="*/ 629215 w 1680522"/>
                <a:gd name="connsiteY29" fmla="*/ 936942 h 1374141"/>
                <a:gd name="connsiteX30" fmla="*/ 596957 w 1680522"/>
                <a:gd name="connsiteY30" fmla="*/ 1011872 h 1374141"/>
                <a:gd name="connsiteX31" fmla="*/ 611308 w 1680522"/>
                <a:gd name="connsiteY31" fmla="*/ 1130617 h 1374141"/>
                <a:gd name="connsiteX32" fmla="*/ 697542 w 1680522"/>
                <a:gd name="connsiteY32" fmla="*/ 1306512 h 1374141"/>
                <a:gd name="connsiteX33" fmla="*/ 680650 w 1680522"/>
                <a:gd name="connsiteY33" fmla="*/ 1371155 h 1374141"/>
                <a:gd name="connsiteX34" fmla="*/ 400869 w 1680522"/>
                <a:gd name="connsiteY34" fmla="*/ 1373695 h 1374141"/>
                <a:gd name="connsiteX35" fmla="*/ 339655 w 1680522"/>
                <a:gd name="connsiteY35" fmla="*/ 1354264 h 1374141"/>
                <a:gd name="connsiteX36" fmla="*/ 349053 w 1680522"/>
                <a:gd name="connsiteY36" fmla="*/ 1267015 h 1374141"/>
                <a:gd name="connsiteX37" fmla="*/ 40443 w 1680522"/>
                <a:gd name="connsiteY37" fmla="*/ 1163002 h 1374141"/>
                <a:gd name="connsiteX38" fmla="*/ 94672 w 1680522"/>
                <a:gd name="connsiteY38" fmla="*/ 875347 h 1374141"/>
                <a:gd name="connsiteX39" fmla="*/ 286061 w 1680522"/>
                <a:gd name="connsiteY39" fmla="*/ 716089 h 1374141"/>
                <a:gd name="connsiteX40" fmla="*/ 194494 w 1680522"/>
                <a:gd name="connsiteY40" fmla="*/ 662114 h 1374141"/>
                <a:gd name="connsiteX41" fmla="*/ 101276 w 1680522"/>
                <a:gd name="connsiteY41" fmla="*/ 547433 h 1374141"/>
                <a:gd name="connsiteX42" fmla="*/ 43110 w 1680522"/>
                <a:gd name="connsiteY42" fmla="*/ 514286 h 1374141"/>
                <a:gd name="connsiteX43" fmla="*/ 21393 w 1680522"/>
                <a:gd name="connsiteY43" fmla="*/ 291401 h 1374141"/>
                <a:gd name="connsiteX44" fmla="*/ 92132 w 1680522"/>
                <a:gd name="connsiteY44" fmla="*/ 233616 h 1374141"/>
                <a:gd name="connsiteX45" fmla="*/ 317938 w 1680522"/>
                <a:gd name="connsiteY45" fmla="*/ 29019 h 1374141"/>
                <a:gd name="connsiteX46" fmla="*/ 696271 w 1680522"/>
                <a:gd name="connsiteY46" fmla="*/ 19748 h 1374141"/>
                <a:gd name="connsiteX47" fmla="*/ 828732 w 1680522"/>
                <a:gd name="connsiteY47" fmla="*/ 95313 h 1374141"/>
                <a:gd name="connsiteX48" fmla="*/ 943540 w 1680522"/>
                <a:gd name="connsiteY48" fmla="*/ 237807 h 1374141"/>
                <a:gd name="connsiteX49" fmla="*/ 1016057 w 1680522"/>
                <a:gd name="connsiteY49" fmla="*/ 291020 h 1374141"/>
                <a:gd name="connsiteX50" fmla="*/ 268027 w 1680522"/>
                <a:gd name="connsiteY50" fmla="*/ 81216 h 1374141"/>
                <a:gd name="connsiteX51" fmla="*/ 98482 w 1680522"/>
                <a:gd name="connsiteY51" fmla="*/ 320103 h 1374141"/>
                <a:gd name="connsiteX52" fmla="*/ 96450 w 1680522"/>
                <a:gd name="connsiteY52" fmla="*/ 322262 h 1374141"/>
                <a:gd name="connsiteX53" fmla="*/ 202114 w 1680522"/>
                <a:gd name="connsiteY53" fmla="*/ 635063 h 1374141"/>
                <a:gd name="connsiteX54" fmla="*/ 388042 w 1680522"/>
                <a:gd name="connsiteY54" fmla="*/ 706056 h 1374141"/>
                <a:gd name="connsiteX55" fmla="*/ 691954 w 1680522"/>
                <a:gd name="connsiteY55" fmla="*/ 703516 h 1374141"/>
                <a:gd name="connsiteX56" fmla="*/ 940746 w 1680522"/>
                <a:gd name="connsiteY56" fmla="*/ 416115 h 1374141"/>
                <a:gd name="connsiteX57" fmla="*/ 834574 w 1680522"/>
                <a:gd name="connsiteY57" fmla="*/ 133159 h 1374141"/>
                <a:gd name="connsiteX58" fmla="*/ 509708 w 1680522"/>
                <a:gd name="connsiteY58" fmla="*/ 28130 h 1374141"/>
                <a:gd name="connsiteX59" fmla="*/ 268027 w 1680522"/>
                <a:gd name="connsiteY59" fmla="*/ 81216 h 1374141"/>
                <a:gd name="connsiteX60" fmla="*/ 82480 w 1680522"/>
                <a:gd name="connsiteY60" fmla="*/ 513016 h 1374141"/>
                <a:gd name="connsiteX61" fmla="*/ 77146 w 1680522"/>
                <a:gd name="connsiteY61" fmla="*/ 261556 h 1374141"/>
                <a:gd name="connsiteX62" fmla="*/ 82480 w 1680522"/>
                <a:gd name="connsiteY62" fmla="*/ 513016 h 1374141"/>
                <a:gd name="connsiteX63" fmla="*/ 950144 w 1680522"/>
                <a:gd name="connsiteY63" fmla="*/ 260032 h 1374141"/>
                <a:gd name="connsiteX64" fmla="*/ 946969 w 1680522"/>
                <a:gd name="connsiteY64" fmla="*/ 515810 h 1374141"/>
                <a:gd name="connsiteX65" fmla="*/ 950144 w 1680522"/>
                <a:gd name="connsiteY65" fmla="*/ 260032 h 1374141"/>
                <a:gd name="connsiteX66" fmla="*/ 998912 w 1680522"/>
                <a:gd name="connsiteY66" fmla="*/ 706691 h 1374141"/>
                <a:gd name="connsiteX67" fmla="*/ 967670 w 1680522"/>
                <a:gd name="connsiteY67" fmla="*/ 798639 h 1374141"/>
                <a:gd name="connsiteX68" fmla="*/ 900361 w 1680522"/>
                <a:gd name="connsiteY68" fmla="*/ 1127315 h 1374141"/>
                <a:gd name="connsiteX69" fmla="*/ 1554792 w 1680522"/>
                <a:gd name="connsiteY69" fmla="*/ 1127315 h 1374141"/>
                <a:gd name="connsiteX70" fmla="*/ 1650804 w 1680522"/>
                <a:gd name="connsiteY70" fmla="*/ 703897 h 1374141"/>
                <a:gd name="connsiteX71" fmla="*/ 1060254 w 1680522"/>
                <a:gd name="connsiteY71" fmla="*/ 702119 h 1374141"/>
                <a:gd name="connsiteX72" fmla="*/ 998912 w 1680522"/>
                <a:gd name="connsiteY72" fmla="*/ 706691 h 1374141"/>
                <a:gd name="connsiteX73" fmla="*/ 436175 w 1680522"/>
                <a:gd name="connsiteY73" fmla="*/ 729932 h 1374141"/>
                <a:gd name="connsiteX74" fmla="*/ 593528 w 1680522"/>
                <a:gd name="connsiteY74" fmla="*/ 729678 h 1374141"/>
                <a:gd name="connsiteX75" fmla="*/ 436175 w 1680522"/>
                <a:gd name="connsiteY75" fmla="*/ 729932 h 1374141"/>
                <a:gd name="connsiteX76" fmla="*/ 50857 w 1680522"/>
                <a:gd name="connsiteY76" fmla="*/ 1077277 h 1374141"/>
                <a:gd name="connsiteX77" fmla="*/ 73336 w 1680522"/>
                <a:gd name="connsiteY77" fmla="*/ 1173797 h 1374141"/>
                <a:gd name="connsiteX78" fmla="*/ 363912 w 1680522"/>
                <a:gd name="connsiteY78" fmla="*/ 1244409 h 1374141"/>
                <a:gd name="connsiteX79" fmla="*/ 380168 w 1680522"/>
                <a:gd name="connsiteY79" fmla="*/ 1215580 h 1374141"/>
                <a:gd name="connsiteX80" fmla="*/ 362515 w 1680522"/>
                <a:gd name="connsiteY80" fmla="*/ 1046924 h 1374141"/>
                <a:gd name="connsiteX81" fmla="*/ 140011 w 1680522"/>
                <a:gd name="connsiteY81" fmla="*/ 1064831 h 1374141"/>
                <a:gd name="connsiteX82" fmla="*/ 185731 w 1680522"/>
                <a:gd name="connsiteY82" fmla="*/ 1037780 h 1374141"/>
                <a:gd name="connsiteX83" fmla="*/ 220910 w 1680522"/>
                <a:gd name="connsiteY83" fmla="*/ 772477 h 1374141"/>
                <a:gd name="connsiteX84" fmla="*/ 50857 w 1680522"/>
                <a:gd name="connsiteY84" fmla="*/ 1077277 h 1374141"/>
                <a:gd name="connsiteX85" fmla="*/ 825049 w 1680522"/>
                <a:gd name="connsiteY85" fmla="*/ 782130 h 1374141"/>
                <a:gd name="connsiteX86" fmla="*/ 857307 w 1680522"/>
                <a:gd name="connsiteY86" fmla="*/ 1127315 h 1374141"/>
                <a:gd name="connsiteX87" fmla="*/ 875468 w 1680522"/>
                <a:gd name="connsiteY87" fmla="*/ 1127315 h 1374141"/>
                <a:gd name="connsiteX88" fmla="*/ 922331 w 1680522"/>
                <a:gd name="connsiteY88" fmla="*/ 884492 h 1374141"/>
                <a:gd name="connsiteX89" fmla="*/ 825049 w 1680522"/>
                <a:gd name="connsiteY89" fmla="*/ 782130 h 1374141"/>
                <a:gd name="connsiteX90" fmla="*/ 433000 w 1680522"/>
                <a:gd name="connsiteY90" fmla="*/ 929830 h 1374141"/>
                <a:gd name="connsiteX91" fmla="*/ 419538 w 1680522"/>
                <a:gd name="connsiteY91" fmla="*/ 949515 h 1374141"/>
                <a:gd name="connsiteX92" fmla="*/ 492055 w 1680522"/>
                <a:gd name="connsiteY92" fmla="*/ 961453 h 1374141"/>
                <a:gd name="connsiteX93" fmla="*/ 455860 w 1680522"/>
                <a:gd name="connsiteY93" fmla="*/ 985964 h 1374141"/>
                <a:gd name="connsiteX94" fmla="*/ 453193 w 1680522"/>
                <a:gd name="connsiteY94" fmla="*/ 1008824 h 1374141"/>
                <a:gd name="connsiteX95" fmla="*/ 526853 w 1680522"/>
                <a:gd name="connsiteY95" fmla="*/ 1050734 h 1374141"/>
                <a:gd name="connsiteX96" fmla="*/ 527361 w 1680522"/>
                <a:gd name="connsiteY96" fmla="*/ 1197546 h 1374141"/>
                <a:gd name="connsiteX97" fmla="*/ 400615 w 1680522"/>
                <a:gd name="connsiteY97" fmla="*/ 1230693 h 1374141"/>
                <a:gd name="connsiteX98" fmla="*/ 361499 w 1680522"/>
                <a:gd name="connsiteY98" fmla="*/ 1344612 h 1374141"/>
                <a:gd name="connsiteX99" fmla="*/ 590988 w 1680522"/>
                <a:gd name="connsiteY99" fmla="*/ 1350327 h 1374141"/>
                <a:gd name="connsiteX100" fmla="*/ 675698 w 1680522"/>
                <a:gd name="connsiteY100" fmla="*/ 1339024 h 1374141"/>
                <a:gd name="connsiteX101" fmla="*/ 592893 w 1680522"/>
                <a:gd name="connsiteY101" fmla="*/ 1155001 h 1374141"/>
                <a:gd name="connsiteX102" fmla="*/ 572065 w 1680522"/>
                <a:gd name="connsiteY102" fmla="*/ 1063942 h 1374141"/>
                <a:gd name="connsiteX103" fmla="*/ 607244 w 1680522"/>
                <a:gd name="connsiteY103" fmla="*/ 935418 h 1374141"/>
                <a:gd name="connsiteX104" fmla="*/ 433000 w 1680522"/>
                <a:gd name="connsiteY104" fmla="*/ 929830 h 1374141"/>
                <a:gd name="connsiteX105" fmla="*/ 416744 w 1680522"/>
                <a:gd name="connsiteY105" fmla="*/ 1043749 h 1374141"/>
                <a:gd name="connsiteX106" fmla="*/ 387788 w 1680522"/>
                <a:gd name="connsiteY106" fmla="*/ 1192086 h 1374141"/>
                <a:gd name="connsiteX107" fmla="*/ 476815 w 1680522"/>
                <a:gd name="connsiteY107" fmla="*/ 1201737 h 1374141"/>
                <a:gd name="connsiteX108" fmla="*/ 520503 w 1680522"/>
                <a:gd name="connsiteY108" fmla="*/ 1102931 h 1374141"/>
                <a:gd name="connsiteX109" fmla="*/ 416744 w 1680522"/>
                <a:gd name="connsiteY109" fmla="*/ 1043749 h 1374141"/>
                <a:gd name="connsiteX110" fmla="*/ 695382 w 1680522"/>
                <a:gd name="connsiteY110" fmla="*/ 1154620 h 1374141"/>
                <a:gd name="connsiteX111" fmla="*/ 694493 w 1680522"/>
                <a:gd name="connsiteY111" fmla="*/ 1200086 h 1374141"/>
                <a:gd name="connsiteX112" fmla="*/ 1551998 w 1680522"/>
                <a:gd name="connsiteY112" fmla="*/ 1199578 h 1374141"/>
                <a:gd name="connsiteX113" fmla="*/ 1554664 w 1680522"/>
                <a:gd name="connsiteY113" fmla="*/ 1154367 h 1374141"/>
                <a:gd name="connsiteX114" fmla="*/ 695382 w 1680522"/>
                <a:gd name="connsiteY114" fmla="*/ 1154620 h 1374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680522" h="1374141">
                  <a:moveTo>
                    <a:pt x="1038799" y="394189"/>
                  </a:moveTo>
                  <a:cubicBezTo>
                    <a:pt x="1034862" y="364090"/>
                    <a:pt x="1011739" y="513143"/>
                    <a:pt x="1012374" y="482917"/>
                  </a:cubicBezTo>
                  <a:cubicBezTo>
                    <a:pt x="994721" y="512127"/>
                    <a:pt x="966908" y="531812"/>
                    <a:pt x="936048" y="545401"/>
                  </a:cubicBezTo>
                  <a:cubicBezTo>
                    <a:pt x="893756" y="623506"/>
                    <a:pt x="823652" y="683196"/>
                    <a:pt x="742245" y="717486"/>
                  </a:cubicBezTo>
                  <a:cubicBezTo>
                    <a:pt x="816413" y="743521"/>
                    <a:pt x="887279" y="784542"/>
                    <a:pt x="932492" y="850709"/>
                  </a:cubicBezTo>
                  <a:cubicBezTo>
                    <a:pt x="949129" y="792543"/>
                    <a:pt x="939223" y="705930"/>
                    <a:pt x="1004881" y="677735"/>
                  </a:cubicBezTo>
                  <a:cubicBezTo>
                    <a:pt x="1063682" y="670115"/>
                    <a:pt x="1123880" y="677989"/>
                    <a:pt x="1183189" y="674306"/>
                  </a:cubicBezTo>
                  <a:cubicBezTo>
                    <a:pt x="1328858" y="676973"/>
                    <a:pt x="1474527" y="673798"/>
                    <a:pt x="1620197" y="676084"/>
                  </a:cubicBezTo>
                  <a:cubicBezTo>
                    <a:pt x="1646231" y="673290"/>
                    <a:pt x="1663376" y="694753"/>
                    <a:pt x="1680522" y="710501"/>
                  </a:cubicBezTo>
                  <a:cubicBezTo>
                    <a:pt x="1637468" y="852361"/>
                    <a:pt x="1613592" y="999172"/>
                    <a:pt x="1572825" y="1141539"/>
                  </a:cubicBezTo>
                  <a:cubicBezTo>
                    <a:pt x="1574476" y="1145222"/>
                    <a:pt x="1577905" y="1152461"/>
                    <a:pt x="1579556" y="1156017"/>
                  </a:cubicBezTo>
                  <a:cubicBezTo>
                    <a:pt x="1579429" y="1179005"/>
                    <a:pt x="1579302" y="1204658"/>
                    <a:pt x="1561904" y="1222058"/>
                  </a:cubicBezTo>
                  <a:cubicBezTo>
                    <a:pt x="1534472" y="1227264"/>
                    <a:pt x="1506277" y="1225233"/>
                    <a:pt x="1478718" y="1225614"/>
                  </a:cubicBezTo>
                  <a:lnTo>
                    <a:pt x="704273" y="1225105"/>
                  </a:lnTo>
                  <a:cubicBezTo>
                    <a:pt x="650170" y="1230567"/>
                    <a:pt x="673030" y="1163764"/>
                    <a:pt x="675189" y="1131380"/>
                  </a:cubicBezTo>
                  <a:cubicBezTo>
                    <a:pt x="728021" y="1126808"/>
                    <a:pt x="781107" y="1127061"/>
                    <a:pt x="834067" y="1127315"/>
                  </a:cubicBezTo>
                  <a:cubicBezTo>
                    <a:pt x="826192" y="1006030"/>
                    <a:pt x="828098" y="881189"/>
                    <a:pt x="789743" y="764476"/>
                  </a:cubicBezTo>
                  <a:lnTo>
                    <a:pt x="757612" y="750506"/>
                  </a:lnTo>
                  <a:cubicBezTo>
                    <a:pt x="729292" y="738695"/>
                    <a:pt x="699319" y="720026"/>
                    <a:pt x="667696" y="730821"/>
                  </a:cubicBezTo>
                  <a:cubicBezTo>
                    <a:pt x="616388" y="744156"/>
                    <a:pt x="567747" y="767651"/>
                    <a:pt x="514788" y="774382"/>
                  </a:cubicBezTo>
                  <a:cubicBezTo>
                    <a:pt x="457003" y="769683"/>
                    <a:pt x="404171" y="744537"/>
                    <a:pt x="348672" y="730694"/>
                  </a:cubicBezTo>
                  <a:cubicBezTo>
                    <a:pt x="315525" y="732345"/>
                    <a:pt x="285045" y="747712"/>
                    <a:pt x="253295" y="756221"/>
                  </a:cubicBezTo>
                  <a:cubicBezTo>
                    <a:pt x="251898" y="761682"/>
                    <a:pt x="249104" y="772605"/>
                    <a:pt x="247580" y="778065"/>
                  </a:cubicBezTo>
                  <a:cubicBezTo>
                    <a:pt x="224466" y="862647"/>
                    <a:pt x="219640" y="950658"/>
                    <a:pt x="210623" y="1037526"/>
                  </a:cubicBezTo>
                  <a:cubicBezTo>
                    <a:pt x="283394" y="1025969"/>
                    <a:pt x="356927" y="1022414"/>
                    <a:pt x="430206" y="1017080"/>
                  </a:cubicBezTo>
                  <a:cubicBezTo>
                    <a:pt x="429190" y="1008697"/>
                    <a:pt x="427158" y="991806"/>
                    <a:pt x="426142" y="983424"/>
                  </a:cubicBezTo>
                  <a:cubicBezTo>
                    <a:pt x="403536" y="967042"/>
                    <a:pt x="380803" y="930339"/>
                    <a:pt x="411918" y="910145"/>
                  </a:cubicBezTo>
                  <a:cubicBezTo>
                    <a:pt x="442906" y="896302"/>
                    <a:pt x="478974" y="903033"/>
                    <a:pt x="511994" y="901001"/>
                  </a:cubicBezTo>
                  <a:cubicBezTo>
                    <a:pt x="534600" y="901001"/>
                    <a:pt x="557333" y="901255"/>
                    <a:pt x="579939" y="902144"/>
                  </a:cubicBezTo>
                  <a:cubicBezTo>
                    <a:pt x="601402" y="904684"/>
                    <a:pt x="620579" y="916622"/>
                    <a:pt x="629215" y="936942"/>
                  </a:cubicBezTo>
                  <a:cubicBezTo>
                    <a:pt x="625786" y="964755"/>
                    <a:pt x="597084" y="982917"/>
                    <a:pt x="596957" y="1011872"/>
                  </a:cubicBezTo>
                  <a:cubicBezTo>
                    <a:pt x="593909" y="1051877"/>
                    <a:pt x="592385" y="1093914"/>
                    <a:pt x="611308" y="1130617"/>
                  </a:cubicBezTo>
                  <a:cubicBezTo>
                    <a:pt x="638740" y="1189926"/>
                    <a:pt x="671506" y="1246568"/>
                    <a:pt x="697542" y="1306512"/>
                  </a:cubicBezTo>
                  <a:cubicBezTo>
                    <a:pt x="709352" y="1330134"/>
                    <a:pt x="696652" y="1353502"/>
                    <a:pt x="680650" y="1371155"/>
                  </a:cubicBezTo>
                  <a:cubicBezTo>
                    <a:pt x="587432" y="1375855"/>
                    <a:pt x="494087" y="1373568"/>
                    <a:pt x="400869" y="1373695"/>
                  </a:cubicBezTo>
                  <a:cubicBezTo>
                    <a:pt x="379787" y="1371409"/>
                    <a:pt x="351466" y="1376489"/>
                    <a:pt x="339655" y="1354264"/>
                  </a:cubicBezTo>
                  <a:cubicBezTo>
                    <a:pt x="314763" y="1327721"/>
                    <a:pt x="340036" y="1294447"/>
                    <a:pt x="349053" y="1267015"/>
                  </a:cubicBezTo>
                  <a:cubicBezTo>
                    <a:pt x="241103" y="1268286"/>
                    <a:pt x="107372" y="1261046"/>
                    <a:pt x="40443" y="1163002"/>
                  </a:cubicBezTo>
                  <a:cubicBezTo>
                    <a:pt x="6407" y="1065339"/>
                    <a:pt x="41840" y="959167"/>
                    <a:pt x="94672" y="875347"/>
                  </a:cubicBezTo>
                  <a:cubicBezTo>
                    <a:pt x="142678" y="806767"/>
                    <a:pt x="202495" y="739584"/>
                    <a:pt x="286061" y="716089"/>
                  </a:cubicBezTo>
                  <a:cubicBezTo>
                    <a:pt x="254311" y="700087"/>
                    <a:pt x="222815" y="683577"/>
                    <a:pt x="194494" y="662114"/>
                  </a:cubicBezTo>
                  <a:cubicBezTo>
                    <a:pt x="156140" y="630364"/>
                    <a:pt x="126422" y="589978"/>
                    <a:pt x="101276" y="547433"/>
                  </a:cubicBezTo>
                  <a:cubicBezTo>
                    <a:pt x="81464" y="536892"/>
                    <a:pt x="61779" y="526478"/>
                    <a:pt x="43110" y="514286"/>
                  </a:cubicBezTo>
                  <a:cubicBezTo>
                    <a:pt x="-7944" y="452945"/>
                    <a:pt x="-11627" y="361886"/>
                    <a:pt x="21393" y="291401"/>
                  </a:cubicBezTo>
                  <a:cubicBezTo>
                    <a:pt x="35363" y="262445"/>
                    <a:pt x="62795" y="244411"/>
                    <a:pt x="92132" y="233616"/>
                  </a:cubicBezTo>
                  <a:cubicBezTo>
                    <a:pt x="135185" y="137858"/>
                    <a:pt x="219767" y="64325"/>
                    <a:pt x="317938" y="29019"/>
                  </a:cubicBezTo>
                  <a:cubicBezTo>
                    <a:pt x="438842" y="-12637"/>
                    <a:pt x="572446" y="-3620"/>
                    <a:pt x="696271" y="19748"/>
                  </a:cubicBezTo>
                  <a:cubicBezTo>
                    <a:pt x="742754" y="40322"/>
                    <a:pt x="789108" y="62801"/>
                    <a:pt x="828732" y="95313"/>
                  </a:cubicBezTo>
                  <a:cubicBezTo>
                    <a:pt x="877246" y="133667"/>
                    <a:pt x="914711" y="183451"/>
                    <a:pt x="943540" y="237807"/>
                  </a:cubicBezTo>
                  <a:cubicBezTo>
                    <a:pt x="971988" y="249110"/>
                    <a:pt x="996754" y="267144"/>
                    <a:pt x="1016057" y="291020"/>
                  </a:cubicBezTo>
                  <a:moveTo>
                    <a:pt x="268027" y="81216"/>
                  </a:moveTo>
                  <a:cubicBezTo>
                    <a:pt x="177349" y="127190"/>
                    <a:pt x="106610" y="217106"/>
                    <a:pt x="98482" y="320103"/>
                  </a:cubicBezTo>
                  <a:lnTo>
                    <a:pt x="96450" y="322262"/>
                  </a:lnTo>
                  <a:cubicBezTo>
                    <a:pt x="84004" y="435419"/>
                    <a:pt x="106229" y="562292"/>
                    <a:pt x="202114" y="635063"/>
                  </a:cubicBezTo>
                  <a:cubicBezTo>
                    <a:pt x="253676" y="678243"/>
                    <a:pt x="319081" y="710882"/>
                    <a:pt x="388042" y="706056"/>
                  </a:cubicBezTo>
                  <a:cubicBezTo>
                    <a:pt x="489261" y="702500"/>
                    <a:pt x="590734" y="707453"/>
                    <a:pt x="691954" y="703516"/>
                  </a:cubicBezTo>
                  <a:cubicBezTo>
                    <a:pt x="824033" y="673417"/>
                    <a:pt x="940492" y="556831"/>
                    <a:pt x="940746" y="416115"/>
                  </a:cubicBezTo>
                  <a:cubicBezTo>
                    <a:pt x="952049" y="311467"/>
                    <a:pt x="912679" y="204025"/>
                    <a:pt x="834574" y="133159"/>
                  </a:cubicBezTo>
                  <a:cubicBezTo>
                    <a:pt x="748468" y="51371"/>
                    <a:pt x="626167" y="17970"/>
                    <a:pt x="509708" y="28130"/>
                  </a:cubicBezTo>
                  <a:cubicBezTo>
                    <a:pt x="426523" y="25590"/>
                    <a:pt x="340798" y="38798"/>
                    <a:pt x="268027" y="81216"/>
                  </a:cubicBezTo>
                  <a:moveTo>
                    <a:pt x="82480" y="513016"/>
                  </a:moveTo>
                  <a:cubicBezTo>
                    <a:pt x="64954" y="430212"/>
                    <a:pt x="68129" y="345249"/>
                    <a:pt x="77146" y="261556"/>
                  </a:cubicBezTo>
                  <a:cubicBezTo>
                    <a:pt x="7931" y="325818"/>
                    <a:pt x="4756" y="454215"/>
                    <a:pt x="82480" y="513016"/>
                  </a:cubicBezTo>
                  <a:moveTo>
                    <a:pt x="950144" y="260032"/>
                  </a:moveTo>
                  <a:cubicBezTo>
                    <a:pt x="973767" y="343598"/>
                    <a:pt x="972242" y="432752"/>
                    <a:pt x="946969" y="515810"/>
                  </a:cubicBezTo>
                  <a:cubicBezTo>
                    <a:pt x="1030154" y="459549"/>
                    <a:pt x="1034345" y="317436"/>
                    <a:pt x="950144" y="260032"/>
                  </a:cubicBezTo>
                  <a:moveTo>
                    <a:pt x="998912" y="706691"/>
                  </a:moveTo>
                  <a:cubicBezTo>
                    <a:pt x="976433" y="731710"/>
                    <a:pt x="975036" y="767524"/>
                    <a:pt x="967670" y="798639"/>
                  </a:cubicBezTo>
                  <a:cubicBezTo>
                    <a:pt x="942779" y="907605"/>
                    <a:pt x="918394" y="1016952"/>
                    <a:pt x="900361" y="1127315"/>
                  </a:cubicBezTo>
                  <a:lnTo>
                    <a:pt x="1554792" y="1127315"/>
                  </a:lnTo>
                  <a:cubicBezTo>
                    <a:pt x="1583239" y="985456"/>
                    <a:pt x="1622991" y="845883"/>
                    <a:pt x="1650804" y="703897"/>
                  </a:cubicBezTo>
                  <a:cubicBezTo>
                    <a:pt x="1453954" y="700341"/>
                    <a:pt x="1257104" y="703897"/>
                    <a:pt x="1060254" y="702119"/>
                  </a:cubicBezTo>
                  <a:cubicBezTo>
                    <a:pt x="1039806" y="702755"/>
                    <a:pt x="1018598" y="700468"/>
                    <a:pt x="998912" y="706691"/>
                  </a:cubicBezTo>
                  <a:moveTo>
                    <a:pt x="436175" y="729932"/>
                  </a:moveTo>
                  <a:cubicBezTo>
                    <a:pt x="485959" y="752665"/>
                    <a:pt x="543998" y="754062"/>
                    <a:pt x="593528" y="729678"/>
                  </a:cubicBezTo>
                  <a:lnTo>
                    <a:pt x="436175" y="729932"/>
                  </a:lnTo>
                  <a:moveTo>
                    <a:pt x="50857" y="1077277"/>
                  </a:moveTo>
                  <a:cubicBezTo>
                    <a:pt x="50476" y="1109789"/>
                    <a:pt x="48952" y="1148651"/>
                    <a:pt x="73336" y="1173797"/>
                  </a:cubicBezTo>
                  <a:cubicBezTo>
                    <a:pt x="156013" y="1236408"/>
                    <a:pt x="263836" y="1243647"/>
                    <a:pt x="363912" y="1244409"/>
                  </a:cubicBezTo>
                  <a:lnTo>
                    <a:pt x="380168" y="1215580"/>
                  </a:lnTo>
                  <a:cubicBezTo>
                    <a:pt x="327844" y="1175194"/>
                    <a:pt x="339147" y="1100518"/>
                    <a:pt x="362515" y="1046924"/>
                  </a:cubicBezTo>
                  <a:cubicBezTo>
                    <a:pt x="288347" y="1053147"/>
                    <a:pt x="214560" y="1063815"/>
                    <a:pt x="140011" y="1064831"/>
                  </a:cubicBezTo>
                  <a:cubicBezTo>
                    <a:pt x="145980" y="1042861"/>
                    <a:pt x="167697" y="1042225"/>
                    <a:pt x="185731" y="1037780"/>
                  </a:cubicBezTo>
                  <a:cubicBezTo>
                    <a:pt x="189795" y="948372"/>
                    <a:pt x="203892" y="860234"/>
                    <a:pt x="220910" y="772477"/>
                  </a:cubicBezTo>
                  <a:cubicBezTo>
                    <a:pt x="131375" y="849820"/>
                    <a:pt x="57969" y="955992"/>
                    <a:pt x="50857" y="1077277"/>
                  </a:cubicBezTo>
                  <a:moveTo>
                    <a:pt x="825049" y="782130"/>
                  </a:moveTo>
                  <a:cubicBezTo>
                    <a:pt x="851719" y="895033"/>
                    <a:pt x="855402" y="1011745"/>
                    <a:pt x="857307" y="1127315"/>
                  </a:cubicBezTo>
                  <a:lnTo>
                    <a:pt x="875468" y="1127315"/>
                  </a:lnTo>
                  <a:cubicBezTo>
                    <a:pt x="886898" y="1045655"/>
                    <a:pt x="907980" y="965644"/>
                    <a:pt x="922331" y="884492"/>
                  </a:cubicBezTo>
                  <a:cubicBezTo>
                    <a:pt x="897439" y="843978"/>
                    <a:pt x="865181" y="808164"/>
                    <a:pt x="825049" y="782130"/>
                  </a:cubicBezTo>
                  <a:moveTo>
                    <a:pt x="433000" y="929830"/>
                  </a:moveTo>
                  <a:cubicBezTo>
                    <a:pt x="429571" y="934783"/>
                    <a:pt x="422967" y="944689"/>
                    <a:pt x="419538" y="949515"/>
                  </a:cubicBezTo>
                  <a:cubicBezTo>
                    <a:pt x="443795" y="952944"/>
                    <a:pt x="468179" y="955611"/>
                    <a:pt x="492055" y="961453"/>
                  </a:cubicBezTo>
                  <a:lnTo>
                    <a:pt x="455860" y="985964"/>
                  </a:lnTo>
                  <a:cubicBezTo>
                    <a:pt x="455225" y="991680"/>
                    <a:pt x="453955" y="1003109"/>
                    <a:pt x="453193" y="1008824"/>
                  </a:cubicBezTo>
                  <a:cubicBezTo>
                    <a:pt x="480752" y="1016444"/>
                    <a:pt x="511105" y="1024572"/>
                    <a:pt x="526853" y="1050734"/>
                  </a:cubicBezTo>
                  <a:cubicBezTo>
                    <a:pt x="562286" y="1092898"/>
                    <a:pt x="549586" y="1152461"/>
                    <a:pt x="527361" y="1197546"/>
                  </a:cubicBezTo>
                  <a:cubicBezTo>
                    <a:pt x="494468" y="1233361"/>
                    <a:pt x="445573" y="1233614"/>
                    <a:pt x="400615" y="1230693"/>
                  </a:cubicBezTo>
                  <a:cubicBezTo>
                    <a:pt x="384613" y="1265745"/>
                    <a:pt x="343592" y="1306005"/>
                    <a:pt x="361499" y="1344612"/>
                  </a:cubicBezTo>
                  <a:cubicBezTo>
                    <a:pt x="437318" y="1355280"/>
                    <a:pt x="514534" y="1347406"/>
                    <a:pt x="590988" y="1350327"/>
                  </a:cubicBezTo>
                  <a:cubicBezTo>
                    <a:pt x="618801" y="1347787"/>
                    <a:pt x="651440" y="1356296"/>
                    <a:pt x="675698" y="1339024"/>
                  </a:cubicBezTo>
                  <a:cubicBezTo>
                    <a:pt x="667442" y="1271587"/>
                    <a:pt x="619563" y="1216215"/>
                    <a:pt x="592893" y="1155001"/>
                  </a:cubicBezTo>
                  <a:cubicBezTo>
                    <a:pt x="580066" y="1126299"/>
                    <a:pt x="569906" y="1095692"/>
                    <a:pt x="572065" y="1063942"/>
                  </a:cubicBezTo>
                  <a:cubicBezTo>
                    <a:pt x="574478" y="1018476"/>
                    <a:pt x="565715" y="966152"/>
                    <a:pt x="607244" y="935418"/>
                  </a:cubicBezTo>
                  <a:cubicBezTo>
                    <a:pt x="549967" y="923989"/>
                    <a:pt x="490785" y="925639"/>
                    <a:pt x="433000" y="929830"/>
                  </a:cubicBezTo>
                  <a:moveTo>
                    <a:pt x="416744" y="1043749"/>
                  </a:moveTo>
                  <a:cubicBezTo>
                    <a:pt x="363150" y="1069149"/>
                    <a:pt x="353498" y="1148017"/>
                    <a:pt x="387788" y="1192086"/>
                  </a:cubicBezTo>
                  <a:cubicBezTo>
                    <a:pt x="413315" y="1208722"/>
                    <a:pt x="447986" y="1209103"/>
                    <a:pt x="476815" y="1201737"/>
                  </a:cubicBezTo>
                  <a:cubicBezTo>
                    <a:pt x="510851" y="1182942"/>
                    <a:pt x="527361" y="1140523"/>
                    <a:pt x="520503" y="1102931"/>
                  </a:cubicBezTo>
                  <a:cubicBezTo>
                    <a:pt x="517328" y="1054417"/>
                    <a:pt x="460051" y="1023048"/>
                    <a:pt x="416744" y="1043749"/>
                  </a:cubicBezTo>
                  <a:moveTo>
                    <a:pt x="695382" y="1154620"/>
                  </a:moveTo>
                  <a:cubicBezTo>
                    <a:pt x="695001" y="1169733"/>
                    <a:pt x="694748" y="1184846"/>
                    <a:pt x="694493" y="1200086"/>
                  </a:cubicBezTo>
                  <a:lnTo>
                    <a:pt x="1551998" y="1199578"/>
                  </a:lnTo>
                  <a:cubicBezTo>
                    <a:pt x="1552886" y="1184465"/>
                    <a:pt x="1553775" y="1169480"/>
                    <a:pt x="1554664" y="1154367"/>
                  </a:cubicBezTo>
                  <a:lnTo>
                    <a:pt x="695382" y="1154620"/>
                  </a:lnTo>
                  <a:close/>
                </a:path>
              </a:pathLst>
            </a:custGeom>
            <a:solidFill>
              <a:srgbClr val="0000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</p:grpSp>
      <p:pic>
        <p:nvPicPr>
          <p:cNvPr id="1334" name="图片 1333">
            <a:extLst>
              <a:ext uri="{FF2B5EF4-FFF2-40B4-BE49-F238E27FC236}">
                <a16:creationId xmlns:a16="http://schemas.microsoft.com/office/drawing/2014/main" id="{DFE7857F-65F3-50A4-FDFD-7F79F1EB44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3915" y="4562823"/>
            <a:ext cx="369333" cy="369333"/>
          </a:xfrm>
          <a:prstGeom prst="rect">
            <a:avLst/>
          </a:prstGeom>
        </p:spPr>
      </p:pic>
      <p:pic>
        <p:nvPicPr>
          <p:cNvPr id="1335" name="图片 1334">
            <a:extLst>
              <a:ext uri="{FF2B5EF4-FFF2-40B4-BE49-F238E27FC236}">
                <a16:creationId xmlns:a16="http://schemas.microsoft.com/office/drawing/2014/main" id="{8073E6CC-37F1-914F-E079-93017D1259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01239" y="4928285"/>
            <a:ext cx="385857" cy="385857"/>
          </a:xfrm>
          <a:prstGeom prst="rect">
            <a:avLst/>
          </a:prstGeom>
        </p:spPr>
      </p:pic>
      <p:sp>
        <p:nvSpPr>
          <p:cNvPr id="1336" name="椭圆 1335">
            <a:extLst>
              <a:ext uri="{FF2B5EF4-FFF2-40B4-BE49-F238E27FC236}">
                <a16:creationId xmlns:a16="http://schemas.microsoft.com/office/drawing/2014/main" id="{026AA258-828E-33FB-B4A2-67732E1303E4}"/>
              </a:ext>
            </a:extLst>
          </p:cNvPr>
          <p:cNvSpPr/>
          <p:nvPr/>
        </p:nvSpPr>
        <p:spPr>
          <a:xfrm>
            <a:off x="4764424" y="645006"/>
            <a:ext cx="860297" cy="67801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400"/>
          </a:p>
        </p:txBody>
      </p:sp>
      <p:sp>
        <p:nvSpPr>
          <p:cNvPr id="1337" name="椭圆 1336">
            <a:extLst>
              <a:ext uri="{FF2B5EF4-FFF2-40B4-BE49-F238E27FC236}">
                <a16:creationId xmlns:a16="http://schemas.microsoft.com/office/drawing/2014/main" id="{43C0C27F-D9A9-F4E7-28D0-5219E1697480}"/>
              </a:ext>
            </a:extLst>
          </p:cNvPr>
          <p:cNvSpPr/>
          <p:nvPr/>
        </p:nvSpPr>
        <p:spPr>
          <a:xfrm>
            <a:off x="4806364" y="800358"/>
            <a:ext cx="693628" cy="3857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400"/>
          </a:p>
        </p:txBody>
      </p:sp>
      <p:pic>
        <p:nvPicPr>
          <p:cNvPr id="1338" name="Picture 12">
            <a:extLst>
              <a:ext uri="{FF2B5EF4-FFF2-40B4-BE49-F238E27FC236}">
                <a16:creationId xmlns:a16="http://schemas.microsoft.com/office/drawing/2014/main" id="{91778084-AEDD-C32B-82FA-D7055A89F1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721" b="99880" l="29968" r="74279">
                        <a14:foregroundMark x1="46474" y1="20072" x2="47676" y2="41106"/>
                        <a14:foregroundMark x1="52484" y1="26803" x2="51282" y2="55048"/>
                        <a14:foregroundMark x1="42308" y1="17308" x2="40224" y2="63462"/>
                        <a14:foregroundMark x1="50080" y1="25361" x2="44151" y2="37019"/>
                        <a14:foregroundMark x1="46234" y1="30288" x2="57853" y2="41947"/>
                        <a14:foregroundMark x1="53686" y1="33053" x2="59615" y2="36659"/>
                        <a14:foregroundMark x1="57853" y1="28125" x2="48878" y2="59976"/>
                        <a14:foregroundMark x1="61779" y1="32572" x2="52484" y2="66707"/>
                        <a14:foregroundMark x1="48317" y1="46514" x2="47997" y2="59495"/>
                        <a14:foregroundMark x1="44151" y1="33894" x2="43830" y2="35216"/>
                        <a14:foregroundMark x1="33093" y1="34375" x2="34535" y2="48678"/>
                        <a14:foregroundMark x1="32772" y1="24519" x2="32772" y2="52764"/>
                        <a14:foregroundMark x1="31250" y1="32572" x2="43510" y2="56370"/>
                        <a14:foregroundMark x1="42949" y1="41587" x2="45032" y2="56370"/>
                        <a14:foregroundMark x1="31250" y1="33894" x2="30369" y2="38822"/>
                        <a14:foregroundMark x1="32131" y1="25000" x2="35176" y2="52284"/>
                        <a14:foregroundMark x1="34215" y1="28125" x2="45272" y2="15505"/>
                        <a14:foregroundMark x1="45032" y1="15144" x2="62660" y2="17788"/>
                        <a14:foregroundMark x1="53686" y1="8774" x2="66506" y2="27163"/>
                        <a14:foregroundMark x1="69551" y1="47356" x2="70433" y2="70192"/>
                        <a14:foregroundMark x1="71635" y1="46875" x2="70673" y2="71635"/>
                        <a14:foregroundMark x1="74279" y1="53606" x2="67388" y2="72476"/>
                        <a14:foregroundMark x1="70112" y1="56370" x2="62901" y2="65745"/>
                        <a14:foregroundMark x1="67147" y1="58534" x2="74279" y2="43389"/>
                        <a14:foregroundMark x1="32452" y1="79207" x2="31250" y2="94471"/>
                        <a14:foregroundMark x1="35176" y1="86779" x2="33333" y2="99880"/>
                        <a14:foregroundMark x1="33974" y1="12861" x2="38141" y2="721"/>
                        <a14:foregroundMark x1="40224" y1="94952" x2="38702" y2="99399"/>
                        <a14:foregroundMark x1="50080" y1="95313" x2="50721" y2="98438"/>
                        <a14:foregroundMark x1="54006" y1="93510" x2="54247" y2="97596"/>
                        <a14:foregroundMark x1="52163" y1="98918" x2="52163" y2="98918"/>
                        <a14:foregroundMark x1="54006" y1="98438" x2="54006" y2="99880"/>
                        <a14:foregroundMark x1="55449" y1="91707" x2="57532" y2="99399"/>
                        <a14:foregroundMark x1="48878" y1="91707" x2="47436" y2="993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025" t="6228" r="24219"/>
          <a:stretch/>
        </p:blipFill>
        <p:spPr bwMode="auto">
          <a:xfrm>
            <a:off x="4676035" y="573434"/>
            <a:ext cx="609689" cy="75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F938304F-E73D-482E-42FC-3A49AC1794AB}"/>
              </a:ext>
            </a:extLst>
          </p:cNvPr>
          <p:cNvCxnSpPr/>
          <p:nvPr/>
        </p:nvCxnSpPr>
        <p:spPr>
          <a:xfrm flipV="1">
            <a:off x="5732594" y="1178524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336D741E-9A95-765F-1761-BD77AC4E0DA6}"/>
              </a:ext>
            </a:extLst>
          </p:cNvPr>
          <p:cNvCxnSpPr/>
          <p:nvPr/>
        </p:nvCxnSpPr>
        <p:spPr>
          <a:xfrm flipV="1">
            <a:off x="5729469" y="2973512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31F7FA63-0D82-70DC-3A50-114B234A4F12}"/>
              </a:ext>
            </a:extLst>
          </p:cNvPr>
          <p:cNvSpPr/>
          <p:nvPr/>
        </p:nvSpPr>
        <p:spPr>
          <a:xfrm>
            <a:off x="5958052" y="2307804"/>
            <a:ext cx="744609" cy="1257712"/>
          </a:xfrm>
          <a:prstGeom prst="roundRect">
            <a:avLst>
              <a:gd name="adj" fmla="val 5554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F552B8BA-EC3F-AD3B-9BDF-5AFB06DFC94E}"/>
              </a:ext>
            </a:extLst>
          </p:cNvPr>
          <p:cNvSpPr/>
          <p:nvPr/>
        </p:nvSpPr>
        <p:spPr>
          <a:xfrm>
            <a:off x="5885847" y="2245800"/>
            <a:ext cx="744609" cy="1253894"/>
          </a:xfrm>
          <a:prstGeom prst="roundRect">
            <a:avLst>
              <a:gd name="adj" fmla="val 555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72D6A636-AAAA-4F90-805D-C8B400CABA1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36469" y="2404592"/>
            <a:ext cx="693187" cy="693187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28A0DF64-215E-C3C5-AAE7-9875851B9389}"/>
              </a:ext>
            </a:extLst>
          </p:cNvPr>
          <p:cNvSpPr txBox="1"/>
          <p:nvPr/>
        </p:nvSpPr>
        <p:spPr>
          <a:xfrm>
            <a:off x="5940269" y="3163115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STIX Two Text" pitchFamily="2" charset="0"/>
              </a:rPr>
              <a:t>Paper</a:t>
            </a:r>
            <a:endParaRPr kumimoji="1" lang="zh-CN" altLang="en-US" sz="1400" dirty="0">
              <a:latin typeface="STIX Two Text" pitchFamily="2" charset="0"/>
            </a:endParaRPr>
          </a:p>
        </p:txBody>
      </p:sp>
      <p:sp>
        <p:nvSpPr>
          <p:cNvPr id="55" name="任意形状 54">
            <a:extLst>
              <a:ext uri="{FF2B5EF4-FFF2-40B4-BE49-F238E27FC236}">
                <a16:creationId xmlns:a16="http://schemas.microsoft.com/office/drawing/2014/main" id="{3E9FCD3E-CA5F-D887-F5A7-08A6B8BD9272}"/>
              </a:ext>
            </a:extLst>
          </p:cNvPr>
          <p:cNvSpPr/>
          <p:nvPr/>
        </p:nvSpPr>
        <p:spPr>
          <a:xfrm>
            <a:off x="6631089" y="816823"/>
            <a:ext cx="306783" cy="333563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1696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69028 w 383450"/>
              <a:gd name="connsiteY2" fmla="*/ 503045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69028 w 383450"/>
              <a:gd name="connsiteY2" fmla="*/ 503045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69028 w 383450"/>
              <a:gd name="connsiteY2" fmla="*/ 503045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66360 w 383450"/>
              <a:gd name="connsiteY2" fmla="*/ 503045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66360 w 383450"/>
              <a:gd name="connsiteY2" fmla="*/ 492772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45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6333" y="525207"/>
                  <a:pt x="166360" y="492772"/>
                </a:cubicBezTo>
                <a:cubicBezTo>
                  <a:pt x="167721" y="453946"/>
                  <a:pt x="166462" y="72817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76756" y="1089"/>
                  <a:pt x="38345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6" name="任意形状 55">
            <a:extLst>
              <a:ext uri="{FF2B5EF4-FFF2-40B4-BE49-F238E27FC236}">
                <a16:creationId xmlns:a16="http://schemas.microsoft.com/office/drawing/2014/main" id="{2B926787-12A9-4465-D98B-8EA9B9A6EC5C}"/>
              </a:ext>
            </a:extLst>
          </p:cNvPr>
          <p:cNvSpPr/>
          <p:nvPr/>
        </p:nvSpPr>
        <p:spPr>
          <a:xfrm flipV="1">
            <a:off x="6625195" y="1154357"/>
            <a:ext cx="312677" cy="326577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70690"/>
              <a:gd name="connsiteY0" fmla="*/ 541180 h 541180"/>
              <a:gd name="connsiteX1" fmla="*/ 133350 w 370690"/>
              <a:gd name="connsiteY1" fmla="*/ 540722 h 541180"/>
              <a:gd name="connsiteX2" fmla="*/ 170362 w 370690"/>
              <a:gd name="connsiteY2" fmla="*/ 501447 h 541180"/>
              <a:gd name="connsiteX3" fmla="*/ 164375 w 370690"/>
              <a:gd name="connsiteY3" fmla="*/ 51867 h 541180"/>
              <a:gd name="connsiteX4" fmla="*/ 222613 w 370690"/>
              <a:gd name="connsiteY4" fmla="*/ 160 h 541180"/>
              <a:gd name="connsiteX5" fmla="*/ 370690 w 37069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69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63996" y="1089"/>
                  <a:pt x="37069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7" name="任意形状 56">
            <a:extLst>
              <a:ext uri="{FF2B5EF4-FFF2-40B4-BE49-F238E27FC236}">
                <a16:creationId xmlns:a16="http://schemas.microsoft.com/office/drawing/2014/main" id="{3E33BDD1-3E60-A435-40E1-7CBB379A773F}"/>
              </a:ext>
            </a:extLst>
          </p:cNvPr>
          <p:cNvSpPr/>
          <p:nvPr/>
        </p:nvSpPr>
        <p:spPr>
          <a:xfrm>
            <a:off x="8466099" y="1340292"/>
            <a:ext cx="338593" cy="142351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45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76756" y="1089"/>
                  <a:pt x="38345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8" name="任意形状 57">
            <a:extLst>
              <a:ext uri="{FF2B5EF4-FFF2-40B4-BE49-F238E27FC236}">
                <a16:creationId xmlns:a16="http://schemas.microsoft.com/office/drawing/2014/main" id="{F1DA9E5E-F199-9FD0-93A3-76B62A8EFD3E}"/>
              </a:ext>
            </a:extLst>
          </p:cNvPr>
          <p:cNvSpPr/>
          <p:nvPr/>
        </p:nvSpPr>
        <p:spPr>
          <a:xfrm flipV="1">
            <a:off x="8470952" y="1480934"/>
            <a:ext cx="327326" cy="159831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70690"/>
              <a:gd name="connsiteY0" fmla="*/ 541180 h 541180"/>
              <a:gd name="connsiteX1" fmla="*/ 133350 w 370690"/>
              <a:gd name="connsiteY1" fmla="*/ 540722 h 541180"/>
              <a:gd name="connsiteX2" fmla="*/ 170362 w 370690"/>
              <a:gd name="connsiteY2" fmla="*/ 501447 h 541180"/>
              <a:gd name="connsiteX3" fmla="*/ 164375 w 370690"/>
              <a:gd name="connsiteY3" fmla="*/ 51867 h 541180"/>
              <a:gd name="connsiteX4" fmla="*/ 222613 w 370690"/>
              <a:gd name="connsiteY4" fmla="*/ 160 h 541180"/>
              <a:gd name="connsiteX5" fmla="*/ 370690 w 37069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69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63996" y="1089"/>
                  <a:pt x="37069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9" name="任意形状 58">
            <a:extLst>
              <a:ext uri="{FF2B5EF4-FFF2-40B4-BE49-F238E27FC236}">
                <a16:creationId xmlns:a16="http://schemas.microsoft.com/office/drawing/2014/main" id="{B938E462-2EB0-57B8-0000-1FD2BC1D1903}"/>
              </a:ext>
            </a:extLst>
          </p:cNvPr>
          <p:cNvSpPr/>
          <p:nvPr/>
        </p:nvSpPr>
        <p:spPr>
          <a:xfrm>
            <a:off x="8471268" y="678578"/>
            <a:ext cx="338593" cy="142351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45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76756" y="1089"/>
                  <a:pt x="38345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0" name="任意形状 59">
            <a:extLst>
              <a:ext uri="{FF2B5EF4-FFF2-40B4-BE49-F238E27FC236}">
                <a16:creationId xmlns:a16="http://schemas.microsoft.com/office/drawing/2014/main" id="{C292147E-BC49-7E22-2D5B-5A1EDEA7770A}"/>
              </a:ext>
            </a:extLst>
          </p:cNvPr>
          <p:cNvSpPr/>
          <p:nvPr/>
        </p:nvSpPr>
        <p:spPr>
          <a:xfrm flipV="1">
            <a:off x="8476121" y="819220"/>
            <a:ext cx="327326" cy="159831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70690"/>
              <a:gd name="connsiteY0" fmla="*/ 541180 h 541180"/>
              <a:gd name="connsiteX1" fmla="*/ 133350 w 370690"/>
              <a:gd name="connsiteY1" fmla="*/ 540722 h 541180"/>
              <a:gd name="connsiteX2" fmla="*/ 170362 w 370690"/>
              <a:gd name="connsiteY2" fmla="*/ 501447 h 541180"/>
              <a:gd name="connsiteX3" fmla="*/ 164375 w 370690"/>
              <a:gd name="connsiteY3" fmla="*/ 51867 h 541180"/>
              <a:gd name="connsiteX4" fmla="*/ 222613 w 370690"/>
              <a:gd name="connsiteY4" fmla="*/ 160 h 541180"/>
              <a:gd name="connsiteX5" fmla="*/ 370690 w 37069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69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63996" y="1089"/>
                  <a:pt x="37069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A9FD7E4E-BC78-98B3-64E3-28F9EA4E9C79}"/>
              </a:ext>
            </a:extLst>
          </p:cNvPr>
          <p:cNvCxnSpPr>
            <a:cxnSpLocks/>
          </p:cNvCxnSpPr>
          <p:nvPr/>
        </p:nvCxnSpPr>
        <p:spPr>
          <a:xfrm flipV="1">
            <a:off x="7591785" y="818612"/>
            <a:ext cx="216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55671C8D-5D1D-2E39-3B46-9D9D26E52C0E}"/>
              </a:ext>
            </a:extLst>
          </p:cNvPr>
          <p:cNvCxnSpPr>
            <a:cxnSpLocks/>
          </p:cNvCxnSpPr>
          <p:nvPr/>
        </p:nvCxnSpPr>
        <p:spPr>
          <a:xfrm flipV="1">
            <a:off x="7591785" y="1484313"/>
            <a:ext cx="216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直线箭头连接符 1023">
            <a:extLst>
              <a:ext uri="{FF2B5EF4-FFF2-40B4-BE49-F238E27FC236}">
                <a16:creationId xmlns:a16="http://schemas.microsoft.com/office/drawing/2014/main" id="{59CBD991-D471-BE64-BDE1-CFCFB48CDC37}"/>
              </a:ext>
            </a:extLst>
          </p:cNvPr>
          <p:cNvCxnSpPr/>
          <p:nvPr/>
        </p:nvCxnSpPr>
        <p:spPr>
          <a:xfrm flipV="1">
            <a:off x="6626456" y="2980033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下箭头 1025">
            <a:extLst>
              <a:ext uri="{FF2B5EF4-FFF2-40B4-BE49-F238E27FC236}">
                <a16:creationId xmlns:a16="http://schemas.microsoft.com/office/drawing/2014/main" id="{07545C7F-A54E-95E0-964F-FFC7676B8F16}"/>
              </a:ext>
            </a:extLst>
          </p:cNvPr>
          <p:cNvSpPr/>
          <p:nvPr/>
        </p:nvSpPr>
        <p:spPr>
          <a:xfrm>
            <a:off x="9997285" y="2270213"/>
            <a:ext cx="134302" cy="220191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029" name="圆角矩形 1028">
            <a:extLst>
              <a:ext uri="{FF2B5EF4-FFF2-40B4-BE49-F238E27FC236}">
                <a16:creationId xmlns:a16="http://schemas.microsoft.com/office/drawing/2014/main" id="{842EF5BC-5170-0BAD-088F-9AFE61AF5587}"/>
              </a:ext>
            </a:extLst>
          </p:cNvPr>
          <p:cNvSpPr/>
          <p:nvPr/>
        </p:nvSpPr>
        <p:spPr>
          <a:xfrm>
            <a:off x="8208377" y="2603606"/>
            <a:ext cx="1992525" cy="949732"/>
          </a:xfrm>
          <a:prstGeom prst="roundRect">
            <a:avLst>
              <a:gd name="adj" fmla="val 0"/>
            </a:avLst>
          </a:prstGeom>
          <a:solidFill>
            <a:schemeClr val="bg1">
              <a:alpha val="606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sp>
        <p:nvSpPr>
          <p:cNvPr id="1030" name="文本框 1029">
            <a:extLst>
              <a:ext uri="{FF2B5EF4-FFF2-40B4-BE49-F238E27FC236}">
                <a16:creationId xmlns:a16="http://schemas.microsoft.com/office/drawing/2014/main" id="{9E74A692-9180-C86B-D38E-2CD3C0354319}"/>
              </a:ext>
            </a:extLst>
          </p:cNvPr>
          <p:cNvSpPr txBox="1"/>
          <p:nvPr/>
        </p:nvSpPr>
        <p:spPr>
          <a:xfrm>
            <a:off x="8240777" y="2579416"/>
            <a:ext cx="1625766" cy="9925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1"/>
                </a:solidFill>
                <a:latin typeface="STIX Two Text" pitchFamily="2" charset="0"/>
              </a:rPr>
              <a:t>Quality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kumimoji="1" lang="en-US" altLang="zh-CN" sz="1400" dirty="0">
                <a:solidFill>
                  <a:schemeClr val="accent1"/>
                </a:solidFill>
                <a:latin typeface="STIX Two Text" pitchFamily="2" charset="0"/>
              </a:rPr>
              <a:t>Fidelity:            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kumimoji="1" lang="en-US" altLang="zh-CN" sz="1400" dirty="0">
                <a:solidFill>
                  <a:schemeClr val="accent1"/>
                </a:solidFill>
                <a:latin typeface="STIX Two Text" pitchFamily="2" charset="0"/>
              </a:rPr>
              <a:t>Engagement:    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kumimoji="1" lang="en-US" altLang="zh-CN" sz="1400" dirty="0">
                <a:solidFill>
                  <a:schemeClr val="accent1"/>
                </a:solidFill>
                <a:latin typeface="STIX Two Text" pitchFamily="2" charset="0"/>
              </a:rPr>
              <a:t>Alignment:       </a:t>
            </a:r>
          </a:p>
        </p:txBody>
      </p:sp>
      <p:sp>
        <p:nvSpPr>
          <p:cNvPr id="1031" name="任意形状 1030">
            <a:extLst>
              <a:ext uri="{FF2B5EF4-FFF2-40B4-BE49-F238E27FC236}">
                <a16:creationId xmlns:a16="http://schemas.microsoft.com/office/drawing/2014/main" id="{D5E1485A-8298-7D00-26DC-1833B50A746F}"/>
              </a:ext>
            </a:extLst>
          </p:cNvPr>
          <p:cNvSpPr/>
          <p:nvPr/>
        </p:nvSpPr>
        <p:spPr>
          <a:xfrm>
            <a:off x="7967661" y="2462428"/>
            <a:ext cx="261688" cy="394694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83450"/>
              <a:gd name="connsiteY0" fmla="*/ 541180 h 541180"/>
              <a:gd name="connsiteX1" fmla="*/ 133350 w 383450"/>
              <a:gd name="connsiteY1" fmla="*/ 540722 h 541180"/>
              <a:gd name="connsiteX2" fmla="*/ 170362 w 383450"/>
              <a:gd name="connsiteY2" fmla="*/ 501447 h 541180"/>
              <a:gd name="connsiteX3" fmla="*/ 164375 w 383450"/>
              <a:gd name="connsiteY3" fmla="*/ 51867 h 541180"/>
              <a:gd name="connsiteX4" fmla="*/ 222613 w 383450"/>
              <a:gd name="connsiteY4" fmla="*/ 160 h 541180"/>
              <a:gd name="connsiteX5" fmla="*/ 383450 w 38345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45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76756" y="1089"/>
                  <a:pt x="38345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032" name="任意形状 1031">
            <a:extLst>
              <a:ext uri="{FF2B5EF4-FFF2-40B4-BE49-F238E27FC236}">
                <a16:creationId xmlns:a16="http://schemas.microsoft.com/office/drawing/2014/main" id="{5D846A02-1628-44DB-0844-2A03C66A43EC}"/>
              </a:ext>
            </a:extLst>
          </p:cNvPr>
          <p:cNvSpPr/>
          <p:nvPr/>
        </p:nvSpPr>
        <p:spPr>
          <a:xfrm flipV="1">
            <a:off x="7971412" y="2857121"/>
            <a:ext cx="252980" cy="390935"/>
          </a:xfrm>
          <a:custGeom>
            <a:avLst/>
            <a:gdLst>
              <a:gd name="connsiteX0" fmla="*/ 0 w 338321"/>
              <a:gd name="connsiteY0" fmla="*/ 576996 h 606828"/>
              <a:gd name="connsiteX1" fmla="*/ 152400 w 338321"/>
              <a:gd name="connsiteY1" fmla="*/ 598768 h 606828"/>
              <a:gd name="connsiteX2" fmla="*/ 174172 w 338321"/>
              <a:gd name="connsiteY2" fmla="*/ 457253 h 606828"/>
              <a:gd name="connsiteX3" fmla="*/ 141515 w 338321"/>
              <a:gd name="connsiteY3" fmla="*/ 76253 h 606828"/>
              <a:gd name="connsiteX4" fmla="*/ 272143 w 338321"/>
              <a:gd name="connsiteY4" fmla="*/ 43596 h 606828"/>
              <a:gd name="connsiteX5" fmla="*/ 337458 w 338321"/>
              <a:gd name="connsiteY5" fmla="*/ 32711 h 606828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604726"/>
              <a:gd name="connsiteX1" fmla="*/ 152400 w 338321"/>
              <a:gd name="connsiteY1" fmla="*/ 598768 h 604726"/>
              <a:gd name="connsiteX2" fmla="*/ 174172 w 338321"/>
              <a:gd name="connsiteY2" fmla="*/ 457253 h 604726"/>
              <a:gd name="connsiteX3" fmla="*/ 141515 w 338321"/>
              <a:gd name="connsiteY3" fmla="*/ 76253 h 604726"/>
              <a:gd name="connsiteX4" fmla="*/ 272143 w 338321"/>
              <a:gd name="connsiteY4" fmla="*/ 43596 h 604726"/>
              <a:gd name="connsiteX5" fmla="*/ 337458 w 338321"/>
              <a:gd name="connsiteY5" fmla="*/ 32711 h 604726"/>
              <a:gd name="connsiteX0" fmla="*/ 0 w 338321"/>
              <a:gd name="connsiteY0" fmla="*/ 576996 h 584212"/>
              <a:gd name="connsiteX1" fmla="*/ 152400 w 338321"/>
              <a:gd name="connsiteY1" fmla="*/ 572098 h 584212"/>
              <a:gd name="connsiteX2" fmla="*/ 174172 w 338321"/>
              <a:gd name="connsiteY2" fmla="*/ 457253 h 584212"/>
              <a:gd name="connsiteX3" fmla="*/ 141515 w 338321"/>
              <a:gd name="connsiteY3" fmla="*/ 76253 h 584212"/>
              <a:gd name="connsiteX4" fmla="*/ 272143 w 338321"/>
              <a:gd name="connsiteY4" fmla="*/ 43596 h 584212"/>
              <a:gd name="connsiteX5" fmla="*/ 337458 w 338321"/>
              <a:gd name="connsiteY5" fmla="*/ 32711 h 584212"/>
              <a:gd name="connsiteX0" fmla="*/ 0 w 338321"/>
              <a:gd name="connsiteY0" fmla="*/ 576996 h 578143"/>
              <a:gd name="connsiteX1" fmla="*/ 152400 w 338321"/>
              <a:gd name="connsiteY1" fmla="*/ 572098 h 578143"/>
              <a:gd name="connsiteX2" fmla="*/ 174172 w 338321"/>
              <a:gd name="connsiteY2" fmla="*/ 457253 h 578143"/>
              <a:gd name="connsiteX3" fmla="*/ 141515 w 338321"/>
              <a:gd name="connsiteY3" fmla="*/ 76253 h 578143"/>
              <a:gd name="connsiteX4" fmla="*/ 272143 w 338321"/>
              <a:gd name="connsiteY4" fmla="*/ 43596 h 578143"/>
              <a:gd name="connsiteX5" fmla="*/ 337458 w 338321"/>
              <a:gd name="connsiteY5" fmla="*/ 32711 h 578143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7338"/>
              <a:gd name="connsiteX1" fmla="*/ 152400 w 338321"/>
              <a:gd name="connsiteY1" fmla="*/ 587338 h 587338"/>
              <a:gd name="connsiteX2" fmla="*/ 174172 w 338321"/>
              <a:gd name="connsiteY2" fmla="*/ 457253 h 587338"/>
              <a:gd name="connsiteX3" fmla="*/ 141515 w 338321"/>
              <a:gd name="connsiteY3" fmla="*/ 76253 h 587338"/>
              <a:gd name="connsiteX4" fmla="*/ 272143 w 338321"/>
              <a:gd name="connsiteY4" fmla="*/ 43596 h 587338"/>
              <a:gd name="connsiteX5" fmla="*/ 337458 w 338321"/>
              <a:gd name="connsiteY5" fmla="*/ 32711 h 58733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4172 w 338321"/>
              <a:gd name="connsiteY2" fmla="*/ 45725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91817"/>
              <a:gd name="connsiteX1" fmla="*/ 133350 w 338321"/>
              <a:gd name="connsiteY1" fmla="*/ 583528 h 591817"/>
              <a:gd name="connsiteX2" fmla="*/ 170362 w 338321"/>
              <a:gd name="connsiteY2" fmla="*/ 537263 h 591817"/>
              <a:gd name="connsiteX3" fmla="*/ 141515 w 338321"/>
              <a:gd name="connsiteY3" fmla="*/ 76253 h 591817"/>
              <a:gd name="connsiteX4" fmla="*/ 272143 w 338321"/>
              <a:gd name="connsiteY4" fmla="*/ 43596 h 591817"/>
              <a:gd name="connsiteX5" fmla="*/ 337458 w 338321"/>
              <a:gd name="connsiteY5" fmla="*/ 32711 h 591817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41515 w 338321"/>
              <a:gd name="connsiteY3" fmla="*/ 7625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8321"/>
              <a:gd name="connsiteY0" fmla="*/ 576996 h 583528"/>
              <a:gd name="connsiteX1" fmla="*/ 133350 w 338321"/>
              <a:gd name="connsiteY1" fmla="*/ 583528 h 583528"/>
              <a:gd name="connsiteX2" fmla="*/ 170362 w 338321"/>
              <a:gd name="connsiteY2" fmla="*/ 537263 h 583528"/>
              <a:gd name="connsiteX3" fmla="*/ 164375 w 338321"/>
              <a:gd name="connsiteY3" fmla="*/ 87683 h 583528"/>
              <a:gd name="connsiteX4" fmla="*/ 272143 w 338321"/>
              <a:gd name="connsiteY4" fmla="*/ 43596 h 583528"/>
              <a:gd name="connsiteX5" fmla="*/ 337458 w 338321"/>
              <a:gd name="connsiteY5" fmla="*/ 32711 h 583528"/>
              <a:gd name="connsiteX0" fmla="*/ 0 w 337783"/>
              <a:gd name="connsiteY0" fmla="*/ 578926 h 585458"/>
              <a:gd name="connsiteX1" fmla="*/ 133350 w 337783"/>
              <a:gd name="connsiteY1" fmla="*/ 585458 h 585458"/>
              <a:gd name="connsiteX2" fmla="*/ 170362 w 337783"/>
              <a:gd name="connsiteY2" fmla="*/ 539193 h 585458"/>
              <a:gd name="connsiteX3" fmla="*/ 164375 w 337783"/>
              <a:gd name="connsiteY3" fmla="*/ 89613 h 585458"/>
              <a:gd name="connsiteX4" fmla="*/ 195943 w 337783"/>
              <a:gd name="connsiteY4" fmla="*/ 37906 h 585458"/>
              <a:gd name="connsiteX5" fmla="*/ 337458 w 337783"/>
              <a:gd name="connsiteY5" fmla="*/ 34641 h 585458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7873"/>
              <a:gd name="connsiteY0" fmla="*/ 578073 h 584605"/>
              <a:gd name="connsiteX1" fmla="*/ 133350 w 337873"/>
              <a:gd name="connsiteY1" fmla="*/ 584605 h 584605"/>
              <a:gd name="connsiteX2" fmla="*/ 170362 w 337873"/>
              <a:gd name="connsiteY2" fmla="*/ 538340 h 584605"/>
              <a:gd name="connsiteX3" fmla="*/ 164375 w 337873"/>
              <a:gd name="connsiteY3" fmla="*/ 88760 h 584605"/>
              <a:gd name="connsiteX4" fmla="*/ 195943 w 337873"/>
              <a:gd name="connsiteY4" fmla="*/ 37053 h 584605"/>
              <a:gd name="connsiteX5" fmla="*/ 337458 w 337873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8032"/>
              <a:gd name="connsiteY0" fmla="*/ 578073 h 584605"/>
              <a:gd name="connsiteX1" fmla="*/ 133350 w 338032"/>
              <a:gd name="connsiteY1" fmla="*/ 584605 h 584605"/>
              <a:gd name="connsiteX2" fmla="*/ 170362 w 338032"/>
              <a:gd name="connsiteY2" fmla="*/ 538340 h 584605"/>
              <a:gd name="connsiteX3" fmla="*/ 164375 w 338032"/>
              <a:gd name="connsiteY3" fmla="*/ 88760 h 584605"/>
              <a:gd name="connsiteX4" fmla="*/ 222613 w 338032"/>
              <a:gd name="connsiteY4" fmla="*/ 37053 h 584605"/>
              <a:gd name="connsiteX5" fmla="*/ 337458 w 338032"/>
              <a:gd name="connsiteY5" fmla="*/ 33788 h 584605"/>
              <a:gd name="connsiteX0" fmla="*/ 0 w 337458"/>
              <a:gd name="connsiteY0" fmla="*/ 544285 h 550817"/>
              <a:gd name="connsiteX1" fmla="*/ 133350 w 337458"/>
              <a:gd name="connsiteY1" fmla="*/ 550817 h 550817"/>
              <a:gd name="connsiteX2" fmla="*/ 170362 w 337458"/>
              <a:gd name="connsiteY2" fmla="*/ 504552 h 550817"/>
              <a:gd name="connsiteX3" fmla="*/ 164375 w 337458"/>
              <a:gd name="connsiteY3" fmla="*/ 54972 h 550817"/>
              <a:gd name="connsiteX4" fmla="*/ 222613 w 337458"/>
              <a:gd name="connsiteY4" fmla="*/ 3265 h 550817"/>
              <a:gd name="connsiteX5" fmla="*/ 337458 w 337458"/>
              <a:gd name="connsiteY5" fmla="*/ 0 h 55081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945 h 550477"/>
              <a:gd name="connsiteX1" fmla="*/ 133350 w 326028"/>
              <a:gd name="connsiteY1" fmla="*/ 550477 h 550477"/>
              <a:gd name="connsiteX2" fmla="*/ 170362 w 326028"/>
              <a:gd name="connsiteY2" fmla="*/ 504212 h 550477"/>
              <a:gd name="connsiteX3" fmla="*/ 164375 w 326028"/>
              <a:gd name="connsiteY3" fmla="*/ 54632 h 550477"/>
              <a:gd name="connsiteX4" fmla="*/ 222613 w 326028"/>
              <a:gd name="connsiteY4" fmla="*/ 2925 h 550477"/>
              <a:gd name="connsiteX5" fmla="*/ 326028 w 326028"/>
              <a:gd name="connsiteY5" fmla="*/ 3470 h 550477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3476 h 550008"/>
              <a:gd name="connsiteX1" fmla="*/ 133350 w 326028"/>
              <a:gd name="connsiteY1" fmla="*/ 550008 h 550008"/>
              <a:gd name="connsiteX2" fmla="*/ 170362 w 326028"/>
              <a:gd name="connsiteY2" fmla="*/ 503743 h 550008"/>
              <a:gd name="connsiteX3" fmla="*/ 164375 w 326028"/>
              <a:gd name="connsiteY3" fmla="*/ 54163 h 550008"/>
              <a:gd name="connsiteX4" fmla="*/ 222613 w 326028"/>
              <a:gd name="connsiteY4" fmla="*/ 2456 h 550008"/>
              <a:gd name="connsiteX5" fmla="*/ 326028 w 326028"/>
              <a:gd name="connsiteY5" fmla="*/ 3001 h 550008"/>
              <a:gd name="connsiteX0" fmla="*/ 0 w 326028"/>
              <a:gd name="connsiteY0" fmla="*/ 541982 h 548514"/>
              <a:gd name="connsiteX1" fmla="*/ 133350 w 326028"/>
              <a:gd name="connsiteY1" fmla="*/ 548514 h 548514"/>
              <a:gd name="connsiteX2" fmla="*/ 170362 w 326028"/>
              <a:gd name="connsiteY2" fmla="*/ 502249 h 548514"/>
              <a:gd name="connsiteX3" fmla="*/ 164375 w 326028"/>
              <a:gd name="connsiteY3" fmla="*/ 52669 h 548514"/>
              <a:gd name="connsiteX4" fmla="*/ 222613 w 326028"/>
              <a:gd name="connsiteY4" fmla="*/ 962 h 548514"/>
              <a:gd name="connsiteX5" fmla="*/ 326028 w 326028"/>
              <a:gd name="connsiteY5" fmla="*/ 1507 h 548514"/>
              <a:gd name="connsiteX0" fmla="*/ 0 w 326028"/>
              <a:gd name="connsiteY0" fmla="*/ 542352 h 548884"/>
              <a:gd name="connsiteX1" fmla="*/ 133350 w 326028"/>
              <a:gd name="connsiteY1" fmla="*/ 548884 h 548884"/>
              <a:gd name="connsiteX2" fmla="*/ 170362 w 326028"/>
              <a:gd name="connsiteY2" fmla="*/ 502619 h 548884"/>
              <a:gd name="connsiteX3" fmla="*/ 164375 w 326028"/>
              <a:gd name="connsiteY3" fmla="*/ 53039 h 548884"/>
              <a:gd name="connsiteX4" fmla="*/ 222613 w 326028"/>
              <a:gd name="connsiteY4" fmla="*/ 1332 h 548884"/>
              <a:gd name="connsiteX5" fmla="*/ 326028 w 326028"/>
              <a:gd name="connsiteY5" fmla="*/ 1877 h 548884"/>
              <a:gd name="connsiteX0" fmla="*/ 0 w 326028"/>
              <a:gd name="connsiteY0" fmla="*/ 541778 h 548310"/>
              <a:gd name="connsiteX1" fmla="*/ 133350 w 326028"/>
              <a:gd name="connsiteY1" fmla="*/ 548310 h 548310"/>
              <a:gd name="connsiteX2" fmla="*/ 170362 w 326028"/>
              <a:gd name="connsiteY2" fmla="*/ 502045 h 548310"/>
              <a:gd name="connsiteX3" fmla="*/ 164375 w 326028"/>
              <a:gd name="connsiteY3" fmla="*/ 52465 h 548310"/>
              <a:gd name="connsiteX4" fmla="*/ 222613 w 326028"/>
              <a:gd name="connsiteY4" fmla="*/ 758 h 548310"/>
              <a:gd name="connsiteX5" fmla="*/ 326028 w 326028"/>
              <a:gd name="connsiteY5" fmla="*/ 1303 h 548310"/>
              <a:gd name="connsiteX0" fmla="*/ 0 w 326028"/>
              <a:gd name="connsiteY0" fmla="*/ 541180 h 547712"/>
              <a:gd name="connsiteX1" fmla="*/ 133350 w 326028"/>
              <a:gd name="connsiteY1" fmla="*/ 547712 h 547712"/>
              <a:gd name="connsiteX2" fmla="*/ 170362 w 326028"/>
              <a:gd name="connsiteY2" fmla="*/ 501447 h 547712"/>
              <a:gd name="connsiteX3" fmla="*/ 164375 w 326028"/>
              <a:gd name="connsiteY3" fmla="*/ 51867 h 547712"/>
              <a:gd name="connsiteX4" fmla="*/ 222613 w 326028"/>
              <a:gd name="connsiteY4" fmla="*/ 160 h 547712"/>
              <a:gd name="connsiteX5" fmla="*/ 326028 w 326028"/>
              <a:gd name="connsiteY5" fmla="*/ 705 h 547712"/>
              <a:gd name="connsiteX0" fmla="*/ 0 w 326028"/>
              <a:gd name="connsiteY0" fmla="*/ 541180 h 542530"/>
              <a:gd name="connsiteX1" fmla="*/ 133350 w 326028"/>
              <a:gd name="connsiteY1" fmla="*/ 539324 h 542530"/>
              <a:gd name="connsiteX2" fmla="*/ 170362 w 326028"/>
              <a:gd name="connsiteY2" fmla="*/ 501447 h 542530"/>
              <a:gd name="connsiteX3" fmla="*/ 164375 w 326028"/>
              <a:gd name="connsiteY3" fmla="*/ 51867 h 542530"/>
              <a:gd name="connsiteX4" fmla="*/ 222613 w 326028"/>
              <a:gd name="connsiteY4" fmla="*/ 160 h 542530"/>
              <a:gd name="connsiteX5" fmla="*/ 326028 w 326028"/>
              <a:gd name="connsiteY5" fmla="*/ 705 h 542530"/>
              <a:gd name="connsiteX0" fmla="*/ 0 w 326028"/>
              <a:gd name="connsiteY0" fmla="*/ 541180 h 543320"/>
              <a:gd name="connsiteX1" fmla="*/ 133350 w 326028"/>
              <a:gd name="connsiteY1" fmla="*/ 539324 h 543320"/>
              <a:gd name="connsiteX2" fmla="*/ 170362 w 326028"/>
              <a:gd name="connsiteY2" fmla="*/ 501447 h 543320"/>
              <a:gd name="connsiteX3" fmla="*/ 164375 w 326028"/>
              <a:gd name="connsiteY3" fmla="*/ 51867 h 543320"/>
              <a:gd name="connsiteX4" fmla="*/ 222613 w 326028"/>
              <a:gd name="connsiteY4" fmla="*/ 160 h 543320"/>
              <a:gd name="connsiteX5" fmla="*/ 326028 w 326028"/>
              <a:gd name="connsiteY5" fmla="*/ 705 h 543320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3623"/>
              <a:gd name="connsiteX1" fmla="*/ 133350 w 326028"/>
              <a:gd name="connsiteY1" fmla="*/ 540722 h 543623"/>
              <a:gd name="connsiteX2" fmla="*/ 170362 w 326028"/>
              <a:gd name="connsiteY2" fmla="*/ 501447 h 543623"/>
              <a:gd name="connsiteX3" fmla="*/ 164375 w 326028"/>
              <a:gd name="connsiteY3" fmla="*/ 51867 h 543623"/>
              <a:gd name="connsiteX4" fmla="*/ 222613 w 326028"/>
              <a:gd name="connsiteY4" fmla="*/ 160 h 543623"/>
              <a:gd name="connsiteX5" fmla="*/ 326028 w 326028"/>
              <a:gd name="connsiteY5" fmla="*/ 705 h 543623"/>
              <a:gd name="connsiteX0" fmla="*/ 0 w 326028"/>
              <a:gd name="connsiteY0" fmla="*/ 541180 h 541180"/>
              <a:gd name="connsiteX1" fmla="*/ 133350 w 326028"/>
              <a:gd name="connsiteY1" fmla="*/ 540722 h 541180"/>
              <a:gd name="connsiteX2" fmla="*/ 170362 w 326028"/>
              <a:gd name="connsiteY2" fmla="*/ 501447 h 541180"/>
              <a:gd name="connsiteX3" fmla="*/ 164375 w 326028"/>
              <a:gd name="connsiteY3" fmla="*/ 51867 h 541180"/>
              <a:gd name="connsiteX4" fmla="*/ 222613 w 326028"/>
              <a:gd name="connsiteY4" fmla="*/ 160 h 541180"/>
              <a:gd name="connsiteX5" fmla="*/ 326028 w 326028"/>
              <a:gd name="connsiteY5" fmla="*/ 705 h 541180"/>
              <a:gd name="connsiteX0" fmla="*/ 0 w 370690"/>
              <a:gd name="connsiteY0" fmla="*/ 541180 h 541180"/>
              <a:gd name="connsiteX1" fmla="*/ 133350 w 370690"/>
              <a:gd name="connsiteY1" fmla="*/ 540722 h 541180"/>
              <a:gd name="connsiteX2" fmla="*/ 170362 w 370690"/>
              <a:gd name="connsiteY2" fmla="*/ 501447 h 541180"/>
              <a:gd name="connsiteX3" fmla="*/ 164375 w 370690"/>
              <a:gd name="connsiteY3" fmla="*/ 51867 h 541180"/>
              <a:gd name="connsiteX4" fmla="*/ 222613 w 370690"/>
              <a:gd name="connsiteY4" fmla="*/ 160 h 541180"/>
              <a:gd name="connsiteX5" fmla="*/ 370690 w 370690"/>
              <a:gd name="connsiteY5" fmla="*/ 705 h 54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690" h="541180">
                <a:moveTo>
                  <a:pt x="0" y="541180"/>
                </a:moveTo>
                <a:lnTo>
                  <a:pt x="133350" y="540722"/>
                </a:lnTo>
                <a:cubicBezTo>
                  <a:pt x="165421" y="538417"/>
                  <a:pt x="169001" y="540273"/>
                  <a:pt x="170362" y="501447"/>
                </a:cubicBezTo>
                <a:cubicBezTo>
                  <a:pt x="171723" y="462621"/>
                  <a:pt x="166462" y="130335"/>
                  <a:pt x="164375" y="51867"/>
                </a:cubicBezTo>
                <a:cubicBezTo>
                  <a:pt x="165084" y="4153"/>
                  <a:pt x="196315" y="811"/>
                  <a:pt x="222613" y="160"/>
                </a:cubicBezTo>
                <a:cubicBezTo>
                  <a:pt x="233012" y="-491"/>
                  <a:pt x="363996" y="1089"/>
                  <a:pt x="370690" y="70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8FFC5B9-F6EE-A304-C9A3-3CF3B2201E7C}"/>
              </a:ext>
            </a:extLst>
          </p:cNvPr>
          <p:cNvGrpSpPr/>
          <p:nvPr/>
        </p:nvGrpSpPr>
        <p:grpSpPr>
          <a:xfrm>
            <a:off x="-159191" y="3183041"/>
            <a:ext cx="4675458" cy="2168070"/>
            <a:chOff x="390225" y="3336290"/>
            <a:chExt cx="3750162" cy="1795624"/>
          </a:xfrm>
        </p:grpSpPr>
        <p:graphicFrame>
          <p:nvGraphicFramePr>
            <p:cNvPr id="36" name="图表 35">
              <a:extLst>
                <a:ext uri="{FF2B5EF4-FFF2-40B4-BE49-F238E27FC236}">
                  <a16:creationId xmlns:a16="http://schemas.microsoft.com/office/drawing/2014/main" id="{98744DCA-24A1-E777-E967-7876C8D58A17}"/>
                </a:ext>
              </a:extLst>
            </p:cNvPr>
            <p:cNvGraphicFramePr/>
            <p:nvPr/>
          </p:nvGraphicFramePr>
          <p:xfrm>
            <a:off x="390225" y="3336290"/>
            <a:ext cx="3750162" cy="1795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  <p:sp>
          <p:nvSpPr>
            <p:cNvPr id="1038" name="任意形状 1037">
              <a:extLst>
                <a:ext uri="{FF2B5EF4-FFF2-40B4-BE49-F238E27FC236}">
                  <a16:creationId xmlns:a16="http://schemas.microsoft.com/office/drawing/2014/main" id="{43DAA488-6AB9-53B1-584E-D0D23B701112}"/>
                </a:ext>
              </a:extLst>
            </p:cNvPr>
            <p:cNvSpPr/>
            <p:nvPr/>
          </p:nvSpPr>
          <p:spPr>
            <a:xfrm>
              <a:off x="1186072" y="3580509"/>
              <a:ext cx="2245160" cy="1151827"/>
            </a:xfrm>
            <a:custGeom>
              <a:avLst/>
              <a:gdLst>
                <a:gd name="connsiteX0" fmla="*/ 0 w 1765300"/>
                <a:gd name="connsiteY0" fmla="*/ 927259 h 1016468"/>
                <a:gd name="connsiteX1" fmla="*/ 469900 w 1765300"/>
                <a:gd name="connsiteY1" fmla="*/ 927259 h 1016468"/>
                <a:gd name="connsiteX2" fmla="*/ 889000 w 1765300"/>
                <a:gd name="connsiteY2" fmla="*/ 159 h 1016468"/>
                <a:gd name="connsiteX3" fmla="*/ 1308100 w 1765300"/>
                <a:gd name="connsiteY3" fmla="*/ 851059 h 1016468"/>
                <a:gd name="connsiteX4" fmla="*/ 1765300 w 1765300"/>
                <a:gd name="connsiteY4" fmla="*/ 685959 h 1016468"/>
                <a:gd name="connsiteX0" fmla="*/ 0 w 1765300"/>
                <a:gd name="connsiteY0" fmla="*/ 927138 h 994347"/>
                <a:gd name="connsiteX1" fmla="*/ 438369 w 1765300"/>
                <a:gd name="connsiteY1" fmla="*/ 887724 h 994347"/>
                <a:gd name="connsiteX2" fmla="*/ 889000 w 1765300"/>
                <a:gd name="connsiteY2" fmla="*/ 38 h 994347"/>
                <a:gd name="connsiteX3" fmla="*/ 1308100 w 1765300"/>
                <a:gd name="connsiteY3" fmla="*/ 850938 h 994347"/>
                <a:gd name="connsiteX4" fmla="*/ 1765300 w 1765300"/>
                <a:gd name="connsiteY4" fmla="*/ 685838 h 994347"/>
                <a:gd name="connsiteX0" fmla="*/ 0 w 1765300"/>
                <a:gd name="connsiteY0" fmla="*/ 927138 h 956064"/>
                <a:gd name="connsiteX1" fmla="*/ 438369 w 1765300"/>
                <a:gd name="connsiteY1" fmla="*/ 887724 h 956064"/>
                <a:gd name="connsiteX2" fmla="*/ 889000 w 1765300"/>
                <a:gd name="connsiteY2" fmla="*/ 38 h 956064"/>
                <a:gd name="connsiteX3" fmla="*/ 1308100 w 1765300"/>
                <a:gd name="connsiteY3" fmla="*/ 850938 h 956064"/>
                <a:gd name="connsiteX4" fmla="*/ 1765300 w 1765300"/>
                <a:gd name="connsiteY4" fmla="*/ 685838 h 956064"/>
                <a:gd name="connsiteX0" fmla="*/ 0 w 1765300"/>
                <a:gd name="connsiteY0" fmla="*/ 927138 h 929070"/>
                <a:gd name="connsiteX1" fmla="*/ 438369 w 1765300"/>
                <a:gd name="connsiteY1" fmla="*/ 887724 h 929070"/>
                <a:gd name="connsiteX2" fmla="*/ 889000 w 1765300"/>
                <a:gd name="connsiteY2" fmla="*/ 38 h 929070"/>
                <a:gd name="connsiteX3" fmla="*/ 1308100 w 1765300"/>
                <a:gd name="connsiteY3" fmla="*/ 850938 h 929070"/>
                <a:gd name="connsiteX4" fmla="*/ 1765300 w 1765300"/>
                <a:gd name="connsiteY4" fmla="*/ 685838 h 929070"/>
                <a:gd name="connsiteX0" fmla="*/ 0 w 1765300"/>
                <a:gd name="connsiteY0" fmla="*/ 927138 h 932237"/>
                <a:gd name="connsiteX1" fmla="*/ 438369 w 1765300"/>
                <a:gd name="connsiteY1" fmla="*/ 887724 h 932237"/>
                <a:gd name="connsiteX2" fmla="*/ 889000 w 1765300"/>
                <a:gd name="connsiteY2" fmla="*/ 38 h 932237"/>
                <a:gd name="connsiteX3" fmla="*/ 1308100 w 1765300"/>
                <a:gd name="connsiteY3" fmla="*/ 850938 h 932237"/>
                <a:gd name="connsiteX4" fmla="*/ 1765300 w 1765300"/>
                <a:gd name="connsiteY4" fmla="*/ 685838 h 932237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46252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35047 h 943644"/>
                <a:gd name="connsiteX1" fmla="*/ 446252 w 1765300"/>
                <a:gd name="connsiteY1" fmla="*/ 907457 h 943644"/>
                <a:gd name="connsiteX2" fmla="*/ 877176 w 1765300"/>
                <a:gd name="connsiteY2" fmla="*/ 64 h 943644"/>
                <a:gd name="connsiteX3" fmla="*/ 1308100 w 1765300"/>
                <a:gd name="connsiteY3" fmla="*/ 858847 h 943644"/>
                <a:gd name="connsiteX4" fmla="*/ 1765300 w 1765300"/>
                <a:gd name="connsiteY4" fmla="*/ 693747 h 943644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51525 h 960122"/>
                <a:gd name="connsiteX1" fmla="*/ 446252 w 1737710"/>
                <a:gd name="connsiteY1" fmla="*/ 923935 h 960122"/>
                <a:gd name="connsiteX2" fmla="*/ 877176 w 1737710"/>
                <a:gd name="connsiteY2" fmla="*/ 16542 h 960122"/>
                <a:gd name="connsiteX3" fmla="*/ 1216015 w 1737710"/>
                <a:gd name="connsiteY3" fmla="*/ 317790 h 960122"/>
                <a:gd name="connsiteX4" fmla="*/ 1737710 w 1737710"/>
                <a:gd name="connsiteY4" fmla="*/ 757522 h 960122"/>
                <a:gd name="connsiteX0" fmla="*/ 0 w 1737710"/>
                <a:gd name="connsiteY0" fmla="*/ 954435 h 963032"/>
                <a:gd name="connsiteX1" fmla="*/ 446252 w 1737710"/>
                <a:gd name="connsiteY1" fmla="*/ 926845 h 963032"/>
                <a:gd name="connsiteX2" fmla="*/ 877176 w 1737710"/>
                <a:gd name="connsiteY2" fmla="*/ 19452 h 963032"/>
                <a:gd name="connsiteX3" fmla="*/ 1216015 w 1737710"/>
                <a:gd name="connsiteY3" fmla="*/ 320700 h 963032"/>
                <a:gd name="connsiteX4" fmla="*/ 1737710 w 1737710"/>
                <a:gd name="connsiteY4" fmla="*/ 760432 h 963032"/>
                <a:gd name="connsiteX0" fmla="*/ 0 w 1737710"/>
                <a:gd name="connsiteY0" fmla="*/ 935681 h 944278"/>
                <a:gd name="connsiteX1" fmla="*/ 446252 w 1737710"/>
                <a:gd name="connsiteY1" fmla="*/ 908091 h 944278"/>
                <a:gd name="connsiteX2" fmla="*/ 877176 w 1737710"/>
                <a:gd name="connsiteY2" fmla="*/ 698 h 944278"/>
                <a:gd name="connsiteX3" fmla="*/ 1216015 w 1737710"/>
                <a:gd name="connsiteY3" fmla="*/ 301946 h 944278"/>
                <a:gd name="connsiteX4" fmla="*/ 1737710 w 1737710"/>
                <a:gd name="connsiteY4" fmla="*/ 741678 h 944278"/>
                <a:gd name="connsiteX0" fmla="*/ 0 w 1737710"/>
                <a:gd name="connsiteY0" fmla="*/ 935001 h 943598"/>
                <a:gd name="connsiteX1" fmla="*/ 446252 w 1737710"/>
                <a:gd name="connsiteY1" fmla="*/ 907411 h 943598"/>
                <a:gd name="connsiteX2" fmla="*/ 877176 w 1737710"/>
                <a:gd name="connsiteY2" fmla="*/ 18 h 943598"/>
                <a:gd name="connsiteX3" fmla="*/ 1216015 w 1737710"/>
                <a:gd name="connsiteY3" fmla="*/ 301266 h 943598"/>
                <a:gd name="connsiteX4" fmla="*/ 1737710 w 1737710"/>
                <a:gd name="connsiteY4" fmla="*/ 740998 h 943598"/>
                <a:gd name="connsiteX0" fmla="*/ 0 w 1737710"/>
                <a:gd name="connsiteY0" fmla="*/ 935079 h 943676"/>
                <a:gd name="connsiteX1" fmla="*/ 446252 w 1737710"/>
                <a:gd name="connsiteY1" fmla="*/ 907489 h 943676"/>
                <a:gd name="connsiteX2" fmla="*/ 877176 w 1737710"/>
                <a:gd name="connsiteY2" fmla="*/ 96 h 943676"/>
                <a:gd name="connsiteX3" fmla="*/ 1216015 w 1737710"/>
                <a:gd name="connsiteY3" fmla="*/ 301344 h 943676"/>
                <a:gd name="connsiteX4" fmla="*/ 1737710 w 1737710"/>
                <a:gd name="connsiteY4" fmla="*/ 741076 h 943676"/>
                <a:gd name="connsiteX0" fmla="*/ 0 w 1737710"/>
                <a:gd name="connsiteY0" fmla="*/ 935352 h 943949"/>
                <a:gd name="connsiteX1" fmla="*/ 446252 w 1737710"/>
                <a:gd name="connsiteY1" fmla="*/ 907762 h 943949"/>
                <a:gd name="connsiteX2" fmla="*/ 877176 w 1737710"/>
                <a:gd name="connsiteY2" fmla="*/ 369 h 943949"/>
                <a:gd name="connsiteX3" fmla="*/ 1216015 w 1737710"/>
                <a:gd name="connsiteY3" fmla="*/ 301617 h 943949"/>
                <a:gd name="connsiteX4" fmla="*/ 1737710 w 1737710"/>
                <a:gd name="connsiteY4" fmla="*/ 741349 h 943949"/>
                <a:gd name="connsiteX0" fmla="*/ 0 w 1737710"/>
                <a:gd name="connsiteY0" fmla="*/ 935288 h 943885"/>
                <a:gd name="connsiteX1" fmla="*/ 446252 w 1737710"/>
                <a:gd name="connsiteY1" fmla="*/ 907698 h 943885"/>
                <a:gd name="connsiteX2" fmla="*/ 877176 w 1737710"/>
                <a:gd name="connsiteY2" fmla="*/ 305 h 943885"/>
                <a:gd name="connsiteX3" fmla="*/ 1216015 w 1737710"/>
                <a:gd name="connsiteY3" fmla="*/ 301553 h 943885"/>
                <a:gd name="connsiteX4" fmla="*/ 1737710 w 1737710"/>
                <a:gd name="connsiteY4" fmla="*/ 741285 h 943885"/>
                <a:gd name="connsiteX0" fmla="*/ 0 w 1737710"/>
                <a:gd name="connsiteY0" fmla="*/ 935288 h 943885"/>
                <a:gd name="connsiteX1" fmla="*/ 446252 w 1737710"/>
                <a:gd name="connsiteY1" fmla="*/ 907698 h 943885"/>
                <a:gd name="connsiteX2" fmla="*/ 877176 w 1737710"/>
                <a:gd name="connsiteY2" fmla="*/ 305 h 943885"/>
                <a:gd name="connsiteX3" fmla="*/ 1216015 w 1737710"/>
                <a:gd name="connsiteY3" fmla="*/ 301553 h 943885"/>
                <a:gd name="connsiteX4" fmla="*/ 1737710 w 1737710"/>
                <a:gd name="connsiteY4" fmla="*/ 741285 h 943885"/>
                <a:gd name="connsiteX0" fmla="*/ 0 w 1644192"/>
                <a:gd name="connsiteY0" fmla="*/ 935288 h 943885"/>
                <a:gd name="connsiteX1" fmla="*/ 446252 w 1644192"/>
                <a:gd name="connsiteY1" fmla="*/ 907698 h 943885"/>
                <a:gd name="connsiteX2" fmla="*/ 877176 w 1644192"/>
                <a:gd name="connsiteY2" fmla="*/ 305 h 943885"/>
                <a:gd name="connsiteX3" fmla="*/ 1216015 w 1644192"/>
                <a:gd name="connsiteY3" fmla="*/ 301553 h 943885"/>
                <a:gd name="connsiteX4" fmla="*/ 1644192 w 1644192"/>
                <a:gd name="connsiteY4" fmla="*/ 784227 h 943885"/>
                <a:gd name="connsiteX0" fmla="*/ 0 w 1940333"/>
                <a:gd name="connsiteY0" fmla="*/ 935288 h 951700"/>
                <a:gd name="connsiteX1" fmla="*/ 446252 w 1940333"/>
                <a:gd name="connsiteY1" fmla="*/ 907698 h 951700"/>
                <a:gd name="connsiteX2" fmla="*/ 877176 w 1940333"/>
                <a:gd name="connsiteY2" fmla="*/ 305 h 951700"/>
                <a:gd name="connsiteX3" fmla="*/ 1216015 w 1940333"/>
                <a:gd name="connsiteY3" fmla="*/ 301553 h 951700"/>
                <a:gd name="connsiteX4" fmla="*/ 1940333 w 1940333"/>
                <a:gd name="connsiteY4" fmla="*/ 951700 h 951700"/>
                <a:gd name="connsiteX0" fmla="*/ 0 w 1940333"/>
                <a:gd name="connsiteY0" fmla="*/ 935288 h 951700"/>
                <a:gd name="connsiteX1" fmla="*/ 446252 w 1940333"/>
                <a:gd name="connsiteY1" fmla="*/ 907698 h 951700"/>
                <a:gd name="connsiteX2" fmla="*/ 877176 w 1940333"/>
                <a:gd name="connsiteY2" fmla="*/ 305 h 951700"/>
                <a:gd name="connsiteX3" fmla="*/ 1216015 w 1940333"/>
                <a:gd name="connsiteY3" fmla="*/ 301553 h 951700"/>
                <a:gd name="connsiteX4" fmla="*/ 1940333 w 1940333"/>
                <a:gd name="connsiteY4" fmla="*/ 951700 h 951700"/>
                <a:gd name="connsiteX0" fmla="*/ 0 w 1940333"/>
                <a:gd name="connsiteY0" fmla="*/ 951505 h 967917"/>
                <a:gd name="connsiteX1" fmla="*/ 181284 w 1940333"/>
                <a:gd name="connsiteY1" fmla="*/ 906739 h 967917"/>
                <a:gd name="connsiteX2" fmla="*/ 877176 w 1940333"/>
                <a:gd name="connsiteY2" fmla="*/ 16522 h 967917"/>
                <a:gd name="connsiteX3" fmla="*/ 1216015 w 1940333"/>
                <a:gd name="connsiteY3" fmla="*/ 317770 h 967917"/>
                <a:gd name="connsiteX4" fmla="*/ 1940333 w 1940333"/>
                <a:gd name="connsiteY4" fmla="*/ 967917 h 967917"/>
                <a:gd name="connsiteX0" fmla="*/ 0 w 1940333"/>
                <a:gd name="connsiteY0" fmla="*/ 935057 h 951469"/>
                <a:gd name="connsiteX1" fmla="*/ 181284 w 1940333"/>
                <a:gd name="connsiteY1" fmla="*/ 890291 h 951469"/>
                <a:gd name="connsiteX2" fmla="*/ 877176 w 1940333"/>
                <a:gd name="connsiteY2" fmla="*/ 74 h 951469"/>
                <a:gd name="connsiteX3" fmla="*/ 1216015 w 1940333"/>
                <a:gd name="connsiteY3" fmla="*/ 301322 h 951469"/>
                <a:gd name="connsiteX4" fmla="*/ 1940333 w 1940333"/>
                <a:gd name="connsiteY4" fmla="*/ 951469 h 951469"/>
                <a:gd name="connsiteX0" fmla="*/ 0 w 1940333"/>
                <a:gd name="connsiteY0" fmla="*/ 951865 h 968277"/>
                <a:gd name="connsiteX1" fmla="*/ 181284 w 1940333"/>
                <a:gd name="connsiteY1" fmla="*/ 907099 h 968277"/>
                <a:gd name="connsiteX2" fmla="*/ 877176 w 1940333"/>
                <a:gd name="connsiteY2" fmla="*/ 16882 h 968277"/>
                <a:gd name="connsiteX3" fmla="*/ 1190038 w 1940333"/>
                <a:gd name="connsiteY3" fmla="*/ 313835 h 968277"/>
                <a:gd name="connsiteX4" fmla="*/ 1940333 w 1940333"/>
                <a:gd name="connsiteY4" fmla="*/ 968277 h 968277"/>
                <a:gd name="connsiteX0" fmla="*/ 0 w 1940333"/>
                <a:gd name="connsiteY0" fmla="*/ 935125 h 951537"/>
                <a:gd name="connsiteX1" fmla="*/ 181284 w 1940333"/>
                <a:gd name="connsiteY1" fmla="*/ 890359 h 951537"/>
                <a:gd name="connsiteX2" fmla="*/ 877176 w 1940333"/>
                <a:gd name="connsiteY2" fmla="*/ 142 h 951537"/>
                <a:gd name="connsiteX3" fmla="*/ 1190038 w 1940333"/>
                <a:gd name="connsiteY3" fmla="*/ 297095 h 951537"/>
                <a:gd name="connsiteX4" fmla="*/ 1940333 w 1940333"/>
                <a:gd name="connsiteY4" fmla="*/ 951537 h 951537"/>
                <a:gd name="connsiteX0" fmla="*/ 0 w 1940333"/>
                <a:gd name="connsiteY0" fmla="*/ 935125 h 951537"/>
                <a:gd name="connsiteX1" fmla="*/ 181284 w 1940333"/>
                <a:gd name="connsiteY1" fmla="*/ 890359 h 951537"/>
                <a:gd name="connsiteX2" fmla="*/ 877176 w 1940333"/>
                <a:gd name="connsiteY2" fmla="*/ 142 h 951537"/>
                <a:gd name="connsiteX3" fmla="*/ 1190038 w 1940333"/>
                <a:gd name="connsiteY3" fmla="*/ 297095 h 951537"/>
                <a:gd name="connsiteX4" fmla="*/ 1940333 w 1940333"/>
                <a:gd name="connsiteY4" fmla="*/ 951537 h 951537"/>
                <a:gd name="connsiteX0" fmla="*/ 0 w 1940333"/>
                <a:gd name="connsiteY0" fmla="*/ 936132 h 952544"/>
                <a:gd name="connsiteX1" fmla="*/ 181284 w 1940333"/>
                <a:gd name="connsiteY1" fmla="*/ 891366 h 952544"/>
                <a:gd name="connsiteX2" fmla="*/ 877176 w 1940333"/>
                <a:gd name="connsiteY2" fmla="*/ 1149 h 952544"/>
                <a:gd name="connsiteX3" fmla="*/ 1190038 w 1940333"/>
                <a:gd name="connsiteY3" fmla="*/ 298102 h 952544"/>
                <a:gd name="connsiteX4" fmla="*/ 1940333 w 1940333"/>
                <a:gd name="connsiteY4" fmla="*/ 952544 h 952544"/>
                <a:gd name="connsiteX0" fmla="*/ 0 w 1940333"/>
                <a:gd name="connsiteY0" fmla="*/ 936132 h 952544"/>
                <a:gd name="connsiteX1" fmla="*/ 181284 w 1940333"/>
                <a:gd name="connsiteY1" fmla="*/ 891366 h 952544"/>
                <a:gd name="connsiteX2" fmla="*/ 877176 w 1940333"/>
                <a:gd name="connsiteY2" fmla="*/ 1149 h 952544"/>
                <a:gd name="connsiteX3" fmla="*/ 1210819 w 1940333"/>
                <a:gd name="connsiteY3" fmla="*/ 298102 h 952544"/>
                <a:gd name="connsiteX4" fmla="*/ 1940333 w 1940333"/>
                <a:gd name="connsiteY4" fmla="*/ 952544 h 952544"/>
                <a:gd name="connsiteX0" fmla="*/ 0 w 1940333"/>
                <a:gd name="connsiteY0" fmla="*/ 941277 h 957689"/>
                <a:gd name="connsiteX1" fmla="*/ 181284 w 1940333"/>
                <a:gd name="connsiteY1" fmla="*/ 896511 h 957689"/>
                <a:gd name="connsiteX2" fmla="*/ 725660 w 1940333"/>
                <a:gd name="connsiteY2" fmla="*/ 193998 h 957689"/>
                <a:gd name="connsiteX3" fmla="*/ 877176 w 1940333"/>
                <a:gd name="connsiteY3" fmla="*/ 6294 h 957689"/>
                <a:gd name="connsiteX4" fmla="*/ 1210819 w 1940333"/>
                <a:gd name="connsiteY4" fmla="*/ 303247 h 957689"/>
                <a:gd name="connsiteX5" fmla="*/ 1940333 w 1940333"/>
                <a:gd name="connsiteY5" fmla="*/ 957689 h 957689"/>
                <a:gd name="connsiteX0" fmla="*/ 0 w 1940333"/>
                <a:gd name="connsiteY0" fmla="*/ 936133 h 952545"/>
                <a:gd name="connsiteX1" fmla="*/ 181284 w 1940333"/>
                <a:gd name="connsiteY1" fmla="*/ 891367 h 952545"/>
                <a:gd name="connsiteX2" fmla="*/ 725660 w 1940333"/>
                <a:gd name="connsiteY2" fmla="*/ 188854 h 952545"/>
                <a:gd name="connsiteX3" fmla="*/ 877176 w 1940333"/>
                <a:gd name="connsiteY3" fmla="*/ 1150 h 952545"/>
                <a:gd name="connsiteX4" fmla="*/ 1210819 w 1940333"/>
                <a:gd name="connsiteY4" fmla="*/ 298103 h 952545"/>
                <a:gd name="connsiteX5" fmla="*/ 1940333 w 1940333"/>
                <a:gd name="connsiteY5" fmla="*/ 952545 h 95254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725660 w 1940333"/>
                <a:gd name="connsiteY1" fmla="*/ 187704 h 951395"/>
                <a:gd name="connsiteX2" fmla="*/ 877176 w 1940333"/>
                <a:gd name="connsiteY2" fmla="*/ 0 h 951395"/>
                <a:gd name="connsiteX3" fmla="*/ 1210819 w 1940333"/>
                <a:gd name="connsiteY3" fmla="*/ 296953 h 951395"/>
                <a:gd name="connsiteX4" fmla="*/ 1940333 w 1940333"/>
                <a:gd name="connsiteY4" fmla="*/ 951395 h 951395"/>
                <a:gd name="connsiteX0" fmla="*/ 0 w 1286307"/>
                <a:gd name="connsiteY0" fmla="*/ 431135 h 951395"/>
                <a:gd name="connsiteX1" fmla="*/ 71634 w 1286307"/>
                <a:gd name="connsiteY1" fmla="*/ 187704 h 951395"/>
                <a:gd name="connsiteX2" fmla="*/ 223150 w 1286307"/>
                <a:gd name="connsiteY2" fmla="*/ 0 h 951395"/>
                <a:gd name="connsiteX3" fmla="*/ 556793 w 1286307"/>
                <a:gd name="connsiteY3" fmla="*/ 296953 h 951395"/>
                <a:gd name="connsiteX4" fmla="*/ 1286307 w 1286307"/>
                <a:gd name="connsiteY4" fmla="*/ 951395 h 951395"/>
                <a:gd name="connsiteX0" fmla="*/ 0 w 1270037"/>
                <a:gd name="connsiteY0" fmla="*/ 436611 h 951395"/>
                <a:gd name="connsiteX1" fmla="*/ 55364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83 h 951467"/>
                <a:gd name="connsiteX1" fmla="*/ 61872 w 1270037"/>
                <a:gd name="connsiteY1" fmla="*/ 187776 h 951467"/>
                <a:gd name="connsiteX2" fmla="*/ 206880 w 1270037"/>
                <a:gd name="connsiteY2" fmla="*/ 72 h 951467"/>
                <a:gd name="connsiteX3" fmla="*/ 540523 w 1270037"/>
                <a:gd name="connsiteY3" fmla="*/ 297025 h 951467"/>
                <a:gd name="connsiteX4" fmla="*/ 1270037 w 1270037"/>
                <a:gd name="connsiteY4" fmla="*/ 951467 h 951467"/>
                <a:gd name="connsiteX0" fmla="*/ 0 w 1121460"/>
                <a:gd name="connsiteY0" fmla="*/ 436683 h 951467"/>
                <a:gd name="connsiteX1" fmla="*/ 61872 w 1121460"/>
                <a:gd name="connsiteY1" fmla="*/ 187776 h 951467"/>
                <a:gd name="connsiteX2" fmla="*/ 206880 w 1121460"/>
                <a:gd name="connsiteY2" fmla="*/ 72 h 951467"/>
                <a:gd name="connsiteX3" fmla="*/ 540523 w 1121460"/>
                <a:gd name="connsiteY3" fmla="*/ 297025 h 951467"/>
                <a:gd name="connsiteX4" fmla="*/ 1121460 w 1121460"/>
                <a:gd name="connsiteY4" fmla="*/ 951467 h 951467"/>
                <a:gd name="connsiteX0" fmla="*/ 0 w 1121460"/>
                <a:gd name="connsiteY0" fmla="*/ 436683 h 951467"/>
                <a:gd name="connsiteX1" fmla="*/ 61872 w 1121460"/>
                <a:gd name="connsiteY1" fmla="*/ 187776 h 951467"/>
                <a:gd name="connsiteX2" fmla="*/ 206880 w 1121460"/>
                <a:gd name="connsiteY2" fmla="*/ 72 h 951467"/>
                <a:gd name="connsiteX3" fmla="*/ 540523 w 1121460"/>
                <a:gd name="connsiteY3" fmla="*/ 297025 h 951467"/>
                <a:gd name="connsiteX4" fmla="*/ 1121460 w 1121460"/>
                <a:gd name="connsiteY4" fmla="*/ 951467 h 951467"/>
                <a:gd name="connsiteX0" fmla="*/ 0 w 1102528"/>
                <a:gd name="connsiteY0" fmla="*/ 436683 h 955585"/>
                <a:gd name="connsiteX1" fmla="*/ 61872 w 1102528"/>
                <a:gd name="connsiteY1" fmla="*/ 187776 h 955585"/>
                <a:gd name="connsiteX2" fmla="*/ 206880 w 1102528"/>
                <a:gd name="connsiteY2" fmla="*/ 72 h 955585"/>
                <a:gd name="connsiteX3" fmla="*/ 540523 w 1102528"/>
                <a:gd name="connsiteY3" fmla="*/ 297025 h 955585"/>
                <a:gd name="connsiteX4" fmla="*/ 1102528 w 1102528"/>
                <a:gd name="connsiteY4" fmla="*/ 955585 h 955585"/>
                <a:gd name="connsiteX0" fmla="*/ 0 w 1102528"/>
                <a:gd name="connsiteY0" fmla="*/ 436683 h 955585"/>
                <a:gd name="connsiteX1" fmla="*/ 61872 w 1102528"/>
                <a:gd name="connsiteY1" fmla="*/ 187776 h 955585"/>
                <a:gd name="connsiteX2" fmla="*/ 206880 w 1102528"/>
                <a:gd name="connsiteY2" fmla="*/ 72 h 955585"/>
                <a:gd name="connsiteX3" fmla="*/ 540523 w 1102528"/>
                <a:gd name="connsiteY3" fmla="*/ 297025 h 955585"/>
                <a:gd name="connsiteX4" fmla="*/ 1102528 w 1102528"/>
                <a:gd name="connsiteY4" fmla="*/ 955585 h 955585"/>
                <a:gd name="connsiteX0" fmla="*/ 0 w 1102528"/>
                <a:gd name="connsiteY0" fmla="*/ 436683 h 955585"/>
                <a:gd name="connsiteX1" fmla="*/ 61872 w 1102528"/>
                <a:gd name="connsiteY1" fmla="*/ 187776 h 955585"/>
                <a:gd name="connsiteX2" fmla="*/ 206880 w 1102528"/>
                <a:gd name="connsiteY2" fmla="*/ 72 h 955585"/>
                <a:gd name="connsiteX3" fmla="*/ 540523 w 1102528"/>
                <a:gd name="connsiteY3" fmla="*/ 297025 h 955585"/>
                <a:gd name="connsiteX4" fmla="*/ 1102528 w 1102528"/>
                <a:gd name="connsiteY4" fmla="*/ 955585 h 955585"/>
                <a:gd name="connsiteX0" fmla="*/ 0 w 1102528"/>
                <a:gd name="connsiteY0" fmla="*/ 436683 h 955585"/>
                <a:gd name="connsiteX1" fmla="*/ 61872 w 1102528"/>
                <a:gd name="connsiteY1" fmla="*/ 187776 h 955585"/>
                <a:gd name="connsiteX2" fmla="*/ 206880 w 1102528"/>
                <a:gd name="connsiteY2" fmla="*/ 72 h 955585"/>
                <a:gd name="connsiteX3" fmla="*/ 540523 w 1102528"/>
                <a:gd name="connsiteY3" fmla="*/ 297025 h 955585"/>
                <a:gd name="connsiteX4" fmla="*/ 1102528 w 1102528"/>
                <a:gd name="connsiteY4" fmla="*/ 955585 h 955585"/>
                <a:gd name="connsiteX0" fmla="*/ 0 w 1102528"/>
                <a:gd name="connsiteY0" fmla="*/ 436683 h 955585"/>
                <a:gd name="connsiteX1" fmla="*/ 68125 w 1102528"/>
                <a:gd name="connsiteY1" fmla="*/ 192123 h 955585"/>
                <a:gd name="connsiteX2" fmla="*/ 206880 w 1102528"/>
                <a:gd name="connsiteY2" fmla="*/ 72 h 955585"/>
                <a:gd name="connsiteX3" fmla="*/ 540523 w 1102528"/>
                <a:gd name="connsiteY3" fmla="*/ 297025 h 955585"/>
                <a:gd name="connsiteX4" fmla="*/ 1102528 w 1102528"/>
                <a:gd name="connsiteY4" fmla="*/ 955585 h 955585"/>
                <a:gd name="connsiteX0" fmla="*/ 0 w 1102528"/>
                <a:gd name="connsiteY0" fmla="*/ 436683 h 955585"/>
                <a:gd name="connsiteX1" fmla="*/ 68125 w 1102528"/>
                <a:gd name="connsiteY1" fmla="*/ 192123 h 955585"/>
                <a:gd name="connsiteX2" fmla="*/ 206880 w 1102528"/>
                <a:gd name="connsiteY2" fmla="*/ 72 h 955585"/>
                <a:gd name="connsiteX3" fmla="*/ 540523 w 1102528"/>
                <a:gd name="connsiteY3" fmla="*/ 297025 h 955585"/>
                <a:gd name="connsiteX4" fmla="*/ 1102528 w 1102528"/>
                <a:gd name="connsiteY4" fmla="*/ 955585 h 955585"/>
                <a:gd name="connsiteX0" fmla="*/ 0 w 1102528"/>
                <a:gd name="connsiteY0" fmla="*/ 434511 h 953413"/>
                <a:gd name="connsiteX1" fmla="*/ 68125 w 1102528"/>
                <a:gd name="connsiteY1" fmla="*/ 189951 h 953413"/>
                <a:gd name="connsiteX2" fmla="*/ 215634 w 1102528"/>
                <a:gd name="connsiteY2" fmla="*/ 73 h 953413"/>
                <a:gd name="connsiteX3" fmla="*/ 540523 w 1102528"/>
                <a:gd name="connsiteY3" fmla="*/ 294853 h 953413"/>
                <a:gd name="connsiteX4" fmla="*/ 1102528 w 1102528"/>
                <a:gd name="connsiteY4" fmla="*/ 953413 h 953413"/>
                <a:gd name="connsiteX0" fmla="*/ 0 w 1102528"/>
                <a:gd name="connsiteY0" fmla="*/ 434511 h 953413"/>
                <a:gd name="connsiteX1" fmla="*/ 68125 w 1102528"/>
                <a:gd name="connsiteY1" fmla="*/ 189951 h 953413"/>
                <a:gd name="connsiteX2" fmla="*/ 215634 w 1102528"/>
                <a:gd name="connsiteY2" fmla="*/ 73 h 953413"/>
                <a:gd name="connsiteX3" fmla="*/ 540523 w 1102528"/>
                <a:gd name="connsiteY3" fmla="*/ 294853 h 953413"/>
                <a:gd name="connsiteX4" fmla="*/ 1102528 w 1102528"/>
                <a:gd name="connsiteY4" fmla="*/ 953413 h 953413"/>
                <a:gd name="connsiteX0" fmla="*/ 0 w 1102528"/>
                <a:gd name="connsiteY0" fmla="*/ 432338 h 951240"/>
                <a:gd name="connsiteX1" fmla="*/ 68125 w 1102528"/>
                <a:gd name="connsiteY1" fmla="*/ 187778 h 951240"/>
                <a:gd name="connsiteX2" fmla="*/ 213133 w 1102528"/>
                <a:gd name="connsiteY2" fmla="*/ 74 h 951240"/>
                <a:gd name="connsiteX3" fmla="*/ 540523 w 1102528"/>
                <a:gd name="connsiteY3" fmla="*/ 292680 h 951240"/>
                <a:gd name="connsiteX4" fmla="*/ 1102528 w 1102528"/>
                <a:gd name="connsiteY4" fmla="*/ 951240 h 951240"/>
                <a:gd name="connsiteX0" fmla="*/ 0 w 1102528"/>
                <a:gd name="connsiteY0" fmla="*/ 432410 h 951312"/>
                <a:gd name="connsiteX1" fmla="*/ 68125 w 1102528"/>
                <a:gd name="connsiteY1" fmla="*/ 187850 h 951312"/>
                <a:gd name="connsiteX2" fmla="*/ 213133 w 1102528"/>
                <a:gd name="connsiteY2" fmla="*/ 146 h 951312"/>
                <a:gd name="connsiteX3" fmla="*/ 540523 w 1102528"/>
                <a:gd name="connsiteY3" fmla="*/ 292752 h 951312"/>
                <a:gd name="connsiteX4" fmla="*/ 1102528 w 1102528"/>
                <a:gd name="connsiteY4" fmla="*/ 951312 h 951312"/>
                <a:gd name="connsiteX0" fmla="*/ 0 w 1102528"/>
                <a:gd name="connsiteY0" fmla="*/ 433108 h 952010"/>
                <a:gd name="connsiteX1" fmla="*/ 68125 w 1102528"/>
                <a:gd name="connsiteY1" fmla="*/ 188548 h 952010"/>
                <a:gd name="connsiteX2" fmla="*/ 213133 w 1102528"/>
                <a:gd name="connsiteY2" fmla="*/ 844 h 952010"/>
                <a:gd name="connsiteX3" fmla="*/ 540523 w 1102528"/>
                <a:gd name="connsiteY3" fmla="*/ 293450 h 952010"/>
                <a:gd name="connsiteX4" fmla="*/ 1102528 w 1102528"/>
                <a:gd name="connsiteY4" fmla="*/ 952010 h 952010"/>
                <a:gd name="connsiteX0" fmla="*/ 0 w 1102528"/>
                <a:gd name="connsiteY0" fmla="*/ 433108 h 952010"/>
                <a:gd name="connsiteX1" fmla="*/ 68125 w 1102528"/>
                <a:gd name="connsiteY1" fmla="*/ 188548 h 952010"/>
                <a:gd name="connsiteX2" fmla="*/ 213133 w 1102528"/>
                <a:gd name="connsiteY2" fmla="*/ 844 h 952010"/>
                <a:gd name="connsiteX3" fmla="*/ 540523 w 1102528"/>
                <a:gd name="connsiteY3" fmla="*/ 293450 h 952010"/>
                <a:gd name="connsiteX4" fmla="*/ 1102528 w 1102528"/>
                <a:gd name="connsiteY4" fmla="*/ 952010 h 952010"/>
                <a:gd name="connsiteX0" fmla="*/ 0 w 1102528"/>
                <a:gd name="connsiteY0" fmla="*/ 433108 h 952010"/>
                <a:gd name="connsiteX1" fmla="*/ 68125 w 1102528"/>
                <a:gd name="connsiteY1" fmla="*/ 188548 h 952010"/>
                <a:gd name="connsiteX2" fmla="*/ 213133 w 1102528"/>
                <a:gd name="connsiteY2" fmla="*/ 844 h 952010"/>
                <a:gd name="connsiteX3" fmla="*/ 540523 w 1102528"/>
                <a:gd name="connsiteY3" fmla="*/ 293450 h 952010"/>
                <a:gd name="connsiteX4" fmla="*/ 1102528 w 1102528"/>
                <a:gd name="connsiteY4" fmla="*/ 952010 h 95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28" h="952010">
                  <a:moveTo>
                    <a:pt x="0" y="433108"/>
                  </a:moveTo>
                  <a:cubicBezTo>
                    <a:pt x="1865" y="428381"/>
                    <a:pt x="37605" y="262765"/>
                    <a:pt x="68125" y="188548"/>
                  </a:cubicBezTo>
                  <a:cubicBezTo>
                    <a:pt x="98645" y="114331"/>
                    <a:pt x="140749" y="19038"/>
                    <a:pt x="213133" y="844"/>
                  </a:cubicBezTo>
                  <a:cubicBezTo>
                    <a:pt x="285517" y="-17350"/>
                    <a:pt x="520596" y="264098"/>
                    <a:pt x="540523" y="293450"/>
                  </a:cubicBezTo>
                  <a:cubicBezTo>
                    <a:pt x="589293" y="341744"/>
                    <a:pt x="951612" y="794381"/>
                    <a:pt x="1102528" y="952010"/>
                  </a:cubicBezTo>
                </a:path>
              </a:pathLst>
            </a:custGeom>
            <a:noFill/>
            <a:ln>
              <a:solidFill>
                <a:srgbClr val="5757A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5757AF"/>
                </a:solidFill>
              </a:endParaRPr>
            </a:p>
          </p:txBody>
        </p:sp>
        <p:sp>
          <p:nvSpPr>
            <p:cNvPr id="1043" name="任意形状 1042">
              <a:extLst>
                <a:ext uri="{FF2B5EF4-FFF2-40B4-BE49-F238E27FC236}">
                  <a16:creationId xmlns:a16="http://schemas.microsoft.com/office/drawing/2014/main" id="{062DF453-48C6-0FFE-7635-E84AA55287E8}"/>
                </a:ext>
              </a:extLst>
            </p:cNvPr>
            <p:cNvSpPr/>
            <p:nvPr/>
          </p:nvSpPr>
          <p:spPr>
            <a:xfrm>
              <a:off x="1185606" y="3581444"/>
              <a:ext cx="2266403" cy="1165811"/>
            </a:xfrm>
            <a:custGeom>
              <a:avLst/>
              <a:gdLst>
                <a:gd name="connsiteX0" fmla="*/ 0 w 1765300"/>
                <a:gd name="connsiteY0" fmla="*/ 927259 h 1016468"/>
                <a:gd name="connsiteX1" fmla="*/ 469900 w 1765300"/>
                <a:gd name="connsiteY1" fmla="*/ 927259 h 1016468"/>
                <a:gd name="connsiteX2" fmla="*/ 889000 w 1765300"/>
                <a:gd name="connsiteY2" fmla="*/ 159 h 1016468"/>
                <a:gd name="connsiteX3" fmla="*/ 1308100 w 1765300"/>
                <a:gd name="connsiteY3" fmla="*/ 851059 h 1016468"/>
                <a:gd name="connsiteX4" fmla="*/ 1765300 w 1765300"/>
                <a:gd name="connsiteY4" fmla="*/ 685959 h 1016468"/>
                <a:gd name="connsiteX0" fmla="*/ 0 w 1765300"/>
                <a:gd name="connsiteY0" fmla="*/ 927138 h 994347"/>
                <a:gd name="connsiteX1" fmla="*/ 438369 w 1765300"/>
                <a:gd name="connsiteY1" fmla="*/ 887724 h 994347"/>
                <a:gd name="connsiteX2" fmla="*/ 889000 w 1765300"/>
                <a:gd name="connsiteY2" fmla="*/ 38 h 994347"/>
                <a:gd name="connsiteX3" fmla="*/ 1308100 w 1765300"/>
                <a:gd name="connsiteY3" fmla="*/ 850938 h 994347"/>
                <a:gd name="connsiteX4" fmla="*/ 1765300 w 1765300"/>
                <a:gd name="connsiteY4" fmla="*/ 685838 h 994347"/>
                <a:gd name="connsiteX0" fmla="*/ 0 w 1765300"/>
                <a:gd name="connsiteY0" fmla="*/ 927138 h 956064"/>
                <a:gd name="connsiteX1" fmla="*/ 438369 w 1765300"/>
                <a:gd name="connsiteY1" fmla="*/ 887724 h 956064"/>
                <a:gd name="connsiteX2" fmla="*/ 889000 w 1765300"/>
                <a:gd name="connsiteY2" fmla="*/ 38 h 956064"/>
                <a:gd name="connsiteX3" fmla="*/ 1308100 w 1765300"/>
                <a:gd name="connsiteY3" fmla="*/ 850938 h 956064"/>
                <a:gd name="connsiteX4" fmla="*/ 1765300 w 1765300"/>
                <a:gd name="connsiteY4" fmla="*/ 685838 h 956064"/>
                <a:gd name="connsiteX0" fmla="*/ 0 w 1765300"/>
                <a:gd name="connsiteY0" fmla="*/ 927138 h 929070"/>
                <a:gd name="connsiteX1" fmla="*/ 438369 w 1765300"/>
                <a:gd name="connsiteY1" fmla="*/ 887724 h 929070"/>
                <a:gd name="connsiteX2" fmla="*/ 889000 w 1765300"/>
                <a:gd name="connsiteY2" fmla="*/ 38 h 929070"/>
                <a:gd name="connsiteX3" fmla="*/ 1308100 w 1765300"/>
                <a:gd name="connsiteY3" fmla="*/ 850938 h 929070"/>
                <a:gd name="connsiteX4" fmla="*/ 1765300 w 1765300"/>
                <a:gd name="connsiteY4" fmla="*/ 685838 h 929070"/>
                <a:gd name="connsiteX0" fmla="*/ 0 w 1765300"/>
                <a:gd name="connsiteY0" fmla="*/ 927138 h 932237"/>
                <a:gd name="connsiteX1" fmla="*/ 438369 w 1765300"/>
                <a:gd name="connsiteY1" fmla="*/ 887724 h 932237"/>
                <a:gd name="connsiteX2" fmla="*/ 889000 w 1765300"/>
                <a:gd name="connsiteY2" fmla="*/ 38 h 932237"/>
                <a:gd name="connsiteX3" fmla="*/ 1308100 w 1765300"/>
                <a:gd name="connsiteY3" fmla="*/ 850938 h 932237"/>
                <a:gd name="connsiteX4" fmla="*/ 1765300 w 1765300"/>
                <a:gd name="connsiteY4" fmla="*/ 685838 h 932237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46252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35047 h 943644"/>
                <a:gd name="connsiteX1" fmla="*/ 446252 w 1765300"/>
                <a:gd name="connsiteY1" fmla="*/ 907457 h 943644"/>
                <a:gd name="connsiteX2" fmla="*/ 877176 w 1765300"/>
                <a:gd name="connsiteY2" fmla="*/ 64 h 943644"/>
                <a:gd name="connsiteX3" fmla="*/ 1308100 w 1765300"/>
                <a:gd name="connsiteY3" fmla="*/ 858847 h 943644"/>
                <a:gd name="connsiteX4" fmla="*/ 1765300 w 1765300"/>
                <a:gd name="connsiteY4" fmla="*/ 693747 h 943644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51525 h 960122"/>
                <a:gd name="connsiteX1" fmla="*/ 446252 w 1737710"/>
                <a:gd name="connsiteY1" fmla="*/ 923935 h 960122"/>
                <a:gd name="connsiteX2" fmla="*/ 877176 w 1737710"/>
                <a:gd name="connsiteY2" fmla="*/ 16542 h 960122"/>
                <a:gd name="connsiteX3" fmla="*/ 1216015 w 1737710"/>
                <a:gd name="connsiteY3" fmla="*/ 317790 h 960122"/>
                <a:gd name="connsiteX4" fmla="*/ 1737710 w 1737710"/>
                <a:gd name="connsiteY4" fmla="*/ 757522 h 960122"/>
                <a:gd name="connsiteX0" fmla="*/ 0 w 1737710"/>
                <a:gd name="connsiteY0" fmla="*/ 954435 h 963032"/>
                <a:gd name="connsiteX1" fmla="*/ 446252 w 1737710"/>
                <a:gd name="connsiteY1" fmla="*/ 926845 h 963032"/>
                <a:gd name="connsiteX2" fmla="*/ 877176 w 1737710"/>
                <a:gd name="connsiteY2" fmla="*/ 19452 h 963032"/>
                <a:gd name="connsiteX3" fmla="*/ 1216015 w 1737710"/>
                <a:gd name="connsiteY3" fmla="*/ 320700 h 963032"/>
                <a:gd name="connsiteX4" fmla="*/ 1737710 w 1737710"/>
                <a:gd name="connsiteY4" fmla="*/ 760432 h 963032"/>
                <a:gd name="connsiteX0" fmla="*/ 0 w 1737710"/>
                <a:gd name="connsiteY0" fmla="*/ 935681 h 944278"/>
                <a:gd name="connsiteX1" fmla="*/ 446252 w 1737710"/>
                <a:gd name="connsiteY1" fmla="*/ 908091 h 944278"/>
                <a:gd name="connsiteX2" fmla="*/ 877176 w 1737710"/>
                <a:gd name="connsiteY2" fmla="*/ 698 h 944278"/>
                <a:gd name="connsiteX3" fmla="*/ 1216015 w 1737710"/>
                <a:gd name="connsiteY3" fmla="*/ 301946 h 944278"/>
                <a:gd name="connsiteX4" fmla="*/ 1737710 w 1737710"/>
                <a:gd name="connsiteY4" fmla="*/ 741678 h 944278"/>
                <a:gd name="connsiteX0" fmla="*/ 0 w 1737710"/>
                <a:gd name="connsiteY0" fmla="*/ 935001 h 943598"/>
                <a:gd name="connsiteX1" fmla="*/ 446252 w 1737710"/>
                <a:gd name="connsiteY1" fmla="*/ 907411 h 943598"/>
                <a:gd name="connsiteX2" fmla="*/ 877176 w 1737710"/>
                <a:gd name="connsiteY2" fmla="*/ 18 h 943598"/>
                <a:gd name="connsiteX3" fmla="*/ 1216015 w 1737710"/>
                <a:gd name="connsiteY3" fmla="*/ 301266 h 943598"/>
                <a:gd name="connsiteX4" fmla="*/ 1737710 w 1737710"/>
                <a:gd name="connsiteY4" fmla="*/ 740998 h 943598"/>
                <a:gd name="connsiteX0" fmla="*/ 0 w 1737710"/>
                <a:gd name="connsiteY0" fmla="*/ 935079 h 943676"/>
                <a:gd name="connsiteX1" fmla="*/ 446252 w 1737710"/>
                <a:gd name="connsiteY1" fmla="*/ 907489 h 943676"/>
                <a:gd name="connsiteX2" fmla="*/ 877176 w 1737710"/>
                <a:gd name="connsiteY2" fmla="*/ 96 h 943676"/>
                <a:gd name="connsiteX3" fmla="*/ 1216015 w 1737710"/>
                <a:gd name="connsiteY3" fmla="*/ 301344 h 943676"/>
                <a:gd name="connsiteX4" fmla="*/ 1737710 w 1737710"/>
                <a:gd name="connsiteY4" fmla="*/ 741076 h 943676"/>
                <a:gd name="connsiteX0" fmla="*/ 0 w 1737710"/>
                <a:gd name="connsiteY0" fmla="*/ 935352 h 943949"/>
                <a:gd name="connsiteX1" fmla="*/ 446252 w 1737710"/>
                <a:gd name="connsiteY1" fmla="*/ 907762 h 943949"/>
                <a:gd name="connsiteX2" fmla="*/ 877176 w 1737710"/>
                <a:gd name="connsiteY2" fmla="*/ 369 h 943949"/>
                <a:gd name="connsiteX3" fmla="*/ 1216015 w 1737710"/>
                <a:gd name="connsiteY3" fmla="*/ 301617 h 943949"/>
                <a:gd name="connsiteX4" fmla="*/ 1737710 w 1737710"/>
                <a:gd name="connsiteY4" fmla="*/ 741349 h 943949"/>
                <a:gd name="connsiteX0" fmla="*/ 0 w 1737710"/>
                <a:gd name="connsiteY0" fmla="*/ 935288 h 943885"/>
                <a:gd name="connsiteX1" fmla="*/ 446252 w 1737710"/>
                <a:gd name="connsiteY1" fmla="*/ 907698 h 943885"/>
                <a:gd name="connsiteX2" fmla="*/ 877176 w 1737710"/>
                <a:gd name="connsiteY2" fmla="*/ 305 h 943885"/>
                <a:gd name="connsiteX3" fmla="*/ 1216015 w 1737710"/>
                <a:gd name="connsiteY3" fmla="*/ 301553 h 943885"/>
                <a:gd name="connsiteX4" fmla="*/ 1737710 w 1737710"/>
                <a:gd name="connsiteY4" fmla="*/ 741285 h 943885"/>
                <a:gd name="connsiteX0" fmla="*/ 0 w 1737710"/>
                <a:gd name="connsiteY0" fmla="*/ 935288 h 943885"/>
                <a:gd name="connsiteX1" fmla="*/ 446252 w 1737710"/>
                <a:gd name="connsiteY1" fmla="*/ 907698 h 943885"/>
                <a:gd name="connsiteX2" fmla="*/ 877176 w 1737710"/>
                <a:gd name="connsiteY2" fmla="*/ 305 h 943885"/>
                <a:gd name="connsiteX3" fmla="*/ 1216015 w 1737710"/>
                <a:gd name="connsiteY3" fmla="*/ 301553 h 943885"/>
                <a:gd name="connsiteX4" fmla="*/ 1737710 w 1737710"/>
                <a:gd name="connsiteY4" fmla="*/ 741285 h 943885"/>
                <a:gd name="connsiteX0" fmla="*/ 0 w 1644192"/>
                <a:gd name="connsiteY0" fmla="*/ 935288 h 943885"/>
                <a:gd name="connsiteX1" fmla="*/ 446252 w 1644192"/>
                <a:gd name="connsiteY1" fmla="*/ 907698 h 943885"/>
                <a:gd name="connsiteX2" fmla="*/ 877176 w 1644192"/>
                <a:gd name="connsiteY2" fmla="*/ 305 h 943885"/>
                <a:gd name="connsiteX3" fmla="*/ 1216015 w 1644192"/>
                <a:gd name="connsiteY3" fmla="*/ 301553 h 943885"/>
                <a:gd name="connsiteX4" fmla="*/ 1644192 w 1644192"/>
                <a:gd name="connsiteY4" fmla="*/ 784227 h 943885"/>
                <a:gd name="connsiteX0" fmla="*/ 0 w 1940333"/>
                <a:gd name="connsiteY0" fmla="*/ 935288 h 951700"/>
                <a:gd name="connsiteX1" fmla="*/ 446252 w 1940333"/>
                <a:gd name="connsiteY1" fmla="*/ 907698 h 951700"/>
                <a:gd name="connsiteX2" fmla="*/ 877176 w 1940333"/>
                <a:gd name="connsiteY2" fmla="*/ 305 h 951700"/>
                <a:gd name="connsiteX3" fmla="*/ 1216015 w 1940333"/>
                <a:gd name="connsiteY3" fmla="*/ 301553 h 951700"/>
                <a:gd name="connsiteX4" fmla="*/ 1940333 w 1940333"/>
                <a:gd name="connsiteY4" fmla="*/ 951700 h 951700"/>
                <a:gd name="connsiteX0" fmla="*/ 0 w 1940333"/>
                <a:gd name="connsiteY0" fmla="*/ 935288 h 951700"/>
                <a:gd name="connsiteX1" fmla="*/ 446252 w 1940333"/>
                <a:gd name="connsiteY1" fmla="*/ 907698 h 951700"/>
                <a:gd name="connsiteX2" fmla="*/ 877176 w 1940333"/>
                <a:gd name="connsiteY2" fmla="*/ 305 h 951700"/>
                <a:gd name="connsiteX3" fmla="*/ 1216015 w 1940333"/>
                <a:gd name="connsiteY3" fmla="*/ 301553 h 951700"/>
                <a:gd name="connsiteX4" fmla="*/ 1940333 w 1940333"/>
                <a:gd name="connsiteY4" fmla="*/ 951700 h 951700"/>
                <a:gd name="connsiteX0" fmla="*/ 0 w 1940333"/>
                <a:gd name="connsiteY0" fmla="*/ 951505 h 967917"/>
                <a:gd name="connsiteX1" fmla="*/ 181284 w 1940333"/>
                <a:gd name="connsiteY1" fmla="*/ 906739 h 967917"/>
                <a:gd name="connsiteX2" fmla="*/ 877176 w 1940333"/>
                <a:gd name="connsiteY2" fmla="*/ 16522 h 967917"/>
                <a:gd name="connsiteX3" fmla="*/ 1216015 w 1940333"/>
                <a:gd name="connsiteY3" fmla="*/ 317770 h 967917"/>
                <a:gd name="connsiteX4" fmla="*/ 1940333 w 1940333"/>
                <a:gd name="connsiteY4" fmla="*/ 967917 h 967917"/>
                <a:gd name="connsiteX0" fmla="*/ 0 w 1940333"/>
                <a:gd name="connsiteY0" fmla="*/ 935057 h 951469"/>
                <a:gd name="connsiteX1" fmla="*/ 181284 w 1940333"/>
                <a:gd name="connsiteY1" fmla="*/ 890291 h 951469"/>
                <a:gd name="connsiteX2" fmla="*/ 877176 w 1940333"/>
                <a:gd name="connsiteY2" fmla="*/ 74 h 951469"/>
                <a:gd name="connsiteX3" fmla="*/ 1216015 w 1940333"/>
                <a:gd name="connsiteY3" fmla="*/ 301322 h 951469"/>
                <a:gd name="connsiteX4" fmla="*/ 1940333 w 1940333"/>
                <a:gd name="connsiteY4" fmla="*/ 951469 h 951469"/>
                <a:gd name="connsiteX0" fmla="*/ 0 w 1940333"/>
                <a:gd name="connsiteY0" fmla="*/ 951865 h 968277"/>
                <a:gd name="connsiteX1" fmla="*/ 181284 w 1940333"/>
                <a:gd name="connsiteY1" fmla="*/ 907099 h 968277"/>
                <a:gd name="connsiteX2" fmla="*/ 877176 w 1940333"/>
                <a:gd name="connsiteY2" fmla="*/ 16882 h 968277"/>
                <a:gd name="connsiteX3" fmla="*/ 1190038 w 1940333"/>
                <a:gd name="connsiteY3" fmla="*/ 313835 h 968277"/>
                <a:gd name="connsiteX4" fmla="*/ 1940333 w 1940333"/>
                <a:gd name="connsiteY4" fmla="*/ 968277 h 968277"/>
                <a:gd name="connsiteX0" fmla="*/ 0 w 1940333"/>
                <a:gd name="connsiteY0" fmla="*/ 935125 h 951537"/>
                <a:gd name="connsiteX1" fmla="*/ 181284 w 1940333"/>
                <a:gd name="connsiteY1" fmla="*/ 890359 h 951537"/>
                <a:gd name="connsiteX2" fmla="*/ 877176 w 1940333"/>
                <a:gd name="connsiteY2" fmla="*/ 142 h 951537"/>
                <a:gd name="connsiteX3" fmla="*/ 1190038 w 1940333"/>
                <a:gd name="connsiteY3" fmla="*/ 297095 h 951537"/>
                <a:gd name="connsiteX4" fmla="*/ 1940333 w 1940333"/>
                <a:gd name="connsiteY4" fmla="*/ 951537 h 951537"/>
                <a:gd name="connsiteX0" fmla="*/ 0 w 1940333"/>
                <a:gd name="connsiteY0" fmla="*/ 935125 h 951537"/>
                <a:gd name="connsiteX1" fmla="*/ 181284 w 1940333"/>
                <a:gd name="connsiteY1" fmla="*/ 890359 h 951537"/>
                <a:gd name="connsiteX2" fmla="*/ 877176 w 1940333"/>
                <a:gd name="connsiteY2" fmla="*/ 142 h 951537"/>
                <a:gd name="connsiteX3" fmla="*/ 1190038 w 1940333"/>
                <a:gd name="connsiteY3" fmla="*/ 297095 h 951537"/>
                <a:gd name="connsiteX4" fmla="*/ 1940333 w 1940333"/>
                <a:gd name="connsiteY4" fmla="*/ 951537 h 951537"/>
                <a:gd name="connsiteX0" fmla="*/ 0 w 1940333"/>
                <a:gd name="connsiteY0" fmla="*/ 936132 h 952544"/>
                <a:gd name="connsiteX1" fmla="*/ 181284 w 1940333"/>
                <a:gd name="connsiteY1" fmla="*/ 891366 h 952544"/>
                <a:gd name="connsiteX2" fmla="*/ 877176 w 1940333"/>
                <a:gd name="connsiteY2" fmla="*/ 1149 h 952544"/>
                <a:gd name="connsiteX3" fmla="*/ 1190038 w 1940333"/>
                <a:gd name="connsiteY3" fmla="*/ 298102 h 952544"/>
                <a:gd name="connsiteX4" fmla="*/ 1940333 w 1940333"/>
                <a:gd name="connsiteY4" fmla="*/ 952544 h 952544"/>
                <a:gd name="connsiteX0" fmla="*/ 0 w 1940333"/>
                <a:gd name="connsiteY0" fmla="*/ 936132 h 952544"/>
                <a:gd name="connsiteX1" fmla="*/ 181284 w 1940333"/>
                <a:gd name="connsiteY1" fmla="*/ 891366 h 952544"/>
                <a:gd name="connsiteX2" fmla="*/ 877176 w 1940333"/>
                <a:gd name="connsiteY2" fmla="*/ 1149 h 952544"/>
                <a:gd name="connsiteX3" fmla="*/ 1210819 w 1940333"/>
                <a:gd name="connsiteY3" fmla="*/ 298102 h 952544"/>
                <a:gd name="connsiteX4" fmla="*/ 1940333 w 1940333"/>
                <a:gd name="connsiteY4" fmla="*/ 952544 h 952544"/>
                <a:gd name="connsiteX0" fmla="*/ 0 w 1940333"/>
                <a:gd name="connsiteY0" fmla="*/ 941277 h 957689"/>
                <a:gd name="connsiteX1" fmla="*/ 181284 w 1940333"/>
                <a:gd name="connsiteY1" fmla="*/ 896511 h 957689"/>
                <a:gd name="connsiteX2" fmla="*/ 725660 w 1940333"/>
                <a:gd name="connsiteY2" fmla="*/ 193998 h 957689"/>
                <a:gd name="connsiteX3" fmla="*/ 877176 w 1940333"/>
                <a:gd name="connsiteY3" fmla="*/ 6294 h 957689"/>
                <a:gd name="connsiteX4" fmla="*/ 1210819 w 1940333"/>
                <a:gd name="connsiteY4" fmla="*/ 303247 h 957689"/>
                <a:gd name="connsiteX5" fmla="*/ 1940333 w 1940333"/>
                <a:gd name="connsiteY5" fmla="*/ 957689 h 957689"/>
                <a:gd name="connsiteX0" fmla="*/ 0 w 1940333"/>
                <a:gd name="connsiteY0" fmla="*/ 936133 h 952545"/>
                <a:gd name="connsiteX1" fmla="*/ 181284 w 1940333"/>
                <a:gd name="connsiteY1" fmla="*/ 891367 h 952545"/>
                <a:gd name="connsiteX2" fmla="*/ 725660 w 1940333"/>
                <a:gd name="connsiteY2" fmla="*/ 188854 h 952545"/>
                <a:gd name="connsiteX3" fmla="*/ 877176 w 1940333"/>
                <a:gd name="connsiteY3" fmla="*/ 1150 h 952545"/>
                <a:gd name="connsiteX4" fmla="*/ 1210819 w 1940333"/>
                <a:gd name="connsiteY4" fmla="*/ 298103 h 952545"/>
                <a:gd name="connsiteX5" fmla="*/ 1940333 w 1940333"/>
                <a:gd name="connsiteY5" fmla="*/ 952545 h 95254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181284 w 1940333"/>
                <a:gd name="connsiteY1" fmla="*/ 890217 h 951395"/>
                <a:gd name="connsiteX2" fmla="*/ 725660 w 1940333"/>
                <a:gd name="connsiteY2" fmla="*/ 187704 h 951395"/>
                <a:gd name="connsiteX3" fmla="*/ 877176 w 1940333"/>
                <a:gd name="connsiteY3" fmla="*/ 0 h 951395"/>
                <a:gd name="connsiteX4" fmla="*/ 1210819 w 1940333"/>
                <a:gd name="connsiteY4" fmla="*/ 296953 h 951395"/>
                <a:gd name="connsiteX5" fmla="*/ 1940333 w 1940333"/>
                <a:gd name="connsiteY5" fmla="*/ 951395 h 951395"/>
                <a:gd name="connsiteX0" fmla="*/ 0 w 1940333"/>
                <a:gd name="connsiteY0" fmla="*/ 934983 h 951395"/>
                <a:gd name="connsiteX1" fmla="*/ 725660 w 1940333"/>
                <a:gd name="connsiteY1" fmla="*/ 187704 h 951395"/>
                <a:gd name="connsiteX2" fmla="*/ 877176 w 1940333"/>
                <a:gd name="connsiteY2" fmla="*/ 0 h 951395"/>
                <a:gd name="connsiteX3" fmla="*/ 1210819 w 1940333"/>
                <a:gd name="connsiteY3" fmla="*/ 296953 h 951395"/>
                <a:gd name="connsiteX4" fmla="*/ 1940333 w 1940333"/>
                <a:gd name="connsiteY4" fmla="*/ 951395 h 951395"/>
                <a:gd name="connsiteX0" fmla="*/ 0 w 1286307"/>
                <a:gd name="connsiteY0" fmla="*/ 431135 h 951395"/>
                <a:gd name="connsiteX1" fmla="*/ 71634 w 1286307"/>
                <a:gd name="connsiteY1" fmla="*/ 187704 h 951395"/>
                <a:gd name="connsiteX2" fmla="*/ 223150 w 1286307"/>
                <a:gd name="connsiteY2" fmla="*/ 0 h 951395"/>
                <a:gd name="connsiteX3" fmla="*/ 556793 w 1286307"/>
                <a:gd name="connsiteY3" fmla="*/ 296953 h 951395"/>
                <a:gd name="connsiteX4" fmla="*/ 1286307 w 1286307"/>
                <a:gd name="connsiteY4" fmla="*/ 951395 h 951395"/>
                <a:gd name="connsiteX0" fmla="*/ 0 w 1270037"/>
                <a:gd name="connsiteY0" fmla="*/ 436611 h 951395"/>
                <a:gd name="connsiteX1" fmla="*/ 55364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11 h 951395"/>
                <a:gd name="connsiteX1" fmla="*/ 61872 w 1270037"/>
                <a:gd name="connsiteY1" fmla="*/ 187704 h 951395"/>
                <a:gd name="connsiteX2" fmla="*/ 206880 w 1270037"/>
                <a:gd name="connsiteY2" fmla="*/ 0 h 951395"/>
                <a:gd name="connsiteX3" fmla="*/ 540523 w 1270037"/>
                <a:gd name="connsiteY3" fmla="*/ 296953 h 951395"/>
                <a:gd name="connsiteX4" fmla="*/ 1270037 w 1270037"/>
                <a:gd name="connsiteY4" fmla="*/ 951395 h 951395"/>
                <a:gd name="connsiteX0" fmla="*/ 0 w 1270037"/>
                <a:gd name="connsiteY0" fmla="*/ 436683 h 951467"/>
                <a:gd name="connsiteX1" fmla="*/ 61872 w 1270037"/>
                <a:gd name="connsiteY1" fmla="*/ 187776 h 951467"/>
                <a:gd name="connsiteX2" fmla="*/ 206880 w 1270037"/>
                <a:gd name="connsiteY2" fmla="*/ 72 h 951467"/>
                <a:gd name="connsiteX3" fmla="*/ 540523 w 1270037"/>
                <a:gd name="connsiteY3" fmla="*/ 297025 h 951467"/>
                <a:gd name="connsiteX4" fmla="*/ 1270037 w 1270037"/>
                <a:gd name="connsiteY4" fmla="*/ 951467 h 951467"/>
                <a:gd name="connsiteX0" fmla="*/ 0 w 1273291"/>
                <a:gd name="connsiteY0" fmla="*/ 967914 h 967914"/>
                <a:gd name="connsiteX1" fmla="*/ 65126 w 1273291"/>
                <a:gd name="connsiteY1" fmla="*/ 187776 h 967914"/>
                <a:gd name="connsiteX2" fmla="*/ 210134 w 1273291"/>
                <a:gd name="connsiteY2" fmla="*/ 72 h 967914"/>
                <a:gd name="connsiteX3" fmla="*/ 543777 w 1273291"/>
                <a:gd name="connsiteY3" fmla="*/ 297025 h 967914"/>
                <a:gd name="connsiteX4" fmla="*/ 1273291 w 1273291"/>
                <a:gd name="connsiteY4" fmla="*/ 951467 h 967914"/>
                <a:gd name="connsiteX0" fmla="*/ 3327 w 1276618"/>
                <a:gd name="connsiteY0" fmla="*/ 967914 h 967914"/>
                <a:gd name="connsiteX1" fmla="*/ 3475 w 1276618"/>
                <a:gd name="connsiteY1" fmla="*/ 434223 h 967914"/>
                <a:gd name="connsiteX2" fmla="*/ 68453 w 1276618"/>
                <a:gd name="connsiteY2" fmla="*/ 187776 h 967914"/>
                <a:gd name="connsiteX3" fmla="*/ 213461 w 1276618"/>
                <a:gd name="connsiteY3" fmla="*/ 72 h 967914"/>
                <a:gd name="connsiteX4" fmla="*/ 547104 w 1276618"/>
                <a:gd name="connsiteY4" fmla="*/ 297025 h 967914"/>
                <a:gd name="connsiteX5" fmla="*/ 1276618 w 1276618"/>
                <a:gd name="connsiteY5" fmla="*/ 951467 h 967914"/>
                <a:gd name="connsiteX0" fmla="*/ 3327 w 1128041"/>
                <a:gd name="connsiteY0" fmla="*/ 967914 h 967914"/>
                <a:gd name="connsiteX1" fmla="*/ 3475 w 1128041"/>
                <a:gd name="connsiteY1" fmla="*/ 434223 h 967914"/>
                <a:gd name="connsiteX2" fmla="*/ 68453 w 1128041"/>
                <a:gd name="connsiteY2" fmla="*/ 187776 h 967914"/>
                <a:gd name="connsiteX3" fmla="*/ 213461 w 1128041"/>
                <a:gd name="connsiteY3" fmla="*/ 72 h 967914"/>
                <a:gd name="connsiteX4" fmla="*/ 547104 w 1128041"/>
                <a:gd name="connsiteY4" fmla="*/ 297025 h 967914"/>
                <a:gd name="connsiteX5" fmla="*/ 1128041 w 1128041"/>
                <a:gd name="connsiteY5" fmla="*/ 951467 h 967914"/>
                <a:gd name="connsiteX0" fmla="*/ 3327 w 1128041"/>
                <a:gd name="connsiteY0" fmla="*/ 967914 h 967914"/>
                <a:gd name="connsiteX1" fmla="*/ 3475 w 1128041"/>
                <a:gd name="connsiteY1" fmla="*/ 434223 h 967914"/>
                <a:gd name="connsiteX2" fmla="*/ 68453 w 1128041"/>
                <a:gd name="connsiteY2" fmla="*/ 187776 h 967914"/>
                <a:gd name="connsiteX3" fmla="*/ 213461 w 1128041"/>
                <a:gd name="connsiteY3" fmla="*/ 72 h 967914"/>
                <a:gd name="connsiteX4" fmla="*/ 547104 w 1128041"/>
                <a:gd name="connsiteY4" fmla="*/ 297025 h 967914"/>
                <a:gd name="connsiteX5" fmla="*/ 1128041 w 1128041"/>
                <a:gd name="connsiteY5" fmla="*/ 951467 h 967914"/>
                <a:gd name="connsiteX0" fmla="*/ 3327 w 1116208"/>
                <a:gd name="connsiteY0" fmla="*/ 967914 h 967914"/>
                <a:gd name="connsiteX1" fmla="*/ 3475 w 1116208"/>
                <a:gd name="connsiteY1" fmla="*/ 434223 h 967914"/>
                <a:gd name="connsiteX2" fmla="*/ 68453 w 1116208"/>
                <a:gd name="connsiteY2" fmla="*/ 187776 h 967914"/>
                <a:gd name="connsiteX3" fmla="*/ 213461 w 1116208"/>
                <a:gd name="connsiteY3" fmla="*/ 72 h 967914"/>
                <a:gd name="connsiteX4" fmla="*/ 547104 w 1116208"/>
                <a:gd name="connsiteY4" fmla="*/ 297025 h 967914"/>
                <a:gd name="connsiteX5" fmla="*/ 1116208 w 1116208"/>
                <a:gd name="connsiteY5" fmla="*/ 963821 h 967914"/>
                <a:gd name="connsiteX0" fmla="*/ 3327 w 1116208"/>
                <a:gd name="connsiteY0" fmla="*/ 967914 h 967914"/>
                <a:gd name="connsiteX1" fmla="*/ 3475 w 1116208"/>
                <a:gd name="connsiteY1" fmla="*/ 434223 h 967914"/>
                <a:gd name="connsiteX2" fmla="*/ 68453 w 1116208"/>
                <a:gd name="connsiteY2" fmla="*/ 187776 h 967914"/>
                <a:gd name="connsiteX3" fmla="*/ 213461 w 1116208"/>
                <a:gd name="connsiteY3" fmla="*/ 72 h 967914"/>
                <a:gd name="connsiteX4" fmla="*/ 547104 w 1116208"/>
                <a:gd name="connsiteY4" fmla="*/ 297025 h 967914"/>
                <a:gd name="connsiteX5" fmla="*/ 1116208 w 1116208"/>
                <a:gd name="connsiteY5" fmla="*/ 963821 h 967914"/>
                <a:gd name="connsiteX0" fmla="*/ 3327 w 1116208"/>
                <a:gd name="connsiteY0" fmla="*/ 967914 h 967914"/>
                <a:gd name="connsiteX1" fmla="*/ 3475 w 1116208"/>
                <a:gd name="connsiteY1" fmla="*/ 434223 h 967914"/>
                <a:gd name="connsiteX2" fmla="*/ 73455 w 1116208"/>
                <a:gd name="connsiteY2" fmla="*/ 187776 h 967914"/>
                <a:gd name="connsiteX3" fmla="*/ 213461 w 1116208"/>
                <a:gd name="connsiteY3" fmla="*/ 72 h 967914"/>
                <a:gd name="connsiteX4" fmla="*/ 547104 w 1116208"/>
                <a:gd name="connsiteY4" fmla="*/ 297025 h 967914"/>
                <a:gd name="connsiteX5" fmla="*/ 1116208 w 1116208"/>
                <a:gd name="connsiteY5" fmla="*/ 963821 h 967914"/>
                <a:gd name="connsiteX0" fmla="*/ 3327 w 1116208"/>
                <a:gd name="connsiteY0" fmla="*/ 967914 h 967914"/>
                <a:gd name="connsiteX1" fmla="*/ 3475 w 1116208"/>
                <a:gd name="connsiteY1" fmla="*/ 434223 h 967914"/>
                <a:gd name="connsiteX2" fmla="*/ 73455 w 1116208"/>
                <a:gd name="connsiteY2" fmla="*/ 187776 h 967914"/>
                <a:gd name="connsiteX3" fmla="*/ 213461 w 1116208"/>
                <a:gd name="connsiteY3" fmla="*/ 72 h 967914"/>
                <a:gd name="connsiteX4" fmla="*/ 547104 w 1116208"/>
                <a:gd name="connsiteY4" fmla="*/ 297025 h 967914"/>
                <a:gd name="connsiteX5" fmla="*/ 1116208 w 1116208"/>
                <a:gd name="connsiteY5" fmla="*/ 963821 h 967914"/>
                <a:gd name="connsiteX0" fmla="*/ 3327 w 1116208"/>
                <a:gd name="connsiteY0" fmla="*/ 967914 h 967914"/>
                <a:gd name="connsiteX1" fmla="*/ 3475 w 1116208"/>
                <a:gd name="connsiteY1" fmla="*/ 434223 h 967914"/>
                <a:gd name="connsiteX2" fmla="*/ 73455 w 1116208"/>
                <a:gd name="connsiteY2" fmla="*/ 187776 h 967914"/>
                <a:gd name="connsiteX3" fmla="*/ 213461 w 1116208"/>
                <a:gd name="connsiteY3" fmla="*/ 72 h 967914"/>
                <a:gd name="connsiteX4" fmla="*/ 547104 w 1116208"/>
                <a:gd name="connsiteY4" fmla="*/ 297025 h 967914"/>
                <a:gd name="connsiteX5" fmla="*/ 1116208 w 1116208"/>
                <a:gd name="connsiteY5" fmla="*/ 963821 h 967914"/>
                <a:gd name="connsiteX0" fmla="*/ 3327 w 1116208"/>
                <a:gd name="connsiteY0" fmla="*/ 963569 h 963569"/>
                <a:gd name="connsiteX1" fmla="*/ 3475 w 1116208"/>
                <a:gd name="connsiteY1" fmla="*/ 429878 h 963569"/>
                <a:gd name="connsiteX2" fmla="*/ 73455 w 1116208"/>
                <a:gd name="connsiteY2" fmla="*/ 183431 h 963569"/>
                <a:gd name="connsiteX3" fmla="*/ 217213 w 1116208"/>
                <a:gd name="connsiteY3" fmla="*/ 74 h 963569"/>
                <a:gd name="connsiteX4" fmla="*/ 547104 w 1116208"/>
                <a:gd name="connsiteY4" fmla="*/ 292680 h 963569"/>
                <a:gd name="connsiteX5" fmla="*/ 1116208 w 1116208"/>
                <a:gd name="connsiteY5" fmla="*/ 959476 h 963569"/>
                <a:gd name="connsiteX0" fmla="*/ 0 w 1112881"/>
                <a:gd name="connsiteY0" fmla="*/ 963569 h 963569"/>
                <a:gd name="connsiteX1" fmla="*/ 148 w 1112881"/>
                <a:gd name="connsiteY1" fmla="*/ 429878 h 963569"/>
                <a:gd name="connsiteX2" fmla="*/ 70128 w 1112881"/>
                <a:gd name="connsiteY2" fmla="*/ 183431 h 963569"/>
                <a:gd name="connsiteX3" fmla="*/ 213886 w 1112881"/>
                <a:gd name="connsiteY3" fmla="*/ 74 h 963569"/>
                <a:gd name="connsiteX4" fmla="*/ 543777 w 1112881"/>
                <a:gd name="connsiteY4" fmla="*/ 292680 h 963569"/>
                <a:gd name="connsiteX5" fmla="*/ 1112881 w 1112881"/>
                <a:gd name="connsiteY5" fmla="*/ 959476 h 963569"/>
                <a:gd name="connsiteX0" fmla="*/ 0 w 1112881"/>
                <a:gd name="connsiteY0" fmla="*/ 963569 h 963569"/>
                <a:gd name="connsiteX1" fmla="*/ 148 w 1112881"/>
                <a:gd name="connsiteY1" fmla="*/ 429878 h 963569"/>
                <a:gd name="connsiteX2" fmla="*/ 70128 w 1112881"/>
                <a:gd name="connsiteY2" fmla="*/ 183431 h 963569"/>
                <a:gd name="connsiteX3" fmla="*/ 213886 w 1112881"/>
                <a:gd name="connsiteY3" fmla="*/ 74 h 963569"/>
                <a:gd name="connsiteX4" fmla="*/ 543777 w 1112881"/>
                <a:gd name="connsiteY4" fmla="*/ 292680 h 963569"/>
                <a:gd name="connsiteX5" fmla="*/ 1112881 w 1112881"/>
                <a:gd name="connsiteY5" fmla="*/ 959476 h 963569"/>
                <a:gd name="connsiteX0" fmla="*/ 0 w 1112881"/>
                <a:gd name="connsiteY0" fmla="*/ 963569 h 963569"/>
                <a:gd name="connsiteX1" fmla="*/ 148 w 1112881"/>
                <a:gd name="connsiteY1" fmla="*/ 429878 h 963569"/>
                <a:gd name="connsiteX2" fmla="*/ 70128 w 1112881"/>
                <a:gd name="connsiteY2" fmla="*/ 183431 h 963569"/>
                <a:gd name="connsiteX3" fmla="*/ 213886 w 1112881"/>
                <a:gd name="connsiteY3" fmla="*/ 74 h 963569"/>
                <a:gd name="connsiteX4" fmla="*/ 543777 w 1112881"/>
                <a:gd name="connsiteY4" fmla="*/ 292680 h 963569"/>
                <a:gd name="connsiteX5" fmla="*/ 1112881 w 1112881"/>
                <a:gd name="connsiteY5" fmla="*/ 959476 h 963569"/>
                <a:gd name="connsiteX0" fmla="*/ 79 w 1112960"/>
                <a:gd name="connsiteY0" fmla="*/ 963569 h 963569"/>
                <a:gd name="connsiteX1" fmla="*/ 227 w 1112960"/>
                <a:gd name="connsiteY1" fmla="*/ 429878 h 963569"/>
                <a:gd name="connsiteX2" fmla="*/ 70207 w 1112960"/>
                <a:gd name="connsiteY2" fmla="*/ 183431 h 963569"/>
                <a:gd name="connsiteX3" fmla="*/ 213965 w 1112960"/>
                <a:gd name="connsiteY3" fmla="*/ 74 h 963569"/>
                <a:gd name="connsiteX4" fmla="*/ 543856 w 1112960"/>
                <a:gd name="connsiteY4" fmla="*/ 292680 h 963569"/>
                <a:gd name="connsiteX5" fmla="*/ 1112960 w 1112960"/>
                <a:gd name="connsiteY5" fmla="*/ 959476 h 96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2960" h="963569">
                  <a:moveTo>
                    <a:pt x="79" y="963569"/>
                  </a:moveTo>
                  <a:cubicBezTo>
                    <a:pt x="804" y="824184"/>
                    <a:pt x="-498" y="527968"/>
                    <a:pt x="227" y="429878"/>
                  </a:cubicBezTo>
                  <a:cubicBezTo>
                    <a:pt x="5628" y="412931"/>
                    <a:pt x="38336" y="263759"/>
                    <a:pt x="70207" y="183431"/>
                  </a:cubicBezTo>
                  <a:cubicBezTo>
                    <a:pt x="102078" y="103103"/>
                    <a:pt x="160932" y="4685"/>
                    <a:pt x="213965" y="74"/>
                  </a:cubicBezTo>
                  <a:cubicBezTo>
                    <a:pt x="311360" y="-5079"/>
                    <a:pt x="523929" y="263328"/>
                    <a:pt x="543856" y="292680"/>
                  </a:cubicBezTo>
                  <a:cubicBezTo>
                    <a:pt x="592626" y="340974"/>
                    <a:pt x="922226" y="776602"/>
                    <a:pt x="1112960" y="959476"/>
                  </a:cubicBezTo>
                </a:path>
              </a:pathLst>
            </a:custGeom>
            <a:solidFill>
              <a:srgbClr val="5757AF">
                <a:alpha val="1948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5757AF"/>
                </a:solidFill>
              </a:endParaRPr>
            </a:p>
          </p:txBody>
        </p:sp>
        <p:sp>
          <p:nvSpPr>
            <p:cNvPr id="1045" name="任意形状 1044">
              <a:extLst>
                <a:ext uri="{FF2B5EF4-FFF2-40B4-BE49-F238E27FC236}">
                  <a16:creationId xmlns:a16="http://schemas.microsoft.com/office/drawing/2014/main" id="{27161B72-93C3-2173-00E6-3D9BE8CFC167}"/>
                </a:ext>
              </a:extLst>
            </p:cNvPr>
            <p:cNvSpPr/>
            <p:nvPr/>
          </p:nvSpPr>
          <p:spPr>
            <a:xfrm>
              <a:off x="1182695" y="4032160"/>
              <a:ext cx="2201889" cy="712028"/>
            </a:xfrm>
            <a:custGeom>
              <a:avLst/>
              <a:gdLst>
                <a:gd name="connsiteX0" fmla="*/ 0 w 1765300"/>
                <a:gd name="connsiteY0" fmla="*/ 927259 h 1016468"/>
                <a:gd name="connsiteX1" fmla="*/ 469900 w 1765300"/>
                <a:gd name="connsiteY1" fmla="*/ 927259 h 1016468"/>
                <a:gd name="connsiteX2" fmla="*/ 889000 w 1765300"/>
                <a:gd name="connsiteY2" fmla="*/ 159 h 1016468"/>
                <a:gd name="connsiteX3" fmla="*/ 1308100 w 1765300"/>
                <a:gd name="connsiteY3" fmla="*/ 851059 h 1016468"/>
                <a:gd name="connsiteX4" fmla="*/ 1765300 w 1765300"/>
                <a:gd name="connsiteY4" fmla="*/ 685959 h 1016468"/>
                <a:gd name="connsiteX0" fmla="*/ 0 w 1765300"/>
                <a:gd name="connsiteY0" fmla="*/ 927138 h 994347"/>
                <a:gd name="connsiteX1" fmla="*/ 438369 w 1765300"/>
                <a:gd name="connsiteY1" fmla="*/ 887724 h 994347"/>
                <a:gd name="connsiteX2" fmla="*/ 889000 w 1765300"/>
                <a:gd name="connsiteY2" fmla="*/ 38 h 994347"/>
                <a:gd name="connsiteX3" fmla="*/ 1308100 w 1765300"/>
                <a:gd name="connsiteY3" fmla="*/ 850938 h 994347"/>
                <a:gd name="connsiteX4" fmla="*/ 1765300 w 1765300"/>
                <a:gd name="connsiteY4" fmla="*/ 685838 h 994347"/>
                <a:gd name="connsiteX0" fmla="*/ 0 w 1765300"/>
                <a:gd name="connsiteY0" fmla="*/ 927138 h 956064"/>
                <a:gd name="connsiteX1" fmla="*/ 438369 w 1765300"/>
                <a:gd name="connsiteY1" fmla="*/ 887724 h 956064"/>
                <a:gd name="connsiteX2" fmla="*/ 889000 w 1765300"/>
                <a:gd name="connsiteY2" fmla="*/ 38 h 956064"/>
                <a:gd name="connsiteX3" fmla="*/ 1308100 w 1765300"/>
                <a:gd name="connsiteY3" fmla="*/ 850938 h 956064"/>
                <a:gd name="connsiteX4" fmla="*/ 1765300 w 1765300"/>
                <a:gd name="connsiteY4" fmla="*/ 685838 h 956064"/>
                <a:gd name="connsiteX0" fmla="*/ 0 w 1765300"/>
                <a:gd name="connsiteY0" fmla="*/ 927138 h 929070"/>
                <a:gd name="connsiteX1" fmla="*/ 438369 w 1765300"/>
                <a:gd name="connsiteY1" fmla="*/ 887724 h 929070"/>
                <a:gd name="connsiteX2" fmla="*/ 889000 w 1765300"/>
                <a:gd name="connsiteY2" fmla="*/ 38 h 929070"/>
                <a:gd name="connsiteX3" fmla="*/ 1308100 w 1765300"/>
                <a:gd name="connsiteY3" fmla="*/ 850938 h 929070"/>
                <a:gd name="connsiteX4" fmla="*/ 1765300 w 1765300"/>
                <a:gd name="connsiteY4" fmla="*/ 685838 h 929070"/>
                <a:gd name="connsiteX0" fmla="*/ 0 w 1765300"/>
                <a:gd name="connsiteY0" fmla="*/ 927138 h 932237"/>
                <a:gd name="connsiteX1" fmla="*/ 438369 w 1765300"/>
                <a:gd name="connsiteY1" fmla="*/ 887724 h 932237"/>
                <a:gd name="connsiteX2" fmla="*/ 889000 w 1765300"/>
                <a:gd name="connsiteY2" fmla="*/ 38 h 932237"/>
                <a:gd name="connsiteX3" fmla="*/ 1308100 w 1765300"/>
                <a:gd name="connsiteY3" fmla="*/ 850938 h 932237"/>
                <a:gd name="connsiteX4" fmla="*/ 1765300 w 1765300"/>
                <a:gd name="connsiteY4" fmla="*/ 685838 h 932237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46252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35047 h 943644"/>
                <a:gd name="connsiteX1" fmla="*/ 446252 w 1765300"/>
                <a:gd name="connsiteY1" fmla="*/ 907457 h 943644"/>
                <a:gd name="connsiteX2" fmla="*/ 877176 w 1765300"/>
                <a:gd name="connsiteY2" fmla="*/ 64 h 943644"/>
                <a:gd name="connsiteX3" fmla="*/ 1308100 w 1765300"/>
                <a:gd name="connsiteY3" fmla="*/ 858847 h 943644"/>
                <a:gd name="connsiteX4" fmla="*/ 1765300 w 1765300"/>
                <a:gd name="connsiteY4" fmla="*/ 693747 h 943644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3620336 h 3620356"/>
                <a:gd name="connsiteX1" fmla="*/ 435009 w 1737710"/>
                <a:gd name="connsiteY1" fmla="*/ 800 h 3620356"/>
                <a:gd name="connsiteX2" fmla="*/ 877176 w 1737710"/>
                <a:gd name="connsiteY2" fmla="*/ 2685353 h 3620356"/>
                <a:gd name="connsiteX3" fmla="*/ 1319924 w 1737710"/>
                <a:gd name="connsiteY3" fmla="*/ 3536253 h 3620356"/>
                <a:gd name="connsiteX4" fmla="*/ 1737710 w 1737710"/>
                <a:gd name="connsiteY4" fmla="*/ 3426333 h 3620356"/>
                <a:gd name="connsiteX0" fmla="*/ 0 w 1737710"/>
                <a:gd name="connsiteY0" fmla="*/ 3619575 h 3619595"/>
                <a:gd name="connsiteX1" fmla="*/ 435009 w 1737710"/>
                <a:gd name="connsiteY1" fmla="*/ 39 h 3619595"/>
                <a:gd name="connsiteX2" fmla="*/ 877176 w 1737710"/>
                <a:gd name="connsiteY2" fmla="*/ 2684592 h 3619595"/>
                <a:gd name="connsiteX3" fmla="*/ 1319924 w 1737710"/>
                <a:gd name="connsiteY3" fmla="*/ 3535492 h 3619595"/>
                <a:gd name="connsiteX4" fmla="*/ 1737710 w 1737710"/>
                <a:gd name="connsiteY4" fmla="*/ 3425572 h 3619595"/>
                <a:gd name="connsiteX0" fmla="*/ 0 w 1737710"/>
                <a:gd name="connsiteY0" fmla="*/ 3619575 h 3619595"/>
                <a:gd name="connsiteX1" fmla="*/ 435009 w 1737710"/>
                <a:gd name="connsiteY1" fmla="*/ 39 h 3619595"/>
                <a:gd name="connsiteX2" fmla="*/ 877176 w 1737710"/>
                <a:gd name="connsiteY2" fmla="*/ 2684592 h 3619595"/>
                <a:gd name="connsiteX3" fmla="*/ 1319924 w 1737710"/>
                <a:gd name="connsiteY3" fmla="*/ 3535492 h 3619595"/>
                <a:gd name="connsiteX4" fmla="*/ 1737710 w 1737710"/>
                <a:gd name="connsiteY4" fmla="*/ 3425572 h 3619595"/>
                <a:gd name="connsiteX0" fmla="*/ 0 w 1745205"/>
                <a:gd name="connsiteY0" fmla="*/ 2323513 h 3535496"/>
                <a:gd name="connsiteX1" fmla="*/ 442504 w 1745205"/>
                <a:gd name="connsiteY1" fmla="*/ 39 h 3535496"/>
                <a:gd name="connsiteX2" fmla="*/ 884671 w 1745205"/>
                <a:gd name="connsiteY2" fmla="*/ 2684592 h 3535496"/>
                <a:gd name="connsiteX3" fmla="*/ 1327419 w 1745205"/>
                <a:gd name="connsiteY3" fmla="*/ 3535492 h 3535496"/>
                <a:gd name="connsiteX4" fmla="*/ 1745205 w 1745205"/>
                <a:gd name="connsiteY4" fmla="*/ 3425572 h 3535496"/>
                <a:gd name="connsiteX0" fmla="*/ 0 w 1745205"/>
                <a:gd name="connsiteY0" fmla="*/ 2323513 h 3535492"/>
                <a:gd name="connsiteX1" fmla="*/ 442504 w 1745205"/>
                <a:gd name="connsiteY1" fmla="*/ 39 h 3535492"/>
                <a:gd name="connsiteX2" fmla="*/ 879476 w 1745205"/>
                <a:gd name="connsiteY2" fmla="*/ 2922560 h 3535492"/>
                <a:gd name="connsiteX3" fmla="*/ 1327419 w 1745205"/>
                <a:gd name="connsiteY3" fmla="*/ 3535492 h 3535492"/>
                <a:gd name="connsiteX4" fmla="*/ 1745205 w 1745205"/>
                <a:gd name="connsiteY4" fmla="*/ 3425572 h 3535492"/>
                <a:gd name="connsiteX0" fmla="*/ 0 w 1745205"/>
                <a:gd name="connsiteY0" fmla="*/ 2323513 h 3425571"/>
                <a:gd name="connsiteX1" fmla="*/ 442504 w 1745205"/>
                <a:gd name="connsiteY1" fmla="*/ 39 h 3425571"/>
                <a:gd name="connsiteX2" fmla="*/ 879476 w 1745205"/>
                <a:gd name="connsiteY2" fmla="*/ 2922560 h 3425571"/>
                <a:gd name="connsiteX3" fmla="*/ 1265073 w 1745205"/>
                <a:gd name="connsiteY3" fmla="*/ 3279216 h 3425571"/>
                <a:gd name="connsiteX4" fmla="*/ 1745205 w 1745205"/>
                <a:gd name="connsiteY4" fmla="*/ 3425572 h 3425571"/>
                <a:gd name="connsiteX0" fmla="*/ 0 w 1745205"/>
                <a:gd name="connsiteY0" fmla="*/ 2323513 h 3475909"/>
                <a:gd name="connsiteX1" fmla="*/ 442504 w 1745205"/>
                <a:gd name="connsiteY1" fmla="*/ 39 h 3475909"/>
                <a:gd name="connsiteX2" fmla="*/ 879476 w 1745205"/>
                <a:gd name="connsiteY2" fmla="*/ 2922560 h 3475909"/>
                <a:gd name="connsiteX3" fmla="*/ 1265073 w 1745205"/>
                <a:gd name="connsiteY3" fmla="*/ 3279216 h 3475909"/>
                <a:gd name="connsiteX4" fmla="*/ 1745205 w 1745205"/>
                <a:gd name="connsiteY4" fmla="*/ 3425572 h 3475909"/>
                <a:gd name="connsiteX0" fmla="*/ 0 w 1745205"/>
                <a:gd name="connsiteY0" fmla="*/ 2323513 h 3425571"/>
                <a:gd name="connsiteX1" fmla="*/ 442504 w 1745205"/>
                <a:gd name="connsiteY1" fmla="*/ 39 h 3425571"/>
                <a:gd name="connsiteX2" fmla="*/ 879476 w 1745205"/>
                <a:gd name="connsiteY2" fmla="*/ 2922560 h 3425571"/>
                <a:gd name="connsiteX3" fmla="*/ 1265073 w 1745205"/>
                <a:gd name="connsiteY3" fmla="*/ 3279216 h 3425571"/>
                <a:gd name="connsiteX4" fmla="*/ 1745205 w 1745205"/>
                <a:gd name="connsiteY4" fmla="*/ 3425572 h 3425571"/>
                <a:gd name="connsiteX0" fmla="*/ 0 w 1745205"/>
                <a:gd name="connsiteY0" fmla="*/ 2323513 h 3439139"/>
                <a:gd name="connsiteX1" fmla="*/ 442504 w 1745205"/>
                <a:gd name="connsiteY1" fmla="*/ 39 h 3439139"/>
                <a:gd name="connsiteX2" fmla="*/ 879476 w 1745205"/>
                <a:gd name="connsiteY2" fmla="*/ 2922560 h 3439139"/>
                <a:gd name="connsiteX3" fmla="*/ 1265073 w 1745205"/>
                <a:gd name="connsiteY3" fmla="*/ 3279216 h 3439139"/>
                <a:gd name="connsiteX4" fmla="*/ 1745205 w 1745205"/>
                <a:gd name="connsiteY4" fmla="*/ 3425572 h 3439139"/>
                <a:gd name="connsiteX0" fmla="*/ 0 w 1745205"/>
                <a:gd name="connsiteY0" fmla="*/ 2323513 h 3437370"/>
                <a:gd name="connsiteX1" fmla="*/ 442504 w 1745205"/>
                <a:gd name="connsiteY1" fmla="*/ 39 h 3437370"/>
                <a:gd name="connsiteX2" fmla="*/ 879476 w 1745205"/>
                <a:gd name="connsiteY2" fmla="*/ 2922560 h 3437370"/>
                <a:gd name="connsiteX3" fmla="*/ 1265073 w 1745205"/>
                <a:gd name="connsiteY3" fmla="*/ 3279216 h 3437370"/>
                <a:gd name="connsiteX4" fmla="*/ 1745205 w 1745205"/>
                <a:gd name="connsiteY4" fmla="*/ 3425572 h 3437370"/>
                <a:gd name="connsiteX0" fmla="*/ 0 w 1745205"/>
                <a:gd name="connsiteY0" fmla="*/ 2323513 h 3435351"/>
                <a:gd name="connsiteX1" fmla="*/ 442504 w 1745205"/>
                <a:gd name="connsiteY1" fmla="*/ 39 h 3435351"/>
                <a:gd name="connsiteX2" fmla="*/ 879476 w 1745205"/>
                <a:gd name="connsiteY2" fmla="*/ 2922560 h 3435351"/>
                <a:gd name="connsiteX3" fmla="*/ 1213118 w 1745205"/>
                <a:gd name="connsiteY3" fmla="*/ 3224300 h 3435351"/>
                <a:gd name="connsiteX4" fmla="*/ 1745205 w 1745205"/>
                <a:gd name="connsiteY4" fmla="*/ 3425572 h 3435351"/>
                <a:gd name="connsiteX0" fmla="*/ 0 w 2103691"/>
                <a:gd name="connsiteY0" fmla="*/ 3055723 h 3435351"/>
                <a:gd name="connsiteX1" fmla="*/ 800990 w 2103691"/>
                <a:gd name="connsiteY1" fmla="*/ 39 h 3435351"/>
                <a:gd name="connsiteX2" fmla="*/ 1237962 w 2103691"/>
                <a:gd name="connsiteY2" fmla="*/ 2922560 h 3435351"/>
                <a:gd name="connsiteX3" fmla="*/ 1571604 w 2103691"/>
                <a:gd name="connsiteY3" fmla="*/ 3224300 h 3435351"/>
                <a:gd name="connsiteX4" fmla="*/ 2103691 w 2103691"/>
                <a:gd name="connsiteY4" fmla="*/ 3425572 h 3435351"/>
                <a:gd name="connsiteX0" fmla="*/ 0 w 1745204"/>
                <a:gd name="connsiteY0" fmla="*/ 2817754 h 3435351"/>
                <a:gd name="connsiteX1" fmla="*/ 442503 w 1745204"/>
                <a:gd name="connsiteY1" fmla="*/ 39 h 3435351"/>
                <a:gd name="connsiteX2" fmla="*/ 879475 w 1745204"/>
                <a:gd name="connsiteY2" fmla="*/ 2922560 h 3435351"/>
                <a:gd name="connsiteX3" fmla="*/ 1213117 w 1745204"/>
                <a:gd name="connsiteY3" fmla="*/ 3224300 h 3435351"/>
                <a:gd name="connsiteX4" fmla="*/ 1745204 w 1745204"/>
                <a:gd name="connsiteY4" fmla="*/ 3425572 h 3435351"/>
                <a:gd name="connsiteX0" fmla="*/ 0 w 1745204"/>
                <a:gd name="connsiteY0" fmla="*/ 2819576 h 3437173"/>
                <a:gd name="connsiteX1" fmla="*/ 66224 w 1745204"/>
                <a:gd name="connsiteY1" fmla="*/ 2569990 h 3437173"/>
                <a:gd name="connsiteX2" fmla="*/ 442503 w 1745204"/>
                <a:gd name="connsiteY2" fmla="*/ 1861 h 3437173"/>
                <a:gd name="connsiteX3" fmla="*/ 879475 w 1745204"/>
                <a:gd name="connsiteY3" fmla="*/ 2924382 h 3437173"/>
                <a:gd name="connsiteX4" fmla="*/ 1213117 w 1745204"/>
                <a:gd name="connsiteY4" fmla="*/ 3226122 h 3437173"/>
                <a:gd name="connsiteX5" fmla="*/ 1745204 w 1745204"/>
                <a:gd name="connsiteY5" fmla="*/ 3427394 h 3437173"/>
                <a:gd name="connsiteX0" fmla="*/ 0 w 2098495"/>
                <a:gd name="connsiteY0" fmla="*/ 3075852 h 3437173"/>
                <a:gd name="connsiteX1" fmla="*/ 419515 w 2098495"/>
                <a:gd name="connsiteY1" fmla="*/ 2569990 h 3437173"/>
                <a:gd name="connsiteX2" fmla="*/ 795794 w 2098495"/>
                <a:gd name="connsiteY2" fmla="*/ 1861 h 3437173"/>
                <a:gd name="connsiteX3" fmla="*/ 1232766 w 2098495"/>
                <a:gd name="connsiteY3" fmla="*/ 2924382 h 3437173"/>
                <a:gd name="connsiteX4" fmla="*/ 1566408 w 2098495"/>
                <a:gd name="connsiteY4" fmla="*/ 3226122 h 3437173"/>
                <a:gd name="connsiteX5" fmla="*/ 2098495 w 2098495"/>
                <a:gd name="connsiteY5" fmla="*/ 3427394 h 3437173"/>
                <a:gd name="connsiteX0" fmla="*/ 0 w 2082908"/>
                <a:gd name="connsiteY0" fmla="*/ 3149074 h 3437173"/>
                <a:gd name="connsiteX1" fmla="*/ 403928 w 2082908"/>
                <a:gd name="connsiteY1" fmla="*/ 2569990 h 3437173"/>
                <a:gd name="connsiteX2" fmla="*/ 780207 w 2082908"/>
                <a:gd name="connsiteY2" fmla="*/ 1861 h 3437173"/>
                <a:gd name="connsiteX3" fmla="*/ 1217179 w 2082908"/>
                <a:gd name="connsiteY3" fmla="*/ 2924382 h 3437173"/>
                <a:gd name="connsiteX4" fmla="*/ 1550821 w 2082908"/>
                <a:gd name="connsiteY4" fmla="*/ 3226122 h 3437173"/>
                <a:gd name="connsiteX5" fmla="*/ 2082908 w 2082908"/>
                <a:gd name="connsiteY5" fmla="*/ 3427394 h 3437173"/>
                <a:gd name="connsiteX0" fmla="*/ 0 w 2082908"/>
                <a:gd name="connsiteY0" fmla="*/ 3149342 h 3437441"/>
                <a:gd name="connsiteX1" fmla="*/ 353128 w 2082908"/>
                <a:gd name="connsiteY1" fmla="*/ 2288998 h 3437441"/>
                <a:gd name="connsiteX2" fmla="*/ 780207 w 2082908"/>
                <a:gd name="connsiteY2" fmla="*/ 2129 h 3437441"/>
                <a:gd name="connsiteX3" fmla="*/ 1217179 w 2082908"/>
                <a:gd name="connsiteY3" fmla="*/ 2924650 h 3437441"/>
                <a:gd name="connsiteX4" fmla="*/ 1550821 w 2082908"/>
                <a:gd name="connsiteY4" fmla="*/ 3226390 h 3437441"/>
                <a:gd name="connsiteX5" fmla="*/ 2082908 w 2082908"/>
                <a:gd name="connsiteY5" fmla="*/ 3427662 h 3437441"/>
                <a:gd name="connsiteX0" fmla="*/ 0 w 2082908"/>
                <a:gd name="connsiteY0" fmla="*/ 3149342 h 3437441"/>
                <a:gd name="connsiteX1" fmla="*/ 353128 w 2082908"/>
                <a:gd name="connsiteY1" fmla="*/ 2288998 h 3437441"/>
                <a:gd name="connsiteX2" fmla="*/ 780207 w 2082908"/>
                <a:gd name="connsiteY2" fmla="*/ 2129 h 3437441"/>
                <a:gd name="connsiteX3" fmla="*/ 1217179 w 2082908"/>
                <a:gd name="connsiteY3" fmla="*/ 2924650 h 3437441"/>
                <a:gd name="connsiteX4" fmla="*/ 1550821 w 2082908"/>
                <a:gd name="connsiteY4" fmla="*/ 3226390 h 3437441"/>
                <a:gd name="connsiteX5" fmla="*/ 2082908 w 2082908"/>
                <a:gd name="connsiteY5" fmla="*/ 3427662 h 3437441"/>
                <a:gd name="connsiteX0" fmla="*/ 0 w 2082908"/>
                <a:gd name="connsiteY0" fmla="*/ 3149166 h 3437265"/>
                <a:gd name="connsiteX1" fmla="*/ 353128 w 2082908"/>
                <a:gd name="connsiteY1" fmla="*/ 2288822 h 3437265"/>
                <a:gd name="connsiteX2" fmla="*/ 780207 w 2082908"/>
                <a:gd name="connsiteY2" fmla="*/ 1953 h 3437265"/>
                <a:gd name="connsiteX3" fmla="*/ 1217179 w 2082908"/>
                <a:gd name="connsiteY3" fmla="*/ 2924474 h 3437265"/>
                <a:gd name="connsiteX4" fmla="*/ 1550821 w 2082908"/>
                <a:gd name="connsiteY4" fmla="*/ 3226214 h 3437265"/>
                <a:gd name="connsiteX5" fmla="*/ 2082908 w 2082908"/>
                <a:gd name="connsiteY5" fmla="*/ 3427486 h 3437265"/>
                <a:gd name="connsiteX0" fmla="*/ 0 w 2082908"/>
                <a:gd name="connsiteY0" fmla="*/ 3149166 h 3437265"/>
                <a:gd name="connsiteX1" fmla="*/ 353128 w 2082908"/>
                <a:gd name="connsiteY1" fmla="*/ 2288822 h 3437265"/>
                <a:gd name="connsiteX2" fmla="*/ 780207 w 2082908"/>
                <a:gd name="connsiteY2" fmla="*/ 1953 h 3437265"/>
                <a:gd name="connsiteX3" fmla="*/ 1217179 w 2082908"/>
                <a:gd name="connsiteY3" fmla="*/ 2924474 h 3437265"/>
                <a:gd name="connsiteX4" fmla="*/ 1550821 w 2082908"/>
                <a:gd name="connsiteY4" fmla="*/ 3226214 h 3437265"/>
                <a:gd name="connsiteX5" fmla="*/ 2082908 w 2082908"/>
                <a:gd name="connsiteY5" fmla="*/ 3427486 h 3437265"/>
                <a:gd name="connsiteX0" fmla="*/ 0 w 2082908"/>
                <a:gd name="connsiteY0" fmla="*/ 3147644 h 3435743"/>
                <a:gd name="connsiteX1" fmla="*/ 780207 w 2082908"/>
                <a:gd name="connsiteY1" fmla="*/ 431 h 3435743"/>
                <a:gd name="connsiteX2" fmla="*/ 1217179 w 2082908"/>
                <a:gd name="connsiteY2" fmla="*/ 2922952 h 3435743"/>
                <a:gd name="connsiteX3" fmla="*/ 1550821 w 2082908"/>
                <a:gd name="connsiteY3" fmla="*/ 3224692 h 3435743"/>
                <a:gd name="connsiteX4" fmla="*/ 2082908 w 2082908"/>
                <a:gd name="connsiteY4" fmla="*/ 3425964 h 3435743"/>
                <a:gd name="connsiteX0" fmla="*/ 24688 w 1372528"/>
                <a:gd name="connsiteY0" fmla="*/ 951206 h 3435743"/>
                <a:gd name="connsiteX1" fmla="*/ 69827 w 1372528"/>
                <a:gd name="connsiteY1" fmla="*/ 431 h 3435743"/>
                <a:gd name="connsiteX2" fmla="*/ 506799 w 1372528"/>
                <a:gd name="connsiteY2" fmla="*/ 2922952 h 3435743"/>
                <a:gd name="connsiteX3" fmla="*/ 840441 w 1372528"/>
                <a:gd name="connsiteY3" fmla="*/ 3224692 h 3435743"/>
                <a:gd name="connsiteX4" fmla="*/ 1372528 w 1372528"/>
                <a:gd name="connsiteY4" fmla="*/ 3425964 h 3435743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495 h 3402032"/>
                <a:gd name="connsiteX1" fmla="*/ 84775 w 1347840"/>
                <a:gd name="connsiteY1" fmla="*/ 0 h 3402032"/>
                <a:gd name="connsiteX2" fmla="*/ 482111 w 1347840"/>
                <a:gd name="connsiteY2" fmla="*/ 2889241 h 3402032"/>
                <a:gd name="connsiteX3" fmla="*/ 815753 w 1347840"/>
                <a:gd name="connsiteY3" fmla="*/ 3190981 h 3402032"/>
                <a:gd name="connsiteX4" fmla="*/ 1347840 w 1347840"/>
                <a:gd name="connsiteY4" fmla="*/ 3392253 h 3402032"/>
                <a:gd name="connsiteX0" fmla="*/ 0 w 1347840"/>
                <a:gd name="connsiteY0" fmla="*/ 917495 h 3402032"/>
                <a:gd name="connsiteX1" fmla="*/ 84775 w 1347840"/>
                <a:gd name="connsiteY1" fmla="*/ 0 h 3402032"/>
                <a:gd name="connsiteX2" fmla="*/ 460491 w 1347840"/>
                <a:gd name="connsiteY2" fmla="*/ 2689569 h 3402032"/>
                <a:gd name="connsiteX3" fmla="*/ 815753 w 1347840"/>
                <a:gd name="connsiteY3" fmla="*/ 3190981 h 3402032"/>
                <a:gd name="connsiteX4" fmla="*/ 1347840 w 1347840"/>
                <a:gd name="connsiteY4" fmla="*/ 3392253 h 3402032"/>
                <a:gd name="connsiteX0" fmla="*/ 0 w 1391079"/>
                <a:gd name="connsiteY0" fmla="*/ 917495 h 3532285"/>
                <a:gd name="connsiteX1" fmla="*/ 84775 w 1391079"/>
                <a:gd name="connsiteY1" fmla="*/ 0 h 3532285"/>
                <a:gd name="connsiteX2" fmla="*/ 460491 w 1391079"/>
                <a:gd name="connsiteY2" fmla="*/ 2689569 h 3532285"/>
                <a:gd name="connsiteX3" fmla="*/ 815753 w 1391079"/>
                <a:gd name="connsiteY3" fmla="*/ 3190981 h 3532285"/>
                <a:gd name="connsiteX4" fmla="*/ 1391079 w 1391079"/>
                <a:gd name="connsiteY4" fmla="*/ 3525374 h 3532285"/>
                <a:gd name="connsiteX0" fmla="*/ 0 w 1391079"/>
                <a:gd name="connsiteY0" fmla="*/ 917495 h 3532285"/>
                <a:gd name="connsiteX1" fmla="*/ 84775 w 1391079"/>
                <a:gd name="connsiteY1" fmla="*/ 0 h 3532285"/>
                <a:gd name="connsiteX2" fmla="*/ 438871 w 1391079"/>
                <a:gd name="connsiteY2" fmla="*/ 2623012 h 3532285"/>
                <a:gd name="connsiteX3" fmla="*/ 815753 w 1391079"/>
                <a:gd name="connsiteY3" fmla="*/ 3190981 h 3532285"/>
                <a:gd name="connsiteX4" fmla="*/ 1391079 w 1391079"/>
                <a:gd name="connsiteY4" fmla="*/ 3525374 h 3532285"/>
                <a:gd name="connsiteX0" fmla="*/ 0 w 1391079"/>
                <a:gd name="connsiteY0" fmla="*/ 917495 h 3536283"/>
                <a:gd name="connsiteX1" fmla="*/ 84775 w 1391079"/>
                <a:gd name="connsiteY1" fmla="*/ 0 h 3536283"/>
                <a:gd name="connsiteX2" fmla="*/ 438871 w 1391079"/>
                <a:gd name="connsiteY2" fmla="*/ 2623012 h 3536283"/>
                <a:gd name="connsiteX3" fmla="*/ 819356 w 1391079"/>
                <a:gd name="connsiteY3" fmla="*/ 3357377 h 3536283"/>
                <a:gd name="connsiteX4" fmla="*/ 1391079 w 1391079"/>
                <a:gd name="connsiteY4" fmla="*/ 3525374 h 3536283"/>
                <a:gd name="connsiteX0" fmla="*/ 0 w 1391079"/>
                <a:gd name="connsiteY0" fmla="*/ 917495 h 3534234"/>
                <a:gd name="connsiteX1" fmla="*/ 84775 w 1391079"/>
                <a:gd name="connsiteY1" fmla="*/ 0 h 3534234"/>
                <a:gd name="connsiteX2" fmla="*/ 438871 w 1391079"/>
                <a:gd name="connsiteY2" fmla="*/ 2623012 h 3534234"/>
                <a:gd name="connsiteX3" fmla="*/ 819356 w 1391079"/>
                <a:gd name="connsiteY3" fmla="*/ 3290820 h 3534234"/>
                <a:gd name="connsiteX4" fmla="*/ 1391079 w 1391079"/>
                <a:gd name="connsiteY4" fmla="*/ 3525374 h 3534234"/>
                <a:gd name="connsiteX0" fmla="*/ 0 w 1401889"/>
                <a:gd name="connsiteY0" fmla="*/ 2980813 h 3534234"/>
                <a:gd name="connsiteX1" fmla="*/ 95585 w 1401889"/>
                <a:gd name="connsiteY1" fmla="*/ 0 h 3534234"/>
                <a:gd name="connsiteX2" fmla="*/ 449681 w 1401889"/>
                <a:gd name="connsiteY2" fmla="*/ 2623012 h 3534234"/>
                <a:gd name="connsiteX3" fmla="*/ 830166 w 1401889"/>
                <a:gd name="connsiteY3" fmla="*/ 3290820 h 3534234"/>
                <a:gd name="connsiteX4" fmla="*/ 1401889 w 1401889"/>
                <a:gd name="connsiteY4" fmla="*/ 3525374 h 3534234"/>
                <a:gd name="connsiteX0" fmla="*/ 8277 w 1410166"/>
                <a:gd name="connsiteY0" fmla="*/ 3006910 h 3560331"/>
                <a:gd name="connsiteX1" fmla="*/ 5613 w 1410166"/>
                <a:gd name="connsiteY1" fmla="*/ 1136023 h 3560331"/>
                <a:gd name="connsiteX2" fmla="*/ 103862 w 1410166"/>
                <a:gd name="connsiteY2" fmla="*/ 26097 h 3560331"/>
                <a:gd name="connsiteX3" fmla="*/ 457958 w 1410166"/>
                <a:gd name="connsiteY3" fmla="*/ 2649109 h 3560331"/>
                <a:gd name="connsiteX4" fmla="*/ 838443 w 1410166"/>
                <a:gd name="connsiteY4" fmla="*/ 3316917 h 3560331"/>
                <a:gd name="connsiteX5" fmla="*/ 1410166 w 1410166"/>
                <a:gd name="connsiteY5" fmla="*/ 3551471 h 3560331"/>
                <a:gd name="connsiteX0" fmla="*/ 39076 w 1407367"/>
                <a:gd name="connsiteY0" fmla="*/ 3565464 h 3565464"/>
                <a:gd name="connsiteX1" fmla="*/ 2814 w 1407367"/>
                <a:gd name="connsiteY1" fmla="*/ 1136023 h 3565464"/>
                <a:gd name="connsiteX2" fmla="*/ 101063 w 1407367"/>
                <a:gd name="connsiteY2" fmla="*/ 26097 h 3565464"/>
                <a:gd name="connsiteX3" fmla="*/ 455159 w 1407367"/>
                <a:gd name="connsiteY3" fmla="*/ 2649109 h 3565464"/>
                <a:gd name="connsiteX4" fmla="*/ 835644 w 1407367"/>
                <a:gd name="connsiteY4" fmla="*/ 3316917 h 3565464"/>
                <a:gd name="connsiteX5" fmla="*/ 1407367 w 1407367"/>
                <a:gd name="connsiteY5" fmla="*/ 3551471 h 3565464"/>
                <a:gd name="connsiteX0" fmla="*/ 17063 w 1385354"/>
                <a:gd name="connsiteY0" fmla="*/ 3627341 h 3627341"/>
                <a:gd name="connsiteX1" fmla="*/ 4320 w 1385354"/>
                <a:gd name="connsiteY1" fmla="*/ 484197 h 3627341"/>
                <a:gd name="connsiteX2" fmla="*/ 79050 w 1385354"/>
                <a:gd name="connsiteY2" fmla="*/ 87974 h 3627341"/>
                <a:gd name="connsiteX3" fmla="*/ 433146 w 1385354"/>
                <a:gd name="connsiteY3" fmla="*/ 2710986 h 3627341"/>
                <a:gd name="connsiteX4" fmla="*/ 813631 w 1385354"/>
                <a:gd name="connsiteY4" fmla="*/ 3378794 h 3627341"/>
                <a:gd name="connsiteX5" fmla="*/ 1385354 w 1385354"/>
                <a:gd name="connsiteY5" fmla="*/ 3613348 h 3627341"/>
                <a:gd name="connsiteX0" fmla="*/ 2974 w 1388064"/>
                <a:gd name="connsiteY0" fmla="*/ 3627341 h 3627341"/>
                <a:gd name="connsiteX1" fmla="*/ 7030 w 1388064"/>
                <a:gd name="connsiteY1" fmla="*/ 484197 h 3627341"/>
                <a:gd name="connsiteX2" fmla="*/ 81760 w 1388064"/>
                <a:gd name="connsiteY2" fmla="*/ 87974 h 3627341"/>
                <a:gd name="connsiteX3" fmla="*/ 435856 w 1388064"/>
                <a:gd name="connsiteY3" fmla="*/ 2710986 h 3627341"/>
                <a:gd name="connsiteX4" fmla="*/ 816341 w 1388064"/>
                <a:gd name="connsiteY4" fmla="*/ 3378794 h 3627341"/>
                <a:gd name="connsiteX5" fmla="*/ 1388064 w 1388064"/>
                <a:gd name="connsiteY5" fmla="*/ 3613348 h 3627341"/>
                <a:gd name="connsiteX0" fmla="*/ 2974 w 1388064"/>
                <a:gd name="connsiteY0" fmla="*/ 3627341 h 3627341"/>
                <a:gd name="connsiteX1" fmla="*/ 7030 w 1388064"/>
                <a:gd name="connsiteY1" fmla="*/ 484197 h 3627341"/>
                <a:gd name="connsiteX2" fmla="*/ 81760 w 1388064"/>
                <a:gd name="connsiteY2" fmla="*/ 87974 h 3627341"/>
                <a:gd name="connsiteX3" fmla="*/ 435856 w 1388064"/>
                <a:gd name="connsiteY3" fmla="*/ 2710986 h 3627341"/>
                <a:gd name="connsiteX4" fmla="*/ 836500 w 1388064"/>
                <a:gd name="connsiteY4" fmla="*/ 3254673 h 3627341"/>
                <a:gd name="connsiteX5" fmla="*/ 1388064 w 1388064"/>
                <a:gd name="connsiteY5" fmla="*/ 3613348 h 3627341"/>
                <a:gd name="connsiteX0" fmla="*/ 2974 w 1388064"/>
                <a:gd name="connsiteY0" fmla="*/ 3627341 h 3627341"/>
                <a:gd name="connsiteX1" fmla="*/ 7030 w 1388064"/>
                <a:gd name="connsiteY1" fmla="*/ 484197 h 3627341"/>
                <a:gd name="connsiteX2" fmla="*/ 81760 w 1388064"/>
                <a:gd name="connsiteY2" fmla="*/ 87974 h 3627341"/>
                <a:gd name="connsiteX3" fmla="*/ 435856 w 1388064"/>
                <a:gd name="connsiteY3" fmla="*/ 2710986 h 3627341"/>
                <a:gd name="connsiteX4" fmla="*/ 836500 w 1388064"/>
                <a:gd name="connsiteY4" fmla="*/ 3254673 h 3627341"/>
                <a:gd name="connsiteX5" fmla="*/ 1388064 w 1388064"/>
                <a:gd name="connsiteY5" fmla="*/ 3489228 h 3627341"/>
                <a:gd name="connsiteX0" fmla="*/ 2974 w 1413881"/>
                <a:gd name="connsiteY0" fmla="*/ 3627341 h 3627341"/>
                <a:gd name="connsiteX1" fmla="*/ 7030 w 1413881"/>
                <a:gd name="connsiteY1" fmla="*/ 484197 h 3627341"/>
                <a:gd name="connsiteX2" fmla="*/ 81760 w 1413881"/>
                <a:gd name="connsiteY2" fmla="*/ 87974 h 3627341"/>
                <a:gd name="connsiteX3" fmla="*/ 435856 w 1413881"/>
                <a:gd name="connsiteY3" fmla="*/ 2710986 h 3627341"/>
                <a:gd name="connsiteX4" fmla="*/ 836500 w 1413881"/>
                <a:gd name="connsiteY4" fmla="*/ 3254673 h 3627341"/>
                <a:gd name="connsiteX5" fmla="*/ 1369437 w 1413881"/>
                <a:gd name="connsiteY5" fmla="*/ 3259023 h 3627341"/>
                <a:gd name="connsiteX6" fmla="*/ 1388064 w 1413881"/>
                <a:gd name="connsiteY6" fmla="*/ 3489228 h 3627341"/>
                <a:gd name="connsiteX0" fmla="*/ 2974 w 1412865"/>
                <a:gd name="connsiteY0" fmla="*/ 3627341 h 3706440"/>
                <a:gd name="connsiteX1" fmla="*/ 7030 w 1412865"/>
                <a:gd name="connsiteY1" fmla="*/ 484197 h 3706440"/>
                <a:gd name="connsiteX2" fmla="*/ 81760 w 1412865"/>
                <a:gd name="connsiteY2" fmla="*/ 87974 h 3706440"/>
                <a:gd name="connsiteX3" fmla="*/ 435856 w 1412865"/>
                <a:gd name="connsiteY3" fmla="*/ 2710986 h 3706440"/>
                <a:gd name="connsiteX4" fmla="*/ 836500 w 1412865"/>
                <a:gd name="connsiteY4" fmla="*/ 3254673 h 3706440"/>
                <a:gd name="connsiteX5" fmla="*/ 1369437 w 1412865"/>
                <a:gd name="connsiteY5" fmla="*/ 3259023 h 3706440"/>
                <a:gd name="connsiteX6" fmla="*/ 1384704 w 1412865"/>
                <a:gd name="connsiteY6" fmla="*/ 3706440 h 3706440"/>
                <a:gd name="connsiteX0" fmla="*/ 2974 w 1417685"/>
                <a:gd name="connsiteY0" fmla="*/ 3627341 h 3706440"/>
                <a:gd name="connsiteX1" fmla="*/ 7030 w 1417685"/>
                <a:gd name="connsiteY1" fmla="*/ 484197 h 3706440"/>
                <a:gd name="connsiteX2" fmla="*/ 81760 w 1417685"/>
                <a:gd name="connsiteY2" fmla="*/ 87974 h 3706440"/>
                <a:gd name="connsiteX3" fmla="*/ 435856 w 1417685"/>
                <a:gd name="connsiteY3" fmla="*/ 2710986 h 3706440"/>
                <a:gd name="connsiteX4" fmla="*/ 836500 w 1417685"/>
                <a:gd name="connsiteY4" fmla="*/ 3254673 h 3706440"/>
                <a:gd name="connsiteX5" fmla="*/ 1376156 w 1417685"/>
                <a:gd name="connsiteY5" fmla="*/ 3538298 h 3706440"/>
                <a:gd name="connsiteX6" fmla="*/ 1384704 w 1417685"/>
                <a:gd name="connsiteY6" fmla="*/ 3706440 h 3706440"/>
                <a:gd name="connsiteX0" fmla="*/ 2974 w 1384704"/>
                <a:gd name="connsiteY0" fmla="*/ 3627341 h 3706440"/>
                <a:gd name="connsiteX1" fmla="*/ 7030 w 1384704"/>
                <a:gd name="connsiteY1" fmla="*/ 484197 h 3706440"/>
                <a:gd name="connsiteX2" fmla="*/ 81760 w 1384704"/>
                <a:gd name="connsiteY2" fmla="*/ 87974 h 3706440"/>
                <a:gd name="connsiteX3" fmla="*/ 435856 w 1384704"/>
                <a:gd name="connsiteY3" fmla="*/ 2710986 h 3706440"/>
                <a:gd name="connsiteX4" fmla="*/ 836500 w 1384704"/>
                <a:gd name="connsiteY4" fmla="*/ 3254673 h 3706440"/>
                <a:gd name="connsiteX5" fmla="*/ 1376156 w 1384704"/>
                <a:gd name="connsiteY5" fmla="*/ 3538298 h 3706440"/>
                <a:gd name="connsiteX6" fmla="*/ 1384704 w 1384704"/>
                <a:gd name="connsiteY6" fmla="*/ 3706440 h 3706440"/>
                <a:gd name="connsiteX0" fmla="*/ 1372 w 1383102"/>
                <a:gd name="connsiteY0" fmla="*/ 3717911 h 3797010"/>
                <a:gd name="connsiteX1" fmla="*/ 5428 w 1383102"/>
                <a:gd name="connsiteY1" fmla="*/ 574767 h 3797010"/>
                <a:gd name="connsiteX2" fmla="*/ 75307 w 1383102"/>
                <a:gd name="connsiteY2" fmla="*/ 88938 h 3797010"/>
                <a:gd name="connsiteX3" fmla="*/ 434254 w 1383102"/>
                <a:gd name="connsiteY3" fmla="*/ 2801556 h 3797010"/>
                <a:gd name="connsiteX4" fmla="*/ 834898 w 1383102"/>
                <a:gd name="connsiteY4" fmla="*/ 3345243 h 3797010"/>
                <a:gd name="connsiteX5" fmla="*/ 1374554 w 1383102"/>
                <a:gd name="connsiteY5" fmla="*/ 3628868 h 3797010"/>
                <a:gd name="connsiteX6" fmla="*/ 1383102 w 1383102"/>
                <a:gd name="connsiteY6" fmla="*/ 3797010 h 3797010"/>
                <a:gd name="connsiteX0" fmla="*/ 1372 w 1383102"/>
                <a:gd name="connsiteY0" fmla="*/ 3648641 h 3727740"/>
                <a:gd name="connsiteX1" fmla="*/ 5428 w 1383102"/>
                <a:gd name="connsiteY1" fmla="*/ 505497 h 3727740"/>
                <a:gd name="connsiteX2" fmla="*/ 75307 w 1383102"/>
                <a:gd name="connsiteY2" fmla="*/ 19668 h 3727740"/>
                <a:gd name="connsiteX3" fmla="*/ 434254 w 1383102"/>
                <a:gd name="connsiteY3" fmla="*/ 2732286 h 3727740"/>
                <a:gd name="connsiteX4" fmla="*/ 834898 w 1383102"/>
                <a:gd name="connsiteY4" fmla="*/ 3275973 h 3727740"/>
                <a:gd name="connsiteX5" fmla="*/ 1374554 w 1383102"/>
                <a:gd name="connsiteY5" fmla="*/ 3559598 h 3727740"/>
                <a:gd name="connsiteX6" fmla="*/ 1383102 w 1383102"/>
                <a:gd name="connsiteY6" fmla="*/ 3727740 h 3727740"/>
                <a:gd name="connsiteX0" fmla="*/ 3218 w 1384948"/>
                <a:gd name="connsiteY0" fmla="*/ 3636431 h 3715530"/>
                <a:gd name="connsiteX1" fmla="*/ 4848 w 1384948"/>
                <a:gd name="connsiteY1" fmla="*/ 582898 h 3715530"/>
                <a:gd name="connsiteX2" fmla="*/ 77153 w 1384948"/>
                <a:gd name="connsiteY2" fmla="*/ 7458 h 3715530"/>
                <a:gd name="connsiteX3" fmla="*/ 436100 w 1384948"/>
                <a:gd name="connsiteY3" fmla="*/ 2720076 h 3715530"/>
                <a:gd name="connsiteX4" fmla="*/ 836744 w 1384948"/>
                <a:gd name="connsiteY4" fmla="*/ 3263763 h 3715530"/>
                <a:gd name="connsiteX5" fmla="*/ 1376400 w 1384948"/>
                <a:gd name="connsiteY5" fmla="*/ 3547388 h 3715530"/>
                <a:gd name="connsiteX6" fmla="*/ 1384948 w 1384948"/>
                <a:gd name="connsiteY6" fmla="*/ 3715530 h 3715530"/>
                <a:gd name="connsiteX0" fmla="*/ 2154 w 1383884"/>
                <a:gd name="connsiteY0" fmla="*/ 3630525 h 3709624"/>
                <a:gd name="connsiteX1" fmla="*/ 3784 w 1383884"/>
                <a:gd name="connsiteY1" fmla="*/ 576992 h 3709624"/>
                <a:gd name="connsiteX2" fmla="*/ 76089 w 1383884"/>
                <a:gd name="connsiteY2" fmla="*/ 1552 h 3709624"/>
                <a:gd name="connsiteX3" fmla="*/ 435036 w 1383884"/>
                <a:gd name="connsiteY3" fmla="*/ 2714170 h 3709624"/>
                <a:gd name="connsiteX4" fmla="*/ 835680 w 1383884"/>
                <a:gd name="connsiteY4" fmla="*/ 3257857 h 3709624"/>
                <a:gd name="connsiteX5" fmla="*/ 1375336 w 1383884"/>
                <a:gd name="connsiteY5" fmla="*/ 3541482 h 3709624"/>
                <a:gd name="connsiteX6" fmla="*/ 1383884 w 1383884"/>
                <a:gd name="connsiteY6" fmla="*/ 3709624 h 3709624"/>
                <a:gd name="connsiteX0" fmla="*/ 2154 w 1383884"/>
                <a:gd name="connsiteY0" fmla="*/ 3630525 h 3709624"/>
                <a:gd name="connsiteX1" fmla="*/ 3784 w 1383884"/>
                <a:gd name="connsiteY1" fmla="*/ 576992 h 3709624"/>
                <a:gd name="connsiteX2" fmla="*/ 76089 w 1383884"/>
                <a:gd name="connsiteY2" fmla="*/ 1552 h 3709624"/>
                <a:gd name="connsiteX3" fmla="*/ 435036 w 1383884"/>
                <a:gd name="connsiteY3" fmla="*/ 2714170 h 3709624"/>
                <a:gd name="connsiteX4" fmla="*/ 835680 w 1383884"/>
                <a:gd name="connsiteY4" fmla="*/ 3257857 h 3709624"/>
                <a:gd name="connsiteX5" fmla="*/ 1188082 w 1383884"/>
                <a:gd name="connsiteY5" fmla="*/ 3541481 h 3709624"/>
                <a:gd name="connsiteX6" fmla="*/ 1383884 w 1383884"/>
                <a:gd name="connsiteY6" fmla="*/ 3709624 h 3709624"/>
                <a:gd name="connsiteX0" fmla="*/ 2154 w 1196630"/>
                <a:gd name="connsiteY0" fmla="*/ 3630525 h 3630524"/>
                <a:gd name="connsiteX1" fmla="*/ 3784 w 1196630"/>
                <a:gd name="connsiteY1" fmla="*/ 576992 h 3630524"/>
                <a:gd name="connsiteX2" fmla="*/ 76089 w 1196630"/>
                <a:gd name="connsiteY2" fmla="*/ 1552 h 3630524"/>
                <a:gd name="connsiteX3" fmla="*/ 435036 w 1196630"/>
                <a:gd name="connsiteY3" fmla="*/ 2714170 h 3630524"/>
                <a:gd name="connsiteX4" fmla="*/ 835680 w 1196630"/>
                <a:gd name="connsiteY4" fmla="*/ 3257857 h 3630524"/>
                <a:gd name="connsiteX5" fmla="*/ 1188082 w 1196630"/>
                <a:gd name="connsiteY5" fmla="*/ 3541481 h 3630524"/>
                <a:gd name="connsiteX6" fmla="*/ 1196630 w 1196630"/>
                <a:gd name="connsiteY6" fmla="*/ 3579588 h 3630524"/>
                <a:gd name="connsiteX0" fmla="*/ 2154 w 1196630"/>
                <a:gd name="connsiteY0" fmla="*/ 3628973 h 3628972"/>
                <a:gd name="connsiteX1" fmla="*/ 3784 w 1196630"/>
                <a:gd name="connsiteY1" fmla="*/ 575440 h 3628972"/>
                <a:gd name="connsiteX2" fmla="*/ 76089 w 1196630"/>
                <a:gd name="connsiteY2" fmla="*/ 0 h 3628972"/>
                <a:gd name="connsiteX3" fmla="*/ 435036 w 1196630"/>
                <a:gd name="connsiteY3" fmla="*/ 2712618 h 3628972"/>
                <a:gd name="connsiteX4" fmla="*/ 835680 w 1196630"/>
                <a:gd name="connsiteY4" fmla="*/ 3256305 h 3628972"/>
                <a:gd name="connsiteX5" fmla="*/ 1188082 w 1196630"/>
                <a:gd name="connsiteY5" fmla="*/ 3539929 h 3628972"/>
                <a:gd name="connsiteX6" fmla="*/ 1196630 w 1196630"/>
                <a:gd name="connsiteY6" fmla="*/ 3578036 h 3628972"/>
                <a:gd name="connsiteX0" fmla="*/ 2154 w 1196630"/>
                <a:gd name="connsiteY0" fmla="*/ 3628973 h 3628972"/>
                <a:gd name="connsiteX1" fmla="*/ 3784 w 1196630"/>
                <a:gd name="connsiteY1" fmla="*/ 575440 h 3628972"/>
                <a:gd name="connsiteX2" fmla="*/ 76089 w 1196630"/>
                <a:gd name="connsiteY2" fmla="*/ 0 h 3628972"/>
                <a:gd name="connsiteX3" fmla="*/ 437806 w 1196630"/>
                <a:gd name="connsiteY3" fmla="*/ 2646584 h 3628972"/>
                <a:gd name="connsiteX4" fmla="*/ 835680 w 1196630"/>
                <a:gd name="connsiteY4" fmla="*/ 3256305 h 3628972"/>
                <a:gd name="connsiteX5" fmla="*/ 1188082 w 1196630"/>
                <a:gd name="connsiteY5" fmla="*/ 3539929 h 3628972"/>
                <a:gd name="connsiteX6" fmla="*/ 1196630 w 1196630"/>
                <a:gd name="connsiteY6" fmla="*/ 3578036 h 3628972"/>
                <a:gd name="connsiteX0" fmla="*/ 2154 w 1196630"/>
                <a:gd name="connsiteY0" fmla="*/ 3628973 h 3628972"/>
                <a:gd name="connsiteX1" fmla="*/ 3784 w 1196630"/>
                <a:gd name="connsiteY1" fmla="*/ 575440 h 3628972"/>
                <a:gd name="connsiteX2" fmla="*/ 76089 w 1196630"/>
                <a:gd name="connsiteY2" fmla="*/ 0 h 3628972"/>
                <a:gd name="connsiteX3" fmla="*/ 437806 w 1196630"/>
                <a:gd name="connsiteY3" fmla="*/ 2646584 h 3628972"/>
                <a:gd name="connsiteX4" fmla="*/ 835680 w 1196630"/>
                <a:gd name="connsiteY4" fmla="*/ 3256305 h 3628972"/>
                <a:gd name="connsiteX5" fmla="*/ 1188082 w 1196630"/>
                <a:gd name="connsiteY5" fmla="*/ 3539929 h 3628972"/>
                <a:gd name="connsiteX6" fmla="*/ 1196630 w 1196630"/>
                <a:gd name="connsiteY6" fmla="*/ 3578036 h 3628972"/>
                <a:gd name="connsiteX0" fmla="*/ 2154 w 1196630"/>
                <a:gd name="connsiteY0" fmla="*/ 3628973 h 3628972"/>
                <a:gd name="connsiteX1" fmla="*/ 3784 w 1196630"/>
                <a:gd name="connsiteY1" fmla="*/ 575440 h 3628972"/>
                <a:gd name="connsiteX2" fmla="*/ 76089 w 1196630"/>
                <a:gd name="connsiteY2" fmla="*/ 0 h 3628972"/>
                <a:gd name="connsiteX3" fmla="*/ 437806 w 1196630"/>
                <a:gd name="connsiteY3" fmla="*/ 2646584 h 3628972"/>
                <a:gd name="connsiteX4" fmla="*/ 835680 w 1196630"/>
                <a:gd name="connsiteY4" fmla="*/ 3256305 h 3628972"/>
                <a:gd name="connsiteX5" fmla="*/ 1171464 w 1196630"/>
                <a:gd name="connsiteY5" fmla="*/ 3553137 h 3628972"/>
                <a:gd name="connsiteX6" fmla="*/ 1196630 w 1196630"/>
                <a:gd name="connsiteY6" fmla="*/ 3578036 h 3628972"/>
                <a:gd name="connsiteX0" fmla="*/ 2154 w 1196630"/>
                <a:gd name="connsiteY0" fmla="*/ 3628973 h 3628972"/>
                <a:gd name="connsiteX1" fmla="*/ 3784 w 1196630"/>
                <a:gd name="connsiteY1" fmla="*/ 575440 h 3628972"/>
                <a:gd name="connsiteX2" fmla="*/ 76089 w 1196630"/>
                <a:gd name="connsiteY2" fmla="*/ 0 h 3628972"/>
                <a:gd name="connsiteX3" fmla="*/ 437806 w 1196630"/>
                <a:gd name="connsiteY3" fmla="*/ 2646584 h 3628972"/>
                <a:gd name="connsiteX4" fmla="*/ 835680 w 1196630"/>
                <a:gd name="connsiteY4" fmla="*/ 3256305 h 3628972"/>
                <a:gd name="connsiteX5" fmla="*/ 1171464 w 1196630"/>
                <a:gd name="connsiteY5" fmla="*/ 3553137 h 3628972"/>
                <a:gd name="connsiteX6" fmla="*/ 1196630 w 1196630"/>
                <a:gd name="connsiteY6" fmla="*/ 3578036 h 3628972"/>
                <a:gd name="connsiteX0" fmla="*/ 2154 w 1196630"/>
                <a:gd name="connsiteY0" fmla="*/ 3628973 h 3628972"/>
                <a:gd name="connsiteX1" fmla="*/ 3784 w 1196630"/>
                <a:gd name="connsiteY1" fmla="*/ 575440 h 3628972"/>
                <a:gd name="connsiteX2" fmla="*/ 76089 w 1196630"/>
                <a:gd name="connsiteY2" fmla="*/ 0 h 3628972"/>
                <a:gd name="connsiteX3" fmla="*/ 437806 w 1196630"/>
                <a:gd name="connsiteY3" fmla="*/ 2646584 h 3628972"/>
                <a:gd name="connsiteX4" fmla="*/ 835680 w 1196630"/>
                <a:gd name="connsiteY4" fmla="*/ 3256305 h 3628972"/>
                <a:gd name="connsiteX5" fmla="*/ 1171464 w 1196630"/>
                <a:gd name="connsiteY5" fmla="*/ 3553137 h 3628972"/>
                <a:gd name="connsiteX6" fmla="*/ 1196630 w 1196630"/>
                <a:gd name="connsiteY6" fmla="*/ 3578036 h 3628972"/>
                <a:gd name="connsiteX0" fmla="*/ 4134 w 1198610"/>
                <a:gd name="connsiteY0" fmla="*/ 3576145 h 3576144"/>
                <a:gd name="connsiteX1" fmla="*/ 5764 w 1198610"/>
                <a:gd name="connsiteY1" fmla="*/ 522612 h 3576144"/>
                <a:gd name="connsiteX2" fmla="*/ 90533 w 1198610"/>
                <a:gd name="connsiteY2" fmla="*/ 0 h 3576144"/>
                <a:gd name="connsiteX3" fmla="*/ 439786 w 1198610"/>
                <a:gd name="connsiteY3" fmla="*/ 2593756 h 3576144"/>
                <a:gd name="connsiteX4" fmla="*/ 837660 w 1198610"/>
                <a:gd name="connsiteY4" fmla="*/ 3203477 h 3576144"/>
                <a:gd name="connsiteX5" fmla="*/ 1173444 w 1198610"/>
                <a:gd name="connsiteY5" fmla="*/ 3500309 h 3576144"/>
                <a:gd name="connsiteX6" fmla="*/ 1198610 w 1198610"/>
                <a:gd name="connsiteY6" fmla="*/ 3525208 h 3576144"/>
                <a:gd name="connsiteX0" fmla="*/ 2915 w 1197391"/>
                <a:gd name="connsiteY0" fmla="*/ 3576145 h 3576144"/>
                <a:gd name="connsiteX1" fmla="*/ 4545 w 1197391"/>
                <a:gd name="connsiteY1" fmla="*/ 522612 h 3576144"/>
                <a:gd name="connsiteX2" fmla="*/ 89314 w 1197391"/>
                <a:gd name="connsiteY2" fmla="*/ 0 h 3576144"/>
                <a:gd name="connsiteX3" fmla="*/ 438567 w 1197391"/>
                <a:gd name="connsiteY3" fmla="*/ 2593756 h 3576144"/>
                <a:gd name="connsiteX4" fmla="*/ 836441 w 1197391"/>
                <a:gd name="connsiteY4" fmla="*/ 3203477 h 3576144"/>
                <a:gd name="connsiteX5" fmla="*/ 1172225 w 1197391"/>
                <a:gd name="connsiteY5" fmla="*/ 3500309 h 3576144"/>
                <a:gd name="connsiteX6" fmla="*/ 1197391 w 1197391"/>
                <a:gd name="connsiteY6" fmla="*/ 3525208 h 3576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97391" h="3576144">
                  <a:moveTo>
                    <a:pt x="2915" y="3576145"/>
                  </a:moveTo>
                  <a:cubicBezTo>
                    <a:pt x="7876" y="3336436"/>
                    <a:pt x="-7085" y="933736"/>
                    <a:pt x="4545" y="522612"/>
                  </a:cubicBezTo>
                  <a:cubicBezTo>
                    <a:pt x="16175" y="111488"/>
                    <a:pt x="60556" y="16368"/>
                    <a:pt x="89314" y="0"/>
                  </a:cubicBezTo>
                  <a:cubicBezTo>
                    <a:pt x="173269" y="29115"/>
                    <a:pt x="314046" y="2059843"/>
                    <a:pt x="438567" y="2593756"/>
                  </a:cubicBezTo>
                  <a:cubicBezTo>
                    <a:pt x="563088" y="3127669"/>
                    <a:pt x="711395" y="3144835"/>
                    <a:pt x="836441" y="3203477"/>
                  </a:cubicBezTo>
                  <a:cubicBezTo>
                    <a:pt x="961487" y="3262119"/>
                    <a:pt x="1096916" y="3434802"/>
                    <a:pt x="1172225" y="3500309"/>
                  </a:cubicBezTo>
                  <a:cubicBezTo>
                    <a:pt x="1163357" y="3539404"/>
                    <a:pt x="1190367" y="3517871"/>
                    <a:pt x="1197391" y="3525208"/>
                  </a:cubicBezTo>
                </a:path>
              </a:pathLst>
            </a:custGeom>
            <a:solidFill>
              <a:srgbClr val="4EF0AC">
                <a:alpha val="3187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5757AF"/>
                </a:solidFill>
              </a:endParaRPr>
            </a:p>
          </p:txBody>
        </p:sp>
        <p:sp>
          <p:nvSpPr>
            <p:cNvPr id="1042" name="任意形状 1041">
              <a:extLst>
                <a:ext uri="{FF2B5EF4-FFF2-40B4-BE49-F238E27FC236}">
                  <a16:creationId xmlns:a16="http://schemas.microsoft.com/office/drawing/2014/main" id="{CBF5ABCF-5AC1-BEC2-C470-9A5CEB92D508}"/>
                </a:ext>
              </a:extLst>
            </p:cNvPr>
            <p:cNvSpPr/>
            <p:nvPr/>
          </p:nvSpPr>
          <p:spPr>
            <a:xfrm>
              <a:off x="1190413" y="4023179"/>
              <a:ext cx="2135720" cy="710531"/>
            </a:xfrm>
            <a:custGeom>
              <a:avLst/>
              <a:gdLst>
                <a:gd name="connsiteX0" fmla="*/ 0 w 1765300"/>
                <a:gd name="connsiteY0" fmla="*/ 927259 h 1016468"/>
                <a:gd name="connsiteX1" fmla="*/ 469900 w 1765300"/>
                <a:gd name="connsiteY1" fmla="*/ 927259 h 1016468"/>
                <a:gd name="connsiteX2" fmla="*/ 889000 w 1765300"/>
                <a:gd name="connsiteY2" fmla="*/ 159 h 1016468"/>
                <a:gd name="connsiteX3" fmla="*/ 1308100 w 1765300"/>
                <a:gd name="connsiteY3" fmla="*/ 851059 h 1016468"/>
                <a:gd name="connsiteX4" fmla="*/ 1765300 w 1765300"/>
                <a:gd name="connsiteY4" fmla="*/ 685959 h 1016468"/>
                <a:gd name="connsiteX0" fmla="*/ 0 w 1765300"/>
                <a:gd name="connsiteY0" fmla="*/ 927138 h 994347"/>
                <a:gd name="connsiteX1" fmla="*/ 438369 w 1765300"/>
                <a:gd name="connsiteY1" fmla="*/ 887724 h 994347"/>
                <a:gd name="connsiteX2" fmla="*/ 889000 w 1765300"/>
                <a:gd name="connsiteY2" fmla="*/ 38 h 994347"/>
                <a:gd name="connsiteX3" fmla="*/ 1308100 w 1765300"/>
                <a:gd name="connsiteY3" fmla="*/ 850938 h 994347"/>
                <a:gd name="connsiteX4" fmla="*/ 1765300 w 1765300"/>
                <a:gd name="connsiteY4" fmla="*/ 685838 h 994347"/>
                <a:gd name="connsiteX0" fmla="*/ 0 w 1765300"/>
                <a:gd name="connsiteY0" fmla="*/ 927138 h 956064"/>
                <a:gd name="connsiteX1" fmla="*/ 438369 w 1765300"/>
                <a:gd name="connsiteY1" fmla="*/ 887724 h 956064"/>
                <a:gd name="connsiteX2" fmla="*/ 889000 w 1765300"/>
                <a:gd name="connsiteY2" fmla="*/ 38 h 956064"/>
                <a:gd name="connsiteX3" fmla="*/ 1308100 w 1765300"/>
                <a:gd name="connsiteY3" fmla="*/ 850938 h 956064"/>
                <a:gd name="connsiteX4" fmla="*/ 1765300 w 1765300"/>
                <a:gd name="connsiteY4" fmla="*/ 685838 h 956064"/>
                <a:gd name="connsiteX0" fmla="*/ 0 w 1765300"/>
                <a:gd name="connsiteY0" fmla="*/ 927138 h 929070"/>
                <a:gd name="connsiteX1" fmla="*/ 438369 w 1765300"/>
                <a:gd name="connsiteY1" fmla="*/ 887724 h 929070"/>
                <a:gd name="connsiteX2" fmla="*/ 889000 w 1765300"/>
                <a:gd name="connsiteY2" fmla="*/ 38 h 929070"/>
                <a:gd name="connsiteX3" fmla="*/ 1308100 w 1765300"/>
                <a:gd name="connsiteY3" fmla="*/ 850938 h 929070"/>
                <a:gd name="connsiteX4" fmla="*/ 1765300 w 1765300"/>
                <a:gd name="connsiteY4" fmla="*/ 685838 h 929070"/>
                <a:gd name="connsiteX0" fmla="*/ 0 w 1765300"/>
                <a:gd name="connsiteY0" fmla="*/ 927138 h 932237"/>
                <a:gd name="connsiteX1" fmla="*/ 438369 w 1765300"/>
                <a:gd name="connsiteY1" fmla="*/ 887724 h 932237"/>
                <a:gd name="connsiteX2" fmla="*/ 889000 w 1765300"/>
                <a:gd name="connsiteY2" fmla="*/ 38 h 932237"/>
                <a:gd name="connsiteX3" fmla="*/ 1308100 w 1765300"/>
                <a:gd name="connsiteY3" fmla="*/ 850938 h 932237"/>
                <a:gd name="connsiteX4" fmla="*/ 1765300 w 1765300"/>
                <a:gd name="connsiteY4" fmla="*/ 685838 h 932237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65959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27165 h 935762"/>
                <a:gd name="connsiteX1" fmla="*/ 446252 w 1765300"/>
                <a:gd name="connsiteY1" fmla="*/ 899575 h 935762"/>
                <a:gd name="connsiteX2" fmla="*/ 889000 w 1765300"/>
                <a:gd name="connsiteY2" fmla="*/ 65 h 935762"/>
                <a:gd name="connsiteX3" fmla="*/ 1308100 w 1765300"/>
                <a:gd name="connsiteY3" fmla="*/ 850965 h 935762"/>
                <a:gd name="connsiteX4" fmla="*/ 1765300 w 1765300"/>
                <a:gd name="connsiteY4" fmla="*/ 685865 h 935762"/>
                <a:gd name="connsiteX0" fmla="*/ 0 w 1765300"/>
                <a:gd name="connsiteY0" fmla="*/ 935047 h 943644"/>
                <a:gd name="connsiteX1" fmla="*/ 446252 w 1765300"/>
                <a:gd name="connsiteY1" fmla="*/ 907457 h 943644"/>
                <a:gd name="connsiteX2" fmla="*/ 877176 w 1765300"/>
                <a:gd name="connsiteY2" fmla="*/ 64 h 943644"/>
                <a:gd name="connsiteX3" fmla="*/ 1308100 w 1765300"/>
                <a:gd name="connsiteY3" fmla="*/ 858847 h 943644"/>
                <a:gd name="connsiteX4" fmla="*/ 1765300 w 1765300"/>
                <a:gd name="connsiteY4" fmla="*/ 693747 h 943644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71 h 943668"/>
                <a:gd name="connsiteX1" fmla="*/ 446252 w 1765300"/>
                <a:gd name="connsiteY1" fmla="*/ 907481 h 943668"/>
                <a:gd name="connsiteX2" fmla="*/ 877176 w 1765300"/>
                <a:gd name="connsiteY2" fmla="*/ 88 h 943668"/>
                <a:gd name="connsiteX3" fmla="*/ 1319924 w 1765300"/>
                <a:gd name="connsiteY3" fmla="*/ 850988 h 943668"/>
                <a:gd name="connsiteX4" fmla="*/ 1765300 w 1765300"/>
                <a:gd name="connsiteY4" fmla="*/ 693771 h 94366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5300"/>
                <a:gd name="connsiteY0" fmla="*/ 935061 h 943658"/>
                <a:gd name="connsiteX1" fmla="*/ 446252 w 1765300"/>
                <a:gd name="connsiteY1" fmla="*/ 907471 h 943658"/>
                <a:gd name="connsiteX2" fmla="*/ 877176 w 1765300"/>
                <a:gd name="connsiteY2" fmla="*/ 78 h 943658"/>
                <a:gd name="connsiteX3" fmla="*/ 1319924 w 1765300"/>
                <a:gd name="connsiteY3" fmla="*/ 850978 h 943658"/>
                <a:gd name="connsiteX4" fmla="*/ 1765300 w 1765300"/>
                <a:gd name="connsiteY4" fmla="*/ 693761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61359"/>
                <a:gd name="connsiteY0" fmla="*/ 935061 h 943658"/>
                <a:gd name="connsiteX1" fmla="*/ 446252 w 1761359"/>
                <a:gd name="connsiteY1" fmla="*/ 907471 h 943658"/>
                <a:gd name="connsiteX2" fmla="*/ 877176 w 1761359"/>
                <a:gd name="connsiteY2" fmla="*/ 78 h 943658"/>
                <a:gd name="connsiteX3" fmla="*/ 1319924 w 1761359"/>
                <a:gd name="connsiteY3" fmla="*/ 850978 h 943658"/>
                <a:gd name="connsiteX4" fmla="*/ 1761359 w 1761359"/>
                <a:gd name="connsiteY4" fmla="*/ 744999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935061 h 943658"/>
                <a:gd name="connsiteX1" fmla="*/ 446252 w 1737710"/>
                <a:gd name="connsiteY1" fmla="*/ 907471 h 943658"/>
                <a:gd name="connsiteX2" fmla="*/ 877176 w 1737710"/>
                <a:gd name="connsiteY2" fmla="*/ 78 h 943658"/>
                <a:gd name="connsiteX3" fmla="*/ 1319924 w 1737710"/>
                <a:gd name="connsiteY3" fmla="*/ 850978 h 943658"/>
                <a:gd name="connsiteX4" fmla="*/ 1737710 w 1737710"/>
                <a:gd name="connsiteY4" fmla="*/ 741058 h 943658"/>
                <a:gd name="connsiteX0" fmla="*/ 0 w 1737710"/>
                <a:gd name="connsiteY0" fmla="*/ 3620336 h 3620356"/>
                <a:gd name="connsiteX1" fmla="*/ 435009 w 1737710"/>
                <a:gd name="connsiteY1" fmla="*/ 800 h 3620356"/>
                <a:gd name="connsiteX2" fmla="*/ 877176 w 1737710"/>
                <a:gd name="connsiteY2" fmla="*/ 2685353 h 3620356"/>
                <a:gd name="connsiteX3" fmla="*/ 1319924 w 1737710"/>
                <a:gd name="connsiteY3" fmla="*/ 3536253 h 3620356"/>
                <a:gd name="connsiteX4" fmla="*/ 1737710 w 1737710"/>
                <a:gd name="connsiteY4" fmla="*/ 3426333 h 3620356"/>
                <a:gd name="connsiteX0" fmla="*/ 0 w 1737710"/>
                <a:gd name="connsiteY0" fmla="*/ 3619575 h 3619595"/>
                <a:gd name="connsiteX1" fmla="*/ 435009 w 1737710"/>
                <a:gd name="connsiteY1" fmla="*/ 39 h 3619595"/>
                <a:gd name="connsiteX2" fmla="*/ 877176 w 1737710"/>
                <a:gd name="connsiteY2" fmla="*/ 2684592 h 3619595"/>
                <a:gd name="connsiteX3" fmla="*/ 1319924 w 1737710"/>
                <a:gd name="connsiteY3" fmla="*/ 3535492 h 3619595"/>
                <a:gd name="connsiteX4" fmla="*/ 1737710 w 1737710"/>
                <a:gd name="connsiteY4" fmla="*/ 3425572 h 3619595"/>
                <a:gd name="connsiteX0" fmla="*/ 0 w 1737710"/>
                <a:gd name="connsiteY0" fmla="*/ 3619575 h 3619595"/>
                <a:gd name="connsiteX1" fmla="*/ 435009 w 1737710"/>
                <a:gd name="connsiteY1" fmla="*/ 39 h 3619595"/>
                <a:gd name="connsiteX2" fmla="*/ 877176 w 1737710"/>
                <a:gd name="connsiteY2" fmla="*/ 2684592 h 3619595"/>
                <a:gd name="connsiteX3" fmla="*/ 1319924 w 1737710"/>
                <a:gd name="connsiteY3" fmla="*/ 3535492 h 3619595"/>
                <a:gd name="connsiteX4" fmla="*/ 1737710 w 1737710"/>
                <a:gd name="connsiteY4" fmla="*/ 3425572 h 3619595"/>
                <a:gd name="connsiteX0" fmla="*/ 0 w 1745205"/>
                <a:gd name="connsiteY0" fmla="*/ 2323513 h 3535496"/>
                <a:gd name="connsiteX1" fmla="*/ 442504 w 1745205"/>
                <a:gd name="connsiteY1" fmla="*/ 39 h 3535496"/>
                <a:gd name="connsiteX2" fmla="*/ 884671 w 1745205"/>
                <a:gd name="connsiteY2" fmla="*/ 2684592 h 3535496"/>
                <a:gd name="connsiteX3" fmla="*/ 1327419 w 1745205"/>
                <a:gd name="connsiteY3" fmla="*/ 3535492 h 3535496"/>
                <a:gd name="connsiteX4" fmla="*/ 1745205 w 1745205"/>
                <a:gd name="connsiteY4" fmla="*/ 3425572 h 3535496"/>
                <a:gd name="connsiteX0" fmla="*/ 0 w 1745205"/>
                <a:gd name="connsiteY0" fmla="*/ 2323513 h 3535492"/>
                <a:gd name="connsiteX1" fmla="*/ 442504 w 1745205"/>
                <a:gd name="connsiteY1" fmla="*/ 39 h 3535492"/>
                <a:gd name="connsiteX2" fmla="*/ 879476 w 1745205"/>
                <a:gd name="connsiteY2" fmla="*/ 2922560 h 3535492"/>
                <a:gd name="connsiteX3" fmla="*/ 1327419 w 1745205"/>
                <a:gd name="connsiteY3" fmla="*/ 3535492 h 3535492"/>
                <a:gd name="connsiteX4" fmla="*/ 1745205 w 1745205"/>
                <a:gd name="connsiteY4" fmla="*/ 3425572 h 3535492"/>
                <a:gd name="connsiteX0" fmla="*/ 0 w 1745205"/>
                <a:gd name="connsiteY0" fmla="*/ 2323513 h 3425571"/>
                <a:gd name="connsiteX1" fmla="*/ 442504 w 1745205"/>
                <a:gd name="connsiteY1" fmla="*/ 39 h 3425571"/>
                <a:gd name="connsiteX2" fmla="*/ 879476 w 1745205"/>
                <a:gd name="connsiteY2" fmla="*/ 2922560 h 3425571"/>
                <a:gd name="connsiteX3" fmla="*/ 1265073 w 1745205"/>
                <a:gd name="connsiteY3" fmla="*/ 3279216 h 3425571"/>
                <a:gd name="connsiteX4" fmla="*/ 1745205 w 1745205"/>
                <a:gd name="connsiteY4" fmla="*/ 3425572 h 3425571"/>
                <a:gd name="connsiteX0" fmla="*/ 0 w 1745205"/>
                <a:gd name="connsiteY0" fmla="*/ 2323513 h 3475909"/>
                <a:gd name="connsiteX1" fmla="*/ 442504 w 1745205"/>
                <a:gd name="connsiteY1" fmla="*/ 39 h 3475909"/>
                <a:gd name="connsiteX2" fmla="*/ 879476 w 1745205"/>
                <a:gd name="connsiteY2" fmla="*/ 2922560 h 3475909"/>
                <a:gd name="connsiteX3" fmla="*/ 1265073 w 1745205"/>
                <a:gd name="connsiteY3" fmla="*/ 3279216 h 3475909"/>
                <a:gd name="connsiteX4" fmla="*/ 1745205 w 1745205"/>
                <a:gd name="connsiteY4" fmla="*/ 3425572 h 3475909"/>
                <a:gd name="connsiteX0" fmla="*/ 0 w 1745205"/>
                <a:gd name="connsiteY0" fmla="*/ 2323513 h 3425571"/>
                <a:gd name="connsiteX1" fmla="*/ 442504 w 1745205"/>
                <a:gd name="connsiteY1" fmla="*/ 39 h 3425571"/>
                <a:gd name="connsiteX2" fmla="*/ 879476 w 1745205"/>
                <a:gd name="connsiteY2" fmla="*/ 2922560 h 3425571"/>
                <a:gd name="connsiteX3" fmla="*/ 1265073 w 1745205"/>
                <a:gd name="connsiteY3" fmla="*/ 3279216 h 3425571"/>
                <a:gd name="connsiteX4" fmla="*/ 1745205 w 1745205"/>
                <a:gd name="connsiteY4" fmla="*/ 3425572 h 3425571"/>
                <a:gd name="connsiteX0" fmla="*/ 0 w 1745205"/>
                <a:gd name="connsiteY0" fmla="*/ 2323513 h 3439139"/>
                <a:gd name="connsiteX1" fmla="*/ 442504 w 1745205"/>
                <a:gd name="connsiteY1" fmla="*/ 39 h 3439139"/>
                <a:gd name="connsiteX2" fmla="*/ 879476 w 1745205"/>
                <a:gd name="connsiteY2" fmla="*/ 2922560 h 3439139"/>
                <a:gd name="connsiteX3" fmla="*/ 1265073 w 1745205"/>
                <a:gd name="connsiteY3" fmla="*/ 3279216 h 3439139"/>
                <a:gd name="connsiteX4" fmla="*/ 1745205 w 1745205"/>
                <a:gd name="connsiteY4" fmla="*/ 3425572 h 3439139"/>
                <a:gd name="connsiteX0" fmla="*/ 0 w 1745205"/>
                <a:gd name="connsiteY0" fmla="*/ 2323513 h 3437370"/>
                <a:gd name="connsiteX1" fmla="*/ 442504 w 1745205"/>
                <a:gd name="connsiteY1" fmla="*/ 39 h 3437370"/>
                <a:gd name="connsiteX2" fmla="*/ 879476 w 1745205"/>
                <a:gd name="connsiteY2" fmla="*/ 2922560 h 3437370"/>
                <a:gd name="connsiteX3" fmla="*/ 1265073 w 1745205"/>
                <a:gd name="connsiteY3" fmla="*/ 3279216 h 3437370"/>
                <a:gd name="connsiteX4" fmla="*/ 1745205 w 1745205"/>
                <a:gd name="connsiteY4" fmla="*/ 3425572 h 3437370"/>
                <a:gd name="connsiteX0" fmla="*/ 0 w 1745205"/>
                <a:gd name="connsiteY0" fmla="*/ 2323513 h 3435351"/>
                <a:gd name="connsiteX1" fmla="*/ 442504 w 1745205"/>
                <a:gd name="connsiteY1" fmla="*/ 39 h 3435351"/>
                <a:gd name="connsiteX2" fmla="*/ 879476 w 1745205"/>
                <a:gd name="connsiteY2" fmla="*/ 2922560 h 3435351"/>
                <a:gd name="connsiteX3" fmla="*/ 1213118 w 1745205"/>
                <a:gd name="connsiteY3" fmla="*/ 3224300 h 3435351"/>
                <a:gd name="connsiteX4" fmla="*/ 1745205 w 1745205"/>
                <a:gd name="connsiteY4" fmla="*/ 3425572 h 3435351"/>
                <a:gd name="connsiteX0" fmla="*/ 0 w 2103691"/>
                <a:gd name="connsiteY0" fmla="*/ 3055723 h 3435351"/>
                <a:gd name="connsiteX1" fmla="*/ 800990 w 2103691"/>
                <a:gd name="connsiteY1" fmla="*/ 39 h 3435351"/>
                <a:gd name="connsiteX2" fmla="*/ 1237962 w 2103691"/>
                <a:gd name="connsiteY2" fmla="*/ 2922560 h 3435351"/>
                <a:gd name="connsiteX3" fmla="*/ 1571604 w 2103691"/>
                <a:gd name="connsiteY3" fmla="*/ 3224300 h 3435351"/>
                <a:gd name="connsiteX4" fmla="*/ 2103691 w 2103691"/>
                <a:gd name="connsiteY4" fmla="*/ 3425572 h 3435351"/>
                <a:gd name="connsiteX0" fmla="*/ 0 w 1745204"/>
                <a:gd name="connsiteY0" fmla="*/ 2817754 h 3435351"/>
                <a:gd name="connsiteX1" fmla="*/ 442503 w 1745204"/>
                <a:gd name="connsiteY1" fmla="*/ 39 h 3435351"/>
                <a:gd name="connsiteX2" fmla="*/ 879475 w 1745204"/>
                <a:gd name="connsiteY2" fmla="*/ 2922560 h 3435351"/>
                <a:gd name="connsiteX3" fmla="*/ 1213117 w 1745204"/>
                <a:gd name="connsiteY3" fmla="*/ 3224300 h 3435351"/>
                <a:gd name="connsiteX4" fmla="*/ 1745204 w 1745204"/>
                <a:gd name="connsiteY4" fmla="*/ 3425572 h 3435351"/>
                <a:gd name="connsiteX0" fmla="*/ 0 w 1745204"/>
                <a:gd name="connsiteY0" fmla="*/ 2819576 h 3437173"/>
                <a:gd name="connsiteX1" fmla="*/ 66224 w 1745204"/>
                <a:gd name="connsiteY1" fmla="*/ 2569990 h 3437173"/>
                <a:gd name="connsiteX2" fmla="*/ 442503 w 1745204"/>
                <a:gd name="connsiteY2" fmla="*/ 1861 h 3437173"/>
                <a:gd name="connsiteX3" fmla="*/ 879475 w 1745204"/>
                <a:gd name="connsiteY3" fmla="*/ 2924382 h 3437173"/>
                <a:gd name="connsiteX4" fmla="*/ 1213117 w 1745204"/>
                <a:gd name="connsiteY4" fmla="*/ 3226122 h 3437173"/>
                <a:gd name="connsiteX5" fmla="*/ 1745204 w 1745204"/>
                <a:gd name="connsiteY5" fmla="*/ 3427394 h 3437173"/>
                <a:gd name="connsiteX0" fmla="*/ 0 w 2098495"/>
                <a:gd name="connsiteY0" fmla="*/ 3075852 h 3437173"/>
                <a:gd name="connsiteX1" fmla="*/ 419515 w 2098495"/>
                <a:gd name="connsiteY1" fmla="*/ 2569990 h 3437173"/>
                <a:gd name="connsiteX2" fmla="*/ 795794 w 2098495"/>
                <a:gd name="connsiteY2" fmla="*/ 1861 h 3437173"/>
                <a:gd name="connsiteX3" fmla="*/ 1232766 w 2098495"/>
                <a:gd name="connsiteY3" fmla="*/ 2924382 h 3437173"/>
                <a:gd name="connsiteX4" fmla="*/ 1566408 w 2098495"/>
                <a:gd name="connsiteY4" fmla="*/ 3226122 h 3437173"/>
                <a:gd name="connsiteX5" fmla="*/ 2098495 w 2098495"/>
                <a:gd name="connsiteY5" fmla="*/ 3427394 h 3437173"/>
                <a:gd name="connsiteX0" fmla="*/ 0 w 2082908"/>
                <a:gd name="connsiteY0" fmla="*/ 3149074 h 3437173"/>
                <a:gd name="connsiteX1" fmla="*/ 403928 w 2082908"/>
                <a:gd name="connsiteY1" fmla="*/ 2569990 h 3437173"/>
                <a:gd name="connsiteX2" fmla="*/ 780207 w 2082908"/>
                <a:gd name="connsiteY2" fmla="*/ 1861 h 3437173"/>
                <a:gd name="connsiteX3" fmla="*/ 1217179 w 2082908"/>
                <a:gd name="connsiteY3" fmla="*/ 2924382 h 3437173"/>
                <a:gd name="connsiteX4" fmla="*/ 1550821 w 2082908"/>
                <a:gd name="connsiteY4" fmla="*/ 3226122 h 3437173"/>
                <a:gd name="connsiteX5" fmla="*/ 2082908 w 2082908"/>
                <a:gd name="connsiteY5" fmla="*/ 3427394 h 3437173"/>
                <a:gd name="connsiteX0" fmla="*/ 0 w 2082908"/>
                <a:gd name="connsiteY0" fmla="*/ 3149342 h 3437441"/>
                <a:gd name="connsiteX1" fmla="*/ 353128 w 2082908"/>
                <a:gd name="connsiteY1" fmla="*/ 2288998 h 3437441"/>
                <a:gd name="connsiteX2" fmla="*/ 780207 w 2082908"/>
                <a:gd name="connsiteY2" fmla="*/ 2129 h 3437441"/>
                <a:gd name="connsiteX3" fmla="*/ 1217179 w 2082908"/>
                <a:gd name="connsiteY3" fmla="*/ 2924650 h 3437441"/>
                <a:gd name="connsiteX4" fmla="*/ 1550821 w 2082908"/>
                <a:gd name="connsiteY4" fmla="*/ 3226390 h 3437441"/>
                <a:gd name="connsiteX5" fmla="*/ 2082908 w 2082908"/>
                <a:gd name="connsiteY5" fmla="*/ 3427662 h 3437441"/>
                <a:gd name="connsiteX0" fmla="*/ 0 w 2082908"/>
                <a:gd name="connsiteY0" fmla="*/ 3149342 h 3437441"/>
                <a:gd name="connsiteX1" fmla="*/ 353128 w 2082908"/>
                <a:gd name="connsiteY1" fmla="*/ 2288998 h 3437441"/>
                <a:gd name="connsiteX2" fmla="*/ 780207 w 2082908"/>
                <a:gd name="connsiteY2" fmla="*/ 2129 h 3437441"/>
                <a:gd name="connsiteX3" fmla="*/ 1217179 w 2082908"/>
                <a:gd name="connsiteY3" fmla="*/ 2924650 h 3437441"/>
                <a:gd name="connsiteX4" fmla="*/ 1550821 w 2082908"/>
                <a:gd name="connsiteY4" fmla="*/ 3226390 h 3437441"/>
                <a:gd name="connsiteX5" fmla="*/ 2082908 w 2082908"/>
                <a:gd name="connsiteY5" fmla="*/ 3427662 h 3437441"/>
                <a:gd name="connsiteX0" fmla="*/ 0 w 2082908"/>
                <a:gd name="connsiteY0" fmla="*/ 3149166 h 3437265"/>
                <a:gd name="connsiteX1" fmla="*/ 353128 w 2082908"/>
                <a:gd name="connsiteY1" fmla="*/ 2288822 h 3437265"/>
                <a:gd name="connsiteX2" fmla="*/ 780207 w 2082908"/>
                <a:gd name="connsiteY2" fmla="*/ 1953 h 3437265"/>
                <a:gd name="connsiteX3" fmla="*/ 1217179 w 2082908"/>
                <a:gd name="connsiteY3" fmla="*/ 2924474 h 3437265"/>
                <a:gd name="connsiteX4" fmla="*/ 1550821 w 2082908"/>
                <a:gd name="connsiteY4" fmla="*/ 3226214 h 3437265"/>
                <a:gd name="connsiteX5" fmla="*/ 2082908 w 2082908"/>
                <a:gd name="connsiteY5" fmla="*/ 3427486 h 3437265"/>
                <a:gd name="connsiteX0" fmla="*/ 0 w 2082908"/>
                <a:gd name="connsiteY0" fmla="*/ 3149166 h 3437265"/>
                <a:gd name="connsiteX1" fmla="*/ 353128 w 2082908"/>
                <a:gd name="connsiteY1" fmla="*/ 2288822 h 3437265"/>
                <a:gd name="connsiteX2" fmla="*/ 780207 w 2082908"/>
                <a:gd name="connsiteY2" fmla="*/ 1953 h 3437265"/>
                <a:gd name="connsiteX3" fmla="*/ 1217179 w 2082908"/>
                <a:gd name="connsiteY3" fmla="*/ 2924474 h 3437265"/>
                <a:gd name="connsiteX4" fmla="*/ 1550821 w 2082908"/>
                <a:gd name="connsiteY4" fmla="*/ 3226214 h 3437265"/>
                <a:gd name="connsiteX5" fmla="*/ 2082908 w 2082908"/>
                <a:gd name="connsiteY5" fmla="*/ 3427486 h 3437265"/>
                <a:gd name="connsiteX0" fmla="*/ 0 w 2082908"/>
                <a:gd name="connsiteY0" fmla="*/ 3147644 h 3435743"/>
                <a:gd name="connsiteX1" fmla="*/ 780207 w 2082908"/>
                <a:gd name="connsiteY1" fmla="*/ 431 h 3435743"/>
                <a:gd name="connsiteX2" fmla="*/ 1217179 w 2082908"/>
                <a:gd name="connsiteY2" fmla="*/ 2922952 h 3435743"/>
                <a:gd name="connsiteX3" fmla="*/ 1550821 w 2082908"/>
                <a:gd name="connsiteY3" fmla="*/ 3224692 h 3435743"/>
                <a:gd name="connsiteX4" fmla="*/ 2082908 w 2082908"/>
                <a:gd name="connsiteY4" fmla="*/ 3425964 h 3435743"/>
                <a:gd name="connsiteX0" fmla="*/ 24688 w 1372528"/>
                <a:gd name="connsiteY0" fmla="*/ 951206 h 3435743"/>
                <a:gd name="connsiteX1" fmla="*/ 69827 w 1372528"/>
                <a:gd name="connsiteY1" fmla="*/ 431 h 3435743"/>
                <a:gd name="connsiteX2" fmla="*/ 506799 w 1372528"/>
                <a:gd name="connsiteY2" fmla="*/ 2922952 h 3435743"/>
                <a:gd name="connsiteX3" fmla="*/ 840441 w 1372528"/>
                <a:gd name="connsiteY3" fmla="*/ 3224692 h 3435743"/>
                <a:gd name="connsiteX4" fmla="*/ 1372528 w 1372528"/>
                <a:gd name="connsiteY4" fmla="*/ 3425964 h 3435743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932 h 3402469"/>
                <a:gd name="connsiteX1" fmla="*/ 84775 w 1347840"/>
                <a:gd name="connsiteY1" fmla="*/ 437 h 3402469"/>
                <a:gd name="connsiteX2" fmla="*/ 482111 w 1347840"/>
                <a:gd name="connsiteY2" fmla="*/ 2889678 h 3402469"/>
                <a:gd name="connsiteX3" fmla="*/ 815753 w 1347840"/>
                <a:gd name="connsiteY3" fmla="*/ 3191418 h 3402469"/>
                <a:gd name="connsiteX4" fmla="*/ 1347840 w 1347840"/>
                <a:gd name="connsiteY4" fmla="*/ 3392690 h 3402469"/>
                <a:gd name="connsiteX0" fmla="*/ 0 w 1347840"/>
                <a:gd name="connsiteY0" fmla="*/ 917495 h 3402032"/>
                <a:gd name="connsiteX1" fmla="*/ 84775 w 1347840"/>
                <a:gd name="connsiteY1" fmla="*/ 0 h 3402032"/>
                <a:gd name="connsiteX2" fmla="*/ 482111 w 1347840"/>
                <a:gd name="connsiteY2" fmla="*/ 2889241 h 3402032"/>
                <a:gd name="connsiteX3" fmla="*/ 815753 w 1347840"/>
                <a:gd name="connsiteY3" fmla="*/ 3190981 h 3402032"/>
                <a:gd name="connsiteX4" fmla="*/ 1347840 w 1347840"/>
                <a:gd name="connsiteY4" fmla="*/ 3392253 h 3402032"/>
                <a:gd name="connsiteX0" fmla="*/ 0 w 1347840"/>
                <a:gd name="connsiteY0" fmla="*/ 917495 h 3402032"/>
                <a:gd name="connsiteX1" fmla="*/ 84775 w 1347840"/>
                <a:gd name="connsiteY1" fmla="*/ 0 h 3402032"/>
                <a:gd name="connsiteX2" fmla="*/ 460491 w 1347840"/>
                <a:gd name="connsiteY2" fmla="*/ 2689569 h 3402032"/>
                <a:gd name="connsiteX3" fmla="*/ 815753 w 1347840"/>
                <a:gd name="connsiteY3" fmla="*/ 3190981 h 3402032"/>
                <a:gd name="connsiteX4" fmla="*/ 1347840 w 1347840"/>
                <a:gd name="connsiteY4" fmla="*/ 3392253 h 3402032"/>
                <a:gd name="connsiteX0" fmla="*/ 0 w 1391079"/>
                <a:gd name="connsiteY0" fmla="*/ 917495 h 3532285"/>
                <a:gd name="connsiteX1" fmla="*/ 84775 w 1391079"/>
                <a:gd name="connsiteY1" fmla="*/ 0 h 3532285"/>
                <a:gd name="connsiteX2" fmla="*/ 460491 w 1391079"/>
                <a:gd name="connsiteY2" fmla="*/ 2689569 h 3532285"/>
                <a:gd name="connsiteX3" fmla="*/ 815753 w 1391079"/>
                <a:gd name="connsiteY3" fmla="*/ 3190981 h 3532285"/>
                <a:gd name="connsiteX4" fmla="*/ 1391079 w 1391079"/>
                <a:gd name="connsiteY4" fmla="*/ 3525374 h 3532285"/>
                <a:gd name="connsiteX0" fmla="*/ 0 w 1391079"/>
                <a:gd name="connsiteY0" fmla="*/ 917495 h 3532285"/>
                <a:gd name="connsiteX1" fmla="*/ 84775 w 1391079"/>
                <a:gd name="connsiteY1" fmla="*/ 0 h 3532285"/>
                <a:gd name="connsiteX2" fmla="*/ 438871 w 1391079"/>
                <a:gd name="connsiteY2" fmla="*/ 2623012 h 3532285"/>
                <a:gd name="connsiteX3" fmla="*/ 815753 w 1391079"/>
                <a:gd name="connsiteY3" fmla="*/ 3190981 h 3532285"/>
                <a:gd name="connsiteX4" fmla="*/ 1391079 w 1391079"/>
                <a:gd name="connsiteY4" fmla="*/ 3525374 h 3532285"/>
                <a:gd name="connsiteX0" fmla="*/ 0 w 1391079"/>
                <a:gd name="connsiteY0" fmla="*/ 917495 h 3536283"/>
                <a:gd name="connsiteX1" fmla="*/ 84775 w 1391079"/>
                <a:gd name="connsiteY1" fmla="*/ 0 h 3536283"/>
                <a:gd name="connsiteX2" fmla="*/ 438871 w 1391079"/>
                <a:gd name="connsiteY2" fmla="*/ 2623012 h 3536283"/>
                <a:gd name="connsiteX3" fmla="*/ 819356 w 1391079"/>
                <a:gd name="connsiteY3" fmla="*/ 3357377 h 3536283"/>
                <a:gd name="connsiteX4" fmla="*/ 1391079 w 1391079"/>
                <a:gd name="connsiteY4" fmla="*/ 3525374 h 3536283"/>
                <a:gd name="connsiteX0" fmla="*/ 0 w 1391079"/>
                <a:gd name="connsiteY0" fmla="*/ 917495 h 3534234"/>
                <a:gd name="connsiteX1" fmla="*/ 84775 w 1391079"/>
                <a:gd name="connsiteY1" fmla="*/ 0 h 3534234"/>
                <a:gd name="connsiteX2" fmla="*/ 438871 w 1391079"/>
                <a:gd name="connsiteY2" fmla="*/ 2623012 h 3534234"/>
                <a:gd name="connsiteX3" fmla="*/ 819356 w 1391079"/>
                <a:gd name="connsiteY3" fmla="*/ 3290820 h 3534234"/>
                <a:gd name="connsiteX4" fmla="*/ 1391079 w 1391079"/>
                <a:gd name="connsiteY4" fmla="*/ 3525374 h 3534234"/>
                <a:gd name="connsiteX0" fmla="*/ 0 w 1386228"/>
                <a:gd name="connsiteY0" fmla="*/ 738278 h 3534234"/>
                <a:gd name="connsiteX1" fmla="*/ 79924 w 1386228"/>
                <a:gd name="connsiteY1" fmla="*/ 0 h 3534234"/>
                <a:gd name="connsiteX2" fmla="*/ 434020 w 1386228"/>
                <a:gd name="connsiteY2" fmla="*/ 2623012 h 3534234"/>
                <a:gd name="connsiteX3" fmla="*/ 814505 w 1386228"/>
                <a:gd name="connsiteY3" fmla="*/ 3290820 h 3534234"/>
                <a:gd name="connsiteX4" fmla="*/ 1386228 w 1386228"/>
                <a:gd name="connsiteY4" fmla="*/ 3525374 h 3534234"/>
                <a:gd name="connsiteX0" fmla="*/ 0 w 1386228"/>
                <a:gd name="connsiteY0" fmla="*/ 738278 h 3534234"/>
                <a:gd name="connsiteX1" fmla="*/ 79924 w 1386228"/>
                <a:gd name="connsiteY1" fmla="*/ 0 h 3534234"/>
                <a:gd name="connsiteX2" fmla="*/ 434020 w 1386228"/>
                <a:gd name="connsiteY2" fmla="*/ 2623012 h 3534234"/>
                <a:gd name="connsiteX3" fmla="*/ 814505 w 1386228"/>
                <a:gd name="connsiteY3" fmla="*/ 3290820 h 3534234"/>
                <a:gd name="connsiteX4" fmla="*/ 1386228 w 1386228"/>
                <a:gd name="connsiteY4" fmla="*/ 3525374 h 3534234"/>
                <a:gd name="connsiteX0" fmla="*/ 0 w 1386228"/>
                <a:gd name="connsiteY0" fmla="*/ 715873 h 3511829"/>
                <a:gd name="connsiteX1" fmla="*/ 72647 w 1386228"/>
                <a:gd name="connsiteY1" fmla="*/ 0 h 3511829"/>
                <a:gd name="connsiteX2" fmla="*/ 434020 w 1386228"/>
                <a:gd name="connsiteY2" fmla="*/ 2600607 h 3511829"/>
                <a:gd name="connsiteX3" fmla="*/ 814505 w 1386228"/>
                <a:gd name="connsiteY3" fmla="*/ 3268415 h 3511829"/>
                <a:gd name="connsiteX4" fmla="*/ 1386228 w 1386228"/>
                <a:gd name="connsiteY4" fmla="*/ 3502969 h 3511829"/>
                <a:gd name="connsiteX0" fmla="*/ 0 w 1188760"/>
                <a:gd name="connsiteY0" fmla="*/ 715873 h 3543596"/>
                <a:gd name="connsiteX1" fmla="*/ 72647 w 1188760"/>
                <a:gd name="connsiteY1" fmla="*/ 0 h 3543596"/>
                <a:gd name="connsiteX2" fmla="*/ 434020 w 1188760"/>
                <a:gd name="connsiteY2" fmla="*/ 2600607 h 3543596"/>
                <a:gd name="connsiteX3" fmla="*/ 814505 w 1188760"/>
                <a:gd name="connsiteY3" fmla="*/ 3268415 h 3543596"/>
                <a:gd name="connsiteX4" fmla="*/ 1188760 w 1188760"/>
                <a:gd name="connsiteY4" fmla="*/ 3535481 h 3543596"/>
                <a:gd name="connsiteX0" fmla="*/ 0 w 1188760"/>
                <a:gd name="connsiteY0" fmla="*/ 715873 h 3535480"/>
                <a:gd name="connsiteX1" fmla="*/ 72647 w 1188760"/>
                <a:gd name="connsiteY1" fmla="*/ 0 h 3535480"/>
                <a:gd name="connsiteX2" fmla="*/ 434020 w 1188760"/>
                <a:gd name="connsiteY2" fmla="*/ 2600607 h 3535480"/>
                <a:gd name="connsiteX3" fmla="*/ 814505 w 1188760"/>
                <a:gd name="connsiteY3" fmla="*/ 3268415 h 3535480"/>
                <a:gd name="connsiteX4" fmla="*/ 1188760 w 1188760"/>
                <a:gd name="connsiteY4" fmla="*/ 3535481 h 3535480"/>
                <a:gd name="connsiteX0" fmla="*/ 0 w 1168332"/>
                <a:gd name="connsiteY0" fmla="*/ 715873 h 3567992"/>
                <a:gd name="connsiteX1" fmla="*/ 72647 w 1168332"/>
                <a:gd name="connsiteY1" fmla="*/ 0 h 3567992"/>
                <a:gd name="connsiteX2" fmla="*/ 434020 w 1168332"/>
                <a:gd name="connsiteY2" fmla="*/ 2600607 h 3567992"/>
                <a:gd name="connsiteX3" fmla="*/ 814505 w 1168332"/>
                <a:gd name="connsiteY3" fmla="*/ 3268415 h 3567992"/>
                <a:gd name="connsiteX4" fmla="*/ 1168332 w 1168332"/>
                <a:gd name="connsiteY4" fmla="*/ 3567992 h 3567992"/>
                <a:gd name="connsiteX0" fmla="*/ 0 w 1168332"/>
                <a:gd name="connsiteY0" fmla="*/ 715873 h 3567992"/>
                <a:gd name="connsiteX1" fmla="*/ 86496 w 1168332"/>
                <a:gd name="connsiteY1" fmla="*/ 0 h 3567992"/>
                <a:gd name="connsiteX2" fmla="*/ 434020 w 1168332"/>
                <a:gd name="connsiteY2" fmla="*/ 2600607 h 3567992"/>
                <a:gd name="connsiteX3" fmla="*/ 814505 w 1168332"/>
                <a:gd name="connsiteY3" fmla="*/ 3268415 h 3567992"/>
                <a:gd name="connsiteX4" fmla="*/ 1168332 w 1168332"/>
                <a:gd name="connsiteY4" fmla="*/ 3567992 h 3567992"/>
                <a:gd name="connsiteX0" fmla="*/ 0 w 1160023"/>
                <a:gd name="connsiteY0" fmla="*/ 702665 h 3567992"/>
                <a:gd name="connsiteX1" fmla="*/ 78187 w 1160023"/>
                <a:gd name="connsiteY1" fmla="*/ 0 h 3567992"/>
                <a:gd name="connsiteX2" fmla="*/ 425711 w 1160023"/>
                <a:gd name="connsiteY2" fmla="*/ 2600607 h 3567992"/>
                <a:gd name="connsiteX3" fmla="*/ 806196 w 1160023"/>
                <a:gd name="connsiteY3" fmla="*/ 3268415 h 3567992"/>
                <a:gd name="connsiteX4" fmla="*/ 1160023 w 1160023"/>
                <a:gd name="connsiteY4" fmla="*/ 3567992 h 3567992"/>
                <a:gd name="connsiteX0" fmla="*/ 0 w 1160023"/>
                <a:gd name="connsiteY0" fmla="*/ 702665 h 3567992"/>
                <a:gd name="connsiteX1" fmla="*/ 78187 w 1160023"/>
                <a:gd name="connsiteY1" fmla="*/ 0 h 3567992"/>
                <a:gd name="connsiteX2" fmla="*/ 425711 w 1160023"/>
                <a:gd name="connsiteY2" fmla="*/ 2600607 h 3567992"/>
                <a:gd name="connsiteX3" fmla="*/ 806196 w 1160023"/>
                <a:gd name="connsiteY3" fmla="*/ 3268415 h 3567992"/>
                <a:gd name="connsiteX4" fmla="*/ 1160023 w 1160023"/>
                <a:gd name="connsiteY4" fmla="*/ 3567992 h 3567992"/>
                <a:gd name="connsiteX0" fmla="*/ 0 w 1160023"/>
                <a:gd name="connsiteY0" fmla="*/ 702665 h 3567992"/>
                <a:gd name="connsiteX1" fmla="*/ 78187 w 1160023"/>
                <a:gd name="connsiteY1" fmla="*/ 0 h 3567992"/>
                <a:gd name="connsiteX2" fmla="*/ 425711 w 1160023"/>
                <a:gd name="connsiteY2" fmla="*/ 2600607 h 3567992"/>
                <a:gd name="connsiteX3" fmla="*/ 806196 w 1160023"/>
                <a:gd name="connsiteY3" fmla="*/ 3268415 h 3567992"/>
                <a:gd name="connsiteX4" fmla="*/ 1160023 w 1160023"/>
                <a:gd name="connsiteY4" fmla="*/ 3567992 h 3567992"/>
                <a:gd name="connsiteX0" fmla="*/ 0 w 1162793"/>
                <a:gd name="connsiteY0" fmla="*/ 610216 h 3567992"/>
                <a:gd name="connsiteX1" fmla="*/ 80957 w 1162793"/>
                <a:gd name="connsiteY1" fmla="*/ 0 h 3567992"/>
                <a:gd name="connsiteX2" fmla="*/ 428481 w 1162793"/>
                <a:gd name="connsiteY2" fmla="*/ 2600607 h 3567992"/>
                <a:gd name="connsiteX3" fmla="*/ 808966 w 1162793"/>
                <a:gd name="connsiteY3" fmla="*/ 3268415 h 3567992"/>
                <a:gd name="connsiteX4" fmla="*/ 1162793 w 1162793"/>
                <a:gd name="connsiteY4" fmla="*/ 3567992 h 3567992"/>
                <a:gd name="connsiteX0" fmla="*/ 16 w 1162809"/>
                <a:gd name="connsiteY0" fmla="*/ 610216 h 3567992"/>
                <a:gd name="connsiteX1" fmla="*/ 80973 w 1162809"/>
                <a:gd name="connsiteY1" fmla="*/ 0 h 3567992"/>
                <a:gd name="connsiteX2" fmla="*/ 428497 w 1162809"/>
                <a:gd name="connsiteY2" fmla="*/ 2600607 h 3567992"/>
                <a:gd name="connsiteX3" fmla="*/ 808982 w 1162809"/>
                <a:gd name="connsiteY3" fmla="*/ 3268415 h 3567992"/>
                <a:gd name="connsiteX4" fmla="*/ 1162809 w 1162809"/>
                <a:gd name="connsiteY4" fmla="*/ 3567992 h 3567992"/>
                <a:gd name="connsiteX0" fmla="*/ 21 w 1162814"/>
                <a:gd name="connsiteY0" fmla="*/ 610216 h 3567992"/>
                <a:gd name="connsiteX1" fmla="*/ 80978 w 1162814"/>
                <a:gd name="connsiteY1" fmla="*/ 0 h 3567992"/>
                <a:gd name="connsiteX2" fmla="*/ 428502 w 1162814"/>
                <a:gd name="connsiteY2" fmla="*/ 2600607 h 3567992"/>
                <a:gd name="connsiteX3" fmla="*/ 808987 w 1162814"/>
                <a:gd name="connsiteY3" fmla="*/ 3268415 h 3567992"/>
                <a:gd name="connsiteX4" fmla="*/ 1162814 w 1162814"/>
                <a:gd name="connsiteY4" fmla="*/ 3567992 h 3567992"/>
                <a:gd name="connsiteX0" fmla="*/ 22 w 1161430"/>
                <a:gd name="connsiteY0" fmla="*/ 649837 h 3567992"/>
                <a:gd name="connsiteX1" fmla="*/ 79594 w 1161430"/>
                <a:gd name="connsiteY1" fmla="*/ 0 h 3567992"/>
                <a:gd name="connsiteX2" fmla="*/ 427118 w 1161430"/>
                <a:gd name="connsiteY2" fmla="*/ 2600607 h 3567992"/>
                <a:gd name="connsiteX3" fmla="*/ 807603 w 1161430"/>
                <a:gd name="connsiteY3" fmla="*/ 3268415 h 3567992"/>
                <a:gd name="connsiteX4" fmla="*/ 1161430 w 1161430"/>
                <a:gd name="connsiteY4" fmla="*/ 3567992 h 3567992"/>
                <a:gd name="connsiteX0" fmla="*/ 22 w 1161430"/>
                <a:gd name="connsiteY0" fmla="*/ 530974 h 3567992"/>
                <a:gd name="connsiteX1" fmla="*/ 79594 w 1161430"/>
                <a:gd name="connsiteY1" fmla="*/ 0 h 3567992"/>
                <a:gd name="connsiteX2" fmla="*/ 427118 w 1161430"/>
                <a:gd name="connsiteY2" fmla="*/ 2600607 h 3567992"/>
                <a:gd name="connsiteX3" fmla="*/ 807603 w 1161430"/>
                <a:gd name="connsiteY3" fmla="*/ 3268415 h 3567992"/>
                <a:gd name="connsiteX4" fmla="*/ 1161430 w 1161430"/>
                <a:gd name="connsiteY4" fmla="*/ 3567992 h 3567992"/>
                <a:gd name="connsiteX0" fmla="*/ 0 w 1161408"/>
                <a:gd name="connsiteY0" fmla="*/ 530974 h 3567992"/>
                <a:gd name="connsiteX1" fmla="*/ 79572 w 1161408"/>
                <a:gd name="connsiteY1" fmla="*/ 0 h 3567992"/>
                <a:gd name="connsiteX2" fmla="*/ 427096 w 1161408"/>
                <a:gd name="connsiteY2" fmla="*/ 2600607 h 3567992"/>
                <a:gd name="connsiteX3" fmla="*/ 807581 w 1161408"/>
                <a:gd name="connsiteY3" fmla="*/ 3268415 h 3567992"/>
                <a:gd name="connsiteX4" fmla="*/ 1161408 w 1161408"/>
                <a:gd name="connsiteY4" fmla="*/ 3567992 h 3567992"/>
                <a:gd name="connsiteX0" fmla="*/ 0 w 1161408"/>
                <a:gd name="connsiteY0" fmla="*/ 531602 h 3568620"/>
                <a:gd name="connsiteX1" fmla="*/ 79572 w 1161408"/>
                <a:gd name="connsiteY1" fmla="*/ 628 h 3568620"/>
                <a:gd name="connsiteX2" fmla="*/ 427096 w 1161408"/>
                <a:gd name="connsiteY2" fmla="*/ 2601235 h 3568620"/>
                <a:gd name="connsiteX3" fmla="*/ 807581 w 1161408"/>
                <a:gd name="connsiteY3" fmla="*/ 3269043 h 3568620"/>
                <a:gd name="connsiteX4" fmla="*/ 1161408 w 1161408"/>
                <a:gd name="connsiteY4" fmla="*/ 3568620 h 356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1408" h="3568620">
                  <a:moveTo>
                    <a:pt x="0" y="531602"/>
                  </a:moveTo>
                  <a:cubicBezTo>
                    <a:pt x="5810" y="255046"/>
                    <a:pt x="46345" y="-14750"/>
                    <a:pt x="79572" y="628"/>
                  </a:cubicBezTo>
                  <a:cubicBezTo>
                    <a:pt x="163527" y="29743"/>
                    <a:pt x="305761" y="2056499"/>
                    <a:pt x="427096" y="2601235"/>
                  </a:cubicBezTo>
                  <a:cubicBezTo>
                    <a:pt x="548431" y="3145971"/>
                    <a:pt x="673354" y="3261161"/>
                    <a:pt x="807581" y="3269043"/>
                  </a:cubicBezTo>
                  <a:cubicBezTo>
                    <a:pt x="866741" y="3257218"/>
                    <a:pt x="1143332" y="3503258"/>
                    <a:pt x="1161408" y="3568620"/>
                  </a:cubicBezTo>
                </a:path>
              </a:pathLst>
            </a:custGeom>
            <a:noFill/>
            <a:ln>
              <a:solidFill>
                <a:srgbClr val="2EE1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5757AF"/>
                </a:solidFill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C8716CDB-F55F-17D3-F62A-3372D148F15B}"/>
              </a:ext>
            </a:extLst>
          </p:cNvPr>
          <p:cNvSpPr txBox="1"/>
          <p:nvPr/>
        </p:nvSpPr>
        <p:spPr>
          <a:xfrm>
            <a:off x="2147314" y="5039194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Year</a:t>
            </a:r>
            <a:endParaRPr kumimoji="1" lang="zh-CN" altLang="en-US" sz="1200" dirty="0">
              <a:latin typeface="STIX Two Text" pitchFamily="2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DD0A0E-59EE-467E-5FB8-8F88EF1B1AC4}"/>
              </a:ext>
            </a:extLst>
          </p:cNvPr>
          <p:cNvSpPr txBox="1"/>
          <p:nvPr/>
        </p:nvSpPr>
        <p:spPr>
          <a:xfrm rot="16200000">
            <a:off x="-71710" y="4025676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Citation</a:t>
            </a:r>
            <a:endParaRPr kumimoji="1" lang="zh-CN" altLang="en-US" sz="1200" dirty="0">
              <a:latin typeface="STIX Two Text" pitchFamily="2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E3D2808-D497-E054-6612-5126885E49F6}"/>
              </a:ext>
            </a:extLst>
          </p:cNvPr>
          <p:cNvSpPr txBox="1"/>
          <p:nvPr/>
        </p:nvSpPr>
        <p:spPr>
          <a:xfrm rot="16200000">
            <a:off x="-582163" y="1179945"/>
            <a:ext cx="1731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Number of Publications</a:t>
            </a:r>
            <a:endParaRPr kumimoji="1" lang="zh-CN" altLang="en-US" sz="1200" dirty="0">
              <a:latin typeface="STIX Two Text" pitchFamily="2" charset="0"/>
            </a:endParaRP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83F919F0-F827-97FF-B93A-8B06628B0FA2}"/>
              </a:ext>
            </a:extLst>
          </p:cNvPr>
          <p:cNvSpPr/>
          <p:nvPr/>
        </p:nvSpPr>
        <p:spPr>
          <a:xfrm>
            <a:off x="6778447" y="2221170"/>
            <a:ext cx="1184429" cy="1279038"/>
          </a:xfrm>
          <a:prstGeom prst="roundRect">
            <a:avLst>
              <a:gd name="adj" fmla="val 9691"/>
            </a:avLst>
          </a:prstGeom>
          <a:solidFill>
            <a:schemeClr val="bg1">
              <a:alpha val="606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E5E4E82-6756-F892-34FA-18C7ECF9F549}"/>
              </a:ext>
            </a:extLst>
          </p:cNvPr>
          <p:cNvGrpSpPr/>
          <p:nvPr/>
        </p:nvGrpSpPr>
        <p:grpSpPr>
          <a:xfrm>
            <a:off x="6871184" y="2680793"/>
            <a:ext cx="942869" cy="747966"/>
            <a:chOff x="6503268" y="4504602"/>
            <a:chExt cx="1324756" cy="1050913"/>
          </a:xfrm>
        </p:grpSpPr>
        <p:sp>
          <p:nvSpPr>
            <p:cNvPr id="1025" name="椭圆 1024">
              <a:extLst>
                <a:ext uri="{FF2B5EF4-FFF2-40B4-BE49-F238E27FC236}">
                  <a16:creationId xmlns:a16="http://schemas.microsoft.com/office/drawing/2014/main" id="{183D6C56-6806-6DB3-3C02-A29F2C3537E0}"/>
                </a:ext>
              </a:extLst>
            </p:cNvPr>
            <p:cNvSpPr/>
            <p:nvPr/>
          </p:nvSpPr>
          <p:spPr>
            <a:xfrm>
              <a:off x="6525156" y="4638388"/>
              <a:ext cx="1302868" cy="917127"/>
            </a:xfrm>
            <a:prstGeom prst="ellipse">
              <a:avLst/>
            </a:prstGeom>
            <a:solidFill>
              <a:srgbClr val="BDD7EF"/>
            </a:solidFill>
            <a:ln w="1270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sz="1400"/>
            </a:p>
          </p:txBody>
        </p:sp>
        <p:sp>
          <p:nvSpPr>
            <p:cNvPr id="1027" name="椭圆 1026">
              <a:extLst>
                <a:ext uri="{FF2B5EF4-FFF2-40B4-BE49-F238E27FC236}">
                  <a16:creationId xmlns:a16="http://schemas.microsoft.com/office/drawing/2014/main" id="{9502914E-ED3D-C73F-CB77-A9120F41A29D}"/>
                </a:ext>
              </a:extLst>
            </p:cNvPr>
            <p:cNvSpPr/>
            <p:nvPr/>
          </p:nvSpPr>
          <p:spPr>
            <a:xfrm>
              <a:off x="6607887" y="4793601"/>
              <a:ext cx="997244" cy="635950"/>
            </a:xfrm>
            <a:prstGeom prst="ellipse">
              <a:avLst/>
            </a:prstGeom>
            <a:solidFill>
              <a:srgbClr val="A7C3DE"/>
            </a:solidFill>
            <a:ln w="1270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sz="1400"/>
            </a:p>
          </p:txBody>
        </p:sp>
        <p:sp>
          <p:nvSpPr>
            <p:cNvPr id="1028" name="任意形状 1027">
              <a:extLst>
                <a:ext uri="{FF2B5EF4-FFF2-40B4-BE49-F238E27FC236}">
                  <a16:creationId xmlns:a16="http://schemas.microsoft.com/office/drawing/2014/main" id="{D7FFFFEF-E2EB-2E08-6F24-D0D0BD1CB9D3}"/>
                </a:ext>
              </a:extLst>
            </p:cNvPr>
            <p:cNvSpPr/>
            <p:nvPr/>
          </p:nvSpPr>
          <p:spPr>
            <a:xfrm>
              <a:off x="6598353" y="4802969"/>
              <a:ext cx="48401" cy="136945"/>
            </a:xfrm>
            <a:custGeom>
              <a:avLst/>
              <a:gdLst>
                <a:gd name="connsiteX0" fmla="*/ 6844 w 60646"/>
                <a:gd name="connsiteY0" fmla="*/ 40274 h 171592"/>
                <a:gd name="connsiteX1" fmla="*/ 39102 w 60646"/>
                <a:gd name="connsiteY1" fmla="*/ 397 h 171592"/>
                <a:gd name="connsiteX2" fmla="*/ 42277 w 60646"/>
                <a:gd name="connsiteY2" fmla="*/ 171592 h 171592"/>
                <a:gd name="connsiteX3" fmla="*/ 6844 w 60646"/>
                <a:gd name="connsiteY3" fmla="*/ 40274 h 171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46" h="171592">
                  <a:moveTo>
                    <a:pt x="6844" y="40274"/>
                  </a:moveTo>
                  <a:cubicBezTo>
                    <a:pt x="15226" y="26304"/>
                    <a:pt x="16369" y="-3795"/>
                    <a:pt x="39102" y="397"/>
                  </a:cubicBezTo>
                  <a:cubicBezTo>
                    <a:pt x="71487" y="51197"/>
                    <a:pt x="62978" y="117744"/>
                    <a:pt x="42277" y="171592"/>
                  </a:cubicBezTo>
                  <a:cubicBezTo>
                    <a:pt x="-2046" y="147971"/>
                    <a:pt x="-6999" y="83709"/>
                    <a:pt x="6844" y="40274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33" name="任意形状 1032">
              <a:extLst>
                <a:ext uri="{FF2B5EF4-FFF2-40B4-BE49-F238E27FC236}">
                  <a16:creationId xmlns:a16="http://schemas.microsoft.com/office/drawing/2014/main" id="{E3BB703B-7095-7980-74E7-1D263283D9C4}"/>
                </a:ext>
              </a:extLst>
            </p:cNvPr>
            <p:cNvSpPr/>
            <p:nvPr/>
          </p:nvSpPr>
          <p:spPr>
            <a:xfrm>
              <a:off x="6661487" y="4532516"/>
              <a:ext cx="405831" cy="214516"/>
            </a:xfrm>
            <a:custGeom>
              <a:avLst/>
              <a:gdLst>
                <a:gd name="connsiteX0" fmla="*/ 263906 w 490854"/>
                <a:gd name="connsiteY0" fmla="*/ 12620 h 228138"/>
                <a:gd name="connsiteX1" fmla="*/ 490855 w 490854"/>
                <a:gd name="connsiteY1" fmla="*/ 2079 h 228138"/>
                <a:gd name="connsiteX2" fmla="*/ 298069 w 490854"/>
                <a:gd name="connsiteY2" fmla="*/ 47545 h 228138"/>
                <a:gd name="connsiteX3" fmla="*/ 23622 w 490854"/>
                <a:gd name="connsiteY3" fmla="*/ 228139 h 228138"/>
                <a:gd name="connsiteX4" fmla="*/ 0 w 490854"/>
                <a:gd name="connsiteY4" fmla="*/ 217724 h 228138"/>
                <a:gd name="connsiteX5" fmla="*/ 263906 w 490854"/>
                <a:gd name="connsiteY5" fmla="*/ 12620 h 22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0854" h="228138">
                  <a:moveTo>
                    <a:pt x="263906" y="12620"/>
                  </a:moveTo>
                  <a:cubicBezTo>
                    <a:pt x="338455" y="-3255"/>
                    <a:pt x="415163" y="-715"/>
                    <a:pt x="490855" y="2079"/>
                  </a:cubicBezTo>
                  <a:cubicBezTo>
                    <a:pt x="432181" y="37004"/>
                    <a:pt x="359537" y="19986"/>
                    <a:pt x="298069" y="47545"/>
                  </a:cubicBezTo>
                  <a:cubicBezTo>
                    <a:pt x="196596" y="88566"/>
                    <a:pt x="83058" y="129079"/>
                    <a:pt x="23622" y="228139"/>
                  </a:cubicBezTo>
                  <a:cubicBezTo>
                    <a:pt x="17780" y="225472"/>
                    <a:pt x="5969" y="220265"/>
                    <a:pt x="0" y="217724"/>
                  </a:cubicBezTo>
                  <a:cubicBezTo>
                    <a:pt x="52832" y="115236"/>
                    <a:pt x="151384" y="38020"/>
                    <a:pt x="263906" y="12620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34" name="任意形状 1033">
              <a:extLst>
                <a:ext uri="{FF2B5EF4-FFF2-40B4-BE49-F238E27FC236}">
                  <a16:creationId xmlns:a16="http://schemas.microsoft.com/office/drawing/2014/main" id="{1D7BA580-0E3E-5264-7414-A13DBC8F8FE5}"/>
                </a:ext>
              </a:extLst>
            </p:cNvPr>
            <p:cNvSpPr/>
            <p:nvPr/>
          </p:nvSpPr>
          <p:spPr>
            <a:xfrm>
              <a:off x="7331457" y="4758892"/>
              <a:ext cx="47109" cy="234337"/>
            </a:xfrm>
            <a:custGeom>
              <a:avLst/>
              <a:gdLst>
                <a:gd name="connsiteX0" fmla="*/ 1905 w 59027"/>
                <a:gd name="connsiteY0" fmla="*/ 0 h 293623"/>
                <a:gd name="connsiteX1" fmla="*/ 0 w 59027"/>
                <a:gd name="connsiteY1" fmla="*/ 293624 h 293623"/>
                <a:gd name="connsiteX2" fmla="*/ 1905 w 59027"/>
                <a:gd name="connsiteY2" fmla="*/ 0 h 29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027" h="293623">
                  <a:moveTo>
                    <a:pt x="1905" y="0"/>
                  </a:moveTo>
                  <a:cubicBezTo>
                    <a:pt x="74549" y="78740"/>
                    <a:pt x="82169" y="218567"/>
                    <a:pt x="0" y="293624"/>
                  </a:cubicBezTo>
                  <a:cubicBezTo>
                    <a:pt x="35560" y="199390"/>
                    <a:pt x="33909" y="94869"/>
                    <a:pt x="1905" y="0"/>
                  </a:cubicBezTo>
                  <a:close/>
                </a:path>
              </a:pathLst>
            </a:custGeom>
            <a:solidFill>
              <a:srgbClr val="92B2C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35" name="任意形状 1034">
              <a:extLst>
                <a:ext uri="{FF2B5EF4-FFF2-40B4-BE49-F238E27FC236}">
                  <a16:creationId xmlns:a16="http://schemas.microsoft.com/office/drawing/2014/main" id="{ECCC1175-108A-3563-B0E1-FA09CDCF0C65}"/>
                </a:ext>
              </a:extLst>
            </p:cNvPr>
            <p:cNvSpPr/>
            <p:nvPr/>
          </p:nvSpPr>
          <p:spPr>
            <a:xfrm>
              <a:off x="6660372" y="4994039"/>
              <a:ext cx="629629" cy="155226"/>
            </a:xfrm>
            <a:custGeom>
              <a:avLst/>
              <a:gdLst>
                <a:gd name="connsiteX0" fmla="*/ 0 w 788923"/>
                <a:gd name="connsiteY0" fmla="*/ 20828 h 194498"/>
                <a:gd name="connsiteX1" fmla="*/ 34798 w 788923"/>
                <a:gd name="connsiteY1" fmla="*/ 0 h 194498"/>
                <a:gd name="connsiteX2" fmla="*/ 254762 w 788923"/>
                <a:gd name="connsiteY2" fmla="*/ 93472 h 194498"/>
                <a:gd name="connsiteX3" fmla="*/ 584327 w 788923"/>
                <a:gd name="connsiteY3" fmla="*/ 102235 h 194498"/>
                <a:gd name="connsiteX4" fmla="*/ 788924 w 788923"/>
                <a:gd name="connsiteY4" fmla="*/ 31877 h 194498"/>
                <a:gd name="connsiteX5" fmla="*/ 538226 w 788923"/>
                <a:gd name="connsiteY5" fmla="*/ 188849 h 194498"/>
                <a:gd name="connsiteX6" fmla="*/ 113792 w 788923"/>
                <a:gd name="connsiteY6" fmla="*/ 121539 h 194498"/>
                <a:gd name="connsiteX7" fmla="*/ 0 w 788923"/>
                <a:gd name="connsiteY7" fmla="*/ 20828 h 19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923" h="194498">
                  <a:moveTo>
                    <a:pt x="0" y="20828"/>
                  </a:moveTo>
                  <a:cubicBezTo>
                    <a:pt x="8763" y="15621"/>
                    <a:pt x="26162" y="5207"/>
                    <a:pt x="34798" y="0"/>
                  </a:cubicBezTo>
                  <a:cubicBezTo>
                    <a:pt x="107823" y="31750"/>
                    <a:pt x="176403" y="75565"/>
                    <a:pt x="254762" y="93472"/>
                  </a:cubicBezTo>
                  <a:cubicBezTo>
                    <a:pt x="362585" y="119253"/>
                    <a:pt x="475107" y="115443"/>
                    <a:pt x="584327" y="102235"/>
                  </a:cubicBezTo>
                  <a:cubicBezTo>
                    <a:pt x="657479" y="95123"/>
                    <a:pt x="721741" y="57785"/>
                    <a:pt x="788924" y="31877"/>
                  </a:cubicBezTo>
                  <a:cubicBezTo>
                    <a:pt x="736981" y="120142"/>
                    <a:pt x="637032" y="172593"/>
                    <a:pt x="538226" y="188849"/>
                  </a:cubicBezTo>
                  <a:cubicBezTo>
                    <a:pt x="395097" y="202565"/>
                    <a:pt x="241173" y="195326"/>
                    <a:pt x="113792" y="121539"/>
                  </a:cubicBezTo>
                  <a:cubicBezTo>
                    <a:pt x="68961" y="96647"/>
                    <a:pt x="32893" y="59563"/>
                    <a:pt x="0" y="20828"/>
                  </a:cubicBezTo>
                  <a:close/>
                </a:path>
              </a:pathLst>
            </a:custGeom>
            <a:solidFill>
              <a:srgbClr val="E3EFF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 dirty="0"/>
            </a:p>
          </p:txBody>
        </p:sp>
        <p:sp>
          <p:nvSpPr>
            <p:cNvPr id="1036" name="任意形状 1035">
              <a:extLst>
                <a:ext uri="{FF2B5EF4-FFF2-40B4-BE49-F238E27FC236}">
                  <a16:creationId xmlns:a16="http://schemas.microsoft.com/office/drawing/2014/main" id="{632DA281-52ED-2A41-811E-711602364CD7}"/>
                </a:ext>
              </a:extLst>
            </p:cNvPr>
            <p:cNvSpPr/>
            <p:nvPr/>
          </p:nvSpPr>
          <p:spPr>
            <a:xfrm>
              <a:off x="6773790" y="5172631"/>
              <a:ext cx="480128" cy="334434"/>
            </a:xfrm>
            <a:custGeom>
              <a:avLst/>
              <a:gdLst>
                <a:gd name="connsiteX0" fmla="*/ 0 w 601599"/>
                <a:gd name="connsiteY0" fmla="*/ 20066 h 419045"/>
                <a:gd name="connsiteX1" fmla="*/ 63246 w 601599"/>
                <a:gd name="connsiteY1" fmla="*/ 0 h 419045"/>
                <a:gd name="connsiteX2" fmla="*/ 515239 w 601599"/>
                <a:gd name="connsiteY2" fmla="*/ 1270 h 419045"/>
                <a:gd name="connsiteX3" fmla="*/ 575945 w 601599"/>
                <a:gd name="connsiteY3" fmla="*/ 114300 h 419045"/>
                <a:gd name="connsiteX4" fmla="*/ 601599 w 601599"/>
                <a:gd name="connsiteY4" fmla="*/ 314071 h 419045"/>
                <a:gd name="connsiteX5" fmla="*/ 513334 w 601599"/>
                <a:gd name="connsiteY5" fmla="*/ 416814 h 419045"/>
                <a:gd name="connsiteX6" fmla="*/ 52324 w 601599"/>
                <a:gd name="connsiteY6" fmla="*/ 417068 h 419045"/>
                <a:gd name="connsiteX7" fmla="*/ 3556 w 601599"/>
                <a:gd name="connsiteY7" fmla="*/ 361696 h 419045"/>
                <a:gd name="connsiteX8" fmla="*/ 3937 w 601599"/>
                <a:gd name="connsiteY8" fmla="*/ 247142 h 419045"/>
                <a:gd name="connsiteX9" fmla="*/ 37084 w 601599"/>
                <a:gd name="connsiteY9" fmla="*/ 115443 h 419045"/>
                <a:gd name="connsiteX10" fmla="*/ 0 w 601599"/>
                <a:gd name="connsiteY10" fmla="*/ 20066 h 419045"/>
                <a:gd name="connsiteX11" fmla="*/ 294132 w 601599"/>
                <a:gd name="connsiteY11" fmla="*/ 111125 h 419045"/>
                <a:gd name="connsiteX12" fmla="*/ 249047 w 601599"/>
                <a:gd name="connsiteY12" fmla="*/ 166243 h 419045"/>
                <a:gd name="connsiteX13" fmla="*/ 291973 w 601599"/>
                <a:gd name="connsiteY13" fmla="*/ 253492 h 419045"/>
                <a:gd name="connsiteX14" fmla="*/ 404495 w 601599"/>
                <a:gd name="connsiteY14" fmla="*/ 204343 h 419045"/>
                <a:gd name="connsiteX15" fmla="*/ 294132 w 601599"/>
                <a:gd name="connsiteY15" fmla="*/ 111125 h 41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01599" h="419045">
                  <a:moveTo>
                    <a:pt x="0" y="20066"/>
                  </a:moveTo>
                  <a:cubicBezTo>
                    <a:pt x="21082" y="13462"/>
                    <a:pt x="42164" y="6604"/>
                    <a:pt x="63246" y="0"/>
                  </a:cubicBezTo>
                  <a:cubicBezTo>
                    <a:pt x="208280" y="47625"/>
                    <a:pt x="369062" y="40386"/>
                    <a:pt x="515239" y="1270"/>
                  </a:cubicBezTo>
                  <a:cubicBezTo>
                    <a:pt x="553339" y="25908"/>
                    <a:pt x="568452" y="71755"/>
                    <a:pt x="575945" y="114300"/>
                  </a:cubicBezTo>
                  <a:cubicBezTo>
                    <a:pt x="586994" y="180594"/>
                    <a:pt x="598424" y="246888"/>
                    <a:pt x="601599" y="314071"/>
                  </a:cubicBezTo>
                  <a:cubicBezTo>
                    <a:pt x="570865" y="347091"/>
                    <a:pt x="541528" y="381508"/>
                    <a:pt x="513334" y="416814"/>
                  </a:cubicBezTo>
                  <a:cubicBezTo>
                    <a:pt x="359664" y="418465"/>
                    <a:pt x="205867" y="420751"/>
                    <a:pt x="52324" y="417068"/>
                  </a:cubicBezTo>
                  <a:cubicBezTo>
                    <a:pt x="32893" y="402590"/>
                    <a:pt x="3810" y="389763"/>
                    <a:pt x="3556" y="361696"/>
                  </a:cubicBezTo>
                  <a:cubicBezTo>
                    <a:pt x="381" y="323596"/>
                    <a:pt x="3048" y="285242"/>
                    <a:pt x="3937" y="247142"/>
                  </a:cubicBezTo>
                  <a:cubicBezTo>
                    <a:pt x="19685" y="204724"/>
                    <a:pt x="37846" y="161544"/>
                    <a:pt x="37084" y="115443"/>
                  </a:cubicBezTo>
                  <a:cubicBezTo>
                    <a:pt x="38735" y="79629"/>
                    <a:pt x="16002" y="49911"/>
                    <a:pt x="0" y="20066"/>
                  </a:cubicBezTo>
                  <a:moveTo>
                    <a:pt x="294132" y="111125"/>
                  </a:moveTo>
                  <a:cubicBezTo>
                    <a:pt x="272923" y="122555"/>
                    <a:pt x="256286" y="143129"/>
                    <a:pt x="249047" y="166243"/>
                  </a:cubicBezTo>
                  <a:cubicBezTo>
                    <a:pt x="242062" y="201168"/>
                    <a:pt x="265176" y="233807"/>
                    <a:pt x="291973" y="253492"/>
                  </a:cubicBezTo>
                  <a:cubicBezTo>
                    <a:pt x="334264" y="276225"/>
                    <a:pt x="395351" y="254000"/>
                    <a:pt x="404495" y="204343"/>
                  </a:cubicBezTo>
                  <a:cubicBezTo>
                    <a:pt x="424561" y="143129"/>
                    <a:pt x="352171" y="79502"/>
                    <a:pt x="294132" y="111125"/>
                  </a:cubicBez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37" name="任意形状 1036">
              <a:extLst>
                <a:ext uri="{FF2B5EF4-FFF2-40B4-BE49-F238E27FC236}">
                  <a16:creationId xmlns:a16="http://schemas.microsoft.com/office/drawing/2014/main" id="{C2F5FF72-C67C-BCC1-269A-4B44E0C88A84}"/>
                </a:ext>
              </a:extLst>
            </p:cNvPr>
            <p:cNvSpPr/>
            <p:nvPr/>
          </p:nvSpPr>
          <p:spPr>
            <a:xfrm>
              <a:off x="6519992" y="5197767"/>
              <a:ext cx="263563" cy="309342"/>
            </a:xfrm>
            <a:custGeom>
              <a:avLst/>
              <a:gdLst>
                <a:gd name="connsiteX0" fmla="*/ 0 w 330244"/>
                <a:gd name="connsiteY0" fmla="*/ 383032 h 387604"/>
                <a:gd name="connsiteX1" fmla="*/ 290576 w 330244"/>
                <a:gd name="connsiteY1" fmla="*/ 0 h 387604"/>
                <a:gd name="connsiteX2" fmla="*/ 328422 w 330244"/>
                <a:gd name="connsiteY2" fmla="*/ 101727 h 387604"/>
                <a:gd name="connsiteX3" fmla="*/ 219202 w 330244"/>
                <a:gd name="connsiteY3" fmla="*/ 387604 h 387604"/>
                <a:gd name="connsiteX4" fmla="*/ 0 w 330244"/>
                <a:gd name="connsiteY4" fmla="*/ 383032 h 387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0244" h="387604">
                  <a:moveTo>
                    <a:pt x="0" y="383032"/>
                  </a:moveTo>
                  <a:cubicBezTo>
                    <a:pt x="71755" y="240411"/>
                    <a:pt x="141859" y="78359"/>
                    <a:pt x="290576" y="0"/>
                  </a:cubicBezTo>
                  <a:cubicBezTo>
                    <a:pt x="313436" y="28702"/>
                    <a:pt x="337058" y="62865"/>
                    <a:pt x="328422" y="101727"/>
                  </a:cubicBezTo>
                  <a:cubicBezTo>
                    <a:pt x="311150" y="203454"/>
                    <a:pt x="251206" y="290576"/>
                    <a:pt x="219202" y="387604"/>
                  </a:cubicBezTo>
                  <a:cubicBezTo>
                    <a:pt x="146177" y="382651"/>
                    <a:pt x="73025" y="389509"/>
                    <a:pt x="0" y="383032"/>
                  </a:cubicBez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0" name="任意形状 1039">
              <a:extLst>
                <a:ext uri="{FF2B5EF4-FFF2-40B4-BE49-F238E27FC236}">
                  <a16:creationId xmlns:a16="http://schemas.microsoft.com/office/drawing/2014/main" id="{1D01E72C-92EB-F5D6-6B2F-2BC3203D6653}"/>
                </a:ext>
              </a:extLst>
            </p:cNvPr>
            <p:cNvSpPr/>
            <p:nvPr/>
          </p:nvSpPr>
          <p:spPr>
            <a:xfrm>
              <a:off x="7232430" y="5181549"/>
              <a:ext cx="340964" cy="239617"/>
            </a:xfrm>
            <a:custGeom>
              <a:avLst/>
              <a:gdLst>
                <a:gd name="connsiteX0" fmla="*/ 167894 w 427227"/>
                <a:gd name="connsiteY0" fmla="*/ 100965 h 300240"/>
                <a:gd name="connsiteX1" fmla="*/ 267970 w 427227"/>
                <a:gd name="connsiteY1" fmla="*/ 0 h 300240"/>
                <a:gd name="connsiteX2" fmla="*/ 427228 w 427227"/>
                <a:gd name="connsiteY2" fmla="*/ 114554 h 300240"/>
                <a:gd name="connsiteX3" fmla="*/ 184277 w 427227"/>
                <a:gd name="connsiteY3" fmla="*/ 295275 h 300240"/>
                <a:gd name="connsiteX4" fmla="*/ 50419 w 427227"/>
                <a:gd name="connsiteY4" fmla="*/ 267716 h 300240"/>
                <a:gd name="connsiteX5" fmla="*/ 0 w 427227"/>
                <a:gd name="connsiteY5" fmla="*/ 18796 h 300240"/>
                <a:gd name="connsiteX6" fmla="*/ 128397 w 427227"/>
                <a:gd name="connsiteY6" fmla="*/ 97028 h 300240"/>
                <a:gd name="connsiteX7" fmla="*/ 112014 w 427227"/>
                <a:gd name="connsiteY7" fmla="*/ 121666 h 300240"/>
                <a:gd name="connsiteX8" fmla="*/ 167894 w 427227"/>
                <a:gd name="connsiteY8" fmla="*/ 100965 h 30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7227" h="300240">
                  <a:moveTo>
                    <a:pt x="167894" y="100965"/>
                  </a:moveTo>
                  <a:cubicBezTo>
                    <a:pt x="206121" y="72263"/>
                    <a:pt x="235966" y="34925"/>
                    <a:pt x="267970" y="0"/>
                  </a:cubicBezTo>
                  <a:cubicBezTo>
                    <a:pt x="301498" y="58547"/>
                    <a:pt x="357505" y="108204"/>
                    <a:pt x="427228" y="114554"/>
                  </a:cubicBezTo>
                  <a:cubicBezTo>
                    <a:pt x="361569" y="191643"/>
                    <a:pt x="283591" y="265938"/>
                    <a:pt x="184277" y="295275"/>
                  </a:cubicBezTo>
                  <a:cubicBezTo>
                    <a:pt x="137541" y="311023"/>
                    <a:pt x="92202" y="285877"/>
                    <a:pt x="50419" y="267716"/>
                  </a:cubicBezTo>
                  <a:cubicBezTo>
                    <a:pt x="37719" y="184150"/>
                    <a:pt x="37592" y="96266"/>
                    <a:pt x="0" y="18796"/>
                  </a:cubicBezTo>
                  <a:cubicBezTo>
                    <a:pt x="43307" y="43942"/>
                    <a:pt x="85725" y="70612"/>
                    <a:pt x="128397" y="97028"/>
                  </a:cubicBezTo>
                  <a:cubicBezTo>
                    <a:pt x="124333" y="103251"/>
                    <a:pt x="116205" y="115443"/>
                    <a:pt x="112014" y="121666"/>
                  </a:cubicBezTo>
                  <a:cubicBezTo>
                    <a:pt x="134493" y="130937"/>
                    <a:pt x="151638" y="112268"/>
                    <a:pt x="167894" y="100965"/>
                  </a:cubicBez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1" name="任意形状 1040">
              <a:extLst>
                <a:ext uri="{FF2B5EF4-FFF2-40B4-BE49-F238E27FC236}">
                  <a16:creationId xmlns:a16="http://schemas.microsoft.com/office/drawing/2014/main" id="{404AF5A4-B29C-A284-EED0-4E7869982F2D}"/>
                </a:ext>
              </a:extLst>
            </p:cNvPr>
            <p:cNvSpPr/>
            <p:nvPr/>
          </p:nvSpPr>
          <p:spPr>
            <a:xfrm>
              <a:off x="6680340" y="4537323"/>
              <a:ext cx="651255" cy="546528"/>
            </a:xfrm>
            <a:custGeom>
              <a:avLst/>
              <a:gdLst>
                <a:gd name="connsiteX0" fmla="*/ 467233 w 816020"/>
                <a:gd name="connsiteY0" fmla="*/ 0 h 648093"/>
                <a:gd name="connsiteX1" fmla="*/ 708152 w 816020"/>
                <a:gd name="connsiteY1" fmla="*/ 115316 h 648093"/>
                <a:gd name="connsiteX2" fmla="*/ 769620 w 816020"/>
                <a:gd name="connsiteY2" fmla="*/ 565150 h 648093"/>
                <a:gd name="connsiteX3" fmla="*/ 763905 w 816020"/>
                <a:gd name="connsiteY3" fmla="*/ 567436 h 648093"/>
                <a:gd name="connsiteX4" fmla="*/ 559308 w 816020"/>
                <a:gd name="connsiteY4" fmla="*/ 637794 h 648093"/>
                <a:gd name="connsiteX5" fmla="*/ 229743 w 816020"/>
                <a:gd name="connsiteY5" fmla="*/ 629031 h 648093"/>
                <a:gd name="connsiteX6" fmla="*/ 9779 w 816020"/>
                <a:gd name="connsiteY6" fmla="*/ 535559 h 648093"/>
                <a:gd name="connsiteX7" fmla="*/ 40132 w 816020"/>
                <a:gd name="connsiteY7" fmla="*/ 309245 h 648093"/>
                <a:gd name="connsiteX8" fmla="*/ 0 w 816020"/>
                <a:gd name="connsiteY8" fmla="*/ 226060 h 648093"/>
                <a:gd name="connsiteX9" fmla="*/ 274447 w 816020"/>
                <a:gd name="connsiteY9" fmla="*/ 45466 h 648093"/>
                <a:gd name="connsiteX10" fmla="*/ 467233 w 816020"/>
                <a:gd name="connsiteY10" fmla="*/ 0 h 648093"/>
                <a:gd name="connsiteX11" fmla="*/ 268351 w 816020"/>
                <a:gd name="connsiteY11" fmla="*/ 193929 h 648093"/>
                <a:gd name="connsiteX12" fmla="*/ 132334 w 816020"/>
                <a:gd name="connsiteY12" fmla="*/ 290703 h 648093"/>
                <a:gd name="connsiteX13" fmla="*/ 138557 w 816020"/>
                <a:gd name="connsiteY13" fmla="*/ 505714 h 648093"/>
                <a:gd name="connsiteX14" fmla="*/ 329692 w 816020"/>
                <a:gd name="connsiteY14" fmla="*/ 599186 h 648093"/>
                <a:gd name="connsiteX15" fmla="*/ 664210 w 816020"/>
                <a:gd name="connsiteY15" fmla="*/ 561848 h 648093"/>
                <a:gd name="connsiteX16" fmla="*/ 715899 w 816020"/>
                <a:gd name="connsiteY16" fmla="*/ 258191 h 648093"/>
                <a:gd name="connsiteX17" fmla="*/ 519811 w 816020"/>
                <a:gd name="connsiteY17" fmla="*/ 186690 h 648093"/>
                <a:gd name="connsiteX18" fmla="*/ 268351 w 816020"/>
                <a:gd name="connsiteY18" fmla="*/ 193929 h 648093"/>
                <a:gd name="connsiteX0" fmla="*/ 467233 w 816020"/>
                <a:gd name="connsiteY0" fmla="*/ 0 h 648093"/>
                <a:gd name="connsiteX1" fmla="*/ 708152 w 816020"/>
                <a:gd name="connsiteY1" fmla="*/ 115316 h 648093"/>
                <a:gd name="connsiteX2" fmla="*/ 769620 w 816020"/>
                <a:gd name="connsiteY2" fmla="*/ 565150 h 648093"/>
                <a:gd name="connsiteX3" fmla="*/ 763905 w 816020"/>
                <a:gd name="connsiteY3" fmla="*/ 567436 h 648093"/>
                <a:gd name="connsiteX4" fmla="*/ 559308 w 816020"/>
                <a:gd name="connsiteY4" fmla="*/ 637794 h 648093"/>
                <a:gd name="connsiteX5" fmla="*/ 229743 w 816020"/>
                <a:gd name="connsiteY5" fmla="*/ 629031 h 648093"/>
                <a:gd name="connsiteX6" fmla="*/ 9779 w 816020"/>
                <a:gd name="connsiteY6" fmla="*/ 535559 h 648093"/>
                <a:gd name="connsiteX7" fmla="*/ 40132 w 816020"/>
                <a:gd name="connsiteY7" fmla="*/ 309245 h 648093"/>
                <a:gd name="connsiteX8" fmla="*/ 0 w 816020"/>
                <a:gd name="connsiteY8" fmla="*/ 226060 h 648093"/>
                <a:gd name="connsiteX9" fmla="*/ 274447 w 816020"/>
                <a:gd name="connsiteY9" fmla="*/ 45466 h 648093"/>
                <a:gd name="connsiteX10" fmla="*/ 467233 w 816020"/>
                <a:gd name="connsiteY10" fmla="*/ 0 h 648093"/>
                <a:gd name="connsiteX11" fmla="*/ 268351 w 816020"/>
                <a:gd name="connsiteY11" fmla="*/ 193929 h 648093"/>
                <a:gd name="connsiteX12" fmla="*/ 132334 w 816020"/>
                <a:gd name="connsiteY12" fmla="*/ 290703 h 648093"/>
                <a:gd name="connsiteX13" fmla="*/ 303215 w 816020"/>
                <a:gd name="connsiteY13" fmla="*/ 434291 h 648093"/>
                <a:gd name="connsiteX14" fmla="*/ 329692 w 816020"/>
                <a:gd name="connsiteY14" fmla="*/ 599186 h 648093"/>
                <a:gd name="connsiteX15" fmla="*/ 664210 w 816020"/>
                <a:gd name="connsiteY15" fmla="*/ 561848 h 648093"/>
                <a:gd name="connsiteX16" fmla="*/ 715899 w 816020"/>
                <a:gd name="connsiteY16" fmla="*/ 258191 h 648093"/>
                <a:gd name="connsiteX17" fmla="*/ 519811 w 816020"/>
                <a:gd name="connsiteY17" fmla="*/ 186690 h 648093"/>
                <a:gd name="connsiteX18" fmla="*/ 268351 w 816020"/>
                <a:gd name="connsiteY18" fmla="*/ 193929 h 648093"/>
                <a:gd name="connsiteX0" fmla="*/ 467233 w 816020"/>
                <a:gd name="connsiteY0" fmla="*/ 0 h 648093"/>
                <a:gd name="connsiteX1" fmla="*/ 708152 w 816020"/>
                <a:gd name="connsiteY1" fmla="*/ 115316 h 648093"/>
                <a:gd name="connsiteX2" fmla="*/ 769620 w 816020"/>
                <a:gd name="connsiteY2" fmla="*/ 565150 h 648093"/>
                <a:gd name="connsiteX3" fmla="*/ 763905 w 816020"/>
                <a:gd name="connsiteY3" fmla="*/ 567436 h 648093"/>
                <a:gd name="connsiteX4" fmla="*/ 559308 w 816020"/>
                <a:gd name="connsiteY4" fmla="*/ 637794 h 648093"/>
                <a:gd name="connsiteX5" fmla="*/ 229743 w 816020"/>
                <a:gd name="connsiteY5" fmla="*/ 629031 h 648093"/>
                <a:gd name="connsiteX6" fmla="*/ 9779 w 816020"/>
                <a:gd name="connsiteY6" fmla="*/ 535559 h 648093"/>
                <a:gd name="connsiteX7" fmla="*/ 40132 w 816020"/>
                <a:gd name="connsiteY7" fmla="*/ 309245 h 648093"/>
                <a:gd name="connsiteX8" fmla="*/ 0 w 816020"/>
                <a:gd name="connsiteY8" fmla="*/ 226060 h 648093"/>
                <a:gd name="connsiteX9" fmla="*/ 274447 w 816020"/>
                <a:gd name="connsiteY9" fmla="*/ 45466 h 648093"/>
                <a:gd name="connsiteX10" fmla="*/ 467233 w 816020"/>
                <a:gd name="connsiteY10" fmla="*/ 0 h 648093"/>
                <a:gd name="connsiteX11" fmla="*/ 268351 w 816020"/>
                <a:gd name="connsiteY11" fmla="*/ 193929 h 648093"/>
                <a:gd name="connsiteX12" fmla="*/ 221523 w 816020"/>
                <a:gd name="connsiteY12" fmla="*/ 336154 h 648093"/>
                <a:gd name="connsiteX13" fmla="*/ 303215 w 816020"/>
                <a:gd name="connsiteY13" fmla="*/ 434291 h 648093"/>
                <a:gd name="connsiteX14" fmla="*/ 329692 w 816020"/>
                <a:gd name="connsiteY14" fmla="*/ 599186 h 648093"/>
                <a:gd name="connsiteX15" fmla="*/ 664210 w 816020"/>
                <a:gd name="connsiteY15" fmla="*/ 561848 h 648093"/>
                <a:gd name="connsiteX16" fmla="*/ 715899 w 816020"/>
                <a:gd name="connsiteY16" fmla="*/ 258191 h 648093"/>
                <a:gd name="connsiteX17" fmla="*/ 519811 w 816020"/>
                <a:gd name="connsiteY17" fmla="*/ 186690 h 648093"/>
                <a:gd name="connsiteX18" fmla="*/ 268351 w 816020"/>
                <a:gd name="connsiteY18" fmla="*/ 193929 h 648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6020" h="648093">
                  <a:moveTo>
                    <a:pt x="467233" y="0"/>
                  </a:moveTo>
                  <a:cubicBezTo>
                    <a:pt x="557530" y="9906"/>
                    <a:pt x="645668" y="48514"/>
                    <a:pt x="708152" y="115316"/>
                  </a:cubicBezTo>
                  <a:cubicBezTo>
                    <a:pt x="820039" y="231902"/>
                    <a:pt x="852297" y="423545"/>
                    <a:pt x="769620" y="565150"/>
                  </a:cubicBezTo>
                  <a:lnTo>
                    <a:pt x="763905" y="567436"/>
                  </a:lnTo>
                  <a:cubicBezTo>
                    <a:pt x="696722" y="593344"/>
                    <a:pt x="632460" y="630682"/>
                    <a:pt x="559308" y="637794"/>
                  </a:cubicBezTo>
                  <a:cubicBezTo>
                    <a:pt x="450088" y="651002"/>
                    <a:pt x="337566" y="654812"/>
                    <a:pt x="229743" y="629031"/>
                  </a:cubicBezTo>
                  <a:cubicBezTo>
                    <a:pt x="151384" y="611124"/>
                    <a:pt x="82804" y="567309"/>
                    <a:pt x="9779" y="535559"/>
                  </a:cubicBezTo>
                  <a:cubicBezTo>
                    <a:pt x="55118" y="469900"/>
                    <a:pt x="53467" y="384683"/>
                    <a:pt x="40132" y="309245"/>
                  </a:cubicBezTo>
                  <a:cubicBezTo>
                    <a:pt x="35814" y="277876"/>
                    <a:pt x="18923" y="250698"/>
                    <a:pt x="0" y="226060"/>
                  </a:cubicBezTo>
                  <a:cubicBezTo>
                    <a:pt x="59436" y="127000"/>
                    <a:pt x="172974" y="86487"/>
                    <a:pt x="274447" y="45466"/>
                  </a:cubicBezTo>
                  <a:cubicBezTo>
                    <a:pt x="335915" y="17907"/>
                    <a:pt x="408559" y="34925"/>
                    <a:pt x="467233" y="0"/>
                  </a:cubicBezTo>
                  <a:moveTo>
                    <a:pt x="268351" y="193929"/>
                  </a:moveTo>
                  <a:cubicBezTo>
                    <a:pt x="211328" y="202438"/>
                    <a:pt x="245526" y="282306"/>
                    <a:pt x="221523" y="336154"/>
                  </a:cubicBezTo>
                  <a:cubicBezTo>
                    <a:pt x="195869" y="404861"/>
                    <a:pt x="269814" y="367997"/>
                    <a:pt x="303215" y="434291"/>
                  </a:cubicBezTo>
                  <a:cubicBezTo>
                    <a:pt x="341188" y="500712"/>
                    <a:pt x="258191" y="595376"/>
                    <a:pt x="329692" y="599186"/>
                  </a:cubicBezTo>
                  <a:cubicBezTo>
                    <a:pt x="441579" y="600329"/>
                    <a:pt x="559943" y="610489"/>
                    <a:pt x="664210" y="561848"/>
                  </a:cubicBezTo>
                  <a:cubicBezTo>
                    <a:pt x="773430" y="506984"/>
                    <a:pt x="785876" y="348742"/>
                    <a:pt x="715899" y="258191"/>
                  </a:cubicBezTo>
                  <a:cubicBezTo>
                    <a:pt x="669290" y="200660"/>
                    <a:pt x="590296" y="185039"/>
                    <a:pt x="519811" y="186690"/>
                  </a:cubicBezTo>
                  <a:lnTo>
                    <a:pt x="268351" y="193929"/>
                  </a:lnTo>
                  <a:close/>
                </a:path>
              </a:pathLst>
            </a:custGeom>
            <a:solidFill>
              <a:srgbClr val="FBFCF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4" name="任意形状 1043">
              <a:extLst>
                <a:ext uri="{FF2B5EF4-FFF2-40B4-BE49-F238E27FC236}">
                  <a16:creationId xmlns:a16="http://schemas.microsoft.com/office/drawing/2014/main" id="{CAA0FEB4-C367-5140-E464-D1AB070DAF45}"/>
                </a:ext>
              </a:extLst>
            </p:cNvPr>
            <p:cNvSpPr/>
            <p:nvPr/>
          </p:nvSpPr>
          <p:spPr>
            <a:xfrm>
              <a:off x="6971545" y="5254620"/>
              <a:ext cx="127794" cy="127442"/>
            </a:xfrm>
            <a:custGeom>
              <a:avLst/>
              <a:gdLst>
                <a:gd name="connsiteX0" fmla="*/ 46346 w 160125"/>
                <a:gd name="connsiteY0" fmla="*/ 8390 h 159684"/>
                <a:gd name="connsiteX1" fmla="*/ 156709 w 160125"/>
                <a:gd name="connsiteY1" fmla="*/ 101608 h 159684"/>
                <a:gd name="connsiteX2" fmla="*/ 44187 w 160125"/>
                <a:gd name="connsiteY2" fmla="*/ 150757 h 159684"/>
                <a:gd name="connsiteX3" fmla="*/ 1261 w 160125"/>
                <a:gd name="connsiteY3" fmla="*/ 63508 h 159684"/>
                <a:gd name="connsiteX4" fmla="*/ 46346 w 160125"/>
                <a:gd name="connsiteY4" fmla="*/ 8390 h 15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25" h="159684">
                  <a:moveTo>
                    <a:pt x="46346" y="8390"/>
                  </a:moveTo>
                  <a:cubicBezTo>
                    <a:pt x="104385" y="-23233"/>
                    <a:pt x="176775" y="40394"/>
                    <a:pt x="156709" y="101608"/>
                  </a:cubicBezTo>
                  <a:cubicBezTo>
                    <a:pt x="147565" y="151265"/>
                    <a:pt x="86478" y="173490"/>
                    <a:pt x="44187" y="150757"/>
                  </a:cubicBezTo>
                  <a:cubicBezTo>
                    <a:pt x="17390" y="131072"/>
                    <a:pt x="-5725" y="98433"/>
                    <a:pt x="1261" y="63508"/>
                  </a:cubicBezTo>
                  <a:cubicBezTo>
                    <a:pt x="8500" y="40394"/>
                    <a:pt x="25137" y="19820"/>
                    <a:pt x="46346" y="8390"/>
                  </a:cubicBezTo>
                  <a:close/>
                </a:path>
              </a:pathLst>
            </a:custGeom>
            <a:solidFill>
              <a:srgbClr val="4FBFE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6" name="圆角矩形 4248">
              <a:extLst>
                <a:ext uri="{FF2B5EF4-FFF2-40B4-BE49-F238E27FC236}">
                  <a16:creationId xmlns:a16="http://schemas.microsoft.com/office/drawing/2014/main" id="{DD9B73DD-5AAD-2AF0-9D5B-7F3B805F43DE}"/>
                </a:ext>
              </a:extLst>
            </p:cNvPr>
            <p:cNvSpPr/>
            <p:nvPr/>
          </p:nvSpPr>
          <p:spPr>
            <a:xfrm>
              <a:off x="6785637" y="4672322"/>
              <a:ext cx="534714" cy="383366"/>
            </a:xfrm>
            <a:custGeom>
              <a:avLst/>
              <a:gdLst>
                <a:gd name="connsiteX0" fmla="*/ 0 w 490416"/>
                <a:gd name="connsiteY0" fmla="*/ 189010 h 378019"/>
                <a:gd name="connsiteX1" fmla="*/ 189010 w 490416"/>
                <a:gd name="connsiteY1" fmla="*/ 0 h 378019"/>
                <a:gd name="connsiteX2" fmla="*/ 301407 w 490416"/>
                <a:gd name="connsiteY2" fmla="*/ 0 h 378019"/>
                <a:gd name="connsiteX3" fmla="*/ 490417 w 490416"/>
                <a:gd name="connsiteY3" fmla="*/ 189010 h 378019"/>
                <a:gd name="connsiteX4" fmla="*/ 490416 w 490416"/>
                <a:gd name="connsiteY4" fmla="*/ 189010 h 378019"/>
                <a:gd name="connsiteX5" fmla="*/ 301406 w 490416"/>
                <a:gd name="connsiteY5" fmla="*/ 378020 h 378019"/>
                <a:gd name="connsiteX6" fmla="*/ 189010 w 490416"/>
                <a:gd name="connsiteY6" fmla="*/ 378019 h 378019"/>
                <a:gd name="connsiteX7" fmla="*/ 0 w 490416"/>
                <a:gd name="connsiteY7" fmla="*/ 189009 h 378019"/>
                <a:gd name="connsiteX8" fmla="*/ 0 w 490416"/>
                <a:gd name="connsiteY8" fmla="*/ 189010 h 378019"/>
                <a:gd name="connsiteX0" fmla="*/ 0 w 490417"/>
                <a:gd name="connsiteY0" fmla="*/ 189010 h 394061"/>
                <a:gd name="connsiteX1" fmla="*/ 189010 w 490417"/>
                <a:gd name="connsiteY1" fmla="*/ 0 h 394061"/>
                <a:gd name="connsiteX2" fmla="*/ 301407 w 490417"/>
                <a:gd name="connsiteY2" fmla="*/ 0 h 394061"/>
                <a:gd name="connsiteX3" fmla="*/ 490417 w 490417"/>
                <a:gd name="connsiteY3" fmla="*/ 189010 h 394061"/>
                <a:gd name="connsiteX4" fmla="*/ 490416 w 490417"/>
                <a:gd name="connsiteY4" fmla="*/ 189010 h 394061"/>
                <a:gd name="connsiteX5" fmla="*/ 301406 w 490417"/>
                <a:gd name="connsiteY5" fmla="*/ 378020 h 394061"/>
                <a:gd name="connsiteX6" fmla="*/ 221095 w 490417"/>
                <a:gd name="connsiteY6" fmla="*/ 394061 h 394061"/>
                <a:gd name="connsiteX7" fmla="*/ 0 w 490417"/>
                <a:gd name="connsiteY7" fmla="*/ 189009 h 394061"/>
                <a:gd name="connsiteX8" fmla="*/ 0 w 490417"/>
                <a:gd name="connsiteY8" fmla="*/ 189010 h 394061"/>
                <a:gd name="connsiteX0" fmla="*/ 0 w 522500"/>
                <a:gd name="connsiteY0" fmla="*/ 189010 h 394061"/>
                <a:gd name="connsiteX1" fmla="*/ 189010 w 522500"/>
                <a:gd name="connsiteY1" fmla="*/ 0 h 394061"/>
                <a:gd name="connsiteX2" fmla="*/ 301407 w 522500"/>
                <a:gd name="connsiteY2" fmla="*/ 0 h 394061"/>
                <a:gd name="connsiteX3" fmla="*/ 490417 w 522500"/>
                <a:gd name="connsiteY3" fmla="*/ 189010 h 394061"/>
                <a:gd name="connsiteX4" fmla="*/ 522500 w 522500"/>
                <a:gd name="connsiteY4" fmla="*/ 124841 h 394061"/>
                <a:gd name="connsiteX5" fmla="*/ 301406 w 522500"/>
                <a:gd name="connsiteY5" fmla="*/ 378020 h 394061"/>
                <a:gd name="connsiteX6" fmla="*/ 221095 w 522500"/>
                <a:gd name="connsiteY6" fmla="*/ 394061 h 394061"/>
                <a:gd name="connsiteX7" fmla="*/ 0 w 522500"/>
                <a:gd name="connsiteY7" fmla="*/ 189009 h 394061"/>
                <a:gd name="connsiteX8" fmla="*/ 0 w 522500"/>
                <a:gd name="connsiteY8" fmla="*/ 189010 h 394061"/>
                <a:gd name="connsiteX0" fmla="*/ 0 w 522500"/>
                <a:gd name="connsiteY0" fmla="*/ 189010 h 394061"/>
                <a:gd name="connsiteX1" fmla="*/ 189010 w 522500"/>
                <a:gd name="connsiteY1" fmla="*/ 0 h 394061"/>
                <a:gd name="connsiteX2" fmla="*/ 301407 w 522500"/>
                <a:gd name="connsiteY2" fmla="*/ 0 h 394061"/>
                <a:gd name="connsiteX3" fmla="*/ 517154 w 522500"/>
                <a:gd name="connsiteY3" fmla="*/ 103453 h 394061"/>
                <a:gd name="connsiteX4" fmla="*/ 522500 w 522500"/>
                <a:gd name="connsiteY4" fmla="*/ 124841 h 394061"/>
                <a:gd name="connsiteX5" fmla="*/ 301406 w 522500"/>
                <a:gd name="connsiteY5" fmla="*/ 378020 h 394061"/>
                <a:gd name="connsiteX6" fmla="*/ 221095 w 522500"/>
                <a:gd name="connsiteY6" fmla="*/ 394061 h 394061"/>
                <a:gd name="connsiteX7" fmla="*/ 0 w 522500"/>
                <a:gd name="connsiteY7" fmla="*/ 189009 h 394061"/>
                <a:gd name="connsiteX8" fmla="*/ 0 w 522500"/>
                <a:gd name="connsiteY8" fmla="*/ 189010 h 394061"/>
                <a:gd name="connsiteX0" fmla="*/ 0 w 517154"/>
                <a:gd name="connsiteY0" fmla="*/ 189010 h 394061"/>
                <a:gd name="connsiteX1" fmla="*/ 189010 w 517154"/>
                <a:gd name="connsiteY1" fmla="*/ 0 h 394061"/>
                <a:gd name="connsiteX2" fmla="*/ 301407 w 517154"/>
                <a:gd name="connsiteY2" fmla="*/ 0 h 394061"/>
                <a:gd name="connsiteX3" fmla="*/ 517154 w 517154"/>
                <a:gd name="connsiteY3" fmla="*/ 103453 h 394061"/>
                <a:gd name="connsiteX4" fmla="*/ 485069 w 517154"/>
                <a:gd name="connsiteY4" fmla="*/ 146231 h 394061"/>
                <a:gd name="connsiteX5" fmla="*/ 301406 w 517154"/>
                <a:gd name="connsiteY5" fmla="*/ 378020 h 394061"/>
                <a:gd name="connsiteX6" fmla="*/ 221095 w 517154"/>
                <a:gd name="connsiteY6" fmla="*/ 394061 h 394061"/>
                <a:gd name="connsiteX7" fmla="*/ 0 w 517154"/>
                <a:gd name="connsiteY7" fmla="*/ 189009 h 394061"/>
                <a:gd name="connsiteX8" fmla="*/ 0 w 517154"/>
                <a:gd name="connsiteY8" fmla="*/ 189010 h 394061"/>
                <a:gd name="connsiteX0" fmla="*/ 0 w 485069"/>
                <a:gd name="connsiteY0" fmla="*/ 189010 h 394061"/>
                <a:gd name="connsiteX1" fmla="*/ 189010 w 485069"/>
                <a:gd name="connsiteY1" fmla="*/ 0 h 394061"/>
                <a:gd name="connsiteX2" fmla="*/ 301407 w 485069"/>
                <a:gd name="connsiteY2" fmla="*/ 0 h 394061"/>
                <a:gd name="connsiteX3" fmla="*/ 463680 w 485069"/>
                <a:gd name="connsiteY3" fmla="*/ 135537 h 394061"/>
                <a:gd name="connsiteX4" fmla="*/ 485069 w 485069"/>
                <a:gd name="connsiteY4" fmla="*/ 146231 h 394061"/>
                <a:gd name="connsiteX5" fmla="*/ 301406 w 485069"/>
                <a:gd name="connsiteY5" fmla="*/ 378020 h 394061"/>
                <a:gd name="connsiteX6" fmla="*/ 221095 w 485069"/>
                <a:gd name="connsiteY6" fmla="*/ 394061 h 394061"/>
                <a:gd name="connsiteX7" fmla="*/ 0 w 485069"/>
                <a:gd name="connsiteY7" fmla="*/ 189009 h 394061"/>
                <a:gd name="connsiteX8" fmla="*/ 0 w 485069"/>
                <a:gd name="connsiteY8" fmla="*/ 189010 h 394061"/>
                <a:gd name="connsiteX0" fmla="*/ 0 w 490417"/>
                <a:gd name="connsiteY0" fmla="*/ 189010 h 394061"/>
                <a:gd name="connsiteX1" fmla="*/ 189010 w 490417"/>
                <a:gd name="connsiteY1" fmla="*/ 0 h 394061"/>
                <a:gd name="connsiteX2" fmla="*/ 301407 w 490417"/>
                <a:gd name="connsiteY2" fmla="*/ 0 h 394061"/>
                <a:gd name="connsiteX3" fmla="*/ 490417 w 490417"/>
                <a:gd name="connsiteY3" fmla="*/ 151579 h 394061"/>
                <a:gd name="connsiteX4" fmla="*/ 485069 w 490417"/>
                <a:gd name="connsiteY4" fmla="*/ 146231 h 394061"/>
                <a:gd name="connsiteX5" fmla="*/ 301406 w 490417"/>
                <a:gd name="connsiteY5" fmla="*/ 378020 h 394061"/>
                <a:gd name="connsiteX6" fmla="*/ 221095 w 490417"/>
                <a:gd name="connsiteY6" fmla="*/ 394061 h 394061"/>
                <a:gd name="connsiteX7" fmla="*/ 0 w 490417"/>
                <a:gd name="connsiteY7" fmla="*/ 189009 h 394061"/>
                <a:gd name="connsiteX8" fmla="*/ 0 w 490417"/>
                <a:gd name="connsiteY8" fmla="*/ 189010 h 394061"/>
                <a:gd name="connsiteX0" fmla="*/ 0 w 495764"/>
                <a:gd name="connsiteY0" fmla="*/ 146231 h 394061"/>
                <a:gd name="connsiteX1" fmla="*/ 194357 w 495764"/>
                <a:gd name="connsiteY1" fmla="*/ 0 h 394061"/>
                <a:gd name="connsiteX2" fmla="*/ 306754 w 495764"/>
                <a:gd name="connsiteY2" fmla="*/ 0 h 394061"/>
                <a:gd name="connsiteX3" fmla="*/ 495764 w 495764"/>
                <a:gd name="connsiteY3" fmla="*/ 151579 h 394061"/>
                <a:gd name="connsiteX4" fmla="*/ 490416 w 495764"/>
                <a:gd name="connsiteY4" fmla="*/ 146231 h 394061"/>
                <a:gd name="connsiteX5" fmla="*/ 306753 w 495764"/>
                <a:gd name="connsiteY5" fmla="*/ 378020 h 394061"/>
                <a:gd name="connsiteX6" fmla="*/ 226442 w 495764"/>
                <a:gd name="connsiteY6" fmla="*/ 394061 h 394061"/>
                <a:gd name="connsiteX7" fmla="*/ 5347 w 495764"/>
                <a:gd name="connsiteY7" fmla="*/ 189009 h 394061"/>
                <a:gd name="connsiteX8" fmla="*/ 0 w 495764"/>
                <a:gd name="connsiteY8" fmla="*/ 146231 h 394061"/>
                <a:gd name="connsiteX0" fmla="*/ 0 w 495764"/>
                <a:gd name="connsiteY0" fmla="*/ 146231 h 394061"/>
                <a:gd name="connsiteX1" fmla="*/ 194357 w 495764"/>
                <a:gd name="connsiteY1" fmla="*/ 0 h 394061"/>
                <a:gd name="connsiteX2" fmla="*/ 306754 w 495764"/>
                <a:gd name="connsiteY2" fmla="*/ 0 h 394061"/>
                <a:gd name="connsiteX3" fmla="*/ 495764 w 495764"/>
                <a:gd name="connsiteY3" fmla="*/ 151579 h 394061"/>
                <a:gd name="connsiteX4" fmla="*/ 490416 w 495764"/>
                <a:gd name="connsiteY4" fmla="*/ 146231 h 394061"/>
                <a:gd name="connsiteX5" fmla="*/ 306753 w 495764"/>
                <a:gd name="connsiteY5" fmla="*/ 378020 h 394061"/>
                <a:gd name="connsiteX6" fmla="*/ 226442 w 495764"/>
                <a:gd name="connsiteY6" fmla="*/ 394061 h 394061"/>
                <a:gd name="connsiteX7" fmla="*/ 0 w 495764"/>
                <a:gd name="connsiteY7" fmla="*/ 146230 h 394061"/>
                <a:gd name="connsiteX8" fmla="*/ 0 w 495764"/>
                <a:gd name="connsiteY8" fmla="*/ 146231 h 394061"/>
                <a:gd name="connsiteX0" fmla="*/ 162 w 495926"/>
                <a:gd name="connsiteY0" fmla="*/ 146231 h 394061"/>
                <a:gd name="connsiteX1" fmla="*/ 194519 w 495926"/>
                <a:gd name="connsiteY1" fmla="*/ 0 h 394061"/>
                <a:gd name="connsiteX2" fmla="*/ 306916 w 495926"/>
                <a:gd name="connsiteY2" fmla="*/ 0 h 394061"/>
                <a:gd name="connsiteX3" fmla="*/ 495926 w 495926"/>
                <a:gd name="connsiteY3" fmla="*/ 151579 h 394061"/>
                <a:gd name="connsiteX4" fmla="*/ 490578 w 495926"/>
                <a:gd name="connsiteY4" fmla="*/ 146231 h 394061"/>
                <a:gd name="connsiteX5" fmla="*/ 306915 w 495926"/>
                <a:gd name="connsiteY5" fmla="*/ 378020 h 394061"/>
                <a:gd name="connsiteX6" fmla="*/ 226604 w 495926"/>
                <a:gd name="connsiteY6" fmla="*/ 394061 h 394061"/>
                <a:gd name="connsiteX7" fmla="*/ 162 w 495926"/>
                <a:gd name="connsiteY7" fmla="*/ 146230 h 394061"/>
                <a:gd name="connsiteX8" fmla="*/ 162 w 495926"/>
                <a:gd name="connsiteY8" fmla="*/ 146231 h 394061"/>
                <a:gd name="connsiteX0" fmla="*/ 162 w 495926"/>
                <a:gd name="connsiteY0" fmla="*/ 146231 h 383366"/>
                <a:gd name="connsiteX1" fmla="*/ 194519 w 495926"/>
                <a:gd name="connsiteY1" fmla="*/ 0 h 383366"/>
                <a:gd name="connsiteX2" fmla="*/ 306916 w 495926"/>
                <a:gd name="connsiteY2" fmla="*/ 0 h 383366"/>
                <a:gd name="connsiteX3" fmla="*/ 495926 w 495926"/>
                <a:gd name="connsiteY3" fmla="*/ 151579 h 383366"/>
                <a:gd name="connsiteX4" fmla="*/ 490578 w 495926"/>
                <a:gd name="connsiteY4" fmla="*/ 146231 h 383366"/>
                <a:gd name="connsiteX5" fmla="*/ 306915 w 495926"/>
                <a:gd name="connsiteY5" fmla="*/ 378020 h 383366"/>
                <a:gd name="connsiteX6" fmla="*/ 226604 w 495926"/>
                <a:gd name="connsiteY6" fmla="*/ 383366 h 383366"/>
                <a:gd name="connsiteX7" fmla="*/ 162 w 495926"/>
                <a:gd name="connsiteY7" fmla="*/ 146230 h 383366"/>
                <a:gd name="connsiteX8" fmla="*/ 162 w 495926"/>
                <a:gd name="connsiteY8" fmla="*/ 146231 h 383366"/>
                <a:gd name="connsiteX0" fmla="*/ 162 w 495926"/>
                <a:gd name="connsiteY0" fmla="*/ 146231 h 383366"/>
                <a:gd name="connsiteX1" fmla="*/ 194519 w 495926"/>
                <a:gd name="connsiteY1" fmla="*/ 0 h 383366"/>
                <a:gd name="connsiteX2" fmla="*/ 306916 w 495926"/>
                <a:gd name="connsiteY2" fmla="*/ 0 h 383366"/>
                <a:gd name="connsiteX3" fmla="*/ 495926 w 495926"/>
                <a:gd name="connsiteY3" fmla="*/ 151579 h 383366"/>
                <a:gd name="connsiteX4" fmla="*/ 306915 w 495926"/>
                <a:gd name="connsiteY4" fmla="*/ 378020 h 383366"/>
                <a:gd name="connsiteX5" fmla="*/ 226604 w 495926"/>
                <a:gd name="connsiteY5" fmla="*/ 383366 h 383366"/>
                <a:gd name="connsiteX6" fmla="*/ 162 w 495926"/>
                <a:gd name="connsiteY6" fmla="*/ 146230 h 383366"/>
                <a:gd name="connsiteX7" fmla="*/ 162 w 495926"/>
                <a:gd name="connsiteY7" fmla="*/ 146231 h 383366"/>
                <a:gd name="connsiteX0" fmla="*/ 162 w 495933"/>
                <a:gd name="connsiteY0" fmla="*/ 146231 h 383366"/>
                <a:gd name="connsiteX1" fmla="*/ 194519 w 495933"/>
                <a:gd name="connsiteY1" fmla="*/ 0 h 383366"/>
                <a:gd name="connsiteX2" fmla="*/ 306916 w 495933"/>
                <a:gd name="connsiteY2" fmla="*/ 0 h 383366"/>
                <a:gd name="connsiteX3" fmla="*/ 495926 w 495933"/>
                <a:gd name="connsiteY3" fmla="*/ 151579 h 383366"/>
                <a:gd name="connsiteX4" fmla="*/ 306915 w 495933"/>
                <a:gd name="connsiteY4" fmla="*/ 378020 h 383366"/>
                <a:gd name="connsiteX5" fmla="*/ 226604 w 495933"/>
                <a:gd name="connsiteY5" fmla="*/ 383366 h 383366"/>
                <a:gd name="connsiteX6" fmla="*/ 162 w 495933"/>
                <a:gd name="connsiteY6" fmla="*/ 146230 h 383366"/>
                <a:gd name="connsiteX7" fmla="*/ 162 w 495933"/>
                <a:gd name="connsiteY7" fmla="*/ 146231 h 383366"/>
                <a:gd name="connsiteX0" fmla="*/ 162 w 495937"/>
                <a:gd name="connsiteY0" fmla="*/ 146231 h 383366"/>
                <a:gd name="connsiteX1" fmla="*/ 194519 w 495937"/>
                <a:gd name="connsiteY1" fmla="*/ 0 h 383366"/>
                <a:gd name="connsiteX2" fmla="*/ 306916 w 495937"/>
                <a:gd name="connsiteY2" fmla="*/ 0 h 383366"/>
                <a:gd name="connsiteX3" fmla="*/ 495926 w 495937"/>
                <a:gd name="connsiteY3" fmla="*/ 151579 h 383366"/>
                <a:gd name="connsiteX4" fmla="*/ 306915 w 495937"/>
                <a:gd name="connsiteY4" fmla="*/ 378020 h 383366"/>
                <a:gd name="connsiteX5" fmla="*/ 226604 w 495937"/>
                <a:gd name="connsiteY5" fmla="*/ 383366 h 383366"/>
                <a:gd name="connsiteX6" fmla="*/ 162 w 495937"/>
                <a:gd name="connsiteY6" fmla="*/ 146230 h 383366"/>
                <a:gd name="connsiteX7" fmla="*/ 162 w 495937"/>
                <a:gd name="connsiteY7" fmla="*/ 146231 h 383366"/>
                <a:gd name="connsiteX0" fmla="*/ 162 w 495937"/>
                <a:gd name="connsiteY0" fmla="*/ 146231 h 383366"/>
                <a:gd name="connsiteX1" fmla="*/ 194519 w 495937"/>
                <a:gd name="connsiteY1" fmla="*/ 0 h 383366"/>
                <a:gd name="connsiteX2" fmla="*/ 306916 w 495937"/>
                <a:gd name="connsiteY2" fmla="*/ 0 h 383366"/>
                <a:gd name="connsiteX3" fmla="*/ 495926 w 495937"/>
                <a:gd name="connsiteY3" fmla="*/ 151579 h 383366"/>
                <a:gd name="connsiteX4" fmla="*/ 306915 w 495937"/>
                <a:gd name="connsiteY4" fmla="*/ 378020 h 383366"/>
                <a:gd name="connsiteX5" fmla="*/ 226604 w 495937"/>
                <a:gd name="connsiteY5" fmla="*/ 383366 h 383366"/>
                <a:gd name="connsiteX6" fmla="*/ 162 w 495937"/>
                <a:gd name="connsiteY6" fmla="*/ 146230 h 383366"/>
                <a:gd name="connsiteX7" fmla="*/ 162 w 495937"/>
                <a:gd name="connsiteY7" fmla="*/ 146231 h 383366"/>
                <a:gd name="connsiteX0" fmla="*/ 162 w 495941"/>
                <a:gd name="connsiteY0" fmla="*/ 146231 h 383367"/>
                <a:gd name="connsiteX1" fmla="*/ 194519 w 495941"/>
                <a:gd name="connsiteY1" fmla="*/ 0 h 383367"/>
                <a:gd name="connsiteX2" fmla="*/ 306916 w 495941"/>
                <a:gd name="connsiteY2" fmla="*/ 0 h 383367"/>
                <a:gd name="connsiteX3" fmla="*/ 495926 w 495941"/>
                <a:gd name="connsiteY3" fmla="*/ 151579 h 383367"/>
                <a:gd name="connsiteX4" fmla="*/ 328304 w 495941"/>
                <a:gd name="connsiteY4" fmla="*/ 383367 h 383367"/>
                <a:gd name="connsiteX5" fmla="*/ 226604 w 495941"/>
                <a:gd name="connsiteY5" fmla="*/ 383366 h 383367"/>
                <a:gd name="connsiteX6" fmla="*/ 162 w 495941"/>
                <a:gd name="connsiteY6" fmla="*/ 146230 h 383367"/>
                <a:gd name="connsiteX7" fmla="*/ 162 w 495941"/>
                <a:gd name="connsiteY7" fmla="*/ 146231 h 383367"/>
                <a:gd name="connsiteX0" fmla="*/ 162 w 495935"/>
                <a:gd name="connsiteY0" fmla="*/ 146231 h 388475"/>
                <a:gd name="connsiteX1" fmla="*/ 194519 w 495935"/>
                <a:gd name="connsiteY1" fmla="*/ 0 h 388475"/>
                <a:gd name="connsiteX2" fmla="*/ 306916 w 495935"/>
                <a:gd name="connsiteY2" fmla="*/ 0 h 388475"/>
                <a:gd name="connsiteX3" fmla="*/ 495926 w 495935"/>
                <a:gd name="connsiteY3" fmla="*/ 151579 h 388475"/>
                <a:gd name="connsiteX4" fmla="*/ 285663 w 495935"/>
                <a:gd name="connsiteY4" fmla="*/ 388475 h 388475"/>
                <a:gd name="connsiteX5" fmla="*/ 226604 w 495935"/>
                <a:gd name="connsiteY5" fmla="*/ 383366 h 388475"/>
                <a:gd name="connsiteX6" fmla="*/ 162 w 495935"/>
                <a:gd name="connsiteY6" fmla="*/ 146230 h 388475"/>
                <a:gd name="connsiteX7" fmla="*/ 162 w 495935"/>
                <a:gd name="connsiteY7" fmla="*/ 146231 h 388475"/>
                <a:gd name="connsiteX0" fmla="*/ 162 w 495933"/>
                <a:gd name="connsiteY0" fmla="*/ 146231 h 388475"/>
                <a:gd name="connsiteX1" fmla="*/ 194519 w 495933"/>
                <a:gd name="connsiteY1" fmla="*/ 0 h 388475"/>
                <a:gd name="connsiteX2" fmla="*/ 306916 w 495933"/>
                <a:gd name="connsiteY2" fmla="*/ 0 h 388475"/>
                <a:gd name="connsiteX3" fmla="*/ 495926 w 495933"/>
                <a:gd name="connsiteY3" fmla="*/ 151579 h 388475"/>
                <a:gd name="connsiteX4" fmla="*/ 285663 w 495933"/>
                <a:gd name="connsiteY4" fmla="*/ 388475 h 388475"/>
                <a:gd name="connsiteX5" fmla="*/ 226604 w 495933"/>
                <a:gd name="connsiteY5" fmla="*/ 383366 h 388475"/>
                <a:gd name="connsiteX6" fmla="*/ 162 w 495933"/>
                <a:gd name="connsiteY6" fmla="*/ 146230 h 388475"/>
                <a:gd name="connsiteX7" fmla="*/ 162 w 495933"/>
                <a:gd name="connsiteY7" fmla="*/ 146231 h 388475"/>
                <a:gd name="connsiteX0" fmla="*/ 162 w 495934"/>
                <a:gd name="connsiteY0" fmla="*/ 146231 h 383366"/>
                <a:gd name="connsiteX1" fmla="*/ 194519 w 495934"/>
                <a:gd name="connsiteY1" fmla="*/ 0 h 383366"/>
                <a:gd name="connsiteX2" fmla="*/ 306916 w 495934"/>
                <a:gd name="connsiteY2" fmla="*/ 0 h 383366"/>
                <a:gd name="connsiteX3" fmla="*/ 495926 w 495934"/>
                <a:gd name="connsiteY3" fmla="*/ 151579 h 383366"/>
                <a:gd name="connsiteX4" fmla="*/ 295139 w 495934"/>
                <a:gd name="connsiteY4" fmla="*/ 378258 h 383366"/>
                <a:gd name="connsiteX5" fmla="*/ 226604 w 495934"/>
                <a:gd name="connsiteY5" fmla="*/ 383366 h 383366"/>
                <a:gd name="connsiteX6" fmla="*/ 162 w 495934"/>
                <a:gd name="connsiteY6" fmla="*/ 146230 h 383366"/>
                <a:gd name="connsiteX7" fmla="*/ 162 w 495934"/>
                <a:gd name="connsiteY7" fmla="*/ 146231 h 383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5934" h="383366">
                  <a:moveTo>
                    <a:pt x="162" y="146231"/>
                  </a:moveTo>
                  <a:cubicBezTo>
                    <a:pt x="162" y="41844"/>
                    <a:pt x="90132" y="0"/>
                    <a:pt x="194519" y="0"/>
                  </a:cubicBezTo>
                  <a:lnTo>
                    <a:pt x="306916" y="0"/>
                  </a:lnTo>
                  <a:cubicBezTo>
                    <a:pt x="411303" y="0"/>
                    <a:pt x="495926" y="47192"/>
                    <a:pt x="495926" y="151579"/>
                  </a:cubicBezTo>
                  <a:cubicBezTo>
                    <a:pt x="497091" y="344701"/>
                    <a:pt x="372496" y="375730"/>
                    <a:pt x="295139" y="378258"/>
                  </a:cubicBezTo>
                  <a:lnTo>
                    <a:pt x="226604" y="383366"/>
                  </a:lnTo>
                  <a:cubicBezTo>
                    <a:pt x="122217" y="383366"/>
                    <a:pt x="-5185" y="293396"/>
                    <a:pt x="162" y="146230"/>
                  </a:cubicBezTo>
                  <a:lnTo>
                    <a:pt x="162" y="146231"/>
                  </a:lnTo>
                  <a:close/>
                </a:path>
              </a:pathLst>
            </a:custGeom>
            <a:solidFill>
              <a:srgbClr val="0E1C3A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7" name="任意形状 1046">
              <a:extLst>
                <a:ext uri="{FF2B5EF4-FFF2-40B4-BE49-F238E27FC236}">
                  <a16:creationId xmlns:a16="http://schemas.microsoft.com/office/drawing/2014/main" id="{25B8D02B-2922-3866-2B84-9FE76EB4F716}"/>
                </a:ext>
              </a:extLst>
            </p:cNvPr>
            <p:cNvSpPr/>
            <p:nvPr/>
          </p:nvSpPr>
          <p:spPr>
            <a:xfrm>
              <a:off x="6587003" y="4758265"/>
              <a:ext cx="111339" cy="234292"/>
            </a:xfrm>
            <a:custGeom>
              <a:avLst/>
              <a:gdLst>
                <a:gd name="connsiteX0" fmla="*/ 56499 w 139508"/>
                <a:gd name="connsiteY0" fmla="*/ 4468 h 293567"/>
                <a:gd name="connsiteX1" fmla="*/ 119618 w 139508"/>
                <a:gd name="connsiteY1" fmla="*/ 34567 h 293567"/>
                <a:gd name="connsiteX2" fmla="*/ 119999 w 139508"/>
                <a:gd name="connsiteY2" fmla="*/ 257579 h 293567"/>
                <a:gd name="connsiteX3" fmla="*/ 77581 w 139508"/>
                <a:gd name="connsiteY3" fmla="*/ 293139 h 293567"/>
                <a:gd name="connsiteX4" fmla="*/ 9636 w 139508"/>
                <a:gd name="connsiteY4" fmla="*/ 221638 h 293567"/>
                <a:gd name="connsiteX5" fmla="*/ 56499 w 139508"/>
                <a:gd name="connsiteY5" fmla="*/ 4468 h 293567"/>
                <a:gd name="connsiteX6" fmla="*/ 21066 w 139508"/>
                <a:gd name="connsiteY6" fmla="*/ 96289 h 293567"/>
                <a:gd name="connsiteX7" fmla="*/ 56499 w 139508"/>
                <a:gd name="connsiteY7" fmla="*/ 227607 h 293567"/>
                <a:gd name="connsiteX8" fmla="*/ 53324 w 139508"/>
                <a:gd name="connsiteY8" fmla="*/ 56411 h 293567"/>
                <a:gd name="connsiteX9" fmla="*/ 21066 w 139508"/>
                <a:gd name="connsiteY9" fmla="*/ 96289 h 29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508" h="293567">
                  <a:moveTo>
                    <a:pt x="56499" y="4468"/>
                  </a:moveTo>
                  <a:cubicBezTo>
                    <a:pt x="82153" y="-8359"/>
                    <a:pt x="112125" y="7897"/>
                    <a:pt x="119618" y="34567"/>
                  </a:cubicBezTo>
                  <a:cubicBezTo>
                    <a:pt x="144129" y="105941"/>
                    <a:pt x="147939" y="186586"/>
                    <a:pt x="119999" y="257579"/>
                  </a:cubicBezTo>
                  <a:cubicBezTo>
                    <a:pt x="110855" y="273073"/>
                    <a:pt x="97774" y="293266"/>
                    <a:pt x="77581" y="293139"/>
                  </a:cubicBezTo>
                  <a:cubicBezTo>
                    <a:pt x="37322" y="298473"/>
                    <a:pt x="19034" y="252880"/>
                    <a:pt x="9636" y="221638"/>
                  </a:cubicBezTo>
                  <a:cubicBezTo>
                    <a:pt x="-6493" y="148994"/>
                    <a:pt x="-9160" y="53871"/>
                    <a:pt x="56499" y="4468"/>
                  </a:cubicBezTo>
                  <a:moveTo>
                    <a:pt x="21066" y="96289"/>
                  </a:moveTo>
                  <a:cubicBezTo>
                    <a:pt x="7223" y="139723"/>
                    <a:pt x="12176" y="203985"/>
                    <a:pt x="56499" y="227607"/>
                  </a:cubicBezTo>
                  <a:cubicBezTo>
                    <a:pt x="77200" y="173759"/>
                    <a:pt x="85709" y="107211"/>
                    <a:pt x="53324" y="56411"/>
                  </a:cubicBezTo>
                  <a:cubicBezTo>
                    <a:pt x="30591" y="52220"/>
                    <a:pt x="29448" y="82319"/>
                    <a:pt x="21066" y="96289"/>
                  </a:cubicBezTo>
                  <a:close/>
                </a:path>
              </a:pathLst>
            </a:custGeom>
            <a:solidFill>
              <a:srgbClr val="92B2C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8" name="任意形状 1047">
              <a:extLst>
                <a:ext uri="{FF2B5EF4-FFF2-40B4-BE49-F238E27FC236}">
                  <a16:creationId xmlns:a16="http://schemas.microsoft.com/office/drawing/2014/main" id="{0778C67A-E994-2B0B-65CD-E1A4F3D82256}"/>
                </a:ext>
              </a:extLst>
            </p:cNvPr>
            <p:cNvSpPr/>
            <p:nvPr/>
          </p:nvSpPr>
          <p:spPr>
            <a:xfrm>
              <a:off x="7455729" y="5032370"/>
              <a:ext cx="234050" cy="217190"/>
            </a:xfrm>
            <a:custGeom>
              <a:avLst/>
              <a:gdLst>
                <a:gd name="connsiteX0" fmla="*/ 177662 w 293264"/>
                <a:gd name="connsiteY0" fmla="*/ 5821 h 272139"/>
                <a:gd name="connsiteX1" fmla="*/ 234558 w 293264"/>
                <a:gd name="connsiteY1" fmla="*/ 12805 h 272139"/>
                <a:gd name="connsiteX2" fmla="*/ 194045 w 293264"/>
                <a:gd name="connsiteY2" fmla="*/ 118850 h 272139"/>
                <a:gd name="connsiteX3" fmla="*/ 269483 w 293264"/>
                <a:gd name="connsiteY3" fmla="*/ 25886 h 272139"/>
                <a:gd name="connsiteX4" fmla="*/ 145531 w 293264"/>
                <a:gd name="connsiteY4" fmla="*/ 272140 h 272139"/>
                <a:gd name="connsiteX5" fmla="*/ 14721 w 293264"/>
                <a:gd name="connsiteY5" fmla="*/ 59668 h 272139"/>
                <a:gd name="connsiteX6" fmla="*/ 68188 w 293264"/>
                <a:gd name="connsiteY6" fmla="*/ 47222 h 272139"/>
                <a:gd name="connsiteX7" fmla="*/ 56377 w 293264"/>
                <a:gd name="connsiteY7" fmla="*/ 117580 h 272139"/>
                <a:gd name="connsiteX8" fmla="*/ 177662 w 293264"/>
                <a:gd name="connsiteY8" fmla="*/ 5821 h 272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264" h="272139">
                  <a:moveTo>
                    <a:pt x="177662" y="5821"/>
                  </a:moveTo>
                  <a:cubicBezTo>
                    <a:pt x="196204" y="-8403"/>
                    <a:pt x="216016" y="7217"/>
                    <a:pt x="234558" y="12805"/>
                  </a:cubicBezTo>
                  <a:cubicBezTo>
                    <a:pt x="217794" y="46841"/>
                    <a:pt x="200014" y="80878"/>
                    <a:pt x="194045" y="118850"/>
                  </a:cubicBezTo>
                  <a:cubicBezTo>
                    <a:pt x="235193" y="104118"/>
                    <a:pt x="237987" y="52303"/>
                    <a:pt x="269483" y="25886"/>
                  </a:cubicBezTo>
                  <a:cubicBezTo>
                    <a:pt x="335523" y="118850"/>
                    <a:pt x="254243" y="263630"/>
                    <a:pt x="145531" y="272140"/>
                  </a:cubicBezTo>
                  <a:cubicBezTo>
                    <a:pt x="50662" y="264773"/>
                    <a:pt x="-35317" y="149330"/>
                    <a:pt x="14721" y="59668"/>
                  </a:cubicBezTo>
                  <a:cubicBezTo>
                    <a:pt x="24373" y="35538"/>
                    <a:pt x="49011" y="41761"/>
                    <a:pt x="68188" y="47222"/>
                  </a:cubicBezTo>
                  <a:cubicBezTo>
                    <a:pt x="61838" y="70209"/>
                    <a:pt x="57139" y="93578"/>
                    <a:pt x="56377" y="117580"/>
                  </a:cubicBezTo>
                  <a:cubicBezTo>
                    <a:pt x="95366" y="78718"/>
                    <a:pt x="123687" y="26648"/>
                    <a:pt x="177662" y="5821"/>
                  </a:cubicBezTo>
                  <a:close/>
                </a:path>
              </a:pathLst>
            </a:custGeom>
            <a:solidFill>
              <a:srgbClr val="324A7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49" name="任意形状 1048">
              <a:extLst>
                <a:ext uri="{FF2B5EF4-FFF2-40B4-BE49-F238E27FC236}">
                  <a16:creationId xmlns:a16="http://schemas.microsoft.com/office/drawing/2014/main" id="{DAD4E52D-A8DC-A6E0-5A11-13F65401A6C3}"/>
                </a:ext>
              </a:extLst>
            </p:cNvPr>
            <p:cNvSpPr/>
            <p:nvPr/>
          </p:nvSpPr>
          <p:spPr>
            <a:xfrm>
              <a:off x="6824266" y="5154386"/>
              <a:ext cx="360730" cy="44742"/>
            </a:xfrm>
            <a:custGeom>
              <a:avLst/>
              <a:gdLst>
                <a:gd name="connsiteX0" fmla="*/ 0 w 451993"/>
                <a:gd name="connsiteY0" fmla="*/ 22860 h 56061"/>
                <a:gd name="connsiteX1" fmla="*/ 46228 w 451993"/>
                <a:gd name="connsiteY1" fmla="*/ 0 h 56061"/>
                <a:gd name="connsiteX2" fmla="*/ 276352 w 451993"/>
                <a:gd name="connsiteY2" fmla="*/ 18034 h 56061"/>
                <a:gd name="connsiteX3" fmla="*/ 451993 w 451993"/>
                <a:gd name="connsiteY3" fmla="*/ 24130 h 56061"/>
                <a:gd name="connsiteX4" fmla="*/ 0 w 451993"/>
                <a:gd name="connsiteY4" fmla="*/ 22860 h 56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993" h="56061">
                  <a:moveTo>
                    <a:pt x="0" y="22860"/>
                  </a:moveTo>
                  <a:cubicBezTo>
                    <a:pt x="15621" y="15621"/>
                    <a:pt x="30861" y="7747"/>
                    <a:pt x="46228" y="0"/>
                  </a:cubicBezTo>
                  <a:cubicBezTo>
                    <a:pt x="121412" y="17399"/>
                    <a:pt x="199263" y="20955"/>
                    <a:pt x="276352" y="18034"/>
                  </a:cubicBezTo>
                  <a:cubicBezTo>
                    <a:pt x="335153" y="16129"/>
                    <a:pt x="397002" y="-8890"/>
                    <a:pt x="451993" y="24130"/>
                  </a:cubicBezTo>
                  <a:cubicBezTo>
                    <a:pt x="305816" y="63246"/>
                    <a:pt x="145034" y="70485"/>
                    <a:pt x="0" y="22860"/>
                  </a:cubicBezTo>
                  <a:close/>
                </a:path>
              </a:pathLst>
            </a:custGeom>
            <a:solidFill>
              <a:srgbClr val="E3E5F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50" name="任意形状 1049">
              <a:extLst>
                <a:ext uri="{FF2B5EF4-FFF2-40B4-BE49-F238E27FC236}">
                  <a16:creationId xmlns:a16="http://schemas.microsoft.com/office/drawing/2014/main" id="{9D511EEA-93EC-D1D2-8D91-3EEDDAE6772C}"/>
                </a:ext>
              </a:extLst>
            </p:cNvPr>
            <p:cNvSpPr/>
            <p:nvPr/>
          </p:nvSpPr>
          <p:spPr>
            <a:xfrm>
              <a:off x="6715409" y="5369872"/>
              <a:ext cx="100141" cy="136719"/>
            </a:xfrm>
            <a:custGeom>
              <a:avLst/>
              <a:gdLst>
                <a:gd name="connsiteX0" fmla="*/ 0 w 125476"/>
                <a:gd name="connsiteY0" fmla="*/ 168656 h 171309"/>
                <a:gd name="connsiteX1" fmla="*/ 77089 w 125476"/>
                <a:gd name="connsiteY1" fmla="*/ 0 h 171309"/>
                <a:gd name="connsiteX2" fmla="*/ 76708 w 125476"/>
                <a:gd name="connsiteY2" fmla="*/ 114554 h 171309"/>
                <a:gd name="connsiteX3" fmla="*/ 125476 w 125476"/>
                <a:gd name="connsiteY3" fmla="*/ 169926 h 171309"/>
                <a:gd name="connsiteX4" fmla="*/ 0 w 125476"/>
                <a:gd name="connsiteY4" fmla="*/ 168656 h 1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76" h="171309">
                  <a:moveTo>
                    <a:pt x="0" y="168656"/>
                  </a:moveTo>
                  <a:cubicBezTo>
                    <a:pt x="26797" y="112903"/>
                    <a:pt x="50165" y="55626"/>
                    <a:pt x="77089" y="0"/>
                  </a:cubicBezTo>
                  <a:cubicBezTo>
                    <a:pt x="76200" y="38100"/>
                    <a:pt x="73533" y="76454"/>
                    <a:pt x="76708" y="114554"/>
                  </a:cubicBezTo>
                  <a:cubicBezTo>
                    <a:pt x="76962" y="142621"/>
                    <a:pt x="106045" y="155448"/>
                    <a:pt x="125476" y="169926"/>
                  </a:cubicBezTo>
                  <a:cubicBezTo>
                    <a:pt x="83693" y="171831"/>
                    <a:pt x="41783" y="172085"/>
                    <a:pt x="0" y="168656"/>
                  </a:cubicBezTo>
                  <a:close/>
                </a:path>
              </a:pathLst>
            </a:custGeom>
            <a:solidFill>
              <a:srgbClr val="92B2C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51" name="任意形状 1050">
              <a:extLst>
                <a:ext uri="{FF2B5EF4-FFF2-40B4-BE49-F238E27FC236}">
                  <a16:creationId xmlns:a16="http://schemas.microsoft.com/office/drawing/2014/main" id="{88468F44-CA4A-17B9-CBD4-D4F647E412C5}"/>
                </a:ext>
              </a:extLst>
            </p:cNvPr>
            <p:cNvSpPr/>
            <p:nvPr/>
          </p:nvSpPr>
          <p:spPr>
            <a:xfrm>
              <a:off x="7183475" y="5423286"/>
              <a:ext cx="72166" cy="82605"/>
            </a:xfrm>
            <a:custGeom>
              <a:avLst/>
              <a:gdLst>
                <a:gd name="connsiteX0" fmla="*/ 0 w 90424"/>
                <a:gd name="connsiteY0" fmla="*/ 102743 h 103504"/>
                <a:gd name="connsiteX1" fmla="*/ 88265 w 90424"/>
                <a:gd name="connsiteY1" fmla="*/ 0 h 103504"/>
                <a:gd name="connsiteX2" fmla="*/ 90424 w 90424"/>
                <a:gd name="connsiteY2" fmla="*/ 103505 h 103504"/>
                <a:gd name="connsiteX3" fmla="*/ 0 w 90424"/>
                <a:gd name="connsiteY3" fmla="*/ 102743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424" h="103504">
                  <a:moveTo>
                    <a:pt x="0" y="102743"/>
                  </a:moveTo>
                  <a:cubicBezTo>
                    <a:pt x="28194" y="67437"/>
                    <a:pt x="57531" y="33020"/>
                    <a:pt x="88265" y="0"/>
                  </a:cubicBezTo>
                  <a:cubicBezTo>
                    <a:pt x="90043" y="34417"/>
                    <a:pt x="89408" y="68961"/>
                    <a:pt x="90424" y="103505"/>
                  </a:cubicBezTo>
                  <a:cubicBezTo>
                    <a:pt x="60325" y="102870"/>
                    <a:pt x="30099" y="102743"/>
                    <a:pt x="0" y="102743"/>
                  </a:cubicBezTo>
                  <a:close/>
                </a:path>
              </a:pathLst>
            </a:custGeom>
            <a:solidFill>
              <a:srgbClr val="92B2C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52" name="任意形状 1051">
              <a:extLst>
                <a:ext uri="{FF2B5EF4-FFF2-40B4-BE49-F238E27FC236}">
                  <a16:creationId xmlns:a16="http://schemas.microsoft.com/office/drawing/2014/main" id="{26BF4DF1-6BBB-3C6A-905E-B1D620A7A80C}"/>
                </a:ext>
              </a:extLst>
            </p:cNvPr>
            <p:cNvSpPr/>
            <p:nvPr/>
          </p:nvSpPr>
          <p:spPr>
            <a:xfrm>
              <a:off x="6503268" y="4504602"/>
              <a:ext cx="1226917" cy="1007272"/>
            </a:xfrm>
            <a:custGeom>
              <a:avLst/>
              <a:gdLst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93192 w 1718201"/>
                <a:gd name="connsiteY41" fmla="*/ 352839 h 1531399"/>
                <a:gd name="connsiteX42" fmla="*/ 666115 w 1718201"/>
                <a:gd name="connsiteY42" fmla="*/ 321470 h 1531399"/>
                <a:gd name="connsiteX43" fmla="*/ 980948 w 1718201"/>
                <a:gd name="connsiteY43" fmla="*/ 4840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93192 w 1718201"/>
                <a:gd name="connsiteY41" fmla="*/ 352839 h 1531399"/>
                <a:gd name="connsiteX42" fmla="*/ 672816 w 1718201"/>
                <a:gd name="connsiteY42" fmla="*/ 274568 h 1531399"/>
                <a:gd name="connsiteX43" fmla="*/ 980948 w 1718201"/>
                <a:gd name="connsiteY43" fmla="*/ 4840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840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57230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62313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89102 w 1718201"/>
                <a:gd name="connsiteY93" fmla="*/ 3469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62153 w 1718201"/>
                <a:gd name="connsiteY94" fmla="*/ 35753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62153 w 1718201"/>
                <a:gd name="connsiteY82" fmla="*/ 357538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30021 w 1718201"/>
                <a:gd name="connsiteY92" fmla="*/ 455612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80948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75702 w 1718201"/>
                <a:gd name="connsiteY93" fmla="*/ 32019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67746 w 1718201"/>
                <a:gd name="connsiteY93" fmla="*/ 308262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67746 w 1718201"/>
                <a:gd name="connsiteY93" fmla="*/ 308262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428652 w 1718201"/>
                <a:gd name="connsiteY94" fmla="*/ 350837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421952 w 1718201"/>
                <a:gd name="connsiteY82" fmla="*/ 344137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0912 w 1718201"/>
                <a:gd name="connsiteY94" fmla="*/ 34685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0912 w 1718201"/>
                <a:gd name="connsiteY94" fmla="*/ 34685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0912 w 1718201"/>
                <a:gd name="connsiteY94" fmla="*/ 346858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8869 w 1718201"/>
                <a:gd name="connsiteY94" fmla="*/ 33094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88869 w 1718201"/>
                <a:gd name="connsiteY94" fmla="*/ 33094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72956 w 1718201"/>
                <a:gd name="connsiteY94" fmla="*/ 35481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718201"/>
                <a:gd name="connsiteY0" fmla="*/ 39149 h 1531399"/>
                <a:gd name="connsiteX1" fmla="*/ 1312291 w 1718201"/>
                <a:gd name="connsiteY1" fmla="*/ 414 h 1531399"/>
                <a:gd name="connsiteX2" fmla="*/ 1447673 w 1718201"/>
                <a:gd name="connsiteY2" fmla="*/ 20861 h 1531399"/>
                <a:gd name="connsiteX3" fmla="*/ 1418463 w 1718201"/>
                <a:gd name="connsiteY3" fmla="*/ 104808 h 1531399"/>
                <a:gd name="connsiteX4" fmla="*/ 1417955 w 1718201"/>
                <a:gd name="connsiteY4" fmla="*/ 255938 h 1531399"/>
                <a:gd name="connsiteX5" fmla="*/ 1515999 w 1718201"/>
                <a:gd name="connsiteY5" fmla="*/ 329344 h 1531399"/>
                <a:gd name="connsiteX6" fmla="*/ 1592580 w 1718201"/>
                <a:gd name="connsiteY6" fmla="*/ 321470 h 1531399"/>
                <a:gd name="connsiteX7" fmla="*/ 1622933 w 1718201"/>
                <a:gd name="connsiteY7" fmla="*/ 427642 h 1531399"/>
                <a:gd name="connsiteX8" fmla="*/ 1559179 w 1718201"/>
                <a:gd name="connsiteY8" fmla="*/ 454947 h 1531399"/>
                <a:gd name="connsiteX9" fmla="*/ 1560449 w 1718201"/>
                <a:gd name="connsiteY9" fmla="*/ 502699 h 1531399"/>
                <a:gd name="connsiteX10" fmla="*/ 1696085 w 1718201"/>
                <a:gd name="connsiteY10" fmla="*/ 507271 h 1531399"/>
                <a:gd name="connsiteX11" fmla="*/ 1681861 w 1718201"/>
                <a:gd name="connsiteY11" fmla="*/ 599600 h 1531399"/>
                <a:gd name="connsiteX12" fmla="*/ 1681353 w 1718201"/>
                <a:gd name="connsiteY12" fmla="*/ 943643 h 1531399"/>
                <a:gd name="connsiteX13" fmla="*/ 1657731 w 1718201"/>
                <a:gd name="connsiteY13" fmla="*/ 1013874 h 1531399"/>
                <a:gd name="connsiteX14" fmla="*/ 1517142 w 1718201"/>
                <a:gd name="connsiteY14" fmla="*/ 1020859 h 1531399"/>
                <a:gd name="connsiteX15" fmla="*/ 1383030 w 1718201"/>
                <a:gd name="connsiteY15" fmla="*/ 1226726 h 1531399"/>
                <a:gd name="connsiteX16" fmla="*/ 1096137 w 1718201"/>
                <a:gd name="connsiteY16" fmla="*/ 1439070 h 1531399"/>
                <a:gd name="connsiteX17" fmla="*/ 969010 w 1718201"/>
                <a:gd name="connsiteY17" fmla="*/ 1417226 h 1531399"/>
                <a:gd name="connsiteX18" fmla="*/ 968375 w 1718201"/>
                <a:gd name="connsiteY18" fmla="*/ 1514000 h 1531399"/>
                <a:gd name="connsiteX19" fmla="*/ 957580 w 1718201"/>
                <a:gd name="connsiteY19" fmla="*/ 1526700 h 1531399"/>
                <a:gd name="connsiteX20" fmla="*/ 942721 w 1718201"/>
                <a:gd name="connsiteY20" fmla="*/ 1523906 h 1531399"/>
                <a:gd name="connsiteX21" fmla="*/ 940562 w 1718201"/>
                <a:gd name="connsiteY21" fmla="*/ 1420401 h 1531399"/>
                <a:gd name="connsiteX22" fmla="*/ 914908 w 1718201"/>
                <a:gd name="connsiteY22" fmla="*/ 1220630 h 1531399"/>
                <a:gd name="connsiteX23" fmla="*/ 854202 w 1718201"/>
                <a:gd name="connsiteY23" fmla="*/ 1107600 h 1531399"/>
                <a:gd name="connsiteX24" fmla="*/ 678561 w 1718201"/>
                <a:gd name="connsiteY24" fmla="*/ 1101504 h 1531399"/>
                <a:gd name="connsiteX25" fmla="*/ 448437 w 1718201"/>
                <a:gd name="connsiteY25" fmla="*/ 1083470 h 1531399"/>
                <a:gd name="connsiteX26" fmla="*/ 402209 w 1718201"/>
                <a:gd name="connsiteY26" fmla="*/ 1106330 h 1531399"/>
                <a:gd name="connsiteX27" fmla="*/ 338963 w 1718201"/>
                <a:gd name="connsiteY27" fmla="*/ 1126396 h 1531399"/>
                <a:gd name="connsiteX28" fmla="*/ 376047 w 1718201"/>
                <a:gd name="connsiteY28" fmla="*/ 1221773 h 1531399"/>
                <a:gd name="connsiteX29" fmla="*/ 342900 w 1718201"/>
                <a:gd name="connsiteY29" fmla="*/ 1353472 h 1531399"/>
                <a:gd name="connsiteX30" fmla="*/ 265811 w 1718201"/>
                <a:gd name="connsiteY30" fmla="*/ 1522128 h 1531399"/>
                <a:gd name="connsiteX31" fmla="*/ 240157 w 1718201"/>
                <a:gd name="connsiteY31" fmla="*/ 1525430 h 1531399"/>
                <a:gd name="connsiteX32" fmla="*/ 349377 w 1718201"/>
                <a:gd name="connsiteY32" fmla="*/ 1239553 h 1531399"/>
                <a:gd name="connsiteX33" fmla="*/ 311531 w 1718201"/>
                <a:gd name="connsiteY33" fmla="*/ 1137826 h 1531399"/>
                <a:gd name="connsiteX34" fmla="*/ 20955 w 1718201"/>
                <a:gd name="connsiteY34" fmla="*/ 1520858 h 1531399"/>
                <a:gd name="connsiteX35" fmla="*/ 0 w 1718201"/>
                <a:gd name="connsiteY35" fmla="*/ 1531399 h 1531399"/>
                <a:gd name="connsiteX36" fmla="*/ 133223 w 1718201"/>
                <a:gd name="connsiteY36" fmla="*/ 1265080 h 1531399"/>
                <a:gd name="connsiteX37" fmla="*/ 412369 w 1718201"/>
                <a:gd name="connsiteY37" fmla="*/ 1076104 h 1531399"/>
                <a:gd name="connsiteX38" fmla="*/ 198247 w 1718201"/>
                <a:gd name="connsiteY38" fmla="*/ 940214 h 1531399"/>
                <a:gd name="connsiteX39" fmla="*/ 101981 w 1718201"/>
                <a:gd name="connsiteY39" fmla="*/ 850298 h 1531399"/>
                <a:gd name="connsiteX40" fmla="*/ 175895 w 1718201"/>
                <a:gd name="connsiteY40" fmla="*/ 554896 h 1531399"/>
                <a:gd name="connsiteX41" fmla="*/ 379792 w 1718201"/>
                <a:gd name="connsiteY41" fmla="*/ 319338 h 1531399"/>
                <a:gd name="connsiteX42" fmla="*/ 672816 w 1718201"/>
                <a:gd name="connsiteY42" fmla="*/ 274568 h 1531399"/>
                <a:gd name="connsiteX43" fmla="*/ 972991 w 1718201"/>
                <a:gd name="connsiteY43" fmla="*/ 437128 h 1531399"/>
                <a:gd name="connsiteX44" fmla="*/ 1049655 w 1718201"/>
                <a:gd name="connsiteY44" fmla="*/ 573311 h 1531399"/>
                <a:gd name="connsiteX45" fmla="*/ 1114679 w 1718201"/>
                <a:gd name="connsiteY45" fmla="*/ 668561 h 1531399"/>
                <a:gd name="connsiteX46" fmla="*/ 1042924 w 1718201"/>
                <a:gd name="connsiteY46" fmla="*/ 898558 h 1531399"/>
                <a:gd name="connsiteX47" fmla="*/ 1025906 w 1718201"/>
                <a:gd name="connsiteY47" fmla="*/ 908464 h 1531399"/>
                <a:gd name="connsiteX48" fmla="*/ 832358 w 1718201"/>
                <a:gd name="connsiteY48" fmla="*/ 1071024 h 1531399"/>
                <a:gd name="connsiteX49" fmla="*/ 1063879 w 1718201"/>
                <a:gd name="connsiteY49" fmla="*/ 1201199 h 1531399"/>
                <a:gd name="connsiteX50" fmla="*/ 1164717 w 1718201"/>
                <a:gd name="connsiteY50" fmla="*/ 1088169 h 1531399"/>
                <a:gd name="connsiteX51" fmla="*/ 1175385 w 1718201"/>
                <a:gd name="connsiteY51" fmla="*/ 999396 h 1531399"/>
                <a:gd name="connsiteX52" fmla="*/ 1226693 w 1718201"/>
                <a:gd name="connsiteY52" fmla="*/ 946056 h 1531399"/>
                <a:gd name="connsiteX53" fmla="*/ 1282700 w 1718201"/>
                <a:gd name="connsiteY53" fmla="*/ 963455 h 1531399"/>
                <a:gd name="connsiteX54" fmla="*/ 1388745 w 1718201"/>
                <a:gd name="connsiteY54" fmla="*/ 904527 h 1531399"/>
                <a:gd name="connsiteX55" fmla="*/ 1489583 w 1718201"/>
                <a:gd name="connsiteY55" fmla="*/ 948723 h 1531399"/>
                <a:gd name="connsiteX56" fmla="*/ 1488694 w 1718201"/>
                <a:gd name="connsiteY56" fmla="*/ 653448 h 1531399"/>
                <a:gd name="connsiteX57" fmla="*/ 1326261 w 1718201"/>
                <a:gd name="connsiteY57" fmla="*/ 716059 h 1531399"/>
                <a:gd name="connsiteX58" fmla="*/ 1149604 w 1718201"/>
                <a:gd name="connsiteY58" fmla="*/ 642018 h 1531399"/>
                <a:gd name="connsiteX59" fmla="*/ 1083183 w 1718201"/>
                <a:gd name="connsiteY59" fmla="*/ 442882 h 1531399"/>
                <a:gd name="connsiteX60" fmla="*/ 1224407 w 1718201"/>
                <a:gd name="connsiteY60" fmla="*/ 256192 h 1531399"/>
                <a:gd name="connsiteX61" fmla="*/ 1224407 w 1718201"/>
                <a:gd name="connsiteY61" fmla="*/ 107094 h 1531399"/>
                <a:gd name="connsiteX62" fmla="*/ 1182497 w 1718201"/>
                <a:gd name="connsiteY62" fmla="*/ 39149 h 1531399"/>
                <a:gd name="connsiteX63" fmla="*/ 1217930 w 1718201"/>
                <a:gd name="connsiteY63" fmla="*/ 33307 h 1531399"/>
                <a:gd name="connsiteX64" fmla="*/ 1235710 w 1718201"/>
                <a:gd name="connsiteY64" fmla="*/ 80932 h 1531399"/>
                <a:gd name="connsiteX65" fmla="*/ 1415161 w 1718201"/>
                <a:gd name="connsiteY65" fmla="*/ 77122 h 1531399"/>
                <a:gd name="connsiteX66" fmla="*/ 1427353 w 1718201"/>
                <a:gd name="connsiteY66" fmla="*/ 31148 h 1531399"/>
                <a:gd name="connsiteX67" fmla="*/ 1217930 w 1718201"/>
                <a:gd name="connsiteY67" fmla="*/ 33307 h 1531399"/>
                <a:gd name="connsiteX68" fmla="*/ 1249680 w 1718201"/>
                <a:gd name="connsiteY68" fmla="*/ 103665 h 1531399"/>
                <a:gd name="connsiteX69" fmla="*/ 1249807 w 1718201"/>
                <a:gd name="connsiteY69" fmla="*/ 153703 h 1531399"/>
                <a:gd name="connsiteX70" fmla="*/ 1249934 w 1718201"/>
                <a:gd name="connsiteY70" fmla="*/ 272067 h 1531399"/>
                <a:gd name="connsiteX71" fmla="*/ 1111631 w 1718201"/>
                <a:gd name="connsiteY71" fmla="*/ 422435 h 1531399"/>
                <a:gd name="connsiteX72" fmla="*/ 1502918 w 1718201"/>
                <a:gd name="connsiteY72" fmla="*/ 423070 h 1531399"/>
                <a:gd name="connsiteX73" fmla="*/ 1498473 w 1718201"/>
                <a:gd name="connsiteY73" fmla="*/ 350299 h 1531399"/>
                <a:gd name="connsiteX74" fmla="*/ 1392301 w 1718201"/>
                <a:gd name="connsiteY74" fmla="*/ 267622 h 1531399"/>
                <a:gd name="connsiteX75" fmla="*/ 1391920 w 1718201"/>
                <a:gd name="connsiteY75" fmla="*/ 155354 h 1531399"/>
                <a:gd name="connsiteX76" fmla="*/ 1392047 w 1718201"/>
                <a:gd name="connsiteY76" fmla="*/ 104173 h 1531399"/>
                <a:gd name="connsiteX77" fmla="*/ 1249680 w 1718201"/>
                <a:gd name="connsiteY77" fmla="*/ 103665 h 1531399"/>
                <a:gd name="connsiteX78" fmla="*/ 1522730 w 1718201"/>
                <a:gd name="connsiteY78" fmla="*/ 389796 h 1531399"/>
                <a:gd name="connsiteX79" fmla="*/ 1598676 w 1718201"/>
                <a:gd name="connsiteY79" fmla="*/ 415831 h 1531399"/>
                <a:gd name="connsiteX80" fmla="*/ 1567561 w 1718201"/>
                <a:gd name="connsiteY80" fmla="*/ 335313 h 1531399"/>
                <a:gd name="connsiteX81" fmla="*/ 1522730 w 1718201"/>
                <a:gd name="connsiteY81" fmla="*/ 389796 h 1531399"/>
                <a:gd name="connsiteX82" fmla="*/ 378191 w 1718201"/>
                <a:gd name="connsiteY82" fmla="*/ 356072 h 1531399"/>
                <a:gd name="connsiteX83" fmla="*/ 198247 w 1718201"/>
                <a:gd name="connsiteY83" fmla="*/ 562643 h 1531399"/>
                <a:gd name="connsiteX84" fmla="*/ 221869 w 1718201"/>
                <a:gd name="connsiteY84" fmla="*/ 573057 h 1531399"/>
                <a:gd name="connsiteX85" fmla="*/ 262001 w 1718201"/>
                <a:gd name="connsiteY85" fmla="*/ 656242 h 1531399"/>
                <a:gd name="connsiteX86" fmla="*/ 231648 w 1718201"/>
                <a:gd name="connsiteY86" fmla="*/ 882556 h 1531399"/>
                <a:gd name="connsiteX87" fmla="*/ 196850 w 1718201"/>
                <a:gd name="connsiteY87" fmla="*/ 903384 h 1531399"/>
                <a:gd name="connsiteX88" fmla="*/ 310642 w 1718201"/>
                <a:gd name="connsiteY88" fmla="*/ 1004095 h 1531399"/>
                <a:gd name="connsiteX89" fmla="*/ 735076 w 1718201"/>
                <a:gd name="connsiteY89" fmla="*/ 1071405 h 1531399"/>
                <a:gd name="connsiteX90" fmla="*/ 985774 w 1718201"/>
                <a:gd name="connsiteY90" fmla="*/ 914433 h 1531399"/>
                <a:gd name="connsiteX91" fmla="*/ 991489 w 1718201"/>
                <a:gd name="connsiteY91" fmla="*/ 912147 h 1531399"/>
                <a:gd name="connsiteX92" fmla="*/ 941956 w 1718201"/>
                <a:gd name="connsiteY92" fmla="*/ 447656 h 1531399"/>
                <a:gd name="connsiteX93" fmla="*/ 655811 w 1718201"/>
                <a:gd name="connsiteY93" fmla="*/ 296327 h 1531399"/>
                <a:gd name="connsiteX94" fmla="*/ 372956 w 1718201"/>
                <a:gd name="connsiteY94" fmla="*/ 354815 h 1531399"/>
                <a:gd name="connsiteX95" fmla="*/ 1107186 w 1718201"/>
                <a:gd name="connsiteY95" fmla="*/ 448343 h 1531399"/>
                <a:gd name="connsiteX96" fmla="*/ 1185164 w 1718201"/>
                <a:gd name="connsiteY96" fmla="*/ 639097 h 1531399"/>
                <a:gd name="connsiteX97" fmla="*/ 1492250 w 1718201"/>
                <a:gd name="connsiteY97" fmla="*/ 602521 h 1531399"/>
                <a:gd name="connsiteX98" fmla="*/ 1445895 w 1718201"/>
                <a:gd name="connsiteY98" fmla="*/ 536354 h 1531399"/>
                <a:gd name="connsiteX99" fmla="*/ 1535049 w 1718201"/>
                <a:gd name="connsiteY99" fmla="*/ 501175 h 1531399"/>
                <a:gd name="connsiteX100" fmla="*/ 1530731 w 1718201"/>
                <a:gd name="connsiteY100" fmla="*/ 448216 h 1531399"/>
                <a:gd name="connsiteX101" fmla="*/ 1107186 w 1718201"/>
                <a:gd name="connsiteY101" fmla="*/ 448343 h 1531399"/>
                <a:gd name="connsiteX102" fmla="*/ 1482598 w 1718201"/>
                <a:gd name="connsiteY102" fmla="*/ 531020 h 1531399"/>
                <a:gd name="connsiteX103" fmla="*/ 1471930 w 1718201"/>
                <a:gd name="connsiteY103" fmla="*/ 563786 h 1531399"/>
                <a:gd name="connsiteX104" fmla="*/ 1670558 w 1718201"/>
                <a:gd name="connsiteY104" fmla="*/ 569628 h 1531399"/>
                <a:gd name="connsiteX105" fmla="*/ 1677924 w 1718201"/>
                <a:gd name="connsiteY105" fmla="*/ 529242 h 1531399"/>
                <a:gd name="connsiteX106" fmla="*/ 1482598 w 1718201"/>
                <a:gd name="connsiteY106" fmla="*/ 531020 h 1531399"/>
                <a:gd name="connsiteX107" fmla="*/ 161417 w 1718201"/>
                <a:gd name="connsiteY107" fmla="*/ 591599 h 1531399"/>
                <a:gd name="connsiteX108" fmla="*/ 114554 w 1718201"/>
                <a:gd name="connsiteY108" fmla="*/ 808769 h 1531399"/>
                <a:gd name="connsiteX109" fmla="*/ 182499 w 1718201"/>
                <a:gd name="connsiteY109" fmla="*/ 880270 h 1531399"/>
                <a:gd name="connsiteX110" fmla="*/ 224917 w 1718201"/>
                <a:gd name="connsiteY110" fmla="*/ 844710 h 1531399"/>
                <a:gd name="connsiteX111" fmla="*/ 224536 w 1718201"/>
                <a:gd name="connsiteY111" fmla="*/ 621698 h 1531399"/>
                <a:gd name="connsiteX112" fmla="*/ 161417 w 1718201"/>
                <a:gd name="connsiteY112" fmla="*/ 591599 h 1531399"/>
                <a:gd name="connsiteX113" fmla="*/ 1039622 w 1718201"/>
                <a:gd name="connsiteY113" fmla="*/ 587916 h 1531399"/>
                <a:gd name="connsiteX114" fmla="*/ 1037717 w 1718201"/>
                <a:gd name="connsiteY114" fmla="*/ 881540 h 1531399"/>
                <a:gd name="connsiteX115" fmla="*/ 1039622 w 1718201"/>
                <a:gd name="connsiteY115" fmla="*/ 587916 h 1531399"/>
                <a:gd name="connsiteX116" fmla="*/ 1514094 w 1718201"/>
                <a:gd name="connsiteY116" fmla="*/ 595663 h 1531399"/>
                <a:gd name="connsiteX117" fmla="*/ 1513586 w 1718201"/>
                <a:gd name="connsiteY117" fmla="*/ 683293 h 1531399"/>
                <a:gd name="connsiteX118" fmla="*/ 1513332 w 1718201"/>
                <a:gd name="connsiteY118" fmla="*/ 895637 h 1531399"/>
                <a:gd name="connsiteX119" fmla="*/ 1528953 w 1718201"/>
                <a:gd name="connsiteY119" fmla="*/ 993935 h 1531399"/>
                <a:gd name="connsiteX120" fmla="*/ 1648333 w 1718201"/>
                <a:gd name="connsiteY120" fmla="*/ 974758 h 1531399"/>
                <a:gd name="connsiteX121" fmla="*/ 1654810 w 1718201"/>
                <a:gd name="connsiteY121" fmla="*/ 822739 h 1531399"/>
                <a:gd name="connsiteX122" fmla="*/ 1655191 w 1718201"/>
                <a:gd name="connsiteY122" fmla="*/ 684055 h 1531399"/>
                <a:gd name="connsiteX123" fmla="*/ 1654683 w 1718201"/>
                <a:gd name="connsiteY123" fmla="*/ 596044 h 1531399"/>
                <a:gd name="connsiteX124" fmla="*/ 1514094 w 1718201"/>
                <a:gd name="connsiteY124" fmla="*/ 595663 h 1531399"/>
                <a:gd name="connsiteX125" fmla="*/ 1371092 w 1718201"/>
                <a:gd name="connsiteY125" fmla="*/ 936404 h 1531399"/>
                <a:gd name="connsiteX126" fmla="*/ 1249807 w 1718201"/>
                <a:gd name="connsiteY126" fmla="*/ 1048164 h 1531399"/>
                <a:gd name="connsiteX127" fmla="*/ 1261618 w 1718201"/>
                <a:gd name="connsiteY127" fmla="*/ 977806 h 1531399"/>
                <a:gd name="connsiteX128" fmla="*/ 1208151 w 1718201"/>
                <a:gd name="connsiteY128" fmla="*/ 990252 h 1531399"/>
                <a:gd name="connsiteX129" fmla="*/ 1338961 w 1718201"/>
                <a:gd name="connsiteY129" fmla="*/ 1202723 h 1531399"/>
                <a:gd name="connsiteX130" fmla="*/ 1462913 w 1718201"/>
                <a:gd name="connsiteY130" fmla="*/ 956470 h 1531399"/>
                <a:gd name="connsiteX131" fmla="*/ 1387475 w 1718201"/>
                <a:gd name="connsiteY131" fmla="*/ 1049434 h 1531399"/>
                <a:gd name="connsiteX132" fmla="*/ 1427988 w 1718201"/>
                <a:gd name="connsiteY132" fmla="*/ 943389 h 1531399"/>
                <a:gd name="connsiteX133" fmla="*/ 1371092 w 1718201"/>
                <a:gd name="connsiteY133" fmla="*/ 936404 h 1531399"/>
                <a:gd name="connsiteX134" fmla="*/ 1081532 w 1718201"/>
                <a:gd name="connsiteY134" fmla="*/ 1218471 h 1531399"/>
                <a:gd name="connsiteX135" fmla="*/ 1025652 w 1718201"/>
                <a:gd name="connsiteY135" fmla="*/ 1239172 h 1531399"/>
                <a:gd name="connsiteX136" fmla="*/ 1042035 w 1718201"/>
                <a:gd name="connsiteY136" fmla="*/ 1214534 h 1531399"/>
                <a:gd name="connsiteX137" fmla="*/ 913638 w 1718201"/>
                <a:gd name="connsiteY137" fmla="*/ 1136302 h 1531399"/>
                <a:gd name="connsiteX138" fmla="*/ 964057 w 1718201"/>
                <a:gd name="connsiteY138" fmla="*/ 1385222 h 1531399"/>
                <a:gd name="connsiteX139" fmla="*/ 1097915 w 1718201"/>
                <a:gd name="connsiteY139" fmla="*/ 1412781 h 1531399"/>
                <a:gd name="connsiteX140" fmla="*/ 1340866 w 1718201"/>
                <a:gd name="connsiteY140" fmla="*/ 1232060 h 1531399"/>
                <a:gd name="connsiteX141" fmla="*/ 1181608 w 1718201"/>
                <a:gd name="connsiteY141" fmla="*/ 1117506 h 1531399"/>
                <a:gd name="connsiteX142" fmla="*/ 1081532 w 1718201"/>
                <a:gd name="connsiteY142" fmla="*/ 1218471 h 1531399"/>
                <a:gd name="connsiteX0" fmla="*/ 1182497 w 1692540"/>
                <a:gd name="connsiteY0" fmla="*/ 39149 h 1531399"/>
                <a:gd name="connsiteX1" fmla="*/ 1312291 w 1692540"/>
                <a:gd name="connsiteY1" fmla="*/ 414 h 1531399"/>
                <a:gd name="connsiteX2" fmla="*/ 1447673 w 1692540"/>
                <a:gd name="connsiteY2" fmla="*/ 20861 h 1531399"/>
                <a:gd name="connsiteX3" fmla="*/ 1418463 w 1692540"/>
                <a:gd name="connsiteY3" fmla="*/ 104808 h 1531399"/>
                <a:gd name="connsiteX4" fmla="*/ 1417955 w 1692540"/>
                <a:gd name="connsiteY4" fmla="*/ 255938 h 1531399"/>
                <a:gd name="connsiteX5" fmla="*/ 1515999 w 1692540"/>
                <a:gd name="connsiteY5" fmla="*/ 329344 h 1531399"/>
                <a:gd name="connsiteX6" fmla="*/ 1592580 w 1692540"/>
                <a:gd name="connsiteY6" fmla="*/ 321470 h 1531399"/>
                <a:gd name="connsiteX7" fmla="*/ 1622933 w 1692540"/>
                <a:gd name="connsiteY7" fmla="*/ 427642 h 1531399"/>
                <a:gd name="connsiteX8" fmla="*/ 1559179 w 1692540"/>
                <a:gd name="connsiteY8" fmla="*/ 454947 h 1531399"/>
                <a:gd name="connsiteX9" fmla="*/ 1560449 w 1692540"/>
                <a:gd name="connsiteY9" fmla="*/ 502699 h 1531399"/>
                <a:gd name="connsiteX10" fmla="*/ 1681861 w 1692540"/>
                <a:gd name="connsiteY10" fmla="*/ 599600 h 1531399"/>
                <a:gd name="connsiteX11" fmla="*/ 1681353 w 1692540"/>
                <a:gd name="connsiteY11" fmla="*/ 943643 h 1531399"/>
                <a:gd name="connsiteX12" fmla="*/ 1657731 w 1692540"/>
                <a:gd name="connsiteY12" fmla="*/ 1013874 h 1531399"/>
                <a:gd name="connsiteX13" fmla="*/ 1517142 w 1692540"/>
                <a:gd name="connsiteY13" fmla="*/ 1020859 h 1531399"/>
                <a:gd name="connsiteX14" fmla="*/ 1383030 w 1692540"/>
                <a:gd name="connsiteY14" fmla="*/ 1226726 h 1531399"/>
                <a:gd name="connsiteX15" fmla="*/ 1096137 w 1692540"/>
                <a:gd name="connsiteY15" fmla="*/ 1439070 h 1531399"/>
                <a:gd name="connsiteX16" fmla="*/ 969010 w 1692540"/>
                <a:gd name="connsiteY16" fmla="*/ 1417226 h 1531399"/>
                <a:gd name="connsiteX17" fmla="*/ 968375 w 1692540"/>
                <a:gd name="connsiteY17" fmla="*/ 1514000 h 1531399"/>
                <a:gd name="connsiteX18" fmla="*/ 957580 w 1692540"/>
                <a:gd name="connsiteY18" fmla="*/ 1526700 h 1531399"/>
                <a:gd name="connsiteX19" fmla="*/ 942721 w 1692540"/>
                <a:gd name="connsiteY19" fmla="*/ 1523906 h 1531399"/>
                <a:gd name="connsiteX20" fmla="*/ 940562 w 1692540"/>
                <a:gd name="connsiteY20" fmla="*/ 1420401 h 1531399"/>
                <a:gd name="connsiteX21" fmla="*/ 914908 w 1692540"/>
                <a:gd name="connsiteY21" fmla="*/ 1220630 h 1531399"/>
                <a:gd name="connsiteX22" fmla="*/ 854202 w 1692540"/>
                <a:gd name="connsiteY22" fmla="*/ 1107600 h 1531399"/>
                <a:gd name="connsiteX23" fmla="*/ 678561 w 1692540"/>
                <a:gd name="connsiteY23" fmla="*/ 1101504 h 1531399"/>
                <a:gd name="connsiteX24" fmla="*/ 448437 w 1692540"/>
                <a:gd name="connsiteY24" fmla="*/ 1083470 h 1531399"/>
                <a:gd name="connsiteX25" fmla="*/ 402209 w 1692540"/>
                <a:gd name="connsiteY25" fmla="*/ 1106330 h 1531399"/>
                <a:gd name="connsiteX26" fmla="*/ 338963 w 1692540"/>
                <a:gd name="connsiteY26" fmla="*/ 1126396 h 1531399"/>
                <a:gd name="connsiteX27" fmla="*/ 376047 w 1692540"/>
                <a:gd name="connsiteY27" fmla="*/ 1221773 h 1531399"/>
                <a:gd name="connsiteX28" fmla="*/ 342900 w 1692540"/>
                <a:gd name="connsiteY28" fmla="*/ 1353472 h 1531399"/>
                <a:gd name="connsiteX29" fmla="*/ 265811 w 1692540"/>
                <a:gd name="connsiteY29" fmla="*/ 1522128 h 1531399"/>
                <a:gd name="connsiteX30" fmla="*/ 240157 w 1692540"/>
                <a:gd name="connsiteY30" fmla="*/ 1525430 h 1531399"/>
                <a:gd name="connsiteX31" fmla="*/ 349377 w 1692540"/>
                <a:gd name="connsiteY31" fmla="*/ 1239553 h 1531399"/>
                <a:gd name="connsiteX32" fmla="*/ 311531 w 1692540"/>
                <a:gd name="connsiteY32" fmla="*/ 1137826 h 1531399"/>
                <a:gd name="connsiteX33" fmla="*/ 20955 w 1692540"/>
                <a:gd name="connsiteY33" fmla="*/ 1520858 h 1531399"/>
                <a:gd name="connsiteX34" fmla="*/ 0 w 1692540"/>
                <a:gd name="connsiteY34" fmla="*/ 1531399 h 1531399"/>
                <a:gd name="connsiteX35" fmla="*/ 133223 w 1692540"/>
                <a:gd name="connsiteY35" fmla="*/ 1265080 h 1531399"/>
                <a:gd name="connsiteX36" fmla="*/ 412369 w 1692540"/>
                <a:gd name="connsiteY36" fmla="*/ 1076104 h 1531399"/>
                <a:gd name="connsiteX37" fmla="*/ 198247 w 1692540"/>
                <a:gd name="connsiteY37" fmla="*/ 940214 h 1531399"/>
                <a:gd name="connsiteX38" fmla="*/ 101981 w 1692540"/>
                <a:gd name="connsiteY38" fmla="*/ 850298 h 1531399"/>
                <a:gd name="connsiteX39" fmla="*/ 175895 w 1692540"/>
                <a:gd name="connsiteY39" fmla="*/ 554896 h 1531399"/>
                <a:gd name="connsiteX40" fmla="*/ 379792 w 1692540"/>
                <a:gd name="connsiteY40" fmla="*/ 319338 h 1531399"/>
                <a:gd name="connsiteX41" fmla="*/ 672816 w 1692540"/>
                <a:gd name="connsiteY41" fmla="*/ 274568 h 1531399"/>
                <a:gd name="connsiteX42" fmla="*/ 972991 w 1692540"/>
                <a:gd name="connsiteY42" fmla="*/ 437128 h 1531399"/>
                <a:gd name="connsiteX43" fmla="*/ 1049655 w 1692540"/>
                <a:gd name="connsiteY43" fmla="*/ 573311 h 1531399"/>
                <a:gd name="connsiteX44" fmla="*/ 1114679 w 1692540"/>
                <a:gd name="connsiteY44" fmla="*/ 668561 h 1531399"/>
                <a:gd name="connsiteX45" fmla="*/ 1042924 w 1692540"/>
                <a:gd name="connsiteY45" fmla="*/ 898558 h 1531399"/>
                <a:gd name="connsiteX46" fmla="*/ 1025906 w 1692540"/>
                <a:gd name="connsiteY46" fmla="*/ 908464 h 1531399"/>
                <a:gd name="connsiteX47" fmla="*/ 832358 w 1692540"/>
                <a:gd name="connsiteY47" fmla="*/ 1071024 h 1531399"/>
                <a:gd name="connsiteX48" fmla="*/ 1063879 w 1692540"/>
                <a:gd name="connsiteY48" fmla="*/ 1201199 h 1531399"/>
                <a:gd name="connsiteX49" fmla="*/ 1164717 w 1692540"/>
                <a:gd name="connsiteY49" fmla="*/ 1088169 h 1531399"/>
                <a:gd name="connsiteX50" fmla="*/ 1175385 w 1692540"/>
                <a:gd name="connsiteY50" fmla="*/ 999396 h 1531399"/>
                <a:gd name="connsiteX51" fmla="*/ 1226693 w 1692540"/>
                <a:gd name="connsiteY51" fmla="*/ 946056 h 1531399"/>
                <a:gd name="connsiteX52" fmla="*/ 1282700 w 1692540"/>
                <a:gd name="connsiteY52" fmla="*/ 963455 h 1531399"/>
                <a:gd name="connsiteX53" fmla="*/ 1388745 w 1692540"/>
                <a:gd name="connsiteY53" fmla="*/ 904527 h 1531399"/>
                <a:gd name="connsiteX54" fmla="*/ 1489583 w 1692540"/>
                <a:gd name="connsiteY54" fmla="*/ 948723 h 1531399"/>
                <a:gd name="connsiteX55" fmla="*/ 1488694 w 1692540"/>
                <a:gd name="connsiteY55" fmla="*/ 653448 h 1531399"/>
                <a:gd name="connsiteX56" fmla="*/ 1326261 w 1692540"/>
                <a:gd name="connsiteY56" fmla="*/ 716059 h 1531399"/>
                <a:gd name="connsiteX57" fmla="*/ 1149604 w 1692540"/>
                <a:gd name="connsiteY57" fmla="*/ 642018 h 1531399"/>
                <a:gd name="connsiteX58" fmla="*/ 1083183 w 1692540"/>
                <a:gd name="connsiteY58" fmla="*/ 442882 h 1531399"/>
                <a:gd name="connsiteX59" fmla="*/ 1224407 w 1692540"/>
                <a:gd name="connsiteY59" fmla="*/ 256192 h 1531399"/>
                <a:gd name="connsiteX60" fmla="*/ 1224407 w 1692540"/>
                <a:gd name="connsiteY60" fmla="*/ 107094 h 1531399"/>
                <a:gd name="connsiteX61" fmla="*/ 1182497 w 1692540"/>
                <a:gd name="connsiteY61" fmla="*/ 39149 h 1531399"/>
                <a:gd name="connsiteX62" fmla="*/ 1217930 w 1692540"/>
                <a:gd name="connsiteY62" fmla="*/ 33307 h 1531399"/>
                <a:gd name="connsiteX63" fmla="*/ 1235710 w 1692540"/>
                <a:gd name="connsiteY63" fmla="*/ 80932 h 1531399"/>
                <a:gd name="connsiteX64" fmla="*/ 1415161 w 1692540"/>
                <a:gd name="connsiteY64" fmla="*/ 77122 h 1531399"/>
                <a:gd name="connsiteX65" fmla="*/ 1427353 w 1692540"/>
                <a:gd name="connsiteY65" fmla="*/ 31148 h 1531399"/>
                <a:gd name="connsiteX66" fmla="*/ 1217930 w 1692540"/>
                <a:gd name="connsiteY66" fmla="*/ 33307 h 1531399"/>
                <a:gd name="connsiteX67" fmla="*/ 1249680 w 1692540"/>
                <a:gd name="connsiteY67" fmla="*/ 103665 h 1531399"/>
                <a:gd name="connsiteX68" fmla="*/ 1249807 w 1692540"/>
                <a:gd name="connsiteY68" fmla="*/ 153703 h 1531399"/>
                <a:gd name="connsiteX69" fmla="*/ 1249934 w 1692540"/>
                <a:gd name="connsiteY69" fmla="*/ 272067 h 1531399"/>
                <a:gd name="connsiteX70" fmla="*/ 1111631 w 1692540"/>
                <a:gd name="connsiteY70" fmla="*/ 422435 h 1531399"/>
                <a:gd name="connsiteX71" fmla="*/ 1502918 w 1692540"/>
                <a:gd name="connsiteY71" fmla="*/ 423070 h 1531399"/>
                <a:gd name="connsiteX72" fmla="*/ 1498473 w 1692540"/>
                <a:gd name="connsiteY72" fmla="*/ 350299 h 1531399"/>
                <a:gd name="connsiteX73" fmla="*/ 1392301 w 1692540"/>
                <a:gd name="connsiteY73" fmla="*/ 267622 h 1531399"/>
                <a:gd name="connsiteX74" fmla="*/ 1391920 w 1692540"/>
                <a:gd name="connsiteY74" fmla="*/ 155354 h 1531399"/>
                <a:gd name="connsiteX75" fmla="*/ 1392047 w 1692540"/>
                <a:gd name="connsiteY75" fmla="*/ 104173 h 1531399"/>
                <a:gd name="connsiteX76" fmla="*/ 1249680 w 1692540"/>
                <a:gd name="connsiteY76" fmla="*/ 103665 h 1531399"/>
                <a:gd name="connsiteX77" fmla="*/ 1522730 w 1692540"/>
                <a:gd name="connsiteY77" fmla="*/ 389796 h 1531399"/>
                <a:gd name="connsiteX78" fmla="*/ 1598676 w 1692540"/>
                <a:gd name="connsiteY78" fmla="*/ 415831 h 1531399"/>
                <a:gd name="connsiteX79" fmla="*/ 1567561 w 1692540"/>
                <a:gd name="connsiteY79" fmla="*/ 335313 h 1531399"/>
                <a:gd name="connsiteX80" fmla="*/ 1522730 w 1692540"/>
                <a:gd name="connsiteY80" fmla="*/ 389796 h 1531399"/>
                <a:gd name="connsiteX81" fmla="*/ 378191 w 1692540"/>
                <a:gd name="connsiteY81" fmla="*/ 356072 h 1531399"/>
                <a:gd name="connsiteX82" fmla="*/ 198247 w 1692540"/>
                <a:gd name="connsiteY82" fmla="*/ 562643 h 1531399"/>
                <a:gd name="connsiteX83" fmla="*/ 221869 w 1692540"/>
                <a:gd name="connsiteY83" fmla="*/ 573057 h 1531399"/>
                <a:gd name="connsiteX84" fmla="*/ 262001 w 1692540"/>
                <a:gd name="connsiteY84" fmla="*/ 656242 h 1531399"/>
                <a:gd name="connsiteX85" fmla="*/ 231648 w 1692540"/>
                <a:gd name="connsiteY85" fmla="*/ 882556 h 1531399"/>
                <a:gd name="connsiteX86" fmla="*/ 196850 w 1692540"/>
                <a:gd name="connsiteY86" fmla="*/ 903384 h 1531399"/>
                <a:gd name="connsiteX87" fmla="*/ 310642 w 1692540"/>
                <a:gd name="connsiteY87" fmla="*/ 1004095 h 1531399"/>
                <a:gd name="connsiteX88" fmla="*/ 735076 w 1692540"/>
                <a:gd name="connsiteY88" fmla="*/ 1071405 h 1531399"/>
                <a:gd name="connsiteX89" fmla="*/ 985774 w 1692540"/>
                <a:gd name="connsiteY89" fmla="*/ 914433 h 1531399"/>
                <a:gd name="connsiteX90" fmla="*/ 991489 w 1692540"/>
                <a:gd name="connsiteY90" fmla="*/ 912147 h 1531399"/>
                <a:gd name="connsiteX91" fmla="*/ 941956 w 1692540"/>
                <a:gd name="connsiteY91" fmla="*/ 447656 h 1531399"/>
                <a:gd name="connsiteX92" fmla="*/ 655811 w 1692540"/>
                <a:gd name="connsiteY92" fmla="*/ 296327 h 1531399"/>
                <a:gd name="connsiteX93" fmla="*/ 372956 w 1692540"/>
                <a:gd name="connsiteY93" fmla="*/ 354815 h 1531399"/>
                <a:gd name="connsiteX94" fmla="*/ 1107186 w 1692540"/>
                <a:gd name="connsiteY94" fmla="*/ 448343 h 1531399"/>
                <a:gd name="connsiteX95" fmla="*/ 1185164 w 1692540"/>
                <a:gd name="connsiteY95" fmla="*/ 639097 h 1531399"/>
                <a:gd name="connsiteX96" fmla="*/ 1492250 w 1692540"/>
                <a:gd name="connsiteY96" fmla="*/ 602521 h 1531399"/>
                <a:gd name="connsiteX97" fmla="*/ 1445895 w 1692540"/>
                <a:gd name="connsiteY97" fmla="*/ 536354 h 1531399"/>
                <a:gd name="connsiteX98" fmla="*/ 1535049 w 1692540"/>
                <a:gd name="connsiteY98" fmla="*/ 501175 h 1531399"/>
                <a:gd name="connsiteX99" fmla="*/ 1530731 w 1692540"/>
                <a:gd name="connsiteY99" fmla="*/ 448216 h 1531399"/>
                <a:gd name="connsiteX100" fmla="*/ 1107186 w 1692540"/>
                <a:gd name="connsiteY100" fmla="*/ 448343 h 1531399"/>
                <a:gd name="connsiteX101" fmla="*/ 1482598 w 1692540"/>
                <a:gd name="connsiteY101" fmla="*/ 531020 h 1531399"/>
                <a:gd name="connsiteX102" fmla="*/ 1471930 w 1692540"/>
                <a:gd name="connsiteY102" fmla="*/ 563786 h 1531399"/>
                <a:gd name="connsiteX103" fmla="*/ 1670558 w 1692540"/>
                <a:gd name="connsiteY103" fmla="*/ 569628 h 1531399"/>
                <a:gd name="connsiteX104" fmla="*/ 1677924 w 1692540"/>
                <a:gd name="connsiteY104" fmla="*/ 529242 h 1531399"/>
                <a:gd name="connsiteX105" fmla="*/ 1482598 w 1692540"/>
                <a:gd name="connsiteY105" fmla="*/ 531020 h 1531399"/>
                <a:gd name="connsiteX106" fmla="*/ 161417 w 1692540"/>
                <a:gd name="connsiteY106" fmla="*/ 591599 h 1531399"/>
                <a:gd name="connsiteX107" fmla="*/ 114554 w 1692540"/>
                <a:gd name="connsiteY107" fmla="*/ 808769 h 1531399"/>
                <a:gd name="connsiteX108" fmla="*/ 182499 w 1692540"/>
                <a:gd name="connsiteY108" fmla="*/ 880270 h 1531399"/>
                <a:gd name="connsiteX109" fmla="*/ 224917 w 1692540"/>
                <a:gd name="connsiteY109" fmla="*/ 844710 h 1531399"/>
                <a:gd name="connsiteX110" fmla="*/ 224536 w 1692540"/>
                <a:gd name="connsiteY110" fmla="*/ 621698 h 1531399"/>
                <a:gd name="connsiteX111" fmla="*/ 161417 w 1692540"/>
                <a:gd name="connsiteY111" fmla="*/ 591599 h 1531399"/>
                <a:gd name="connsiteX112" fmla="*/ 1039622 w 1692540"/>
                <a:gd name="connsiteY112" fmla="*/ 587916 h 1531399"/>
                <a:gd name="connsiteX113" fmla="*/ 1037717 w 1692540"/>
                <a:gd name="connsiteY113" fmla="*/ 881540 h 1531399"/>
                <a:gd name="connsiteX114" fmla="*/ 1039622 w 1692540"/>
                <a:gd name="connsiteY114" fmla="*/ 587916 h 1531399"/>
                <a:gd name="connsiteX115" fmla="*/ 1514094 w 1692540"/>
                <a:gd name="connsiteY115" fmla="*/ 595663 h 1531399"/>
                <a:gd name="connsiteX116" fmla="*/ 1513586 w 1692540"/>
                <a:gd name="connsiteY116" fmla="*/ 683293 h 1531399"/>
                <a:gd name="connsiteX117" fmla="*/ 1513332 w 1692540"/>
                <a:gd name="connsiteY117" fmla="*/ 895637 h 1531399"/>
                <a:gd name="connsiteX118" fmla="*/ 1528953 w 1692540"/>
                <a:gd name="connsiteY118" fmla="*/ 993935 h 1531399"/>
                <a:gd name="connsiteX119" fmla="*/ 1648333 w 1692540"/>
                <a:gd name="connsiteY119" fmla="*/ 974758 h 1531399"/>
                <a:gd name="connsiteX120" fmla="*/ 1654810 w 1692540"/>
                <a:gd name="connsiteY120" fmla="*/ 822739 h 1531399"/>
                <a:gd name="connsiteX121" fmla="*/ 1655191 w 1692540"/>
                <a:gd name="connsiteY121" fmla="*/ 684055 h 1531399"/>
                <a:gd name="connsiteX122" fmla="*/ 1654683 w 1692540"/>
                <a:gd name="connsiteY122" fmla="*/ 596044 h 1531399"/>
                <a:gd name="connsiteX123" fmla="*/ 1514094 w 1692540"/>
                <a:gd name="connsiteY123" fmla="*/ 595663 h 1531399"/>
                <a:gd name="connsiteX124" fmla="*/ 1371092 w 1692540"/>
                <a:gd name="connsiteY124" fmla="*/ 936404 h 1531399"/>
                <a:gd name="connsiteX125" fmla="*/ 1249807 w 1692540"/>
                <a:gd name="connsiteY125" fmla="*/ 1048164 h 1531399"/>
                <a:gd name="connsiteX126" fmla="*/ 1261618 w 1692540"/>
                <a:gd name="connsiteY126" fmla="*/ 977806 h 1531399"/>
                <a:gd name="connsiteX127" fmla="*/ 1208151 w 1692540"/>
                <a:gd name="connsiteY127" fmla="*/ 990252 h 1531399"/>
                <a:gd name="connsiteX128" fmla="*/ 1338961 w 1692540"/>
                <a:gd name="connsiteY128" fmla="*/ 1202723 h 1531399"/>
                <a:gd name="connsiteX129" fmla="*/ 1462913 w 1692540"/>
                <a:gd name="connsiteY129" fmla="*/ 956470 h 1531399"/>
                <a:gd name="connsiteX130" fmla="*/ 1387475 w 1692540"/>
                <a:gd name="connsiteY130" fmla="*/ 1049434 h 1531399"/>
                <a:gd name="connsiteX131" fmla="*/ 1427988 w 1692540"/>
                <a:gd name="connsiteY131" fmla="*/ 943389 h 1531399"/>
                <a:gd name="connsiteX132" fmla="*/ 1371092 w 1692540"/>
                <a:gd name="connsiteY132" fmla="*/ 936404 h 1531399"/>
                <a:gd name="connsiteX133" fmla="*/ 1081532 w 1692540"/>
                <a:gd name="connsiteY133" fmla="*/ 1218471 h 1531399"/>
                <a:gd name="connsiteX134" fmla="*/ 1025652 w 1692540"/>
                <a:gd name="connsiteY134" fmla="*/ 1239172 h 1531399"/>
                <a:gd name="connsiteX135" fmla="*/ 1042035 w 1692540"/>
                <a:gd name="connsiteY135" fmla="*/ 1214534 h 1531399"/>
                <a:gd name="connsiteX136" fmla="*/ 913638 w 1692540"/>
                <a:gd name="connsiteY136" fmla="*/ 1136302 h 1531399"/>
                <a:gd name="connsiteX137" fmla="*/ 964057 w 1692540"/>
                <a:gd name="connsiteY137" fmla="*/ 1385222 h 1531399"/>
                <a:gd name="connsiteX138" fmla="*/ 1097915 w 1692540"/>
                <a:gd name="connsiteY138" fmla="*/ 1412781 h 1531399"/>
                <a:gd name="connsiteX139" fmla="*/ 1340866 w 1692540"/>
                <a:gd name="connsiteY139" fmla="*/ 1232060 h 1531399"/>
                <a:gd name="connsiteX140" fmla="*/ 1181608 w 1692540"/>
                <a:gd name="connsiteY140" fmla="*/ 1117506 h 1531399"/>
                <a:gd name="connsiteX141" fmla="*/ 1081532 w 1692540"/>
                <a:gd name="connsiteY141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560449 w 1681861"/>
                <a:gd name="connsiteY9" fmla="*/ 502699 h 1531399"/>
                <a:gd name="connsiteX10" fmla="*/ 1681861 w 1681861"/>
                <a:gd name="connsiteY10" fmla="*/ 599600 h 1531399"/>
                <a:gd name="connsiteX11" fmla="*/ 1681353 w 1681861"/>
                <a:gd name="connsiteY11" fmla="*/ 943643 h 1531399"/>
                <a:gd name="connsiteX12" fmla="*/ 1657731 w 1681861"/>
                <a:gd name="connsiteY12" fmla="*/ 1013874 h 1531399"/>
                <a:gd name="connsiteX13" fmla="*/ 1517142 w 1681861"/>
                <a:gd name="connsiteY13" fmla="*/ 1020859 h 1531399"/>
                <a:gd name="connsiteX14" fmla="*/ 1383030 w 1681861"/>
                <a:gd name="connsiteY14" fmla="*/ 1226726 h 1531399"/>
                <a:gd name="connsiteX15" fmla="*/ 1096137 w 1681861"/>
                <a:gd name="connsiteY15" fmla="*/ 1439070 h 1531399"/>
                <a:gd name="connsiteX16" fmla="*/ 969010 w 1681861"/>
                <a:gd name="connsiteY16" fmla="*/ 1417226 h 1531399"/>
                <a:gd name="connsiteX17" fmla="*/ 968375 w 1681861"/>
                <a:gd name="connsiteY17" fmla="*/ 1514000 h 1531399"/>
                <a:gd name="connsiteX18" fmla="*/ 957580 w 1681861"/>
                <a:gd name="connsiteY18" fmla="*/ 1526700 h 1531399"/>
                <a:gd name="connsiteX19" fmla="*/ 942721 w 1681861"/>
                <a:gd name="connsiteY19" fmla="*/ 1523906 h 1531399"/>
                <a:gd name="connsiteX20" fmla="*/ 940562 w 1681861"/>
                <a:gd name="connsiteY20" fmla="*/ 1420401 h 1531399"/>
                <a:gd name="connsiteX21" fmla="*/ 914908 w 1681861"/>
                <a:gd name="connsiteY21" fmla="*/ 1220630 h 1531399"/>
                <a:gd name="connsiteX22" fmla="*/ 854202 w 1681861"/>
                <a:gd name="connsiteY22" fmla="*/ 1107600 h 1531399"/>
                <a:gd name="connsiteX23" fmla="*/ 678561 w 1681861"/>
                <a:gd name="connsiteY23" fmla="*/ 1101504 h 1531399"/>
                <a:gd name="connsiteX24" fmla="*/ 448437 w 1681861"/>
                <a:gd name="connsiteY24" fmla="*/ 1083470 h 1531399"/>
                <a:gd name="connsiteX25" fmla="*/ 402209 w 1681861"/>
                <a:gd name="connsiteY25" fmla="*/ 1106330 h 1531399"/>
                <a:gd name="connsiteX26" fmla="*/ 338963 w 1681861"/>
                <a:gd name="connsiteY26" fmla="*/ 1126396 h 1531399"/>
                <a:gd name="connsiteX27" fmla="*/ 376047 w 1681861"/>
                <a:gd name="connsiteY27" fmla="*/ 1221773 h 1531399"/>
                <a:gd name="connsiteX28" fmla="*/ 342900 w 1681861"/>
                <a:gd name="connsiteY28" fmla="*/ 1353472 h 1531399"/>
                <a:gd name="connsiteX29" fmla="*/ 265811 w 1681861"/>
                <a:gd name="connsiteY29" fmla="*/ 1522128 h 1531399"/>
                <a:gd name="connsiteX30" fmla="*/ 240157 w 1681861"/>
                <a:gd name="connsiteY30" fmla="*/ 1525430 h 1531399"/>
                <a:gd name="connsiteX31" fmla="*/ 349377 w 1681861"/>
                <a:gd name="connsiteY31" fmla="*/ 1239553 h 1531399"/>
                <a:gd name="connsiteX32" fmla="*/ 311531 w 1681861"/>
                <a:gd name="connsiteY32" fmla="*/ 1137826 h 1531399"/>
                <a:gd name="connsiteX33" fmla="*/ 20955 w 1681861"/>
                <a:gd name="connsiteY33" fmla="*/ 1520858 h 1531399"/>
                <a:gd name="connsiteX34" fmla="*/ 0 w 1681861"/>
                <a:gd name="connsiteY34" fmla="*/ 1531399 h 1531399"/>
                <a:gd name="connsiteX35" fmla="*/ 133223 w 1681861"/>
                <a:gd name="connsiteY35" fmla="*/ 1265080 h 1531399"/>
                <a:gd name="connsiteX36" fmla="*/ 412369 w 1681861"/>
                <a:gd name="connsiteY36" fmla="*/ 1076104 h 1531399"/>
                <a:gd name="connsiteX37" fmla="*/ 198247 w 1681861"/>
                <a:gd name="connsiteY37" fmla="*/ 940214 h 1531399"/>
                <a:gd name="connsiteX38" fmla="*/ 101981 w 1681861"/>
                <a:gd name="connsiteY38" fmla="*/ 850298 h 1531399"/>
                <a:gd name="connsiteX39" fmla="*/ 175895 w 1681861"/>
                <a:gd name="connsiteY39" fmla="*/ 554896 h 1531399"/>
                <a:gd name="connsiteX40" fmla="*/ 379792 w 1681861"/>
                <a:gd name="connsiteY40" fmla="*/ 319338 h 1531399"/>
                <a:gd name="connsiteX41" fmla="*/ 672816 w 1681861"/>
                <a:gd name="connsiteY41" fmla="*/ 274568 h 1531399"/>
                <a:gd name="connsiteX42" fmla="*/ 972991 w 1681861"/>
                <a:gd name="connsiteY42" fmla="*/ 437128 h 1531399"/>
                <a:gd name="connsiteX43" fmla="*/ 1049655 w 1681861"/>
                <a:gd name="connsiteY43" fmla="*/ 573311 h 1531399"/>
                <a:gd name="connsiteX44" fmla="*/ 1114679 w 1681861"/>
                <a:gd name="connsiteY44" fmla="*/ 668561 h 1531399"/>
                <a:gd name="connsiteX45" fmla="*/ 1042924 w 1681861"/>
                <a:gd name="connsiteY45" fmla="*/ 898558 h 1531399"/>
                <a:gd name="connsiteX46" fmla="*/ 1025906 w 1681861"/>
                <a:gd name="connsiteY46" fmla="*/ 908464 h 1531399"/>
                <a:gd name="connsiteX47" fmla="*/ 832358 w 1681861"/>
                <a:gd name="connsiteY47" fmla="*/ 1071024 h 1531399"/>
                <a:gd name="connsiteX48" fmla="*/ 1063879 w 1681861"/>
                <a:gd name="connsiteY48" fmla="*/ 1201199 h 1531399"/>
                <a:gd name="connsiteX49" fmla="*/ 1164717 w 1681861"/>
                <a:gd name="connsiteY49" fmla="*/ 1088169 h 1531399"/>
                <a:gd name="connsiteX50" fmla="*/ 1175385 w 1681861"/>
                <a:gd name="connsiteY50" fmla="*/ 999396 h 1531399"/>
                <a:gd name="connsiteX51" fmla="*/ 1226693 w 1681861"/>
                <a:gd name="connsiteY51" fmla="*/ 946056 h 1531399"/>
                <a:gd name="connsiteX52" fmla="*/ 1282700 w 1681861"/>
                <a:gd name="connsiteY52" fmla="*/ 963455 h 1531399"/>
                <a:gd name="connsiteX53" fmla="*/ 1388745 w 1681861"/>
                <a:gd name="connsiteY53" fmla="*/ 904527 h 1531399"/>
                <a:gd name="connsiteX54" fmla="*/ 1489583 w 1681861"/>
                <a:gd name="connsiteY54" fmla="*/ 948723 h 1531399"/>
                <a:gd name="connsiteX55" fmla="*/ 1488694 w 1681861"/>
                <a:gd name="connsiteY55" fmla="*/ 653448 h 1531399"/>
                <a:gd name="connsiteX56" fmla="*/ 1326261 w 1681861"/>
                <a:gd name="connsiteY56" fmla="*/ 716059 h 1531399"/>
                <a:gd name="connsiteX57" fmla="*/ 1149604 w 1681861"/>
                <a:gd name="connsiteY57" fmla="*/ 642018 h 1531399"/>
                <a:gd name="connsiteX58" fmla="*/ 1083183 w 1681861"/>
                <a:gd name="connsiteY58" fmla="*/ 442882 h 1531399"/>
                <a:gd name="connsiteX59" fmla="*/ 1224407 w 1681861"/>
                <a:gd name="connsiteY59" fmla="*/ 256192 h 1531399"/>
                <a:gd name="connsiteX60" fmla="*/ 1224407 w 1681861"/>
                <a:gd name="connsiteY60" fmla="*/ 107094 h 1531399"/>
                <a:gd name="connsiteX61" fmla="*/ 1182497 w 1681861"/>
                <a:gd name="connsiteY61" fmla="*/ 39149 h 1531399"/>
                <a:gd name="connsiteX62" fmla="*/ 1217930 w 1681861"/>
                <a:gd name="connsiteY62" fmla="*/ 33307 h 1531399"/>
                <a:gd name="connsiteX63" fmla="*/ 1235710 w 1681861"/>
                <a:gd name="connsiteY63" fmla="*/ 80932 h 1531399"/>
                <a:gd name="connsiteX64" fmla="*/ 1415161 w 1681861"/>
                <a:gd name="connsiteY64" fmla="*/ 77122 h 1531399"/>
                <a:gd name="connsiteX65" fmla="*/ 1427353 w 1681861"/>
                <a:gd name="connsiteY65" fmla="*/ 31148 h 1531399"/>
                <a:gd name="connsiteX66" fmla="*/ 1217930 w 1681861"/>
                <a:gd name="connsiteY66" fmla="*/ 33307 h 1531399"/>
                <a:gd name="connsiteX67" fmla="*/ 1249680 w 1681861"/>
                <a:gd name="connsiteY67" fmla="*/ 103665 h 1531399"/>
                <a:gd name="connsiteX68" fmla="*/ 1249807 w 1681861"/>
                <a:gd name="connsiteY68" fmla="*/ 153703 h 1531399"/>
                <a:gd name="connsiteX69" fmla="*/ 1249934 w 1681861"/>
                <a:gd name="connsiteY69" fmla="*/ 272067 h 1531399"/>
                <a:gd name="connsiteX70" fmla="*/ 1111631 w 1681861"/>
                <a:gd name="connsiteY70" fmla="*/ 422435 h 1531399"/>
                <a:gd name="connsiteX71" fmla="*/ 1502918 w 1681861"/>
                <a:gd name="connsiteY71" fmla="*/ 423070 h 1531399"/>
                <a:gd name="connsiteX72" fmla="*/ 1498473 w 1681861"/>
                <a:gd name="connsiteY72" fmla="*/ 350299 h 1531399"/>
                <a:gd name="connsiteX73" fmla="*/ 1392301 w 1681861"/>
                <a:gd name="connsiteY73" fmla="*/ 267622 h 1531399"/>
                <a:gd name="connsiteX74" fmla="*/ 1391920 w 1681861"/>
                <a:gd name="connsiteY74" fmla="*/ 155354 h 1531399"/>
                <a:gd name="connsiteX75" fmla="*/ 1392047 w 1681861"/>
                <a:gd name="connsiteY75" fmla="*/ 104173 h 1531399"/>
                <a:gd name="connsiteX76" fmla="*/ 1249680 w 1681861"/>
                <a:gd name="connsiteY76" fmla="*/ 103665 h 1531399"/>
                <a:gd name="connsiteX77" fmla="*/ 1522730 w 1681861"/>
                <a:gd name="connsiteY77" fmla="*/ 389796 h 1531399"/>
                <a:gd name="connsiteX78" fmla="*/ 1598676 w 1681861"/>
                <a:gd name="connsiteY78" fmla="*/ 415831 h 1531399"/>
                <a:gd name="connsiteX79" fmla="*/ 1567561 w 1681861"/>
                <a:gd name="connsiteY79" fmla="*/ 335313 h 1531399"/>
                <a:gd name="connsiteX80" fmla="*/ 1522730 w 1681861"/>
                <a:gd name="connsiteY80" fmla="*/ 389796 h 1531399"/>
                <a:gd name="connsiteX81" fmla="*/ 378191 w 1681861"/>
                <a:gd name="connsiteY81" fmla="*/ 356072 h 1531399"/>
                <a:gd name="connsiteX82" fmla="*/ 198247 w 1681861"/>
                <a:gd name="connsiteY82" fmla="*/ 562643 h 1531399"/>
                <a:gd name="connsiteX83" fmla="*/ 221869 w 1681861"/>
                <a:gd name="connsiteY83" fmla="*/ 573057 h 1531399"/>
                <a:gd name="connsiteX84" fmla="*/ 262001 w 1681861"/>
                <a:gd name="connsiteY84" fmla="*/ 656242 h 1531399"/>
                <a:gd name="connsiteX85" fmla="*/ 231648 w 1681861"/>
                <a:gd name="connsiteY85" fmla="*/ 882556 h 1531399"/>
                <a:gd name="connsiteX86" fmla="*/ 196850 w 1681861"/>
                <a:gd name="connsiteY86" fmla="*/ 903384 h 1531399"/>
                <a:gd name="connsiteX87" fmla="*/ 310642 w 1681861"/>
                <a:gd name="connsiteY87" fmla="*/ 1004095 h 1531399"/>
                <a:gd name="connsiteX88" fmla="*/ 735076 w 1681861"/>
                <a:gd name="connsiteY88" fmla="*/ 1071405 h 1531399"/>
                <a:gd name="connsiteX89" fmla="*/ 985774 w 1681861"/>
                <a:gd name="connsiteY89" fmla="*/ 914433 h 1531399"/>
                <a:gd name="connsiteX90" fmla="*/ 991489 w 1681861"/>
                <a:gd name="connsiteY90" fmla="*/ 912147 h 1531399"/>
                <a:gd name="connsiteX91" fmla="*/ 941956 w 1681861"/>
                <a:gd name="connsiteY91" fmla="*/ 447656 h 1531399"/>
                <a:gd name="connsiteX92" fmla="*/ 655811 w 1681861"/>
                <a:gd name="connsiteY92" fmla="*/ 296327 h 1531399"/>
                <a:gd name="connsiteX93" fmla="*/ 372956 w 1681861"/>
                <a:gd name="connsiteY93" fmla="*/ 354815 h 1531399"/>
                <a:gd name="connsiteX94" fmla="*/ 1107186 w 1681861"/>
                <a:gd name="connsiteY94" fmla="*/ 448343 h 1531399"/>
                <a:gd name="connsiteX95" fmla="*/ 1185164 w 1681861"/>
                <a:gd name="connsiteY95" fmla="*/ 639097 h 1531399"/>
                <a:gd name="connsiteX96" fmla="*/ 1492250 w 1681861"/>
                <a:gd name="connsiteY96" fmla="*/ 602521 h 1531399"/>
                <a:gd name="connsiteX97" fmla="*/ 1445895 w 1681861"/>
                <a:gd name="connsiteY97" fmla="*/ 536354 h 1531399"/>
                <a:gd name="connsiteX98" fmla="*/ 1535049 w 1681861"/>
                <a:gd name="connsiteY98" fmla="*/ 501175 h 1531399"/>
                <a:gd name="connsiteX99" fmla="*/ 1530731 w 1681861"/>
                <a:gd name="connsiteY99" fmla="*/ 448216 h 1531399"/>
                <a:gd name="connsiteX100" fmla="*/ 1107186 w 1681861"/>
                <a:gd name="connsiteY100" fmla="*/ 448343 h 1531399"/>
                <a:gd name="connsiteX101" fmla="*/ 1482598 w 1681861"/>
                <a:gd name="connsiteY101" fmla="*/ 531020 h 1531399"/>
                <a:gd name="connsiteX102" fmla="*/ 1471930 w 1681861"/>
                <a:gd name="connsiteY102" fmla="*/ 563786 h 1531399"/>
                <a:gd name="connsiteX103" fmla="*/ 1677924 w 1681861"/>
                <a:gd name="connsiteY103" fmla="*/ 529242 h 1531399"/>
                <a:gd name="connsiteX104" fmla="*/ 1482598 w 1681861"/>
                <a:gd name="connsiteY104" fmla="*/ 531020 h 1531399"/>
                <a:gd name="connsiteX105" fmla="*/ 161417 w 1681861"/>
                <a:gd name="connsiteY105" fmla="*/ 591599 h 1531399"/>
                <a:gd name="connsiteX106" fmla="*/ 114554 w 1681861"/>
                <a:gd name="connsiteY106" fmla="*/ 808769 h 1531399"/>
                <a:gd name="connsiteX107" fmla="*/ 182499 w 1681861"/>
                <a:gd name="connsiteY107" fmla="*/ 880270 h 1531399"/>
                <a:gd name="connsiteX108" fmla="*/ 224917 w 1681861"/>
                <a:gd name="connsiteY108" fmla="*/ 844710 h 1531399"/>
                <a:gd name="connsiteX109" fmla="*/ 224536 w 1681861"/>
                <a:gd name="connsiteY109" fmla="*/ 621698 h 1531399"/>
                <a:gd name="connsiteX110" fmla="*/ 161417 w 1681861"/>
                <a:gd name="connsiteY110" fmla="*/ 591599 h 1531399"/>
                <a:gd name="connsiteX111" fmla="*/ 1039622 w 1681861"/>
                <a:gd name="connsiteY111" fmla="*/ 587916 h 1531399"/>
                <a:gd name="connsiteX112" fmla="*/ 1037717 w 1681861"/>
                <a:gd name="connsiteY112" fmla="*/ 881540 h 1531399"/>
                <a:gd name="connsiteX113" fmla="*/ 1039622 w 1681861"/>
                <a:gd name="connsiteY113" fmla="*/ 587916 h 1531399"/>
                <a:gd name="connsiteX114" fmla="*/ 1514094 w 1681861"/>
                <a:gd name="connsiteY114" fmla="*/ 595663 h 1531399"/>
                <a:gd name="connsiteX115" fmla="*/ 1513586 w 1681861"/>
                <a:gd name="connsiteY115" fmla="*/ 683293 h 1531399"/>
                <a:gd name="connsiteX116" fmla="*/ 1513332 w 1681861"/>
                <a:gd name="connsiteY116" fmla="*/ 895637 h 1531399"/>
                <a:gd name="connsiteX117" fmla="*/ 1528953 w 1681861"/>
                <a:gd name="connsiteY117" fmla="*/ 993935 h 1531399"/>
                <a:gd name="connsiteX118" fmla="*/ 1648333 w 1681861"/>
                <a:gd name="connsiteY118" fmla="*/ 974758 h 1531399"/>
                <a:gd name="connsiteX119" fmla="*/ 1654810 w 1681861"/>
                <a:gd name="connsiteY119" fmla="*/ 822739 h 1531399"/>
                <a:gd name="connsiteX120" fmla="*/ 1655191 w 1681861"/>
                <a:gd name="connsiteY120" fmla="*/ 684055 h 1531399"/>
                <a:gd name="connsiteX121" fmla="*/ 1654683 w 1681861"/>
                <a:gd name="connsiteY121" fmla="*/ 596044 h 1531399"/>
                <a:gd name="connsiteX122" fmla="*/ 1514094 w 1681861"/>
                <a:gd name="connsiteY122" fmla="*/ 595663 h 1531399"/>
                <a:gd name="connsiteX123" fmla="*/ 1371092 w 1681861"/>
                <a:gd name="connsiteY123" fmla="*/ 936404 h 1531399"/>
                <a:gd name="connsiteX124" fmla="*/ 1249807 w 1681861"/>
                <a:gd name="connsiteY124" fmla="*/ 1048164 h 1531399"/>
                <a:gd name="connsiteX125" fmla="*/ 1261618 w 1681861"/>
                <a:gd name="connsiteY125" fmla="*/ 977806 h 1531399"/>
                <a:gd name="connsiteX126" fmla="*/ 1208151 w 1681861"/>
                <a:gd name="connsiteY126" fmla="*/ 990252 h 1531399"/>
                <a:gd name="connsiteX127" fmla="*/ 1338961 w 1681861"/>
                <a:gd name="connsiteY127" fmla="*/ 1202723 h 1531399"/>
                <a:gd name="connsiteX128" fmla="*/ 1462913 w 1681861"/>
                <a:gd name="connsiteY128" fmla="*/ 956470 h 1531399"/>
                <a:gd name="connsiteX129" fmla="*/ 1387475 w 1681861"/>
                <a:gd name="connsiteY129" fmla="*/ 1049434 h 1531399"/>
                <a:gd name="connsiteX130" fmla="*/ 1427988 w 1681861"/>
                <a:gd name="connsiteY130" fmla="*/ 943389 h 1531399"/>
                <a:gd name="connsiteX131" fmla="*/ 1371092 w 1681861"/>
                <a:gd name="connsiteY131" fmla="*/ 936404 h 1531399"/>
                <a:gd name="connsiteX132" fmla="*/ 1081532 w 1681861"/>
                <a:gd name="connsiteY132" fmla="*/ 1218471 h 1531399"/>
                <a:gd name="connsiteX133" fmla="*/ 1025652 w 1681861"/>
                <a:gd name="connsiteY133" fmla="*/ 1239172 h 1531399"/>
                <a:gd name="connsiteX134" fmla="*/ 1042035 w 1681861"/>
                <a:gd name="connsiteY134" fmla="*/ 1214534 h 1531399"/>
                <a:gd name="connsiteX135" fmla="*/ 913638 w 1681861"/>
                <a:gd name="connsiteY135" fmla="*/ 1136302 h 1531399"/>
                <a:gd name="connsiteX136" fmla="*/ 964057 w 1681861"/>
                <a:gd name="connsiteY136" fmla="*/ 1385222 h 1531399"/>
                <a:gd name="connsiteX137" fmla="*/ 1097915 w 1681861"/>
                <a:gd name="connsiteY137" fmla="*/ 1412781 h 1531399"/>
                <a:gd name="connsiteX138" fmla="*/ 1340866 w 1681861"/>
                <a:gd name="connsiteY138" fmla="*/ 1232060 h 1531399"/>
                <a:gd name="connsiteX139" fmla="*/ 1181608 w 1681861"/>
                <a:gd name="connsiteY139" fmla="*/ 1117506 h 1531399"/>
                <a:gd name="connsiteX140" fmla="*/ 1081532 w 1681861"/>
                <a:gd name="connsiteY140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560449 w 1681861"/>
                <a:gd name="connsiteY9" fmla="*/ 502699 h 1531399"/>
                <a:gd name="connsiteX10" fmla="*/ 1681861 w 1681861"/>
                <a:gd name="connsiteY10" fmla="*/ 599600 h 1531399"/>
                <a:gd name="connsiteX11" fmla="*/ 1681353 w 1681861"/>
                <a:gd name="connsiteY11" fmla="*/ 943643 h 1531399"/>
                <a:gd name="connsiteX12" fmla="*/ 1657731 w 1681861"/>
                <a:gd name="connsiteY12" fmla="*/ 1013874 h 1531399"/>
                <a:gd name="connsiteX13" fmla="*/ 1517142 w 1681861"/>
                <a:gd name="connsiteY13" fmla="*/ 1020859 h 1531399"/>
                <a:gd name="connsiteX14" fmla="*/ 1383030 w 1681861"/>
                <a:gd name="connsiteY14" fmla="*/ 1226726 h 1531399"/>
                <a:gd name="connsiteX15" fmla="*/ 1096137 w 1681861"/>
                <a:gd name="connsiteY15" fmla="*/ 1439070 h 1531399"/>
                <a:gd name="connsiteX16" fmla="*/ 969010 w 1681861"/>
                <a:gd name="connsiteY16" fmla="*/ 1417226 h 1531399"/>
                <a:gd name="connsiteX17" fmla="*/ 968375 w 1681861"/>
                <a:gd name="connsiteY17" fmla="*/ 1514000 h 1531399"/>
                <a:gd name="connsiteX18" fmla="*/ 957580 w 1681861"/>
                <a:gd name="connsiteY18" fmla="*/ 1526700 h 1531399"/>
                <a:gd name="connsiteX19" fmla="*/ 942721 w 1681861"/>
                <a:gd name="connsiteY19" fmla="*/ 1523906 h 1531399"/>
                <a:gd name="connsiteX20" fmla="*/ 940562 w 1681861"/>
                <a:gd name="connsiteY20" fmla="*/ 1420401 h 1531399"/>
                <a:gd name="connsiteX21" fmla="*/ 914908 w 1681861"/>
                <a:gd name="connsiteY21" fmla="*/ 1220630 h 1531399"/>
                <a:gd name="connsiteX22" fmla="*/ 854202 w 1681861"/>
                <a:gd name="connsiteY22" fmla="*/ 1107600 h 1531399"/>
                <a:gd name="connsiteX23" fmla="*/ 678561 w 1681861"/>
                <a:gd name="connsiteY23" fmla="*/ 1101504 h 1531399"/>
                <a:gd name="connsiteX24" fmla="*/ 448437 w 1681861"/>
                <a:gd name="connsiteY24" fmla="*/ 1083470 h 1531399"/>
                <a:gd name="connsiteX25" fmla="*/ 402209 w 1681861"/>
                <a:gd name="connsiteY25" fmla="*/ 1106330 h 1531399"/>
                <a:gd name="connsiteX26" fmla="*/ 338963 w 1681861"/>
                <a:gd name="connsiteY26" fmla="*/ 1126396 h 1531399"/>
                <a:gd name="connsiteX27" fmla="*/ 376047 w 1681861"/>
                <a:gd name="connsiteY27" fmla="*/ 1221773 h 1531399"/>
                <a:gd name="connsiteX28" fmla="*/ 342900 w 1681861"/>
                <a:gd name="connsiteY28" fmla="*/ 1353472 h 1531399"/>
                <a:gd name="connsiteX29" fmla="*/ 265811 w 1681861"/>
                <a:gd name="connsiteY29" fmla="*/ 1522128 h 1531399"/>
                <a:gd name="connsiteX30" fmla="*/ 240157 w 1681861"/>
                <a:gd name="connsiteY30" fmla="*/ 1525430 h 1531399"/>
                <a:gd name="connsiteX31" fmla="*/ 349377 w 1681861"/>
                <a:gd name="connsiteY31" fmla="*/ 1239553 h 1531399"/>
                <a:gd name="connsiteX32" fmla="*/ 311531 w 1681861"/>
                <a:gd name="connsiteY32" fmla="*/ 1137826 h 1531399"/>
                <a:gd name="connsiteX33" fmla="*/ 20955 w 1681861"/>
                <a:gd name="connsiteY33" fmla="*/ 1520858 h 1531399"/>
                <a:gd name="connsiteX34" fmla="*/ 0 w 1681861"/>
                <a:gd name="connsiteY34" fmla="*/ 1531399 h 1531399"/>
                <a:gd name="connsiteX35" fmla="*/ 133223 w 1681861"/>
                <a:gd name="connsiteY35" fmla="*/ 1265080 h 1531399"/>
                <a:gd name="connsiteX36" fmla="*/ 412369 w 1681861"/>
                <a:gd name="connsiteY36" fmla="*/ 1076104 h 1531399"/>
                <a:gd name="connsiteX37" fmla="*/ 198247 w 1681861"/>
                <a:gd name="connsiteY37" fmla="*/ 940214 h 1531399"/>
                <a:gd name="connsiteX38" fmla="*/ 101981 w 1681861"/>
                <a:gd name="connsiteY38" fmla="*/ 850298 h 1531399"/>
                <a:gd name="connsiteX39" fmla="*/ 175895 w 1681861"/>
                <a:gd name="connsiteY39" fmla="*/ 554896 h 1531399"/>
                <a:gd name="connsiteX40" fmla="*/ 379792 w 1681861"/>
                <a:gd name="connsiteY40" fmla="*/ 319338 h 1531399"/>
                <a:gd name="connsiteX41" fmla="*/ 672816 w 1681861"/>
                <a:gd name="connsiteY41" fmla="*/ 274568 h 1531399"/>
                <a:gd name="connsiteX42" fmla="*/ 972991 w 1681861"/>
                <a:gd name="connsiteY42" fmla="*/ 437128 h 1531399"/>
                <a:gd name="connsiteX43" fmla="*/ 1049655 w 1681861"/>
                <a:gd name="connsiteY43" fmla="*/ 573311 h 1531399"/>
                <a:gd name="connsiteX44" fmla="*/ 1114679 w 1681861"/>
                <a:gd name="connsiteY44" fmla="*/ 668561 h 1531399"/>
                <a:gd name="connsiteX45" fmla="*/ 1042924 w 1681861"/>
                <a:gd name="connsiteY45" fmla="*/ 898558 h 1531399"/>
                <a:gd name="connsiteX46" fmla="*/ 1025906 w 1681861"/>
                <a:gd name="connsiteY46" fmla="*/ 908464 h 1531399"/>
                <a:gd name="connsiteX47" fmla="*/ 832358 w 1681861"/>
                <a:gd name="connsiteY47" fmla="*/ 1071024 h 1531399"/>
                <a:gd name="connsiteX48" fmla="*/ 1063879 w 1681861"/>
                <a:gd name="connsiteY48" fmla="*/ 1201199 h 1531399"/>
                <a:gd name="connsiteX49" fmla="*/ 1164717 w 1681861"/>
                <a:gd name="connsiteY49" fmla="*/ 1088169 h 1531399"/>
                <a:gd name="connsiteX50" fmla="*/ 1175385 w 1681861"/>
                <a:gd name="connsiteY50" fmla="*/ 999396 h 1531399"/>
                <a:gd name="connsiteX51" fmla="*/ 1226693 w 1681861"/>
                <a:gd name="connsiteY51" fmla="*/ 946056 h 1531399"/>
                <a:gd name="connsiteX52" fmla="*/ 1282700 w 1681861"/>
                <a:gd name="connsiteY52" fmla="*/ 963455 h 1531399"/>
                <a:gd name="connsiteX53" fmla="*/ 1388745 w 1681861"/>
                <a:gd name="connsiteY53" fmla="*/ 904527 h 1531399"/>
                <a:gd name="connsiteX54" fmla="*/ 1489583 w 1681861"/>
                <a:gd name="connsiteY54" fmla="*/ 948723 h 1531399"/>
                <a:gd name="connsiteX55" fmla="*/ 1488694 w 1681861"/>
                <a:gd name="connsiteY55" fmla="*/ 653448 h 1531399"/>
                <a:gd name="connsiteX56" fmla="*/ 1326261 w 1681861"/>
                <a:gd name="connsiteY56" fmla="*/ 716059 h 1531399"/>
                <a:gd name="connsiteX57" fmla="*/ 1149604 w 1681861"/>
                <a:gd name="connsiteY57" fmla="*/ 642018 h 1531399"/>
                <a:gd name="connsiteX58" fmla="*/ 1083183 w 1681861"/>
                <a:gd name="connsiteY58" fmla="*/ 442882 h 1531399"/>
                <a:gd name="connsiteX59" fmla="*/ 1224407 w 1681861"/>
                <a:gd name="connsiteY59" fmla="*/ 256192 h 1531399"/>
                <a:gd name="connsiteX60" fmla="*/ 1224407 w 1681861"/>
                <a:gd name="connsiteY60" fmla="*/ 107094 h 1531399"/>
                <a:gd name="connsiteX61" fmla="*/ 1182497 w 1681861"/>
                <a:gd name="connsiteY61" fmla="*/ 39149 h 1531399"/>
                <a:gd name="connsiteX62" fmla="*/ 1217930 w 1681861"/>
                <a:gd name="connsiteY62" fmla="*/ 33307 h 1531399"/>
                <a:gd name="connsiteX63" fmla="*/ 1235710 w 1681861"/>
                <a:gd name="connsiteY63" fmla="*/ 80932 h 1531399"/>
                <a:gd name="connsiteX64" fmla="*/ 1415161 w 1681861"/>
                <a:gd name="connsiteY64" fmla="*/ 77122 h 1531399"/>
                <a:gd name="connsiteX65" fmla="*/ 1427353 w 1681861"/>
                <a:gd name="connsiteY65" fmla="*/ 31148 h 1531399"/>
                <a:gd name="connsiteX66" fmla="*/ 1217930 w 1681861"/>
                <a:gd name="connsiteY66" fmla="*/ 33307 h 1531399"/>
                <a:gd name="connsiteX67" fmla="*/ 1249680 w 1681861"/>
                <a:gd name="connsiteY67" fmla="*/ 103665 h 1531399"/>
                <a:gd name="connsiteX68" fmla="*/ 1249807 w 1681861"/>
                <a:gd name="connsiteY68" fmla="*/ 153703 h 1531399"/>
                <a:gd name="connsiteX69" fmla="*/ 1249934 w 1681861"/>
                <a:gd name="connsiteY69" fmla="*/ 272067 h 1531399"/>
                <a:gd name="connsiteX70" fmla="*/ 1111631 w 1681861"/>
                <a:gd name="connsiteY70" fmla="*/ 422435 h 1531399"/>
                <a:gd name="connsiteX71" fmla="*/ 1502918 w 1681861"/>
                <a:gd name="connsiteY71" fmla="*/ 423070 h 1531399"/>
                <a:gd name="connsiteX72" fmla="*/ 1498473 w 1681861"/>
                <a:gd name="connsiteY72" fmla="*/ 350299 h 1531399"/>
                <a:gd name="connsiteX73" fmla="*/ 1392301 w 1681861"/>
                <a:gd name="connsiteY73" fmla="*/ 267622 h 1531399"/>
                <a:gd name="connsiteX74" fmla="*/ 1391920 w 1681861"/>
                <a:gd name="connsiteY74" fmla="*/ 155354 h 1531399"/>
                <a:gd name="connsiteX75" fmla="*/ 1392047 w 1681861"/>
                <a:gd name="connsiteY75" fmla="*/ 104173 h 1531399"/>
                <a:gd name="connsiteX76" fmla="*/ 1249680 w 1681861"/>
                <a:gd name="connsiteY76" fmla="*/ 103665 h 1531399"/>
                <a:gd name="connsiteX77" fmla="*/ 1522730 w 1681861"/>
                <a:gd name="connsiteY77" fmla="*/ 389796 h 1531399"/>
                <a:gd name="connsiteX78" fmla="*/ 1598676 w 1681861"/>
                <a:gd name="connsiteY78" fmla="*/ 415831 h 1531399"/>
                <a:gd name="connsiteX79" fmla="*/ 1567561 w 1681861"/>
                <a:gd name="connsiteY79" fmla="*/ 335313 h 1531399"/>
                <a:gd name="connsiteX80" fmla="*/ 1522730 w 1681861"/>
                <a:gd name="connsiteY80" fmla="*/ 389796 h 1531399"/>
                <a:gd name="connsiteX81" fmla="*/ 378191 w 1681861"/>
                <a:gd name="connsiteY81" fmla="*/ 356072 h 1531399"/>
                <a:gd name="connsiteX82" fmla="*/ 198247 w 1681861"/>
                <a:gd name="connsiteY82" fmla="*/ 562643 h 1531399"/>
                <a:gd name="connsiteX83" fmla="*/ 221869 w 1681861"/>
                <a:gd name="connsiteY83" fmla="*/ 573057 h 1531399"/>
                <a:gd name="connsiteX84" fmla="*/ 262001 w 1681861"/>
                <a:gd name="connsiteY84" fmla="*/ 656242 h 1531399"/>
                <a:gd name="connsiteX85" fmla="*/ 231648 w 1681861"/>
                <a:gd name="connsiteY85" fmla="*/ 882556 h 1531399"/>
                <a:gd name="connsiteX86" fmla="*/ 196850 w 1681861"/>
                <a:gd name="connsiteY86" fmla="*/ 903384 h 1531399"/>
                <a:gd name="connsiteX87" fmla="*/ 310642 w 1681861"/>
                <a:gd name="connsiteY87" fmla="*/ 1004095 h 1531399"/>
                <a:gd name="connsiteX88" fmla="*/ 735076 w 1681861"/>
                <a:gd name="connsiteY88" fmla="*/ 1071405 h 1531399"/>
                <a:gd name="connsiteX89" fmla="*/ 985774 w 1681861"/>
                <a:gd name="connsiteY89" fmla="*/ 914433 h 1531399"/>
                <a:gd name="connsiteX90" fmla="*/ 991489 w 1681861"/>
                <a:gd name="connsiteY90" fmla="*/ 912147 h 1531399"/>
                <a:gd name="connsiteX91" fmla="*/ 941956 w 1681861"/>
                <a:gd name="connsiteY91" fmla="*/ 447656 h 1531399"/>
                <a:gd name="connsiteX92" fmla="*/ 655811 w 1681861"/>
                <a:gd name="connsiteY92" fmla="*/ 296327 h 1531399"/>
                <a:gd name="connsiteX93" fmla="*/ 372956 w 1681861"/>
                <a:gd name="connsiteY93" fmla="*/ 354815 h 1531399"/>
                <a:gd name="connsiteX94" fmla="*/ 1107186 w 1681861"/>
                <a:gd name="connsiteY94" fmla="*/ 448343 h 1531399"/>
                <a:gd name="connsiteX95" fmla="*/ 1185164 w 1681861"/>
                <a:gd name="connsiteY95" fmla="*/ 639097 h 1531399"/>
                <a:gd name="connsiteX96" fmla="*/ 1492250 w 1681861"/>
                <a:gd name="connsiteY96" fmla="*/ 602521 h 1531399"/>
                <a:gd name="connsiteX97" fmla="*/ 1445895 w 1681861"/>
                <a:gd name="connsiteY97" fmla="*/ 536354 h 1531399"/>
                <a:gd name="connsiteX98" fmla="*/ 1535049 w 1681861"/>
                <a:gd name="connsiteY98" fmla="*/ 501175 h 1531399"/>
                <a:gd name="connsiteX99" fmla="*/ 1530731 w 1681861"/>
                <a:gd name="connsiteY99" fmla="*/ 448216 h 1531399"/>
                <a:gd name="connsiteX100" fmla="*/ 1107186 w 1681861"/>
                <a:gd name="connsiteY100" fmla="*/ 448343 h 1531399"/>
                <a:gd name="connsiteX101" fmla="*/ 1482598 w 1681861"/>
                <a:gd name="connsiteY101" fmla="*/ 531020 h 1531399"/>
                <a:gd name="connsiteX102" fmla="*/ 1471930 w 1681861"/>
                <a:gd name="connsiteY102" fmla="*/ 563786 h 1531399"/>
                <a:gd name="connsiteX103" fmla="*/ 1482598 w 1681861"/>
                <a:gd name="connsiteY103" fmla="*/ 531020 h 1531399"/>
                <a:gd name="connsiteX104" fmla="*/ 161417 w 1681861"/>
                <a:gd name="connsiteY104" fmla="*/ 591599 h 1531399"/>
                <a:gd name="connsiteX105" fmla="*/ 114554 w 1681861"/>
                <a:gd name="connsiteY105" fmla="*/ 808769 h 1531399"/>
                <a:gd name="connsiteX106" fmla="*/ 182499 w 1681861"/>
                <a:gd name="connsiteY106" fmla="*/ 880270 h 1531399"/>
                <a:gd name="connsiteX107" fmla="*/ 224917 w 1681861"/>
                <a:gd name="connsiteY107" fmla="*/ 844710 h 1531399"/>
                <a:gd name="connsiteX108" fmla="*/ 224536 w 1681861"/>
                <a:gd name="connsiteY108" fmla="*/ 621698 h 1531399"/>
                <a:gd name="connsiteX109" fmla="*/ 161417 w 1681861"/>
                <a:gd name="connsiteY109" fmla="*/ 591599 h 1531399"/>
                <a:gd name="connsiteX110" fmla="*/ 1039622 w 1681861"/>
                <a:gd name="connsiteY110" fmla="*/ 587916 h 1531399"/>
                <a:gd name="connsiteX111" fmla="*/ 1037717 w 1681861"/>
                <a:gd name="connsiteY111" fmla="*/ 881540 h 1531399"/>
                <a:gd name="connsiteX112" fmla="*/ 1039622 w 1681861"/>
                <a:gd name="connsiteY112" fmla="*/ 587916 h 1531399"/>
                <a:gd name="connsiteX113" fmla="*/ 1514094 w 1681861"/>
                <a:gd name="connsiteY113" fmla="*/ 595663 h 1531399"/>
                <a:gd name="connsiteX114" fmla="*/ 1513586 w 1681861"/>
                <a:gd name="connsiteY114" fmla="*/ 683293 h 1531399"/>
                <a:gd name="connsiteX115" fmla="*/ 1513332 w 1681861"/>
                <a:gd name="connsiteY115" fmla="*/ 895637 h 1531399"/>
                <a:gd name="connsiteX116" fmla="*/ 1528953 w 1681861"/>
                <a:gd name="connsiteY116" fmla="*/ 993935 h 1531399"/>
                <a:gd name="connsiteX117" fmla="*/ 1648333 w 1681861"/>
                <a:gd name="connsiteY117" fmla="*/ 974758 h 1531399"/>
                <a:gd name="connsiteX118" fmla="*/ 1654810 w 1681861"/>
                <a:gd name="connsiteY118" fmla="*/ 822739 h 1531399"/>
                <a:gd name="connsiteX119" fmla="*/ 1655191 w 1681861"/>
                <a:gd name="connsiteY119" fmla="*/ 684055 h 1531399"/>
                <a:gd name="connsiteX120" fmla="*/ 1654683 w 1681861"/>
                <a:gd name="connsiteY120" fmla="*/ 596044 h 1531399"/>
                <a:gd name="connsiteX121" fmla="*/ 1514094 w 1681861"/>
                <a:gd name="connsiteY121" fmla="*/ 595663 h 1531399"/>
                <a:gd name="connsiteX122" fmla="*/ 1371092 w 1681861"/>
                <a:gd name="connsiteY122" fmla="*/ 936404 h 1531399"/>
                <a:gd name="connsiteX123" fmla="*/ 1249807 w 1681861"/>
                <a:gd name="connsiteY123" fmla="*/ 1048164 h 1531399"/>
                <a:gd name="connsiteX124" fmla="*/ 1261618 w 1681861"/>
                <a:gd name="connsiteY124" fmla="*/ 977806 h 1531399"/>
                <a:gd name="connsiteX125" fmla="*/ 1208151 w 1681861"/>
                <a:gd name="connsiteY125" fmla="*/ 990252 h 1531399"/>
                <a:gd name="connsiteX126" fmla="*/ 1338961 w 1681861"/>
                <a:gd name="connsiteY126" fmla="*/ 1202723 h 1531399"/>
                <a:gd name="connsiteX127" fmla="*/ 1462913 w 1681861"/>
                <a:gd name="connsiteY127" fmla="*/ 956470 h 1531399"/>
                <a:gd name="connsiteX128" fmla="*/ 1387475 w 1681861"/>
                <a:gd name="connsiteY128" fmla="*/ 1049434 h 1531399"/>
                <a:gd name="connsiteX129" fmla="*/ 1427988 w 1681861"/>
                <a:gd name="connsiteY129" fmla="*/ 943389 h 1531399"/>
                <a:gd name="connsiteX130" fmla="*/ 1371092 w 1681861"/>
                <a:gd name="connsiteY130" fmla="*/ 936404 h 1531399"/>
                <a:gd name="connsiteX131" fmla="*/ 1081532 w 1681861"/>
                <a:gd name="connsiteY131" fmla="*/ 1218471 h 1531399"/>
                <a:gd name="connsiteX132" fmla="*/ 1025652 w 1681861"/>
                <a:gd name="connsiteY132" fmla="*/ 1239172 h 1531399"/>
                <a:gd name="connsiteX133" fmla="*/ 1042035 w 1681861"/>
                <a:gd name="connsiteY133" fmla="*/ 1214534 h 1531399"/>
                <a:gd name="connsiteX134" fmla="*/ 913638 w 1681861"/>
                <a:gd name="connsiteY134" fmla="*/ 1136302 h 1531399"/>
                <a:gd name="connsiteX135" fmla="*/ 964057 w 1681861"/>
                <a:gd name="connsiteY135" fmla="*/ 1385222 h 1531399"/>
                <a:gd name="connsiteX136" fmla="*/ 1097915 w 1681861"/>
                <a:gd name="connsiteY136" fmla="*/ 1412781 h 1531399"/>
                <a:gd name="connsiteX137" fmla="*/ 1340866 w 1681861"/>
                <a:gd name="connsiteY137" fmla="*/ 1232060 h 1531399"/>
                <a:gd name="connsiteX138" fmla="*/ 1181608 w 1681861"/>
                <a:gd name="connsiteY138" fmla="*/ 1117506 h 1531399"/>
                <a:gd name="connsiteX139" fmla="*/ 1081532 w 1681861"/>
                <a:gd name="connsiteY139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445895 w 1681861"/>
                <a:gd name="connsiteY96" fmla="*/ 536354 h 1531399"/>
                <a:gd name="connsiteX97" fmla="*/ 1535049 w 1681861"/>
                <a:gd name="connsiteY97" fmla="*/ 501175 h 1531399"/>
                <a:gd name="connsiteX98" fmla="*/ 1530731 w 1681861"/>
                <a:gd name="connsiteY98" fmla="*/ 448216 h 1531399"/>
                <a:gd name="connsiteX99" fmla="*/ 1107186 w 1681861"/>
                <a:gd name="connsiteY99" fmla="*/ 448343 h 1531399"/>
                <a:gd name="connsiteX100" fmla="*/ 1482598 w 1681861"/>
                <a:gd name="connsiteY100" fmla="*/ 531020 h 1531399"/>
                <a:gd name="connsiteX101" fmla="*/ 1471930 w 1681861"/>
                <a:gd name="connsiteY101" fmla="*/ 563786 h 1531399"/>
                <a:gd name="connsiteX102" fmla="*/ 1482598 w 1681861"/>
                <a:gd name="connsiteY102" fmla="*/ 531020 h 1531399"/>
                <a:gd name="connsiteX103" fmla="*/ 161417 w 1681861"/>
                <a:gd name="connsiteY103" fmla="*/ 591599 h 1531399"/>
                <a:gd name="connsiteX104" fmla="*/ 114554 w 1681861"/>
                <a:gd name="connsiteY104" fmla="*/ 808769 h 1531399"/>
                <a:gd name="connsiteX105" fmla="*/ 182499 w 1681861"/>
                <a:gd name="connsiteY105" fmla="*/ 880270 h 1531399"/>
                <a:gd name="connsiteX106" fmla="*/ 224917 w 1681861"/>
                <a:gd name="connsiteY106" fmla="*/ 844710 h 1531399"/>
                <a:gd name="connsiteX107" fmla="*/ 224536 w 1681861"/>
                <a:gd name="connsiteY107" fmla="*/ 621698 h 1531399"/>
                <a:gd name="connsiteX108" fmla="*/ 161417 w 1681861"/>
                <a:gd name="connsiteY108" fmla="*/ 591599 h 1531399"/>
                <a:gd name="connsiteX109" fmla="*/ 1039622 w 1681861"/>
                <a:gd name="connsiteY109" fmla="*/ 587916 h 1531399"/>
                <a:gd name="connsiteX110" fmla="*/ 1037717 w 1681861"/>
                <a:gd name="connsiteY110" fmla="*/ 881540 h 1531399"/>
                <a:gd name="connsiteX111" fmla="*/ 1039622 w 1681861"/>
                <a:gd name="connsiteY111" fmla="*/ 587916 h 1531399"/>
                <a:gd name="connsiteX112" fmla="*/ 1514094 w 1681861"/>
                <a:gd name="connsiteY112" fmla="*/ 595663 h 1531399"/>
                <a:gd name="connsiteX113" fmla="*/ 1513586 w 1681861"/>
                <a:gd name="connsiteY113" fmla="*/ 683293 h 1531399"/>
                <a:gd name="connsiteX114" fmla="*/ 1513332 w 1681861"/>
                <a:gd name="connsiteY114" fmla="*/ 895637 h 1531399"/>
                <a:gd name="connsiteX115" fmla="*/ 1528953 w 1681861"/>
                <a:gd name="connsiteY115" fmla="*/ 993935 h 1531399"/>
                <a:gd name="connsiteX116" fmla="*/ 1648333 w 1681861"/>
                <a:gd name="connsiteY116" fmla="*/ 974758 h 1531399"/>
                <a:gd name="connsiteX117" fmla="*/ 1654810 w 1681861"/>
                <a:gd name="connsiteY117" fmla="*/ 822739 h 1531399"/>
                <a:gd name="connsiteX118" fmla="*/ 1655191 w 1681861"/>
                <a:gd name="connsiteY118" fmla="*/ 684055 h 1531399"/>
                <a:gd name="connsiteX119" fmla="*/ 1654683 w 1681861"/>
                <a:gd name="connsiteY119" fmla="*/ 596044 h 1531399"/>
                <a:gd name="connsiteX120" fmla="*/ 1514094 w 1681861"/>
                <a:gd name="connsiteY120" fmla="*/ 595663 h 1531399"/>
                <a:gd name="connsiteX121" fmla="*/ 1371092 w 1681861"/>
                <a:gd name="connsiteY121" fmla="*/ 936404 h 1531399"/>
                <a:gd name="connsiteX122" fmla="*/ 1249807 w 1681861"/>
                <a:gd name="connsiteY122" fmla="*/ 1048164 h 1531399"/>
                <a:gd name="connsiteX123" fmla="*/ 1261618 w 1681861"/>
                <a:gd name="connsiteY123" fmla="*/ 977806 h 1531399"/>
                <a:gd name="connsiteX124" fmla="*/ 1208151 w 1681861"/>
                <a:gd name="connsiteY124" fmla="*/ 990252 h 1531399"/>
                <a:gd name="connsiteX125" fmla="*/ 1338961 w 1681861"/>
                <a:gd name="connsiteY125" fmla="*/ 1202723 h 1531399"/>
                <a:gd name="connsiteX126" fmla="*/ 1462913 w 1681861"/>
                <a:gd name="connsiteY126" fmla="*/ 956470 h 1531399"/>
                <a:gd name="connsiteX127" fmla="*/ 1387475 w 1681861"/>
                <a:gd name="connsiteY127" fmla="*/ 1049434 h 1531399"/>
                <a:gd name="connsiteX128" fmla="*/ 1427988 w 1681861"/>
                <a:gd name="connsiteY128" fmla="*/ 943389 h 1531399"/>
                <a:gd name="connsiteX129" fmla="*/ 1371092 w 1681861"/>
                <a:gd name="connsiteY129" fmla="*/ 936404 h 1531399"/>
                <a:gd name="connsiteX130" fmla="*/ 1081532 w 1681861"/>
                <a:gd name="connsiteY130" fmla="*/ 1218471 h 1531399"/>
                <a:gd name="connsiteX131" fmla="*/ 1025652 w 1681861"/>
                <a:gd name="connsiteY131" fmla="*/ 1239172 h 1531399"/>
                <a:gd name="connsiteX132" fmla="*/ 1042035 w 1681861"/>
                <a:gd name="connsiteY132" fmla="*/ 1214534 h 1531399"/>
                <a:gd name="connsiteX133" fmla="*/ 913638 w 1681861"/>
                <a:gd name="connsiteY133" fmla="*/ 1136302 h 1531399"/>
                <a:gd name="connsiteX134" fmla="*/ 964057 w 1681861"/>
                <a:gd name="connsiteY134" fmla="*/ 1385222 h 1531399"/>
                <a:gd name="connsiteX135" fmla="*/ 1097915 w 1681861"/>
                <a:gd name="connsiteY135" fmla="*/ 1412781 h 1531399"/>
                <a:gd name="connsiteX136" fmla="*/ 1340866 w 1681861"/>
                <a:gd name="connsiteY136" fmla="*/ 1232060 h 1531399"/>
                <a:gd name="connsiteX137" fmla="*/ 1181608 w 1681861"/>
                <a:gd name="connsiteY137" fmla="*/ 1117506 h 1531399"/>
                <a:gd name="connsiteX138" fmla="*/ 1081532 w 1681861"/>
                <a:gd name="connsiteY138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445895 w 1681861"/>
                <a:gd name="connsiteY96" fmla="*/ 536354 h 1531399"/>
                <a:gd name="connsiteX97" fmla="*/ 1530731 w 1681861"/>
                <a:gd name="connsiteY97" fmla="*/ 448216 h 1531399"/>
                <a:gd name="connsiteX98" fmla="*/ 1107186 w 1681861"/>
                <a:gd name="connsiteY98" fmla="*/ 448343 h 1531399"/>
                <a:gd name="connsiteX99" fmla="*/ 1482598 w 1681861"/>
                <a:gd name="connsiteY99" fmla="*/ 531020 h 1531399"/>
                <a:gd name="connsiteX100" fmla="*/ 1471930 w 1681861"/>
                <a:gd name="connsiteY100" fmla="*/ 563786 h 1531399"/>
                <a:gd name="connsiteX101" fmla="*/ 1482598 w 1681861"/>
                <a:gd name="connsiteY101" fmla="*/ 531020 h 1531399"/>
                <a:gd name="connsiteX102" fmla="*/ 161417 w 1681861"/>
                <a:gd name="connsiteY102" fmla="*/ 591599 h 1531399"/>
                <a:gd name="connsiteX103" fmla="*/ 114554 w 1681861"/>
                <a:gd name="connsiteY103" fmla="*/ 808769 h 1531399"/>
                <a:gd name="connsiteX104" fmla="*/ 182499 w 1681861"/>
                <a:gd name="connsiteY104" fmla="*/ 880270 h 1531399"/>
                <a:gd name="connsiteX105" fmla="*/ 224917 w 1681861"/>
                <a:gd name="connsiteY105" fmla="*/ 844710 h 1531399"/>
                <a:gd name="connsiteX106" fmla="*/ 224536 w 1681861"/>
                <a:gd name="connsiteY106" fmla="*/ 621698 h 1531399"/>
                <a:gd name="connsiteX107" fmla="*/ 161417 w 1681861"/>
                <a:gd name="connsiteY107" fmla="*/ 591599 h 1531399"/>
                <a:gd name="connsiteX108" fmla="*/ 1039622 w 1681861"/>
                <a:gd name="connsiteY108" fmla="*/ 587916 h 1531399"/>
                <a:gd name="connsiteX109" fmla="*/ 1037717 w 1681861"/>
                <a:gd name="connsiteY109" fmla="*/ 881540 h 1531399"/>
                <a:gd name="connsiteX110" fmla="*/ 1039622 w 1681861"/>
                <a:gd name="connsiteY110" fmla="*/ 587916 h 1531399"/>
                <a:gd name="connsiteX111" fmla="*/ 1514094 w 1681861"/>
                <a:gd name="connsiteY111" fmla="*/ 595663 h 1531399"/>
                <a:gd name="connsiteX112" fmla="*/ 1513586 w 1681861"/>
                <a:gd name="connsiteY112" fmla="*/ 683293 h 1531399"/>
                <a:gd name="connsiteX113" fmla="*/ 1513332 w 1681861"/>
                <a:gd name="connsiteY113" fmla="*/ 895637 h 1531399"/>
                <a:gd name="connsiteX114" fmla="*/ 1528953 w 1681861"/>
                <a:gd name="connsiteY114" fmla="*/ 993935 h 1531399"/>
                <a:gd name="connsiteX115" fmla="*/ 1648333 w 1681861"/>
                <a:gd name="connsiteY115" fmla="*/ 974758 h 1531399"/>
                <a:gd name="connsiteX116" fmla="*/ 1654810 w 1681861"/>
                <a:gd name="connsiteY116" fmla="*/ 822739 h 1531399"/>
                <a:gd name="connsiteX117" fmla="*/ 1655191 w 1681861"/>
                <a:gd name="connsiteY117" fmla="*/ 684055 h 1531399"/>
                <a:gd name="connsiteX118" fmla="*/ 1654683 w 1681861"/>
                <a:gd name="connsiteY118" fmla="*/ 596044 h 1531399"/>
                <a:gd name="connsiteX119" fmla="*/ 1514094 w 1681861"/>
                <a:gd name="connsiteY119" fmla="*/ 595663 h 1531399"/>
                <a:gd name="connsiteX120" fmla="*/ 1371092 w 1681861"/>
                <a:gd name="connsiteY120" fmla="*/ 936404 h 1531399"/>
                <a:gd name="connsiteX121" fmla="*/ 1249807 w 1681861"/>
                <a:gd name="connsiteY121" fmla="*/ 1048164 h 1531399"/>
                <a:gd name="connsiteX122" fmla="*/ 1261618 w 1681861"/>
                <a:gd name="connsiteY122" fmla="*/ 977806 h 1531399"/>
                <a:gd name="connsiteX123" fmla="*/ 1208151 w 1681861"/>
                <a:gd name="connsiteY123" fmla="*/ 990252 h 1531399"/>
                <a:gd name="connsiteX124" fmla="*/ 1338961 w 1681861"/>
                <a:gd name="connsiteY124" fmla="*/ 1202723 h 1531399"/>
                <a:gd name="connsiteX125" fmla="*/ 1462913 w 1681861"/>
                <a:gd name="connsiteY125" fmla="*/ 956470 h 1531399"/>
                <a:gd name="connsiteX126" fmla="*/ 1387475 w 1681861"/>
                <a:gd name="connsiteY126" fmla="*/ 1049434 h 1531399"/>
                <a:gd name="connsiteX127" fmla="*/ 1427988 w 1681861"/>
                <a:gd name="connsiteY127" fmla="*/ 943389 h 1531399"/>
                <a:gd name="connsiteX128" fmla="*/ 1371092 w 1681861"/>
                <a:gd name="connsiteY128" fmla="*/ 936404 h 1531399"/>
                <a:gd name="connsiteX129" fmla="*/ 1081532 w 1681861"/>
                <a:gd name="connsiteY129" fmla="*/ 1218471 h 1531399"/>
                <a:gd name="connsiteX130" fmla="*/ 1025652 w 1681861"/>
                <a:gd name="connsiteY130" fmla="*/ 1239172 h 1531399"/>
                <a:gd name="connsiteX131" fmla="*/ 1042035 w 1681861"/>
                <a:gd name="connsiteY131" fmla="*/ 1214534 h 1531399"/>
                <a:gd name="connsiteX132" fmla="*/ 913638 w 1681861"/>
                <a:gd name="connsiteY132" fmla="*/ 1136302 h 1531399"/>
                <a:gd name="connsiteX133" fmla="*/ 964057 w 1681861"/>
                <a:gd name="connsiteY133" fmla="*/ 1385222 h 1531399"/>
                <a:gd name="connsiteX134" fmla="*/ 1097915 w 1681861"/>
                <a:gd name="connsiteY134" fmla="*/ 1412781 h 1531399"/>
                <a:gd name="connsiteX135" fmla="*/ 1340866 w 1681861"/>
                <a:gd name="connsiteY135" fmla="*/ 1232060 h 1531399"/>
                <a:gd name="connsiteX136" fmla="*/ 1181608 w 1681861"/>
                <a:gd name="connsiteY136" fmla="*/ 1117506 h 1531399"/>
                <a:gd name="connsiteX137" fmla="*/ 1081532 w 1681861"/>
                <a:gd name="connsiteY137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445895 w 1681861"/>
                <a:gd name="connsiteY96" fmla="*/ 536354 h 1531399"/>
                <a:gd name="connsiteX97" fmla="*/ 1530731 w 1681861"/>
                <a:gd name="connsiteY97" fmla="*/ 448216 h 1531399"/>
                <a:gd name="connsiteX98" fmla="*/ 1107186 w 1681861"/>
                <a:gd name="connsiteY98" fmla="*/ 448343 h 1531399"/>
                <a:gd name="connsiteX99" fmla="*/ 1482598 w 1681861"/>
                <a:gd name="connsiteY99" fmla="*/ 531020 h 1531399"/>
                <a:gd name="connsiteX100" fmla="*/ 1471930 w 1681861"/>
                <a:gd name="connsiteY100" fmla="*/ 563786 h 1531399"/>
                <a:gd name="connsiteX101" fmla="*/ 161417 w 1681861"/>
                <a:gd name="connsiteY101" fmla="*/ 591599 h 1531399"/>
                <a:gd name="connsiteX102" fmla="*/ 114554 w 1681861"/>
                <a:gd name="connsiteY102" fmla="*/ 808769 h 1531399"/>
                <a:gd name="connsiteX103" fmla="*/ 182499 w 1681861"/>
                <a:gd name="connsiteY103" fmla="*/ 880270 h 1531399"/>
                <a:gd name="connsiteX104" fmla="*/ 224917 w 1681861"/>
                <a:gd name="connsiteY104" fmla="*/ 844710 h 1531399"/>
                <a:gd name="connsiteX105" fmla="*/ 224536 w 1681861"/>
                <a:gd name="connsiteY105" fmla="*/ 621698 h 1531399"/>
                <a:gd name="connsiteX106" fmla="*/ 161417 w 1681861"/>
                <a:gd name="connsiteY106" fmla="*/ 591599 h 1531399"/>
                <a:gd name="connsiteX107" fmla="*/ 1039622 w 1681861"/>
                <a:gd name="connsiteY107" fmla="*/ 587916 h 1531399"/>
                <a:gd name="connsiteX108" fmla="*/ 1037717 w 1681861"/>
                <a:gd name="connsiteY108" fmla="*/ 881540 h 1531399"/>
                <a:gd name="connsiteX109" fmla="*/ 1039622 w 1681861"/>
                <a:gd name="connsiteY109" fmla="*/ 587916 h 1531399"/>
                <a:gd name="connsiteX110" fmla="*/ 1514094 w 1681861"/>
                <a:gd name="connsiteY110" fmla="*/ 595663 h 1531399"/>
                <a:gd name="connsiteX111" fmla="*/ 1513586 w 1681861"/>
                <a:gd name="connsiteY111" fmla="*/ 683293 h 1531399"/>
                <a:gd name="connsiteX112" fmla="*/ 1513332 w 1681861"/>
                <a:gd name="connsiteY112" fmla="*/ 895637 h 1531399"/>
                <a:gd name="connsiteX113" fmla="*/ 1528953 w 1681861"/>
                <a:gd name="connsiteY113" fmla="*/ 993935 h 1531399"/>
                <a:gd name="connsiteX114" fmla="*/ 1648333 w 1681861"/>
                <a:gd name="connsiteY114" fmla="*/ 974758 h 1531399"/>
                <a:gd name="connsiteX115" fmla="*/ 1654810 w 1681861"/>
                <a:gd name="connsiteY115" fmla="*/ 822739 h 1531399"/>
                <a:gd name="connsiteX116" fmla="*/ 1655191 w 1681861"/>
                <a:gd name="connsiteY116" fmla="*/ 684055 h 1531399"/>
                <a:gd name="connsiteX117" fmla="*/ 1654683 w 1681861"/>
                <a:gd name="connsiteY117" fmla="*/ 596044 h 1531399"/>
                <a:gd name="connsiteX118" fmla="*/ 1514094 w 1681861"/>
                <a:gd name="connsiteY118" fmla="*/ 595663 h 1531399"/>
                <a:gd name="connsiteX119" fmla="*/ 1371092 w 1681861"/>
                <a:gd name="connsiteY119" fmla="*/ 936404 h 1531399"/>
                <a:gd name="connsiteX120" fmla="*/ 1249807 w 1681861"/>
                <a:gd name="connsiteY120" fmla="*/ 1048164 h 1531399"/>
                <a:gd name="connsiteX121" fmla="*/ 1261618 w 1681861"/>
                <a:gd name="connsiteY121" fmla="*/ 977806 h 1531399"/>
                <a:gd name="connsiteX122" fmla="*/ 1208151 w 1681861"/>
                <a:gd name="connsiteY122" fmla="*/ 990252 h 1531399"/>
                <a:gd name="connsiteX123" fmla="*/ 1338961 w 1681861"/>
                <a:gd name="connsiteY123" fmla="*/ 1202723 h 1531399"/>
                <a:gd name="connsiteX124" fmla="*/ 1462913 w 1681861"/>
                <a:gd name="connsiteY124" fmla="*/ 956470 h 1531399"/>
                <a:gd name="connsiteX125" fmla="*/ 1387475 w 1681861"/>
                <a:gd name="connsiteY125" fmla="*/ 1049434 h 1531399"/>
                <a:gd name="connsiteX126" fmla="*/ 1427988 w 1681861"/>
                <a:gd name="connsiteY126" fmla="*/ 943389 h 1531399"/>
                <a:gd name="connsiteX127" fmla="*/ 1371092 w 1681861"/>
                <a:gd name="connsiteY127" fmla="*/ 936404 h 1531399"/>
                <a:gd name="connsiteX128" fmla="*/ 1081532 w 1681861"/>
                <a:gd name="connsiteY128" fmla="*/ 1218471 h 1531399"/>
                <a:gd name="connsiteX129" fmla="*/ 1025652 w 1681861"/>
                <a:gd name="connsiteY129" fmla="*/ 1239172 h 1531399"/>
                <a:gd name="connsiteX130" fmla="*/ 1042035 w 1681861"/>
                <a:gd name="connsiteY130" fmla="*/ 1214534 h 1531399"/>
                <a:gd name="connsiteX131" fmla="*/ 913638 w 1681861"/>
                <a:gd name="connsiteY131" fmla="*/ 1136302 h 1531399"/>
                <a:gd name="connsiteX132" fmla="*/ 964057 w 1681861"/>
                <a:gd name="connsiteY132" fmla="*/ 1385222 h 1531399"/>
                <a:gd name="connsiteX133" fmla="*/ 1097915 w 1681861"/>
                <a:gd name="connsiteY133" fmla="*/ 1412781 h 1531399"/>
                <a:gd name="connsiteX134" fmla="*/ 1340866 w 1681861"/>
                <a:gd name="connsiteY134" fmla="*/ 1232060 h 1531399"/>
                <a:gd name="connsiteX135" fmla="*/ 1181608 w 1681861"/>
                <a:gd name="connsiteY135" fmla="*/ 1117506 h 1531399"/>
                <a:gd name="connsiteX136" fmla="*/ 1081532 w 1681861"/>
                <a:gd name="connsiteY136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530731 w 1681861"/>
                <a:gd name="connsiteY96" fmla="*/ 448216 h 1531399"/>
                <a:gd name="connsiteX97" fmla="*/ 1107186 w 1681861"/>
                <a:gd name="connsiteY97" fmla="*/ 448343 h 1531399"/>
                <a:gd name="connsiteX98" fmla="*/ 1482598 w 1681861"/>
                <a:gd name="connsiteY98" fmla="*/ 531020 h 1531399"/>
                <a:gd name="connsiteX99" fmla="*/ 1471930 w 1681861"/>
                <a:gd name="connsiteY99" fmla="*/ 563786 h 1531399"/>
                <a:gd name="connsiteX100" fmla="*/ 161417 w 1681861"/>
                <a:gd name="connsiteY100" fmla="*/ 591599 h 1531399"/>
                <a:gd name="connsiteX101" fmla="*/ 114554 w 1681861"/>
                <a:gd name="connsiteY101" fmla="*/ 808769 h 1531399"/>
                <a:gd name="connsiteX102" fmla="*/ 182499 w 1681861"/>
                <a:gd name="connsiteY102" fmla="*/ 880270 h 1531399"/>
                <a:gd name="connsiteX103" fmla="*/ 224917 w 1681861"/>
                <a:gd name="connsiteY103" fmla="*/ 844710 h 1531399"/>
                <a:gd name="connsiteX104" fmla="*/ 224536 w 1681861"/>
                <a:gd name="connsiteY104" fmla="*/ 621698 h 1531399"/>
                <a:gd name="connsiteX105" fmla="*/ 161417 w 1681861"/>
                <a:gd name="connsiteY105" fmla="*/ 591599 h 1531399"/>
                <a:gd name="connsiteX106" fmla="*/ 1039622 w 1681861"/>
                <a:gd name="connsiteY106" fmla="*/ 587916 h 1531399"/>
                <a:gd name="connsiteX107" fmla="*/ 1037717 w 1681861"/>
                <a:gd name="connsiteY107" fmla="*/ 881540 h 1531399"/>
                <a:gd name="connsiteX108" fmla="*/ 1039622 w 1681861"/>
                <a:gd name="connsiteY108" fmla="*/ 587916 h 1531399"/>
                <a:gd name="connsiteX109" fmla="*/ 1514094 w 1681861"/>
                <a:gd name="connsiteY109" fmla="*/ 595663 h 1531399"/>
                <a:gd name="connsiteX110" fmla="*/ 1513586 w 1681861"/>
                <a:gd name="connsiteY110" fmla="*/ 683293 h 1531399"/>
                <a:gd name="connsiteX111" fmla="*/ 1513332 w 1681861"/>
                <a:gd name="connsiteY111" fmla="*/ 895637 h 1531399"/>
                <a:gd name="connsiteX112" fmla="*/ 1528953 w 1681861"/>
                <a:gd name="connsiteY112" fmla="*/ 993935 h 1531399"/>
                <a:gd name="connsiteX113" fmla="*/ 1648333 w 1681861"/>
                <a:gd name="connsiteY113" fmla="*/ 974758 h 1531399"/>
                <a:gd name="connsiteX114" fmla="*/ 1654810 w 1681861"/>
                <a:gd name="connsiteY114" fmla="*/ 822739 h 1531399"/>
                <a:gd name="connsiteX115" fmla="*/ 1655191 w 1681861"/>
                <a:gd name="connsiteY115" fmla="*/ 684055 h 1531399"/>
                <a:gd name="connsiteX116" fmla="*/ 1654683 w 1681861"/>
                <a:gd name="connsiteY116" fmla="*/ 596044 h 1531399"/>
                <a:gd name="connsiteX117" fmla="*/ 1514094 w 1681861"/>
                <a:gd name="connsiteY117" fmla="*/ 595663 h 1531399"/>
                <a:gd name="connsiteX118" fmla="*/ 1371092 w 1681861"/>
                <a:gd name="connsiteY118" fmla="*/ 936404 h 1531399"/>
                <a:gd name="connsiteX119" fmla="*/ 1249807 w 1681861"/>
                <a:gd name="connsiteY119" fmla="*/ 1048164 h 1531399"/>
                <a:gd name="connsiteX120" fmla="*/ 1261618 w 1681861"/>
                <a:gd name="connsiteY120" fmla="*/ 977806 h 1531399"/>
                <a:gd name="connsiteX121" fmla="*/ 1208151 w 1681861"/>
                <a:gd name="connsiteY121" fmla="*/ 990252 h 1531399"/>
                <a:gd name="connsiteX122" fmla="*/ 1338961 w 1681861"/>
                <a:gd name="connsiteY122" fmla="*/ 1202723 h 1531399"/>
                <a:gd name="connsiteX123" fmla="*/ 1462913 w 1681861"/>
                <a:gd name="connsiteY123" fmla="*/ 956470 h 1531399"/>
                <a:gd name="connsiteX124" fmla="*/ 1387475 w 1681861"/>
                <a:gd name="connsiteY124" fmla="*/ 1049434 h 1531399"/>
                <a:gd name="connsiteX125" fmla="*/ 1427988 w 1681861"/>
                <a:gd name="connsiteY125" fmla="*/ 943389 h 1531399"/>
                <a:gd name="connsiteX126" fmla="*/ 1371092 w 1681861"/>
                <a:gd name="connsiteY126" fmla="*/ 936404 h 1531399"/>
                <a:gd name="connsiteX127" fmla="*/ 1081532 w 1681861"/>
                <a:gd name="connsiteY127" fmla="*/ 1218471 h 1531399"/>
                <a:gd name="connsiteX128" fmla="*/ 1025652 w 1681861"/>
                <a:gd name="connsiteY128" fmla="*/ 1239172 h 1531399"/>
                <a:gd name="connsiteX129" fmla="*/ 1042035 w 1681861"/>
                <a:gd name="connsiteY129" fmla="*/ 1214534 h 1531399"/>
                <a:gd name="connsiteX130" fmla="*/ 913638 w 1681861"/>
                <a:gd name="connsiteY130" fmla="*/ 1136302 h 1531399"/>
                <a:gd name="connsiteX131" fmla="*/ 964057 w 1681861"/>
                <a:gd name="connsiteY131" fmla="*/ 1385222 h 1531399"/>
                <a:gd name="connsiteX132" fmla="*/ 1097915 w 1681861"/>
                <a:gd name="connsiteY132" fmla="*/ 1412781 h 1531399"/>
                <a:gd name="connsiteX133" fmla="*/ 1340866 w 1681861"/>
                <a:gd name="connsiteY133" fmla="*/ 1232060 h 1531399"/>
                <a:gd name="connsiteX134" fmla="*/ 1181608 w 1681861"/>
                <a:gd name="connsiteY134" fmla="*/ 1117506 h 1531399"/>
                <a:gd name="connsiteX135" fmla="*/ 1081532 w 1681861"/>
                <a:gd name="connsiteY135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98676 w 1681861"/>
                <a:gd name="connsiteY77" fmla="*/ 415831 h 1531399"/>
                <a:gd name="connsiteX78" fmla="*/ 1567561 w 1681861"/>
                <a:gd name="connsiteY78" fmla="*/ 335313 h 1531399"/>
                <a:gd name="connsiteX79" fmla="*/ 1522730 w 1681861"/>
                <a:gd name="connsiteY79" fmla="*/ 389796 h 1531399"/>
                <a:gd name="connsiteX80" fmla="*/ 378191 w 1681861"/>
                <a:gd name="connsiteY80" fmla="*/ 356072 h 1531399"/>
                <a:gd name="connsiteX81" fmla="*/ 198247 w 1681861"/>
                <a:gd name="connsiteY81" fmla="*/ 562643 h 1531399"/>
                <a:gd name="connsiteX82" fmla="*/ 221869 w 1681861"/>
                <a:gd name="connsiteY82" fmla="*/ 573057 h 1531399"/>
                <a:gd name="connsiteX83" fmla="*/ 262001 w 1681861"/>
                <a:gd name="connsiteY83" fmla="*/ 656242 h 1531399"/>
                <a:gd name="connsiteX84" fmla="*/ 231648 w 1681861"/>
                <a:gd name="connsiteY84" fmla="*/ 882556 h 1531399"/>
                <a:gd name="connsiteX85" fmla="*/ 196850 w 1681861"/>
                <a:gd name="connsiteY85" fmla="*/ 903384 h 1531399"/>
                <a:gd name="connsiteX86" fmla="*/ 310642 w 1681861"/>
                <a:gd name="connsiteY86" fmla="*/ 1004095 h 1531399"/>
                <a:gd name="connsiteX87" fmla="*/ 735076 w 1681861"/>
                <a:gd name="connsiteY87" fmla="*/ 1071405 h 1531399"/>
                <a:gd name="connsiteX88" fmla="*/ 985774 w 1681861"/>
                <a:gd name="connsiteY88" fmla="*/ 914433 h 1531399"/>
                <a:gd name="connsiteX89" fmla="*/ 991489 w 1681861"/>
                <a:gd name="connsiteY89" fmla="*/ 912147 h 1531399"/>
                <a:gd name="connsiteX90" fmla="*/ 941956 w 1681861"/>
                <a:gd name="connsiteY90" fmla="*/ 447656 h 1531399"/>
                <a:gd name="connsiteX91" fmla="*/ 655811 w 1681861"/>
                <a:gd name="connsiteY91" fmla="*/ 296327 h 1531399"/>
                <a:gd name="connsiteX92" fmla="*/ 372956 w 1681861"/>
                <a:gd name="connsiteY92" fmla="*/ 354815 h 1531399"/>
                <a:gd name="connsiteX93" fmla="*/ 1107186 w 1681861"/>
                <a:gd name="connsiteY93" fmla="*/ 448343 h 1531399"/>
                <a:gd name="connsiteX94" fmla="*/ 1185164 w 1681861"/>
                <a:gd name="connsiteY94" fmla="*/ 639097 h 1531399"/>
                <a:gd name="connsiteX95" fmla="*/ 1492250 w 1681861"/>
                <a:gd name="connsiteY95" fmla="*/ 602521 h 1531399"/>
                <a:gd name="connsiteX96" fmla="*/ 1530731 w 1681861"/>
                <a:gd name="connsiteY96" fmla="*/ 448216 h 1531399"/>
                <a:gd name="connsiteX97" fmla="*/ 1107186 w 1681861"/>
                <a:gd name="connsiteY97" fmla="*/ 448343 h 1531399"/>
                <a:gd name="connsiteX98" fmla="*/ 161417 w 1681861"/>
                <a:gd name="connsiteY98" fmla="*/ 591599 h 1531399"/>
                <a:gd name="connsiteX99" fmla="*/ 114554 w 1681861"/>
                <a:gd name="connsiteY99" fmla="*/ 808769 h 1531399"/>
                <a:gd name="connsiteX100" fmla="*/ 182499 w 1681861"/>
                <a:gd name="connsiteY100" fmla="*/ 880270 h 1531399"/>
                <a:gd name="connsiteX101" fmla="*/ 224917 w 1681861"/>
                <a:gd name="connsiteY101" fmla="*/ 844710 h 1531399"/>
                <a:gd name="connsiteX102" fmla="*/ 224536 w 1681861"/>
                <a:gd name="connsiteY102" fmla="*/ 621698 h 1531399"/>
                <a:gd name="connsiteX103" fmla="*/ 161417 w 1681861"/>
                <a:gd name="connsiteY103" fmla="*/ 591599 h 1531399"/>
                <a:gd name="connsiteX104" fmla="*/ 1039622 w 1681861"/>
                <a:gd name="connsiteY104" fmla="*/ 587916 h 1531399"/>
                <a:gd name="connsiteX105" fmla="*/ 1037717 w 1681861"/>
                <a:gd name="connsiteY105" fmla="*/ 881540 h 1531399"/>
                <a:gd name="connsiteX106" fmla="*/ 1039622 w 1681861"/>
                <a:gd name="connsiteY106" fmla="*/ 587916 h 1531399"/>
                <a:gd name="connsiteX107" fmla="*/ 1514094 w 1681861"/>
                <a:gd name="connsiteY107" fmla="*/ 595663 h 1531399"/>
                <a:gd name="connsiteX108" fmla="*/ 1513586 w 1681861"/>
                <a:gd name="connsiteY108" fmla="*/ 683293 h 1531399"/>
                <a:gd name="connsiteX109" fmla="*/ 1513332 w 1681861"/>
                <a:gd name="connsiteY109" fmla="*/ 895637 h 1531399"/>
                <a:gd name="connsiteX110" fmla="*/ 1528953 w 1681861"/>
                <a:gd name="connsiteY110" fmla="*/ 993935 h 1531399"/>
                <a:gd name="connsiteX111" fmla="*/ 1648333 w 1681861"/>
                <a:gd name="connsiteY111" fmla="*/ 974758 h 1531399"/>
                <a:gd name="connsiteX112" fmla="*/ 1654810 w 1681861"/>
                <a:gd name="connsiteY112" fmla="*/ 822739 h 1531399"/>
                <a:gd name="connsiteX113" fmla="*/ 1655191 w 1681861"/>
                <a:gd name="connsiteY113" fmla="*/ 684055 h 1531399"/>
                <a:gd name="connsiteX114" fmla="*/ 1654683 w 1681861"/>
                <a:gd name="connsiteY114" fmla="*/ 596044 h 1531399"/>
                <a:gd name="connsiteX115" fmla="*/ 1514094 w 1681861"/>
                <a:gd name="connsiteY115" fmla="*/ 595663 h 1531399"/>
                <a:gd name="connsiteX116" fmla="*/ 1371092 w 1681861"/>
                <a:gd name="connsiteY116" fmla="*/ 936404 h 1531399"/>
                <a:gd name="connsiteX117" fmla="*/ 1249807 w 1681861"/>
                <a:gd name="connsiteY117" fmla="*/ 1048164 h 1531399"/>
                <a:gd name="connsiteX118" fmla="*/ 1261618 w 1681861"/>
                <a:gd name="connsiteY118" fmla="*/ 977806 h 1531399"/>
                <a:gd name="connsiteX119" fmla="*/ 1208151 w 1681861"/>
                <a:gd name="connsiteY119" fmla="*/ 990252 h 1531399"/>
                <a:gd name="connsiteX120" fmla="*/ 1338961 w 1681861"/>
                <a:gd name="connsiteY120" fmla="*/ 1202723 h 1531399"/>
                <a:gd name="connsiteX121" fmla="*/ 1462913 w 1681861"/>
                <a:gd name="connsiteY121" fmla="*/ 956470 h 1531399"/>
                <a:gd name="connsiteX122" fmla="*/ 1387475 w 1681861"/>
                <a:gd name="connsiteY122" fmla="*/ 1049434 h 1531399"/>
                <a:gd name="connsiteX123" fmla="*/ 1427988 w 1681861"/>
                <a:gd name="connsiteY123" fmla="*/ 943389 h 1531399"/>
                <a:gd name="connsiteX124" fmla="*/ 1371092 w 1681861"/>
                <a:gd name="connsiteY124" fmla="*/ 936404 h 1531399"/>
                <a:gd name="connsiteX125" fmla="*/ 1081532 w 1681861"/>
                <a:gd name="connsiteY125" fmla="*/ 1218471 h 1531399"/>
                <a:gd name="connsiteX126" fmla="*/ 1025652 w 1681861"/>
                <a:gd name="connsiteY126" fmla="*/ 1239172 h 1531399"/>
                <a:gd name="connsiteX127" fmla="*/ 1042035 w 1681861"/>
                <a:gd name="connsiteY127" fmla="*/ 1214534 h 1531399"/>
                <a:gd name="connsiteX128" fmla="*/ 913638 w 1681861"/>
                <a:gd name="connsiteY128" fmla="*/ 1136302 h 1531399"/>
                <a:gd name="connsiteX129" fmla="*/ 964057 w 1681861"/>
                <a:gd name="connsiteY129" fmla="*/ 1385222 h 1531399"/>
                <a:gd name="connsiteX130" fmla="*/ 1097915 w 1681861"/>
                <a:gd name="connsiteY130" fmla="*/ 1412781 h 1531399"/>
                <a:gd name="connsiteX131" fmla="*/ 1340866 w 1681861"/>
                <a:gd name="connsiteY131" fmla="*/ 1232060 h 1531399"/>
                <a:gd name="connsiteX132" fmla="*/ 1181608 w 1681861"/>
                <a:gd name="connsiteY132" fmla="*/ 1117506 h 1531399"/>
                <a:gd name="connsiteX133" fmla="*/ 1081532 w 1681861"/>
                <a:gd name="connsiteY133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2301 w 1681861"/>
                <a:gd name="connsiteY72" fmla="*/ 267622 h 1531399"/>
                <a:gd name="connsiteX73" fmla="*/ 1391920 w 1681861"/>
                <a:gd name="connsiteY73" fmla="*/ 155354 h 1531399"/>
                <a:gd name="connsiteX74" fmla="*/ 1392047 w 1681861"/>
                <a:gd name="connsiteY74" fmla="*/ 104173 h 1531399"/>
                <a:gd name="connsiteX75" fmla="*/ 1249680 w 1681861"/>
                <a:gd name="connsiteY75" fmla="*/ 103665 h 1531399"/>
                <a:gd name="connsiteX76" fmla="*/ 1522730 w 1681861"/>
                <a:gd name="connsiteY76" fmla="*/ 389796 h 1531399"/>
                <a:gd name="connsiteX77" fmla="*/ 1567561 w 1681861"/>
                <a:gd name="connsiteY77" fmla="*/ 335313 h 1531399"/>
                <a:gd name="connsiteX78" fmla="*/ 1522730 w 1681861"/>
                <a:gd name="connsiteY78" fmla="*/ 389796 h 1531399"/>
                <a:gd name="connsiteX79" fmla="*/ 378191 w 1681861"/>
                <a:gd name="connsiteY79" fmla="*/ 356072 h 1531399"/>
                <a:gd name="connsiteX80" fmla="*/ 198247 w 1681861"/>
                <a:gd name="connsiteY80" fmla="*/ 562643 h 1531399"/>
                <a:gd name="connsiteX81" fmla="*/ 221869 w 1681861"/>
                <a:gd name="connsiteY81" fmla="*/ 573057 h 1531399"/>
                <a:gd name="connsiteX82" fmla="*/ 262001 w 1681861"/>
                <a:gd name="connsiteY82" fmla="*/ 656242 h 1531399"/>
                <a:gd name="connsiteX83" fmla="*/ 231648 w 1681861"/>
                <a:gd name="connsiteY83" fmla="*/ 882556 h 1531399"/>
                <a:gd name="connsiteX84" fmla="*/ 196850 w 1681861"/>
                <a:gd name="connsiteY84" fmla="*/ 903384 h 1531399"/>
                <a:gd name="connsiteX85" fmla="*/ 310642 w 1681861"/>
                <a:gd name="connsiteY85" fmla="*/ 1004095 h 1531399"/>
                <a:gd name="connsiteX86" fmla="*/ 735076 w 1681861"/>
                <a:gd name="connsiteY86" fmla="*/ 1071405 h 1531399"/>
                <a:gd name="connsiteX87" fmla="*/ 985774 w 1681861"/>
                <a:gd name="connsiteY87" fmla="*/ 914433 h 1531399"/>
                <a:gd name="connsiteX88" fmla="*/ 991489 w 1681861"/>
                <a:gd name="connsiteY88" fmla="*/ 912147 h 1531399"/>
                <a:gd name="connsiteX89" fmla="*/ 941956 w 1681861"/>
                <a:gd name="connsiteY89" fmla="*/ 447656 h 1531399"/>
                <a:gd name="connsiteX90" fmla="*/ 655811 w 1681861"/>
                <a:gd name="connsiteY90" fmla="*/ 296327 h 1531399"/>
                <a:gd name="connsiteX91" fmla="*/ 372956 w 1681861"/>
                <a:gd name="connsiteY91" fmla="*/ 354815 h 1531399"/>
                <a:gd name="connsiteX92" fmla="*/ 1107186 w 1681861"/>
                <a:gd name="connsiteY92" fmla="*/ 448343 h 1531399"/>
                <a:gd name="connsiteX93" fmla="*/ 1185164 w 1681861"/>
                <a:gd name="connsiteY93" fmla="*/ 639097 h 1531399"/>
                <a:gd name="connsiteX94" fmla="*/ 1492250 w 1681861"/>
                <a:gd name="connsiteY94" fmla="*/ 602521 h 1531399"/>
                <a:gd name="connsiteX95" fmla="*/ 1530731 w 1681861"/>
                <a:gd name="connsiteY95" fmla="*/ 448216 h 1531399"/>
                <a:gd name="connsiteX96" fmla="*/ 1107186 w 1681861"/>
                <a:gd name="connsiteY96" fmla="*/ 448343 h 1531399"/>
                <a:gd name="connsiteX97" fmla="*/ 161417 w 1681861"/>
                <a:gd name="connsiteY97" fmla="*/ 591599 h 1531399"/>
                <a:gd name="connsiteX98" fmla="*/ 114554 w 1681861"/>
                <a:gd name="connsiteY98" fmla="*/ 808769 h 1531399"/>
                <a:gd name="connsiteX99" fmla="*/ 182499 w 1681861"/>
                <a:gd name="connsiteY99" fmla="*/ 880270 h 1531399"/>
                <a:gd name="connsiteX100" fmla="*/ 224917 w 1681861"/>
                <a:gd name="connsiteY100" fmla="*/ 844710 h 1531399"/>
                <a:gd name="connsiteX101" fmla="*/ 224536 w 1681861"/>
                <a:gd name="connsiteY101" fmla="*/ 621698 h 1531399"/>
                <a:gd name="connsiteX102" fmla="*/ 161417 w 1681861"/>
                <a:gd name="connsiteY102" fmla="*/ 591599 h 1531399"/>
                <a:gd name="connsiteX103" fmla="*/ 1039622 w 1681861"/>
                <a:gd name="connsiteY103" fmla="*/ 587916 h 1531399"/>
                <a:gd name="connsiteX104" fmla="*/ 1037717 w 1681861"/>
                <a:gd name="connsiteY104" fmla="*/ 881540 h 1531399"/>
                <a:gd name="connsiteX105" fmla="*/ 1039622 w 1681861"/>
                <a:gd name="connsiteY105" fmla="*/ 587916 h 1531399"/>
                <a:gd name="connsiteX106" fmla="*/ 1514094 w 1681861"/>
                <a:gd name="connsiteY106" fmla="*/ 595663 h 1531399"/>
                <a:gd name="connsiteX107" fmla="*/ 1513586 w 1681861"/>
                <a:gd name="connsiteY107" fmla="*/ 683293 h 1531399"/>
                <a:gd name="connsiteX108" fmla="*/ 1513332 w 1681861"/>
                <a:gd name="connsiteY108" fmla="*/ 895637 h 1531399"/>
                <a:gd name="connsiteX109" fmla="*/ 1528953 w 1681861"/>
                <a:gd name="connsiteY109" fmla="*/ 993935 h 1531399"/>
                <a:gd name="connsiteX110" fmla="*/ 1648333 w 1681861"/>
                <a:gd name="connsiteY110" fmla="*/ 974758 h 1531399"/>
                <a:gd name="connsiteX111" fmla="*/ 1654810 w 1681861"/>
                <a:gd name="connsiteY111" fmla="*/ 822739 h 1531399"/>
                <a:gd name="connsiteX112" fmla="*/ 1655191 w 1681861"/>
                <a:gd name="connsiteY112" fmla="*/ 684055 h 1531399"/>
                <a:gd name="connsiteX113" fmla="*/ 1654683 w 1681861"/>
                <a:gd name="connsiteY113" fmla="*/ 596044 h 1531399"/>
                <a:gd name="connsiteX114" fmla="*/ 1514094 w 1681861"/>
                <a:gd name="connsiteY114" fmla="*/ 595663 h 1531399"/>
                <a:gd name="connsiteX115" fmla="*/ 1371092 w 1681861"/>
                <a:gd name="connsiteY115" fmla="*/ 936404 h 1531399"/>
                <a:gd name="connsiteX116" fmla="*/ 1249807 w 1681861"/>
                <a:gd name="connsiteY116" fmla="*/ 1048164 h 1531399"/>
                <a:gd name="connsiteX117" fmla="*/ 1261618 w 1681861"/>
                <a:gd name="connsiteY117" fmla="*/ 977806 h 1531399"/>
                <a:gd name="connsiteX118" fmla="*/ 1208151 w 1681861"/>
                <a:gd name="connsiteY118" fmla="*/ 990252 h 1531399"/>
                <a:gd name="connsiteX119" fmla="*/ 1338961 w 1681861"/>
                <a:gd name="connsiteY119" fmla="*/ 1202723 h 1531399"/>
                <a:gd name="connsiteX120" fmla="*/ 1462913 w 1681861"/>
                <a:gd name="connsiteY120" fmla="*/ 956470 h 1531399"/>
                <a:gd name="connsiteX121" fmla="*/ 1387475 w 1681861"/>
                <a:gd name="connsiteY121" fmla="*/ 1049434 h 1531399"/>
                <a:gd name="connsiteX122" fmla="*/ 1427988 w 1681861"/>
                <a:gd name="connsiteY122" fmla="*/ 943389 h 1531399"/>
                <a:gd name="connsiteX123" fmla="*/ 1371092 w 1681861"/>
                <a:gd name="connsiteY123" fmla="*/ 936404 h 1531399"/>
                <a:gd name="connsiteX124" fmla="*/ 1081532 w 1681861"/>
                <a:gd name="connsiteY124" fmla="*/ 1218471 h 1531399"/>
                <a:gd name="connsiteX125" fmla="*/ 1025652 w 1681861"/>
                <a:gd name="connsiteY125" fmla="*/ 1239172 h 1531399"/>
                <a:gd name="connsiteX126" fmla="*/ 1042035 w 1681861"/>
                <a:gd name="connsiteY126" fmla="*/ 1214534 h 1531399"/>
                <a:gd name="connsiteX127" fmla="*/ 913638 w 1681861"/>
                <a:gd name="connsiteY127" fmla="*/ 1136302 h 1531399"/>
                <a:gd name="connsiteX128" fmla="*/ 964057 w 1681861"/>
                <a:gd name="connsiteY128" fmla="*/ 1385222 h 1531399"/>
                <a:gd name="connsiteX129" fmla="*/ 1097915 w 1681861"/>
                <a:gd name="connsiteY129" fmla="*/ 1412781 h 1531399"/>
                <a:gd name="connsiteX130" fmla="*/ 1340866 w 1681861"/>
                <a:gd name="connsiteY130" fmla="*/ 1232060 h 1531399"/>
                <a:gd name="connsiteX131" fmla="*/ 1181608 w 1681861"/>
                <a:gd name="connsiteY131" fmla="*/ 1117506 h 1531399"/>
                <a:gd name="connsiteX132" fmla="*/ 1081532 w 1681861"/>
                <a:gd name="connsiteY132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1920 w 1681861"/>
                <a:gd name="connsiteY72" fmla="*/ 155354 h 1531399"/>
                <a:gd name="connsiteX73" fmla="*/ 1392047 w 1681861"/>
                <a:gd name="connsiteY73" fmla="*/ 104173 h 1531399"/>
                <a:gd name="connsiteX74" fmla="*/ 1249680 w 1681861"/>
                <a:gd name="connsiteY74" fmla="*/ 103665 h 1531399"/>
                <a:gd name="connsiteX75" fmla="*/ 1522730 w 1681861"/>
                <a:gd name="connsiteY75" fmla="*/ 389796 h 1531399"/>
                <a:gd name="connsiteX76" fmla="*/ 1567561 w 1681861"/>
                <a:gd name="connsiteY76" fmla="*/ 335313 h 1531399"/>
                <a:gd name="connsiteX77" fmla="*/ 1522730 w 1681861"/>
                <a:gd name="connsiteY77" fmla="*/ 389796 h 1531399"/>
                <a:gd name="connsiteX78" fmla="*/ 378191 w 1681861"/>
                <a:gd name="connsiteY78" fmla="*/ 356072 h 1531399"/>
                <a:gd name="connsiteX79" fmla="*/ 198247 w 1681861"/>
                <a:gd name="connsiteY79" fmla="*/ 562643 h 1531399"/>
                <a:gd name="connsiteX80" fmla="*/ 221869 w 1681861"/>
                <a:gd name="connsiteY80" fmla="*/ 573057 h 1531399"/>
                <a:gd name="connsiteX81" fmla="*/ 262001 w 1681861"/>
                <a:gd name="connsiteY81" fmla="*/ 656242 h 1531399"/>
                <a:gd name="connsiteX82" fmla="*/ 231648 w 1681861"/>
                <a:gd name="connsiteY82" fmla="*/ 882556 h 1531399"/>
                <a:gd name="connsiteX83" fmla="*/ 196850 w 1681861"/>
                <a:gd name="connsiteY83" fmla="*/ 903384 h 1531399"/>
                <a:gd name="connsiteX84" fmla="*/ 310642 w 1681861"/>
                <a:gd name="connsiteY84" fmla="*/ 1004095 h 1531399"/>
                <a:gd name="connsiteX85" fmla="*/ 735076 w 1681861"/>
                <a:gd name="connsiteY85" fmla="*/ 1071405 h 1531399"/>
                <a:gd name="connsiteX86" fmla="*/ 985774 w 1681861"/>
                <a:gd name="connsiteY86" fmla="*/ 914433 h 1531399"/>
                <a:gd name="connsiteX87" fmla="*/ 991489 w 1681861"/>
                <a:gd name="connsiteY87" fmla="*/ 912147 h 1531399"/>
                <a:gd name="connsiteX88" fmla="*/ 941956 w 1681861"/>
                <a:gd name="connsiteY88" fmla="*/ 447656 h 1531399"/>
                <a:gd name="connsiteX89" fmla="*/ 655811 w 1681861"/>
                <a:gd name="connsiteY89" fmla="*/ 296327 h 1531399"/>
                <a:gd name="connsiteX90" fmla="*/ 372956 w 1681861"/>
                <a:gd name="connsiteY90" fmla="*/ 354815 h 1531399"/>
                <a:gd name="connsiteX91" fmla="*/ 1107186 w 1681861"/>
                <a:gd name="connsiteY91" fmla="*/ 448343 h 1531399"/>
                <a:gd name="connsiteX92" fmla="*/ 1185164 w 1681861"/>
                <a:gd name="connsiteY92" fmla="*/ 639097 h 1531399"/>
                <a:gd name="connsiteX93" fmla="*/ 1492250 w 1681861"/>
                <a:gd name="connsiteY93" fmla="*/ 602521 h 1531399"/>
                <a:gd name="connsiteX94" fmla="*/ 1530731 w 1681861"/>
                <a:gd name="connsiteY94" fmla="*/ 448216 h 1531399"/>
                <a:gd name="connsiteX95" fmla="*/ 1107186 w 1681861"/>
                <a:gd name="connsiteY95" fmla="*/ 448343 h 1531399"/>
                <a:gd name="connsiteX96" fmla="*/ 161417 w 1681861"/>
                <a:gd name="connsiteY96" fmla="*/ 591599 h 1531399"/>
                <a:gd name="connsiteX97" fmla="*/ 114554 w 1681861"/>
                <a:gd name="connsiteY97" fmla="*/ 808769 h 1531399"/>
                <a:gd name="connsiteX98" fmla="*/ 182499 w 1681861"/>
                <a:gd name="connsiteY98" fmla="*/ 880270 h 1531399"/>
                <a:gd name="connsiteX99" fmla="*/ 224917 w 1681861"/>
                <a:gd name="connsiteY99" fmla="*/ 844710 h 1531399"/>
                <a:gd name="connsiteX100" fmla="*/ 224536 w 1681861"/>
                <a:gd name="connsiteY100" fmla="*/ 621698 h 1531399"/>
                <a:gd name="connsiteX101" fmla="*/ 161417 w 1681861"/>
                <a:gd name="connsiteY101" fmla="*/ 591599 h 1531399"/>
                <a:gd name="connsiteX102" fmla="*/ 1039622 w 1681861"/>
                <a:gd name="connsiteY102" fmla="*/ 587916 h 1531399"/>
                <a:gd name="connsiteX103" fmla="*/ 1037717 w 1681861"/>
                <a:gd name="connsiteY103" fmla="*/ 881540 h 1531399"/>
                <a:gd name="connsiteX104" fmla="*/ 1039622 w 1681861"/>
                <a:gd name="connsiteY104" fmla="*/ 587916 h 1531399"/>
                <a:gd name="connsiteX105" fmla="*/ 1514094 w 1681861"/>
                <a:gd name="connsiteY105" fmla="*/ 595663 h 1531399"/>
                <a:gd name="connsiteX106" fmla="*/ 1513586 w 1681861"/>
                <a:gd name="connsiteY106" fmla="*/ 683293 h 1531399"/>
                <a:gd name="connsiteX107" fmla="*/ 1513332 w 1681861"/>
                <a:gd name="connsiteY107" fmla="*/ 895637 h 1531399"/>
                <a:gd name="connsiteX108" fmla="*/ 1528953 w 1681861"/>
                <a:gd name="connsiteY108" fmla="*/ 993935 h 1531399"/>
                <a:gd name="connsiteX109" fmla="*/ 1648333 w 1681861"/>
                <a:gd name="connsiteY109" fmla="*/ 974758 h 1531399"/>
                <a:gd name="connsiteX110" fmla="*/ 1654810 w 1681861"/>
                <a:gd name="connsiteY110" fmla="*/ 822739 h 1531399"/>
                <a:gd name="connsiteX111" fmla="*/ 1655191 w 1681861"/>
                <a:gd name="connsiteY111" fmla="*/ 684055 h 1531399"/>
                <a:gd name="connsiteX112" fmla="*/ 1654683 w 1681861"/>
                <a:gd name="connsiteY112" fmla="*/ 596044 h 1531399"/>
                <a:gd name="connsiteX113" fmla="*/ 1514094 w 1681861"/>
                <a:gd name="connsiteY113" fmla="*/ 595663 h 1531399"/>
                <a:gd name="connsiteX114" fmla="*/ 1371092 w 1681861"/>
                <a:gd name="connsiteY114" fmla="*/ 936404 h 1531399"/>
                <a:gd name="connsiteX115" fmla="*/ 1249807 w 1681861"/>
                <a:gd name="connsiteY115" fmla="*/ 1048164 h 1531399"/>
                <a:gd name="connsiteX116" fmla="*/ 1261618 w 1681861"/>
                <a:gd name="connsiteY116" fmla="*/ 977806 h 1531399"/>
                <a:gd name="connsiteX117" fmla="*/ 1208151 w 1681861"/>
                <a:gd name="connsiteY117" fmla="*/ 990252 h 1531399"/>
                <a:gd name="connsiteX118" fmla="*/ 1338961 w 1681861"/>
                <a:gd name="connsiteY118" fmla="*/ 1202723 h 1531399"/>
                <a:gd name="connsiteX119" fmla="*/ 1462913 w 1681861"/>
                <a:gd name="connsiteY119" fmla="*/ 956470 h 1531399"/>
                <a:gd name="connsiteX120" fmla="*/ 1387475 w 1681861"/>
                <a:gd name="connsiteY120" fmla="*/ 1049434 h 1531399"/>
                <a:gd name="connsiteX121" fmla="*/ 1427988 w 1681861"/>
                <a:gd name="connsiteY121" fmla="*/ 943389 h 1531399"/>
                <a:gd name="connsiteX122" fmla="*/ 1371092 w 1681861"/>
                <a:gd name="connsiteY122" fmla="*/ 936404 h 1531399"/>
                <a:gd name="connsiteX123" fmla="*/ 1081532 w 1681861"/>
                <a:gd name="connsiteY123" fmla="*/ 1218471 h 1531399"/>
                <a:gd name="connsiteX124" fmla="*/ 1025652 w 1681861"/>
                <a:gd name="connsiteY124" fmla="*/ 1239172 h 1531399"/>
                <a:gd name="connsiteX125" fmla="*/ 1042035 w 1681861"/>
                <a:gd name="connsiteY125" fmla="*/ 1214534 h 1531399"/>
                <a:gd name="connsiteX126" fmla="*/ 913638 w 1681861"/>
                <a:gd name="connsiteY126" fmla="*/ 1136302 h 1531399"/>
                <a:gd name="connsiteX127" fmla="*/ 964057 w 1681861"/>
                <a:gd name="connsiteY127" fmla="*/ 1385222 h 1531399"/>
                <a:gd name="connsiteX128" fmla="*/ 1097915 w 1681861"/>
                <a:gd name="connsiteY128" fmla="*/ 1412781 h 1531399"/>
                <a:gd name="connsiteX129" fmla="*/ 1340866 w 1681861"/>
                <a:gd name="connsiteY129" fmla="*/ 1232060 h 1531399"/>
                <a:gd name="connsiteX130" fmla="*/ 1181608 w 1681861"/>
                <a:gd name="connsiteY130" fmla="*/ 1117506 h 1531399"/>
                <a:gd name="connsiteX131" fmla="*/ 1081532 w 1681861"/>
                <a:gd name="connsiteY131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149604 w 1681861"/>
                <a:gd name="connsiteY56" fmla="*/ 642018 h 1531399"/>
                <a:gd name="connsiteX57" fmla="*/ 1083183 w 1681861"/>
                <a:gd name="connsiteY57" fmla="*/ 442882 h 1531399"/>
                <a:gd name="connsiteX58" fmla="*/ 1224407 w 1681861"/>
                <a:gd name="connsiteY58" fmla="*/ 256192 h 1531399"/>
                <a:gd name="connsiteX59" fmla="*/ 1224407 w 1681861"/>
                <a:gd name="connsiteY59" fmla="*/ 107094 h 1531399"/>
                <a:gd name="connsiteX60" fmla="*/ 1182497 w 1681861"/>
                <a:gd name="connsiteY60" fmla="*/ 39149 h 1531399"/>
                <a:gd name="connsiteX61" fmla="*/ 1217930 w 1681861"/>
                <a:gd name="connsiteY61" fmla="*/ 33307 h 1531399"/>
                <a:gd name="connsiteX62" fmla="*/ 1235710 w 1681861"/>
                <a:gd name="connsiteY62" fmla="*/ 80932 h 1531399"/>
                <a:gd name="connsiteX63" fmla="*/ 1415161 w 1681861"/>
                <a:gd name="connsiteY63" fmla="*/ 77122 h 1531399"/>
                <a:gd name="connsiteX64" fmla="*/ 1427353 w 1681861"/>
                <a:gd name="connsiteY64" fmla="*/ 31148 h 1531399"/>
                <a:gd name="connsiteX65" fmla="*/ 1217930 w 1681861"/>
                <a:gd name="connsiteY65" fmla="*/ 33307 h 1531399"/>
                <a:gd name="connsiteX66" fmla="*/ 1249680 w 1681861"/>
                <a:gd name="connsiteY66" fmla="*/ 103665 h 1531399"/>
                <a:gd name="connsiteX67" fmla="*/ 1249807 w 1681861"/>
                <a:gd name="connsiteY67" fmla="*/ 153703 h 1531399"/>
                <a:gd name="connsiteX68" fmla="*/ 1249934 w 1681861"/>
                <a:gd name="connsiteY68" fmla="*/ 272067 h 1531399"/>
                <a:gd name="connsiteX69" fmla="*/ 1111631 w 1681861"/>
                <a:gd name="connsiteY69" fmla="*/ 422435 h 1531399"/>
                <a:gd name="connsiteX70" fmla="*/ 1502918 w 1681861"/>
                <a:gd name="connsiteY70" fmla="*/ 423070 h 1531399"/>
                <a:gd name="connsiteX71" fmla="*/ 1498473 w 1681861"/>
                <a:gd name="connsiteY71" fmla="*/ 350299 h 1531399"/>
                <a:gd name="connsiteX72" fmla="*/ 1391920 w 1681861"/>
                <a:gd name="connsiteY72" fmla="*/ 155354 h 1531399"/>
                <a:gd name="connsiteX73" fmla="*/ 1392047 w 1681861"/>
                <a:gd name="connsiteY73" fmla="*/ 104173 h 1531399"/>
                <a:gd name="connsiteX74" fmla="*/ 1249680 w 1681861"/>
                <a:gd name="connsiteY74" fmla="*/ 103665 h 1531399"/>
                <a:gd name="connsiteX75" fmla="*/ 1522730 w 1681861"/>
                <a:gd name="connsiteY75" fmla="*/ 389796 h 1531399"/>
                <a:gd name="connsiteX76" fmla="*/ 1567561 w 1681861"/>
                <a:gd name="connsiteY76" fmla="*/ 335313 h 1531399"/>
                <a:gd name="connsiteX77" fmla="*/ 1522730 w 1681861"/>
                <a:gd name="connsiteY77" fmla="*/ 389796 h 1531399"/>
                <a:gd name="connsiteX78" fmla="*/ 378191 w 1681861"/>
                <a:gd name="connsiteY78" fmla="*/ 356072 h 1531399"/>
                <a:gd name="connsiteX79" fmla="*/ 198247 w 1681861"/>
                <a:gd name="connsiteY79" fmla="*/ 562643 h 1531399"/>
                <a:gd name="connsiteX80" fmla="*/ 221869 w 1681861"/>
                <a:gd name="connsiteY80" fmla="*/ 573057 h 1531399"/>
                <a:gd name="connsiteX81" fmla="*/ 262001 w 1681861"/>
                <a:gd name="connsiteY81" fmla="*/ 656242 h 1531399"/>
                <a:gd name="connsiteX82" fmla="*/ 231648 w 1681861"/>
                <a:gd name="connsiteY82" fmla="*/ 882556 h 1531399"/>
                <a:gd name="connsiteX83" fmla="*/ 196850 w 1681861"/>
                <a:gd name="connsiteY83" fmla="*/ 903384 h 1531399"/>
                <a:gd name="connsiteX84" fmla="*/ 310642 w 1681861"/>
                <a:gd name="connsiteY84" fmla="*/ 1004095 h 1531399"/>
                <a:gd name="connsiteX85" fmla="*/ 735076 w 1681861"/>
                <a:gd name="connsiteY85" fmla="*/ 1071405 h 1531399"/>
                <a:gd name="connsiteX86" fmla="*/ 985774 w 1681861"/>
                <a:gd name="connsiteY86" fmla="*/ 914433 h 1531399"/>
                <a:gd name="connsiteX87" fmla="*/ 991489 w 1681861"/>
                <a:gd name="connsiteY87" fmla="*/ 912147 h 1531399"/>
                <a:gd name="connsiteX88" fmla="*/ 941956 w 1681861"/>
                <a:gd name="connsiteY88" fmla="*/ 447656 h 1531399"/>
                <a:gd name="connsiteX89" fmla="*/ 655811 w 1681861"/>
                <a:gd name="connsiteY89" fmla="*/ 296327 h 1531399"/>
                <a:gd name="connsiteX90" fmla="*/ 372956 w 1681861"/>
                <a:gd name="connsiteY90" fmla="*/ 354815 h 1531399"/>
                <a:gd name="connsiteX91" fmla="*/ 1107186 w 1681861"/>
                <a:gd name="connsiteY91" fmla="*/ 448343 h 1531399"/>
                <a:gd name="connsiteX92" fmla="*/ 1492250 w 1681861"/>
                <a:gd name="connsiteY92" fmla="*/ 602521 h 1531399"/>
                <a:gd name="connsiteX93" fmla="*/ 1530731 w 1681861"/>
                <a:gd name="connsiteY93" fmla="*/ 448216 h 1531399"/>
                <a:gd name="connsiteX94" fmla="*/ 1107186 w 1681861"/>
                <a:gd name="connsiteY94" fmla="*/ 448343 h 1531399"/>
                <a:gd name="connsiteX95" fmla="*/ 161417 w 1681861"/>
                <a:gd name="connsiteY95" fmla="*/ 591599 h 1531399"/>
                <a:gd name="connsiteX96" fmla="*/ 114554 w 1681861"/>
                <a:gd name="connsiteY96" fmla="*/ 808769 h 1531399"/>
                <a:gd name="connsiteX97" fmla="*/ 182499 w 1681861"/>
                <a:gd name="connsiteY97" fmla="*/ 880270 h 1531399"/>
                <a:gd name="connsiteX98" fmla="*/ 224917 w 1681861"/>
                <a:gd name="connsiteY98" fmla="*/ 844710 h 1531399"/>
                <a:gd name="connsiteX99" fmla="*/ 224536 w 1681861"/>
                <a:gd name="connsiteY99" fmla="*/ 621698 h 1531399"/>
                <a:gd name="connsiteX100" fmla="*/ 161417 w 1681861"/>
                <a:gd name="connsiteY100" fmla="*/ 591599 h 1531399"/>
                <a:gd name="connsiteX101" fmla="*/ 1039622 w 1681861"/>
                <a:gd name="connsiteY101" fmla="*/ 587916 h 1531399"/>
                <a:gd name="connsiteX102" fmla="*/ 1037717 w 1681861"/>
                <a:gd name="connsiteY102" fmla="*/ 881540 h 1531399"/>
                <a:gd name="connsiteX103" fmla="*/ 1039622 w 1681861"/>
                <a:gd name="connsiteY103" fmla="*/ 587916 h 1531399"/>
                <a:gd name="connsiteX104" fmla="*/ 1514094 w 1681861"/>
                <a:gd name="connsiteY104" fmla="*/ 595663 h 1531399"/>
                <a:gd name="connsiteX105" fmla="*/ 1513586 w 1681861"/>
                <a:gd name="connsiteY105" fmla="*/ 683293 h 1531399"/>
                <a:gd name="connsiteX106" fmla="*/ 1513332 w 1681861"/>
                <a:gd name="connsiteY106" fmla="*/ 895637 h 1531399"/>
                <a:gd name="connsiteX107" fmla="*/ 1528953 w 1681861"/>
                <a:gd name="connsiteY107" fmla="*/ 993935 h 1531399"/>
                <a:gd name="connsiteX108" fmla="*/ 1648333 w 1681861"/>
                <a:gd name="connsiteY108" fmla="*/ 974758 h 1531399"/>
                <a:gd name="connsiteX109" fmla="*/ 1654810 w 1681861"/>
                <a:gd name="connsiteY109" fmla="*/ 822739 h 1531399"/>
                <a:gd name="connsiteX110" fmla="*/ 1655191 w 1681861"/>
                <a:gd name="connsiteY110" fmla="*/ 684055 h 1531399"/>
                <a:gd name="connsiteX111" fmla="*/ 1654683 w 1681861"/>
                <a:gd name="connsiteY111" fmla="*/ 596044 h 1531399"/>
                <a:gd name="connsiteX112" fmla="*/ 1514094 w 1681861"/>
                <a:gd name="connsiteY112" fmla="*/ 595663 h 1531399"/>
                <a:gd name="connsiteX113" fmla="*/ 1371092 w 1681861"/>
                <a:gd name="connsiteY113" fmla="*/ 936404 h 1531399"/>
                <a:gd name="connsiteX114" fmla="*/ 1249807 w 1681861"/>
                <a:gd name="connsiteY114" fmla="*/ 1048164 h 1531399"/>
                <a:gd name="connsiteX115" fmla="*/ 1261618 w 1681861"/>
                <a:gd name="connsiteY115" fmla="*/ 977806 h 1531399"/>
                <a:gd name="connsiteX116" fmla="*/ 1208151 w 1681861"/>
                <a:gd name="connsiteY116" fmla="*/ 990252 h 1531399"/>
                <a:gd name="connsiteX117" fmla="*/ 1338961 w 1681861"/>
                <a:gd name="connsiteY117" fmla="*/ 1202723 h 1531399"/>
                <a:gd name="connsiteX118" fmla="*/ 1462913 w 1681861"/>
                <a:gd name="connsiteY118" fmla="*/ 956470 h 1531399"/>
                <a:gd name="connsiteX119" fmla="*/ 1387475 w 1681861"/>
                <a:gd name="connsiteY119" fmla="*/ 1049434 h 1531399"/>
                <a:gd name="connsiteX120" fmla="*/ 1427988 w 1681861"/>
                <a:gd name="connsiteY120" fmla="*/ 943389 h 1531399"/>
                <a:gd name="connsiteX121" fmla="*/ 1371092 w 1681861"/>
                <a:gd name="connsiteY121" fmla="*/ 936404 h 1531399"/>
                <a:gd name="connsiteX122" fmla="*/ 1081532 w 1681861"/>
                <a:gd name="connsiteY122" fmla="*/ 1218471 h 1531399"/>
                <a:gd name="connsiteX123" fmla="*/ 1025652 w 1681861"/>
                <a:gd name="connsiteY123" fmla="*/ 1239172 h 1531399"/>
                <a:gd name="connsiteX124" fmla="*/ 1042035 w 1681861"/>
                <a:gd name="connsiteY124" fmla="*/ 1214534 h 1531399"/>
                <a:gd name="connsiteX125" fmla="*/ 913638 w 1681861"/>
                <a:gd name="connsiteY125" fmla="*/ 1136302 h 1531399"/>
                <a:gd name="connsiteX126" fmla="*/ 964057 w 1681861"/>
                <a:gd name="connsiteY126" fmla="*/ 1385222 h 1531399"/>
                <a:gd name="connsiteX127" fmla="*/ 1097915 w 1681861"/>
                <a:gd name="connsiteY127" fmla="*/ 1412781 h 1531399"/>
                <a:gd name="connsiteX128" fmla="*/ 1340866 w 1681861"/>
                <a:gd name="connsiteY128" fmla="*/ 1232060 h 1531399"/>
                <a:gd name="connsiteX129" fmla="*/ 1181608 w 1681861"/>
                <a:gd name="connsiteY129" fmla="*/ 1117506 h 1531399"/>
                <a:gd name="connsiteX130" fmla="*/ 1081532 w 1681861"/>
                <a:gd name="connsiteY130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326261 w 1681861"/>
                <a:gd name="connsiteY55" fmla="*/ 716059 h 1531399"/>
                <a:gd name="connsiteX56" fmla="*/ 1083183 w 1681861"/>
                <a:gd name="connsiteY56" fmla="*/ 442882 h 1531399"/>
                <a:gd name="connsiteX57" fmla="*/ 1224407 w 1681861"/>
                <a:gd name="connsiteY57" fmla="*/ 256192 h 1531399"/>
                <a:gd name="connsiteX58" fmla="*/ 1224407 w 1681861"/>
                <a:gd name="connsiteY58" fmla="*/ 107094 h 1531399"/>
                <a:gd name="connsiteX59" fmla="*/ 1182497 w 1681861"/>
                <a:gd name="connsiteY59" fmla="*/ 39149 h 1531399"/>
                <a:gd name="connsiteX60" fmla="*/ 1217930 w 1681861"/>
                <a:gd name="connsiteY60" fmla="*/ 33307 h 1531399"/>
                <a:gd name="connsiteX61" fmla="*/ 1235710 w 1681861"/>
                <a:gd name="connsiteY61" fmla="*/ 80932 h 1531399"/>
                <a:gd name="connsiteX62" fmla="*/ 1415161 w 1681861"/>
                <a:gd name="connsiteY62" fmla="*/ 77122 h 1531399"/>
                <a:gd name="connsiteX63" fmla="*/ 1427353 w 1681861"/>
                <a:gd name="connsiteY63" fmla="*/ 31148 h 1531399"/>
                <a:gd name="connsiteX64" fmla="*/ 1217930 w 1681861"/>
                <a:gd name="connsiteY64" fmla="*/ 33307 h 1531399"/>
                <a:gd name="connsiteX65" fmla="*/ 1249680 w 1681861"/>
                <a:gd name="connsiteY65" fmla="*/ 103665 h 1531399"/>
                <a:gd name="connsiteX66" fmla="*/ 1249807 w 1681861"/>
                <a:gd name="connsiteY66" fmla="*/ 153703 h 1531399"/>
                <a:gd name="connsiteX67" fmla="*/ 1249934 w 1681861"/>
                <a:gd name="connsiteY67" fmla="*/ 272067 h 1531399"/>
                <a:gd name="connsiteX68" fmla="*/ 1111631 w 1681861"/>
                <a:gd name="connsiteY68" fmla="*/ 422435 h 1531399"/>
                <a:gd name="connsiteX69" fmla="*/ 1502918 w 1681861"/>
                <a:gd name="connsiteY69" fmla="*/ 423070 h 1531399"/>
                <a:gd name="connsiteX70" fmla="*/ 1498473 w 1681861"/>
                <a:gd name="connsiteY70" fmla="*/ 350299 h 1531399"/>
                <a:gd name="connsiteX71" fmla="*/ 1391920 w 1681861"/>
                <a:gd name="connsiteY71" fmla="*/ 155354 h 1531399"/>
                <a:gd name="connsiteX72" fmla="*/ 1392047 w 1681861"/>
                <a:gd name="connsiteY72" fmla="*/ 104173 h 1531399"/>
                <a:gd name="connsiteX73" fmla="*/ 1249680 w 1681861"/>
                <a:gd name="connsiteY73" fmla="*/ 103665 h 1531399"/>
                <a:gd name="connsiteX74" fmla="*/ 1522730 w 1681861"/>
                <a:gd name="connsiteY74" fmla="*/ 389796 h 1531399"/>
                <a:gd name="connsiteX75" fmla="*/ 1567561 w 1681861"/>
                <a:gd name="connsiteY75" fmla="*/ 335313 h 1531399"/>
                <a:gd name="connsiteX76" fmla="*/ 1522730 w 1681861"/>
                <a:gd name="connsiteY76" fmla="*/ 389796 h 1531399"/>
                <a:gd name="connsiteX77" fmla="*/ 378191 w 1681861"/>
                <a:gd name="connsiteY77" fmla="*/ 356072 h 1531399"/>
                <a:gd name="connsiteX78" fmla="*/ 198247 w 1681861"/>
                <a:gd name="connsiteY78" fmla="*/ 562643 h 1531399"/>
                <a:gd name="connsiteX79" fmla="*/ 221869 w 1681861"/>
                <a:gd name="connsiteY79" fmla="*/ 573057 h 1531399"/>
                <a:gd name="connsiteX80" fmla="*/ 262001 w 1681861"/>
                <a:gd name="connsiteY80" fmla="*/ 656242 h 1531399"/>
                <a:gd name="connsiteX81" fmla="*/ 231648 w 1681861"/>
                <a:gd name="connsiteY81" fmla="*/ 882556 h 1531399"/>
                <a:gd name="connsiteX82" fmla="*/ 196850 w 1681861"/>
                <a:gd name="connsiteY82" fmla="*/ 903384 h 1531399"/>
                <a:gd name="connsiteX83" fmla="*/ 310642 w 1681861"/>
                <a:gd name="connsiteY83" fmla="*/ 1004095 h 1531399"/>
                <a:gd name="connsiteX84" fmla="*/ 735076 w 1681861"/>
                <a:gd name="connsiteY84" fmla="*/ 1071405 h 1531399"/>
                <a:gd name="connsiteX85" fmla="*/ 985774 w 1681861"/>
                <a:gd name="connsiteY85" fmla="*/ 914433 h 1531399"/>
                <a:gd name="connsiteX86" fmla="*/ 991489 w 1681861"/>
                <a:gd name="connsiteY86" fmla="*/ 912147 h 1531399"/>
                <a:gd name="connsiteX87" fmla="*/ 941956 w 1681861"/>
                <a:gd name="connsiteY87" fmla="*/ 447656 h 1531399"/>
                <a:gd name="connsiteX88" fmla="*/ 655811 w 1681861"/>
                <a:gd name="connsiteY88" fmla="*/ 296327 h 1531399"/>
                <a:gd name="connsiteX89" fmla="*/ 372956 w 1681861"/>
                <a:gd name="connsiteY89" fmla="*/ 354815 h 1531399"/>
                <a:gd name="connsiteX90" fmla="*/ 1107186 w 1681861"/>
                <a:gd name="connsiteY90" fmla="*/ 448343 h 1531399"/>
                <a:gd name="connsiteX91" fmla="*/ 1492250 w 1681861"/>
                <a:gd name="connsiteY91" fmla="*/ 602521 h 1531399"/>
                <a:gd name="connsiteX92" fmla="*/ 1530731 w 1681861"/>
                <a:gd name="connsiteY92" fmla="*/ 448216 h 1531399"/>
                <a:gd name="connsiteX93" fmla="*/ 1107186 w 1681861"/>
                <a:gd name="connsiteY93" fmla="*/ 448343 h 1531399"/>
                <a:gd name="connsiteX94" fmla="*/ 161417 w 1681861"/>
                <a:gd name="connsiteY94" fmla="*/ 591599 h 1531399"/>
                <a:gd name="connsiteX95" fmla="*/ 114554 w 1681861"/>
                <a:gd name="connsiteY95" fmla="*/ 808769 h 1531399"/>
                <a:gd name="connsiteX96" fmla="*/ 182499 w 1681861"/>
                <a:gd name="connsiteY96" fmla="*/ 880270 h 1531399"/>
                <a:gd name="connsiteX97" fmla="*/ 224917 w 1681861"/>
                <a:gd name="connsiteY97" fmla="*/ 844710 h 1531399"/>
                <a:gd name="connsiteX98" fmla="*/ 224536 w 1681861"/>
                <a:gd name="connsiteY98" fmla="*/ 621698 h 1531399"/>
                <a:gd name="connsiteX99" fmla="*/ 161417 w 1681861"/>
                <a:gd name="connsiteY99" fmla="*/ 591599 h 1531399"/>
                <a:gd name="connsiteX100" fmla="*/ 1039622 w 1681861"/>
                <a:gd name="connsiteY100" fmla="*/ 587916 h 1531399"/>
                <a:gd name="connsiteX101" fmla="*/ 1037717 w 1681861"/>
                <a:gd name="connsiteY101" fmla="*/ 881540 h 1531399"/>
                <a:gd name="connsiteX102" fmla="*/ 1039622 w 1681861"/>
                <a:gd name="connsiteY102" fmla="*/ 587916 h 1531399"/>
                <a:gd name="connsiteX103" fmla="*/ 1514094 w 1681861"/>
                <a:gd name="connsiteY103" fmla="*/ 595663 h 1531399"/>
                <a:gd name="connsiteX104" fmla="*/ 1513586 w 1681861"/>
                <a:gd name="connsiteY104" fmla="*/ 683293 h 1531399"/>
                <a:gd name="connsiteX105" fmla="*/ 1513332 w 1681861"/>
                <a:gd name="connsiteY105" fmla="*/ 895637 h 1531399"/>
                <a:gd name="connsiteX106" fmla="*/ 1528953 w 1681861"/>
                <a:gd name="connsiteY106" fmla="*/ 993935 h 1531399"/>
                <a:gd name="connsiteX107" fmla="*/ 1648333 w 1681861"/>
                <a:gd name="connsiteY107" fmla="*/ 974758 h 1531399"/>
                <a:gd name="connsiteX108" fmla="*/ 1654810 w 1681861"/>
                <a:gd name="connsiteY108" fmla="*/ 822739 h 1531399"/>
                <a:gd name="connsiteX109" fmla="*/ 1655191 w 1681861"/>
                <a:gd name="connsiteY109" fmla="*/ 684055 h 1531399"/>
                <a:gd name="connsiteX110" fmla="*/ 1654683 w 1681861"/>
                <a:gd name="connsiteY110" fmla="*/ 596044 h 1531399"/>
                <a:gd name="connsiteX111" fmla="*/ 1514094 w 1681861"/>
                <a:gd name="connsiteY111" fmla="*/ 595663 h 1531399"/>
                <a:gd name="connsiteX112" fmla="*/ 1371092 w 1681861"/>
                <a:gd name="connsiteY112" fmla="*/ 936404 h 1531399"/>
                <a:gd name="connsiteX113" fmla="*/ 1249807 w 1681861"/>
                <a:gd name="connsiteY113" fmla="*/ 1048164 h 1531399"/>
                <a:gd name="connsiteX114" fmla="*/ 1261618 w 1681861"/>
                <a:gd name="connsiteY114" fmla="*/ 977806 h 1531399"/>
                <a:gd name="connsiteX115" fmla="*/ 1208151 w 1681861"/>
                <a:gd name="connsiteY115" fmla="*/ 990252 h 1531399"/>
                <a:gd name="connsiteX116" fmla="*/ 1338961 w 1681861"/>
                <a:gd name="connsiteY116" fmla="*/ 1202723 h 1531399"/>
                <a:gd name="connsiteX117" fmla="*/ 1462913 w 1681861"/>
                <a:gd name="connsiteY117" fmla="*/ 956470 h 1531399"/>
                <a:gd name="connsiteX118" fmla="*/ 1387475 w 1681861"/>
                <a:gd name="connsiteY118" fmla="*/ 1049434 h 1531399"/>
                <a:gd name="connsiteX119" fmla="*/ 1427988 w 1681861"/>
                <a:gd name="connsiteY119" fmla="*/ 943389 h 1531399"/>
                <a:gd name="connsiteX120" fmla="*/ 1371092 w 1681861"/>
                <a:gd name="connsiteY120" fmla="*/ 936404 h 1531399"/>
                <a:gd name="connsiteX121" fmla="*/ 1081532 w 1681861"/>
                <a:gd name="connsiteY121" fmla="*/ 1218471 h 1531399"/>
                <a:gd name="connsiteX122" fmla="*/ 1025652 w 1681861"/>
                <a:gd name="connsiteY122" fmla="*/ 1239172 h 1531399"/>
                <a:gd name="connsiteX123" fmla="*/ 1042035 w 1681861"/>
                <a:gd name="connsiteY123" fmla="*/ 1214534 h 1531399"/>
                <a:gd name="connsiteX124" fmla="*/ 913638 w 1681861"/>
                <a:gd name="connsiteY124" fmla="*/ 1136302 h 1531399"/>
                <a:gd name="connsiteX125" fmla="*/ 964057 w 1681861"/>
                <a:gd name="connsiteY125" fmla="*/ 1385222 h 1531399"/>
                <a:gd name="connsiteX126" fmla="*/ 1097915 w 1681861"/>
                <a:gd name="connsiteY126" fmla="*/ 1412781 h 1531399"/>
                <a:gd name="connsiteX127" fmla="*/ 1340866 w 1681861"/>
                <a:gd name="connsiteY127" fmla="*/ 1232060 h 1531399"/>
                <a:gd name="connsiteX128" fmla="*/ 1181608 w 1681861"/>
                <a:gd name="connsiteY128" fmla="*/ 1117506 h 1531399"/>
                <a:gd name="connsiteX129" fmla="*/ 1081532 w 1681861"/>
                <a:gd name="connsiteY129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488694 w 1681861"/>
                <a:gd name="connsiteY54" fmla="*/ 653448 h 1531399"/>
                <a:gd name="connsiteX55" fmla="*/ 1083183 w 1681861"/>
                <a:gd name="connsiteY55" fmla="*/ 442882 h 1531399"/>
                <a:gd name="connsiteX56" fmla="*/ 1224407 w 1681861"/>
                <a:gd name="connsiteY56" fmla="*/ 256192 h 1531399"/>
                <a:gd name="connsiteX57" fmla="*/ 1224407 w 1681861"/>
                <a:gd name="connsiteY57" fmla="*/ 107094 h 1531399"/>
                <a:gd name="connsiteX58" fmla="*/ 1182497 w 1681861"/>
                <a:gd name="connsiteY58" fmla="*/ 39149 h 1531399"/>
                <a:gd name="connsiteX59" fmla="*/ 1217930 w 1681861"/>
                <a:gd name="connsiteY59" fmla="*/ 33307 h 1531399"/>
                <a:gd name="connsiteX60" fmla="*/ 1235710 w 1681861"/>
                <a:gd name="connsiteY60" fmla="*/ 80932 h 1531399"/>
                <a:gd name="connsiteX61" fmla="*/ 1415161 w 1681861"/>
                <a:gd name="connsiteY61" fmla="*/ 77122 h 1531399"/>
                <a:gd name="connsiteX62" fmla="*/ 1427353 w 1681861"/>
                <a:gd name="connsiteY62" fmla="*/ 31148 h 1531399"/>
                <a:gd name="connsiteX63" fmla="*/ 1217930 w 1681861"/>
                <a:gd name="connsiteY63" fmla="*/ 33307 h 1531399"/>
                <a:gd name="connsiteX64" fmla="*/ 1249680 w 1681861"/>
                <a:gd name="connsiteY64" fmla="*/ 103665 h 1531399"/>
                <a:gd name="connsiteX65" fmla="*/ 1249807 w 1681861"/>
                <a:gd name="connsiteY65" fmla="*/ 153703 h 1531399"/>
                <a:gd name="connsiteX66" fmla="*/ 1249934 w 1681861"/>
                <a:gd name="connsiteY66" fmla="*/ 272067 h 1531399"/>
                <a:gd name="connsiteX67" fmla="*/ 1111631 w 1681861"/>
                <a:gd name="connsiteY67" fmla="*/ 422435 h 1531399"/>
                <a:gd name="connsiteX68" fmla="*/ 1502918 w 1681861"/>
                <a:gd name="connsiteY68" fmla="*/ 423070 h 1531399"/>
                <a:gd name="connsiteX69" fmla="*/ 1498473 w 1681861"/>
                <a:gd name="connsiteY69" fmla="*/ 350299 h 1531399"/>
                <a:gd name="connsiteX70" fmla="*/ 1391920 w 1681861"/>
                <a:gd name="connsiteY70" fmla="*/ 155354 h 1531399"/>
                <a:gd name="connsiteX71" fmla="*/ 1392047 w 1681861"/>
                <a:gd name="connsiteY71" fmla="*/ 104173 h 1531399"/>
                <a:gd name="connsiteX72" fmla="*/ 1249680 w 1681861"/>
                <a:gd name="connsiteY72" fmla="*/ 103665 h 1531399"/>
                <a:gd name="connsiteX73" fmla="*/ 1522730 w 1681861"/>
                <a:gd name="connsiteY73" fmla="*/ 389796 h 1531399"/>
                <a:gd name="connsiteX74" fmla="*/ 1567561 w 1681861"/>
                <a:gd name="connsiteY74" fmla="*/ 335313 h 1531399"/>
                <a:gd name="connsiteX75" fmla="*/ 1522730 w 1681861"/>
                <a:gd name="connsiteY75" fmla="*/ 389796 h 1531399"/>
                <a:gd name="connsiteX76" fmla="*/ 378191 w 1681861"/>
                <a:gd name="connsiteY76" fmla="*/ 356072 h 1531399"/>
                <a:gd name="connsiteX77" fmla="*/ 198247 w 1681861"/>
                <a:gd name="connsiteY77" fmla="*/ 562643 h 1531399"/>
                <a:gd name="connsiteX78" fmla="*/ 221869 w 1681861"/>
                <a:gd name="connsiteY78" fmla="*/ 573057 h 1531399"/>
                <a:gd name="connsiteX79" fmla="*/ 262001 w 1681861"/>
                <a:gd name="connsiteY79" fmla="*/ 656242 h 1531399"/>
                <a:gd name="connsiteX80" fmla="*/ 231648 w 1681861"/>
                <a:gd name="connsiteY80" fmla="*/ 882556 h 1531399"/>
                <a:gd name="connsiteX81" fmla="*/ 196850 w 1681861"/>
                <a:gd name="connsiteY81" fmla="*/ 903384 h 1531399"/>
                <a:gd name="connsiteX82" fmla="*/ 310642 w 1681861"/>
                <a:gd name="connsiteY82" fmla="*/ 1004095 h 1531399"/>
                <a:gd name="connsiteX83" fmla="*/ 735076 w 1681861"/>
                <a:gd name="connsiteY83" fmla="*/ 1071405 h 1531399"/>
                <a:gd name="connsiteX84" fmla="*/ 985774 w 1681861"/>
                <a:gd name="connsiteY84" fmla="*/ 914433 h 1531399"/>
                <a:gd name="connsiteX85" fmla="*/ 991489 w 1681861"/>
                <a:gd name="connsiteY85" fmla="*/ 912147 h 1531399"/>
                <a:gd name="connsiteX86" fmla="*/ 941956 w 1681861"/>
                <a:gd name="connsiteY86" fmla="*/ 447656 h 1531399"/>
                <a:gd name="connsiteX87" fmla="*/ 655811 w 1681861"/>
                <a:gd name="connsiteY87" fmla="*/ 296327 h 1531399"/>
                <a:gd name="connsiteX88" fmla="*/ 372956 w 1681861"/>
                <a:gd name="connsiteY88" fmla="*/ 354815 h 1531399"/>
                <a:gd name="connsiteX89" fmla="*/ 1107186 w 1681861"/>
                <a:gd name="connsiteY89" fmla="*/ 448343 h 1531399"/>
                <a:gd name="connsiteX90" fmla="*/ 1492250 w 1681861"/>
                <a:gd name="connsiteY90" fmla="*/ 602521 h 1531399"/>
                <a:gd name="connsiteX91" fmla="*/ 1530731 w 1681861"/>
                <a:gd name="connsiteY91" fmla="*/ 448216 h 1531399"/>
                <a:gd name="connsiteX92" fmla="*/ 1107186 w 1681861"/>
                <a:gd name="connsiteY92" fmla="*/ 448343 h 1531399"/>
                <a:gd name="connsiteX93" fmla="*/ 161417 w 1681861"/>
                <a:gd name="connsiteY93" fmla="*/ 591599 h 1531399"/>
                <a:gd name="connsiteX94" fmla="*/ 114554 w 1681861"/>
                <a:gd name="connsiteY94" fmla="*/ 808769 h 1531399"/>
                <a:gd name="connsiteX95" fmla="*/ 182499 w 1681861"/>
                <a:gd name="connsiteY95" fmla="*/ 880270 h 1531399"/>
                <a:gd name="connsiteX96" fmla="*/ 224917 w 1681861"/>
                <a:gd name="connsiteY96" fmla="*/ 844710 h 1531399"/>
                <a:gd name="connsiteX97" fmla="*/ 224536 w 1681861"/>
                <a:gd name="connsiteY97" fmla="*/ 621698 h 1531399"/>
                <a:gd name="connsiteX98" fmla="*/ 161417 w 1681861"/>
                <a:gd name="connsiteY98" fmla="*/ 591599 h 1531399"/>
                <a:gd name="connsiteX99" fmla="*/ 1039622 w 1681861"/>
                <a:gd name="connsiteY99" fmla="*/ 587916 h 1531399"/>
                <a:gd name="connsiteX100" fmla="*/ 1037717 w 1681861"/>
                <a:gd name="connsiteY100" fmla="*/ 881540 h 1531399"/>
                <a:gd name="connsiteX101" fmla="*/ 1039622 w 1681861"/>
                <a:gd name="connsiteY101" fmla="*/ 587916 h 1531399"/>
                <a:gd name="connsiteX102" fmla="*/ 1514094 w 1681861"/>
                <a:gd name="connsiteY102" fmla="*/ 595663 h 1531399"/>
                <a:gd name="connsiteX103" fmla="*/ 1513586 w 1681861"/>
                <a:gd name="connsiteY103" fmla="*/ 683293 h 1531399"/>
                <a:gd name="connsiteX104" fmla="*/ 1513332 w 1681861"/>
                <a:gd name="connsiteY104" fmla="*/ 895637 h 1531399"/>
                <a:gd name="connsiteX105" fmla="*/ 1528953 w 1681861"/>
                <a:gd name="connsiteY105" fmla="*/ 993935 h 1531399"/>
                <a:gd name="connsiteX106" fmla="*/ 1648333 w 1681861"/>
                <a:gd name="connsiteY106" fmla="*/ 974758 h 1531399"/>
                <a:gd name="connsiteX107" fmla="*/ 1654810 w 1681861"/>
                <a:gd name="connsiteY107" fmla="*/ 822739 h 1531399"/>
                <a:gd name="connsiteX108" fmla="*/ 1655191 w 1681861"/>
                <a:gd name="connsiteY108" fmla="*/ 684055 h 1531399"/>
                <a:gd name="connsiteX109" fmla="*/ 1654683 w 1681861"/>
                <a:gd name="connsiteY109" fmla="*/ 596044 h 1531399"/>
                <a:gd name="connsiteX110" fmla="*/ 1514094 w 1681861"/>
                <a:gd name="connsiteY110" fmla="*/ 595663 h 1531399"/>
                <a:gd name="connsiteX111" fmla="*/ 1371092 w 1681861"/>
                <a:gd name="connsiteY111" fmla="*/ 936404 h 1531399"/>
                <a:gd name="connsiteX112" fmla="*/ 1249807 w 1681861"/>
                <a:gd name="connsiteY112" fmla="*/ 1048164 h 1531399"/>
                <a:gd name="connsiteX113" fmla="*/ 1261618 w 1681861"/>
                <a:gd name="connsiteY113" fmla="*/ 977806 h 1531399"/>
                <a:gd name="connsiteX114" fmla="*/ 1208151 w 1681861"/>
                <a:gd name="connsiteY114" fmla="*/ 990252 h 1531399"/>
                <a:gd name="connsiteX115" fmla="*/ 1338961 w 1681861"/>
                <a:gd name="connsiteY115" fmla="*/ 1202723 h 1531399"/>
                <a:gd name="connsiteX116" fmla="*/ 1462913 w 1681861"/>
                <a:gd name="connsiteY116" fmla="*/ 956470 h 1531399"/>
                <a:gd name="connsiteX117" fmla="*/ 1387475 w 1681861"/>
                <a:gd name="connsiteY117" fmla="*/ 1049434 h 1531399"/>
                <a:gd name="connsiteX118" fmla="*/ 1427988 w 1681861"/>
                <a:gd name="connsiteY118" fmla="*/ 943389 h 1531399"/>
                <a:gd name="connsiteX119" fmla="*/ 1371092 w 1681861"/>
                <a:gd name="connsiteY119" fmla="*/ 936404 h 1531399"/>
                <a:gd name="connsiteX120" fmla="*/ 1081532 w 1681861"/>
                <a:gd name="connsiteY120" fmla="*/ 1218471 h 1531399"/>
                <a:gd name="connsiteX121" fmla="*/ 1025652 w 1681861"/>
                <a:gd name="connsiteY121" fmla="*/ 1239172 h 1531399"/>
                <a:gd name="connsiteX122" fmla="*/ 1042035 w 1681861"/>
                <a:gd name="connsiteY122" fmla="*/ 1214534 h 1531399"/>
                <a:gd name="connsiteX123" fmla="*/ 913638 w 1681861"/>
                <a:gd name="connsiteY123" fmla="*/ 1136302 h 1531399"/>
                <a:gd name="connsiteX124" fmla="*/ 964057 w 1681861"/>
                <a:gd name="connsiteY124" fmla="*/ 1385222 h 1531399"/>
                <a:gd name="connsiteX125" fmla="*/ 1097915 w 1681861"/>
                <a:gd name="connsiteY125" fmla="*/ 1412781 h 1531399"/>
                <a:gd name="connsiteX126" fmla="*/ 1340866 w 1681861"/>
                <a:gd name="connsiteY126" fmla="*/ 1232060 h 1531399"/>
                <a:gd name="connsiteX127" fmla="*/ 1181608 w 1681861"/>
                <a:gd name="connsiteY127" fmla="*/ 1117506 h 1531399"/>
                <a:gd name="connsiteX128" fmla="*/ 1081532 w 1681861"/>
                <a:gd name="connsiteY128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492250 w 1681861"/>
                <a:gd name="connsiteY89" fmla="*/ 602521 h 1531399"/>
                <a:gd name="connsiteX90" fmla="*/ 1530731 w 1681861"/>
                <a:gd name="connsiteY90" fmla="*/ 448216 h 1531399"/>
                <a:gd name="connsiteX91" fmla="*/ 1107186 w 1681861"/>
                <a:gd name="connsiteY91" fmla="*/ 448343 h 1531399"/>
                <a:gd name="connsiteX92" fmla="*/ 161417 w 1681861"/>
                <a:gd name="connsiteY92" fmla="*/ 591599 h 1531399"/>
                <a:gd name="connsiteX93" fmla="*/ 114554 w 1681861"/>
                <a:gd name="connsiteY93" fmla="*/ 808769 h 1531399"/>
                <a:gd name="connsiteX94" fmla="*/ 182499 w 1681861"/>
                <a:gd name="connsiteY94" fmla="*/ 880270 h 1531399"/>
                <a:gd name="connsiteX95" fmla="*/ 224917 w 1681861"/>
                <a:gd name="connsiteY95" fmla="*/ 844710 h 1531399"/>
                <a:gd name="connsiteX96" fmla="*/ 224536 w 1681861"/>
                <a:gd name="connsiteY96" fmla="*/ 621698 h 1531399"/>
                <a:gd name="connsiteX97" fmla="*/ 161417 w 1681861"/>
                <a:gd name="connsiteY97" fmla="*/ 591599 h 1531399"/>
                <a:gd name="connsiteX98" fmla="*/ 1039622 w 1681861"/>
                <a:gd name="connsiteY98" fmla="*/ 587916 h 1531399"/>
                <a:gd name="connsiteX99" fmla="*/ 1037717 w 1681861"/>
                <a:gd name="connsiteY99" fmla="*/ 881540 h 1531399"/>
                <a:gd name="connsiteX100" fmla="*/ 1039622 w 1681861"/>
                <a:gd name="connsiteY100" fmla="*/ 587916 h 1531399"/>
                <a:gd name="connsiteX101" fmla="*/ 1514094 w 1681861"/>
                <a:gd name="connsiteY101" fmla="*/ 595663 h 1531399"/>
                <a:gd name="connsiteX102" fmla="*/ 1513586 w 1681861"/>
                <a:gd name="connsiteY102" fmla="*/ 683293 h 1531399"/>
                <a:gd name="connsiteX103" fmla="*/ 1513332 w 1681861"/>
                <a:gd name="connsiteY103" fmla="*/ 895637 h 1531399"/>
                <a:gd name="connsiteX104" fmla="*/ 1528953 w 1681861"/>
                <a:gd name="connsiteY104" fmla="*/ 993935 h 1531399"/>
                <a:gd name="connsiteX105" fmla="*/ 1648333 w 1681861"/>
                <a:gd name="connsiteY105" fmla="*/ 974758 h 1531399"/>
                <a:gd name="connsiteX106" fmla="*/ 1654810 w 1681861"/>
                <a:gd name="connsiteY106" fmla="*/ 822739 h 1531399"/>
                <a:gd name="connsiteX107" fmla="*/ 1655191 w 1681861"/>
                <a:gd name="connsiteY107" fmla="*/ 684055 h 1531399"/>
                <a:gd name="connsiteX108" fmla="*/ 1654683 w 1681861"/>
                <a:gd name="connsiteY108" fmla="*/ 596044 h 1531399"/>
                <a:gd name="connsiteX109" fmla="*/ 1514094 w 1681861"/>
                <a:gd name="connsiteY109" fmla="*/ 595663 h 1531399"/>
                <a:gd name="connsiteX110" fmla="*/ 1371092 w 1681861"/>
                <a:gd name="connsiteY110" fmla="*/ 936404 h 1531399"/>
                <a:gd name="connsiteX111" fmla="*/ 1249807 w 1681861"/>
                <a:gd name="connsiteY111" fmla="*/ 1048164 h 1531399"/>
                <a:gd name="connsiteX112" fmla="*/ 1261618 w 1681861"/>
                <a:gd name="connsiteY112" fmla="*/ 977806 h 1531399"/>
                <a:gd name="connsiteX113" fmla="*/ 1208151 w 1681861"/>
                <a:gd name="connsiteY113" fmla="*/ 990252 h 1531399"/>
                <a:gd name="connsiteX114" fmla="*/ 1338961 w 1681861"/>
                <a:gd name="connsiteY114" fmla="*/ 1202723 h 1531399"/>
                <a:gd name="connsiteX115" fmla="*/ 1462913 w 1681861"/>
                <a:gd name="connsiteY115" fmla="*/ 956470 h 1531399"/>
                <a:gd name="connsiteX116" fmla="*/ 1387475 w 1681861"/>
                <a:gd name="connsiteY116" fmla="*/ 1049434 h 1531399"/>
                <a:gd name="connsiteX117" fmla="*/ 1427988 w 1681861"/>
                <a:gd name="connsiteY117" fmla="*/ 943389 h 1531399"/>
                <a:gd name="connsiteX118" fmla="*/ 1371092 w 1681861"/>
                <a:gd name="connsiteY118" fmla="*/ 936404 h 1531399"/>
                <a:gd name="connsiteX119" fmla="*/ 1081532 w 1681861"/>
                <a:gd name="connsiteY119" fmla="*/ 1218471 h 1531399"/>
                <a:gd name="connsiteX120" fmla="*/ 1025652 w 1681861"/>
                <a:gd name="connsiteY120" fmla="*/ 1239172 h 1531399"/>
                <a:gd name="connsiteX121" fmla="*/ 1042035 w 1681861"/>
                <a:gd name="connsiteY121" fmla="*/ 1214534 h 1531399"/>
                <a:gd name="connsiteX122" fmla="*/ 913638 w 1681861"/>
                <a:gd name="connsiteY122" fmla="*/ 1136302 h 1531399"/>
                <a:gd name="connsiteX123" fmla="*/ 964057 w 1681861"/>
                <a:gd name="connsiteY123" fmla="*/ 1385222 h 1531399"/>
                <a:gd name="connsiteX124" fmla="*/ 1097915 w 1681861"/>
                <a:gd name="connsiteY124" fmla="*/ 1412781 h 1531399"/>
                <a:gd name="connsiteX125" fmla="*/ 1340866 w 1681861"/>
                <a:gd name="connsiteY125" fmla="*/ 1232060 h 1531399"/>
                <a:gd name="connsiteX126" fmla="*/ 1181608 w 1681861"/>
                <a:gd name="connsiteY126" fmla="*/ 1117506 h 1531399"/>
                <a:gd name="connsiteX127" fmla="*/ 1081532 w 1681861"/>
                <a:gd name="connsiteY127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4094 w 1681861"/>
                <a:gd name="connsiteY100" fmla="*/ 595663 h 1531399"/>
                <a:gd name="connsiteX101" fmla="*/ 1513586 w 1681861"/>
                <a:gd name="connsiteY101" fmla="*/ 683293 h 1531399"/>
                <a:gd name="connsiteX102" fmla="*/ 1513332 w 1681861"/>
                <a:gd name="connsiteY102" fmla="*/ 895637 h 1531399"/>
                <a:gd name="connsiteX103" fmla="*/ 1528953 w 1681861"/>
                <a:gd name="connsiteY103" fmla="*/ 993935 h 1531399"/>
                <a:gd name="connsiteX104" fmla="*/ 1648333 w 1681861"/>
                <a:gd name="connsiteY104" fmla="*/ 974758 h 1531399"/>
                <a:gd name="connsiteX105" fmla="*/ 1654810 w 1681861"/>
                <a:gd name="connsiteY105" fmla="*/ 822739 h 1531399"/>
                <a:gd name="connsiteX106" fmla="*/ 1655191 w 1681861"/>
                <a:gd name="connsiteY106" fmla="*/ 684055 h 1531399"/>
                <a:gd name="connsiteX107" fmla="*/ 1654683 w 1681861"/>
                <a:gd name="connsiteY107" fmla="*/ 596044 h 1531399"/>
                <a:gd name="connsiteX108" fmla="*/ 1514094 w 1681861"/>
                <a:gd name="connsiteY108" fmla="*/ 595663 h 1531399"/>
                <a:gd name="connsiteX109" fmla="*/ 1371092 w 1681861"/>
                <a:gd name="connsiteY109" fmla="*/ 936404 h 1531399"/>
                <a:gd name="connsiteX110" fmla="*/ 1249807 w 1681861"/>
                <a:gd name="connsiteY110" fmla="*/ 1048164 h 1531399"/>
                <a:gd name="connsiteX111" fmla="*/ 1261618 w 1681861"/>
                <a:gd name="connsiteY111" fmla="*/ 977806 h 1531399"/>
                <a:gd name="connsiteX112" fmla="*/ 1208151 w 1681861"/>
                <a:gd name="connsiteY112" fmla="*/ 990252 h 1531399"/>
                <a:gd name="connsiteX113" fmla="*/ 1338961 w 1681861"/>
                <a:gd name="connsiteY113" fmla="*/ 1202723 h 1531399"/>
                <a:gd name="connsiteX114" fmla="*/ 1462913 w 1681861"/>
                <a:gd name="connsiteY114" fmla="*/ 956470 h 1531399"/>
                <a:gd name="connsiteX115" fmla="*/ 1387475 w 1681861"/>
                <a:gd name="connsiteY115" fmla="*/ 1049434 h 1531399"/>
                <a:gd name="connsiteX116" fmla="*/ 1427988 w 1681861"/>
                <a:gd name="connsiteY116" fmla="*/ 943389 h 1531399"/>
                <a:gd name="connsiteX117" fmla="*/ 1371092 w 1681861"/>
                <a:gd name="connsiteY117" fmla="*/ 936404 h 1531399"/>
                <a:gd name="connsiteX118" fmla="*/ 1081532 w 1681861"/>
                <a:gd name="connsiteY118" fmla="*/ 1218471 h 1531399"/>
                <a:gd name="connsiteX119" fmla="*/ 1025652 w 1681861"/>
                <a:gd name="connsiteY119" fmla="*/ 1239172 h 1531399"/>
                <a:gd name="connsiteX120" fmla="*/ 1042035 w 1681861"/>
                <a:gd name="connsiteY120" fmla="*/ 1214534 h 1531399"/>
                <a:gd name="connsiteX121" fmla="*/ 913638 w 1681861"/>
                <a:gd name="connsiteY121" fmla="*/ 1136302 h 1531399"/>
                <a:gd name="connsiteX122" fmla="*/ 964057 w 1681861"/>
                <a:gd name="connsiteY122" fmla="*/ 1385222 h 1531399"/>
                <a:gd name="connsiteX123" fmla="*/ 1097915 w 1681861"/>
                <a:gd name="connsiteY123" fmla="*/ 1412781 h 1531399"/>
                <a:gd name="connsiteX124" fmla="*/ 1340866 w 1681861"/>
                <a:gd name="connsiteY124" fmla="*/ 1232060 h 1531399"/>
                <a:gd name="connsiteX125" fmla="*/ 1181608 w 1681861"/>
                <a:gd name="connsiteY125" fmla="*/ 1117506 h 1531399"/>
                <a:gd name="connsiteX126" fmla="*/ 1081532 w 1681861"/>
                <a:gd name="connsiteY126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4094 w 1681861"/>
                <a:gd name="connsiteY100" fmla="*/ 595663 h 1531399"/>
                <a:gd name="connsiteX101" fmla="*/ 1513586 w 1681861"/>
                <a:gd name="connsiteY101" fmla="*/ 683293 h 1531399"/>
                <a:gd name="connsiteX102" fmla="*/ 1513332 w 1681861"/>
                <a:gd name="connsiteY102" fmla="*/ 895637 h 1531399"/>
                <a:gd name="connsiteX103" fmla="*/ 1528953 w 1681861"/>
                <a:gd name="connsiteY103" fmla="*/ 993935 h 1531399"/>
                <a:gd name="connsiteX104" fmla="*/ 1648333 w 1681861"/>
                <a:gd name="connsiteY104" fmla="*/ 974758 h 1531399"/>
                <a:gd name="connsiteX105" fmla="*/ 1654810 w 1681861"/>
                <a:gd name="connsiteY105" fmla="*/ 822739 h 1531399"/>
                <a:gd name="connsiteX106" fmla="*/ 1655191 w 1681861"/>
                <a:gd name="connsiteY106" fmla="*/ 684055 h 1531399"/>
                <a:gd name="connsiteX107" fmla="*/ 1654683 w 1681861"/>
                <a:gd name="connsiteY107" fmla="*/ 596044 h 1531399"/>
                <a:gd name="connsiteX108" fmla="*/ 1371092 w 1681861"/>
                <a:gd name="connsiteY108" fmla="*/ 936404 h 1531399"/>
                <a:gd name="connsiteX109" fmla="*/ 1249807 w 1681861"/>
                <a:gd name="connsiteY109" fmla="*/ 1048164 h 1531399"/>
                <a:gd name="connsiteX110" fmla="*/ 1261618 w 1681861"/>
                <a:gd name="connsiteY110" fmla="*/ 977806 h 1531399"/>
                <a:gd name="connsiteX111" fmla="*/ 1208151 w 1681861"/>
                <a:gd name="connsiteY111" fmla="*/ 990252 h 1531399"/>
                <a:gd name="connsiteX112" fmla="*/ 1338961 w 1681861"/>
                <a:gd name="connsiteY112" fmla="*/ 1202723 h 1531399"/>
                <a:gd name="connsiteX113" fmla="*/ 1462913 w 1681861"/>
                <a:gd name="connsiteY113" fmla="*/ 956470 h 1531399"/>
                <a:gd name="connsiteX114" fmla="*/ 1387475 w 1681861"/>
                <a:gd name="connsiteY114" fmla="*/ 1049434 h 1531399"/>
                <a:gd name="connsiteX115" fmla="*/ 1427988 w 1681861"/>
                <a:gd name="connsiteY115" fmla="*/ 943389 h 1531399"/>
                <a:gd name="connsiteX116" fmla="*/ 1371092 w 1681861"/>
                <a:gd name="connsiteY116" fmla="*/ 936404 h 1531399"/>
                <a:gd name="connsiteX117" fmla="*/ 1081532 w 1681861"/>
                <a:gd name="connsiteY117" fmla="*/ 1218471 h 1531399"/>
                <a:gd name="connsiteX118" fmla="*/ 1025652 w 1681861"/>
                <a:gd name="connsiteY118" fmla="*/ 1239172 h 1531399"/>
                <a:gd name="connsiteX119" fmla="*/ 1042035 w 1681861"/>
                <a:gd name="connsiteY119" fmla="*/ 1214534 h 1531399"/>
                <a:gd name="connsiteX120" fmla="*/ 913638 w 1681861"/>
                <a:gd name="connsiteY120" fmla="*/ 1136302 h 1531399"/>
                <a:gd name="connsiteX121" fmla="*/ 964057 w 1681861"/>
                <a:gd name="connsiteY121" fmla="*/ 1385222 h 1531399"/>
                <a:gd name="connsiteX122" fmla="*/ 1097915 w 1681861"/>
                <a:gd name="connsiteY122" fmla="*/ 1412781 h 1531399"/>
                <a:gd name="connsiteX123" fmla="*/ 1340866 w 1681861"/>
                <a:gd name="connsiteY123" fmla="*/ 1232060 h 1531399"/>
                <a:gd name="connsiteX124" fmla="*/ 1181608 w 1681861"/>
                <a:gd name="connsiteY124" fmla="*/ 1117506 h 1531399"/>
                <a:gd name="connsiteX125" fmla="*/ 1081532 w 1681861"/>
                <a:gd name="connsiteY125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4094 w 1681861"/>
                <a:gd name="connsiteY100" fmla="*/ 595663 h 1531399"/>
                <a:gd name="connsiteX101" fmla="*/ 1513332 w 1681861"/>
                <a:gd name="connsiteY101" fmla="*/ 895637 h 1531399"/>
                <a:gd name="connsiteX102" fmla="*/ 1528953 w 1681861"/>
                <a:gd name="connsiteY102" fmla="*/ 993935 h 1531399"/>
                <a:gd name="connsiteX103" fmla="*/ 1648333 w 1681861"/>
                <a:gd name="connsiteY103" fmla="*/ 974758 h 1531399"/>
                <a:gd name="connsiteX104" fmla="*/ 1654810 w 1681861"/>
                <a:gd name="connsiteY104" fmla="*/ 822739 h 1531399"/>
                <a:gd name="connsiteX105" fmla="*/ 1655191 w 1681861"/>
                <a:gd name="connsiteY105" fmla="*/ 684055 h 1531399"/>
                <a:gd name="connsiteX106" fmla="*/ 1654683 w 1681861"/>
                <a:gd name="connsiteY106" fmla="*/ 596044 h 1531399"/>
                <a:gd name="connsiteX107" fmla="*/ 1371092 w 1681861"/>
                <a:gd name="connsiteY107" fmla="*/ 936404 h 1531399"/>
                <a:gd name="connsiteX108" fmla="*/ 1249807 w 1681861"/>
                <a:gd name="connsiteY108" fmla="*/ 1048164 h 1531399"/>
                <a:gd name="connsiteX109" fmla="*/ 1261618 w 1681861"/>
                <a:gd name="connsiteY109" fmla="*/ 977806 h 1531399"/>
                <a:gd name="connsiteX110" fmla="*/ 1208151 w 1681861"/>
                <a:gd name="connsiteY110" fmla="*/ 990252 h 1531399"/>
                <a:gd name="connsiteX111" fmla="*/ 1338961 w 1681861"/>
                <a:gd name="connsiteY111" fmla="*/ 1202723 h 1531399"/>
                <a:gd name="connsiteX112" fmla="*/ 1462913 w 1681861"/>
                <a:gd name="connsiteY112" fmla="*/ 956470 h 1531399"/>
                <a:gd name="connsiteX113" fmla="*/ 1387475 w 1681861"/>
                <a:gd name="connsiteY113" fmla="*/ 1049434 h 1531399"/>
                <a:gd name="connsiteX114" fmla="*/ 1427988 w 1681861"/>
                <a:gd name="connsiteY114" fmla="*/ 943389 h 1531399"/>
                <a:gd name="connsiteX115" fmla="*/ 1371092 w 1681861"/>
                <a:gd name="connsiteY115" fmla="*/ 936404 h 1531399"/>
                <a:gd name="connsiteX116" fmla="*/ 1081532 w 1681861"/>
                <a:gd name="connsiteY116" fmla="*/ 1218471 h 1531399"/>
                <a:gd name="connsiteX117" fmla="*/ 1025652 w 1681861"/>
                <a:gd name="connsiteY117" fmla="*/ 1239172 h 1531399"/>
                <a:gd name="connsiteX118" fmla="*/ 1042035 w 1681861"/>
                <a:gd name="connsiteY118" fmla="*/ 1214534 h 1531399"/>
                <a:gd name="connsiteX119" fmla="*/ 913638 w 1681861"/>
                <a:gd name="connsiteY119" fmla="*/ 1136302 h 1531399"/>
                <a:gd name="connsiteX120" fmla="*/ 964057 w 1681861"/>
                <a:gd name="connsiteY120" fmla="*/ 1385222 h 1531399"/>
                <a:gd name="connsiteX121" fmla="*/ 1097915 w 1681861"/>
                <a:gd name="connsiteY121" fmla="*/ 1412781 h 1531399"/>
                <a:gd name="connsiteX122" fmla="*/ 1340866 w 1681861"/>
                <a:gd name="connsiteY122" fmla="*/ 1232060 h 1531399"/>
                <a:gd name="connsiteX123" fmla="*/ 1181608 w 1681861"/>
                <a:gd name="connsiteY123" fmla="*/ 1117506 h 1531399"/>
                <a:gd name="connsiteX124" fmla="*/ 1081532 w 1681861"/>
                <a:gd name="connsiteY124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13332 w 1681861"/>
                <a:gd name="connsiteY100" fmla="*/ 895637 h 1531399"/>
                <a:gd name="connsiteX101" fmla="*/ 1528953 w 1681861"/>
                <a:gd name="connsiteY101" fmla="*/ 993935 h 1531399"/>
                <a:gd name="connsiteX102" fmla="*/ 1648333 w 1681861"/>
                <a:gd name="connsiteY102" fmla="*/ 974758 h 1531399"/>
                <a:gd name="connsiteX103" fmla="*/ 1654810 w 1681861"/>
                <a:gd name="connsiteY103" fmla="*/ 822739 h 1531399"/>
                <a:gd name="connsiteX104" fmla="*/ 1655191 w 1681861"/>
                <a:gd name="connsiteY104" fmla="*/ 684055 h 1531399"/>
                <a:gd name="connsiteX105" fmla="*/ 1654683 w 1681861"/>
                <a:gd name="connsiteY105" fmla="*/ 596044 h 1531399"/>
                <a:gd name="connsiteX106" fmla="*/ 1371092 w 1681861"/>
                <a:gd name="connsiteY106" fmla="*/ 936404 h 1531399"/>
                <a:gd name="connsiteX107" fmla="*/ 1249807 w 1681861"/>
                <a:gd name="connsiteY107" fmla="*/ 1048164 h 1531399"/>
                <a:gd name="connsiteX108" fmla="*/ 1261618 w 1681861"/>
                <a:gd name="connsiteY108" fmla="*/ 977806 h 1531399"/>
                <a:gd name="connsiteX109" fmla="*/ 1208151 w 1681861"/>
                <a:gd name="connsiteY109" fmla="*/ 990252 h 1531399"/>
                <a:gd name="connsiteX110" fmla="*/ 1338961 w 1681861"/>
                <a:gd name="connsiteY110" fmla="*/ 1202723 h 1531399"/>
                <a:gd name="connsiteX111" fmla="*/ 1462913 w 1681861"/>
                <a:gd name="connsiteY111" fmla="*/ 956470 h 1531399"/>
                <a:gd name="connsiteX112" fmla="*/ 1387475 w 1681861"/>
                <a:gd name="connsiteY112" fmla="*/ 1049434 h 1531399"/>
                <a:gd name="connsiteX113" fmla="*/ 1427988 w 1681861"/>
                <a:gd name="connsiteY113" fmla="*/ 943389 h 1531399"/>
                <a:gd name="connsiteX114" fmla="*/ 1371092 w 1681861"/>
                <a:gd name="connsiteY114" fmla="*/ 936404 h 1531399"/>
                <a:gd name="connsiteX115" fmla="*/ 1081532 w 1681861"/>
                <a:gd name="connsiteY115" fmla="*/ 1218471 h 1531399"/>
                <a:gd name="connsiteX116" fmla="*/ 1025652 w 1681861"/>
                <a:gd name="connsiteY116" fmla="*/ 1239172 h 1531399"/>
                <a:gd name="connsiteX117" fmla="*/ 1042035 w 1681861"/>
                <a:gd name="connsiteY117" fmla="*/ 1214534 h 1531399"/>
                <a:gd name="connsiteX118" fmla="*/ 913638 w 1681861"/>
                <a:gd name="connsiteY118" fmla="*/ 1136302 h 1531399"/>
                <a:gd name="connsiteX119" fmla="*/ 964057 w 1681861"/>
                <a:gd name="connsiteY119" fmla="*/ 1385222 h 1531399"/>
                <a:gd name="connsiteX120" fmla="*/ 1097915 w 1681861"/>
                <a:gd name="connsiteY120" fmla="*/ 1412781 h 1531399"/>
                <a:gd name="connsiteX121" fmla="*/ 1340866 w 1681861"/>
                <a:gd name="connsiteY121" fmla="*/ 1232060 h 1531399"/>
                <a:gd name="connsiteX122" fmla="*/ 1181608 w 1681861"/>
                <a:gd name="connsiteY122" fmla="*/ 1117506 h 1531399"/>
                <a:gd name="connsiteX123" fmla="*/ 1081532 w 1681861"/>
                <a:gd name="connsiteY123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528953 w 1681861"/>
                <a:gd name="connsiteY100" fmla="*/ 993935 h 1531399"/>
                <a:gd name="connsiteX101" fmla="*/ 1648333 w 1681861"/>
                <a:gd name="connsiteY101" fmla="*/ 974758 h 1531399"/>
                <a:gd name="connsiteX102" fmla="*/ 1654810 w 1681861"/>
                <a:gd name="connsiteY102" fmla="*/ 822739 h 1531399"/>
                <a:gd name="connsiteX103" fmla="*/ 1655191 w 1681861"/>
                <a:gd name="connsiteY103" fmla="*/ 684055 h 1531399"/>
                <a:gd name="connsiteX104" fmla="*/ 1654683 w 1681861"/>
                <a:gd name="connsiteY104" fmla="*/ 596044 h 1531399"/>
                <a:gd name="connsiteX105" fmla="*/ 1371092 w 1681861"/>
                <a:gd name="connsiteY105" fmla="*/ 936404 h 1531399"/>
                <a:gd name="connsiteX106" fmla="*/ 1249807 w 1681861"/>
                <a:gd name="connsiteY106" fmla="*/ 1048164 h 1531399"/>
                <a:gd name="connsiteX107" fmla="*/ 1261618 w 1681861"/>
                <a:gd name="connsiteY107" fmla="*/ 977806 h 1531399"/>
                <a:gd name="connsiteX108" fmla="*/ 1208151 w 1681861"/>
                <a:gd name="connsiteY108" fmla="*/ 990252 h 1531399"/>
                <a:gd name="connsiteX109" fmla="*/ 1338961 w 1681861"/>
                <a:gd name="connsiteY109" fmla="*/ 1202723 h 1531399"/>
                <a:gd name="connsiteX110" fmla="*/ 1462913 w 1681861"/>
                <a:gd name="connsiteY110" fmla="*/ 956470 h 1531399"/>
                <a:gd name="connsiteX111" fmla="*/ 1387475 w 1681861"/>
                <a:gd name="connsiteY111" fmla="*/ 1049434 h 1531399"/>
                <a:gd name="connsiteX112" fmla="*/ 1427988 w 1681861"/>
                <a:gd name="connsiteY112" fmla="*/ 943389 h 1531399"/>
                <a:gd name="connsiteX113" fmla="*/ 1371092 w 1681861"/>
                <a:gd name="connsiteY113" fmla="*/ 936404 h 1531399"/>
                <a:gd name="connsiteX114" fmla="*/ 1081532 w 1681861"/>
                <a:gd name="connsiteY114" fmla="*/ 1218471 h 1531399"/>
                <a:gd name="connsiteX115" fmla="*/ 1025652 w 1681861"/>
                <a:gd name="connsiteY115" fmla="*/ 1239172 h 1531399"/>
                <a:gd name="connsiteX116" fmla="*/ 1042035 w 1681861"/>
                <a:gd name="connsiteY116" fmla="*/ 1214534 h 1531399"/>
                <a:gd name="connsiteX117" fmla="*/ 913638 w 1681861"/>
                <a:gd name="connsiteY117" fmla="*/ 1136302 h 1531399"/>
                <a:gd name="connsiteX118" fmla="*/ 964057 w 1681861"/>
                <a:gd name="connsiteY118" fmla="*/ 1385222 h 1531399"/>
                <a:gd name="connsiteX119" fmla="*/ 1097915 w 1681861"/>
                <a:gd name="connsiteY119" fmla="*/ 1412781 h 1531399"/>
                <a:gd name="connsiteX120" fmla="*/ 1340866 w 1681861"/>
                <a:gd name="connsiteY120" fmla="*/ 1232060 h 1531399"/>
                <a:gd name="connsiteX121" fmla="*/ 1181608 w 1681861"/>
                <a:gd name="connsiteY121" fmla="*/ 1117506 h 1531399"/>
                <a:gd name="connsiteX122" fmla="*/ 1081532 w 1681861"/>
                <a:gd name="connsiteY122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182497 w 1681861"/>
                <a:gd name="connsiteY57" fmla="*/ 39149 h 1531399"/>
                <a:gd name="connsiteX58" fmla="*/ 1217930 w 1681861"/>
                <a:gd name="connsiteY58" fmla="*/ 33307 h 1531399"/>
                <a:gd name="connsiteX59" fmla="*/ 1235710 w 1681861"/>
                <a:gd name="connsiteY59" fmla="*/ 80932 h 1531399"/>
                <a:gd name="connsiteX60" fmla="*/ 1415161 w 1681861"/>
                <a:gd name="connsiteY60" fmla="*/ 77122 h 1531399"/>
                <a:gd name="connsiteX61" fmla="*/ 1427353 w 1681861"/>
                <a:gd name="connsiteY61" fmla="*/ 31148 h 1531399"/>
                <a:gd name="connsiteX62" fmla="*/ 1217930 w 1681861"/>
                <a:gd name="connsiteY62" fmla="*/ 33307 h 1531399"/>
                <a:gd name="connsiteX63" fmla="*/ 1249680 w 1681861"/>
                <a:gd name="connsiteY63" fmla="*/ 103665 h 1531399"/>
                <a:gd name="connsiteX64" fmla="*/ 1249807 w 1681861"/>
                <a:gd name="connsiteY64" fmla="*/ 153703 h 1531399"/>
                <a:gd name="connsiteX65" fmla="*/ 1249934 w 1681861"/>
                <a:gd name="connsiteY65" fmla="*/ 272067 h 1531399"/>
                <a:gd name="connsiteX66" fmla="*/ 1111631 w 1681861"/>
                <a:gd name="connsiteY66" fmla="*/ 422435 h 1531399"/>
                <a:gd name="connsiteX67" fmla="*/ 1502918 w 1681861"/>
                <a:gd name="connsiteY67" fmla="*/ 423070 h 1531399"/>
                <a:gd name="connsiteX68" fmla="*/ 1498473 w 1681861"/>
                <a:gd name="connsiteY68" fmla="*/ 350299 h 1531399"/>
                <a:gd name="connsiteX69" fmla="*/ 1391920 w 1681861"/>
                <a:gd name="connsiteY69" fmla="*/ 155354 h 1531399"/>
                <a:gd name="connsiteX70" fmla="*/ 1392047 w 1681861"/>
                <a:gd name="connsiteY70" fmla="*/ 104173 h 1531399"/>
                <a:gd name="connsiteX71" fmla="*/ 1249680 w 1681861"/>
                <a:gd name="connsiteY71" fmla="*/ 103665 h 1531399"/>
                <a:gd name="connsiteX72" fmla="*/ 1522730 w 1681861"/>
                <a:gd name="connsiteY72" fmla="*/ 389796 h 1531399"/>
                <a:gd name="connsiteX73" fmla="*/ 1567561 w 1681861"/>
                <a:gd name="connsiteY73" fmla="*/ 335313 h 1531399"/>
                <a:gd name="connsiteX74" fmla="*/ 1522730 w 1681861"/>
                <a:gd name="connsiteY74" fmla="*/ 389796 h 1531399"/>
                <a:gd name="connsiteX75" fmla="*/ 378191 w 1681861"/>
                <a:gd name="connsiteY75" fmla="*/ 356072 h 1531399"/>
                <a:gd name="connsiteX76" fmla="*/ 198247 w 1681861"/>
                <a:gd name="connsiteY76" fmla="*/ 562643 h 1531399"/>
                <a:gd name="connsiteX77" fmla="*/ 221869 w 1681861"/>
                <a:gd name="connsiteY77" fmla="*/ 573057 h 1531399"/>
                <a:gd name="connsiteX78" fmla="*/ 262001 w 1681861"/>
                <a:gd name="connsiteY78" fmla="*/ 656242 h 1531399"/>
                <a:gd name="connsiteX79" fmla="*/ 231648 w 1681861"/>
                <a:gd name="connsiteY79" fmla="*/ 882556 h 1531399"/>
                <a:gd name="connsiteX80" fmla="*/ 196850 w 1681861"/>
                <a:gd name="connsiteY80" fmla="*/ 903384 h 1531399"/>
                <a:gd name="connsiteX81" fmla="*/ 310642 w 1681861"/>
                <a:gd name="connsiteY81" fmla="*/ 1004095 h 1531399"/>
                <a:gd name="connsiteX82" fmla="*/ 735076 w 1681861"/>
                <a:gd name="connsiteY82" fmla="*/ 1071405 h 1531399"/>
                <a:gd name="connsiteX83" fmla="*/ 985774 w 1681861"/>
                <a:gd name="connsiteY83" fmla="*/ 914433 h 1531399"/>
                <a:gd name="connsiteX84" fmla="*/ 991489 w 1681861"/>
                <a:gd name="connsiteY84" fmla="*/ 912147 h 1531399"/>
                <a:gd name="connsiteX85" fmla="*/ 941956 w 1681861"/>
                <a:gd name="connsiteY85" fmla="*/ 447656 h 1531399"/>
                <a:gd name="connsiteX86" fmla="*/ 655811 w 1681861"/>
                <a:gd name="connsiteY86" fmla="*/ 296327 h 1531399"/>
                <a:gd name="connsiteX87" fmla="*/ 372956 w 1681861"/>
                <a:gd name="connsiteY87" fmla="*/ 354815 h 1531399"/>
                <a:gd name="connsiteX88" fmla="*/ 1107186 w 1681861"/>
                <a:gd name="connsiteY88" fmla="*/ 448343 h 1531399"/>
                <a:gd name="connsiteX89" fmla="*/ 1530731 w 1681861"/>
                <a:gd name="connsiteY89" fmla="*/ 448216 h 1531399"/>
                <a:gd name="connsiteX90" fmla="*/ 1107186 w 1681861"/>
                <a:gd name="connsiteY90" fmla="*/ 448343 h 1531399"/>
                <a:gd name="connsiteX91" fmla="*/ 161417 w 1681861"/>
                <a:gd name="connsiteY91" fmla="*/ 591599 h 1531399"/>
                <a:gd name="connsiteX92" fmla="*/ 114554 w 1681861"/>
                <a:gd name="connsiteY92" fmla="*/ 808769 h 1531399"/>
                <a:gd name="connsiteX93" fmla="*/ 182499 w 1681861"/>
                <a:gd name="connsiteY93" fmla="*/ 880270 h 1531399"/>
                <a:gd name="connsiteX94" fmla="*/ 224917 w 1681861"/>
                <a:gd name="connsiteY94" fmla="*/ 844710 h 1531399"/>
                <a:gd name="connsiteX95" fmla="*/ 224536 w 1681861"/>
                <a:gd name="connsiteY95" fmla="*/ 621698 h 1531399"/>
                <a:gd name="connsiteX96" fmla="*/ 161417 w 1681861"/>
                <a:gd name="connsiteY96" fmla="*/ 591599 h 1531399"/>
                <a:gd name="connsiteX97" fmla="*/ 1039622 w 1681861"/>
                <a:gd name="connsiteY97" fmla="*/ 587916 h 1531399"/>
                <a:gd name="connsiteX98" fmla="*/ 1037717 w 1681861"/>
                <a:gd name="connsiteY98" fmla="*/ 881540 h 1531399"/>
                <a:gd name="connsiteX99" fmla="*/ 1039622 w 1681861"/>
                <a:gd name="connsiteY99" fmla="*/ 587916 h 1531399"/>
                <a:gd name="connsiteX100" fmla="*/ 1648333 w 1681861"/>
                <a:gd name="connsiteY100" fmla="*/ 974758 h 1531399"/>
                <a:gd name="connsiteX101" fmla="*/ 1654810 w 1681861"/>
                <a:gd name="connsiteY101" fmla="*/ 822739 h 1531399"/>
                <a:gd name="connsiteX102" fmla="*/ 1655191 w 1681861"/>
                <a:gd name="connsiteY102" fmla="*/ 684055 h 1531399"/>
                <a:gd name="connsiteX103" fmla="*/ 1654683 w 1681861"/>
                <a:gd name="connsiteY103" fmla="*/ 596044 h 1531399"/>
                <a:gd name="connsiteX104" fmla="*/ 1371092 w 1681861"/>
                <a:gd name="connsiteY104" fmla="*/ 936404 h 1531399"/>
                <a:gd name="connsiteX105" fmla="*/ 1249807 w 1681861"/>
                <a:gd name="connsiteY105" fmla="*/ 1048164 h 1531399"/>
                <a:gd name="connsiteX106" fmla="*/ 1261618 w 1681861"/>
                <a:gd name="connsiteY106" fmla="*/ 977806 h 1531399"/>
                <a:gd name="connsiteX107" fmla="*/ 1208151 w 1681861"/>
                <a:gd name="connsiteY107" fmla="*/ 990252 h 1531399"/>
                <a:gd name="connsiteX108" fmla="*/ 1338961 w 1681861"/>
                <a:gd name="connsiteY108" fmla="*/ 1202723 h 1531399"/>
                <a:gd name="connsiteX109" fmla="*/ 1462913 w 1681861"/>
                <a:gd name="connsiteY109" fmla="*/ 956470 h 1531399"/>
                <a:gd name="connsiteX110" fmla="*/ 1387475 w 1681861"/>
                <a:gd name="connsiteY110" fmla="*/ 1049434 h 1531399"/>
                <a:gd name="connsiteX111" fmla="*/ 1427988 w 1681861"/>
                <a:gd name="connsiteY111" fmla="*/ 943389 h 1531399"/>
                <a:gd name="connsiteX112" fmla="*/ 1371092 w 1681861"/>
                <a:gd name="connsiteY112" fmla="*/ 936404 h 1531399"/>
                <a:gd name="connsiteX113" fmla="*/ 1081532 w 1681861"/>
                <a:gd name="connsiteY113" fmla="*/ 1218471 h 1531399"/>
                <a:gd name="connsiteX114" fmla="*/ 1025652 w 1681861"/>
                <a:gd name="connsiteY114" fmla="*/ 1239172 h 1531399"/>
                <a:gd name="connsiteX115" fmla="*/ 1042035 w 1681861"/>
                <a:gd name="connsiteY115" fmla="*/ 1214534 h 1531399"/>
                <a:gd name="connsiteX116" fmla="*/ 913638 w 1681861"/>
                <a:gd name="connsiteY116" fmla="*/ 1136302 h 1531399"/>
                <a:gd name="connsiteX117" fmla="*/ 964057 w 1681861"/>
                <a:gd name="connsiteY117" fmla="*/ 1385222 h 1531399"/>
                <a:gd name="connsiteX118" fmla="*/ 1097915 w 1681861"/>
                <a:gd name="connsiteY118" fmla="*/ 1412781 h 1531399"/>
                <a:gd name="connsiteX119" fmla="*/ 1340866 w 1681861"/>
                <a:gd name="connsiteY119" fmla="*/ 1232060 h 1531399"/>
                <a:gd name="connsiteX120" fmla="*/ 1181608 w 1681861"/>
                <a:gd name="connsiteY120" fmla="*/ 1117506 h 1531399"/>
                <a:gd name="connsiteX121" fmla="*/ 1081532 w 1681861"/>
                <a:gd name="connsiteY121" fmla="*/ 1218471 h 1531399"/>
                <a:gd name="connsiteX0" fmla="*/ 1182497 w 1681861"/>
                <a:gd name="connsiteY0" fmla="*/ 39149 h 1531399"/>
                <a:gd name="connsiteX1" fmla="*/ 1312291 w 1681861"/>
                <a:gd name="connsiteY1" fmla="*/ 414 h 1531399"/>
                <a:gd name="connsiteX2" fmla="*/ 1447673 w 1681861"/>
                <a:gd name="connsiteY2" fmla="*/ 20861 h 1531399"/>
                <a:gd name="connsiteX3" fmla="*/ 1418463 w 1681861"/>
                <a:gd name="connsiteY3" fmla="*/ 104808 h 1531399"/>
                <a:gd name="connsiteX4" fmla="*/ 1417955 w 1681861"/>
                <a:gd name="connsiteY4" fmla="*/ 255938 h 1531399"/>
                <a:gd name="connsiteX5" fmla="*/ 1515999 w 1681861"/>
                <a:gd name="connsiteY5" fmla="*/ 329344 h 1531399"/>
                <a:gd name="connsiteX6" fmla="*/ 1592580 w 1681861"/>
                <a:gd name="connsiteY6" fmla="*/ 321470 h 1531399"/>
                <a:gd name="connsiteX7" fmla="*/ 1622933 w 1681861"/>
                <a:gd name="connsiteY7" fmla="*/ 427642 h 1531399"/>
                <a:gd name="connsiteX8" fmla="*/ 1559179 w 1681861"/>
                <a:gd name="connsiteY8" fmla="*/ 454947 h 1531399"/>
                <a:gd name="connsiteX9" fmla="*/ 1681861 w 1681861"/>
                <a:gd name="connsiteY9" fmla="*/ 599600 h 1531399"/>
                <a:gd name="connsiteX10" fmla="*/ 1681353 w 1681861"/>
                <a:gd name="connsiteY10" fmla="*/ 943643 h 1531399"/>
                <a:gd name="connsiteX11" fmla="*/ 1657731 w 1681861"/>
                <a:gd name="connsiteY11" fmla="*/ 1013874 h 1531399"/>
                <a:gd name="connsiteX12" fmla="*/ 1517142 w 1681861"/>
                <a:gd name="connsiteY12" fmla="*/ 1020859 h 1531399"/>
                <a:gd name="connsiteX13" fmla="*/ 1383030 w 1681861"/>
                <a:gd name="connsiteY13" fmla="*/ 1226726 h 1531399"/>
                <a:gd name="connsiteX14" fmla="*/ 1096137 w 1681861"/>
                <a:gd name="connsiteY14" fmla="*/ 1439070 h 1531399"/>
                <a:gd name="connsiteX15" fmla="*/ 969010 w 1681861"/>
                <a:gd name="connsiteY15" fmla="*/ 1417226 h 1531399"/>
                <a:gd name="connsiteX16" fmla="*/ 968375 w 1681861"/>
                <a:gd name="connsiteY16" fmla="*/ 1514000 h 1531399"/>
                <a:gd name="connsiteX17" fmla="*/ 957580 w 1681861"/>
                <a:gd name="connsiteY17" fmla="*/ 1526700 h 1531399"/>
                <a:gd name="connsiteX18" fmla="*/ 942721 w 1681861"/>
                <a:gd name="connsiteY18" fmla="*/ 1523906 h 1531399"/>
                <a:gd name="connsiteX19" fmla="*/ 940562 w 1681861"/>
                <a:gd name="connsiteY19" fmla="*/ 1420401 h 1531399"/>
                <a:gd name="connsiteX20" fmla="*/ 914908 w 1681861"/>
                <a:gd name="connsiteY20" fmla="*/ 1220630 h 1531399"/>
                <a:gd name="connsiteX21" fmla="*/ 854202 w 1681861"/>
                <a:gd name="connsiteY21" fmla="*/ 1107600 h 1531399"/>
                <a:gd name="connsiteX22" fmla="*/ 678561 w 1681861"/>
                <a:gd name="connsiteY22" fmla="*/ 1101504 h 1531399"/>
                <a:gd name="connsiteX23" fmla="*/ 448437 w 1681861"/>
                <a:gd name="connsiteY23" fmla="*/ 1083470 h 1531399"/>
                <a:gd name="connsiteX24" fmla="*/ 402209 w 1681861"/>
                <a:gd name="connsiteY24" fmla="*/ 1106330 h 1531399"/>
                <a:gd name="connsiteX25" fmla="*/ 338963 w 1681861"/>
                <a:gd name="connsiteY25" fmla="*/ 1126396 h 1531399"/>
                <a:gd name="connsiteX26" fmla="*/ 376047 w 1681861"/>
                <a:gd name="connsiteY26" fmla="*/ 1221773 h 1531399"/>
                <a:gd name="connsiteX27" fmla="*/ 342900 w 1681861"/>
                <a:gd name="connsiteY27" fmla="*/ 1353472 h 1531399"/>
                <a:gd name="connsiteX28" fmla="*/ 265811 w 1681861"/>
                <a:gd name="connsiteY28" fmla="*/ 1522128 h 1531399"/>
                <a:gd name="connsiteX29" fmla="*/ 240157 w 1681861"/>
                <a:gd name="connsiteY29" fmla="*/ 1525430 h 1531399"/>
                <a:gd name="connsiteX30" fmla="*/ 349377 w 1681861"/>
                <a:gd name="connsiteY30" fmla="*/ 1239553 h 1531399"/>
                <a:gd name="connsiteX31" fmla="*/ 311531 w 1681861"/>
                <a:gd name="connsiteY31" fmla="*/ 1137826 h 1531399"/>
                <a:gd name="connsiteX32" fmla="*/ 20955 w 1681861"/>
                <a:gd name="connsiteY32" fmla="*/ 1520858 h 1531399"/>
                <a:gd name="connsiteX33" fmla="*/ 0 w 1681861"/>
                <a:gd name="connsiteY33" fmla="*/ 1531399 h 1531399"/>
                <a:gd name="connsiteX34" fmla="*/ 133223 w 1681861"/>
                <a:gd name="connsiteY34" fmla="*/ 1265080 h 1531399"/>
                <a:gd name="connsiteX35" fmla="*/ 412369 w 1681861"/>
                <a:gd name="connsiteY35" fmla="*/ 1076104 h 1531399"/>
                <a:gd name="connsiteX36" fmla="*/ 198247 w 1681861"/>
                <a:gd name="connsiteY36" fmla="*/ 940214 h 1531399"/>
                <a:gd name="connsiteX37" fmla="*/ 101981 w 1681861"/>
                <a:gd name="connsiteY37" fmla="*/ 850298 h 1531399"/>
                <a:gd name="connsiteX38" fmla="*/ 175895 w 1681861"/>
                <a:gd name="connsiteY38" fmla="*/ 554896 h 1531399"/>
                <a:gd name="connsiteX39" fmla="*/ 379792 w 1681861"/>
                <a:gd name="connsiteY39" fmla="*/ 319338 h 1531399"/>
                <a:gd name="connsiteX40" fmla="*/ 672816 w 1681861"/>
                <a:gd name="connsiteY40" fmla="*/ 274568 h 1531399"/>
                <a:gd name="connsiteX41" fmla="*/ 972991 w 1681861"/>
                <a:gd name="connsiteY41" fmla="*/ 437128 h 1531399"/>
                <a:gd name="connsiteX42" fmla="*/ 1049655 w 1681861"/>
                <a:gd name="connsiteY42" fmla="*/ 573311 h 1531399"/>
                <a:gd name="connsiteX43" fmla="*/ 1114679 w 1681861"/>
                <a:gd name="connsiteY43" fmla="*/ 668561 h 1531399"/>
                <a:gd name="connsiteX44" fmla="*/ 1042924 w 1681861"/>
                <a:gd name="connsiteY44" fmla="*/ 898558 h 1531399"/>
                <a:gd name="connsiteX45" fmla="*/ 1025906 w 1681861"/>
                <a:gd name="connsiteY45" fmla="*/ 908464 h 1531399"/>
                <a:gd name="connsiteX46" fmla="*/ 832358 w 1681861"/>
                <a:gd name="connsiteY46" fmla="*/ 1071024 h 1531399"/>
                <a:gd name="connsiteX47" fmla="*/ 1063879 w 1681861"/>
                <a:gd name="connsiteY47" fmla="*/ 1201199 h 1531399"/>
                <a:gd name="connsiteX48" fmla="*/ 1164717 w 1681861"/>
                <a:gd name="connsiteY48" fmla="*/ 1088169 h 1531399"/>
                <a:gd name="connsiteX49" fmla="*/ 1175385 w 1681861"/>
                <a:gd name="connsiteY49" fmla="*/ 999396 h 1531399"/>
                <a:gd name="connsiteX50" fmla="*/ 1226693 w 1681861"/>
                <a:gd name="connsiteY50" fmla="*/ 946056 h 1531399"/>
                <a:gd name="connsiteX51" fmla="*/ 1282700 w 1681861"/>
                <a:gd name="connsiteY51" fmla="*/ 963455 h 1531399"/>
                <a:gd name="connsiteX52" fmla="*/ 1388745 w 1681861"/>
                <a:gd name="connsiteY52" fmla="*/ 904527 h 1531399"/>
                <a:gd name="connsiteX53" fmla="*/ 1489583 w 1681861"/>
                <a:gd name="connsiteY53" fmla="*/ 948723 h 1531399"/>
                <a:gd name="connsiteX54" fmla="*/ 1083183 w 1681861"/>
                <a:gd name="connsiteY54" fmla="*/ 442882 h 1531399"/>
                <a:gd name="connsiteX55" fmla="*/ 1224407 w 1681861"/>
                <a:gd name="connsiteY55" fmla="*/ 256192 h 1531399"/>
                <a:gd name="connsiteX56" fmla="*/ 1224407 w 1681861"/>
                <a:gd name="connsiteY56" fmla="*/ 107094 h 1531399"/>
                <a:gd name="connsiteX57" fmla="*/ 1217930 w 1681861"/>
                <a:gd name="connsiteY57" fmla="*/ 33307 h 1531399"/>
                <a:gd name="connsiteX58" fmla="*/ 1235710 w 1681861"/>
                <a:gd name="connsiteY58" fmla="*/ 80932 h 1531399"/>
                <a:gd name="connsiteX59" fmla="*/ 1415161 w 1681861"/>
                <a:gd name="connsiteY59" fmla="*/ 77122 h 1531399"/>
                <a:gd name="connsiteX60" fmla="*/ 1427353 w 1681861"/>
                <a:gd name="connsiteY60" fmla="*/ 31148 h 1531399"/>
                <a:gd name="connsiteX61" fmla="*/ 1217930 w 1681861"/>
                <a:gd name="connsiteY61" fmla="*/ 33307 h 1531399"/>
                <a:gd name="connsiteX62" fmla="*/ 1249680 w 1681861"/>
                <a:gd name="connsiteY62" fmla="*/ 103665 h 1531399"/>
                <a:gd name="connsiteX63" fmla="*/ 1249807 w 1681861"/>
                <a:gd name="connsiteY63" fmla="*/ 153703 h 1531399"/>
                <a:gd name="connsiteX64" fmla="*/ 1249934 w 1681861"/>
                <a:gd name="connsiteY64" fmla="*/ 272067 h 1531399"/>
                <a:gd name="connsiteX65" fmla="*/ 1111631 w 1681861"/>
                <a:gd name="connsiteY65" fmla="*/ 422435 h 1531399"/>
                <a:gd name="connsiteX66" fmla="*/ 1502918 w 1681861"/>
                <a:gd name="connsiteY66" fmla="*/ 423070 h 1531399"/>
                <a:gd name="connsiteX67" fmla="*/ 1498473 w 1681861"/>
                <a:gd name="connsiteY67" fmla="*/ 350299 h 1531399"/>
                <a:gd name="connsiteX68" fmla="*/ 1391920 w 1681861"/>
                <a:gd name="connsiteY68" fmla="*/ 155354 h 1531399"/>
                <a:gd name="connsiteX69" fmla="*/ 1392047 w 1681861"/>
                <a:gd name="connsiteY69" fmla="*/ 104173 h 1531399"/>
                <a:gd name="connsiteX70" fmla="*/ 1249680 w 1681861"/>
                <a:gd name="connsiteY70" fmla="*/ 103665 h 1531399"/>
                <a:gd name="connsiteX71" fmla="*/ 1522730 w 1681861"/>
                <a:gd name="connsiteY71" fmla="*/ 389796 h 1531399"/>
                <a:gd name="connsiteX72" fmla="*/ 1567561 w 1681861"/>
                <a:gd name="connsiteY72" fmla="*/ 335313 h 1531399"/>
                <a:gd name="connsiteX73" fmla="*/ 1522730 w 1681861"/>
                <a:gd name="connsiteY73" fmla="*/ 389796 h 1531399"/>
                <a:gd name="connsiteX74" fmla="*/ 378191 w 1681861"/>
                <a:gd name="connsiteY74" fmla="*/ 356072 h 1531399"/>
                <a:gd name="connsiteX75" fmla="*/ 198247 w 1681861"/>
                <a:gd name="connsiteY75" fmla="*/ 562643 h 1531399"/>
                <a:gd name="connsiteX76" fmla="*/ 221869 w 1681861"/>
                <a:gd name="connsiteY76" fmla="*/ 573057 h 1531399"/>
                <a:gd name="connsiteX77" fmla="*/ 262001 w 1681861"/>
                <a:gd name="connsiteY77" fmla="*/ 656242 h 1531399"/>
                <a:gd name="connsiteX78" fmla="*/ 231648 w 1681861"/>
                <a:gd name="connsiteY78" fmla="*/ 882556 h 1531399"/>
                <a:gd name="connsiteX79" fmla="*/ 196850 w 1681861"/>
                <a:gd name="connsiteY79" fmla="*/ 903384 h 1531399"/>
                <a:gd name="connsiteX80" fmla="*/ 310642 w 1681861"/>
                <a:gd name="connsiteY80" fmla="*/ 1004095 h 1531399"/>
                <a:gd name="connsiteX81" fmla="*/ 735076 w 1681861"/>
                <a:gd name="connsiteY81" fmla="*/ 1071405 h 1531399"/>
                <a:gd name="connsiteX82" fmla="*/ 985774 w 1681861"/>
                <a:gd name="connsiteY82" fmla="*/ 914433 h 1531399"/>
                <a:gd name="connsiteX83" fmla="*/ 991489 w 1681861"/>
                <a:gd name="connsiteY83" fmla="*/ 912147 h 1531399"/>
                <a:gd name="connsiteX84" fmla="*/ 941956 w 1681861"/>
                <a:gd name="connsiteY84" fmla="*/ 447656 h 1531399"/>
                <a:gd name="connsiteX85" fmla="*/ 655811 w 1681861"/>
                <a:gd name="connsiteY85" fmla="*/ 296327 h 1531399"/>
                <a:gd name="connsiteX86" fmla="*/ 372956 w 1681861"/>
                <a:gd name="connsiteY86" fmla="*/ 354815 h 1531399"/>
                <a:gd name="connsiteX87" fmla="*/ 1107186 w 1681861"/>
                <a:gd name="connsiteY87" fmla="*/ 448343 h 1531399"/>
                <a:gd name="connsiteX88" fmla="*/ 1530731 w 1681861"/>
                <a:gd name="connsiteY88" fmla="*/ 448216 h 1531399"/>
                <a:gd name="connsiteX89" fmla="*/ 1107186 w 1681861"/>
                <a:gd name="connsiteY89" fmla="*/ 448343 h 1531399"/>
                <a:gd name="connsiteX90" fmla="*/ 161417 w 1681861"/>
                <a:gd name="connsiteY90" fmla="*/ 591599 h 1531399"/>
                <a:gd name="connsiteX91" fmla="*/ 114554 w 1681861"/>
                <a:gd name="connsiteY91" fmla="*/ 808769 h 1531399"/>
                <a:gd name="connsiteX92" fmla="*/ 182499 w 1681861"/>
                <a:gd name="connsiteY92" fmla="*/ 880270 h 1531399"/>
                <a:gd name="connsiteX93" fmla="*/ 224917 w 1681861"/>
                <a:gd name="connsiteY93" fmla="*/ 844710 h 1531399"/>
                <a:gd name="connsiteX94" fmla="*/ 224536 w 1681861"/>
                <a:gd name="connsiteY94" fmla="*/ 621698 h 1531399"/>
                <a:gd name="connsiteX95" fmla="*/ 161417 w 1681861"/>
                <a:gd name="connsiteY95" fmla="*/ 591599 h 1531399"/>
                <a:gd name="connsiteX96" fmla="*/ 1039622 w 1681861"/>
                <a:gd name="connsiteY96" fmla="*/ 587916 h 1531399"/>
                <a:gd name="connsiteX97" fmla="*/ 1037717 w 1681861"/>
                <a:gd name="connsiteY97" fmla="*/ 881540 h 1531399"/>
                <a:gd name="connsiteX98" fmla="*/ 1039622 w 1681861"/>
                <a:gd name="connsiteY98" fmla="*/ 587916 h 1531399"/>
                <a:gd name="connsiteX99" fmla="*/ 1648333 w 1681861"/>
                <a:gd name="connsiteY99" fmla="*/ 974758 h 1531399"/>
                <a:gd name="connsiteX100" fmla="*/ 1654810 w 1681861"/>
                <a:gd name="connsiteY100" fmla="*/ 822739 h 1531399"/>
                <a:gd name="connsiteX101" fmla="*/ 1655191 w 1681861"/>
                <a:gd name="connsiteY101" fmla="*/ 684055 h 1531399"/>
                <a:gd name="connsiteX102" fmla="*/ 1654683 w 1681861"/>
                <a:gd name="connsiteY102" fmla="*/ 596044 h 1531399"/>
                <a:gd name="connsiteX103" fmla="*/ 1371092 w 1681861"/>
                <a:gd name="connsiteY103" fmla="*/ 936404 h 1531399"/>
                <a:gd name="connsiteX104" fmla="*/ 1249807 w 1681861"/>
                <a:gd name="connsiteY104" fmla="*/ 1048164 h 1531399"/>
                <a:gd name="connsiteX105" fmla="*/ 1261618 w 1681861"/>
                <a:gd name="connsiteY105" fmla="*/ 977806 h 1531399"/>
                <a:gd name="connsiteX106" fmla="*/ 1208151 w 1681861"/>
                <a:gd name="connsiteY106" fmla="*/ 990252 h 1531399"/>
                <a:gd name="connsiteX107" fmla="*/ 1338961 w 1681861"/>
                <a:gd name="connsiteY107" fmla="*/ 1202723 h 1531399"/>
                <a:gd name="connsiteX108" fmla="*/ 1462913 w 1681861"/>
                <a:gd name="connsiteY108" fmla="*/ 956470 h 1531399"/>
                <a:gd name="connsiteX109" fmla="*/ 1387475 w 1681861"/>
                <a:gd name="connsiteY109" fmla="*/ 1049434 h 1531399"/>
                <a:gd name="connsiteX110" fmla="*/ 1427988 w 1681861"/>
                <a:gd name="connsiteY110" fmla="*/ 943389 h 1531399"/>
                <a:gd name="connsiteX111" fmla="*/ 1371092 w 1681861"/>
                <a:gd name="connsiteY111" fmla="*/ 936404 h 1531399"/>
                <a:gd name="connsiteX112" fmla="*/ 1081532 w 1681861"/>
                <a:gd name="connsiteY112" fmla="*/ 1218471 h 1531399"/>
                <a:gd name="connsiteX113" fmla="*/ 1025652 w 1681861"/>
                <a:gd name="connsiteY113" fmla="*/ 1239172 h 1531399"/>
                <a:gd name="connsiteX114" fmla="*/ 1042035 w 1681861"/>
                <a:gd name="connsiteY114" fmla="*/ 1214534 h 1531399"/>
                <a:gd name="connsiteX115" fmla="*/ 913638 w 1681861"/>
                <a:gd name="connsiteY115" fmla="*/ 1136302 h 1531399"/>
                <a:gd name="connsiteX116" fmla="*/ 964057 w 1681861"/>
                <a:gd name="connsiteY116" fmla="*/ 1385222 h 1531399"/>
                <a:gd name="connsiteX117" fmla="*/ 1097915 w 1681861"/>
                <a:gd name="connsiteY117" fmla="*/ 1412781 h 1531399"/>
                <a:gd name="connsiteX118" fmla="*/ 1340866 w 1681861"/>
                <a:gd name="connsiteY118" fmla="*/ 1232060 h 1531399"/>
                <a:gd name="connsiteX119" fmla="*/ 1181608 w 1681861"/>
                <a:gd name="connsiteY119" fmla="*/ 1117506 h 1531399"/>
                <a:gd name="connsiteX120" fmla="*/ 1081532 w 1681861"/>
                <a:gd name="connsiteY120" fmla="*/ 1218471 h 1531399"/>
                <a:gd name="connsiteX0" fmla="*/ 1182497 w 1681861"/>
                <a:gd name="connsiteY0" fmla="*/ 21003 h 1513253"/>
                <a:gd name="connsiteX1" fmla="*/ 1447673 w 1681861"/>
                <a:gd name="connsiteY1" fmla="*/ 2715 h 1513253"/>
                <a:gd name="connsiteX2" fmla="*/ 1418463 w 1681861"/>
                <a:gd name="connsiteY2" fmla="*/ 86662 h 1513253"/>
                <a:gd name="connsiteX3" fmla="*/ 1417955 w 1681861"/>
                <a:gd name="connsiteY3" fmla="*/ 237792 h 1513253"/>
                <a:gd name="connsiteX4" fmla="*/ 1515999 w 1681861"/>
                <a:gd name="connsiteY4" fmla="*/ 311198 h 1513253"/>
                <a:gd name="connsiteX5" fmla="*/ 1592580 w 1681861"/>
                <a:gd name="connsiteY5" fmla="*/ 303324 h 1513253"/>
                <a:gd name="connsiteX6" fmla="*/ 1622933 w 1681861"/>
                <a:gd name="connsiteY6" fmla="*/ 409496 h 1513253"/>
                <a:gd name="connsiteX7" fmla="*/ 1559179 w 1681861"/>
                <a:gd name="connsiteY7" fmla="*/ 436801 h 1513253"/>
                <a:gd name="connsiteX8" fmla="*/ 1681861 w 1681861"/>
                <a:gd name="connsiteY8" fmla="*/ 581454 h 1513253"/>
                <a:gd name="connsiteX9" fmla="*/ 1681353 w 1681861"/>
                <a:gd name="connsiteY9" fmla="*/ 925497 h 1513253"/>
                <a:gd name="connsiteX10" fmla="*/ 1657731 w 1681861"/>
                <a:gd name="connsiteY10" fmla="*/ 995728 h 1513253"/>
                <a:gd name="connsiteX11" fmla="*/ 1517142 w 1681861"/>
                <a:gd name="connsiteY11" fmla="*/ 1002713 h 1513253"/>
                <a:gd name="connsiteX12" fmla="*/ 1383030 w 1681861"/>
                <a:gd name="connsiteY12" fmla="*/ 1208580 h 1513253"/>
                <a:gd name="connsiteX13" fmla="*/ 1096137 w 1681861"/>
                <a:gd name="connsiteY13" fmla="*/ 1420924 h 1513253"/>
                <a:gd name="connsiteX14" fmla="*/ 969010 w 1681861"/>
                <a:gd name="connsiteY14" fmla="*/ 1399080 h 1513253"/>
                <a:gd name="connsiteX15" fmla="*/ 968375 w 1681861"/>
                <a:gd name="connsiteY15" fmla="*/ 1495854 h 1513253"/>
                <a:gd name="connsiteX16" fmla="*/ 957580 w 1681861"/>
                <a:gd name="connsiteY16" fmla="*/ 1508554 h 1513253"/>
                <a:gd name="connsiteX17" fmla="*/ 942721 w 1681861"/>
                <a:gd name="connsiteY17" fmla="*/ 1505760 h 1513253"/>
                <a:gd name="connsiteX18" fmla="*/ 940562 w 1681861"/>
                <a:gd name="connsiteY18" fmla="*/ 1402255 h 1513253"/>
                <a:gd name="connsiteX19" fmla="*/ 914908 w 1681861"/>
                <a:gd name="connsiteY19" fmla="*/ 1202484 h 1513253"/>
                <a:gd name="connsiteX20" fmla="*/ 854202 w 1681861"/>
                <a:gd name="connsiteY20" fmla="*/ 1089454 h 1513253"/>
                <a:gd name="connsiteX21" fmla="*/ 678561 w 1681861"/>
                <a:gd name="connsiteY21" fmla="*/ 1083358 h 1513253"/>
                <a:gd name="connsiteX22" fmla="*/ 448437 w 1681861"/>
                <a:gd name="connsiteY22" fmla="*/ 1065324 h 1513253"/>
                <a:gd name="connsiteX23" fmla="*/ 402209 w 1681861"/>
                <a:gd name="connsiteY23" fmla="*/ 1088184 h 1513253"/>
                <a:gd name="connsiteX24" fmla="*/ 338963 w 1681861"/>
                <a:gd name="connsiteY24" fmla="*/ 1108250 h 1513253"/>
                <a:gd name="connsiteX25" fmla="*/ 376047 w 1681861"/>
                <a:gd name="connsiteY25" fmla="*/ 1203627 h 1513253"/>
                <a:gd name="connsiteX26" fmla="*/ 342900 w 1681861"/>
                <a:gd name="connsiteY26" fmla="*/ 1335326 h 1513253"/>
                <a:gd name="connsiteX27" fmla="*/ 265811 w 1681861"/>
                <a:gd name="connsiteY27" fmla="*/ 1503982 h 1513253"/>
                <a:gd name="connsiteX28" fmla="*/ 240157 w 1681861"/>
                <a:gd name="connsiteY28" fmla="*/ 1507284 h 1513253"/>
                <a:gd name="connsiteX29" fmla="*/ 349377 w 1681861"/>
                <a:gd name="connsiteY29" fmla="*/ 1221407 h 1513253"/>
                <a:gd name="connsiteX30" fmla="*/ 311531 w 1681861"/>
                <a:gd name="connsiteY30" fmla="*/ 1119680 h 1513253"/>
                <a:gd name="connsiteX31" fmla="*/ 20955 w 1681861"/>
                <a:gd name="connsiteY31" fmla="*/ 1502712 h 1513253"/>
                <a:gd name="connsiteX32" fmla="*/ 0 w 1681861"/>
                <a:gd name="connsiteY32" fmla="*/ 1513253 h 1513253"/>
                <a:gd name="connsiteX33" fmla="*/ 133223 w 1681861"/>
                <a:gd name="connsiteY33" fmla="*/ 1246934 h 1513253"/>
                <a:gd name="connsiteX34" fmla="*/ 412369 w 1681861"/>
                <a:gd name="connsiteY34" fmla="*/ 1057958 h 1513253"/>
                <a:gd name="connsiteX35" fmla="*/ 198247 w 1681861"/>
                <a:gd name="connsiteY35" fmla="*/ 922068 h 1513253"/>
                <a:gd name="connsiteX36" fmla="*/ 101981 w 1681861"/>
                <a:gd name="connsiteY36" fmla="*/ 832152 h 1513253"/>
                <a:gd name="connsiteX37" fmla="*/ 175895 w 1681861"/>
                <a:gd name="connsiteY37" fmla="*/ 536750 h 1513253"/>
                <a:gd name="connsiteX38" fmla="*/ 379792 w 1681861"/>
                <a:gd name="connsiteY38" fmla="*/ 301192 h 1513253"/>
                <a:gd name="connsiteX39" fmla="*/ 672816 w 1681861"/>
                <a:gd name="connsiteY39" fmla="*/ 256422 h 1513253"/>
                <a:gd name="connsiteX40" fmla="*/ 972991 w 1681861"/>
                <a:gd name="connsiteY40" fmla="*/ 418982 h 1513253"/>
                <a:gd name="connsiteX41" fmla="*/ 1049655 w 1681861"/>
                <a:gd name="connsiteY41" fmla="*/ 555165 h 1513253"/>
                <a:gd name="connsiteX42" fmla="*/ 1114679 w 1681861"/>
                <a:gd name="connsiteY42" fmla="*/ 650415 h 1513253"/>
                <a:gd name="connsiteX43" fmla="*/ 1042924 w 1681861"/>
                <a:gd name="connsiteY43" fmla="*/ 880412 h 1513253"/>
                <a:gd name="connsiteX44" fmla="*/ 1025906 w 1681861"/>
                <a:gd name="connsiteY44" fmla="*/ 890318 h 1513253"/>
                <a:gd name="connsiteX45" fmla="*/ 832358 w 1681861"/>
                <a:gd name="connsiteY45" fmla="*/ 1052878 h 1513253"/>
                <a:gd name="connsiteX46" fmla="*/ 1063879 w 1681861"/>
                <a:gd name="connsiteY46" fmla="*/ 1183053 h 1513253"/>
                <a:gd name="connsiteX47" fmla="*/ 1164717 w 1681861"/>
                <a:gd name="connsiteY47" fmla="*/ 1070023 h 1513253"/>
                <a:gd name="connsiteX48" fmla="*/ 1175385 w 1681861"/>
                <a:gd name="connsiteY48" fmla="*/ 981250 h 1513253"/>
                <a:gd name="connsiteX49" fmla="*/ 1226693 w 1681861"/>
                <a:gd name="connsiteY49" fmla="*/ 927910 h 1513253"/>
                <a:gd name="connsiteX50" fmla="*/ 1282700 w 1681861"/>
                <a:gd name="connsiteY50" fmla="*/ 945309 h 1513253"/>
                <a:gd name="connsiteX51" fmla="*/ 1388745 w 1681861"/>
                <a:gd name="connsiteY51" fmla="*/ 886381 h 1513253"/>
                <a:gd name="connsiteX52" fmla="*/ 1489583 w 1681861"/>
                <a:gd name="connsiteY52" fmla="*/ 930577 h 1513253"/>
                <a:gd name="connsiteX53" fmla="*/ 1083183 w 1681861"/>
                <a:gd name="connsiteY53" fmla="*/ 424736 h 1513253"/>
                <a:gd name="connsiteX54" fmla="*/ 1224407 w 1681861"/>
                <a:gd name="connsiteY54" fmla="*/ 238046 h 1513253"/>
                <a:gd name="connsiteX55" fmla="*/ 1224407 w 1681861"/>
                <a:gd name="connsiteY55" fmla="*/ 88948 h 1513253"/>
                <a:gd name="connsiteX56" fmla="*/ 1217930 w 1681861"/>
                <a:gd name="connsiteY56" fmla="*/ 15161 h 1513253"/>
                <a:gd name="connsiteX57" fmla="*/ 1235710 w 1681861"/>
                <a:gd name="connsiteY57" fmla="*/ 62786 h 1513253"/>
                <a:gd name="connsiteX58" fmla="*/ 1415161 w 1681861"/>
                <a:gd name="connsiteY58" fmla="*/ 58976 h 1513253"/>
                <a:gd name="connsiteX59" fmla="*/ 1427353 w 1681861"/>
                <a:gd name="connsiteY59" fmla="*/ 13002 h 1513253"/>
                <a:gd name="connsiteX60" fmla="*/ 1217930 w 1681861"/>
                <a:gd name="connsiteY60" fmla="*/ 15161 h 1513253"/>
                <a:gd name="connsiteX61" fmla="*/ 1249680 w 1681861"/>
                <a:gd name="connsiteY61" fmla="*/ 85519 h 1513253"/>
                <a:gd name="connsiteX62" fmla="*/ 1249807 w 1681861"/>
                <a:gd name="connsiteY62" fmla="*/ 135557 h 1513253"/>
                <a:gd name="connsiteX63" fmla="*/ 1249934 w 1681861"/>
                <a:gd name="connsiteY63" fmla="*/ 253921 h 1513253"/>
                <a:gd name="connsiteX64" fmla="*/ 1111631 w 1681861"/>
                <a:gd name="connsiteY64" fmla="*/ 404289 h 1513253"/>
                <a:gd name="connsiteX65" fmla="*/ 1502918 w 1681861"/>
                <a:gd name="connsiteY65" fmla="*/ 404924 h 1513253"/>
                <a:gd name="connsiteX66" fmla="*/ 1498473 w 1681861"/>
                <a:gd name="connsiteY66" fmla="*/ 332153 h 1513253"/>
                <a:gd name="connsiteX67" fmla="*/ 1391920 w 1681861"/>
                <a:gd name="connsiteY67" fmla="*/ 137208 h 1513253"/>
                <a:gd name="connsiteX68" fmla="*/ 1392047 w 1681861"/>
                <a:gd name="connsiteY68" fmla="*/ 86027 h 1513253"/>
                <a:gd name="connsiteX69" fmla="*/ 1249680 w 1681861"/>
                <a:gd name="connsiteY69" fmla="*/ 85519 h 1513253"/>
                <a:gd name="connsiteX70" fmla="*/ 1522730 w 1681861"/>
                <a:gd name="connsiteY70" fmla="*/ 371650 h 1513253"/>
                <a:gd name="connsiteX71" fmla="*/ 1567561 w 1681861"/>
                <a:gd name="connsiteY71" fmla="*/ 317167 h 1513253"/>
                <a:gd name="connsiteX72" fmla="*/ 1522730 w 1681861"/>
                <a:gd name="connsiteY72" fmla="*/ 371650 h 1513253"/>
                <a:gd name="connsiteX73" fmla="*/ 378191 w 1681861"/>
                <a:gd name="connsiteY73" fmla="*/ 337926 h 1513253"/>
                <a:gd name="connsiteX74" fmla="*/ 198247 w 1681861"/>
                <a:gd name="connsiteY74" fmla="*/ 544497 h 1513253"/>
                <a:gd name="connsiteX75" fmla="*/ 221869 w 1681861"/>
                <a:gd name="connsiteY75" fmla="*/ 554911 h 1513253"/>
                <a:gd name="connsiteX76" fmla="*/ 262001 w 1681861"/>
                <a:gd name="connsiteY76" fmla="*/ 638096 h 1513253"/>
                <a:gd name="connsiteX77" fmla="*/ 231648 w 1681861"/>
                <a:gd name="connsiteY77" fmla="*/ 864410 h 1513253"/>
                <a:gd name="connsiteX78" fmla="*/ 196850 w 1681861"/>
                <a:gd name="connsiteY78" fmla="*/ 885238 h 1513253"/>
                <a:gd name="connsiteX79" fmla="*/ 310642 w 1681861"/>
                <a:gd name="connsiteY79" fmla="*/ 985949 h 1513253"/>
                <a:gd name="connsiteX80" fmla="*/ 735076 w 1681861"/>
                <a:gd name="connsiteY80" fmla="*/ 1053259 h 1513253"/>
                <a:gd name="connsiteX81" fmla="*/ 985774 w 1681861"/>
                <a:gd name="connsiteY81" fmla="*/ 896287 h 1513253"/>
                <a:gd name="connsiteX82" fmla="*/ 991489 w 1681861"/>
                <a:gd name="connsiteY82" fmla="*/ 894001 h 1513253"/>
                <a:gd name="connsiteX83" fmla="*/ 941956 w 1681861"/>
                <a:gd name="connsiteY83" fmla="*/ 429510 h 1513253"/>
                <a:gd name="connsiteX84" fmla="*/ 655811 w 1681861"/>
                <a:gd name="connsiteY84" fmla="*/ 278181 h 1513253"/>
                <a:gd name="connsiteX85" fmla="*/ 372956 w 1681861"/>
                <a:gd name="connsiteY85" fmla="*/ 336669 h 1513253"/>
                <a:gd name="connsiteX86" fmla="*/ 1107186 w 1681861"/>
                <a:gd name="connsiteY86" fmla="*/ 430197 h 1513253"/>
                <a:gd name="connsiteX87" fmla="*/ 1530731 w 1681861"/>
                <a:gd name="connsiteY87" fmla="*/ 430070 h 1513253"/>
                <a:gd name="connsiteX88" fmla="*/ 1107186 w 1681861"/>
                <a:gd name="connsiteY88" fmla="*/ 430197 h 1513253"/>
                <a:gd name="connsiteX89" fmla="*/ 161417 w 1681861"/>
                <a:gd name="connsiteY89" fmla="*/ 573453 h 1513253"/>
                <a:gd name="connsiteX90" fmla="*/ 114554 w 1681861"/>
                <a:gd name="connsiteY90" fmla="*/ 790623 h 1513253"/>
                <a:gd name="connsiteX91" fmla="*/ 182499 w 1681861"/>
                <a:gd name="connsiteY91" fmla="*/ 862124 h 1513253"/>
                <a:gd name="connsiteX92" fmla="*/ 224917 w 1681861"/>
                <a:gd name="connsiteY92" fmla="*/ 826564 h 1513253"/>
                <a:gd name="connsiteX93" fmla="*/ 224536 w 1681861"/>
                <a:gd name="connsiteY93" fmla="*/ 603552 h 1513253"/>
                <a:gd name="connsiteX94" fmla="*/ 161417 w 1681861"/>
                <a:gd name="connsiteY94" fmla="*/ 573453 h 1513253"/>
                <a:gd name="connsiteX95" fmla="*/ 1039622 w 1681861"/>
                <a:gd name="connsiteY95" fmla="*/ 569770 h 1513253"/>
                <a:gd name="connsiteX96" fmla="*/ 1037717 w 1681861"/>
                <a:gd name="connsiteY96" fmla="*/ 863394 h 1513253"/>
                <a:gd name="connsiteX97" fmla="*/ 1039622 w 1681861"/>
                <a:gd name="connsiteY97" fmla="*/ 569770 h 1513253"/>
                <a:gd name="connsiteX98" fmla="*/ 1648333 w 1681861"/>
                <a:gd name="connsiteY98" fmla="*/ 956612 h 1513253"/>
                <a:gd name="connsiteX99" fmla="*/ 1654810 w 1681861"/>
                <a:gd name="connsiteY99" fmla="*/ 804593 h 1513253"/>
                <a:gd name="connsiteX100" fmla="*/ 1655191 w 1681861"/>
                <a:gd name="connsiteY100" fmla="*/ 665909 h 1513253"/>
                <a:gd name="connsiteX101" fmla="*/ 1654683 w 1681861"/>
                <a:gd name="connsiteY101" fmla="*/ 577898 h 1513253"/>
                <a:gd name="connsiteX102" fmla="*/ 1371092 w 1681861"/>
                <a:gd name="connsiteY102" fmla="*/ 918258 h 1513253"/>
                <a:gd name="connsiteX103" fmla="*/ 1249807 w 1681861"/>
                <a:gd name="connsiteY103" fmla="*/ 1030018 h 1513253"/>
                <a:gd name="connsiteX104" fmla="*/ 1261618 w 1681861"/>
                <a:gd name="connsiteY104" fmla="*/ 959660 h 1513253"/>
                <a:gd name="connsiteX105" fmla="*/ 1208151 w 1681861"/>
                <a:gd name="connsiteY105" fmla="*/ 972106 h 1513253"/>
                <a:gd name="connsiteX106" fmla="*/ 1338961 w 1681861"/>
                <a:gd name="connsiteY106" fmla="*/ 1184577 h 1513253"/>
                <a:gd name="connsiteX107" fmla="*/ 1462913 w 1681861"/>
                <a:gd name="connsiteY107" fmla="*/ 938324 h 1513253"/>
                <a:gd name="connsiteX108" fmla="*/ 1387475 w 1681861"/>
                <a:gd name="connsiteY108" fmla="*/ 1031288 h 1513253"/>
                <a:gd name="connsiteX109" fmla="*/ 1427988 w 1681861"/>
                <a:gd name="connsiteY109" fmla="*/ 925243 h 1513253"/>
                <a:gd name="connsiteX110" fmla="*/ 1371092 w 1681861"/>
                <a:gd name="connsiteY110" fmla="*/ 918258 h 1513253"/>
                <a:gd name="connsiteX111" fmla="*/ 1081532 w 1681861"/>
                <a:gd name="connsiteY111" fmla="*/ 1200325 h 1513253"/>
                <a:gd name="connsiteX112" fmla="*/ 1025652 w 1681861"/>
                <a:gd name="connsiteY112" fmla="*/ 1221026 h 1513253"/>
                <a:gd name="connsiteX113" fmla="*/ 1042035 w 1681861"/>
                <a:gd name="connsiteY113" fmla="*/ 1196388 h 1513253"/>
                <a:gd name="connsiteX114" fmla="*/ 913638 w 1681861"/>
                <a:gd name="connsiteY114" fmla="*/ 1118156 h 1513253"/>
                <a:gd name="connsiteX115" fmla="*/ 964057 w 1681861"/>
                <a:gd name="connsiteY115" fmla="*/ 1367076 h 1513253"/>
                <a:gd name="connsiteX116" fmla="*/ 1097915 w 1681861"/>
                <a:gd name="connsiteY116" fmla="*/ 1394635 h 1513253"/>
                <a:gd name="connsiteX117" fmla="*/ 1340866 w 1681861"/>
                <a:gd name="connsiteY117" fmla="*/ 1213914 h 1513253"/>
                <a:gd name="connsiteX118" fmla="*/ 1181608 w 1681861"/>
                <a:gd name="connsiteY118" fmla="*/ 1099360 h 1513253"/>
                <a:gd name="connsiteX119" fmla="*/ 1081532 w 1681861"/>
                <a:gd name="connsiteY119" fmla="*/ 1200325 h 1513253"/>
                <a:gd name="connsiteX0" fmla="*/ 1182497 w 1681861"/>
                <a:gd name="connsiteY0" fmla="*/ 21003 h 1513253"/>
                <a:gd name="connsiteX1" fmla="*/ 1447673 w 1681861"/>
                <a:gd name="connsiteY1" fmla="*/ 2715 h 1513253"/>
                <a:gd name="connsiteX2" fmla="*/ 1418463 w 1681861"/>
                <a:gd name="connsiteY2" fmla="*/ 86662 h 1513253"/>
                <a:gd name="connsiteX3" fmla="*/ 1417955 w 1681861"/>
                <a:gd name="connsiteY3" fmla="*/ 237792 h 1513253"/>
                <a:gd name="connsiteX4" fmla="*/ 1515999 w 1681861"/>
                <a:gd name="connsiteY4" fmla="*/ 311198 h 1513253"/>
                <a:gd name="connsiteX5" fmla="*/ 1592580 w 1681861"/>
                <a:gd name="connsiteY5" fmla="*/ 303324 h 1513253"/>
                <a:gd name="connsiteX6" fmla="*/ 1622933 w 1681861"/>
                <a:gd name="connsiteY6" fmla="*/ 409496 h 1513253"/>
                <a:gd name="connsiteX7" fmla="*/ 1559179 w 1681861"/>
                <a:gd name="connsiteY7" fmla="*/ 436801 h 1513253"/>
                <a:gd name="connsiteX8" fmla="*/ 1681861 w 1681861"/>
                <a:gd name="connsiteY8" fmla="*/ 581454 h 1513253"/>
                <a:gd name="connsiteX9" fmla="*/ 1681353 w 1681861"/>
                <a:gd name="connsiteY9" fmla="*/ 925497 h 1513253"/>
                <a:gd name="connsiteX10" fmla="*/ 1657731 w 1681861"/>
                <a:gd name="connsiteY10" fmla="*/ 995728 h 1513253"/>
                <a:gd name="connsiteX11" fmla="*/ 1517142 w 1681861"/>
                <a:gd name="connsiteY11" fmla="*/ 1002713 h 1513253"/>
                <a:gd name="connsiteX12" fmla="*/ 1383030 w 1681861"/>
                <a:gd name="connsiteY12" fmla="*/ 1208580 h 1513253"/>
                <a:gd name="connsiteX13" fmla="*/ 1096137 w 1681861"/>
                <a:gd name="connsiteY13" fmla="*/ 1420924 h 1513253"/>
                <a:gd name="connsiteX14" fmla="*/ 969010 w 1681861"/>
                <a:gd name="connsiteY14" fmla="*/ 1399080 h 1513253"/>
                <a:gd name="connsiteX15" fmla="*/ 968375 w 1681861"/>
                <a:gd name="connsiteY15" fmla="*/ 1495854 h 1513253"/>
                <a:gd name="connsiteX16" fmla="*/ 957580 w 1681861"/>
                <a:gd name="connsiteY16" fmla="*/ 1508554 h 1513253"/>
                <a:gd name="connsiteX17" fmla="*/ 942721 w 1681861"/>
                <a:gd name="connsiteY17" fmla="*/ 1505760 h 1513253"/>
                <a:gd name="connsiteX18" fmla="*/ 940562 w 1681861"/>
                <a:gd name="connsiteY18" fmla="*/ 1402255 h 1513253"/>
                <a:gd name="connsiteX19" fmla="*/ 914908 w 1681861"/>
                <a:gd name="connsiteY19" fmla="*/ 1202484 h 1513253"/>
                <a:gd name="connsiteX20" fmla="*/ 854202 w 1681861"/>
                <a:gd name="connsiteY20" fmla="*/ 1089454 h 1513253"/>
                <a:gd name="connsiteX21" fmla="*/ 678561 w 1681861"/>
                <a:gd name="connsiteY21" fmla="*/ 1083358 h 1513253"/>
                <a:gd name="connsiteX22" fmla="*/ 448437 w 1681861"/>
                <a:gd name="connsiteY22" fmla="*/ 1065324 h 1513253"/>
                <a:gd name="connsiteX23" fmla="*/ 402209 w 1681861"/>
                <a:gd name="connsiteY23" fmla="*/ 1088184 h 1513253"/>
                <a:gd name="connsiteX24" fmla="*/ 338963 w 1681861"/>
                <a:gd name="connsiteY24" fmla="*/ 1108250 h 1513253"/>
                <a:gd name="connsiteX25" fmla="*/ 376047 w 1681861"/>
                <a:gd name="connsiteY25" fmla="*/ 1203627 h 1513253"/>
                <a:gd name="connsiteX26" fmla="*/ 342900 w 1681861"/>
                <a:gd name="connsiteY26" fmla="*/ 1335326 h 1513253"/>
                <a:gd name="connsiteX27" fmla="*/ 265811 w 1681861"/>
                <a:gd name="connsiteY27" fmla="*/ 1503982 h 1513253"/>
                <a:gd name="connsiteX28" fmla="*/ 240157 w 1681861"/>
                <a:gd name="connsiteY28" fmla="*/ 1507284 h 1513253"/>
                <a:gd name="connsiteX29" fmla="*/ 349377 w 1681861"/>
                <a:gd name="connsiteY29" fmla="*/ 1221407 h 1513253"/>
                <a:gd name="connsiteX30" fmla="*/ 311531 w 1681861"/>
                <a:gd name="connsiteY30" fmla="*/ 1119680 h 1513253"/>
                <a:gd name="connsiteX31" fmla="*/ 20955 w 1681861"/>
                <a:gd name="connsiteY31" fmla="*/ 1502712 h 1513253"/>
                <a:gd name="connsiteX32" fmla="*/ 0 w 1681861"/>
                <a:gd name="connsiteY32" fmla="*/ 1513253 h 1513253"/>
                <a:gd name="connsiteX33" fmla="*/ 133223 w 1681861"/>
                <a:gd name="connsiteY33" fmla="*/ 1246934 h 1513253"/>
                <a:gd name="connsiteX34" fmla="*/ 412369 w 1681861"/>
                <a:gd name="connsiteY34" fmla="*/ 1057958 h 1513253"/>
                <a:gd name="connsiteX35" fmla="*/ 198247 w 1681861"/>
                <a:gd name="connsiteY35" fmla="*/ 922068 h 1513253"/>
                <a:gd name="connsiteX36" fmla="*/ 101981 w 1681861"/>
                <a:gd name="connsiteY36" fmla="*/ 832152 h 1513253"/>
                <a:gd name="connsiteX37" fmla="*/ 175895 w 1681861"/>
                <a:gd name="connsiteY37" fmla="*/ 536750 h 1513253"/>
                <a:gd name="connsiteX38" fmla="*/ 379792 w 1681861"/>
                <a:gd name="connsiteY38" fmla="*/ 301192 h 1513253"/>
                <a:gd name="connsiteX39" fmla="*/ 672816 w 1681861"/>
                <a:gd name="connsiteY39" fmla="*/ 256422 h 1513253"/>
                <a:gd name="connsiteX40" fmla="*/ 972991 w 1681861"/>
                <a:gd name="connsiteY40" fmla="*/ 418982 h 1513253"/>
                <a:gd name="connsiteX41" fmla="*/ 1049655 w 1681861"/>
                <a:gd name="connsiteY41" fmla="*/ 555165 h 1513253"/>
                <a:gd name="connsiteX42" fmla="*/ 1114679 w 1681861"/>
                <a:gd name="connsiteY42" fmla="*/ 650415 h 1513253"/>
                <a:gd name="connsiteX43" fmla="*/ 1042924 w 1681861"/>
                <a:gd name="connsiteY43" fmla="*/ 880412 h 1513253"/>
                <a:gd name="connsiteX44" fmla="*/ 1025906 w 1681861"/>
                <a:gd name="connsiteY44" fmla="*/ 890318 h 1513253"/>
                <a:gd name="connsiteX45" fmla="*/ 832358 w 1681861"/>
                <a:gd name="connsiteY45" fmla="*/ 1052878 h 1513253"/>
                <a:gd name="connsiteX46" fmla="*/ 1063879 w 1681861"/>
                <a:gd name="connsiteY46" fmla="*/ 1183053 h 1513253"/>
                <a:gd name="connsiteX47" fmla="*/ 1164717 w 1681861"/>
                <a:gd name="connsiteY47" fmla="*/ 1070023 h 1513253"/>
                <a:gd name="connsiteX48" fmla="*/ 1175385 w 1681861"/>
                <a:gd name="connsiteY48" fmla="*/ 981250 h 1513253"/>
                <a:gd name="connsiteX49" fmla="*/ 1226693 w 1681861"/>
                <a:gd name="connsiteY49" fmla="*/ 927910 h 1513253"/>
                <a:gd name="connsiteX50" fmla="*/ 1282700 w 1681861"/>
                <a:gd name="connsiteY50" fmla="*/ 945309 h 1513253"/>
                <a:gd name="connsiteX51" fmla="*/ 1388745 w 1681861"/>
                <a:gd name="connsiteY51" fmla="*/ 886381 h 1513253"/>
                <a:gd name="connsiteX52" fmla="*/ 1489583 w 1681861"/>
                <a:gd name="connsiteY52" fmla="*/ 930577 h 1513253"/>
                <a:gd name="connsiteX53" fmla="*/ 1083183 w 1681861"/>
                <a:gd name="connsiteY53" fmla="*/ 424736 h 1513253"/>
                <a:gd name="connsiteX54" fmla="*/ 1224407 w 1681861"/>
                <a:gd name="connsiteY54" fmla="*/ 238046 h 1513253"/>
                <a:gd name="connsiteX55" fmla="*/ 1224407 w 1681861"/>
                <a:gd name="connsiteY55" fmla="*/ 88948 h 1513253"/>
                <a:gd name="connsiteX56" fmla="*/ 1217930 w 1681861"/>
                <a:gd name="connsiteY56" fmla="*/ 15161 h 1513253"/>
                <a:gd name="connsiteX57" fmla="*/ 1235710 w 1681861"/>
                <a:gd name="connsiteY57" fmla="*/ 62786 h 1513253"/>
                <a:gd name="connsiteX58" fmla="*/ 1415161 w 1681861"/>
                <a:gd name="connsiteY58" fmla="*/ 58976 h 1513253"/>
                <a:gd name="connsiteX59" fmla="*/ 1427353 w 1681861"/>
                <a:gd name="connsiteY59" fmla="*/ 13002 h 1513253"/>
                <a:gd name="connsiteX60" fmla="*/ 1249680 w 1681861"/>
                <a:gd name="connsiteY60" fmla="*/ 85519 h 1513253"/>
                <a:gd name="connsiteX61" fmla="*/ 1249807 w 1681861"/>
                <a:gd name="connsiteY61" fmla="*/ 135557 h 1513253"/>
                <a:gd name="connsiteX62" fmla="*/ 1249934 w 1681861"/>
                <a:gd name="connsiteY62" fmla="*/ 253921 h 1513253"/>
                <a:gd name="connsiteX63" fmla="*/ 1111631 w 1681861"/>
                <a:gd name="connsiteY63" fmla="*/ 404289 h 1513253"/>
                <a:gd name="connsiteX64" fmla="*/ 1502918 w 1681861"/>
                <a:gd name="connsiteY64" fmla="*/ 404924 h 1513253"/>
                <a:gd name="connsiteX65" fmla="*/ 1498473 w 1681861"/>
                <a:gd name="connsiteY65" fmla="*/ 332153 h 1513253"/>
                <a:gd name="connsiteX66" fmla="*/ 1391920 w 1681861"/>
                <a:gd name="connsiteY66" fmla="*/ 137208 h 1513253"/>
                <a:gd name="connsiteX67" fmla="*/ 1392047 w 1681861"/>
                <a:gd name="connsiteY67" fmla="*/ 86027 h 1513253"/>
                <a:gd name="connsiteX68" fmla="*/ 1249680 w 1681861"/>
                <a:gd name="connsiteY68" fmla="*/ 85519 h 1513253"/>
                <a:gd name="connsiteX69" fmla="*/ 1522730 w 1681861"/>
                <a:gd name="connsiteY69" fmla="*/ 371650 h 1513253"/>
                <a:gd name="connsiteX70" fmla="*/ 1567561 w 1681861"/>
                <a:gd name="connsiteY70" fmla="*/ 317167 h 1513253"/>
                <a:gd name="connsiteX71" fmla="*/ 1522730 w 1681861"/>
                <a:gd name="connsiteY71" fmla="*/ 371650 h 1513253"/>
                <a:gd name="connsiteX72" fmla="*/ 378191 w 1681861"/>
                <a:gd name="connsiteY72" fmla="*/ 337926 h 1513253"/>
                <a:gd name="connsiteX73" fmla="*/ 198247 w 1681861"/>
                <a:gd name="connsiteY73" fmla="*/ 544497 h 1513253"/>
                <a:gd name="connsiteX74" fmla="*/ 221869 w 1681861"/>
                <a:gd name="connsiteY74" fmla="*/ 554911 h 1513253"/>
                <a:gd name="connsiteX75" fmla="*/ 262001 w 1681861"/>
                <a:gd name="connsiteY75" fmla="*/ 638096 h 1513253"/>
                <a:gd name="connsiteX76" fmla="*/ 231648 w 1681861"/>
                <a:gd name="connsiteY76" fmla="*/ 864410 h 1513253"/>
                <a:gd name="connsiteX77" fmla="*/ 196850 w 1681861"/>
                <a:gd name="connsiteY77" fmla="*/ 885238 h 1513253"/>
                <a:gd name="connsiteX78" fmla="*/ 310642 w 1681861"/>
                <a:gd name="connsiteY78" fmla="*/ 985949 h 1513253"/>
                <a:gd name="connsiteX79" fmla="*/ 735076 w 1681861"/>
                <a:gd name="connsiteY79" fmla="*/ 1053259 h 1513253"/>
                <a:gd name="connsiteX80" fmla="*/ 985774 w 1681861"/>
                <a:gd name="connsiteY80" fmla="*/ 896287 h 1513253"/>
                <a:gd name="connsiteX81" fmla="*/ 991489 w 1681861"/>
                <a:gd name="connsiteY81" fmla="*/ 894001 h 1513253"/>
                <a:gd name="connsiteX82" fmla="*/ 941956 w 1681861"/>
                <a:gd name="connsiteY82" fmla="*/ 429510 h 1513253"/>
                <a:gd name="connsiteX83" fmla="*/ 655811 w 1681861"/>
                <a:gd name="connsiteY83" fmla="*/ 278181 h 1513253"/>
                <a:gd name="connsiteX84" fmla="*/ 372956 w 1681861"/>
                <a:gd name="connsiteY84" fmla="*/ 336669 h 1513253"/>
                <a:gd name="connsiteX85" fmla="*/ 1107186 w 1681861"/>
                <a:gd name="connsiteY85" fmla="*/ 430197 h 1513253"/>
                <a:gd name="connsiteX86" fmla="*/ 1530731 w 1681861"/>
                <a:gd name="connsiteY86" fmla="*/ 430070 h 1513253"/>
                <a:gd name="connsiteX87" fmla="*/ 1107186 w 1681861"/>
                <a:gd name="connsiteY87" fmla="*/ 430197 h 1513253"/>
                <a:gd name="connsiteX88" fmla="*/ 161417 w 1681861"/>
                <a:gd name="connsiteY88" fmla="*/ 573453 h 1513253"/>
                <a:gd name="connsiteX89" fmla="*/ 114554 w 1681861"/>
                <a:gd name="connsiteY89" fmla="*/ 790623 h 1513253"/>
                <a:gd name="connsiteX90" fmla="*/ 182499 w 1681861"/>
                <a:gd name="connsiteY90" fmla="*/ 862124 h 1513253"/>
                <a:gd name="connsiteX91" fmla="*/ 224917 w 1681861"/>
                <a:gd name="connsiteY91" fmla="*/ 826564 h 1513253"/>
                <a:gd name="connsiteX92" fmla="*/ 224536 w 1681861"/>
                <a:gd name="connsiteY92" fmla="*/ 603552 h 1513253"/>
                <a:gd name="connsiteX93" fmla="*/ 161417 w 1681861"/>
                <a:gd name="connsiteY93" fmla="*/ 573453 h 1513253"/>
                <a:gd name="connsiteX94" fmla="*/ 1039622 w 1681861"/>
                <a:gd name="connsiteY94" fmla="*/ 569770 h 1513253"/>
                <a:gd name="connsiteX95" fmla="*/ 1037717 w 1681861"/>
                <a:gd name="connsiteY95" fmla="*/ 863394 h 1513253"/>
                <a:gd name="connsiteX96" fmla="*/ 1039622 w 1681861"/>
                <a:gd name="connsiteY96" fmla="*/ 569770 h 1513253"/>
                <a:gd name="connsiteX97" fmla="*/ 1648333 w 1681861"/>
                <a:gd name="connsiteY97" fmla="*/ 956612 h 1513253"/>
                <a:gd name="connsiteX98" fmla="*/ 1654810 w 1681861"/>
                <a:gd name="connsiteY98" fmla="*/ 804593 h 1513253"/>
                <a:gd name="connsiteX99" fmla="*/ 1655191 w 1681861"/>
                <a:gd name="connsiteY99" fmla="*/ 665909 h 1513253"/>
                <a:gd name="connsiteX100" fmla="*/ 1654683 w 1681861"/>
                <a:gd name="connsiteY100" fmla="*/ 577898 h 1513253"/>
                <a:gd name="connsiteX101" fmla="*/ 1371092 w 1681861"/>
                <a:gd name="connsiteY101" fmla="*/ 918258 h 1513253"/>
                <a:gd name="connsiteX102" fmla="*/ 1249807 w 1681861"/>
                <a:gd name="connsiteY102" fmla="*/ 1030018 h 1513253"/>
                <a:gd name="connsiteX103" fmla="*/ 1261618 w 1681861"/>
                <a:gd name="connsiteY103" fmla="*/ 959660 h 1513253"/>
                <a:gd name="connsiteX104" fmla="*/ 1208151 w 1681861"/>
                <a:gd name="connsiteY104" fmla="*/ 972106 h 1513253"/>
                <a:gd name="connsiteX105" fmla="*/ 1338961 w 1681861"/>
                <a:gd name="connsiteY105" fmla="*/ 1184577 h 1513253"/>
                <a:gd name="connsiteX106" fmla="*/ 1462913 w 1681861"/>
                <a:gd name="connsiteY106" fmla="*/ 938324 h 1513253"/>
                <a:gd name="connsiteX107" fmla="*/ 1387475 w 1681861"/>
                <a:gd name="connsiteY107" fmla="*/ 1031288 h 1513253"/>
                <a:gd name="connsiteX108" fmla="*/ 1427988 w 1681861"/>
                <a:gd name="connsiteY108" fmla="*/ 925243 h 1513253"/>
                <a:gd name="connsiteX109" fmla="*/ 1371092 w 1681861"/>
                <a:gd name="connsiteY109" fmla="*/ 918258 h 1513253"/>
                <a:gd name="connsiteX110" fmla="*/ 1081532 w 1681861"/>
                <a:gd name="connsiteY110" fmla="*/ 1200325 h 1513253"/>
                <a:gd name="connsiteX111" fmla="*/ 1025652 w 1681861"/>
                <a:gd name="connsiteY111" fmla="*/ 1221026 h 1513253"/>
                <a:gd name="connsiteX112" fmla="*/ 1042035 w 1681861"/>
                <a:gd name="connsiteY112" fmla="*/ 1196388 h 1513253"/>
                <a:gd name="connsiteX113" fmla="*/ 913638 w 1681861"/>
                <a:gd name="connsiteY113" fmla="*/ 1118156 h 1513253"/>
                <a:gd name="connsiteX114" fmla="*/ 964057 w 1681861"/>
                <a:gd name="connsiteY114" fmla="*/ 1367076 h 1513253"/>
                <a:gd name="connsiteX115" fmla="*/ 1097915 w 1681861"/>
                <a:gd name="connsiteY115" fmla="*/ 1394635 h 1513253"/>
                <a:gd name="connsiteX116" fmla="*/ 1340866 w 1681861"/>
                <a:gd name="connsiteY116" fmla="*/ 1213914 h 1513253"/>
                <a:gd name="connsiteX117" fmla="*/ 1181608 w 1681861"/>
                <a:gd name="connsiteY117" fmla="*/ 1099360 h 1513253"/>
                <a:gd name="connsiteX118" fmla="*/ 1081532 w 1681861"/>
                <a:gd name="connsiteY118" fmla="*/ 1200325 h 1513253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224407 w 1681861"/>
                <a:gd name="connsiteY54" fmla="*/ 86233 h 1510538"/>
                <a:gd name="connsiteX55" fmla="*/ 1217930 w 1681861"/>
                <a:gd name="connsiteY55" fmla="*/ 12446 h 1510538"/>
                <a:gd name="connsiteX56" fmla="*/ 1235710 w 1681861"/>
                <a:gd name="connsiteY56" fmla="*/ 60071 h 1510538"/>
                <a:gd name="connsiteX57" fmla="*/ 1415161 w 1681861"/>
                <a:gd name="connsiteY57" fmla="*/ 56261 h 1510538"/>
                <a:gd name="connsiteX58" fmla="*/ 1427353 w 1681861"/>
                <a:gd name="connsiteY58" fmla="*/ 10287 h 1510538"/>
                <a:gd name="connsiteX59" fmla="*/ 1249680 w 1681861"/>
                <a:gd name="connsiteY59" fmla="*/ 82804 h 1510538"/>
                <a:gd name="connsiteX60" fmla="*/ 1249807 w 1681861"/>
                <a:gd name="connsiteY60" fmla="*/ 132842 h 1510538"/>
                <a:gd name="connsiteX61" fmla="*/ 1249934 w 1681861"/>
                <a:gd name="connsiteY61" fmla="*/ 251206 h 1510538"/>
                <a:gd name="connsiteX62" fmla="*/ 1111631 w 1681861"/>
                <a:gd name="connsiteY62" fmla="*/ 401574 h 1510538"/>
                <a:gd name="connsiteX63" fmla="*/ 1502918 w 1681861"/>
                <a:gd name="connsiteY63" fmla="*/ 402209 h 1510538"/>
                <a:gd name="connsiteX64" fmla="*/ 1498473 w 1681861"/>
                <a:gd name="connsiteY64" fmla="*/ 329438 h 1510538"/>
                <a:gd name="connsiteX65" fmla="*/ 1391920 w 1681861"/>
                <a:gd name="connsiteY65" fmla="*/ 134493 h 1510538"/>
                <a:gd name="connsiteX66" fmla="*/ 1392047 w 1681861"/>
                <a:gd name="connsiteY66" fmla="*/ 83312 h 1510538"/>
                <a:gd name="connsiteX67" fmla="*/ 1249680 w 1681861"/>
                <a:gd name="connsiteY67" fmla="*/ 82804 h 1510538"/>
                <a:gd name="connsiteX68" fmla="*/ 1522730 w 1681861"/>
                <a:gd name="connsiteY68" fmla="*/ 368935 h 1510538"/>
                <a:gd name="connsiteX69" fmla="*/ 1567561 w 1681861"/>
                <a:gd name="connsiteY69" fmla="*/ 314452 h 1510538"/>
                <a:gd name="connsiteX70" fmla="*/ 1522730 w 1681861"/>
                <a:gd name="connsiteY70" fmla="*/ 368935 h 1510538"/>
                <a:gd name="connsiteX71" fmla="*/ 378191 w 1681861"/>
                <a:gd name="connsiteY71" fmla="*/ 335211 h 1510538"/>
                <a:gd name="connsiteX72" fmla="*/ 198247 w 1681861"/>
                <a:gd name="connsiteY72" fmla="*/ 541782 h 1510538"/>
                <a:gd name="connsiteX73" fmla="*/ 221869 w 1681861"/>
                <a:gd name="connsiteY73" fmla="*/ 552196 h 1510538"/>
                <a:gd name="connsiteX74" fmla="*/ 262001 w 1681861"/>
                <a:gd name="connsiteY74" fmla="*/ 635381 h 1510538"/>
                <a:gd name="connsiteX75" fmla="*/ 231648 w 1681861"/>
                <a:gd name="connsiteY75" fmla="*/ 861695 h 1510538"/>
                <a:gd name="connsiteX76" fmla="*/ 196850 w 1681861"/>
                <a:gd name="connsiteY76" fmla="*/ 882523 h 1510538"/>
                <a:gd name="connsiteX77" fmla="*/ 310642 w 1681861"/>
                <a:gd name="connsiteY77" fmla="*/ 983234 h 1510538"/>
                <a:gd name="connsiteX78" fmla="*/ 735076 w 1681861"/>
                <a:gd name="connsiteY78" fmla="*/ 1050544 h 1510538"/>
                <a:gd name="connsiteX79" fmla="*/ 985774 w 1681861"/>
                <a:gd name="connsiteY79" fmla="*/ 893572 h 1510538"/>
                <a:gd name="connsiteX80" fmla="*/ 991489 w 1681861"/>
                <a:gd name="connsiteY80" fmla="*/ 891286 h 1510538"/>
                <a:gd name="connsiteX81" fmla="*/ 941956 w 1681861"/>
                <a:gd name="connsiteY81" fmla="*/ 426795 h 1510538"/>
                <a:gd name="connsiteX82" fmla="*/ 655811 w 1681861"/>
                <a:gd name="connsiteY82" fmla="*/ 275466 h 1510538"/>
                <a:gd name="connsiteX83" fmla="*/ 372956 w 1681861"/>
                <a:gd name="connsiteY83" fmla="*/ 333954 h 1510538"/>
                <a:gd name="connsiteX84" fmla="*/ 1107186 w 1681861"/>
                <a:gd name="connsiteY84" fmla="*/ 427482 h 1510538"/>
                <a:gd name="connsiteX85" fmla="*/ 1530731 w 1681861"/>
                <a:gd name="connsiteY85" fmla="*/ 427355 h 1510538"/>
                <a:gd name="connsiteX86" fmla="*/ 1107186 w 1681861"/>
                <a:gd name="connsiteY86" fmla="*/ 427482 h 1510538"/>
                <a:gd name="connsiteX87" fmla="*/ 161417 w 1681861"/>
                <a:gd name="connsiteY87" fmla="*/ 570738 h 1510538"/>
                <a:gd name="connsiteX88" fmla="*/ 114554 w 1681861"/>
                <a:gd name="connsiteY88" fmla="*/ 787908 h 1510538"/>
                <a:gd name="connsiteX89" fmla="*/ 182499 w 1681861"/>
                <a:gd name="connsiteY89" fmla="*/ 859409 h 1510538"/>
                <a:gd name="connsiteX90" fmla="*/ 224917 w 1681861"/>
                <a:gd name="connsiteY90" fmla="*/ 823849 h 1510538"/>
                <a:gd name="connsiteX91" fmla="*/ 224536 w 1681861"/>
                <a:gd name="connsiteY91" fmla="*/ 600837 h 1510538"/>
                <a:gd name="connsiteX92" fmla="*/ 161417 w 1681861"/>
                <a:gd name="connsiteY92" fmla="*/ 570738 h 1510538"/>
                <a:gd name="connsiteX93" fmla="*/ 1039622 w 1681861"/>
                <a:gd name="connsiteY93" fmla="*/ 567055 h 1510538"/>
                <a:gd name="connsiteX94" fmla="*/ 1037717 w 1681861"/>
                <a:gd name="connsiteY94" fmla="*/ 860679 h 1510538"/>
                <a:gd name="connsiteX95" fmla="*/ 1039622 w 1681861"/>
                <a:gd name="connsiteY95" fmla="*/ 567055 h 1510538"/>
                <a:gd name="connsiteX96" fmla="*/ 1648333 w 1681861"/>
                <a:gd name="connsiteY96" fmla="*/ 953897 h 1510538"/>
                <a:gd name="connsiteX97" fmla="*/ 1654810 w 1681861"/>
                <a:gd name="connsiteY97" fmla="*/ 801878 h 1510538"/>
                <a:gd name="connsiteX98" fmla="*/ 1655191 w 1681861"/>
                <a:gd name="connsiteY98" fmla="*/ 663194 h 1510538"/>
                <a:gd name="connsiteX99" fmla="*/ 1654683 w 1681861"/>
                <a:gd name="connsiteY99" fmla="*/ 575183 h 1510538"/>
                <a:gd name="connsiteX100" fmla="*/ 1371092 w 1681861"/>
                <a:gd name="connsiteY100" fmla="*/ 915543 h 1510538"/>
                <a:gd name="connsiteX101" fmla="*/ 1249807 w 1681861"/>
                <a:gd name="connsiteY101" fmla="*/ 1027303 h 1510538"/>
                <a:gd name="connsiteX102" fmla="*/ 1261618 w 1681861"/>
                <a:gd name="connsiteY102" fmla="*/ 956945 h 1510538"/>
                <a:gd name="connsiteX103" fmla="*/ 1208151 w 1681861"/>
                <a:gd name="connsiteY103" fmla="*/ 969391 h 1510538"/>
                <a:gd name="connsiteX104" fmla="*/ 1338961 w 1681861"/>
                <a:gd name="connsiteY104" fmla="*/ 1181862 h 1510538"/>
                <a:gd name="connsiteX105" fmla="*/ 1462913 w 1681861"/>
                <a:gd name="connsiteY105" fmla="*/ 935609 h 1510538"/>
                <a:gd name="connsiteX106" fmla="*/ 1387475 w 1681861"/>
                <a:gd name="connsiteY106" fmla="*/ 1028573 h 1510538"/>
                <a:gd name="connsiteX107" fmla="*/ 1427988 w 1681861"/>
                <a:gd name="connsiteY107" fmla="*/ 922528 h 1510538"/>
                <a:gd name="connsiteX108" fmla="*/ 1371092 w 1681861"/>
                <a:gd name="connsiteY108" fmla="*/ 915543 h 1510538"/>
                <a:gd name="connsiteX109" fmla="*/ 1081532 w 1681861"/>
                <a:gd name="connsiteY109" fmla="*/ 1197610 h 1510538"/>
                <a:gd name="connsiteX110" fmla="*/ 1025652 w 1681861"/>
                <a:gd name="connsiteY110" fmla="*/ 1218311 h 1510538"/>
                <a:gd name="connsiteX111" fmla="*/ 1042035 w 1681861"/>
                <a:gd name="connsiteY111" fmla="*/ 1193673 h 1510538"/>
                <a:gd name="connsiteX112" fmla="*/ 913638 w 1681861"/>
                <a:gd name="connsiteY112" fmla="*/ 1115441 h 1510538"/>
                <a:gd name="connsiteX113" fmla="*/ 964057 w 1681861"/>
                <a:gd name="connsiteY113" fmla="*/ 1364361 h 1510538"/>
                <a:gd name="connsiteX114" fmla="*/ 1097915 w 1681861"/>
                <a:gd name="connsiteY114" fmla="*/ 1391920 h 1510538"/>
                <a:gd name="connsiteX115" fmla="*/ 1340866 w 1681861"/>
                <a:gd name="connsiteY115" fmla="*/ 1211199 h 1510538"/>
                <a:gd name="connsiteX116" fmla="*/ 1181608 w 1681861"/>
                <a:gd name="connsiteY116" fmla="*/ 1096645 h 1510538"/>
                <a:gd name="connsiteX117" fmla="*/ 1081532 w 1681861"/>
                <a:gd name="connsiteY117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224407 w 1681861"/>
                <a:gd name="connsiteY54" fmla="*/ 86233 h 1510538"/>
                <a:gd name="connsiteX55" fmla="*/ 1235710 w 1681861"/>
                <a:gd name="connsiteY55" fmla="*/ 60071 h 1510538"/>
                <a:gd name="connsiteX56" fmla="*/ 1415161 w 1681861"/>
                <a:gd name="connsiteY56" fmla="*/ 56261 h 1510538"/>
                <a:gd name="connsiteX57" fmla="*/ 1427353 w 1681861"/>
                <a:gd name="connsiteY57" fmla="*/ 10287 h 1510538"/>
                <a:gd name="connsiteX58" fmla="*/ 1249680 w 1681861"/>
                <a:gd name="connsiteY58" fmla="*/ 82804 h 1510538"/>
                <a:gd name="connsiteX59" fmla="*/ 1249807 w 1681861"/>
                <a:gd name="connsiteY59" fmla="*/ 132842 h 1510538"/>
                <a:gd name="connsiteX60" fmla="*/ 1249934 w 1681861"/>
                <a:gd name="connsiteY60" fmla="*/ 251206 h 1510538"/>
                <a:gd name="connsiteX61" fmla="*/ 1111631 w 1681861"/>
                <a:gd name="connsiteY61" fmla="*/ 401574 h 1510538"/>
                <a:gd name="connsiteX62" fmla="*/ 1502918 w 1681861"/>
                <a:gd name="connsiteY62" fmla="*/ 402209 h 1510538"/>
                <a:gd name="connsiteX63" fmla="*/ 1498473 w 1681861"/>
                <a:gd name="connsiteY63" fmla="*/ 329438 h 1510538"/>
                <a:gd name="connsiteX64" fmla="*/ 1391920 w 1681861"/>
                <a:gd name="connsiteY64" fmla="*/ 134493 h 1510538"/>
                <a:gd name="connsiteX65" fmla="*/ 1392047 w 1681861"/>
                <a:gd name="connsiteY65" fmla="*/ 83312 h 1510538"/>
                <a:gd name="connsiteX66" fmla="*/ 1249680 w 1681861"/>
                <a:gd name="connsiteY66" fmla="*/ 82804 h 1510538"/>
                <a:gd name="connsiteX67" fmla="*/ 1522730 w 1681861"/>
                <a:gd name="connsiteY67" fmla="*/ 368935 h 1510538"/>
                <a:gd name="connsiteX68" fmla="*/ 1567561 w 1681861"/>
                <a:gd name="connsiteY68" fmla="*/ 314452 h 1510538"/>
                <a:gd name="connsiteX69" fmla="*/ 1522730 w 1681861"/>
                <a:gd name="connsiteY69" fmla="*/ 368935 h 1510538"/>
                <a:gd name="connsiteX70" fmla="*/ 378191 w 1681861"/>
                <a:gd name="connsiteY70" fmla="*/ 335211 h 1510538"/>
                <a:gd name="connsiteX71" fmla="*/ 198247 w 1681861"/>
                <a:gd name="connsiteY71" fmla="*/ 541782 h 1510538"/>
                <a:gd name="connsiteX72" fmla="*/ 221869 w 1681861"/>
                <a:gd name="connsiteY72" fmla="*/ 552196 h 1510538"/>
                <a:gd name="connsiteX73" fmla="*/ 262001 w 1681861"/>
                <a:gd name="connsiteY73" fmla="*/ 635381 h 1510538"/>
                <a:gd name="connsiteX74" fmla="*/ 231648 w 1681861"/>
                <a:gd name="connsiteY74" fmla="*/ 861695 h 1510538"/>
                <a:gd name="connsiteX75" fmla="*/ 196850 w 1681861"/>
                <a:gd name="connsiteY75" fmla="*/ 882523 h 1510538"/>
                <a:gd name="connsiteX76" fmla="*/ 310642 w 1681861"/>
                <a:gd name="connsiteY76" fmla="*/ 983234 h 1510538"/>
                <a:gd name="connsiteX77" fmla="*/ 735076 w 1681861"/>
                <a:gd name="connsiteY77" fmla="*/ 1050544 h 1510538"/>
                <a:gd name="connsiteX78" fmla="*/ 985774 w 1681861"/>
                <a:gd name="connsiteY78" fmla="*/ 893572 h 1510538"/>
                <a:gd name="connsiteX79" fmla="*/ 991489 w 1681861"/>
                <a:gd name="connsiteY79" fmla="*/ 891286 h 1510538"/>
                <a:gd name="connsiteX80" fmla="*/ 941956 w 1681861"/>
                <a:gd name="connsiteY80" fmla="*/ 426795 h 1510538"/>
                <a:gd name="connsiteX81" fmla="*/ 655811 w 1681861"/>
                <a:gd name="connsiteY81" fmla="*/ 275466 h 1510538"/>
                <a:gd name="connsiteX82" fmla="*/ 372956 w 1681861"/>
                <a:gd name="connsiteY82" fmla="*/ 333954 h 1510538"/>
                <a:gd name="connsiteX83" fmla="*/ 1107186 w 1681861"/>
                <a:gd name="connsiteY83" fmla="*/ 427482 h 1510538"/>
                <a:gd name="connsiteX84" fmla="*/ 1530731 w 1681861"/>
                <a:gd name="connsiteY84" fmla="*/ 427355 h 1510538"/>
                <a:gd name="connsiteX85" fmla="*/ 1107186 w 1681861"/>
                <a:gd name="connsiteY85" fmla="*/ 427482 h 1510538"/>
                <a:gd name="connsiteX86" fmla="*/ 161417 w 1681861"/>
                <a:gd name="connsiteY86" fmla="*/ 570738 h 1510538"/>
                <a:gd name="connsiteX87" fmla="*/ 114554 w 1681861"/>
                <a:gd name="connsiteY87" fmla="*/ 787908 h 1510538"/>
                <a:gd name="connsiteX88" fmla="*/ 182499 w 1681861"/>
                <a:gd name="connsiteY88" fmla="*/ 859409 h 1510538"/>
                <a:gd name="connsiteX89" fmla="*/ 224917 w 1681861"/>
                <a:gd name="connsiteY89" fmla="*/ 823849 h 1510538"/>
                <a:gd name="connsiteX90" fmla="*/ 224536 w 1681861"/>
                <a:gd name="connsiteY90" fmla="*/ 600837 h 1510538"/>
                <a:gd name="connsiteX91" fmla="*/ 161417 w 1681861"/>
                <a:gd name="connsiteY91" fmla="*/ 570738 h 1510538"/>
                <a:gd name="connsiteX92" fmla="*/ 1039622 w 1681861"/>
                <a:gd name="connsiteY92" fmla="*/ 567055 h 1510538"/>
                <a:gd name="connsiteX93" fmla="*/ 1037717 w 1681861"/>
                <a:gd name="connsiteY93" fmla="*/ 860679 h 1510538"/>
                <a:gd name="connsiteX94" fmla="*/ 1039622 w 1681861"/>
                <a:gd name="connsiteY94" fmla="*/ 567055 h 1510538"/>
                <a:gd name="connsiteX95" fmla="*/ 1648333 w 1681861"/>
                <a:gd name="connsiteY95" fmla="*/ 953897 h 1510538"/>
                <a:gd name="connsiteX96" fmla="*/ 1654810 w 1681861"/>
                <a:gd name="connsiteY96" fmla="*/ 801878 h 1510538"/>
                <a:gd name="connsiteX97" fmla="*/ 1655191 w 1681861"/>
                <a:gd name="connsiteY97" fmla="*/ 663194 h 1510538"/>
                <a:gd name="connsiteX98" fmla="*/ 1654683 w 1681861"/>
                <a:gd name="connsiteY98" fmla="*/ 575183 h 1510538"/>
                <a:gd name="connsiteX99" fmla="*/ 1371092 w 1681861"/>
                <a:gd name="connsiteY99" fmla="*/ 915543 h 1510538"/>
                <a:gd name="connsiteX100" fmla="*/ 1249807 w 1681861"/>
                <a:gd name="connsiteY100" fmla="*/ 1027303 h 1510538"/>
                <a:gd name="connsiteX101" fmla="*/ 1261618 w 1681861"/>
                <a:gd name="connsiteY101" fmla="*/ 956945 h 1510538"/>
                <a:gd name="connsiteX102" fmla="*/ 1208151 w 1681861"/>
                <a:gd name="connsiteY102" fmla="*/ 969391 h 1510538"/>
                <a:gd name="connsiteX103" fmla="*/ 1338961 w 1681861"/>
                <a:gd name="connsiteY103" fmla="*/ 1181862 h 1510538"/>
                <a:gd name="connsiteX104" fmla="*/ 1462913 w 1681861"/>
                <a:gd name="connsiteY104" fmla="*/ 935609 h 1510538"/>
                <a:gd name="connsiteX105" fmla="*/ 1387475 w 1681861"/>
                <a:gd name="connsiteY105" fmla="*/ 1028573 h 1510538"/>
                <a:gd name="connsiteX106" fmla="*/ 1427988 w 1681861"/>
                <a:gd name="connsiteY106" fmla="*/ 922528 h 1510538"/>
                <a:gd name="connsiteX107" fmla="*/ 1371092 w 1681861"/>
                <a:gd name="connsiteY107" fmla="*/ 915543 h 1510538"/>
                <a:gd name="connsiteX108" fmla="*/ 1081532 w 1681861"/>
                <a:gd name="connsiteY108" fmla="*/ 1197610 h 1510538"/>
                <a:gd name="connsiteX109" fmla="*/ 1025652 w 1681861"/>
                <a:gd name="connsiteY109" fmla="*/ 1218311 h 1510538"/>
                <a:gd name="connsiteX110" fmla="*/ 1042035 w 1681861"/>
                <a:gd name="connsiteY110" fmla="*/ 1193673 h 1510538"/>
                <a:gd name="connsiteX111" fmla="*/ 913638 w 1681861"/>
                <a:gd name="connsiteY111" fmla="*/ 1115441 h 1510538"/>
                <a:gd name="connsiteX112" fmla="*/ 964057 w 1681861"/>
                <a:gd name="connsiteY112" fmla="*/ 1364361 h 1510538"/>
                <a:gd name="connsiteX113" fmla="*/ 1097915 w 1681861"/>
                <a:gd name="connsiteY113" fmla="*/ 1391920 h 1510538"/>
                <a:gd name="connsiteX114" fmla="*/ 1340866 w 1681861"/>
                <a:gd name="connsiteY114" fmla="*/ 1211199 h 1510538"/>
                <a:gd name="connsiteX115" fmla="*/ 1181608 w 1681861"/>
                <a:gd name="connsiteY115" fmla="*/ 1096645 h 1510538"/>
                <a:gd name="connsiteX116" fmla="*/ 1081532 w 1681861"/>
                <a:gd name="connsiteY116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224407 w 1681861"/>
                <a:gd name="connsiteY54" fmla="*/ 86233 h 1510538"/>
                <a:gd name="connsiteX55" fmla="*/ 1415161 w 1681861"/>
                <a:gd name="connsiteY55" fmla="*/ 56261 h 1510538"/>
                <a:gd name="connsiteX56" fmla="*/ 1427353 w 1681861"/>
                <a:gd name="connsiteY56" fmla="*/ 10287 h 1510538"/>
                <a:gd name="connsiteX57" fmla="*/ 1249680 w 1681861"/>
                <a:gd name="connsiteY57" fmla="*/ 82804 h 1510538"/>
                <a:gd name="connsiteX58" fmla="*/ 1249807 w 1681861"/>
                <a:gd name="connsiteY58" fmla="*/ 132842 h 1510538"/>
                <a:gd name="connsiteX59" fmla="*/ 1249934 w 1681861"/>
                <a:gd name="connsiteY59" fmla="*/ 251206 h 1510538"/>
                <a:gd name="connsiteX60" fmla="*/ 1111631 w 1681861"/>
                <a:gd name="connsiteY60" fmla="*/ 401574 h 1510538"/>
                <a:gd name="connsiteX61" fmla="*/ 1502918 w 1681861"/>
                <a:gd name="connsiteY61" fmla="*/ 402209 h 1510538"/>
                <a:gd name="connsiteX62" fmla="*/ 1498473 w 1681861"/>
                <a:gd name="connsiteY62" fmla="*/ 329438 h 1510538"/>
                <a:gd name="connsiteX63" fmla="*/ 1391920 w 1681861"/>
                <a:gd name="connsiteY63" fmla="*/ 134493 h 1510538"/>
                <a:gd name="connsiteX64" fmla="*/ 1392047 w 1681861"/>
                <a:gd name="connsiteY64" fmla="*/ 83312 h 1510538"/>
                <a:gd name="connsiteX65" fmla="*/ 1249680 w 1681861"/>
                <a:gd name="connsiteY65" fmla="*/ 82804 h 1510538"/>
                <a:gd name="connsiteX66" fmla="*/ 1522730 w 1681861"/>
                <a:gd name="connsiteY66" fmla="*/ 368935 h 1510538"/>
                <a:gd name="connsiteX67" fmla="*/ 1567561 w 1681861"/>
                <a:gd name="connsiteY67" fmla="*/ 314452 h 1510538"/>
                <a:gd name="connsiteX68" fmla="*/ 1522730 w 1681861"/>
                <a:gd name="connsiteY68" fmla="*/ 368935 h 1510538"/>
                <a:gd name="connsiteX69" fmla="*/ 378191 w 1681861"/>
                <a:gd name="connsiteY69" fmla="*/ 335211 h 1510538"/>
                <a:gd name="connsiteX70" fmla="*/ 198247 w 1681861"/>
                <a:gd name="connsiteY70" fmla="*/ 541782 h 1510538"/>
                <a:gd name="connsiteX71" fmla="*/ 221869 w 1681861"/>
                <a:gd name="connsiteY71" fmla="*/ 552196 h 1510538"/>
                <a:gd name="connsiteX72" fmla="*/ 262001 w 1681861"/>
                <a:gd name="connsiteY72" fmla="*/ 635381 h 1510538"/>
                <a:gd name="connsiteX73" fmla="*/ 231648 w 1681861"/>
                <a:gd name="connsiteY73" fmla="*/ 861695 h 1510538"/>
                <a:gd name="connsiteX74" fmla="*/ 196850 w 1681861"/>
                <a:gd name="connsiteY74" fmla="*/ 882523 h 1510538"/>
                <a:gd name="connsiteX75" fmla="*/ 310642 w 1681861"/>
                <a:gd name="connsiteY75" fmla="*/ 983234 h 1510538"/>
                <a:gd name="connsiteX76" fmla="*/ 735076 w 1681861"/>
                <a:gd name="connsiteY76" fmla="*/ 1050544 h 1510538"/>
                <a:gd name="connsiteX77" fmla="*/ 985774 w 1681861"/>
                <a:gd name="connsiteY77" fmla="*/ 893572 h 1510538"/>
                <a:gd name="connsiteX78" fmla="*/ 991489 w 1681861"/>
                <a:gd name="connsiteY78" fmla="*/ 891286 h 1510538"/>
                <a:gd name="connsiteX79" fmla="*/ 941956 w 1681861"/>
                <a:gd name="connsiteY79" fmla="*/ 426795 h 1510538"/>
                <a:gd name="connsiteX80" fmla="*/ 655811 w 1681861"/>
                <a:gd name="connsiteY80" fmla="*/ 275466 h 1510538"/>
                <a:gd name="connsiteX81" fmla="*/ 372956 w 1681861"/>
                <a:gd name="connsiteY81" fmla="*/ 333954 h 1510538"/>
                <a:gd name="connsiteX82" fmla="*/ 1107186 w 1681861"/>
                <a:gd name="connsiteY82" fmla="*/ 427482 h 1510538"/>
                <a:gd name="connsiteX83" fmla="*/ 1530731 w 1681861"/>
                <a:gd name="connsiteY83" fmla="*/ 427355 h 1510538"/>
                <a:gd name="connsiteX84" fmla="*/ 1107186 w 1681861"/>
                <a:gd name="connsiteY84" fmla="*/ 427482 h 1510538"/>
                <a:gd name="connsiteX85" fmla="*/ 161417 w 1681861"/>
                <a:gd name="connsiteY85" fmla="*/ 570738 h 1510538"/>
                <a:gd name="connsiteX86" fmla="*/ 114554 w 1681861"/>
                <a:gd name="connsiteY86" fmla="*/ 787908 h 1510538"/>
                <a:gd name="connsiteX87" fmla="*/ 182499 w 1681861"/>
                <a:gd name="connsiteY87" fmla="*/ 859409 h 1510538"/>
                <a:gd name="connsiteX88" fmla="*/ 224917 w 1681861"/>
                <a:gd name="connsiteY88" fmla="*/ 823849 h 1510538"/>
                <a:gd name="connsiteX89" fmla="*/ 224536 w 1681861"/>
                <a:gd name="connsiteY89" fmla="*/ 600837 h 1510538"/>
                <a:gd name="connsiteX90" fmla="*/ 161417 w 1681861"/>
                <a:gd name="connsiteY90" fmla="*/ 570738 h 1510538"/>
                <a:gd name="connsiteX91" fmla="*/ 1039622 w 1681861"/>
                <a:gd name="connsiteY91" fmla="*/ 567055 h 1510538"/>
                <a:gd name="connsiteX92" fmla="*/ 1037717 w 1681861"/>
                <a:gd name="connsiteY92" fmla="*/ 860679 h 1510538"/>
                <a:gd name="connsiteX93" fmla="*/ 1039622 w 1681861"/>
                <a:gd name="connsiteY93" fmla="*/ 567055 h 1510538"/>
                <a:gd name="connsiteX94" fmla="*/ 1648333 w 1681861"/>
                <a:gd name="connsiteY94" fmla="*/ 953897 h 1510538"/>
                <a:gd name="connsiteX95" fmla="*/ 1654810 w 1681861"/>
                <a:gd name="connsiteY95" fmla="*/ 801878 h 1510538"/>
                <a:gd name="connsiteX96" fmla="*/ 1655191 w 1681861"/>
                <a:gd name="connsiteY96" fmla="*/ 663194 h 1510538"/>
                <a:gd name="connsiteX97" fmla="*/ 1654683 w 1681861"/>
                <a:gd name="connsiteY97" fmla="*/ 575183 h 1510538"/>
                <a:gd name="connsiteX98" fmla="*/ 1371092 w 1681861"/>
                <a:gd name="connsiteY98" fmla="*/ 915543 h 1510538"/>
                <a:gd name="connsiteX99" fmla="*/ 1249807 w 1681861"/>
                <a:gd name="connsiteY99" fmla="*/ 1027303 h 1510538"/>
                <a:gd name="connsiteX100" fmla="*/ 1261618 w 1681861"/>
                <a:gd name="connsiteY100" fmla="*/ 956945 h 1510538"/>
                <a:gd name="connsiteX101" fmla="*/ 1208151 w 1681861"/>
                <a:gd name="connsiteY101" fmla="*/ 969391 h 1510538"/>
                <a:gd name="connsiteX102" fmla="*/ 1338961 w 1681861"/>
                <a:gd name="connsiteY102" fmla="*/ 1181862 h 1510538"/>
                <a:gd name="connsiteX103" fmla="*/ 1462913 w 1681861"/>
                <a:gd name="connsiteY103" fmla="*/ 935609 h 1510538"/>
                <a:gd name="connsiteX104" fmla="*/ 1387475 w 1681861"/>
                <a:gd name="connsiteY104" fmla="*/ 1028573 h 1510538"/>
                <a:gd name="connsiteX105" fmla="*/ 1427988 w 1681861"/>
                <a:gd name="connsiteY105" fmla="*/ 922528 h 1510538"/>
                <a:gd name="connsiteX106" fmla="*/ 1371092 w 1681861"/>
                <a:gd name="connsiteY106" fmla="*/ 915543 h 1510538"/>
                <a:gd name="connsiteX107" fmla="*/ 1081532 w 1681861"/>
                <a:gd name="connsiteY107" fmla="*/ 1197610 h 1510538"/>
                <a:gd name="connsiteX108" fmla="*/ 1025652 w 1681861"/>
                <a:gd name="connsiteY108" fmla="*/ 1218311 h 1510538"/>
                <a:gd name="connsiteX109" fmla="*/ 1042035 w 1681861"/>
                <a:gd name="connsiteY109" fmla="*/ 1193673 h 1510538"/>
                <a:gd name="connsiteX110" fmla="*/ 913638 w 1681861"/>
                <a:gd name="connsiteY110" fmla="*/ 1115441 h 1510538"/>
                <a:gd name="connsiteX111" fmla="*/ 964057 w 1681861"/>
                <a:gd name="connsiteY111" fmla="*/ 1364361 h 1510538"/>
                <a:gd name="connsiteX112" fmla="*/ 1097915 w 1681861"/>
                <a:gd name="connsiteY112" fmla="*/ 1391920 h 1510538"/>
                <a:gd name="connsiteX113" fmla="*/ 1340866 w 1681861"/>
                <a:gd name="connsiteY113" fmla="*/ 1211199 h 1510538"/>
                <a:gd name="connsiteX114" fmla="*/ 1181608 w 1681861"/>
                <a:gd name="connsiteY114" fmla="*/ 1096645 h 1510538"/>
                <a:gd name="connsiteX115" fmla="*/ 1081532 w 1681861"/>
                <a:gd name="connsiteY115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807 w 1681861"/>
                <a:gd name="connsiteY57" fmla="*/ 132842 h 1510538"/>
                <a:gd name="connsiteX58" fmla="*/ 1249934 w 1681861"/>
                <a:gd name="connsiteY58" fmla="*/ 251206 h 1510538"/>
                <a:gd name="connsiteX59" fmla="*/ 1111631 w 1681861"/>
                <a:gd name="connsiteY59" fmla="*/ 401574 h 1510538"/>
                <a:gd name="connsiteX60" fmla="*/ 1502918 w 1681861"/>
                <a:gd name="connsiteY60" fmla="*/ 402209 h 1510538"/>
                <a:gd name="connsiteX61" fmla="*/ 1498473 w 1681861"/>
                <a:gd name="connsiteY61" fmla="*/ 329438 h 1510538"/>
                <a:gd name="connsiteX62" fmla="*/ 1391920 w 1681861"/>
                <a:gd name="connsiteY62" fmla="*/ 134493 h 1510538"/>
                <a:gd name="connsiteX63" fmla="*/ 1392047 w 1681861"/>
                <a:gd name="connsiteY63" fmla="*/ 83312 h 1510538"/>
                <a:gd name="connsiteX64" fmla="*/ 1249680 w 1681861"/>
                <a:gd name="connsiteY64" fmla="*/ 82804 h 1510538"/>
                <a:gd name="connsiteX65" fmla="*/ 1522730 w 1681861"/>
                <a:gd name="connsiteY65" fmla="*/ 368935 h 1510538"/>
                <a:gd name="connsiteX66" fmla="*/ 1567561 w 1681861"/>
                <a:gd name="connsiteY66" fmla="*/ 314452 h 1510538"/>
                <a:gd name="connsiteX67" fmla="*/ 1522730 w 1681861"/>
                <a:gd name="connsiteY67" fmla="*/ 368935 h 1510538"/>
                <a:gd name="connsiteX68" fmla="*/ 378191 w 1681861"/>
                <a:gd name="connsiteY68" fmla="*/ 335211 h 1510538"/>
                <a:gd name="connsiteX69" fmla="*/ 198247 w 1681861"/>
                <a:gd name="connsiteY69" fmla="*/ 541782 h 1510538"/>
                <a:gd name="connsiteX70" fmla="*/ 221869 w 1681861"/>
                <a:gd name="connsiteY70" fmla="*/ 552196 h 1510538"/>
                <a:gd name="connsiteX71" fmla="*/ 262001 w 1681861"/>
                <a:gd name="connsiteY71" fmla="*/ 635381 h 1510538"/>
                <a:gd name="connsiteX72" fmla="*/ 231648 w 1681861"/>
                <a:gd name="connsiteY72" fmla="*/ 861695 h 1510538"/>
                <a:gd name="connsiteX73" fmla="*/ 196850 w 1681861"/>
                <a:gd name="connsiteY73" fmla="*/ 882523 h 1510538"/>
                <a:gd name="connsiteX74" fmla="*/ 310642 w 1681861"/>
                <a:gd name="connsiteY74" fmla="*/ 983234 h 1510538"/>
                <a:gd name="connsiteX75" fmla="*/ 735076 w 1681861"/>
                <a:gd name="connsiteY75" fmla="*/ 1050544 h 1510538"/>
                <a:gd name="connsiteX76" fmla="*/ 985774 w 1681861"/>
                <a:gd name="connsiteY76" fmla="*/ 893572 h 1510538"/>
                <a:gd name="connsiteX77" fmla="*/ 991489 w 1681861"/>
                <a:gd name="connsiteY77" fmla="*/ 891286 h 1510538"/>
                <a:gd name="connsiteX78" fmla="*/ 941956 w 1681861"/>
                <a:gd name="connsiteY78" fmla="*/ 426795 h 1510538"/>
                <a:gd name="connsiteX79" fmla="*/ 655811 w 1681861"/>
                <a:gd name="connsiteY79" fmla="*/ 275466 h 1510538"/>
                <a:gd name="connsiteX80" fmla="*/ 372956 w 1681861"/>
                <a:gd name="connsiteY80" fmla="*/ 333954 h 1510538"/>
                <a:gd name="connsiteX81" fmla="*/ 1107186 w 1681861"/>
                <a:gd name="connsiteY81" fmla="*/ 427482 h 1510538"/>
                <a:gd name="connsiteX82" fmla="*/ 1530731 w 1681861"/>
                <a:gd name="connsiteY82" fmla="*/ 427355 h 1510538"/>
                <a:gd name="connsiteX83" fmla="*/ 1107186 w 1681861"/>
                <a:gd name="connsiteY83" fmla="*/ 427482 h 1510538"/>
                <a:gd name="connsiteX84" fmla="*/ 161417 w 1681861"/>
                <a:gd name="connsiteY84" fmla="*/ 570738 h 1510538"/>
                <a:gd name="connsiteX85" fmla="*/ 114554 w 1681861"/>
                <a:gd name="connsiteY85" fmla="*/ 787908 h 1510538"/>
                <a:gd name="connsiteX86" fmla="*/ 182499 w 1681861"/>
                <a:gd name="connsiteY86" fmla="*/ 859409 h 1510538"/>
                <a:gd name="connsiteX87" fmla="*/ 224917 w 1681861"/>
                <a:gd name="connsiteY87" fmla="*/ 823849 h 1510538"/>
                <a:gd name="connsiteX88" fmla="*/ 224536 w 1681861"/>
                <a:gd name="connsiteY88" fmla="*/ 600837 h 1510538"/>
                <a:gd name="connsiteX89" fmla="*/ 161417 w 1681861"/>
                <a:gd name="connsiteY89" fmla="*/ 570738 h 1510538"/>
                <a:gd name="connsiteX90" fmla="*/ 1039622 w 1681861"/>
                <a:gd name="connsiteY90" fmla="*/ 567055 h 1510538"/>
                <a:gd name="connsiteX91" fmla="*/ 1037717 w 1681861"/>
                <a:gd name="connsiteY91" fmla="*/ 860679 h 1510538"/>
                <a:gd name="connsiteX92" fmla="*/ 1039622 w 1681861"/>
                <a:gd name="connsiteY92" fmla="*/ 567055 h 1510538"/>
                <a:gd name="connsiteX93" fmla="*/ 1648333 w 1681861"/>
                <a:gd name="connsiteY93" fmla="*/ 953897 h 1510538"/>
                <a:gd name="connsiteX94" fmla="*/ 1654810 w 1681861"/>
                <a:gd name="connsiteY94" fmla="*/ 801878 h 1510538"/>
                <a:gd name="connsiteX95" fmla="*/ 1655191 w 1681861"/>
                <a:gd name="connsiteY95" fmla="*/ 663194 h 1510538"/>
                <a:gd name="connsiteX96" fmla="*/ 1654683 w 1681861"/>
                <a:gd name="connsiteY96" fmla="*/ 575183 h 1510538"/>
                <a:gd name="connsiteX97" fmla="*/ 1371092 w 1681861"/>
                <a:gd name="connsiteY97" fmla="*/ 915543 h 1510538"/>
                <a:gd name="connsiteX98" fmla="*/ 1249807 w 1681861"/>
                <a:gd name="connsiteY98" fmla="*/ 1027303 h 1510538"/>
                <a:gd name="connsiteX99" fmla="*/ 1261618 w 1681861"/>
                <a:gd name="connsiteY99" fmla="*/ 956945 h 1510538"/>
                <a:gd name="connsiteX100" fmla="*/ 1208151 w 1681861"/>
                <a:gd name="connsiteY100" fmla="*/ 969391 h 1510538"/>
                <a:gd name="connsiteX101" fmla="*/ 1338961 w 1681861"/>
                <a:gd name="connsiteY101" fmla="*/ 1181862 h 1510538"/>
                <a:gd name="connsiteX102" fmla="*/ 1462913 w 1681861"/>
                <a:gd name="connsiteY102" fmla="*/ 935609 h 1510538"/>
                <a:gd name="connsiteX103" fmla="*/ 1387475 w 1681861"/>
                <a:gd name="connsiteY103" fmla="*/ 1028573 h 1510538"/>
                <a:gd name="connsiteX104" fmla="*/ 1427988 w 1681861"/>
                <a:gd name="connsiteY104" fmla="*/ 922528 h 1510538"/>
                <a:gd name="connsiteX105" fmla="*/ 1371092 w 1681861"/>
                <a:gd name="connsiteY105" fmla="*/ 915543 h 1510538"/>
                <a:gd name="connsiteX106" fmla="*/ 1081532 w 1681861"/>
                <a:gd name="connsiteY106" fmla="*/ 1197610 h 1510538"/>
                <a:gd name="connsiteX107" fmla="*/ 1025652 w 1681861"/>
                <a:gd name="connsiteY107" fmla="*/ 1218311 h 1510538"/>
                <a:gd name="connsiteX108" fmla="*/ 1042035 w 1681861"/>
                <a:gd name="connsiteY108" fmla="*/ 1193673 h 1510538"/>
                <a:gd name="connsiteX109" fmla="*/ 913638 w 1681861"/>
                <a:gd name="connsiteY109" fmla="*/ 1115441 h 1510538"/>
                <a:gd name="connsiteX110" fmla="*/ 964057 w 1681861"/>
                <a:gd name="connsiteY110" fmla="*/ 1364361 h 1510538"/>
                <a:gd name="connsiteX111" fmla="*/ 1097915 w 1681861"/>
                <a:gd name="connsiteY111" fmla="*/ 1391920 h 1510538"/>
                <a:gd name="connsiteX112" fmla="*/ 1340866 w 1681861"/>
                <a:gd name="connsiteY112" fmla="*/ 1211199 h 1510538"/>
                <a:gd name="connsiteX113" fmla="*/ 1181608 w 1681861"/>
                <a:gd name="connsiteY113" fmla="*/ 1096645 h 1510538"/>
                <a:gd name="connsiteX114" fmla="*/ 1081532 w 1681861"/>
                <a:gd name="connsiteY114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807 w 1681861"/>
                <a:gd name="connsiteY57" fmla="*/ 132842 h 1510538"/>
                <a:gd name="connsiteX58" fmla="*/ 1249934 w 1681861"/>
                <a:gd name="connsiteY58" fmla="*/ 251206 h 1510538"/>
                <a:gd name="connsiteX59" fmla="*/ 1111631 w 1681861"/>
                <a:gd name="connsiteY59" fmla="*/ 401574 h 1510538"/>
                <a:gd name="connsiteX60" fmla="*/ 1502918 w 1681861"/>
                <a:gd name="connsiteY60" fmla="*/ 402209 h 1510538"/>
                <a:gd name="connsiteX61" fmla="*/ 1498473 w 1681861"/>
                <a:gd name="connsiteY61" fmla="*/ 329438 h 1510538"/>
                <a:gd name="connsiteX62" fmla="*/ 1391920 w 1681861"/>
                <a:gd name="connsiteY62" fmla="*/ 134493 h 1510538"/>
                <a:gd name="connsiteX63" fmla="*/ 1392047 w 1681861"/>
                <a:gd name="connsiteY63" fmla="*/ 83312 h 1510538"/>
                <a:gd name="connsiteX64" fmla="*/ 1522730 w 1681861"/>
                <a:gd name="connsiteY64" fmla="*/ 368935 h 1510538"/>
                <a:gd name="connsiteX65" fmla="*/ 1567561 w 1681861"/>
                <a:gd name="connsiteY65" fmla="*/ 314452 h 1510538"/>
                <a:gd name="connsiteX66" fmla="*/ 1522730 w 1681861"/>
                <a:gd name="connsiteY66" fmla="*/ 368935 h 1510538"/>
                <a:gd name="connsiteX67" fmla="*/ 378191 w 1681861"/>
                <a:gd name="connsiteY67" fmla="*/ 335211 h 1510538"/>
                <a:gd name="connsiteX68" fmla="*/ 198247 w 1681861"/>
                <a:gd name="connsiteY68" fmla="*/ 541782 h 1510538"/>
                <a:gd name="connsiteX69" fmla="*/ 221869 w 1681861"/>
                <a:gd name="connsiteY69" fmla="*/ 552196 h 1510538"/>
                <a:gd name="connsiteX70" fmla="*/ 262001 w 1681861"/>
                <a:gd name="connsiteY70" fmla="*/ 635381 h 1510538"/>
                <a:gd name="connsiteX71" fmla="*/ 231648 w 1681861"/>
                <a:gd name="connsiteY71" fmla="*/ 861695 h 1510538"/>
                <a:gd name="connsiteX72" fmla="*/ 196850 w 1681861"/>
                <a:gd name="connsiteY72" fmla="*/ 882523 h 1510538"/>
                <a:gd name="connsiteX73" fmla="*/ 310642 w 1681861"/>
                <a:gd name="connsiteY73" fmla="*/ 983234 h 1510538"/>
                <a:gd name="connsiteX74" fmla="*/ 735076 w 1681861"/>
                <a:gd name="connsiteY74" fmla="*/ 1050544 h 1510538"/>
                <a:gd name="connsiteX75" fmla="*/ 985774 w 1681861"/>
                <a:gd name="connsiteY75" fmla="*/ 893572 h 1510538"/>
                <a:gd name="connsiteX76" fmla="*/ 991489 w 1681861"/>
                <a:gd name="connsiteY76" fmla="*/ 891286 h 1510538"/>
                <a:gd name="connsiteX77" fmla="*/ 941956 w 1681861"/>
                <a:gd name="connsiteY77" fmla="*/ 426795 h 1510538"/>
                <a:gd name="connsiteX78" fmla="*/ 655811 w 1681861"/>
                <a:gd name="connsiteY78" fmla="*/ 275466 h 1510538"/>
                <a:gd name="connsiteX79" fmla="*/ 372956 w 1681861"/>
                <a:gd name="connsiteY79" fmla="*/ 333954 h 1510538"/>
                <a:gd name="connsiteX80" fmla="*/ 1107186 w 1681861"/>
                <a:gd name="connsiteY80" fmla="*/ 427482 h 1510538"/>
                <a:gd name="connsiteX81" fmla="*/ 1530731 w 1681861"/>
                <a:gd name="connsiteY81" fmla="*/ 427355 h 1510538"/>
                <a:gd name="connsiteX82" fmla="*/ 1107186 w 1681861"/>
                <a:gd name="connsiteY82" fmla="*/ 427482 h 1510538"/>
                <a:gd name="connsiteX83" fmla="*/ 161417 w 1681861"/>
                <a:gd name="connsiteY83" fmla="*/ 570738 h 1510538"/>
                <a:gd name="connsiteX84" fmla="*/ 114554 w 1681861"/>
                <a:gd name="connsiteY84" fmla="*/ 787908 h 1510538"/>
                <a:gd name="connsiteX85" fmla="*/ 182499 w 1681861"/>
                <a:gd name="connsiteY85" fmla="*/ 859409 h 1510538"/>
                <a:gd name="connsiteX86" fmla="*/ 224917 w 1681861"/>
                <a:gd name="connsiteY86" fmla="*/ 823849 h 1510538"/>
                <a:gd name="connsiteX87" fmla="*/ 224536 w 1681861"/>
                <a:gd name="connsiteY87" fmla="*/ 600837 h 1510538"/>
                <a:gd name="connsiteX88" fmla="*/ 161417 w 1681861"/>
                <a:gd name="connsiteY88" fmla="*/ 570738 h 1510538"/>
                <a:gd name="connsiteX89" fmla="*/ 1039622 w 1681861"/>
                <a:gd name="connsiteY89" fmla="*/ 567055 h 1510538"/>
                <a:gd name="connsiteX90" fmla="*/ 1037717 w 1681861"/>
                <a:gd name="connsiteY90" fmla="*/ 860679 h 1510538"/>
                <a:gd name="connsiteX91" fmla="*/ 1039622 w 1681861"/>
                <a:gd name="connsiteY91" fmla="*/ 567055 h 1510538"/>
                <a:gd name="connsiteX92" fmla="*/ 1648333 w 1681861"/>
                <a:gd name="connsiteY92" fmla="*/ 953897 h 1510538"/>
                <a:gd name="connsiteX93" fmla="*/ 1654810 w 1681861"/>
                <a:gd name="connsiteY93" fmla="*/ 801878 h 1510538"/>
                <a:gd name="connsiteX94" fmla="*/ 1655191 w 1681861"/>
                <a:gd name="connsiteY94" fmla="*/ 663194 h 1510538"/>
                <a:gd name="connsiteX95" fmla="*/ 1654683 w 1681861"/>
                <a:gd name="connsiteY95" fmla="*/ 575183 h 1510538"/>
                <a:gd name="connsiteX96" fmla="*/ 1371092 w 1681861"/>
                <a:gd name="connsiteY96" fmla="*/ 915543 h 1510538"/>
                <a:gd name="connsiteX97" fmla="*/ 1249807 w 1681861"/>
                <a:gd name="connsiteY97" fmla="*/ 1027303 h 1510538"/>
                <a:gd name="connsiteX98" fmla="*/ 1261618 w 1681861"/>
                <a:gd name="connsiteY98" fmla="*/ 956945 h 1510538"/>
                <a:gd name="connsiteX99" fmla="*/ 1208151 w 1681861"/>
                <a:gd name="connsiteY99" fmla="*/ 969391 h 1510538"/>
                <a:gd name="connsiteX100" fmla="*/ 1338961 w 1681861"/>
                <a:gd name="connsiteY100" fmla="*/ 1181862 h 1510538"/>
                <a:gd name="connsiteX101" fmla="*/ 1462913 w 1681861"/>
                <a:gd name="connsiteY101" fmla="*/ 935609 h 1510538"/>
                <a:gd name="connsiteX102" fmla="*/ 1387475 w 1681861"/>
                <a:gd name="connsiteY102" fmla="*/ 1028573 h 1510538"/>
                <a:gd name="connsiteX103" fmla="*/ 1427988 w 1681861"/>
                <a:gd name="connsiteY103" fmla="*/ 922528 h 1510538"/>
                <a:gd name="connsiteX104" fmla="*/ 1371092 w 1681861"/>
                <a:gd name="connsiteY104" fmla="*/ 915543 h 1510538"/>
                <a:gd name="connsiteX105" fmla="*/ 1081532 w 1681861"/>
                <a:gd name="connsiteY105" fmla="*/ 1197610 h 1510538"/>
                <a:gd name="connsiteX106" fmla="*/ 1025652 w 1681861"/>
                <a:gd name="connsiteY106" fmla="*/ 1218311 h 1510538"/>
                <a:gd name="connsiteX107" fmla="*/ 1042035 w 1681861"/>
                <a:gd name="connsiteY107" fmla="*/ 1193673 h 1510538"/>
                <a:gd name="connsiteX108" fmla="*/ 913638 w 1681861"/>
                <a:gd name="connsiteY108" fmla="*/ 1115441 h 1510538"/>
                <a:gd name="connsiteX109" fmla="*/ 964057 w 1681861"/>
                <a:gd name="connsiteY109" fmla="*/ 1364361 h 1510538"/>
                <a:gd name="connsiteX110" fmla="*/ 1097915 w 1681861"/>
                <a:gd name="connsiteY110" fmla="*/ 1391920 h 1510538"/>
                <a:gd name="connsiteX111" fmla="*/ 1340866 w 1681861"/>
                <a:gd name="connsiteY111" fmla="*/ 1211199 h 1510538"/>
                <a:gd name="connsiteX112" fmla="*/ 1181608 w 1681861"/>
                <a:gd name="connsiteY112" fmla="*/ 1096645 h 1510538"/>
                <a:gd name="connsiteX113" fmla="*/ 1081532 w 1681861"/>
                <a:gd name="connsiteY113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502918 w 1681861"/>
                <a:gd name="connsiteY59" fmla="*/ 402209 h 1510538"/>
                <a:gd name="connsiteX60" fmla="*/ 1498473 w 1681861"/>
                <a:gd name="connsiteY60" fmla="*/ 329438 h 1510538"/>
                <a:gd name="connsiteX61" fmla="*/ 1391920 w 1681861"/>
                <a:gd name="connsiteY61" fmla="*/ 134493 h 1510538"/>
                <a:gd name="connsiteX62" fmla="*/ 1392047 w 1681861"/>
                <a:gd name="connsiteY62" fmla="*/ 83312 h 1510538"/>
                <a:gd name="connsiteX63" fmla="*/ 1522730 w 1681861"/>
                <a:gd name="connsiteY63" fmla="*/ 368935 h 1510538"/>
                <a:gd name="connsiteX64" fmla="*/ 1567561 w 1681861"/>
                <a:gd name="connsiteY64" fmla="*/ 314452 h 1510538"/>
                <a:gd name="connsiteX65" fmla="*/ 1522730 w 1681861"/>
                <a:gd name="connsiteY65" fmla="*/ 368935 h 1510538"/>
                <a:gd name="connsiteX66" fmla="*/ 378191 w 1681861"/>
                <a:gd name="connsiteY66" fmla="*/ 335211 h 1510538"/>
                <a:gd name="connsiteX67" fmla="*/ 198247 w 1681861"/>
                <a:gd name="connsiteY67" fmla="*/ 541782 h 1510538"/>
                <a:gd name="connsiteX68" fmla="*/ 221869 w 1681861"/>
                <a:gd name="connsiteY68" fmla="*/ 552196 h 1510538"/>
                <a:gd name="connsiteX69" fmla="*/ 262001 w 1681861"/>
                <a:gd name="connsiteY69" fmla="*/ 635381 h 1510538"/>
                <a:gd name="connsiteX70" fmla="*/ 231648 w 1681861"/>
                <a:gd name="connsiteY70" fmla="*/ 861695 h 1510538"/>
                <a:gd name="connsiteX71" fmla="*/ 196850 w 1681861"/>
                <a:gd name="connsiteY71" fmla="*/ 882523 h 1510538"/>
                <a:gd name="connsiteX72" fmla="*/ 310642 w 1681861"/>
                <a:gd name="connsiteY72" fmla="*/ 983234 h 1510538"/>
                <a:gd name="connsiteX73" fmla="*/ 735076 w 1681861"/>
                <a:gd name="connsiteY73" fmla="*/ 1050544 h 1510538"/>
                <a:gd name="connsiteX74" fmla="*/ 985774 w 1681861"/>
                <a:gd name="connsiteY74" fmla="*/ 893572 h 1510538"/>
                <a:gd name="connsiteX75" fmla="*/ 991489 w 1681861"/>
                <a:gd name="connsiteY75" fmla="*/ 891286 h 1510538"/>
                <a:gd name="connsiteX76" fmla="*/ 941956 w 1681861"/>
                <a:gd name="connsiteY76" fmla="*/ 426795 h 1510538"/>
                <a:gd name="connsiteX77" fmla="*/ 655811 w 1681861"/>
                <a:gd name="connsiteY77" fmla="*/ 275466 h 1510538"/>
                <a:gd name="connsiteX78" fmla="*/ 372956 w 1681861"/>
                <a:gd name="connsiteY78" fmla="*/ 333954 h 1510538"/>
                <a:gd name="connsiteX79" fmla="*/ 1107186 w 1681861"/>
                <a:gd name="connsiteY79" fmla="*/ 427482 h 1510538"/>
                <a:gd name="connsiteX80" fmla="*/ 1530731 w 1681861"/>
                <a:gd name="connsiteY80" fmla="*/ 427355 h 1510538"/>
                <a:gd name="connsiteX81" fmla="*/ 1107186 w 1681861"/>
                <a:gd name="connsiteY81" fmla="*/ 427482 h 1510538"/>
                <a:gd name="connsiteX82" fmla="*/ 161417 w 1681861"/>
                <a:gd name="connsiteY82" fmla="*/ 570738 h 1510538"/>
                <a:gd name="connsiteX83" fmla="*/ 114554 w 1681861"/>
                <a:gd name="connsiteY83" fmla="*/ 787908 h 1510538"/>
                <a:gd name="connsiteX84" fmla="*/ 182499 w 1681861"/>
                <a:gd name="connsiteY84" fmla="*/ 859409 h 1510538"/>
                <a:gd name="connsiteX85" fmla="*/ 224917 w 1681861"/>
                <a:gd name="connsiteY85" fmla="*/ 823849 h 1510538"/>
                <a:gd name="connsiteX86" fmla="*/ 224536 w 1681861"/>
                <a:gd name="connsiteY86" fmla="*/ 600837 h 1510538"/>
                <a:gd name="connsiteX87" fmla="*/ 161417 w 1681861"/>
                <a:gd name="connsiteY87" fmla="*/ 570738 h 1510538"/>
                <a:gd name="connsiteX88" fmla="*/ 1039622 w 1681861"/>
                <a:gd name="connsiteY88" fmla="*/ 567055 h 1510538"/>
                <a:gd name="connsiteX89" fmla="*/ 1037717 w 1681861"/>
                <a:gd name="connsiteY89" fmla="*/ 860679 h 1510538"/>
                <a:gd name="connsiteX90" fmla="*/ 1039622 w 1681861"/>
                <a:gd name="connsiteY90" fmla="*/ 567055 h 1510538"/>
                <a:gd name="connsiteX91" fmla="*/ 1648333 w 1681861"/>
                <a:gd name="connsiteY91" fmla="*/ 953897 h 1510538"/>
                <a:gd name="connsiteX92" fmla="*/ 1654810 w 1681861"/>
                <a:gd name="connsiteY92" fmla="*/ 801878 h 1510538"/>
                <a:gd name="connsiteX93" fmla="*/ 1655191 w 1681861"/>
                <a:gd name="connsiteY93" fmla="*/ 663194 h 1510538"/>
                <a:gd name="connsiteX94" fmla="*/ 1654683 w 1681861"/>
                <a:gd name="connsiteY94" fmla="*/ 575183 h 1510538"/>
                <a:gd name="connsiteX95" fmla="*/ 1371092 w 1681861"/>
                <a:gd name="connsiteY95" fmla="*/ 915543 h 1510538"/>
                <a:gd name="connsiteX96" fmla="*/ 1249807 w 1681861"/>
                <a:gd name="connsiteY96" fmla="*/ 1027303 h 1510538"/>
                <a:gd name="connsiteX97" fmla="*/ 1261618 w 1681861"/>
                <a:gd name="connsiteY97" fmla="*/ 956945 h 1510538"/>
                <a:gd name="connsiteX98" fmla="*/ 1208151 w 1681861"/>
                <a:gd name="connsiteY98" fmla="*/ 969391 h 1510538"/>
                <a:gd name="connsiteX99" fmla="*/ 1338961 w 1681861"/>
                <a:gd name="connsiteY99" fmla="*/ 1181862 h 1510538"/>
                <a:gd name="connsiteX100" fmla="*/ 1462913 w 1681861"/>
                <a:gd name="connsiteY100" fmla="*/ 935609 h 1510538"/>
                <a:gd name="connsiteX101" fmla="*/ 1387475 w 1681861"/>
                <a:gd name="connsiteY101" fmla="*/ 1028573 h 1510538"/>
                <a:gd name="connsiteX102" fmla="*/ 1427988 w 1681861"/>
                <a:gd name="connsiteY102" fmla="*/ 922528 h 1510538"/>
                <a:gd name="connsiteX103" fmla="*/ 1371092 w 1681861"/>
                <a:gd name="connsiteY103" fmla="*/ 915543 h 1510538"/>
                <a:gd name="connsiteX104" fmla="*/ 1081532 w 1681861"/>
                <a:gd name="connsiteY104" fmla="*/ 1197610 h 1510538"/>
                <a:gd name="connsiteX105" fmla="*/ 1025652 w 1681861"/>
                <a:gd name="connsiteY105" fmla="*/ 1218311 h 1510538"/>
                <a:gd name="connsiteX106" fmla="*/ 1042035 w 1681861"/>
                <a:gd name="connsiteY106" fmla="*/ 1193673 h 1510538"/>
                <a:gd name="connsiteX107" fmla="*/ 913638 w 1681861"/>
                <a:gd name="connsiteY107" fmla="*/ 1115441 h 1510538"/>
                <a:gd name="connsiteX108" fmla="*/ 964057 w 1681861"/>
                <a:gd name="connsiteY108" fmla="*/ 1364361 h 1510538"/>
                <a:gd name="connsiteX109" fmla="*/ 1097915 w 1681861"/>
                <a:gd name="connsiteY109" fmla="*/ 1391920 h 1510538"/>
                <a:gd name="connsiteX110" fmla="*/ 1340866 w 1681861"/>
                <a:gd name="connsiteY110" fmla="*/ 1211199 h 1510538"/>
                <a:gd name="connsiteX111" fmla="*/ 1181608 w 1681861"/>
                <a:gd name="connsiteY111" fmla="*/ 1096645 h 1510538"/>
                <a:gd name="connsiteX112" fmla="*/ 1081532 w 1681861"/>
                <a:gd name="connsiteY112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502918 w 1681861"/>
                <a:gd name="connsiteY59" fmla="*/ 402209 h 1510538"/>
                <a:gd name="connsiteX60" fmla="*/ 1498473 w 1681861"/>
                <a:gd name="connsiteY60" fmla="*/ 329438 h 1510538"/>
                <a:gd name="connsiteX61" fmla="*/ 1391920 w 1681861"/>
                <a:gd name="connsiteY61" fmla="*/ 134493 h 1510538"/>
                <a:gd name="connsiteX62" fmla="*/ 1392047 w 1681861"/>
                <a:gd name="connsiteY62" fmla="*/ 83312 h 1510538"/>
                <a:gd name="connsiteX63" fmla="*/ 1522730 w 1681861"/>
                <a:gd name="connsiteY63" fmla="*/ 368935 h 1510538"/>
                <a:gd name="connsiteX64" fmla="*/ 1567561 w 1681861"/>
                <a:gd name="connsiteY64" fmla="*/ 314452 h 1510538"/>
                <a:gd name="connsiteX65" fmla="*/ 1522730 w 1681861"/>
                <a:gd name="connsiteY65" fmla="*/ 368935 h 1510538"/>
                <a:gd name="connsiteX66" fmla="*/ 378191 w 1681861"/>
                <a:gd name="connsiteY66" fmla="*/ 335211 h 1510538"/>
                <a:gd name="connsiteX67" fmla="*/ 198247 w 1681861"/>
                <a:gd name="connsiteY67" fmla="*/ 541782 h 1510538"/>
                <a:gd name="connsiteX68" fmla="*/ 221869 w 1681861"/>
                <a:gd name="connsiteY68" fmla="*/ 552196 h 1510538"/>
                <a:gd name="connsiteX69" fmla="*/ 262001 w 1681861"/>
                <a:gd name="connsiteY69" fmla="*/ 635381 h 1510538"/>
                <a:gd name="connsiteX70" fmla="*/ 231648 w 1681861"/>
                <a:gd name="connsiteY70" fmla="*/ 861695 h 1510538"/>
                <a:gd name="connsiteX71" fmla="*/ 196850 w 1681861"/>
                <a:gd name="connsiteY71" fmla="*/ 882523 h 1510538"/>
                <a:gd name="connsiteX72" fmla="*/ 310642 w 1681861"/>
                <a:gd name="connsiteY72" fmla="*/ 983234 h 1510538"/>
                <a:gd name="connsiteX73" fmla="*/ 735076 w 1681861"/>
                <a:gd name="connsiteY73" fmla="*/ 1050544 h 1510538"/>
                <a:gd name="connsiteX74" fmla="*/ 985774 w 1681861"/>
                <a:gd name="connsiteY74" fmla="*/ 893572 h 1510538"/>
                <a:gd name="connsiteX75" fmla="*/ 991489 w 1681861"/>
                <a:gd name="connsiteY75" fmla="*/ 891286 h 1510538"/>
                <a:gd name="connsiteX76" fmla="*/ 941956 w 1681861"/>
                <a:gd name="connsiteY76" fmla="*/ 426795 h 1510538"/>
                <a:gd name="connsiteX77" fmla="*/ 655811 w 1681861"/>
                <a:gd name="connsiteY77" fmla="*/ 275466 h 1510538"/>
                <a:gd name="connsiteX78" fmla="*/ 372956 w 1681861"/>
                <a:gd name="connsiteY78" fmla="*/ 333954 h 1510538"/>
                <a:gd name="connsiteX79" fmla="*/ 1107186 w 1681861"/>
                <a:gd name="connsiteY79" fmla="*/ 427482 h 1510538"/>
                <a:gd name="connsiteX80" fmla="*/ 1107186 w 1681861"/>
                <a:gd name="connsiteY80" fmla="*/ 427482 h 1510538"/>
                <a:gd name="connsiteX81" fmla="*/ 161417 w 1681861"/>
                <a:gd name="connsiteY81" fmla="*/ 570738 h 1510538"/>
                <a:gd name="connsiteX82" fmla="*/ 114554 w 1681861"/>
                <a:gd name="connsiteY82" fmla="*/ 787908 h 1510538"/>
                <a:gd name="connsiteX83" fmla="*/ 182499 w 1681861"/>
                <a:gd name="connsiteY83" fmla="*/ 859409 h 1510538"/>
                <a:gd name="connsiteX84" fmla="*/ 224917 w 1681861"/>
                <a:gd name="connsiteY84" fmla="*/ 823849 h 1510538"/>
                <a:gd name="connsiteX85" fmla="*/ 224536 w 1681861"/>
                <a:gd name="connsiteY85" fmla="*/ 600837 h 1510538"/>
                <a:gd name="connsiteX86" fmla="*/ 161417 w 1681861"/>
                <a:gd name="connsiteY86" fmla="*/ 570738 h 1510538"/>
                <a:gd name="connsiteX87" fmla="*/ 1039622 w 1681861"/>
                <a:gd name="connsiteY87" fmla="*/ 567055 h 1510538"/>
                <a:gd name="connsiteX88" fmla="*/ 1037717 w 1681861"/>
                <a:gd name="connsiteY88" fmla="*/ 860679 h 1510538"/>
                <a:gd name="connsiteX89" fmla="*/ 1039622 w 1681861"/>
                <a:gd name="connsiteY89" fmla="*/ 567055 h 1510538"/>
                <a:gd name="connsiteX90" fmla="*/ 1648333 w 1681861"/>
                <a:gd name="connsiteY90" fmla="*/ 953897 h 1510538"/>
                <a:gd name="connsiteX91" fmla="*/ 1654810 w 1681861"/>
                <a:gd name="connsiteY91" fmla="*/ 801878 h 1510538"/>
                <a:gd name="connsiteX92" fmla="*/ 1655191 w 1681861"/>
                <a:gd name="connsiteY92" fmla="*/ 663194 h 1510538"/>
                <a:gd name="connsiteX93" fmla="*/ 1654683 w 1681861"/>
                <a:gd name="connsiteY93" fmla="*/ 575183 h 1510538"/>
                <a:gd name="connsiteX94" fmla="*/ 1371092 w 1681861"/>
                <a:gd name="connsiteY94" fmla="*/ 915543 h 1510538"/>
                <a:gd name="connsiteX95" fmla="*/ 1249807 w 1681861"/>
                <a:gd name="connsiteY95" fmla="*/ 1027303 h 1510538"/>
                <a:gd name="connsiteX96" fmla="*/ 1261618 w 1681861"/>
                <a:gd name="connsiteY96" fmla="*/ 956945 h 1510538"/>
                <a:gd name="connsiteX97" fmla="*/ 1208151 w 1681861"/>
                <a:gd name="connsiteY97" fmla="*/ 969391 h 1510538"/>
                <a:gd name="connsiteX98" fmla="*/ 1338961 w 1681861"/>
                <a:gd name="connsiteY98" fmla="*/ 1181862 h 1510538"/>
                <a:gd name="connsiteX99" fmla="*/ 1462913 w 1681861"/>
                <a:gd name="connsiteY99" fmla="*/ 935609 h 1510538"/>
                <a:gd name="connsiteX100" fmla="*/ 1387475 w 1681861"/>
                <a:gd name="connsiteY100" fmla="*/ 1028573 h 1510538"/>
                <a:gd name="connsiteX101" fmla="*/ 1427988 w 1681861"/>
                <a:gd name="connsiteY101" fmla="*/ 922528 h 1510538"/>
                <a:gd name="connsiteX102" fmla="*/ 1371092 w 1681861"/>
                <a:gd name="connsiteY102" fmla="*/ 915543 h 1510538"/>
                <a:gd name="connsiteX103" fmla="*/ 1081532 w 1681861"/>
                <a:gd name="connsiteY103" fmla="*/ 1197610 h 1510538"/>
                <a:gd name="connsiteX104" fmla="*/ 1025652 w 1681861"/>
                <a:gd name="connsiteY104" fmla="*/ 1218311 h 1510538"/>
                <a:gd name="connsiteX105" fmla="*/ 1042035 w 1681861"/>
                <a:gd name="connsiteY105" fmla="*/ 1193673 h 1510538"/>
                <a:gd name="connsiteX106" fmla="*/ 913638 w 1681861"/>
                <a:gd name="connsiteY106" fmla="*/ 1115441 h 1510538"/>
                <a:gd name="connsiteX107" fmla="*/ 964057 w 1681861"/>
                <a:gd name="connsiteY107" fmla="*/ 1364361 h 1510538"/>
                <a:gd name="connsiteX108" fmla="*/ 1097915 w 1681861"/>
                <a:gd name="connsiteY108" fmla="*/ 1391920 h 1510538"/>
                <a:gd name="connsiteX109" fmla="*/ 1340866 w 1681861"/>
                <a:gd name="connsiteY109" fmla="*/ 1211199 h 1510538"/>
                <a:gd name="connsiteX110" fmla="*/ 1181608 w 1681861"/>
                <a:gd name="connsiteY110" fmla="*/ 1096645 h 1510538"/>
                <a:gd name="connsiteX111" fmla="*/ 1081532 w 1681861"/>
                <a:gd name="connsiteY111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498473 w 1681861"/>
                <a:gd name="connsiteY59" fmla="*/ 329438 h 1510538"/>
                <a:gd name="connsiteX60" fmla="*/ 1391920 w 1681861"/>
                <a:gd name="connsiteY60" fmla="*/ 134493 h 1510538"/>
                <a:gd name="connsiteX61" fmla="*/ 1392047 w 1681861"/>
                <a:gd name="connsiteY61" fmla="*/ 83312 h 1510538"/>
                <a:gd name="connsiteX62" fmla="*/ 1522730 w 1681861"/>
                <a:gd name="connsiteY62" fmla="*/ 368935 h 1510538"/>
                <a:gd name="connsiteX63" fmla="*/ 1567561 w 1681861"/>
                <a:gd name="connsiteY63" fmla="*/ 314452 h 1510538"/>
                <a:gd name="connsiteX64" fmla="*/ 1522730 w 1681861"/>
                <a:gd name="connsiteY64" fmla="*/ 368935 h 1510538"/>
                <a:gd name="connsiteX65" fmla="*/ 378191 w 1681861"/>
                <a:gd name="connsiteY65" fmla="*/ 335211 h 1510538"/>
                <a:gd name="connsiteX66" fmla="*/ 198247 w 1681861"/>
                <a:gd name="connsiteY66" fmla="*/ 541782 h 1510538"/>
                <a:gd name="connsiteX67" fmla="*/ 221869 w 1681861"/>
                <a:gd name="connsiteY67" fmla="*/ 552196 h 1510538"/>
                <a:gd name="connsiteX68" fmla="*/ 262001 w 1681861"/>
                <a:gd name="connsiteY68" fmla="*/ 635381 h 1510538"/>
                <a:gd name="connsiteX69" fmla="*/ 231648 w 1681861"/>
                <a:gd name="connsiteY69" fmla="*/ 861695 h 1510538"/>
                <a:gd name="connsiteX70" fmla="*/ 196850 w 1681861"/>
                <a:gd name="connsiteY70" fmla="*/ 882523 h 1510538"/>
                <a:gd name="connsiteX71" fmla="*/ 310642 w 1681861"/>
                <a:gd name="connsiteY71" fmla="*/ 983234 h 1510538"/>
                <a:gd name="connsiteX72" fmla="*/ 735076 w 1681861"/>
                <a:gd name="connsiteY72" fmla="*/ 1050544 h 1510538"/>
                <a:gd name="connsiteX73" fmla="*/ 985774 w 1681861"/>
                <a:gd name="connsiteY73" fmla="*/ 893572 h 1510538"/>
                <a:gd name="connsiteX74" fmla="*/ 991489 w 1681861"/>
                <a:gd name="connsiteY74" fmla="*/ 891286 h 1510538"/>
                <a:gd name="connsiteX75" fmla="*/ 941956 w 1681861"/>
                <a:gd name="connsiteY75" fmla="*/ 426795 h 1510538"/>
                <a:gd name="connsiteX76" fmla="*/ 655811 w 1681861"/>
                <a:gd name="connsiteY76" fmla="*/ 275466 h 1510538"/>
                <a:gd name="connsiteX77" fmla="*/ 372956 w 1681861"/>
                <a:gd name="connsiteY77" fmla="*/ 333954 h 1510538"/>
                <a:gd name="connsiteX78" fmla="*/ 1107186 w 1681861"/>
                <a:gd name="connsiteY78" fmla="*/ 427482 h 1510538"/>
                <a:gd name="connsiteX79" fmla="*/ 1107186 w 1681861"/>
                <a:gd name="connsiteY79" fmla="*/ 427482 h 1510538"/>
                <a:gd name="connsiteX80" fmla="*/ 161417 w 1681861"/>
                <a:gd name="connsiteY80" fmla="*/ 570738 h 1510538"/>
                <a:gd name="connsiteX81" fmla="*/ 114554 w 1681861"/>
                <a:gd name="connsiteY81" fmla="*/ 787908 h 1510538"/>
                <a:gd name="connsiteX82" fmla="*/ 182499 w 1681861"/>
                <a:gd name="connsiteY82" fmla="*/ 859409 h 1510538"/>
                <a:gd name="connsiteX83" fmla="*/ 224917 w 1681861"/>
                <a:gd name="connsiteY83" fmla="*/ 823849 h 1510538"/>
                <a:gd name="connsiteX84" fmla="*/ 224536 w 1681861"/>
                <a:gd name="connsiteY84" fmla="*/ 600837 h 1510538"/>
                <a:gd name="connsiteX85" fmla="*/ 161417 w 1681861"/>
                <a:gd name="connsiteY85" fmla="*/ 570738 h 1510538"/>
                <a:gd name="connsiteX86" fmla="*/ 1039622 w 1681861"/>
                <a:gd name="connsiteY86" fmla="*/ 567055 h 1510538"/>
                <a:gd name="connsiteX87" fmla="*/ 1037717 w 1681861"/>
                <a:gd name="connsiteY87" fmla="*/ 860679 h 1510538"/>
                <a:gd name="connsiteX88" fmla="*/ 1039622 w 1681861"/>
                <a:gd name="connsiteY88" fmla="*/ 567055 h 1510538"/>
                <a:gd name="connsiteX89" fmla="*/ 1648333 w 1681861"/>
                <a:gd name="connsiteY89" fmla="*/ 953897 h 1510538"/>
                <a:gd name="connsiteX90" fmla="*/ 1654810 w 1681861"/>
                <a:gd name="connsiteY90" fmla="*/ 801878 h 1510538"/>
                <a:gd name="connsiteX91" fmla="*/ 1655191 w 1681861"/>
                <a:gd name="connsiteY91" fmla="*/ 663194 h 1510538"/>
                <a:gd name="connsiteX92" fmla="*/ 1654683 w 1681861"/>
                <a:gd name="connsiteY92" fmla="*/ 575183 h 1510538"/>
                <a:gd name="connsiteX93" fmla="*/ 1371092 w 1681861"/>
                <a:gd name="connsiteY93" fmla="*/ 915543 h 1510538"/>
                <a:gd name="connsiteX94" fmla="*/ 1249807 w 1681861"/>
                <a:gd name="connsiteY94" fmla="*/ 1027303 h 1510538"/>
                <a:gd name="connsiteX95" fmla="*/ 1261618 w 1681861"/>
                <a:gd name="connsiteY95" fmla="*/ 956945 h 1510538"/>
                <a:gd name="connsiteX96" fmla="*/ 1208151 w 1681861"/>
                <a:gd name="connsiteY96" fmla="*/ 969391 h 1510538"/>
                <a:gd name="connsiteX97" fmla="*/ 1338961 w 1681861"/>
                <a:gd name="connsiteY97" fmla="*/ 1181862 h 1510538"/>
                <a:gd name="connsiteX98" fmla="*/ 1462913 w 1681861"/>
                <a:gd name="connsiteY98" fmla="*/ 935609 h 1510538"/>
                <a:gd name="connsiteX99" fmla="*/ 1387475 w 1681861"/>
                <a:gd name="connsiteY99" fmla="*/ 1028573 h 1510538"/>
                <a:gd name="connsiteX100" fmla="*/ 1427988 w 1681861"/>
                <a:gd name="connsiteY100" fmla="*/ 922528 h 1510538"/>
                <a:gd name="connsiteX101" fmla="*/ 1371092 w 1681861"/>
                <a:gd name="connsiteY101" fmla="*/ 915543 h 1510538"/>
                <a:gd name="connsiteX102" fmla="*/ 1081532 w 1681861"/>
                <a:gd name="connsiteY102" fmla="*/ 1197610 h 1510538"/>
                <a:gd name="connsiteX103" fmla="*/ 1025652 w 1681861"/>
                <a:gd name="connsiteY103" fmla="*/ 1218311 h 1510538"/>
                <a:gd name="connsiteX104" fmla="*/ 1042035 w 1681861"/>
                <a:gd name="connsiteY104" fmla="*/ 1193673 h 1510538"/>
                <a:gd name="connsiteX105" fmla="*/ 913638 w 1681861"/>
                <a:gd name="connsiteY105" fmla="*/ 1115441 h 1510538"/>
                <a:gd name="connsiteX106" fmla="*/ 964057 w 1681861"/>
                <a:gd name="connsiteY106" fmla="*/ 1364361 h 1510538"/>
                <a:gd name="connsiteX107" fmla="*/ 1097915 w 1681861"/>
                <a:gd name="connsiteY107" fmla="*/ 1391920 h 1510538"/>
                <a:gd name="connsiteX108" fmla="*/ 1340866 w 1681861"/>
                <a:gd name="connsiteY108" fmla="*/ 1211199 h 1510538"/>
                <a:gd name="connsiteX109" fmla="*/ 1181608 w 1681861"/>
                <a:gd name="connsiteY109" fmla="*/ 1096645 h 1510538"/>
                <a:gd name="connsiteX110" fmla="*/ 1081532 w 1681861"/>
                <a:gd name="connsiteY110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498473 w 1681861"/>
                <a:gd name="connsiteY59" fmla="*/ 329438 h 1510538"/>
                <a:gd name="connsiteX60" fmla="*/ 1391920 w 1681861"/>
                <a:gd name="connsiteY60" fmla="*/ 134493 h 1510538"/>
                <a:gd name="connsiteX61" fmla="*/ 1392047 w 1681861"/>
                <a:gd name="connsiteY61" fmla="*/ 83312 h 1510538"/>
                <a:gd name="connsiteX62" fmla="*/ 1522730 w 1681861"/>
                <a:gd name="connsiteY62" fmla="*/ 368935 h 1510538"/>
                <a:gd name="connsiteX63" fmla="*/ 1567561 w 1681861"/>
                <a:gd name="connsiteY63" fmla="*/ 314452 h 1510538"/>
                <a:gd name="connsiteX64" fmla="*/ 378191 w 1681861"/>
                <a:gd name="connsiteY64" fmla="*/ 335211 h 1510538"/>
                <a:gd name="connsiteX65" fmla="*/ 198247 w 1681861"/>
                <a:gd name="connsiteY65" fmla="*/ 541782 h 1510538"/>
                <a:gd name="connsiteX66" fmla="*/ 221869 w 1681861"/>
                <a:gd name="connsiteY66" fmla="*/ 552196 h 1510538"/>
                <a:gd name="connsiteX67" fmla="*/ 262001 w 1681861"/>
                <a:gd name="connsiteY67" fmla="*/ 635381 h 1510538"/>
                <a:gd name="connsiteX68" fmla="*/ 231648 w 1681861"/>
                <a:gd name="connsiteY68" fmla="*/ 861695 h 1510538"/>
                <a:gd name="connsiteX69" fmla="*/ 196850 w 1681861"/>
                <a:gd name="connsiteY69" fmla="*/ 882523 h 1510538"/>
                <a:gd name="connsiteX70" fmla="*/ 310642 w 1681861"/>
                <a:gd name="connsiteY70" fmla="*/ 983234 h 1510538"/>
                <a:gd name="connsiteX71" fmla="*/ 735076 w 1681861"/>
                <a:gd name="connsiteY71" fmla="*/ 1050544 h 1510538"/>
                <a:gd name="connsiteX72" fmla="*/ 985774 w 1681861"/>
                <a:gd name="connsiteY72" fmla="*/ 893572 h 1510538"/>
                <a:gd name="connsiteX73" fmla="*/ 991489 w 1681861"/>
                <a:gd name="connsiteY73" fmla="*/ 891286 h 1510538"/>
                <a:gd name="connsiteX74" fmla="*/ 941956 w 1681861"/>
                <a:gd name="connsiteY74" fmla="*/ 426795 h 1510538"/>
                <a:gd name="connsiteX75" fmla="*/ 655811 w 1681861"/>
                <a:gd name="connsiteY75" fmla="*/ 275466 h 1510538"/>
                <a:gd name="connsiteX76" fmla="*/ 372956 w 1681861"/>
                <a:gd name="connsiteY76" fmla="*/ 333954 h 1510538"/>
                <a:gd name="connsiteX77" fmla="*/ 1107186 w 1681861"/>
                <a:gd name="connsiteY77" fmla="*/ 427482 h 1510538"/>
                <a:gd name="connsiteX78" fmla="*/ 1107186 w 1681861"/>
                <a:gd name="connsiteY78" fmla="*/ 427482 h 1510538"/>
                <a:gd name="connsiteX79" fmla="*/ 161417 w 1681861"/>
                <a:gd name="connsiteY79" fmla="*/ 570738 h 1510538"/>
                <a:gd name="connsiteX80" fmla="*/ 114554 w 1681861"/>
                <a:gd name="connsiteY80" fmla="*/ 787908 h 1510538"/>
                <a:gd name="connsiteX81" fmla="*/ 182499 w 1681861"/>
                <a:gd name="connsiteY81" fmla="*/ 859409 h 1510538"/>
                <a:gd name="connsiteX82" fmla="*/ 224917 w 1681861"/>
                <a:gd name="connsiteY82" fmla="*/ 823849 h 1510538"/>
                <a:gd name="connsiteX83" fmla="*/ 224536 w 1681861"/>
                <a:gd name="connsiteY83" fmla="*/ 600837 h 1510538"/>
                <a:gd name="connsiteX84" fmla="*/ 161417 w 1681861"/>
                <a:gd name="connsiteY84" fmla="*/ 570738 h 1510538"/>
                <a:gd name="connsiteX85" fmla="*/ 1039622 w 1681861"/>
                <a:gd name="connsiteY85" fmla="*/ 567055 h 1510538"/>
                <a:gd name="connsiteX86" fmla="*/ 1037717 w 1681861"/>
                <a:gd name="connsiteY86" fmla="*/ 860679 h 1510538"/>
                <a:gd name="connsiteX87" fmla="*/ 1039622 w 1681861"/>
                <a:gd name="connsiteY87" fmla="*/ 567055 h 1510538"/>
                <a:gd name="connsiteX88" fmla="*/ 1648333 w 1681861"/>
                <a:gd name="connsiteY88" fmla="*/ 953897 h 1510538"/>
                <a:gd name="connsiteX89" fmla="*/ 1654810 w 1681861"/>
                <a:gd name="connsiteY89" fmla="*/ 801878 h 1510538"/>
                <a:gd name="connsiteX90" fmla="*/ 1655191 w 1681861"/>
                <a:gd name="connsiteY90" fmla="*/ 663194 h 1510538"/>
                <a:gd name="connsiteX91" fmla="*/ 1654683 w 1681861"/>
                <a:gd name="connsiteY91" fmla="*/ 575183 h 1510538"/>
                <a:gd name="connsiteX92" fmla="*/ 1371092 w 1681861"/>
                <a:gd name="connsiteY92" fmla="*/ 915543 h 1510538"/>
                <a:gd name="connsiteX93" fmla="*/ 1249807 w 1681861"/>
                <a:gd name="connsiteY93" fmla="*/ 1027303 h 1510538"/>
                <a:gd name="connsiteX94" fmla="*/ 1261618 w 1681861"/>
                <a:gd name="connsiteY94" fmla="*/ 956945 h 1510538"/>
                <a:gd name="connsiteX95" fmla="*/ 1208151 w 1681861"/>
                <a:gd name="connsiteY95" fmla="*/ 969391 h 1510538"/>
                <a:gd name="connsiteX96" fmla="*/ 1338961 w 1681861"/>
                <a:gd name="connsiteY96" fmla="*/ 1181862 h 1510538"/>
                <a:gd name="connsiteX97" fmla="*/ 1462913 w 1681861"/>
                <a:gd name="connsiteY97" fmla="*/ 935609 h 1510538"/>
                <a:gd name="connsiteX98" fmla="*/ 1387475 w 1681861"/>
                <a:gd name="connsiteY98" fmla="*/ 1028573 h 1510538"/>
                <a:gd name="connsiteX99" fmla="*/ 1427988 w 1681861"/>
                <a:gd name="connsiteY99" fmla="*/ 922528 h 1510538"/>
                <a:gd name="connsiteX100" fmla="*/ 1371092 w 1681861"/>
                <a:gd name="connsiteY100" fmla="*/ 915543 h 1510538"/>
                <a:gd name="connsiteX101" fmla="*/ 1081532 w 1681861"/>
                <a:gd name="connsiteY101" fmla="*/ 1197610 h 1510538"/>
                <a:gd name="connsiteX102" fmla="*/ 1025652 w 1681861"/>
                <a:gd name="connsiteY102" fmla="*/ 1218311 h 1510538"/>
                <a:gd name="connsiteX103" fmla="*/ 1042035 w 1681861"/>
                <a:gd name="connsiteY103" fmla="*/ 1193673 h 1510538"/>
                <a:gd name="connsiteX104" fmla="*/ 913638 w 1681861"/>
                <a:gd name="connsiteY104" fmla="*/ 1115441 h 1510538"/>
                <a:gd name="connsiteX105" fmla="*/ 964057 w 1681861"/>
                <a:gd name="connsiteY105" fmla="*/ 1364361 h 1510538"/>
                <a:gd name="connsiteX106" fmla="*/ 1097915 w 1681861"/>
                <a:gd name="connsiteY106" fmla="*/ 1391920 h 1510538"/>
                <a:gd name="connsiteX107" fmla="*/ 1340866 w 1681861"/>
                <a:gd name="connsiteY107" fmla="*/ 1211199 h 1510538"/>
                <a:gd name="connsiteX108" fmla="*/ 1181608 w 1681861"/>
                <a:gd name="connsiteY108" fmla="*/ 1096645 h 1510538"/>
                <a:gd name="connsiteX109" fmla="*/ 1081532 w 1681861"/>
                <a:gd name="connsiteY109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15999 w 1681861"/>
                <a:gd name="connsiteY3" fmla="*/ 308483 h 1510538"/>
                <a:gd name="connsiteX4" fmla="*/ 1592580 w 1681861"/>
                <a:gd name="connsiteY4" fmla="*/ 300609 h 1510538"/>
                <a:gd name="connsiteX5" fmla="*/ 1622933 w 1681861"/>
                <a:gd name="connsiteY5" fmla="*/ 406781 h 1510538"/>
                <a:gd name="connsiteX6" fmla="*/ 1559179 w 1681861"/>
                <a:gd name="connsiteY6" fmla="*/ 434086 h 1510538"/>
                <a:gd name="connsiteX7" fmla="*/ 1681861 w 1681861"/>
                <a:gd name="connsiteY7" fmla="*/ 578739 h 1510538"/>
                <a:gd name="connsiteX8" fmla="*/ 1681353 w 1681861"/>
                <a:gd name="connsiteY8" fmla="*/ 922782 h 1510538"/>
                <a:gd name="connsiteX9" fmla="*/ 1657731 w 1681861"/>
                <a:gd name="connsiteY9" fmla="*/ 993013 h 1510538"/>
                <a:gd name="connsiteX10" fmla="*/ 1517142 w 1681861"/>
                <a:gd name="connsiteY10" fmla="*/ 999998 h 1510538"/>
                <a:gd name="connsiteX11" fmla="*/ 1383030 w 1681861"/>
                <a:gd name="connsiteY11" fmla="*/ 1205865 h 1510538"/>
                <a:gd name="connsiteX12" fmla="*/ 1096137 w 1681861"/>
                <a:gd name="connsiteY12" fmla="*/ 1418209 h 1510538"/>
                <a:gd name="connsiteX13" fmla="*/ 969010 w 1681861"/>
                <a:gd name="connsiteY13" fmla="*/ 1396365 h 1510538"/>
                <a:gd name="connsiteX14" fmla="*/ 968375 w 1681861"/>
                <a:gd name="connsiteY14" fmla="*/ 1493139 h 1510538"/>
                <a:gd name="connsiteX15" fmla="*/ 957580 w 1681861"/>
                <a:gd name="connsiteY15" fmla="*/ 1505839 h 1510538"/>
                <a:gd name="connsiteX16" fmla="*/ 942721 w 1681861"/>
                <a:gd name="connsiteY16" fmla="*/ 1503045 h 1510538"/>
                <a:gd name="connsiteX17" fmla="*/ 940562 w 1681861"/>
                <a:gd name="connsiteY17" fmla="*/ 1399540 h 1510538"/>
                <a:gd name="connsiteX18" fmla="*/ 914908 w 1681861"/>
                <a:gd name="connsiteY18" fmla="*/ 1199769 h 1510538"/>
                <a:gd name="connsiteX19" fmla="*/ 854202 w 1681861"/>
                <a:gd name="connsiteY19" fmla="*/ 1086739 h 1510538"/>
                <a:gd name="connsiteX20" fmla="*/ 678561 w 1681861"/>
                <a:gd name="connsiteY20" fmla="*/ 1080643 h 1510538"/>
                <a:gd name="connsiteX21" fmla="*/ 448437 w 1681861"/>
                <a:gd name="connsiteY21" fmla="*/ 1062609 h 1510538"/>
                <a:gd name="connsiteX22" fmla="*/ 402209 w 1681861"/>
                <a:gd name="connsiteY22" fmla="*/ 1085469 h 1510538"/>
                <a:gd name="connsiteX23" fmla="*/ 338963 w 1681861"/>
                <a:gd name="connsiteY23" fmla="*/ 1105535 h 1510538"/>
                <a:gd name="connsiteX24" fmla="*/ 376047 w 1681861"/>
                <a:gd name="connsiteY24" fmla="*/ 1200912 h 1510538"/>
                <a:gd name="connsiteX25" fmla="*/ 342900 w 1681861"/>
                <a:gd name="connsiteY25" fmla="*/ 1332611 h 1510538"/>
                <a:gd name="connsiteX26" fmla="*/ 265811 w 1681861"/>
                <a:gd name="connsiteY26" fmla="*/ 1501267 h 1510538"/>
                <a:gd name="connsiteX27" fmla="*/ 240157 w 1681861"/>
                <a:gd name="connsiteY27" fmla="*/ 1504569 h 1510538"/>
                <a:gd name="connsiteX28" fmla="*/ 349377 w 1681861"/>
                <a:gd name="connsiteY28" fmla="*/ 1218692 h 1510538"/>
                <a:gd name="connsiteX29" fmla="*/ 311531 w 1681861"/>
                <a:gd name="connsiteY29" fmla="*/ 1116965 h 1510538"/>
                <a:gd name="connsiteX30" fmla="*/ 20955 w 1681861"/>
                <a:gd name="connsiteY30" fmla="*/ 1499997 h 1510538"/>
                <a:gd name="connsiteX31" fmla="*/ 0 w 1681861"/>
                <a:gd name="connsiteY31" fmla="*/ 1510538 h 1510538"/>
                <a:gd name="connsiteX32" fmla="*/ 133223 w 1681861"/>
                <a:gd name="connsiteY32" fmla="*/ 1244219 h 1510538"/>
                <a:gd name="connsiteX33" fmla="*/ 412369 w 1681861"/>
                <a:gd name="connsiteY33" fmla="*/ 1055243 h 1510538"/>
                <a:gd name="connsiteX34" fmla="*/ 198247 w 1681861"/>
                <a:gd name="connsiteY34" fmla="*/ 919353 h 1510538"/>
                <a:gd name="connsiteX35" fmla="*/ 101981 w 1681861"/>
                <a:gd name="connsiteY35" fmla="*/ 829437 h 1510538"/>
                <a:gd name="connsiteX36" fmla="*/ 175895 w 1681861"/>
                <a:gd name="connsiteY36" fmla="*/ 534035 h 1510538"/>
                <a:gd name="connsiteX37" fmla="*/ 379792 w 1681861"/>
                <a:gd name="connsiteY37" fmla="*/ 298477 h 1510538"/>
                <a:gd name="connsiteX38" fmla="*/ 672816 w 1681861"/>
                <a:gd name="connsiteY38" fmla="*/ 253707 h 1510538"/>
                <a:gd name="connsiteX39" fmla="*/ 972991 w 1681861"/>
                <a:gd name="connsiteY39" fmla="*/ 416267 h 1510538"/>
                <a:gd name="connsiteX40" fmla="*/ 1049655 w 1681861"/>
                <a:gd name="connsiteY40" fmla="*/ 552450 h 1510538"/>
                <a:gd name="connsiteX41" fmla="*/ 1114679 w 1681861"/>
                <a:gd name="connsiteY41" fmla="*/ 647700 h 1510538"/>
                <a:gd name="connsiteX42" fmla="*/ 1042924 w 1681861"/>
                <a:gd name="connsiteY42" fmla="*/ 877697 h 1510538"/>
                <a:gd name="connsiteX43" fmla="*/ 1025906 w 1681861"/>
                <a:gd name="connsiteY43" fmla="*/ 887603 h 1510538"/>
                <a:gd name="connsiteX44" fmla="*/ 832358 w 1681861"/>
                <a:gd name="connsiteY44" fmla="*/ 1050163 h 1510538"/>
                <a:gd name="connsiteX45" fmla="*/ 1063879 w 1681861"/>
                <a:gd name="connsiteY45" fmla="*/ 1180338 h 1510538"/>
                <a:gd name="connsiteX46" fmla="*/ 1164717 w 1681861"/>
                <a:gd name="connsiteY46" fmla="*/ 1067308 h 1510538"/>
                <a:gd name="connsiteX47" fmla="*/ 1175385 w 1681861"/>
                <a:gd name="connsiteY47" fmla="*/ 978535 h 1510538"/>
                <a:gd name="connsiteX48" fmla="*/ 1226693 w 1681861"/>
                <a:gd name="connsiteY48" fmla="*/ 925195 h 1510538"/>
                <a:gd name="connsiteX49" fmla="*/ 1282700 w 1681861"/>
                <a:gd name="connsiteY49" fmla="*/ 942594 h 1510538"/>
                <a:gd name="connsiteX50" fmla="*/ 1388745 w 1681861"/>
                <a:gd name="connsiteY50" fmla="*/ 883666 h 1510538"/>
                <a:gd name="connsiteX51" fmla="*/ 1489583 w 1681861"/>
                <a:gd name="connsiteY51" fmla="*/ 927862 h 1510538"/>
                <a:gd name="connsiteX52" fmla="*/ 1083183 w 1681861"/>
                <a:gd name="connsiteY52" fmla="*/ 422021 h 1510538"/>
                <a:gd name="connsiteX53" fmla="*/ 1224407 w 1681861"/>
                <a:gd name="connsiteY53" fmla="*/ 235331 h 1510538"/>
                <a:gd name="connsiteX54" fmla="*/ 1415161 w 1681861"/>
                <a:gd name="connsiteY54" fmla="*/ 56261 h 1510538"/>
                <a:gd name="connsiteX55" fmla="*/ 1427353 w 1681861"/>
                <a:gd name="connsiteY55" fmla="*/ 10287 h 1510538"/>
                <a:gd name="connsiteX56" fmla="*/ 1249680 w 1681861"/>
                <a:gd name="connsiteY56" fmla="*/ 82804 h 1510538"/>
                <a:gd name="connsiteX57" fmla="*/ 1249934 w 1681861"/>
                <a:gd name="connsiteY57" fmla="*/ 251206 h 1510538"/>
                <a:gd name="connsiteX58" fmla="*/ 1111631 w 1681861"/>
                <a:gd name="connsiteY58" fmla="*/ 401574 h 1510538"/>
                <a:gd name="connsiteX59" fmla="*/ 1391920 w 1681861"/>
                <a:gd name="connsiteY59" fmla="*/ 134493 h 1510538"/>
                <a:gd name="connsiteX60" fmla="*/ 1392047 w 1681861"/>
                <a:gd name="connsiteY60" fmla="*/ 83312 h 1510538"/>
                <a:gd name="connsiteX61" fmla="*/ 1522730 w 1681861"/>
                <a:gd name="connsiteY61" fmla="*/ 368935 h 1510538"/>
                <a:gd name="connsiteX62" fmla="*/ 1567561 w 1681861"/>
                <a:gd name="connsiteY62" fmla="*/ 314452 h 1510538"/>
                <a:gd name="connsiteX63" fmla="*/ 378191 w 1681861"/>
                <a:gd name="connsiteY63" fmla="*/ 335211 h 1510538"/>
                <a:gd name="connsiteX64" fmla="*/ 198247 w 1681861"/>
                <a:gd name="connsiteY64" fmla="*/ 541782 h 1510538"/>
                <a:gd name="connsiteX65" fmla="*/ 221869 w 1681861"/>
                <a:gd name="connsiteY65" fmla="*/ 552196 h 1510538"/>
                <a:gd name="connsiteX66" fmla="*/ 262001 w 1681861"/>
                <a:gd name="connsiteY66" fmla="*/ 635381 h 1510538"/>
                <a:gd name="connsiteX67" fmla="*/ 231648 w 1681861"/>
                <a:gd name="connsiteY67" fmla="*/ 861695 h 1510538"/>
                <a:gd name="connsiteX68" fmla="*/ 196850 w 1681861"/>
                <a:gd name="connsiteY68" fmla="*/ 882523 h 1510538"/>
                <a:gd name="connsiteX69" fmla="*/ 310642 w 1681861"/>
                <a:gd name="connsiteY69" fmla="*/ 983234 h 1510538"/>
                <a:gd name="connsiteX70" fmla="*/ 735076 w 1681861"/>
                <a:gd name="connsiteY70" fmla="*/ 1050544 h 1510538"/>
                <a:gd name="connsiteX71" fmla="*/ 985774 w 1681861"/>
                <a:gd name="connsiteY71" fmla="*/ 893572 h 1510538"/>
                <a:gd name="connsiteX72" fmla="*/ 991489 w 1681861"/>
                <a:gd name="connsiteY72" fmla="*/ 891286 h 1510538"/>
                <a:gd name="connsiteX73" fmla="*/ 941956 w 1681861"/>
                <a:gd name="connsiteY73" fmla="*/ 426795 h 1510538"/>
                <a:gd name="connsiteX74" fmla="*/ 655811 w 1681861"/>
                <a:gd name="connsiteY74" fmla="*/ 275466 h 1510538"/>
                <a:gd name="connsiteX75" fmla="*/ 372956 w 1681861"/>
                <a:gd name="connsiteY75" fmla="*/ 333954 h 1510538"/>
                <a:gd name="connsiteX76" fmla="*/ 1107186 w 1681861"/>
                <a:gd name="connsiteY76" fmla="*/ 427482 h 1510538"/>
                <a:gd name="connsiteX77" fmla="*/ 1107186 w 1681861"/>
                <a:gd name="connsiteY77" fmla="*/ 427482 h 1510538"/>
                <a:gd name="connsiteX78" fmla="*/ 161417 w 1681861"/>
                <a:gd name="connsiteY78" fmla="*/ 570738 h 1510538"/>
                <a:gd name="connsiteX79" fmla="*/ 114554 w 1681861"/>
                <a:gd name="connsiteY79" fmla="*/ 787908 h 1510538"/>
                <a:gd name="connsiteX80" fmla="*/ 182499 w 1681861"/>
                <a:gd name="connsiteY80" fmla="*/ 859409 h 1510538"/>
                <a:gd name="connsiteX81" fmla="*/ 224917 w 1681861"/>
                <a:gd name="connsiteY81" fmla="*/ 823849 h 1510538"/>
                <a:gd name="connsiteX82" fmla="*/ 224536 w 1681861"/>
                <a:gd name="connsiteY82" fmla="*/ 600837 h 1510538"/>
                <a:gd name="connsiteX83" fmla="*/ 161417 w 1681861"/>
                <a:gd name="connsiteY83" fmla="*/ 570738 h 1510538"/>
                <a:gd name="connsiteX84" fmla="*/ 1039622 w 1681861"/>
                <a:gd name="connsiteY84" fmla="*/ 567055 h 1510538"/>
                <a:gd name="connsiteX85" fmla="*/ 1037717 w 1681861"/>
                <a:gd name="connsiteY85" fmla="*/ 860679 h 1510538"/>
                <a:gd name="connsiteX86" fmla="*/ 1039622 w 1681861"/>
                <a:gd name="connsiteY86" fmla="*/ 567055 h 1510538"/>
                <a:gd name="connsiteX87" fmla="*/ 1648333 w 1681861"/>
                <a:gd name="connsiteY87" fmla="*/ 953897 h 1510538"/>
                <a:gd name="connsiteX88" fmla="*/ 1654810 w 1681861"/>
                <a:gd name="connsiteY88" fmla="*/ 801878 h 1510538"/>
                <a:gd name="connsiteX89" fmla="*/ 1655191 w 1681861"/>
                <a:gd name="connsiteY89" fmla="*/ 663194 h 1510538"/>
                <a:gd name="connsiteX90" fmla="*/ 1654683 w 1681861"/>
                <a:gd name="connsiteY90" fmla="*/ 575183 h 1510538"/>
                <a:gd name="connsiteX91" fmla="*/ 1371092 w 1681861"/>
                <a:gd name="connsiteY91" fmla="*/ 915543 h 1510538"/>
                <a:gd name="connsiteX92" fmla="*/ 1249807 w 1681861"/>
                <a:gd name="connsiteY92" fmla="*/ 1027303 h 1510538"/>
                <a:gd name="connsiteX93" fmla="*/ 1261618 w 1681861"/>
                <a:gd name="connsiteY93" fmla="*/ 956945 h 1510538"/>
                <a:gd name="connsiteX94" fmla="*/ 1208151 w 1681861"/>
                <a:gd name="connsiteY94" fmla="*/ 969391 h 1510538"/>
                <a:gd name="connsiteX95" fmla="*/ 1338961 w 1681861"/>
                <a:gd name="connsiteY95" fmla="*/ 1181862 h 1510538"/>
                <a:gd name="connsiteX96" fmla="*/ 1462913 w 1681861"/>
                <a:gd name="connsiteY96" fmla="*/ 935609 h 1510538"/>
                <a:gd name="connsiteX97" fmla="*/ 1387475 w 1681861"/>
                <a:gd name="connsiteY97" fmla="*/ 1028573 h 1510538"/>
                <a:gd name="connsiteX98" fmla="*/ 1427988 w 1681861"/>
                <a:gd name="connsiteY98" fmla="*/ 922528 h 1510538"/>
                <a:gd name="connsiteX99" fmla="*/ 1371092 w 1681861"/>
                <a:gd name="connsiteY99" fmla="*/ 915543 h 1510538"/>
                <a:gd name="connsiteX100" fmla="*/ 1081532 w 1681861"/>
                <a:gd name="connsiteY100" fmla="*/ 1197610 h 1510538"/>
                <a:gd name="connsiteX101" fmla="*/ 1025652 w 1681861"/>
                <a:gd name="connsiteY101" fmla="*/ 1218311 h 1510538"/>
                <a:gd name="connsiteX102" fmla="*/ 1042035 w 1681861"/>
                <a:gd name="connsiteY102" fmla="*/ 1193673 h 1510538"/>
                <a:gd name="connsiteX103" fmla="*/ 913638 w 1681861"/>
                <a:gd name="connsiteY103" fmla="*/ 1115441 h 1510538"/>
                <a:gd name="connsiteX104" fmla="*/ 964057 w 1681861"/>
                <a:gd name="connsiteY104" fmla="*/ 1364361 h 1510538"/>
                <a:gd name="connsiteX105" fmla="*/ 1097915 w 1681861"/>
                <a:gd name="connsiteY105" fmla="*/ 1391920 h 1510538"/>
                <a:gd name="connsiteX106" fmla="*/ 1340866 w 1681861"/>
                <a:gd name="connsiteY106" fmla="*/ 1211199 h 1510538"/>
                <a:gd name="connsiteX107" fmla="*/ 1181608 w 1681861"/>
                <a:gd name="connsiteY107" fmla="*/ 1096645 h 1510538"/>
                <a:gd name="connsiteX108" fmla="*/ 1081532 w 1681861"/>
                <a:gd name="connsiteY108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417955 w 1681861"/>
                <a:gd name="connsiteY2" fmla="*/ 235077 h 1510538"/>
                <a:gd name="connsiteX3" fmla="*/ 1592580 w 1681861"/>
                <a:gd name="connsiteY3" fmla="*/ 300609 h 1510538"/>
                <a:gd name="connsiteX4" fmla="*/ 1622933 w 1681861"/>
                <a:gd name="connsiteY4" fmla="*/ 406781 h 1510538"/>
                <a:gd name="connsiteX5" fmla="*/ 1559179 w 1681861"/>
                <a:gd name="connsiteY5" fmla="*/ 434086 h 1510538"/>
                <a:gd name="connsiteX6" fmla="*/ 1681861 w 1681861"/>
                <a:gd name="connsiteY6" fmla="*/ 578739 h 1510538"/>
                <a:gd name="connsiteX7" fmla="*/ 1681353 w 1681861"/>
                <a:gd name="connsiteY7" fmla="*/ 922782 h 1510538"/>
                <a:gd name="connsiteX8" fmla="*/ 1657731 w 1681861"/>
                <a:gd name="connsiteY8" fmla="*/ 993013 h 1510538"/>
                <a:gd name="connsiteX9" fmla="*/ 1517142 w 1681861"/>
                <a:gd name="connsiteY9" fmla="*/ 999998 h 1510538"/>
                <a:gd name="connsiteX10" fmla="*/ 1383030 w 1681861"/>
                <a:gd name="connsiteY10" fmla="*/ 1205865 h 1510538"/>
                <a:gd name="connsiteX11" fmla="*/ 1096137 w 1681861"/>
                <a:gd name="connsiteY11" fmla="*/ 1418209 h 1510538"/>
                <a:gd name="connsiteX12" fmla="*/ 969010 w 1681861"/>
                <a:gd name="connsiteY12" fmla="*/ 1396365 h 1510538"/>
                <a:gd name="connsiteX13" fmla="*/ 968375 w 1681861"/>
                <a:gd name="connsiteY13" fmla="*/ 1493139 h 1510538"/>
                <a:gd name="connsiteX14" fmla="*/ 957580 w 1681861"/>
                <a:gd name="connsiteY14" fmla="*/ 1505839 h 1510538"/>
                <a:gd name="connsiteX15" fmla="*/ 942721 w 1681861"/>
                <a:gd name="connsiteY15" fmla="*/ 1503045 h 1510538"/>
                <a:gd name="connsiteX16" fmla="*/ 940562 w 1681861"/>
                <a:gd name="connsiteY16" fmla="*/ 1399540 h 1510538"/>
                <a:gd name="connsiteX17" fmla="*/ 914908 w 1681861"/>
                <a:gd name="connsiteY17" fmla="*/ 1199769 h 1510538"/>
                <a:gd name="connsiteX18" fmla="*/ 854202 w 1681861"/>
                <a:gd name="connsiteY18" fmla="*/ 1086739 h 1510538"/>
                <a:gd name="connsiteX19" fmla="*/ 678561 w 1681861"/>
                <a:gd name="connsiteY19" fmla="*/ 1080643 h 1510538"/>
                <a:gd name="connsiteX20" fmla="*/ 448437 w 1681861"/>
                <a:gd name="connsiteY20" fmla="*/ 1062609 h 1510538"/>
                <a:gd name="connsiteX21" fmla="*/ 402209 w 1681861"/>
                <a:gd name="connsiteY21" fmla="*/ 1085469 h 1510538"/>
                <a:gd name="connsiteX22" fmla="*/ 338963 w 1681861"/>
                <a:gd name="connsiteY22" fmla="*/ 1105535 h 1510538"/>
                <a:gd name="connsiteX23" fmla="*/ 376047 w 1681861"/>
                <a:gd name="connsiteY23" fmla="*/ 1200912 h 1510538"/>
                <a:gd name="connsiteX24" fmla="*/ 342900 w 1681861"/>
                <a:gd name="connsiteY24" fmla="*/ 1332611 h 1510538"/>
                <a:gd name="connsiteX25" fmla="*/ 265811 w 1681861"/>
                <a:gd name="connsiteY25" fmla="*/ 1501267 h 1510538"/>
                <a:gd name="connsiteX26" fmla="*/ 240157 w 1681861"/>
                <a:gd name="connsiteY26" fmla="*/ 1504569 h 1510538"/>
                <a:gd name="connsiteX27" fmla="*/ 349377 w 1681861"/>
                <a:gd name="connsiteY27" fmla="*/ 1218692 h 1510538"/>
                <a:gd name="connsiteX28" fmla="*/ 311531 w 1681861"/>
                <a:gd name="connsiteY28" fmla="*/ 1116965 h 1510538"/>
                <a:gd name="connsiteX29" fmla="*/ 20955 w 1681861"/>
                <a:gd name="connsiteY29" fmla="*/ 1499997 h 1510538"/>
                <a:gd name="connsiteX30" fmla="*/ 0 w 1681861"/>
                <a:gd name="connsiteY30" fmla="*/ 1510538 h 1510538"/>
                <a:gd name="connsiteX31" fmla="*/ 133223 w 1681861"/>
                <a:gd name="connsiteY31" fmla="*/ 1244219 h 1510538"/>
                <a:gd name="connsiteX32" fmla="*/ 412369 w 1681861"/>
                <a:gd name="connsiteY32" fmla="*/ 1055243 h 1510538"/>
                <a:gd name="connsiteX33" fmla="*/ 198247 w 1681861"/>
                <a:gd name="connsiteY33" fmla="*/ 919353 h 1510538"/>
                <a:gd name="connsiteX34" fmla="*/ 101981 w 1681861"/>
                <a:gd name="connsiteY34" fmla="*/ 829437 h 1510538"/>
                <a:gd name="connsiteX35" fmla="*/ 175895 w 1681861"/>
                <a:gd name="connsiteY35" fmla="*/ 534035 h 1510538"/>
                <a:gd name="connsiteX36" fmla="*/ 379792 w 1681861"/>
                <a:gd name="connsiteY36" fmla="*/ 298477 h 1510538"/>
                <a:gd name="connsiteX37" fmla="*/ 672816 w 1681861"/>
                <a:gd name="connsiteY37" fmla="*/ 253707 h 1510538"/>
                <a:gd name="connsiteX38" fmla="*/ 972991 w 1681861"/>
                <a:gd name="connsiteY38" fmla="*/ 416267 h 1510538"/>
                <a:gd name="connsiteX39" fmla="*/ 1049655 w 1681861"/>
                <a:gd name="connsiteY39" fmla="*/ 552450 h 1510538"/>
                <a:gd name="connsiteX40" fmla="*/ 1114679 w 1681861"/>
                <a:gd name="connsiteY40" fmla="*/ 647700 h 1510538"/>
                <a:gd name="connsiteX41" fmla="*/ 1042924 w 1681861"/>
                <a:gd name="connsiteY41" fmla="*/ 877697 h 1510538"/>
                <a:gd name="connsiteX42" fmla="*/ 1025906 w 1681861"/>
                <a:gd name="connsiteY42" fmla="*/ 887603 h 1510538"/>
                <a:gd name="connsiteX43" fmla="*/ 832358 w 1681861"/>
                <a:gd name="connsiteY43" fmla="*/ 1050163 h 1510538"/>
                <a:gd name="connsiteX44" fmla="*/ 1063879 w 1681861"/>
                <a:gd name="connsiteY44" fmla="*/ 1180338 h 1510538"/>
                <a:gd name="connsiteX45" fmla="*/ 1164717 w 1681861"/>
                <a:gd name="connsiteY45" fmla="*/ 1067308 h 1510538"/>
                <a:gd name="connsiteX46" fmla="*/ 1175385 w 1681861"/>
                <a:gd name="connsiteY46" fmla="*/ 978535 h 1510538"/>
                <a:gd name="connsiteX47" fmla="*/ 1226693 w 1681861"/>
                <a:gd name="connsiteY47" fmla="*/ 925195 h 1510538"/>
                <a:gd name="connsiteX48" fmla="*/ 1282700 w 1681861"/>
                <a:gd name="connsiteY48" fmla="*/ 942594 h 1510538"/>
                <a:gd name="connsiteX49" fmla="*/ 1388745 w 1681861"/>
                <a:gd name="connsiteY49" fmla="*/ 883666 h 1510538"/>
                <a:gd name="connsiteX50" fmla="*/ 1489583 w 1681861"/>
                <a:gd name="connsiteY50" fmla="*/ 927862 h 1510538"/>
                <a:gd name="connsiteX51" fmla="*/ 1083183 w 1681861"/>
                <a:gd name="connsiteY51" fmla="*/ 422021 h 1510538"/>
                <a:gd name="connsiteX52" fmla="*/ 1224407 w 1681861"/>
                <a:gd name="connsiteY52" fmla="*/ 235331 h 1510538"/>
                <a:gd name="connsiteX53" fmla="*/ 1415161 w 1681861"/>
                <a:gd name="connsiteY53" fmla="*/ 56261 h 1510538"/>
                <a:gd name="connsiteX54" fmla="*/ 1427353 w 1681861"/>
                <a:gd name="connsiteY54" fmla="*/ 10287 h 1510538"/>
                <a:gd name="connsiteX55" fmla="*/ 1249680 w 1681861"/>
                <a:gd name="connsiteY55" fmla="*/ 82804 h 1510538"/>
                <a:gd name="connsiteX56" fmla="*/ 1249934 w 1681861"/>
                <a:gd name="connsiteY56" fmla="*/ 251206 h 1510538"/>
                <a:gd name="connsiteX57" fmla="*/ 1111631 w 1681861"/>
                <a:gd name="connsiteY57" fmla="*/ 401574 h 1510538"/>
                <a:gd name="connsiteX58" fmla="*/ 1391920 w 1681861"/>
                <a:gd name="connsiteY58" fmla="*/ 134493 h 1510538"/>
                <a:gd name="connsiteX59" fmla="*/ 1392047 w 1681861"/>
                <a:gd name="connsiteY59" fmla="*/ 83312 h 1510538"/>
                <a:gd name="connsiteX60" fmla="*/ 1522730 w 1681861"/>
                <a:gd name="connsiteY60" fmla="*/ 368935 h 1510538"/>
                <a:gd name="connsiteX61" fmla="*/ 1567561 w 1681861"/>
                <a:gd name="connsiteY61" fmla="*/ 314452 h 1510538"/>
                <a:gd name="connsiteX62" fmla="*/ 378191 w 1681861"/>
                <a:gd name="connsiteY62" fmla="*/ 335211 h 1510538"/>
                <a:gd name="connsiteX63" fmla="*/ 198247 w 1681861"/>
                <a:gd name="connsiteY63" fmla="*/ 541782 h 1510538"/>
                <a:gd name="connsiteX64" fmla="*/ 221869 w 1681861"/>
                <a:gd name="connsiteY64" fmla="*/ 552196 h 1510538"/>
                <a:gd name="connsiteX65" fmla="*/ 262001 w 1681861"/>
                <a:gd name="connsiteY65" fmla="*/ 635381 h 1510538"/>
                <a:gd name="connsiteX66" fmla="*/ 231648 w 1681861"/>
                <a:gd name="connsiteY66" fmla="*/ 861695 h 1510538"/>
                <a:gd name="connsiteX67" fmla="*/ 196850 w 1681861"/>
                <a:gd name="connsiteY67" fmla="*/ 882523 h 1510538"/>
                <a:gd name="connsiteX68" fmla="*/ 310642 w 1681861"/>
                <a:gd name="connsiteY68" fmla="*/ 983234 h 1510538"/>
                <a:gd name="connsiteX69" fmla="*/ 735076 w 1681861"/>
                <a:gd name="connsiteY69" fmla="*/ 1050544 h 1510538"/>
                <a:gd name="connsiteX70" fmla="*/ 985774 w 1681861"/>
                <a:gd name="connsiteY70" fmla="*/ 893572 h 1510538"/>
                <a:gd name="connsiteX71" fmla="*/ 991489 w 1681861"/>
                <a:gd name="connsiteY71" fmla="*/ 891286 h 1510538"/>
                <a:gd name="connsiteX72" fmla="*/ 941956 w 1681861"/>
                <a:gd name="connsiteY72" fmla="*/ 426795 h 1510538"/>
                <a:gd name="connsiteX73" fmla="*/ 655811 w 1681861"/>
                <a:gd name="connsiteY73" fmla="*/ 275466 h 1510538"/>
                <a:gd name="connsiteX74" fmla="*/ 372956 w 1681861"/>
                <a:gd name="connsiteY74" fmla="*/ 333954 h 1510538"/>
                <a:gd name="connsiteX75" fmla="*/ 1107186 w 1681861"/>
                <a:gd name="connsiteY75" fmla="*/ 427482 h 1510538"/>
                <a:gd name="connsiteX76" fmla="*/ 1107186 w 1681861"/>
                <a:gd name="connsiteY76" fmla="*/ 427482 h 1510538"/>
                <a:gd name="connsiteX77" fmla="*/ 161417 w 1681861"/>
                <a:gd name="connsiteY77" fmla="*/ 570738 h 1510538"/>
                <a:gd name="connsiteX78" fmla="*/ 114554 w 1681861"/>
                <a:gd name="connsiteY78" fmla="*/ 787908 h 1510538"/>
                <a:gd name="connsiteX79" fmla="*/ 182499 w 1681861"/>
                <a:gd name="connsiteY79" fmla="*/ 859409 h 1510538"/>
                <a:gd name="connsiteX80" fmla="*/ 224917 w 1681861"/>
                <a:gd name="connsiteY80" fmla="*/ 823849 h 1510538"/>
                <a:gd name="connsiteX81" fmla="*/ 224536 w 1681861"/>
                <a:gd name="connsiteY81" fmla="*/ 600837 h 1510538"/>
                <a:gd name="connsiteX82" fmla="*/ 161417 w 1681861"/>
                <a:gd name="connsiteY82" fmla="*/ 570738 h 1510538"/>
                <a:gd name="connsiteX83" fmla="*/ 1039622 w 1681861"/>
                <a:gd name="connsiteY83" fmla="*/ 567055 h 1510538"/>
                <a:gd name="connsiteX84" fmla="*/ 1037717 w 1681861"/>
                <a:gd name="connsiteY84" fmla="*/ 860679 h 1510538"/>
                <a:gd name="connsiteX85" fmla="*/ 1039622 w 1681861"/>
                <a:gd name="connsiteY85" fmla="*/ 567055 h 1510538"/>
                <a:gd name="connsiteX86" fmla="*/ 1648333 w 1681861"/>
                <a:gd name="connsiteY86" fmla="*/ 953897 h 1510538"/>
                <a:gd name="connsiteX87" fmla="*/ 1654810 w 1681861"/>
                <a:gd name="connsiteY87" fmla="*/ 801878 h 1510538"/>
                <a:gd name="connsiteX88" fmla="*/ 1655191 w 1681861"/>
                <a:gd name="connsiteY88" fmla="*/ 663194 h 1510538"/>
                <a:gd name="connsiteX89" fmla="*/ 1654683 w 1681861"/>
                <a:gd name="connsiteY89" fmla="*/ 575183 h 1510538"/>
                <a:gd name="connsiteX90" fmla="*/ 1371092 w 1681861"/>
                <a:gd name="connsiteY90" fmla="*/ 915543 h 1510538"/>
                <a:gd name="connsiteX91" fmla="*/ 1249807 w 1681861"/>
                <a:gd name="connsiteY91" fmla="*/ 1027303 h 1510538"/>
                <a:gd name="connsiteX92" fmla="*/ 1261618 w 1681861"/>
                <a:gd name="connsiteY92" fmla="*/ 956945 h 1510538"/>
                <a:gd name="connsiteX93" fmla="*/ 1208151 w 1681861"/>
                <a:gd name="connsiteY93" fmla="*/ 969391 h 1510538"/>
                <a:gd name="connsiteX94" fmla="*/ 1338961 w 1681861"/>
                <a:gd name="connsiteY94" fmla="*/ 1181862 h 1510538"/>
                <a:gd name="connsiteX95" fmla="*/ 1462913 w 1681861"/>
                <a:gd name="connsiteY95" fmla="*/ 935609 h 1510538"/>
                <a:gd name="connsiteX96" fmla="*/ 1387475 w 1681861"/>
                <a:gd name="connsiteY96" fmla="*/ 1028573 h 1510538"/>
                <a:gd name="connsiteX97" fmla="*/ 1427988 w 1681861"/>
                <a:gd name="connsiteY97" fmla="*/ 922528 h 1510538"/>
                <a:gd name="connsiteX98" fmla="*/ 1371092 w 1681861"/>
                <a:gd name="connsiteY98" fmla="*/ 915543 h 1510538"/>
                <a:gd name="connsiteX99" fmla="*/ 1081532 w 1681861"/>
                <a:gd name="connsiteY99" fmla="*/ 1197610 h 1510538"/>
                <a:gd name="connsiteX100" fmla="*/ 1025652 w 1681861"/>
                <a:gd name="connsiteY100" fmla="*/ 1218311 h 1510538"/>
                <a:gd name="connsiteX101" fmla="*/ 1042035 w 1681861"/>
                <a:gd name="connsiteY101" fmla="*/ 1193673 h 1510538"/>
                <a:gd name="connsiteX102" fmla="*/ 913638 w 1681861"/>
                <a:gd name="connsiteY102" fmla="*/ 1115441 h 1510538"/>
                <a:gd name="connsiteX103" fmla="*/ 964057 w 1681861"/>
                <a:gd name="connsiteY103" fmla="*/ 1364361 h 1510538"/>
                <a:gd name="connsiteX104" fmla="*/ 1097915 w 1681861"/>
                <a:gd name="connsiteY104" fmla="*/ 1391920 h 1510538"/>
                <a:gd name="connsiteX105" fmla="*/ 1340866 w 1681861"/>
                <a:gd name="connsiteY105" fmla="*/ 1211199 h 1510538"/>
                <a:gd name="connsiteX106" fmla="*/ 1181608 w 1681861"/>
                <a:gd name="connsiteY106" fmla="*/ 1096645 h 1510538"/>
                <a:gd name="connsiteX107" fmla="*/ 1081532 w 1681861"/>
                <a:gd name="connsiteY107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415161 w 1681861"/>
                <a:gd name="connsiteY52" fmla="*/ 56261 h 1510538"/>
                <a:gd name="connsiteX53" fmla="*/ 1427353 w 1681861"/>
                <a:gd name="connsiteY53" fmla="*/ 10287 h 1510538"/>
                <a:gd name="connsiteX54" fmla="*/ 1249680 w 1681861"/>
                <a:gd name="connsiteY54" fmla="*/ 82804 h 1510538"/>
                <a:gd name="connsiteX55" fmla="*/ 1249934 w 1681861"/>
                <a:gd name="connsiteY55" fmla="*/ 251206 h 1510538"/>
                <a:gd name="connsiteX56" fmla="*/ 1111631 w 1681861"/>
                <a:gd name="connsiteY56" fmla="*/ 401574 h 1510538"/>
                <a:gd name="connsiteX57" fmla="*/ 1391920 w 1681861"/>
                <a:gd name="connsiteY57" fmla="*/ 134493 h 1510538"/>
                <a:gd name="connsiteX58" fmla="*/ 1392047 w 1681861"/>
                <a:gd name="connsiteY58" fmla="*/ 83312 h 1510538"/>
                <a:gd name="connsiteX59" fmla="*/ 1522730 w 1681861"/>
                <a:gd name="connsiteY59" fmla="*/ 368935 h 1510538"/>
                <a:gd name="connsiteX60" fmla="*/ 1567561 w 1681861"/>
                <a:gd name="connsiteY60" fmla="*/ 314452 h 1510538"/>
                <a:gd name="connsiteX61" fmla="*/ 378191 w 1681861"/>
                <a:gd name="connsiteY61" fmla="*/ 335211 h 1510538"/>
                <a:gd name="connsiteX62" fmla="*/ 198247 w 1681861"/>
                <a:gd name="connsiteY62" fmla="*/ 541782 h 1510538"/>
                <a:gd name="connsiteX63" fmla="*/ 221869 w 1681861"/>
                <a:gd name="connsiteY63" fmla="*/ 552196 h 1510538"/>
                <a:gd name="connsiteX64" fmla="*/ 262001 w 1681861"/>
                <a:gd name="connsiteY64" fmla="*/ 635381 h 1510538"/>
                <a:gd name="connsiteX65" fmla="*/ 231648 w 1681861"/>
                <a:gd name="connsiteY65" fmla="*/ 861695 h 1510538"/>
                <a:gd name="connsiteX66" fmla="*/ 196850 w 1681861"/>
                <a:gd name="connsiteY66" fmla="*/ 882523 h 1510538"/>
                <a:gd name="connsiteX67" fmla="*/ 310642 w 1681861"/>
                <a:gd name="connsiteY67" fmla="*/ 983234 h 1510538"/>
                <a:gd name="connsiteX68" fmla="*/ 735076 w 1681861"/>
                <a:gd name="connsiteY68" fmla="*/ 1050544 h 1510538"/>
                <a:gd name="connsiteX69" fmla="*/ 985774 w 1681861"/>
                <a:gd name="connsiteY69" fmla="*/ 893572 h 1510538"/>
                <a:gd name="connsiteX70" fmla="*/ 991489 w 1681861"/>
                <a:gd name="connsiteY70" fmla="*/ 891286 h 1510538"/>
                <a:gd name="connsiteX71" fmla="*/ 941956 w 1681861"/>
                <a:gd name="connsiteY71" fmla="*/ 426795 h 1510538"/>
                <a:gd name="connsiteX72" fmla="*/ 655811 w 1681861"/>
                <a:gd name="connsiteY72" fmla="*/ 275466 h 1510538"/>
                <a:gd name="connsiteX73" fmla="*/ 372956 w 1681861"/>
                <a:gd name="connsiteY73" fmla="*/ 333954 h 1510538"/>
                <a:gd name="connsiteX74" fmla="*/ 1107186 w 1681861"/>
                <a:gd name="connsiteY74" fmla="*/ 427482 h 1510538"/>
                <a:gd name="connsiteX75" fmla="*/ 1107186 w 1681861"/>
                <a:gd name="connsiteY75" fmla="*/ 427482 h 1510538"/>
                <a:gd name="connsiteX76" fmla="*/ 161417 w 1681861"/>
                <a:gd name="connsiteY76" fmla="*/ 570738 h 1510538"/>
                <a:gd name="connsiteX77" fmla="*/ 114554 w 1681861"/>
                <a:gd name="connsiteY77" fmla="*/ 787908 h 1510538"/>
                <a:gd name="connsiteX78" fmla="*/ 182499 w 1681861"/>
                <a:gd name="connsiteY78" fmla="*/ 859409 h 1510538"/>
                <a:gd name="connsiteX79" fmla="*/ 224917 w 1681861"/>
                <a:gd name="connsiteY79" fmla="*/ 823849 h 1510538"/>
                <a:gd name="connsiteX80" fmla="*/ 224536 w 1681861"/>
                <a:gd name="connsiteY80" fmla="*/ 600837 h 1510538"/>
                <a:gd name="connsiteX81" fmla="*/ 161417 w 1681861"/>
                <a:gd name="connsiteY81" fmla="*/ 570738 h 1510538"/>
                <a:gd name="connsiteX82" fmla="*/ 1039622 w 1681861"/>
                <a:gd name="connsiteY82" fmla="*/ 567055 h 1510538"/>
                <a:gd name="connsiteX83" fmla="*/ 1037717 w 1681861"/>
                <a:gd name="connsiteY83" fmla="*/ 860679 h 1510538"/>
                <a:gd name="connsiteX84" fmla="*/ 1039622 w 1681861"/>
                <a:gd name="connsiteY84" fmla="*/ 567055 h 1510538"/>
                <a:gd name="connsiteX85" fmla="*/ 1648333 w 1681861"/>
                <a:gd name="connsiteY85" fmla="*/ 953897 h 1510538"/>
                <a:gd name="connsiteX86" fmla="*/ 1654810 w 1681861"/>
                <a:gd name="connsiteY86" fmla="*/ 801878 h 1510538"/>
                <a:gd name="connsiteX87" fmla="*/ 1655191 w 1681861"/>
                <a:gd name="connsiteY87" fmla="*/ 663194 h 1510538"/>
                <a:gd name="connsiteX88" fmla="*/ 1654683 w 1681861"/>
                <a:gd name="connsiteY88" fmla="*/ 575183 h 1510538"/>
                <a:gd name="connsiteX89" fmla="*/ 1371092 w 1681861"/>
                <a:gd name="connsiteY89" fmla="*/ 915543 h 1510538"/>
                <a:gd name="connsiteX90" fmla="*/ 1249807 w 1681861"/>
                <a:gd name="connsiteY90" fmla="*/ 1027303 h 1510538"/>
                <a:gd name="connsiteX91" fmla="*/ 1261618 w 1681861"/>
                <a:gd name="connsiteY91" fmla="*/ 956945 h 1510538"/>
                <a:gd name="connsiteX92" fmla="*/ 1208151 w 1681861"/>
                <a:gd name="connsiteY92" fmla="*/ 969391 h 1510538"/>
                <a:gd name="connsiteX93" fmla="*/ 1338961 w 1681861"/>
                <a:gd name="connsiteY93" fmla="*/ 1181862 h 1510538"/>
                <a:gd name="connsiteX94" fmla="*/ 1462913 w 1681861"/>
                <a:gd name="connsiteY94" fmla="*/ 935609 h 1510538"/>
                <a:gd name="connsiteX95" fmla="*/ 1387475 w 1681861"/>
                <a:gd name="connsiteY95" fmla="*/ 1028573 h 1510538"/>
                <a:gd name="connsiteX96" fmla="*/ 1427988 w 1681861"/>
                <a:gd name="connsiteY96" fmla="*/ 922528 h 1510538"/>
                <a:gd name="connsiteX97" fmla="*/ 1371092 w 1681861"/>
                <a:gd name="connsiteY97" fmla="*/ 915543 h 1510538"/>
                <a:gd name="connsiteX98" fmla="*/ 1081532 w 1681861"/>
                <a:gd name="connsiteY98" fmla="*/ 1197610 h 1510538"/>
                <a:gd name="connsiteX99" fmla="*/ 1025652 w 1681861"/>
                <a:gd name="connsiteY99" fmla="*/ 1218311 h 1510538"/>
                <a:gd name="connsiteX100" fmla="*/ 1042035 w 1681861"/>
                <a:gd name="connsiteY100" fmla="*/ 1193673 h 1510538"/>
                <a:gd name="connsiteX101" fmla="*/ 913638 w 1681861"/>
                <a:gd name="connsiteY101" fmla="*/ 1115441 h 1510538"/>
                <a:gd name="connsiteX102" fmla="*/ 964057 w 1681861"/>
                <a:gd name="connsiteY102" fmla="*/ 1364361 h 1510538"/>
                <a:gd name="connsiteX103" fmla="*/ 1097915 w 1681861"/>
                <a:gd name="connsiteY103" fmla="*/ 1391920 h 1510538"/>
                <a:gd name="connsiteX104" fmla="*/ 1340866 w 1681861"/>
                <a:gd name="connsiteY104" fmla="*/ 1211199 h 1510538"/>
                <a:gd name="connsiteX105" fmla="*/ 1181608 w 1681861"/>
                <a:gd name="connsiteY105" fmla="*/ 1096645 h 1510538"/>
                <a:gd name="connsiteX106" fmla="*/ 1081532 w 1681861"/>
                <a:gd name="connsiteY106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415161 w 1681861"/>
                <a:gd name="connsiteY52" fmla="*/ 56261 h 1510538"/>
                <a:gd name="connsiteX53" fmla="*/ 1427353 w 1681861"/>
                <a:gd name="connsiteY53" fmla="*/ 10287 h 1510538"/>
                <a:gd name="connsiteX54" fmla="*/ 1249680 w 1681861"/>
                <a:gd name="connsiteY54" fmla="*/ 82804 h 1510538"/>
                <a:gd name="connsiteX55" fmla="*/ 1249934 w 1681861"/>
                <a:gd name="connsiteY55" fmla="*/ 251206 h 1510538"/>
                <a:gd name="connsiteX56" fmla="*/ 1111631 w 1681861"/>
                <a:gd name="connsiteY56" fmla="*/ 401574 h 1510538"/>
                <a:gd name="connsiteX57" fmla="*/ 1392047 w 1681861"/>
                <a:gd name="connsiteY57" fmla="*/ 83312 h 1510538"/>
                <a:gd name="connsiteX58" fmla="*/ 1522730 w 1681861"/>
                <a:gd name="connsiteY58" fmla="*/ 368935 h 1510538"/>
                <a:gd name="connsiteX59" fmla="*/ 1567561 w 1681861"/>
                <a:gd name="connsiteY59" fmla="*/ 314452 h 1510538"/>
                <a:gd name="connsiteX60" fmla="*/ 378191 w 1681861"/>
                <a:gd name="connsiteY60" fmla="*/ 335211 h 1510538"/>
                <a:gd name="connsiteX61" fmla="*/ 198247 w 1681861"/>
                <a:gd name="connsiteY61" fmla="*/ 541782 h 1510538"/>
                <a:gd name="connsiteX62" fmla="*/ 221869 w 1681861"/>
                <a:gd name="connsiteY62" fmla="*/ 552196 h 1510538"/>
                <a:gd name="connsiteX63" fmla="*/ 262001 w 1681861"/>
                <a:gd name="connsiteY63" fmla="*/ 635381 h 1510538"/>
                <a:gd name="connsiteX64" fmla="*/ 231648 w 1681861"/>
                <a:gd name="connsiteY64" fmla="*/ 861695 h 1510538"/>
                <a:gd name="connsiteX65" fmla="*/ 196850 w 1681861"/>
                <a:gd name="connsiteY65" fmla="*/ 882523 h 1510538"/>
                <a:gd name="connsiteX66" fmla="*/ 310642 w 1681861"/>
                <a:gd name="connsiteY66" fmla="*/ 983234 h 1510538"/>
                <a:gd name="connsiteX67" fmla="*/ 735076 w 1681861"/>
                <a:gd name="connsiteY67" fmla="*/ 1050544 h 1510538"/>
                <a:gd name="connsiteX68" fmla="*/ 985774 w 1681861"/>
                <a:gd name="connsiteY68" fmla="*/ 893572 h 1510538"/>
                <a:gd name="connsiteX69" fmla="*/ 991489 w 1681861"/>
                <a:gd name="connsiteY69" fmla="*/ 891286 h 1510538"/>
                <a:gd name="connsiteX70" fmla="*/ 941956 w 1681861"/>
                <a:gd name="connsiteY70" fmla="*/ 426795 h 1510538"/>
                <a:gd name="connsiteX71" fmla="*/ 655811 w 1681861"/>
                <a:gd name="connsiteY71" fmla="*/ 275466 h 1510538"/>
                <a:gd name="connsiteX72" fmla="*/ 372956 w 1681861"/>
                <a:gd name="connsiteY72" fmla="*/ 333954 h 1510538"/>
                <a:gd name="connsiteX73" fmla="*/ 1107186 w 1681861"/>
                <a:gd name="connsiteY73" fmla="*/ 427482 h 1510538"/>
                <a:gd name="connsiteX74" fmla="*/ 1107186 w 1681861"/>
                <a:gd name="connsiteY74" fmla="*/ 427482 h 1510538"/>
                <a:gd name="connsiteX75" fmla="*/ 161417 w 1681861"/>
                <a:gd name="connsiteY75" fmla="*/ 570738 h 1510538"/>
                <a:gd name="connsiteX76" fmla="*/ 114554 w 1681861"/>
                <a:gd name="connsiteY76" fmla="*/ 787908 h 1510538"/>
                <a:gd name="connsiteX77" fmla="*/ 182499 w 1681861"/>
                <a:gd name="connsiteY77" fmla="*/ 859409 h 1510538"/>
                <a:gd name="connsiteX78" fmla="*/ 224917 w 1681861"/>
                <a:gd name="connsiteY78" fmla="*/ 823849 h 1510538"/>
                <a:gd name="connsiteX79" fmla="*/ 224536 w 1681861"/>
                <a:gd name="connsiteY79" fmla="*/ 600837 h 1510538"/>
                <a:gd name="connsiteX80" fmla="*/ 161417 w 1681861"/>
                <a:gd name="connsiteY80" fmla="*/ 570738 h 1510538"/>
                <a:gd name="connsiteX81" fmla="*/ 1039622 w 1681861"/>
                <a:gd name="connsiteY81" fmla="*/ 567055 h 1510538"/>
                <a:gd name="connsiteX82" fmla="*/ 1037717 w 1681861"/>
                <a:gd name="connsiteY82" fmla="*/ 860679 h 1510538"/>
                <a:gd name="connsiteX83" fmla="*/ 1039622 w 1681861"/>
                <a:gd name="connsiteY83" fmla="*/ 567055 h 1510538"/>
                <a:gd name="connsiteX84" fmla="*/ 1648333 w 1681861"/>
                <a:gd name="connsiteY84" fmla="*/ 953897 h 1510538"/>
                <a:gd name="connsiteX85" fmla="*/ 1654810 w 1681861"/>
                <a:gd name="connsiteY85" fmla="*/ 801878 h 1510538"/>
                <a:gd name="connsiteX86" fmla="*/ 1655191 w 1681861"/>
                <a:gd name="connsiteY86" fmla="*/ 663194 h 1510538"/>
                <a:gd name="connsiteX87" fmla="*/ 1654683 w 1681861"/>
                <a:gd name="connsiteY87" fmla="*/ 575183 h 1510538"/>
                <a:gd name="connsiteX88" fmla="*/ 1371092 w 1681861"/>
                <a:gd name="connsiteY88" fmla="*/ 915543 h 1510538"/>
                <a:gd name="connsiteX89" fmla="*/ 1249807 w 1681861"/>
                <a:gd name="connsiteY89" fmla="*/ 1027303 h 1510538"/>
                <a:gd name="connsiteX90" fmla="*/ 1261618 w 1681861"/>
                <a:gd name="connsiteY90" fmla="*/ 956945 h 1510538"/>
                <a:gd name="connsiteX91" fmla="*/ 1208151 w 1681861"/>
                <a:gd name="connsiteY91" fmla="*/ 969391 h 1510538"/>
                <a:gd name="connsiteX92" fmla="*/ 1338961 w 1681861"/>
                <a:gd name="connsiteY92" fmla="*/ 1181862 h 1510538"/>
                <a:gd name="connsiteX93" fmla="*/ 1462913 w 1681861"/>
                <a:gd name="connsiteY93" fmla="*/ 935609 h 1510538"/>
                <a:gd name="connsiteX94" fmla="*/ 1387475 w 1681861"/>
                <a:gd name="connsiteY94" fmla="*/ 1028573 h 1510538"/>
                <a:gd name="connsiteX95" fmla="*/ 1427988 w 1681861"/>
                <a:gd name="connsiteY95" fmla="*/ 922528 h 1510538"/>
                <a:gd name="connsiteX96" fmla="*/ 1371092 w 1681861"/>
                <a:gd name="connsiteY96" fmla="*/ 915543 h 1510538"/>
                <a:gd name="connsiteX97" fmla="*/ 1081532 w 1681861"/>
                <a:gd name="connsiteY97" fmla="*/ 1197610 h 1510538"/>
                <a:gd name="connsiteX98" fmla="*/ 1025652 w 1681861"/>
                <a:gd name="connsiteY98" fmla="*/ 1218311 h 1510538"/>
                <a:gd name="connsiteX99" fmla="*/ 1042035 w 1681861"/>
                <a:gd name="connsiteY99" fmla="*/ 1193673 h 1510538"/>
                <a:gd name="connsiteX100" fmla="*/ 913638 w 1681861"/>
                <a:gd name="connsiteY100" fmla="*/ 1115441 h 1510538"/>
                <a:gd name="connsiteX101" fmla="*/ 964057 w 1681861"/>
                <a:gd name="connsiteY101" fmla="*/ 1364361 h 1510538"/>
                <a:gd name="connsiteX102" fmla="*/ 1097915 w 1681861"/>
                <a:gd name="connsiteY102" fmla="*/ 1391920 h 1510538"/>
                <a:gd name="connsiteX103" fmla="*/ 1340866 w 1681861"/>
                <a:gd name="connsiteY103" fmla="*/ 1211199 h 1510538"/>
                <a:gd name="connsiteX104" fmla="*/ 1181608 w 1681861"/>
                <a:gd name="connsiteY104" fmla="*/ 1096645 h 1510538"/>
                <a:gd name="connsiteX105" fmla="*/ 1081532 w 1681861"/>
                <a:gd name="connsiteY105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415161 w 1681861"/>
                <a:gd name="connsiteY52" fmla="*/ 56261 h 1510538"/>
                <a:gd name="connsiteX53" fmla="*/ 1427353 w 1681861"/>
                <a:gd name="connsiteY53" fmla="*/ 10287 h 1510538"/>
                <a:gd name="connsiteX54" fmla="*/ 1249680 w 1681861"/>
                <a:gd name="connsiteY54" fmla="*/ 82804 h 1510538"/>
                <a:gd name="connsiteX55" fmla="*/ 1249934 w 1681861"/>
                <a:gd name="connsiteY55" fmla="*/ 251206 h 1510538"/>
                <a:gd name="connsiteX56" fmla="*/ 1111631 w 1681861"/>
                <a:gd name="connsiteY56" fmla="*/ 401574 h 1510538"/>
                <a:gd name="connsiteX57" fmla="*/ 1522730 w 1681861"/>
                <a:gd name="connsiteY57" fmla="*/ 368935 h 1510538"/>
                <a:gd name="connsiteX58" fmla="*/ 1567561 w 1681861"/>
                <a:gd name="connsiteY58" fmla="*/ 314452 h 1510538"/>
                <a:gd name="connsiteX59" fmla="*/ 378191 w 1681861"/>
                <a:gd name="connsiteY59" fmla="*/ 335211 h 1510538"/>
                <a:gd name="connsiteX60" fmla="*/ 198247 w 1681861"/>
                <a:gd name="connsiteY60" fmla="*/ 541782 h 1510538"/>
                <a:gd name="connsiteX61" fmla="*/ 221869 w 1681861"/>
                <a:gd name="connsiteY61" fmla="*/ 552196 h 1510538"/>
                <a:gd name="connsiteX62" fmla="*/ 262001 w 1681861"/>
                <a:gd name="connsiteY62" fmla="*/ 635381 h 1510538"/>
                <a:gd name="connsiteX63" fmla="*/ 231648 w 1681861"/>
                <a:gd name="connsiteY63" fmla="*/ 861695 h 1510538"/>
                <a:gd name="connsiteX64" fmla="*/ 196850 w 1681861"/>
                <a:gd name="connsiteY64" fmla="*/ 882523 h 1510538"/>
                <a:gd name="connsiteX65" fmla="*/ 310642 w 1681861"/>
                <a:gd name="connsiteY65" fmla="*/ 983234 h 1510538"/>
                <a:gd name="connsiteX66" fmla="*/ 735076 w 1681861"/>
                <a:gd name="connsiteY66" fmla="*/ 1050544 h 1510538"/>
                <a:gd name="connsiteX67" fmla="*/ 985774 w 1681861"/>
                <a:gd name="connsiteY67" fmla="*/ 893572 h 1510538"/>
                <a:gd name="connsiteX68" fmla="*/ 991489 w 1681861"/>
                <a:gd name="connsiteY68" fmla="*/ 891286 h 1510538"/>
                <a:gd name="connsiteX69" fmla="*/ 941956 w 1681861"/>
                <a:gd name="connsiteY69" fmla="*/ 426795 h 1510538"/>
                <a:gd name="connsiteX70" fmla="*/ 655811 w 1681861"/>
                <a:gd name="connsiteY70" fmla="*/ 275466 h 1510538"/>
                <a:gd name="connsiteX71" fmla="*/ 372956 w 1681861"/>
                <a:gd name="connsiteY71" fmla="*/ 333954 h 1510538"/>
                <a:gd name="connsiteX72" fmla="*/ 1107186 w 1681861"/>
                <a:gd name="connsiteY72" fmla="*/ 427482 h 1510538"/>
                <a:gd name="connsiteX73" fmla="*/ 1107186 w 1681861"/>
                <a:gd name="connsiteY73" fmla="*/ 427482 h 1510538"/>
                <a:gd name="connsiteX74" fmla="*/ 161417 w 1681861"/>
                <a:gd name="connsiteY74" fmla="*/ 570738 h 1510538"/>
                <a:gd name="connsiteX75" fmla="*/ 114554 w 1681861"/>
                <a:gd name="connsiteY75" fmla="*/ 787908 h 1510538"/>
                <a:gd name="connsiteX76" fmla="*/ 182499 w 1681861"/>
                <a:gd name="connsiteY76" fmla="*/ 859409 h 1510538"/>
                <a:gd name="connsiteX77" fmla="*/ 224917 w 1681861"/>
                <a:gd name="connsiteY77" fmla="*/ 823849 h 1510538"/>
                <a:gd name="connsiteX78" fmla="*/ 224536 w 1681861"/>
                <a:gd name="connsiteY78" fmla="*/ 600837 h 1510538"/>
                <a:gd name="connsiteX79" fmla="*/ 161417 w 1681861"/>
                <a:gd name="connsiteY79" fmla="*/ 570738 h 1510538"/>
                <a:gd name="connsiteX80" fmla="*/ 1039622 w 1681861"/>
                <a:gd name="connsiteY80" fmla="*/ 567055 h 1510538"/>
                <a:gd name="connsiteX81" fmla="*/ 1037717 w 1681861"/>
                <a:gd name="connsiteY81" fmla="*/ 860679 h 1510538"/>
                <a:gd name="connsiteX82" fmla="*/ 1039622 w 1681861"/>
                <a:gd name="connsiteY82" fmla="*/ 567055 h 1510538"/>
                <a:gd name="connsiteX83" fmla="*/ 1648333 w 1681861"/>
                <a:gd name="connsiteY83" fmla="*/ 953897 h 1510538"/>
                <a:gd name="connsiteX84" fmla="*/ 1654810 w 1681861"/>
                <a:gd name="connsiteY84" fmla="*/ 801878 h 1510538"/>
                <a:gd name="connsiteX85" fmla="*/ 1655191 w 1681861"/>
                <a:gd name="connsiteY85" fmla="*/ 663194 h 1510538"/>
                <a:gd name="connsiteX86" fmla="*/ 1654683 w 1681861"/>
                <a:gd name="connsiteY86" fmla="*/ 575183 h 1510538"/>
                <a:gd name="connsiteX87" fmla="*/ 1371092 w 1681861"/>
                <a:gd name="connsiteY87" fmla="*/ 915543 h 1510538"/>
                <a:gd name="connsiteX88" fmla="*/ 1249807 w 1681861"/>
                <a:gd name="connsiteY88" fmla="*/ 1027303 h 1510538"/>
                <a:gd name="connsiteX89" fmla="*/ 1261618 w 1681861"/>
                <a:gd name="connsiteY89" fmla="*/ 956945 h 1510538"/>
                <a:gd name="connsiteX90" fmla="*/ 1208151 w 1681861"/>
                <a:gd name="connsiteY90" fmla="*/ 969391 h 1510538"/>
                <a:gd name="connsiteX91" fmla="*/ 1338961 w 1681861"/>
                <a:gd name="connsiteY91" fmla="*/ 1181862 h 1510538"/>
                <a:gd name="connsiteX92" fmla="*/ 1462913 w 1681861"/>
                <a:gd name="connsiteY92" fmla="*/ 935609 h 1510538"/>
                <a:gd name="connsiteX93" fmla="*/ 1387475 w 1681861"/>
                <a:gd name="connsiteY93" fmla="*/ 1028573 h 1510538"/>
                <a:gd name="connsiteX94" fmla="*/ 1427988 w 1681861"/>
                <a:gd name="connsiteY94" fmla="*/ 922528 h 1510538"/>
                <a:gd name="connsiteX95" fmla="*/ 1371092 w 1681861"/>
                <a:gd name="connsiteY95" fmla="*/ 915543 h 1510538"/>
                <a:gd name="connsiteX96" fmla="*/ 1081532 w 1681861"/>
                <a:gd name="connsiteY96" fmla="*/ 1197610 h 1510538"/>
                <a:gd name="connsiteX97" fmla="*/ 1025652 w 1681861"/>
                <a:gd name="connsiteY97" fmla="*/ 1218311 h 1510538"/>
                <a:gd name="connsiteX98" fmla="*/ 1042035 w 1681861"/>
                <a:gd name="connsiteY98" fmla="*/ 1193673 h 1510538"/>
                <a:gd name="connsiteX99" fmla="*/ 913638 w 1681861"/>
                <a:gd name="connsiteY99" fmla="*/ 1115441 h 1510538"/>
                <a:gd name="connsiteX100" fmla="*/ 964057 w 1681861"/>
                <a:gd name="connsiteY100" fmla="*/ 1364361 h 1510538"/>
                <a:gd name="connsiteX101" fmla="*/ 1097915 w 1681861"/>
                <a:gd name="connsiteY101" fmla="*/ 1391920 h 1510538"/>
                <a:gd name="connsiteX102" fmla="*/ 1340866 w 1681861"/>
                <a:gd name="connsiteY102" fmla="*/ 1211199 h 1510538"/>
                <a:gd name="connsiteX103" fmla="*/ 1181608 w 1681861"/>
                <a:gd name="connsiteY103" fmla="*/ 1096645 h 1510538"/>
                <a:gd name="connsiteX104" fmla="*/ 1081532 w 1681861"/>
                <a:gd name="connsiteY104" fmla="*/ 1197610 h 1510538"/>
                <a:gd name="connsiteX0" fmla="*/ 1447673 w 1681861"/>
                <a:gd name="connsiteY0" fmla="*/ 0 h 1510538"/>
                <a:gd name="connsiteX1" fmla="*/ 1418463 w 1681861"/>
                <a:gd name="connsiteY1" fmla="*/ 83947 h 1510538"/>
                <a:gd name="connsiteX2" fmla="*/ 1592580 w 1681861"/>
                <a:gd name="connsiteY2" fmla="*/ 300609 h 1510538"/>
                <a:gd name="connsiteX3" fmla="*/ 1622933 w 1681861"/>
                <a:gd name="connsiteY3" fmla="*/ 406781 h 1510538"/>
                <a:gd name="connsiteX4" fmla="*/ 1559179 w 1681861"/>
                <a:gd name="connsiteY4" fmla="*/ 434086 h 1510538"/>
                <a:gd name="connsiteX5" fmla="*/ 1681861 w 1681861"/>
                <a:gd name="connsiteY5" fmla="*/ 578739 h 1510538"/>
                <a:gd name="connsiteX6" fmla="*/ 1681353 w 1681861"/>
                <a:gd name="connsiteY6" fmla="*/ 922782 h 1510538"/>
                <a:gd name="connsiteX7" fmla="*/ 1657731 w 1681861"/>
                <a:gd name="connsiteY7" fmla="*/ 993013 h 1510538"/>
                <a:gd name="connsiteX8" fmla="*/ 1517142 w 1681861"/>
                <a:gd name="connsiteY8" fmla="*/ 999998 h 1510538"/>
                <a:gd name="connsiteX9" fmla="*/ 1383030 w 1681861"/>
                <a:gd name="connsiteY9" fmla="*/ 1205865 h 1510538"/>
                <a:gd name="connsiteX10" fmla="*/ 1096137 w 1681861"/>
                <a:gd name="connsiteY10" fmla="*/ 1418209 h 1510538"/>
                <a:gd name="connsiteX11" fmla="*/ 969010 w 1681861"/>
                <a:gd name="connsiteY11" fmla="*/ 1396365 h 1510538"/>
                <a:gd name="connsiteX12" fmla="*/ 968375 w 1681861"/>
                <a:gd name="connsiteY12" fmla="*/ 1493139 h 1510538"/>
                <a:gd name="connsiteX13" fmla="*/ 957580 w 1681861"/>
                <a:gd name="connsiteY13" fmla="*/ 1505839 h 1510538"/>
                <a:gd name="connsiteX14" fmla="*/ 942721 w 1681861"/>
                <a:gd name="connsiteY14" fmla="*/ 1503045 h 1510538"/>
                <a:gd name="connsiteX15" fmla="*/ 940562 w 1681861"/>
                <a:gd name="connsiteY15" fmla="*/ 1399540 h 1510538"/>
                <a:gd name="connsiteX16" fmla="*/ 914908 w 1681861"/>
                <a:gd name="connsiteY16" fmla="*/ 1199769 h 1510538"/>
                <a:gd name="connsiteX17" fmla="*/ 854202 w 1681861"/>
                <a:gd name="connsiteY17" fmla="*/ 1086739 h 1510538"/>
                <a:gd name="connsiteX18" fmla="*/ 678561 w 1681861"/>
                <a:gd name="connsiteY18" fmla="*/ 1080643 h 1510538"/>
                <a:gd name="connsiteX19" fmla="*/ 448437 w 1681861"/>
                <a:gd name="connsiteY19" fmla="*/ 1062609 h 1510538"/>
                <a:gd name="connsiteX20" fmla="*/ 402209 w 1681861"/>
                <a:gd name="connsiteY20" fmla="*/ 1085469 h 1510538"/>
                <a:gd name="connsiteX21" fmla="*/ 338963 w 1681861"/>
                <a:gd name="connsiteY21" fmla="*/ 1105535 h 1510538"/>
                <a:gd name="connsiteX22" fmla="*/ 376047 w 1681861"/>
                <a:gd name="connsiteY22" fmla="*/ 1200912 h 1510538"/>
                <a:gd name="connsiteX23" fmla="*/ 342900 w 1681861"/>
                <a:gd name="connsiteY23" fmla="*/ 1332611 h 1510538"/>
                <a:gd name="connsiteX24" fmla="*/ 265811 w 1681861"/>
                <a:gd name="connsiteY24" fmla="*/ 1501267 h 1510538"/>
                <a:gd name="connsiteX25" fmla="*/ 240157 w 1681861"/>
                <a:gd name="connsiteY25" fmla="*/ 1504569 h 1510538"/>
                <a:gd name="connsiteX26" fmla="*/ 349377 w 1681861"/>
                <a:gd name="connsiteY26" fmla="*/ 1218692 h 1510538"/>
                <a:gd name="connsiteX27" fmla="*/ 311531 w 1681861"/>
                <a:gd name="connsiteY27" fmla="*/ 1116965 h 1510538"/>
                <a:gd name="connsiteX28" fmla="*/ 20955 w 1681861"/>
                <a:gd name="connsiteY28" fmla="*/ 1499997 h 1510538"/>
                <a:gd name="connsiteX29" fmla="*/ 0 w 1681861"/>
                <a:gd name="connsiteY29" fmla="*/ 1510538 h 1510538"/>
                <a:gd name="connsiteX30" fmla="*/ 133223 w 1681861"/>
                <a:gd name="connsiteY30" fmla="*/ 1244219 h 1510538"/>
                <a:gd name="connsiteX31" fmla="*/ 412369 w 1681861"/>
                <a:gd name="connsiteY31" fmla="*/ 1055243 h 1510538"/>
                <a:gd name="connsiteX32" fmla="*/ 198247 w 1681861"/>
                <a:gd name="connsiteY32" fmla="*/ 919353 h 1510538"/>
                <a:gd name="connsiteX33" fmla="*/ 101981 w 1681861"/>
                <a:gd name="connsiteY33" fmla="*/ 829437 h 1510538"/>
                <a:gd name="connsiteX34" fmla="*/ 175895 w 1681861"/>
                <a:gd name="connsiteY34" fmla="*/ 534035 h 1510538"/>
                <a:gd name="connsiteX35" fmla="*/ 379792 w 1681861"/>
                <a:gd name="connsiteY35" fmla="*/ 298477 h 1510538"/>
                <a:gd name="connsiteX36" fmla="*/ 672816 w 1681861"/>
                <a:gd name="connsiteY36" fmla="*/ 253707 h 1510538"/>
                <a:gd name="connsiteX37" fmla="*/ 972991 w 1681861"/>
                <a:gd name="connsiteY37" fmla="*/ 416267 h 1510538"/>
                <a:gd name="connsiteX38" fmla="*/ 1049655 w 1681861"/>
                <a:gd name="connsiteY38" fmla="*/ 552450 h 1510538"/>
                <a:gd name="connsiteX39" fmla="*/ 1114679 w 1681861"/>
                <a:gd name="connsiteY39" fmla="*/ 647700 h 1510538"/>
                <a:gd name="connsiteX40" fmla="*/ 1042924 w 1681861"/>
                <a:gd name="connsiteY40" fmla="*/ 877697 h 1510538"/>
                <a:gd name="connsiteX41" fmla="*/ 1025906 w 1681861"/>
                <a:gd name="connsiteY41" fmla="*/ 887603 h 1510538"/>
                <a:gd name="connsiteX42" fmla="*/ 832358 w 1681861"/>
                <a:gd name="connsiteY42" fmla="*/ 1050163 h 1510538"/>
                <a:gd name="connsiteX43" fmla="*/ 1063879 w 1681861"/>
                <a:gd name="connsiteY43" fmla="*/ 1180338 h 1510538"/>
                <a:gd name="connsiteX44" fmla="*/ 1164717 w 1681861"/>
                <a:gd name="connsiteY44" fmla="*/ 1067308 h 1510538"/>
                <a:gd name="connsiteX45" fmla="*/ 1175385 w 1681861"/>
                <a:gd name="connsiteY45" fmla="*/ 978535 h 1510538"/>
                <a:gd name="connsiteX46" fmla="*/ 1226693 w 1681861"/>
                <a:gd name="connsiteY46" fmla="*/ 925195 h 1510538"/>
                <a:gd name="connsiteX47" fmla="*/ 1282700 w 1681861"/>
                <a:gd name="connsiteY47" fmla="*/ 942594 h 1510538"/>
                <a:gd name="connsiteX48" fmla="*/ 1388745 w 1681861"/>
                <a:gd name="connsiteY48" fmla="*/ 883666 h 1510538"/>
                <a:gd name="connsiteX49" fmla="*/ 1489583 w 1681861"/>
                <a:gd name="connsiteY49" fmla="*/ 927862 h 1510538"/>
                <a:gd name="connsiteX50" fmla="*/ 1083183 w 1681861"/>
                <a:gd name="connsiteY50" fmla="*/ 422021 h 1510538"/>
                <a:gd name="connsiteX51" fmla="*/ 1224407 w 1681861"/>
                <a:gd name="connsiteY51" fmla="*/ 235331 h 1510538"/>
                <a:gd name="connsiteX52" fmla="*/ 1249680 w 1681861"/>
                <a:gd name="connsiteY52" fmla="*/ 82804 h 1510538"/>
                <a:gd name="connsiteX53" fmla="*/ 1249934 w 1681861"/>
                <a:gd name="connsiteY53" fmla="*/ 251206 h 1510538"/>
                <a:gd name="connsiteX54" fmla="*/ 1111631 w 1681861"/>
                <a:gd name="connsiteY54" fmla="*/ 401574 h 1510538"/>
                <a:gd name="connsiteX55" fmla="*/ 1522730 w 1681861"/>
                <a:gd name="connsiteY55" fmla="*/ 368935 h 1510538"/>
                <a:gd name="connsiteX56" fmla="*/ 1567561 w 1681861"/>
                <a:gd name="connsiteY56" fmla="*/ 314452 h 1510538"/>
                <a:gd name="connsiteX57" fmla="*/ 378191 w 1681861"/>
                <a:gd name="connsiteY57" fmla="*/ 335211 h 1510538"/>
                <a:gd name="connsiteX58" fmla="*/ 198247 w 1681861"/>
                <a:gd name="connsiteY58" fmla="*/ 541782 h 1510538"/>
                <a:gd name="connsiteX59" fmla="*/ 221869 w 1681861"/>
                <a:gd name="connsiteY59" fmla="*/ 552196 h 1510538"/>
                <a:gd name="connsiteX60" fmla="*/ 262001 w 1681861"/>
                <a:gd name="connsiteY60" fmla="*/ 635381 h 1510538"/>
                <a:gd name="connsiteX61" fmla="*/ 231648 w 1681861"/>
                <a:gd name="connsiteY61" fmla="*/ 861695 h 1510538"/>
                <a:gd name="connsiteX62" fmla="*/ 196850 w 1681861"/>
                <a:gd name="connsiteY62" fmla="*/ 882523 h 1510538"/>
                <a:gd name="connsiteX63" fmla="*/ 310642 w 1681861"/>
                <a:gd name="connsiteY63" fmla="*/ 983234 h 1510538"/>
                <a:gd name="connsiteX64" fmla="*/ 735076 w 1681861"/>
                <a:gd name="connsiteY64" fmla="*/ 1050544 h 1510538"/>
                <a:gd name="connsiteX65" fmla="*/ 985774 w 1681861"/>
                <a:gd name="connsiteY65" fmla="*/ 893572 h 1510538"/>
                <a:gd name="connsiteX66" fmla="*/ 991489 w 1681861"/>
                <a:gd name="connsiteY66" fmla="*/ 891286 h 1510538"/>
                <a:gd name="connsiteX67" fmla="*/ 941956 w 1681861"/>
                <a:gd name="connsiteY67" fmla="*/ 426795 h 1510538"/>
                <a:gd name="connsiteX68" fmla="*/ 655811 w 1681861"/>
                <a:gd name="connsiteY68" fmla="*/ 275466 h 1510538"/>
                <a:gd name="connsiteX69" fmla="*/ 372956 w 1681861"/>
                <a:gd name="connsiteY69" fmla="*/ 333954 h 1510538"/>
                <a:gd name="connsiteX70" fmla="*/ 1107186 w 1681861"/>
                <a:gd name="connsiteY70" fmla="*/ 427482 h 1510538"/>
                <a:gd name="connsiteX71" fmla="*/ 1107186 w 1681861"/>
                <a:gd name="connsiteY71" fmla="*/ 427482 h 1510538"/>
                <a:gd name="connsiteX72" fmla="*/ 161417 w 1681861"/>
                <a:gd name="connsiteY72" fmla="*/ 570738 h 1510538"/>
                <a:gd name="connsiteX73" fmla="*/ 114554 w 1681861"/>
                <a:gd name="connsiteY73" fmla="*/ 787908 h 1510538"/>
                <a:gd name="connsiteX74" fmla="*/ 182499 w 1681861"/>
                <a:gd name="connsiteY74" fmla="*/ 859409 h 1510538"/>
                <a:gd name="connsiteX75" fmla="*/ 224917 w 1681861"/>
                <a:gd name="connsiteY75" fmla="*/ 823849 h 1510538"/>
                <a:gd name="connsiteX76" fmla="*/ 224536 w 1681861"/>
                <a:gd name="connsiteY76" fmla="*/ 600837 h 1510538"/>
                <a:gd name="connsiteX77" fmla="*/ 161417 w 1681861"/>
                <a:gd name="connsiteY77" fmla="*/ 570738 h 1510538"/>
                <a:gd name="connsiteX78" fmla="*/ 1039622 w 1681861"/>
                <a:gd name="connsiteY78" fmla="*/ 567055 h 1510538"/>
                <a:gd name="connsiteX79" fmla="*/ 1037717 w 1681861"/>
                <a:gd name="connsiteY79" fmla="*/ 860679 h 1510538"/>
                <a:gd name="connsiteX80" fmla="*/ 1039622 w 1681861"/>
                <a:gd name="connsiteY80" fmla="*/ 567055 h 1510538"/>
                <a:gd name="connsiteX81" fmla="*/ 1648333 w 1681861"/>
                <a:gd name="connsiteY81" fmla="*/ 953897 h 1510538"/>
                <a:gd name="connsiteX82" fmla="*/ 1654810 w 1681861"/>
                <a:gd name="connsiteY82" fmla="*/ 801878 h 1510538"/>
                <a:gd name="connsiteX83" fmla="*/ 1655191 w 1681861"/>
                <a:gd name="connsiteY83" fmla="*/ 663194 h 1510538"/>
                <a:gd name="connsiteX84" fmla="*/ 1654683 w 1681861"/>
                <a:gd name="connsiteY84" fmla="*/ 575183 h 1510538"/>
                <a:gd name="connsiteX85" fmla="*/ 1371092 w 1681861"/>
                <a:gd name="connsiteY85" fmla="*/ 915543 h 1510538"/>
                <a:gd name="connsiteX86" fmla="*/ 1249807 w 1681861"/>
                <a:gd name="connsiteY86" fmla="*/ 1027303 h 1510538"/>
                <a:gd name="connsiteX87" fmla="*/ 1261618 w 1681861"/>
                <a:gd name="connsiteY87" fmla="*/ 956945 h 1510538"/>
                <a:gd name="connsiteX88" fmla="*/ 1208151 w 1681861"/>
                <a:gd name="connsiteY88" fmla="*/ 969391 h 1510538"/>
                <a:gd name="connsiteX89" fmla="*/ 1338961 w 1681861"/>
                <a:gd name="connsiteY89" fmla="*/ 1181862 h 1510538"/>
                <a:gd name="connsiteX90" fmla="*/ 1462913 w 1681861"/>
                <a:gd name="connsiteY90" fmla="*/ 935609 h 1510538"/>
                <a:gd name="connsiteX91" fmla="*/ 1387475 w 1681861"/>
                <a:gd name="connsiteY91" fmla="*/ 1028573 h 1510538"/>
                <a:gd name="connsiteX92" fmla="*/ 1427988 w 1681861"/>
                <a:gd name="connsiteY92" fmla="*/ 922528 h 1510538"/>
                <a:gd name="connsiteX93" fmla="*/ 1371092 w 1681861"/>
                <a:gd name="connsiteY93" fmla="*/ 915543 h 1510538"/>
                <a:gd name="connsiteX94" fmla="*/ 1081532 w 1681861"/>
                <a:gd name="connsiteY94" fmla="*/ 1197610 h 1510538"/>
                <a:gd name="connsiteX95" fmla="*/ 1025652 w 1681861"/>
                <a:gd name="connsiteY95" fmla="*/ 1218311 h 1510538"/>
                <a:gd name="connsiteX96" fmla="*/ 1042035 w 1681861"/>
                <a:gd name="connsiteY96" fmla="*/ 1193673 h 1510538"/>
                <a:gd name="connsiteX97" fmla="*/ 913638 w 1681861"/>
                <a:gd name="connsiteY97" fmla="*/ 1115441 h 1510538"/>
                <a:gd name="connsiteX98" fmla="*/ 964057 w 1681861"/>
                <a:gd name="connsiteY98" fmla="*/ 1364361 h 1510538"/>
                <a:gd name="connsiteX99" fmla="*/ 1097915 w 1681861"/>
                <a:gd name="connsiteY99" fmla="*/ 1391920 h 1510538"/>
                <a:gd name="connsiteX100" fmla="*/ 1340866 w 1681861"/>
                <a:gd name="connsiteY100" fmla="*/ 1211199 h 1510538"/>
                <a:gd name="connsiteX101" fmla="*/ 1181608 w 1681861"/>
                <a:gd name="connsiteY101" fmla="*/ 1096645 h 1510538"/>
                <a:gd name="connsiteX102" fmla="*/ 1081532 w 1681861"/>
                <a:gd name="connsiteY102" fmla="*/ 1197610 h 1510538"/>
                <a:gd name="connsiteX0" fmla="*/ 1418463 w 1681861"/>
                <a:gd name="connsiteY0" fmla="*/ 1143 h 1427734"/>
                <a:gd name="connsiteX1" fmla="*/ 1592580 w 1681861"/>
                <a:gd name="connsiteY1" fmla="*/ 217805 h 1427734"/>
                <a:gd name="connsiteX2" fmla="*/ 1622933 w 1681861"/>
                <a:gd name="connsiteY2" fmla="*/ 323977 h 1427734"/>
                <a:gd name="connsiteX3" fmla="*/ 1559179 w 1681861"/>
                <a:gd name="connsiteY3" fmla="*/ 351282 h 1427734"/>
                <a:gd name="connsiteX4" fmla="*/ 1681861 w 1681861"/>
                <a:gd name="connsiteY4" fmla="*/ 495935 h 1427734"/>
                <a:gd name="connsiteX5" fmla="*/ 1681353 w 1681861"/>
                <a:gd name="connsiteY5" fmla="*/ 839978 h 1427734"/>
                <a:gd name="connsiteX6" fmla="*/ 1657731 w 1681861"/>
                <a:gd name="connsiteY6" fmla="*/ 910209 h 1427734"/>
                <a:gd name="connsiteX7" fmla="*/ 1517142 w 1681861"/>
                <a:gd name="connsiteY7" fmla="*/ 917194 h 1427734"/>
                <a:gd name="connsiteX8" fmla="*/ 1383030 w 1681861"/>
                <a:gd name="connsiteY8" fmla="*/ 1123061 h 1427734"/>
                <a:gd name="connsiteX9" fmla="*/ 1096137 w 1681861"/>
                <a:gd name="connsiteY9" fmla="*/ 1335405 h 1427734"/>
                <a:gd name="connsiteX10" fmla="*/ 969010 w 1681861"/>
                <a:gd name="connsiteY10" fmla="*/ 1313561 h 1427734"/>
                <a:gd name="connsiteX11" fmla="*/ 968375 w 1681861"/>
                <a:gd name="connsiteY11" fmla="*/ 1410335 h 1427734"/>
                <a:gd name="connsiteX12" fmla="*/ 957580 w 1681861"/>
                <a:gd name="connsiteY12" fmla="*/ 1423035 h 1427734"/>
                <a:gd name="connsiteX13" fmla="*/ 942721 w 1681861"/>
                <a:gd name="connsiteY13" fmla="*/ 1420241 h 1427734"/>
                <a:gd name="connsiteX14" fmla="*/ 940562 w 1681861"/>
                <a:gd name="connsiteY14" fmla="*/ 1316736 h 1427734"/>
                <a:gd name="connsiteX15" fmla="*/ 914908 w 1681861"/>
                <a:gd name="connsiteY15" fmla="*/ 1116965 h 1427734"/>
                <a:gd name="connsiteX16" fmla="*/ 854202 w 1681861"/>
                <a:gd name="connsiteY16" fmla="*/ 1003935 h 1427734"/>
                <a:gd name="connsiteX17" fmla="*/ 678561 w 1681861"/>
                <a:gd name="connsiteY17" fmla="*/ 997839 h 1427734"/>
                <a:gd name="connsiteX18" fmla="*/ 448437 w 1681861"/>
                <a:gd name="connsiteY18" fmla="*/ 979805 h 1427734"/>
                <a:gd name="connsiteX19" fmla="*/ 402209 w 1681861"/>
                <a:gd name="connsiteY19" fmla="*/ 1002665 h 1427734"/>
                <a:gd name="connsiteX20" fmla="*/ 338963 w 1681861"/>
                <a:gd name="connsiteY20" fmla="*/ 1022731 h 1427734"/>
                <a:gd name="connsiteX21" fmla="*/ 376047 w 1681861"/>
                <a:gd name="connsiteY21" fmla="*/ 1118108 h 1427734"/>
                <a:gd name="connsiteX22" fmla="*/ 342900 w 1681861"/>
                <a:gd name="connsiteY22" fmla="*/ 1249807 h 1427734"/>
                <a:gd name="connsiteX23" fmla="*/ 265811 w 1681861"/>
                <a:gd name="connsiteY23" fmla="*/ 1418463 h 1427734"/>
                <a:gd name="connsiteX24" fmla="*/ 240157 w 1681861"/>
                <a:gd name="connsiteY24" fmla="*/ 1421765 h 1427734"/>
                <a:gd name="connsiteX25" fmla="*/ 349377 w 1681861"/>
                <a:gd name="connsiteY25" fmla="*/ 1135888 h 1427734"/>
                <a:gd name="connsiteX26" fmla="*/ 311531 w 1681861"/>
                <a:gd name="connsiteY26" fmla="*/ 1034161 h 1427734"/>
                <a:gd name="connsiteX27" fmla="*/ 20955 w 1681861"/>
                <a:gd name="connsiteY27" fmla="*/ 1417193 h 1427734"/>
                <a:gd name="connsiteX28" fmla="*/ 0 w 1681861"/>
                <a:gd name="connsiteY28" fmla="*/ 1427734 h 1427734"/>
                <a:gd name="connsiteX29" fmla="*/ 133223 w 1681861"/>
                <a:gd name="connsiteY29" fmla="*/ 1161415 h 1427734"/>
                <a:gd name="connsiteX30" fmla="*/ 412369 w 1681861"/>
                <a:gd name="connsiteY30" fmla="*/ 972439 h 1427734"/>
                <a:gd name="connsiteX31" fmla="*/ 198247 w 1681861"/>
                <a:gd name="connsiteY31" fmla="*/ 836549 h 1427734"/>
                <a:gd name="connsiteX32" fmla="*/ 101981 w 1681861"/>
                <a:gd name="connsiteY32" fmla="*/ 746633 h 1427734"/>
                <a:gd name="connsiteX33" fmla="*/ 175895 w 1681861"/>
                <a:gd name="connsiteY33" fmla="*/ 451231 h 1427734"/>
                <a:gd name="connsiteX34" fmla="*/ 379792 w 1681861"/>
                <a:gd name="connsiteY34" fmla="*/ 215673 h 1427734"/>
                <a:gd name="connsiteX35" fmla="*/ 672816 w 1681861"/>
                <a:gd name="connsiteY35" fmla="*/ 170903 h 1427734"/>
                <a:gd name="connsiteX36" fmla="*/ 972991 w 1681861"/>
                <a:gd name="connsiteY36" fmla="*/ 333463 h 1427734"/>
                <a:gd name="connsiteX37" fmla="*/ 1049655 w 1681861"/>
                <a:gd name="connsiteY37" fmla="*/ 469646 h 1427734"/>
                <a:gd name="connsiteX38" fmla="*/ 1114679 w 1681861"/>
                <a:gd name="connsiteY38" fmla="*/ 564896 h 1427734"/>
                <a:gd name="connsiteX39" fmla="*/ 1042924 w 1681861"/>
                <a:gd name="connsiteY39" fmla="*/ 794893 h 1427734"/>
                <a:gd name="connsiteX40" fmla="*/ 1025906 w 1681861"/>
                <a:gd name="connsiteY40" fmla="*/ 804799 h 1427734"/>
                <a:gd name="connsiteX41" fmla="*/ 832358 w 1681861"/>
                <a:gd name="connsiteY41" fmla="*/ 967359 h 1427734"/>
                <a:gd name="connsiteX42" fmla="*/ 1063879 w 1681861"/>
                <a:gd name="connsiteY42" fmla="*/ 1097534 h 1427734"/>
                <a:gd name="connsiteX43" fmla="*/ 1164717 w 1681861"/>
                <a:gd name="connsiteY43" fmla="*/ 984504 h 1427734"/>
                <a:gd name="connsiteX44" fmla="*/ 1175385 w 1681861"/>
                <a:gd name="connsiteY44" fmla="*/ 895731 h 1427734"/>
                <a:gd name="connsiteX45" fmla="*/ 1226693 w 1681861"/>
                <a:gd name="connsiteY45" fmla="*/ 842391 h 1427734"/>
                <a:gd name="connsiteX46" fmla="*/ 1282700 w 1681861"/>
                <a:gd name="connsiteY46" fmla="*/ 859790 h 1427734"/>
                <a:gd name="connsiteX47" fmla="*/ 1388745 w 1681861"/>
                <a:gd name="connsiteY47" fmla="*/ 800862 h 1427734"/>
                <a:gd name="connsiteX48" fmla="*/ 1489583 w 1681861"/>
                <a:gd name="connsiteY48" fmla="*/ 845058 h 1427734"/>
                <a:gd name="connsiteX49" fmla="*/ 1083183 w 1681861"/>
                <a:gd name="connsiteY49" fmla="*/ 339217 h 1427734"/>
                <a:gd name="connsiteX50" fmla="*/ 1224407 w 1681861"/>
                <a:gd name="connsiteY50" fmla="*/ 152527 h 1427734"/>
                <a:gd name="connsiteX51" fmla="*/ 1249680 w 1681861"/>
                <a:gd name="connsiteY51" fmla="*/ 0 h 1427734"/>
                <a:gd name="connsiteX52" fmla="*/ 1249934 w 1681861"/>
                <a:gd name="connsiteY52" fmla="*/ 168402 h 1427734"/>
                <a:gd name="connsiteX53" fmla="*/ 1111631 w 1681861"/>
                <a:gd name="connsiteY53" fmla="*/ 318770 h 1427734"/>
                <a:gd name="connsiteX54" fmla="*/ 1522730 w 1681861"/>
                <a:gd name="connsiteY54" fmla="*/ 286131 h 1427734"/>
                <a:gd name="connsiteX55" fmla="*/ 1567561 w 1681861"/>
                <a:gd name="connsiteY55" fmla="*/ 231648 h 1427734"/>
                <a:gd name="connsiteX56" fmla="*/ 378191 w 1681861"/>
                <a:gd name="connsiteY56" fmla="*/ 252407 h 1427734"/>
                <a:gd name="connsiteX57" fmla="*/ 198247 w 1681861"/>
                <a:gd name="connsiteY57" fmla="*/ 458978 h 1427734"/>
                <a:gd name="connsiteX58" fmla="*/ 221869 w 1681861"/>
                <a:gd name="connsiteY58" fmla="*/ 469392 h 1427734"/>
                <a:gd name="connsiteX59" fmla="*/ 262001 w 1681861"/>
                <a:gd name="connsiteY59" fmla="*/ 552577 h 1427734"/>
                <a:gd name="connsiteX60" fmla="*/ 231648 w 1681861"/>
                <a:gd name="connsiteY60" fmla="*/ 778891 h 1427734"/>
                <a:gd name="connsiteX61" fmla="*/ 196850 w 1681861"/>
                <a:gd name="connsiteY61" fmla="*/ 799719 h 1427734"/>
                <a:gd name="connsiteX62" fmla="*/ 310642 w 1681861"/>
                <a:gd name="connsiteY62" fmla="*/ 900430 h 1427734"/>
                <a:gd name="connsiteX63" fmla="*/ 735076 w 1681861"/>
                <a:gd name="connsiteY63" fmla="*/ 967740 h 1427734"/>
                <a:gd name="connsiteX64" fmla="*/ 985774 w 1681861"/>
                <a:gd name="connsiteY64" fmla="*/ 810768 h 1427734"/>
                <a:gd name="connsiteX65" fmla="*/ 991489 w 1681861"/>
                <a:gd name="connsiteY65" fmla="*/ 808482 h 1427734"/>
                <a:gd name="connsiteX66" fmla="*/ 941956 w 1681861"/>
                <a:gd name="connsiteY66" fmla="*/ 343991 h 1427734"/>
                <a:gd name="connsiteX67" fmla="*/ 655811 w 1681861"/>
                <a:gd name="connsiteY67" fmla="*/ 192662 h 1427734"/>
                <a:gd name="connsiteX68" fmla="*/ 372956 w 1681861"/>
                <a:gd name="connsiteY68" fmla="*/ 251150 h 1427734"/>
                <a:gd name="connsiteX69" fmla="*/ 1107186 w 1681861"/>
                <a:gd name="connsiteY69" fmla="*/ 344678 h 1427734"/>
                <a:gd name="connsiteX70" fmla="*/ 1107186 w 1681861"/>
                <a:gd name="connsiteY70" fmla="*/ 344678 h 1427734"/>
                <a:gd name="connsiteX71" fmla="*/ 161417 w 1681861"/>
                <a:gd name="connsiteY71" fmla="*/ 487934 h 1427734"/>
                <a:gd name="connsiteX72" fmla="*/ 114554 w 1681861"/>
                <a:gd name="connsiteY72" fmla="*/ 705104 h 1427734"/>
                <a:gd name="connsiteX73" fmla="*/ 182499 w 1681861"/>
                <a:gd name="connsiteY73" fmla="*/ 776605 h 1427734"/>
                <a:gd name="connsiteX74" fmla="*/ 224917 w 1681861"/>
                <a:gd name="connsiteY74" fmla="*/ 741045 h 1427734"/>
                <a:gd name="connsiteX75" fmla="*/ 224536 w 1681861"/>
                <a:gd name="connsiteY75" fmla="*/ 518033 h 1427734"/>
                <a:gd name="connsiteX76" fmla="*/ 161417 w 1681861"/>
                <a:gd name="connsiteY76" fmla="*/ 487934 h 1427734"/>
                <a:gd name="connsiteX77" fmla="*/ 1039622 w 1681861"/>
                <a:gd name="connsiteY77" fmla="*/ 484251 h 1427734"/>
                <a:gd name="connsiteX78" fmla="*/ 1037717 w 1681861"/>
                <a:gd name="connsiteY78" fmla="*/ 777875 h 1427734"/>
                <a:gd name="connsiteX79" fmla="*/ 1039622 w 1681861"/>
                <a:gd name="connsiteY79" fmla="*/ 484251 h 1427734"/>
                <a:gd name="connsiteX80" fmla="*/ 1648333 w 1681861"/>
                <a:gd name="connsiteY80" fmla="*/ 871093 h 1427734"/>
                <a:gd name="connsiteX81" fmla="*/ 1654810 w 1681861"/>
                <a:gd name="connsiteY81" fmla="*/ 719074 h 1427734"/>
                <a:gd name="connsiteX82" fmla="*/ 1655191 w 1681861"/>
                <a:gd name="connsiteY82" fmla="*/ 580390 h 1427734"/>
                <a:gd name="connsiteX83" fmla="*/ 1654683 w 1681861"/>
                <a:gd name="connsiteY83" fmla="*/ 492379 h 1427734"/>
                <a:gd name="connsiteX84" fmla="*/ 1371092 w 1681861"/>
                <a:gd name="connsiteY84" fmla="*/ 832739 h 1427734"/>
                <a:gd name="connsiteX85" fmla="*/ 1249807 w 1681861"/>
                <a:gd name="connsiteY85" fmla="*/ 944499 h 1427734"/>
                <a:gd name="connsiteX86" fmla="*/ 1261618 w 1681861"/>
                <a:gd name="connsiteY86" fmla="*/ 874141 h 1427734"/>
                <a:gd name="connsiteX87" fmla="*/ 1208151 w 1681861"/>
                <a:gd name="connsiteY87" fmla="*/ 886587 h 1427734"/>
                <a:gd name="connsiteX88" fmla="*/ 1338961 w 1681861"/>
                <a:gd name="connsiteY88" fmla="*/ 1099058 h 1427734"/>
                <a:gd name="connsiteX89" fmla="*/ 1462913 w 1681861"/>
                <a:gd name="connsiteY89" fmla="*/ 852805 h 1427734"/>
                <a:gd name="connsiteX90" fmla="*/ 1387475 w 1681861"/>
                <a:gd name="connsiteY90" fmla="*/ 945769 h 1427734"/>
                <a:gd name="connsiteX91" fmla="*/ 1427988 w 1681861"/>
                <a:gd name="connsiteY91" fmla="*/ 839724 h 1427734"/>
                <a:gd name="connsiteX92" fmla="*/ 1371092 w 1681861"/>
                <a:gd name="connsiteY92" fmla="*/ 832739 h 1427734"/>
                <a:gd name="connsiteX93" fmla="*/ 1081532 w 1681861"/>
                <a:gd name="connsiteY93" fmla="*/ 1114806 h 1427734"/>
                <a:gd name="connsiteX94" fmla="*/ 1025652 w 1681861"/>
                <a:gd name="connsiteY94" fmla="*/ 1135507 h 1427734"/>
                <a:gd name="connsiteX95" fmla="*/ 1042035 w 1681861"/>
                <a:gd name="connsiteY95" fmla="*/ 1110869 h 1427734"/>
                <a:gd name="connsiteX96" fmla="*/ 913638 w 1681861"/>
                <a:gd name="connsiteY96" fmla="*/ 1032637 h 1427734"/>
                <a:gd name="connsiteX97" fmla="*/ 964057 w 1681861"/>
                <a:gd name="connsiteY97" fmla="*/ 1281557 h 1427734"/>
                <a:gd name="connsiteX98" fmla="*/ 1097915 w 1681861"/>
                <a:gd name="connsiteY98" fmla="*/ 1309116 h 1427734"/>
                <a:gd name="connsiteX99" fmla="*/ 1340866 w 1681861"/>
                <a:gd name="connsiteY99" fmla="*/ 1128395 h 1427734"/>
                <a:gd name="connsiteX100" fmla="*/ 1181608 w 1681861"/>
                <a:gd name="connsiteY100" fmla="*/ 1013841 h 1427734"/>
                <a:gd name="connsiteX101" fmla="*/ 1081532 w 1681861"/>
                <a:gd name="connsiteY101" fmla="*/ 1114806 h 1427734"/>
                <a:gd name="connsiteX0" fmla="*/ 1592580 w 1681861"/>
                <a:gd name="connsiteY0" fmla="*/ 217805 h 1427734"/>
                <a:gd name="connsiteX1" fmla="*/ 1622933 w 1681861"/>
                <a:gd name="connsiteY1" fmla="*/ 323977 h 1427734"/>
                <a:gd name="connsiteX2" fmla="*/ 1559179 w 1681861"/>
                <a:gd name="connsiteY2" fmla="*/ 351282 h 1427734"/>
                <a:gd name="connsiteX3" fmla="*/ 1681861 w 1681861"/>
                <a:gd name="connsiteY3" fmla="*/ 495935 h 1427734"/>
                <a:gd name="connsiteX4" fmla="*/ 1681353 w 1681861"/>
                <a:gd name="connsiteY4" fmla="*/ 839978 h 1427734"/>
                <a:gd name="connsiteX5" fmla="*/ 1657731 w 1681861"/>
                <a:gd name="connsiteY5" fmla="*/ 910209 h 1427734"/>
                <a:gd name="connsiteX6" fmla="*/ 1517142 w 1681861"/>
                <a:gd name="connsiteY6" fmla="*/ 917194 h 1427734"/>
                <a:gd name="connsiteX7" fmla="*/ 1383030 w 1681861"/>
                <a:gd name="connsiteY7" fmla="*/ 1123061 h 1427734"/>
                <a:gd name="connsiteX8" fmla="*/ 1096137 w 1681861"/>
                <a:gd name="connsiteY8" fmla="*/ 1335405 h 1427734"/>
                <a:gd name="connsiteX9" fmla="*/ 969010 w 1681861"/>
                <a:gd name="connsiteY9" fmla="*/ 1313561 h 1427734"/>
                <a:gd name="connsiteX10" fmla="*/ 968375 w 1681861"/>
                <a:gd name="connsiteY10" fmla="*/ 1410335 h 1427734"/>
                <a:gd name="connsiteX11" fmla="*/ 957580 w 1681861"/>
                <a:gd name="connsiteY11" fmla="*/ 1423035 h 1427734"/>
                <a:gd name="connsiteX12" fmla="*/ 942721 w 1681861"/>
                <a:gd name="connsiteY12" fmla="*/ 1420241 h 1427734"/>
                <a:gd name="connsiteX13" fmla="*/ 940562 w 1681861"/>
                <a:gd name="connsiteY13" fmla="*/ 1316736 h 1427734"/>
                <a:gd name="connsiteX14" fmla="*/ 914908 w 1681861"/>
                <a:gd name="connsiteY14" fmla="*/ 1116965 h 1427734"/>
                <a:gd name="connsiteX15" fmla="*/ 854202 w 1681861"/>
                <a:gd name="connsiteY15" fmla="*/ 1003935 h 1427734"/>
                <a:gd name="connsiteX16" fmla="*/ 678561 w 1681861"/>
                <a:gd name="connsiteY16" fmla="*/ 997839 h 1427734"/>
                <a:gd name="connsiteX17" fmla="*/ 448437 w 1681861"/>
                <a:gd name="connsiteY17" fmla="*/ 979805 h 1427734"/>
                <a:gd name="connsiteX18" fmla="*/ 402209 w 1681861"/>
                <a:gd name="connsiteY18" fmla="*/ 1002665 h 1427734"/>
                <a:gd name="connsiteX19" fmla="*/ 338963 w 1681861"/>
                <a:gd name="connsiteY19" fmla="*/ 1022731 h 1427734"/>
                <a:gd name="connsiteX20" fmla="*/ 376047 w 1681861"/>
                <a:gd name="connsiteY20" fmla="*/ 1118108 h 1427734"/>
                <a:gd name="connsiteX21" fmla="*/ 342900 w 1681861"/>
                <a:gd name="connsiteY21" fmla="*/ 1249807 h 1427734"/>
                <a:gd name="connsiteX22" fmla="*/ 265811 w 1681861"/>
                <a:gd name="connsiteY22" fmla="*/ 1418463 h 1427734"/>
                <a:gd name="connsiteX23" fmla="*/ 240157 w 1681861"/>
                <a:gd name="connsiteY23" fmla="*/ 1421765 h 1427734"/>
                <a:gd name="connsiteX24" fmla="*/ 349377 w 1681861"/>
                <a:gd name="connsiteY24" fmla="*/ 1135888 h 1427734"/>
                <a:gd name="connsiteX25" fmla="*/ 311531 w 1681861"/>
                <a:gd name="connsiteY25" fmla="*/ 1034161 h 1427734"/>
                <a:gd name="connsiteX26" fmla="*/ 20955 w 1681861"/>
                <a:gd name="connsiteY26" fmla="*/ 1417193 h 1427734"/>
                <a:gd name="connsiteX27" fmla="*/ 0 w 1681861"/>
                <a:gd name="connsiteY27" fmla="*/ 1427734 h 1427734"/>
                <a:gd name="connsiteX28" fmla="*/ 133223 w 1681861"/>
                <a:gd name="connsiteY28" fmla="*/ 1161415 h 1427734"/>
                <a:gd name="connsiteX29" fmla="*/ 412369 w 1681861"/>
                <a:gd name="connsiteY29" fmla="*/ 972439 h 1427734"/>
                <a:gd name="connsiteX30" fmla="*/ 198247 w 1681861"/>
                <a:gd name="connsiteY30" fmla="*/ 836549 h 1427734"/>
                <a:gd name="connsiteX31" fmla="*/ 101981 w 1681861"/>
                <a:gd name="connsiteY31" fmla="*/ 746633 h 1427734"/>
                <a:gd name="connsiteX32" fmla="*/ 175895 w 1681861"/>
                <a:gd name="connsiteY32" fmla="*/ 451231 h 1427734"/>
                <a:gd name="connsiteX33" fmla="*/ 379792 w 1681861"/>
                <a:gd name="connsiteY33" fmla="*/ 215673 h 1427734"/>
                <a:gd name="connsiteX34" fmla="*/ 672816 w 1681861"/>
                <a:gd name="connsiteY34" fmla="*/ 170903 h 1427734"/>
                <a:gd name="connsiteX35" fmla="*/ 972991 w 1681861"/>
                <a:gd name="connsiteY35" fmla="*/ 333463 h 1427734"/>
                <a:gd name="connsiteX36" fmla="*/ 1049655 w 1681861"/>
                <a:gd name="connsiteY36" fmla="*/ 469646 h 1427734"/>
                <a:gd name="connsiteX37" fmla="*/ 1114679 w 1681861"/>
                <a:gd name="connsiteY37" fmla="*/ 564896 h 1427734"/>
                <a:gd name="connsiteX38" fmla="*/ 1042924 w 1681861"/>
                <a:gd name="connsiteY38" fmla="*/ 794893 h 1427734"/>
                <a:gd name="connsiteX39" fmla="*/ 1025906 w 1681861"/>
                <a:gd name="connsiteY39" fmla="*/ 804799 h 1427734"/>
                <a:gd name="connsiteX40" fmla="*/ 832358 w 1681861"/>
                <a:gd name="connsiteY40" fmla="*/ 967359 h 1427734"/>
                <a:gd name="connsiteX41" fmla="*/ 1063879 w 1681861"/>
                <a:gd name="connsiteY41" fmla="*/ 1097534 h 1427734"/>
                <a:gd name="connsiteX42" fmla="*/ 1164717 w 1681861"/>
                <a:gd name="connsiteY42" fmla="*/ 984504 h 1427734"/>
                <a:gd name="connsiteX43" fmla="*/ 1175385 w 1681861"/>
                <a:gd name="connsiteY43" fmla="*/ 895731 h 1427734"/>
                <a:gd name="connsiteX44" fmla="*/ 1226693 w 1681861"/>
                <a:gd name="connsiteY44" fmla="*/ 842391 h 1427734"/>
                <a:gd name="connsiteX45" fmla="*/ 1282700 w 1681861"/>
                <a:gd name="connsiteY45" fmla="*/ 859790 h 1427734"/>
                <a:gd name="connsiteX46" fmla="*/ 1388745 w 1681861"/>
                <a:gd name="connsiteY46" fmla="*/ 800862 h 1427734"/>
                <a:gd name="connsiteX47" fmla="*/ 1489583 w 1681861"/>
                <a:gd name="connsiteY47" fmla="*/ 845058 h 1427734"/>
                <a:gd name="connsiteX48" fmla="*/ 1083183 w 1681861"/>
                <a:gd name="connsiteY48" fmla="*/ 339217 h 1427734"/>
                <a:gd name="connsiteX49" fmla="*/ 1224407 w 1681861"/>
                <a:gd name="connsiteY49" fmla="*/ 152527 h 1427734"/>
                <a:gd name="connsiteX50" fmla="*/ 1249680 w 1681861"/>
                <a:gd name="connsiteY50" fmla="*/ 0 h 1427734"/>
                <a:gd name="connsiteX51" fmla="*/ 1249934 w 1681861"/>
                <a:gd name="connsiteY51" fmla="*/ 168402 h 1427734"/>
                <a:gd name="connsiteX52" fmla="*/ 1111631 w 1681861"/>
                <a:gd name="connsiteY52" fmla="*/ 318770 h 1427734"/>
                <a:gd name="connsiteX53" fmla="*/ 1522730 w 1681861"/>
                <a:gd name="connsiteY53" fmla="*/ 286131 h 1427734"/>
                <a:gd name="connsiteX54" fmla="*/ 1567561 w 1681861"/>
                <a:gd name="connsiteY54" fmla="*/ 231648 h 1427734"/>
                <a:gd name="connsiteX55" fmla="*/ 378191 w 1681861"/>
                <a:gd name="connsiteY55" fmla="*/ 252407 h 1427734"/>
                <a:gd name="connsiteX56" fmla="*/ 198247 w 1681861"/>
                <a:gd name="connsiteY56" fmla="*/ 458978 h 1427734"/>
                <a:gd name="connsiteX57" fmla="*/ 221869 w 1681861"/>
                <a:gd name="connsiteY57" fmla="*/ 469392 h 1427734"/>
                <a:gd name="connsiteX58" fmla="*/ 262001 w 1681861"/>
                <a:gd name="connsiteY58" fmla="*/ 552577 h 1427734"/>
                <a:gd name="connsiteX59" fmla="*/ 231648 w 1681861"/>
                <a:gd name="connsiteY59" fmla="*/ 778891 h 1427734"/>
                <a:gd name="connsiteX60" fmla="*/ 196850 w 1681861"/>
                <a:gd name="connsiteY60" fmla="*/ 799719 h 1427734"/>
                <a:gd name="connsiteX61" fmla="*/ 310642 w 1681861"/>
                <a:gd name="connsiteY61" fmla="*/ 900430 h 1427734"/>
                <a:gd name="connsiteX62" fmla="*/ 735076 w 1681861"/>
                <a:gd name="connsiteY62" fmla="*/ 967740 h 1427734"/>
                <a:gd name="connsiteX63" fmla="*/ 985774 w 1681861"/>
                <a:gd name="connsiteY63" fmla="*/ 810768 h 1427734"/>
                <a:gd name="connsiteX64" fmla="*/ 991489 w 1681861"/>
                <a:gd name="connsiteY64" fmla="*/ 808482 h 1427734"/>
                <a:gd name="connsiteX65" fmla="*/ 941956 w 1681861"/>
                <a:gd name="connsiteY65" fmla="*/ 343991 h 1427734"/>
                <a:gd name="connsiteX66" fmla="*/ 655811 w 1681861"/>
                <a:gd name="connsiteY66" fmla="*/ 192662 h 1427734"/>
                <a:gd name="connsiteX67" fmla="*/ 372956 w 1681861"/>
                <a:gd name="connsiteY67" fmla="*/ 251150 h 1427734"/>
                <a:gd name="connsiteX68" fmla="*/ 1107186 w 1681861"/>
                <a:gd name="connsiteY68" fmla="*/ 344678 h 1427734"/>
                <a:gd name="connsiteX69" fmla="*/ 1107186 w 1681861"/>
                <a:gd name="connsiteY69" fmla="*/ 344678 h 1427734"/>
                <a:gd name="connsiteX70" fmla="*/ 161417 w 1681861"/>
                <a:gd name="connsiteY70" fmla="*/ 487934 h 1427734"/>
                <a:gd name="connsiteX71" fmla="*/ 114554 w 1681861"/>
                <a:gd name="connsiteY71" fmla="*/ 705104 h 1427734"/>
                <a:gd name="connsiteX72" fmla="*/ 182499 w 1681861"/>
                <a:gd name="connsiteY72" fmla="*/ 776605 h 1427734"/>
                <a:gd name="connsiteX73" fmla="*/ 224917 w 1681861"/>
                <a:gd name="connsiteY73" fmla="*/ 741045 h 1427734"/>
                <a:gd name="connsiteX74" fmla="*/ 224536 w 1681861"/>
                <a:gd name="connsiteY74" fmla="*/ 518033 h 1427734"/>
                <a:gd name="connsiteX75" fmla="*/ 161417 w 1681861"/>
                <a:gd name="connsiteY75" fmla="*/ 487934 h 1427734"/>
                <a:gd name="connsiteX76" fmla="*/ 1039622 w 1681861"/>
                <a:gd name="connsiteY76" fmla="*/ 484251 h 1427734"/>
                <a:gd name="connsiteX77" fmla="*/ 1037717 w 1681861"/>
                <a:gd name="connsiteY77" fmla="*/ 777875 h 1427734"/>
                <a:gd name="connsiteX78" fmla="*/ 1039622 w 1681861"/>
                <a:gd name="connsiteY78" fmla="*/ 484251 h 1427734"/>
                <a:gd name="connsiteX79" fmla="*/ 1648333 w 1681861"/>
                <a:gd name="connsiteY79" fmla="*/ 871093 h 1427734"/>
                <a:gd name="connsiteX80" fmla="*/ 1654810 w 1681861"/>
                <a:gd name="connsiteY80" fmla="*/ 719074 h 1427734"/>
                <a:gd name="connsiteX81" fmla="*/ 1655191 w 1681861"/>
                <a:gd name="connsiteY81" fmla="*/ 580390 h 1427734"/>
                <a:gd name="connsiteX82" fmla="*/ 1654683 w 1681861"/>
                <a:gd name="connsiteY82" fmla="*/ 492379 h 1427734"/>
                <a:gd name="connsiteX83" fmla="*/ 1371092 w 1681861"/>
                <a:gd name="connsiteY83" fmla="*/ 832739 h 1427734"/>
                <a:gd name="connsiteX84" fmla="*/ 1249807 w 1681861"/>
                <a:gd name="connsiteY84" fmla="*/ 944499 h 1427734"/>
                <a:gd name="connsiteX85" fmla="*/ 1261618 w 1681861"/>
                <a:gd name="connsiteY85" fmla="*/ 874141 h 1427734"/>
                <a:gd name="connsiteX86" fmla="*/ 1208151 w 1681861"/>
                <a:gd name="connsiteY86" fmla="*/ 886587 h 1427734"/>
                <a:gd name="connsiteX87" fmla="*/ 1338961 w 1681861"/>
                <a:gd name="connsiteY87" fmla="*/ 1099058 h 1427734"/>
                <a:gd name="connsiteX88" fmla="*/ 1462913 w 1681861"/>
                <a:gd name="connsiteY88" fmla="*/ 852805 h 1427734"/>
                <a:gd name="connsiteX89" fmla="*/ 1387475 w 1681861"/>
                <a:gd name="connsiteY89" fmla="*/ 945769 h 1427734"/>
                <a:gd name="connsiteX90" fmla="*/ 1427988 w 1681861"/>
                <a:gd name="connsiteY90" fmla="*/ 839724 h 1427734"/>
                <a:gd name="connsiteX91" fmla="*/ 1371092 w 1681861"/>
                <a:gd name="connsiteY91" fmla="*/ 832739 h 1427734"/>
                <a:gd name="connsiteX92" fmla="*/ 1081532 w 1681861"/>
                <a:gd name="connsiteY92" fmla="*/ 1114806 h 1427734"/>
                <a:gd name="connsiteX93" fmla="*/ 1025652 w 1681861"/>
                <a:gd name="connsiteY93" fmla="*/ 1135507 h 1427734"/>
                <a:gd name="connsiteX94" fmla="*/ 1042035 w 1681861"/>
                <a:gd name="connsiteY94" fmla="*/ 1110869 h 1427734"/>
                <a:gd name="connsiteX95" fmla="*/ 913638 w 1681861"/>
                <a:gd name="connsiteY95" fmla="*/ 1032637 h 1427734"/>
                <a:gd name="connsiteX96" fmla="*/ 964057 w 1681861"/>
                <a:gd name="connsiteY96" fmla="*/ 1281557 h 1427734"/>
                <a:gd name="connsiteX97" fmla="*/ 1097915 w 1681861"/>
                <a:gd name="connsiteY97" fmla="*/ 1309116 h 1427734"/>
                <a:gd name="connsiteX98" fmla="*/ 1340866 w 1681861"/>
                <a:gd name="connsiteY98" fmla="*/ 1128395 h 1427734"/>
                <a:gd name="connsiteX99" fmla="*/ 1181608 w 1681861"/>
                <a:gd name="connsiteY99" fmla="*/ 1013841 h 1427734"/>
                <a:gd name="connsiteX100" fmla="*/ 1081532 w 1681861"/>
                <a:gd name="connsiteY100" fmla="*/ 1114806 h 1427734"/>
                <a:gd name="connsiteX0" fmla="*/ 1592580 w 1681861"/>
                <a:gd name="connsiteY0" fmla="*/ 217805 h 1427734"/>
                <a:gd name="connsiteX1" fmla="*/ 1622933 w 1681861"/>
                <a:gd name="connsiteY1" fmla="*/ 323977 h 1427734"/>
                <a:gd name="connsiteX2" fmla="*/ 1559179 w 1681861"/>
                <a:gd name="connsiteY2" fmla="*/ 351282 h 1427734"/>
                <a:gd name="connsiteX3" fmla="*/ 1681861 w 1681861"/>
                <a:gd name="connsiteY3" fmla="*/ 495935 h 1427734"/>
                <a:gd name="connsiteX4" fmla="*/ 1681353 w 1681861"/>
                <a:gd name="connsiteY4" fmla="*/ 839978 h 1427734"/>
                <a:gd name="connsiteX5" fmla="*/ 1657731 w 1681861"/>
                <a:gd name="connsiteY5" fmla="*/ 910209 h 1427734"/>
                <a:gd name="connsiteX6" fmla="*/ 1517142 w 1681861"/>
                <a:gd name="connsiteY6" fmla="*/ 917194 h 1427734"/>
                <a:gd name="connsiteX7" fmla="*/ 1383030 w 1681861"/>
                <a:gd name="connsiteY7" fmla="*/ 1123061 h 1427734"/>
                <a:gd name="connsiteX8" fmla="*/ 1096137 w 1681861"/>
                <a:gd name="connsiteY8" fmla="*/ 1335405 h 1427734"/>
                <a:gd name="connsiteX9" fmla="*/ 969010 w 1681861"/>
                <a:gd name="connsiteY9" fmla="*/ 1313561 h 1427734"/>
                <a:gd name="connsiteX10" fmla="*/ 968375 w 1681861"/>
                <a:gd name="connsiteY10" fmla="*/ 1410335 h 1427734"/>
                <a:gd name="connsiteX11" fmla="*/ 957580 w 1681861"/>
                <a:gd name="connsiteY11" fmla="*/ 1423035 h 1427734"/>
                <a:gd name="connsiteX12" fmla="*/ 942721 w 1681861"/>
                <a:gd name="connsiteY12" fmla="*/ 1420241 h 1427734"/>
                <a:gd name="connsiteX13" fmla="*/ 940562 w 1681861"/>
                <a:gd name="connsiteY13" fmla="*/ 1316736 h 1427734"/>
                <a:gd name="connsiteX14" fmla="*/ 914908 w 1681861"/>
                <a:gd name="connsiteY14" fmla="*/ 1116965 h 1427734"/>
                <a:gd name="connsiteX15" fmla="*/ 854202 w 1681861"/>
                <a:gd name="connsiteY15" fmla="*/ 1003935 h 1427734"/>
                <a:gd name="connsiteX16" fmla="*/ 678561 w 1681861"/>
                <a:gd name="connsiteY16" fmla="*/ 997839 h 1427734"/>
                <a:gd name="connsiteX17" fmla="*/ 448437 w 1681861"/>
                <a:gd name="connsiteY17" fmla="*/ 979805 h 1427734"/>
                <a:gd name="connsiteX18" fmla="*/ 402209 w 1681861"/>
                <a:gd name="connsiteY18" fmla="*/ 1002665 h 1427734"/>
                <a:gd name="connsiteX19" fmla="*/ 338963 w 1681861"/>
                <a:gd name="connsiteY19" fmla="*/ 1022731 h 1427734"/>
                <a:gd name="connsiteX20" fmla="*/ 376047 w 1681861"/>
                <a:gd name="connsiteY20" fmla="*/ 1118108 h 1427734"/>
                <a:gd name="connsiteX21" fmla="*/ 342900 w 1681861"/>
                <a:gd name="connsiteY21" fmla="*/ 1249807 h 1427734"/>
                <a:gd name="connsiteX22" fmla="*/ 265811 w 1681861"/>
                <a:gd name="connsiteY22" fmla="*/ 1418463 h 1427734"/>
                <a:gd name="connsiteX23" fmla="*/ 240157 w 1681861"/>
                <a:gd name="connsiteY23" fmla="*/ 1421765 h 1427734"/>
                <a:gd name="connsiteX24" fmla="*/ 349377 w 1681861"/>
                <a:gd name="connsiteY24" fmla="*/ 1135888 h 1427734"/>
                <a:gd name="connsiteX25" fmla="*/ 311531 w 1681861"/>
                <a:gd name="connsiteY25" fmla="*/ 1034161 h 1427734"/>
                <a:gd name="connsiteX26" fmla="*/ 20955 w 1681861"/>
                <a:gd name="connsiteY26" fmla="*/ 1417193 h 1427734"/>
                <a:gd name="connsiteX27" fmla="*/ 0 w 1681861"/>
                <a:gd name="connsiteY27" fmla="*/ 1427734 h 1427734"/>
                <a:gd name="connsiteX28" fmla="*/ 133223 w 1681861"/>
                <a:gd name="connsiteY28" fmla="*/ 1161415 h 1427734"/>
                <a:gd name="connsiteX29" fmla="*/ 412369 w 1681861"/>
                <a:gd name="connsiteY29" fmla="*/ 972439 h 1427734"/>
                <a:gd name="connsiteX30" fmla="*/ 198247 w 1681861"/>
                <a:gd name="connsiteY30" fmla="*/ 836549 h 1427734"/>
                <a:gd name="connsiteX31" fmla="*/ 101981 w 1681861"/>
                <a:gd name="connsiteY31" fmla="*/ 746633 h 1427734"/>
                <a:gd name="connsiteX32" fmla="*/ 175895 w 1681861"/>
                <a:gd name="connsiteY32" fmla="*/ 451231 h 1427734"/>
                <a:gd name="connsiteX33" fmla="*/ 379792 w 1681861"/>
                <a:gd name="connsiteY33" fmla="*/ 215673 h 1427734"/>
                <a:gd name="connsiteX34" fmla="*/ 672816 w 1681861"/>
                <a:gd name="connsiteY34" fmla="*/ 170903 h 1427734"/>
                <a:gd name="connsiteX35" fmla="*/ 972991 w 1681861"/>
                <a:gd name="connsiteY35" fmla="*/ 333463 h 1427734"/>
                <a:gd name="connsiteX36" fmla="*/ 1049655 w 1681861"/>
                <a:gd name="connsiteY36" fmla="*/ 469646 h 1427734"/>
                <a:gd name="connsiteX37" fmla="*/ 1114679 w 1681861"/>
                <a:gd name="connsiteY37" fmla="*/ 564896 h 1427734"/>
                <a:gd name="connsiteX38" fmla="*/ 1042924 w 1681861"/>
                <a:gd name="connsiteY38" fmla="*/ 794893 h 1427734"/>
                <a:gd name="connsiteX39" fmla="*/ 1025906 w 1681861"/>
                <a:gd name="connsiteY39" fmla="*/ 804799 h 1427734"/>
                <a:gd name="connsiteX40" fmla="*/ 832358 w 1681861"/>
                <a:gd name="connsiteY40" fmla="*/ 967359 h 1427734"/>
                <a:gd name="connsiteX41" fmla="*/ 1063879 w 1681861"/>
                <a:gd name="connsiteY41" fmla="*/ 1097534 h 1427734"/>
                <a:gd name="connsiteX42" fmla="*/ 1164717 w 1681861"/>
                <a:gd name="connsiteY42" fmla="*/ 984504 h 1427734"/>
                <a:gd name="connsiteX43" fmla="*/ 1175385 w 1681861"/>
                <a:gd name="connsiteY43" fmla="*/ 895731 h 1427734"/>
                <a:gd name="connsiteX44" fmla="*/ 1226693 w 1681861"/>
                <a:gd name="connsiteY44" fmla="*/ 842391 h 1427734"/>
                <a:gd name="connsiteX45" fmla="*/ 1282700 w 1681861"/>
                <a:gd name="connsiteY45" fmla="*/ 859790 h 1427734"/>
                <a:gd name="connsiteX46" fmla="*/ 1388745 w 1681861"/>
                <a:gd name="connsiteY46" fmla="*/ 800862 h 1427734"/>
                <a:gd name="connsiteX47" fmla="*/ 1489583 w 1681861"/>
                <a:gd name="connsiteY47" fmla="*/ 845058 h 1427734"/>
                <a:gd name="connsiteX48" fmla="*/ 1083183 w 1681861"/>
                <a:gd name="connsiteY48" fmla="*/ 339217 h 1427734"/>
                <a:gd name="connsiteX49" fmla="*/ 1224407 w 1681861"/>
                <a:gd name="connsiteY49" fmla="*/ 152527 h 1427734"/>
                <a:gd name="connsiteX50" fmla="*/ 1249680 w 1681861"/>
                <a:gd name="connsiteY50" fmla="*/ 0 h 1427734"/>
                <a:gd name="connsiteX51" fmla="*/ 1111631 w 1681861"/>
                <a:gd name="connsiteY51" fmla="*/ 318770 h 1427734"/>
                <a:gd name="connsiteX52" fmla="*/ 1522730 w 1681861"/>
                <a:gd name="connsiteY52" fmla="*/ 286131 h 1427734"/>
                <a:gd name="connsiteX53" fmla="*/ 1567561 w 1681861"/>
                <a:gd name="connsiteY53" fmla="*/ 231648 h 1427734"/>
                <a:gd name="connsiteX54" fmla="*/ 378191 w 1681861"/>
                <a:gd name="connsiteY54" fmla="*/ 252407 h 1427734"/>
                <a:gd name="connsiteX55" fmla="*/ 198247 w 1681861"/>
                <a:gd name="connsiteY55" fmla="*/ 458978 h 1427734"/>
                <a:gd name="connsiteX56" fmla="*/ 221869 w 1681861"/>
                <a:gd name="connsiteY56" fmla="*/ 469392 h 1427734"/>
                <a:gd name="connsiteX57" fmla="*/ 262001 w 1681861"/>
                <a:gd name="connsiteY57" fmla="*/ 552577 h 1427734"/>
                <a:gd name="connsiteX58" fmla="*/ 231648 w 1681861"/>
                <a:gd name="connsiteY58" fmla="*/ 778891 h 1427734"/>
                <a:gd name="connsiteX59" fmla="*/ 196850 w 1681861"/>
                <a:gd name="connsiteY59" fmla="*/ 799719 h 1427734"/>
                <a:gd name="connsiteX60" fmla="*/ 310642 w 1681861"/>
                <a:gd name="connsiteY60" fmla="*/ 900430 h 1427734"/>
                <a:gd name="connsiteX61" fmla="*/ 735076 w 1681861"/>
                <a:gd name="connsiteY61" fmla="*/ 967740 h 1427734"/>
                <a:gd name="connsiteX62" fmla="*/ 985774 w 1681861"/>
                <a:gd name="connsiteY62" fmla="*/ 810768 h 1427734"/>
                <a:gd name="connsiteX63" fmla="*/ 991489 w 1681861"/>
                <a:gd name="connsiteY63" fmla="*/ 808482 h 1427734"/>
                <a:gd name="connsiteX64" fmla="*/ 941956 w 1681861"/>
                <a:gd name="connsiteY64" fmla="*/ 343991 h 1427734"/>
                <a:gd name="connsiteX65" fmla="*/ 655811 w 1681861"/>
                <a:gd name="connsiteY65" fmla="*/ 192662 h 1427734"/>
                <a:gd name="connsiteX66" fmla="*/ 372956 w 1681861"/>
                <a:gd name="connsiteY66" fmla="*/ 251150 h 1427734"/>
                <a:gd name="connsiteX67" fmla="*/ 1107186 w 1681861"/>
                <a:gd name="connsiteY67" fmla="*/ 344678 h 1427734"/>
                <a:gd name="connsiteX68" fmla="*/ 1107186 w 1681861"/>
                <a:gd name="connsiteY68" fmla="*/ 344678 h 1427734"/>
                <a:gd name="connsiteX69" fmla="*/ 161417 w 1681861"/>
                <a:gd name="connsiteY69" fmla="*/ 487934 h 1427734"/>
                <a:gd name="connsiteX70" fmla="*/ 114554 w 1681861"/>
                <a:gd name="connsiteY70" fmla="*/ 705104 h 1427734"/>
                <a:gd name="connsiteX71" fmla="*/ 182499 w 1681861"/>
                <a:gd name="connsiteY71" fmla="*/ 776605 h 1427734"/>
                <a:gd name="connsiteX72" fmla="*/ 224917 w 1681861"/>
                <a:gd name="connsiteY72" fmla="*/ 741045 h 1427734"/>
                <a:gd name="connsiteX73" fmla="*/ 224536 w 1681861"/>
                <a:gd name="connsiteY73" fmla="*/ 518033 h 1427734"/>
                <a:gd name="connsiteX74" fmla="*/ 161417 w 1681861"/>
                <a:gd name="connsiteY74" fmla="*/ 487934 h 1427734"/>
                <a:gd name="connsiteX75" fmla="*/ 1039622 w 1681861"/>
                <a:gd name="connsiteY75" fmla="*/ 484251 h 1427734"/>
                <a:gd name="connsiteX76" fmla="*/ 1037717 w 1681861"/>
                <a:gd name="connsiteY76" fmla="*/ 777875 h 1427734"/>
                <a:gd name="connsiteX77" fmla="*/ 1039622 w 1681861"/>
                <a:gd name="connsiteY77" fmla="*/ 484251 h 1427734"/>
                <a:gd name="connsiteX78" fmla="*/ 1648333 w 1681861"/>
                <a:gd name="connsiteY78" fmla="*/ 871093 h 1427734"/>
                <a:gd name="connsiteX79" fmla="*/ 1654810 w 1681861"/>
                <a:gd name="connsiteY79" fmla="*/ 719074 h 1427734"/>
                <a:gd name="connsiteX80" fmla="*/ 1655191 w 1681861"/>
                <a:gd name="connsiteY80" fmla="*/ 580390 h 1427734"/>
                <a:gd name="connsiteX81" fmla="*/ 1654683 w 1681861"/>
                <a:gd name="connsiteY81" fmla="*/ 492379 h 1427734"/>
                <a:gd name="connsiteX82" fmla="*/ 1371092 w 1681861"/>
                <a:gd name="connsiteY82" fmla="*/ 832739 h 1427734"/>
                <a:gd name="connsiteX83" fmla="*/ 1249807 w 1681861"/>
                <a:gd name="connsiteY83" fmla="*/ 944499 h 1427734"/>
                <a:gd name="connsiteX84" fmla="*/ 1261618 w 1681861"/>
                <a:gd name="connsiteY84" fmla="*/ 874141 h 1427734"/>
                <a:gd name="connsiteX85" fmla="*/ 1208151 w 1681861"/>
                <a:gd name="connsiteY85" fmla="*/ 886587 h 1427734"/>
                <a:gd name="connsiteX86" fmla="*/ 1338961 w 1681861"/>
                <a:gd name="connsiteY86" fmla="*/ 1099058 h 1427734"/>
                <a:gd name="connsiteX87" fmla="*/ 1462913 w 1681861"/>
                <a:gd name="connsiteY87" fmla="*/ 852805 h 1427734"/>
                <a:gd name="connsiteX88" fmla="*/ 1387475 w 1681861"/>
                <a:gd name="connsiteY88" fmla="*/ 945769 h 1427734"/>
                <a:gd name="connsiteX89" fmla="*/ 1427988 w 1681861"/>
                <a:gd name="connsiteY89" fmla="*/ 839724 h 1427734"/>
                <a:gd name="connsiteX90" fmla="*/ 1371092 w 1681861"/>
                <a:gd name="connsiteY90" fmla="*/ 832739 h 1427734"/>
                <a:gd name="connsiteX91" fmla="*/ 1081532 w 1681861"/>
                <a:gd name="connsiteY91" fmla="*/ 1114806 h 1427734"/>
                <a:gd name="connsiteX92" fmla="*/ 1025652 w 1681861"/>
                <a:gd name="connsiteY92" fmla="*/ 1135507 h 1427734"/>
                <a:gd name="connsiteX93" fmla="*/ 1042035 w 1681861"/>
                <a:gd name="connsiteY93" fmla="*/ 1110869 h 1427734"/>
                <a:gd name="connsiteX94" fmla="*/ 913638 w 1681861"/>
                <a:gd name="connsiteY94" fmla="*/ 1032637 h 1427734"/>
                <a:gd name="connsiteX95" fmla="*/ 964057 w 1681861"/>
                <a:gd name="connsiteY95" fmla="*/ 1281557 h 1427734"/>
                <a:gd name="connsiteX96" fmla="*/ 1097915 w 1681861"/>
                <a:gd name="connsiteY96" fmla="*/ 1309116 h 1427734"/>
                <a:gd name="connsiteX97" fmla="*/ 1340866 w 1681861"/>
                <a:gd name="connsiteY97" fmla="*/ 1128395 h 1427734"/>
                <a:gd name="connsiteX98" fmla="*/ 1181608 w 1681861"/>
                <a:gd name="connsiteY98" fmla="*/ 1013841 h 1427734"/>
                <a:gd name="connsiteX99" fmla="*/ 1081532 w 1681861"/>
                <a:gd name="connsiteY99" fmla="*/ 1114806 h 1427734"/>
                <a:gd name="connsiteX0" fmla="*/ 1592580 w 1681861"/>
                <a:gd name="connsiteY0" fmla="*/ 217805 h 1427734"/>
                <a:gd name="connsiteX1" fmla="*/ 1622933 w 1681861"/>
                <a:gd name="connsiteY1" fmla="*/ 323977 h 1427734"/>
                <a:gd name="connsiteX2" fmla="*/ 1559179 w 1681861"/>
                <a:gd name="connsiteY2" fmla="*/ 351282 h 1427734"/>
                <a:gd name="connsiteX3" fmla="*/ 1681861 w 1681861"/>
                <a:gd name="connsiteY3" fmla="*/ 495935 h 1427734"/>
                <a:gd name="connsiteX4" fmla="*/ 1681353 w 1681861"/>
                <a:gd name="connsiteY4" fmla="*/ 839978 h 1427734"/>
                <a:gd name="connsiteX5" fmla="*/ 1657731 w 1681861"/>
                <a:gd name="connsiteY5" fmla="*/ 910209 h 1427734"/>
                <a:gd name="connsiteX6" fmla="*/ 1517142 w 1681861"/>
                <a:gd name="connsiteY6" fmla="*/ 917194 h 1427734"/>
                <a:gd name="connsiteX7" fmla="*/ 1383030 w 1681861"/>
                <a:gd name="connsiteY7" fmla="*/ 1123061 h 1427734"/>
                <a:gd name="connsiteX8" fmla="*/ 1096137 w 1681861"/>
                <a:gd name="connsiteY8" fmla="*/ 1335405 h 1427734"/>
                <a:gd name="connsiteX9" fmla="*/ 969010 w 1681861"/>
                <a:gd name="connsiteY9" fmla="*/ 1313561 h 1427734"/>
                <a:gd name="connsiteX10" fmla="*/ 968375 w 1681861"/>
                <a:gd name="connsiteY10" fmla="*/ 1410335 h 1427734"/>
                <a:gd name="connsiteX11" fmla="*/ 957580 w 1681861"/>
                <a:gd name="connsiteY11" fmla="*/ 1423035 h 1427734"/>
                <a:gd name="connsiteX12" fmla="*/ 942721 w 1681861"/>
                <a:gd name="connsiteY12" fmla="*/ 1420241 h 1427734"/>
                <a:gd name="connsiteX13" fmla="*/ 940562 w 1681861"/>
                <a:gd name="connsiteY13" fmla="*/ 1316736 h 1427734"/>
                <a:gd name="connsiteX14" fmla="*/ 914908 w 1681861"/>
                <a:gd name="connsiteY14" fmla="*/ 1116965 h 1427734"/>
                <a:gd name="connsiteX15" fmla="*/ 854202 w 1681861"/>
                <a:gd name="connsiteY15" fmla="*/ 1003935 h 1427734"/>
                <a:gd name="connsiteX16" fmla="*/ 678561 w 1681861"/>
                <a:gd name="connsiteY16" fmla="*/ 997839 h 1427734"/>
                <a:gd name="connsiteX17" fmla="*/ 448437 w 1681861"/>
                <a:gd name="connsiteY17" fmla="*/ 979805 h 1427734"/>
                <a:gd name="connsiteX18" fmla="*/ 402209 w 1681861"/>
                <a:gd name="connsiteY18" fmla="*/ 1002665 h 1427734"/>
                <a:gd name="connsiteX19" fmla="*/ 338963 w 1681861"/>
                <a:gd name="connsiteY19" fmla="*/ 1022731 h 1427734"/>
                <a:gd name="connsiteX20" fmla="*/ 376047 w 1681861"/>
                <a:gd name="connsiteY20" fmla="*/ 1118108 h 1427734"/>
                <a:gd name="connsiteX21" fmla="*/ 342900 w 1681861"/>
                <a:gd name="connsiteY21" fmla="*/ 1249807 h 1427734"/>
                <a:gd name="connsiteX22" fmla="*/ 265811 w 1681861"/>
                <a:gd name="connsiteY22" fmla="*/ 1418463 h 1427734"/>
                <a:gd name="connsiteX23" fmla="*/ 240157 w 1681861"/>
                <a:gd name="connsiteY23" fmla="*/ 1421765 h 1427734"/>
                <a:gd name="connsiteX24" fmla="*/ 349377 w 1681861"/>
                <a:gd name="connsiteY24" fmla="*/ 1135888 h 1427734"/>
                <a:gd name="connsiteX25" fmla="*/ 311531 w 1681861"/>
                <a:gd name="connsiteY25" fmla="*/ 1034161 h 1427734"/>
                <a:gd name="connsiteX26" fmla="*/ 20955 w 1681861"/>
                <a:gd name="connsiteY26" fmla="*/ 1417193 h 1427734"/>
                <a:gd name="connsiteX27" fmla="*/ 0 w 1681861"/>
                <a:gd name="connsiteY27" fmla="*/ 1427734 h 1427734"/>
                <a:gd name="connsiteX28" fmla="*/ 133223 w 1681861"/>
                <a:gd name="connsiteY28" fmla="*/ 1161415 h 1427734"/>
                <a:gd name="connsiteX29" fmla="*/ 412369 w 1681861"/>
                <a:gd name="connsiteY29" fmla="*/ 972439 h 1427734"/>
                <a:gd name="connsiteX30" fmla="*/ 198247 w 1681861"/>
                <a:gd name="connsiteY30" fmla="*/ 836549 h 1427734"/>
                <a:gd name="connsiteX31" fmla="*/ 101981 w 1681861"/>
                <a:gd name="connsiteY31" fmla="*/ 746633 h 1427734"/>
                <a:gd name="connsiteX32" fmla="*/ 175895 w 1681861"/>
                <a:gd name="connsiteY32" fmla="*/ 451231 h 1427734"/>
                <a:gd name="connsiteX33" fmla="*/ 379792 w 1681861"/>
                <a:gd name="connsiteY33" fmla="*/ 215673 h 1427734"/>
                <a:gd name="connsiteX34" fmla="*/ 672816 w 1681861"/>
                <a:gd name="connsiteY34" fmla="*/ 170903 h 1427734"/>
                <a:gd name="connsiteX35" fmla="*/ 972991 w 1681861"/>
                <a:gd name="connsiteY35" fmla="*/ 333463 h 1427734"/>
                <a:gd name="connsiteX36" fmla="*/ 1049655 w 1681861"/>
                <a:gd name="connsiteY36" fmla="*/ 469646 h 1427734"/>
                <a:gd name="connsiteX37" fmla="*/ 1114679 w 1681861"/>
                <a:gd name="connsiteY37" fmla="*/ 564896 h 1427734"/>
                <a:gd name="connsiteX38" fmla="*/ 1042924 w 1681861"/>
                <a:gd name="connsiteY38" fmla="*/ 794893 h 1427734"/>
                <a:gd name="connsiteX39" fmla="*/ 1025906 w 1681861"/>
                <a:gd name="connsiteY39" fmla="*/ 804799 h 1427734"/>
                <a:gd name="connsiteX40" fmla="*/ 832358 w 1681861"/>
                <a:gd name="connsiteY40" fmla="*/ 967359 h 1427734"/>
                <a:gd name="connsiteX41" fmla="*/ 1063879 w 1681861"/>
                <a:gd name="connsiteY41" fmla="*/ 1097534 h 1427734"/>
                <a:gd name="connsiteX42" fmla="*/ 1164717 w 1681861"/>
                <a:gd name="connsiteY42" fmla="*/ 984504 h 1427734"/>
                <a:gd name="connsiteX43" fmla="*/ 1175385 w 1681861"/>
                <a:gd name="connsiteY43" fmla="*/ 895731 h 1427734"/>
                <a:gd name="connsiteX44" fmla="*/ 1226693 w 1681861"/>
                <a:gd name="connsiteY44" fmla="*/ 842391 h 1427734"/>
                <a:gd name="connsiteX45" fmla="*/ 1282700 w 1681861"/>
                <a:gd name="connsiteY45" fmla="*/ 859790 h 1427734"/>
                <a:gd name="connsiteX46" fmla="*/ 1388745 w 1681861"/>
                <a:gd name="connsiteY46" fmla="*/ 800862 h 1427734"/>
                <a:gd name="connsiteX47" fmla="*/ 1489583 w 1681861"/>
                <a:gd name="connsiteY47" fmla="*/ 845058 h 1427734"/>
                <a:gd name="connsiteX48" fmla="*/ 1083183 w 1681861"/>
                <a:gd name="connsiteY48" fmla="*/ 339217 h 1427734"/>
                <a:gd name="connsiteX49" fmla="*/ 1249680 w 1681861"/>
                <a:gd name="connsiteY49" fmla="*/ 0 h 1427734"/>
                <a:gd name="connsiteX50" fmla="*/ 1111631 w 1681861"/>
                <a:gd name="connsiteY50" fmla="*/ 318770 h 1427734"/>
                <a:gd name="connsiteX51" fmla="*/ 1522730 w 1681861"/>
                <a:gd name="connsiteY51" fmla="*/ 286131 h 1427734"/>
                <a:gd name="connsiteX52" fmla="*/ 1567561 w 1681861"/>
                <a:gd name="connsiteY52" fmla="*/ 231648 h 1427734"/>
                <a:gd name="connsiteX53" fmla="*/ 378191 w 1681861"/>
                <a:gd name="connsiteY53" fmla="*/ 252407 h 1427734"/>
                <a:gd name="connsiteX54" fmla="*/ 198247 w 1681861"/>
                <a:gd name="connsiteY54" fmla="*/ 458978 h 1427734"/>
                <a:gd name="connsiteX55" fmla="*/ 221869 w 1681861"/>
                <a:gd name="connsiteY55" fmla="*/ 469392 h 1427734"/>
                <a:gd name="connsiteX56" fmla="*/ 262001 w 1681861"/>
                <a:gd name="connsiteY56" fmla="*/ 552577 h 1427734"/>
                <a:gd name="connsiteX57" fmla="*/ 231648 w 1681861"/>
                <a:gd name="connsiteY57" fmla="*/ 778891 h 1427734"/>
                <a:gd name="connsiteX58" fmla="*/ 196850 w 1681861"/>
                <a:gd name="connsiteY58" fmla="*/ 799719 h 1427734"/>
                <a:gd name="connsiteX59" fmla="*/ 310642 w 1681861"/>
                <a:gd name="connsiteY59" fmla="*/ 900430 h 1427734"/>
                <a:gd name="connsiteX60" fmla="*/ 735076 w 1681861"/>
                <a:gd name="connsiteY60" fmla="*/ 967740 h 1427734"/>
                <a:gd name="connsiteX61" fmla="*/ 985774 w 1681861"/>
                <a:gd name="connsiteY61" fmla="*/ 810768 h 1427734"/>
                <a:gd name="connsiteX62" fmla="*/ 991489 w 1681861"/>
                <a:gd name="connsiteY62" fmla="*/ 808482 h 1427734"/>
                <a:gd name="connsiteX63" fmla="*/ 941956 w 1681861"/>
                <a:gd name="connsiteY63" fmla="*/ 343991 h 1427734"/>
                <a:gd name="connsiteX64" fmla="*/ 655811 w 1681861"/>
                <a:gd name="connsiteY64" fmla="*/ 192662 h 1427734"/>
                <a:gd name="connsiteX65" fmla="*/ 372956 w 1681861"/>
                <a:gd name="connsiteY65" fmla="*/ 251150 h 1427734"/>
                <a:gd name="connsiteX66" fmla="*/ 1107186 w 1681861"/>
                <a:gd name="connsiteY66" fmla="*/ 344678 h 1427734"/>
                <a:gd name="connsiteX67" fmla="*/ 1107186 w 1681861"/>
                <a:gd name="connsiteY67" fmla="*/ 344678 h 1427734"/>
                <a:gd name="connsiteX68" fmla="*/ 161417 w 1681861"/>
                <a:gd name="connsiteY68" fmla="*/ 487934 h 1427734"/>
                <a:gd name="connsiteX69" fmla="*/ 114554 w 1681861"/>
                <a:gd name="connsiteY69" fmla="*/ 705104 h 1427734"/>
                <a:gd name="connsiteX70" fmla="*/ 182499 w 1681861"/>
                <a:gd name="connsiteY70" fmla="*/ 776605 h 1427734"/>
                <a:gd name="connsiteX71" fmla="*/ 224917 w 1681861"/>
                <a:gd name="connsiteY71" fmla="*/ 741045 h 1427734"/>
                <a:gd name="connsiteX72" fmla="*/ 224536 w 1681861"/>
                <a:gd name="connsiteY72" fmla="*/ 518033 h 1427734"/>
                <a:gd name="connsiteX73" fmla="*/ 161417 w 1681861"/>
                <a:gd name="connsiteY73" fmla="*/ 487934 h 1427734"/>
                <a:gd name="connsiteX74" fmla="*/ 1039622 w 1681861"/>
                <a:gd name="connsiteY74" fmla="*/ 484251 h 1427734"/>
                <a:gd name="connsiteX75" fmla="*/ 1037717 w 1681861"/>
                <a:gd name="connsiteY75" fmla="*/ 777875 h 1427734"/>
                <a:gd name="connsiteX76" fmla="*/ 1039622 w 1681861"/>
                <a:gd name="connsiteY76" fmla="*/ 484251 h 1427734"/>
                <a:gd name="connsiteX77" fmla="*/ 1648333 w 1681861"/>
                <a:gd name="connsiteY77" fmla="*/ 871093 h 1427734"/>
                <a:gd name="connsiteX78" fmla="*/ 1654810 w 1681861"/>
                <a:gd name="connsiteY78" fmla="*/ 719074 h 1427734"/>
                <a:gd name="connsiteX79" fmla="*/ 1655191 w 1681861"/>
                <a:gd name="connsiteY79" fmla="*/ 580390 h 1427734"/>
                <a:gd name="connsiteX80" fmla="*/ 1654683 w 1681861"/>
                <a:gd name="connsiteY80" fmla="*/ 492379 h 1427734"/>
                <a:gd name="connsiteX81" fmla="*/ 1371092 w 1681861"/>
                <a:gd name="connsiteY81" fmla="*/ 832739 h 1427734"/>
                <a:gd name="connsiteX82" fmla="*/ 1249807 w 1681861"/>
                <a:gd name="connsiteY82" fmla="*/ 944499 h 1427734"/>
                <a:gd name="connsiteX83" fmla="*/ 1261618 w 1681861"/>
                <a:gd name="connsiteY83" fmla="*/ 874141 h 1427734"/>
                <a:gd name="connsiteX84" fmla="*/ 1208151 w 1681861"/>
                <a:gd name="connsiteY84" fmla="*/ 886587 h 1427734"/>
                <a:gd name="connsiteX85" fmla="*/ 1338961 w 1681861"/>
                <a:gd name="connsiteY85" fmla="*/ 1099058 h 1427734"/>
                <a:gd name="connsiteX86" fmla="*/ 1462913 w 1681861"/>
                <a:gd name="connsiteY86" fmla="*/ 852805 h 1427734"/>
                <a:gd name="connsiteX87" fmla="*/ 1387475 w 1681861"/>
                <a:gd name="connsiteY87" fmla="*/ 945769 h 1427734"/>
                <a:gd name="connsiteX88" fmla="*/ 1427988 w 1681861"/>
                <a:gd name="connsiteY88" fmla="*/ 839724 h 1427734"/>
                <a:gd name="connsiteX89" fmla="*/ 1371092 w 1681861"/>
                <a:gd name="connsiteY89" fmla="*/ 832739 h 1427734"/>
                <a:gd name="connsiteX90" fmla="*/ 1081532 w 1681861"/>
                <a:gd name="connsiteY90" fmla="*/ 1114806 h 1427734"/>
                <a:gd name="connsiteX91" fmla="*/ 1025652 w 1681861"/>
                <a:gd name="connsiteY91" fmla="*/ 1135507 h 1427734"/>
                <a:gd name="connsiteX92" fmla="*/ 1042035 w 1681861"/>
                <a:gd name="connsiteY92" fmla="*/ 1110869 h 1427734"/>
                <a:gd name="connsiteX93" fmla="*/ 913638 w 1681861"/>
                <a:gd name="connsiteY93" fmla="*/ 1032637 h 1427734"/>
                <a:gd name="connsiteX94" fmla="*/ 964057 w 1681861"/>
                <a:gd name="connsiteY94" fmla="*/ 1281557 h 1427734"/>
                <a:gd name="connsiteX95" fmla="*/ 1097915 w 1681861"/>
                <a:gd name="connsiteY95" fmla="*/ 1309116 h 1427734"/>
                <a:gd name="connsiteX96" fmla="*/ 1340866 w 1681861"/>
                <a:gd name="connsiteY96" fmla="*/ 1128395 h 1427734"/>
                <a:gd name="connsiteX97" fmla="*/ 1181608 w 1681861"/>
                <a:gd name="connsiteY97" fmla="*/ 1013841 h 1427734"/>
                <a:gd name="connsiteX98" fmla="*/ 1081532 w 1681861"/>
                <a:gd name="connsiteY98" fmla="*/ 1114806 h 1427734"/>
                <a:gd name="connsiteX0" fmla="*/ 1592580 w 1681861"/>
                <a:gd name="connsiteY0" fmla="*/ 52180 h 1262109"/>
                <a:gd name="connsiteX1" fmla="*/ 1622933 w 1681861"/>
                <a:gd name="connsiteY1" fmla="*/ 158352 h 1262109"/>
                <a:gd name="connsiteX2" fmla="*/ 1559179 w 1681861"/>
                <a:gd name="connsiteY2" fmla="*/ 185657 h 1262109"/>
                <a:gd name="connsiteX3" fmla="*/ 1681861 w 1681861"/>
                <a:gd name="connsiteY3" fmla="*/ 330310 h 1262109"/>
                <a:gd name="connsiteX4" fmla="*/ 1681353 w 1681861"/>
                <a:gd name="connsiteY4" fmla="*/ 674353 h 1262109"/>
                <a:gd name="connsiteX5" fmla="*/ 1657731 w 1681861"/>
                <a:gd name="connsiteY5" fmla="*/ 744584 h 1262109"/>
                <a:gd name="connsiteX6" fmla="*/ 1517142 w 1681861"/>
                <a:gd name="connsiteY6" fmla="*/ 751569 h 1262109"/>
                <a:gd name="connsiteX7" fmla="*/ 1383030 w 1681861"/>
                <a:gd name="connsiteY7" fmla="*/ 957436 h 1262109"/>
                <a:gd name="connsiteX8" fmla="*/ 1096137 w 1681861"/>
                <a:gd name="connsiteY8" fmla="*/ 1169780 h 1262109"/>
                <a:gd name="connsiteX9" fmla="*/ 969010 w 1681861"/>
                <a:gd name="connsiteY9" fmla="*/ 1147936 h 1262109"/>
                <a:gd name="connsiteX10" fmla="*/ 968375 w 1681861"/>
                <a:gd name="connsiteY10" fmla="*/ 1244710 h 1262109"/>
                <a:gd name="connsiteX11" fmla="*/ 957580 w 1681861"/>
                <a:gd name="connsiteY11" fmla="*/ 1257410 h 1262109"/>
                <a:gd name="connsiteX12" fmla="*/ 942721 w 1681861"/>
                <a:gd name="connsiteY12" fmla="*/ 1254616 h 1262109"/>
                <a:gd name="connsiteX13" fmla="*/ 940562 w 1681861"/>
                <a:gd name="connsiteY13" fmla="*/ 1151111 h 1262109"/>
                <a:gd name="connsiteX14" fmla="*/ 914908 w 1681861"/>
                <a:gd name="connsiteY14" fmla="*/ 951340 h 1262109"/>
                <a:gd name="connsiteX15" fmla="*/ 854202 w 1681861"/>
                <a:gd name="connsiteY15" fmla="*/ 838310 h 1262109"/>
                <a:gd name="connsiteX16" fmla="*/ 678561 w 1681861"/>
                <a:gd name="connsiteY16" fmla="*/ 832214 h 1262109"/>
                <a:gd name="connsiteX17" fmla="*/ 448437 w 1681861"/>
                <a:gd name="connsiteY17" fmla="*/ 814180 h 1262109"/>
                <a:gd name="connsiteX18" fmla="*/ 402209 w 1681861"/>
                <a:gd name="connsiteY18" fmla="*/ 837040 h 1262109"/>
                <a:gd name="connsiteX19" fmla="*/ 338963 w 1681861"/>
                <a:gd name="connsiteY19" fmla="*/ 857106 h 1262109"/>
                <a:gd name="connsiteX20" fmla="*/ 376047 w 1681861"/>
                <a:gd name="connsiteY20" fmla="*/ 952483 h 1262109"/>
                <a:gd name="connsiteX21" fmla="*/ 342900 w 1681861"/>
                <a:gd name="connsiteY21" fmla="*/ 1084182 h 1262109"/>
                <a:gd name="connsiteX22" fmla="*/ 265811 w 1681861"/>
                <a:gd name="connsiteY22" fmla="*/ 1252838 h 1262109"/>
                <a:gd name="connsiteX23" fmla="*/ 240157 w 1681861"/>
                <a:gd name="connsiteY23" fmla="*/ 1256140 h 1262109"/>
                <a:gd name="connsiteX24" fmla="*/ 349377 w 1681861"/>
                <a:gd name="connsiteY24" fmla="*/ 970263 h 1262109"/>
                <a:gd name="connsiteX25" fmla="*/ 311531 w 1681861"/>
                <a:gd name="connsiteY25" fmla="*/ 868536 h 1262109"/>
                <a:gd name="connsiteX26" fmla="*/ 20955 w 1681861"/>
                <a:gd name="connsiteY26" fmla="*/ 1251568 h 1262109"/>
                <a:gd name="connsiteX27" fmla="*/ 0 w 1681861"/>
                <a:gd name="connsiteY27" fmla="*/ 1262109 h 1262109"/>
                <a:gd name="connsiteX28" fmla="*/ 133223 w 1681861"/>
                <a:gd name="connsiteY28" fmla="*/ 995790 h 1262109"/>
                <a:gd name="connsiteX29" fmla="*/ 412369 w 1681861"/>
                <a:gd name="connsiteY29" fmla="*/ 806814 h 1262109"/>
                <a:gd name="connsiteX30" fmla="*/ 198247 w 1681861"/>
                <a:gd name="connsiteY30" fmla="*/ 670924 h 1262109"/>
                <a:gd name="connsiteX31" fmla="*/ 101981 w 1681861"/>
                <a:gd name="connsiteY31" fmla="*/ 581008 h 1262109"/>
                <a:gd name="connsiteX32" fmla="*/ 175895 w 1681861"/>
                <a:gd name="connsiteY32" fmla="*/ 285606 h 1262109"/>
                <a:gd name="connsiteX33" fmla="*/ 379792 w 1681861"/>
                <a:gd name="connsiteY33" fmla="*/ 50048 h 1262109"/>
                <a:gd name="connsiteX34" fmla="*/ 672816 w 1681861"/>
                <a:gd name="connsiteY34" fmla="*/ 5278 h 1262109"/>
                <a:gd name="connsiteX35" fmla="*/ 972991 w 1681861"/>
                <a:gd name="connsiteY35" fmla="*/ 167838 h 1262109"/>
                <a:gd name="connsiteX36" fmla="*/ 1049655 w 1681861"/>
                <a:gd name="connsiteY36" fmla="*/ 304021 h 1262109"/>
                <a:gd name="connsiteX37" fmla="*/ 1114679 w 1681861"/>
                <a:gd name="connsiteY37" fmla="*/ 399271 h 1262109"/>
                <a:gd name="connsiteX38" fmla="*/ 1042924 w 1681861"/>
                <a:gd name="connsiteY38" fmla="*/ 629268 h 1262109"/>
                <a:gd name="connsiteX39" fmla="*/ 1025906 w 1681861"/>
                <a:gd name="connsiteY39" fmla="*/ 639174 h 1262109"/>
                <a:gd name="connsiteX40" fmla="*/ 832358 w 1681861"/>
                <a:gd name="connsiteY40" fmla="*/ 801734 h 1262109"/>
                <a:gd name="connsiteX41" fmla="*/ 1063879 w 1681861"/>
                <a:gd name="connsiteY41" fmla="*/ 931909 h 1262109"/>
                <a:gd name="connsiteX42" fmla="*/ 1164717 w 1681861"/>
                <a:gd name="connsiteY42" fmla="*/ 818879 h 1262109"/>
                <a:gd name="connsiteX43" fmla="*/ 1175385 w 1681861"/>
                <a:gd name="connsiteY43" fmla="*/ 730106 h 1262109"/>
                <a:gd name="connsiteX44" fmla="*/ 1226693 w 1681861"/>
                <a:gd name="connsiteY44" fmla="*/ 676766 h 1262109"/>
                <a:gd name="connsiteX45" fmla="*/ 1282700 w 1681861"/>
                <a:gd name="connsiteY45" fmla="*/ 694165 h 1262109"/>
                <a:gd name="connsiteX46" fmla="*/ 1388745 w 1681861"/>
                <a:gd name="connsiteY46" fmla="*/ 635237 h 1262109"/>
                <a:gd name="connsiteX47" fmla="*/ 1489583 w 1681861"/>
                <a:gd name="connsiteY47" fmla="*/ 679433 h 1262109"/>
                <a:gd name="connsiteX48" fmla="*/ 1083183 w 1681861"/>
                <a:gd name="connsiteY48" fmla="*/ 173592 h 1262109"/>
                <a:gd name="connsiteX49" fmla="*/ 1522730 w 1681861"/>
                <a:gd name="connsiteY49" fmla="*/ 120506 h 1262109"/>
                <a:gd name="connsiteX50" fmla="*/ 1567561 w 1681861"/>
                <a:gd name="connsiteY50" fmla="*/ 66023 h 1262109"/>
                <a:gd name="connsiteX51" fmla="*/ 378191 w 1681861"/>
                <a:gd name="connsiteY51" fmla="*/ 86782 h 1262109"/>
                <a:gd name="connsiteX52" fmla="*/ 198247 w 1681861"/>
                <a:gd name="connsiteY52" fmla="*/ 293353 h 1262109"/>
                <a:gd name="connsiteX53" fmla="*/ 221869 w 1681861"/>
                <a:gd name="connsiteY53" fmla="*/ 303767 h 1262109"/>
                <a:gd name="connsiteX54" fmla="*/ 262001 w 1681861"/>
                <a:gd name="connsiteY54" fmla="*/ 386952 h 1262109"/>
                <a:gd name="connsiteX55" fmla="*/ 231648 w 1681861"/>
                <a:gd name="connsiteY55" fmla="*/ 613266 h 1262109"/>
                <a:gd name="connsiteX56" fmla="*/ 196850 w 1681861"/>
                <a:gd name="connsiteY56" fmla="*/ 634094 h 1262109"/>
                <a:gd name="connsiteX57" fmla="*/ 310642 w 1681861"/>
                <a:gd name="connsiteY57" fmla="*/ 734805 h 1262109"/>
                <a:gd name="connsiteX58" fmla="*/ 735076 w 1681861"/>
                <a:gd name="connsiteY58" fmla="*/ 802115 h 1262109"/>
                <a:gd name="connsiteX59" fmla="*/ 985774 w 1681861"/>
                <a:gd name="connsiteY59" fmla="*/ 645143 h 1262109"/>
                <a:gd name="connsiteX60" fmla="*/ 991489 w 1681861"/>
                <a:gd name="connsiteY60" fmla="*/ 642857 h 1262109"/>
                <a:gd name="connsiteX61" fmla="*/ 941956 w 1681861"/>
                <a:gd name="connsiteY61" fmla="*/ 178366 h 1262109"/>
                <a:gd name="connsiteX62" fmla="*/ 655811 w 1681861"/>
                <a:gd name="connsiteY62" fmla="*/ 27037 h 1262109"/>
                <a:gd name="connsiteX63" fmla="*/ 372956 w 1681861"/>
                <a:gd name="connsiteY63" fmla="*/ 85525 h 1262109"/>
                <a:gd name="connsiteX64" fmla="*/ 1107186 w 1681861"/>
                <a:gd name="connsiteY64" fmla="*/ 179053 h 1262109"/>
                <a:gd name="connsiteX65" fmla="*/ 1107186 w 1681861"/>
                <a:gd name="connsiteY65" fmla="*/ 179053 h 1262109"/>
                <a:gd name="connsiteX66" fmla="*/ 161417 w 1681861"/>
                <a:gd name="connsiteY66" fmla="*/ 322309 h 1262109"/>
                <a:gd name="connsiteX67" fmla="*/ 114554 w 1681861"/>
                <a:gd name="connsiteY67" fmla="*/ 539479 h 1262109"/>
                <a:gd name="connsiteX68" fmla="*/ 182499 w 1681861"/>
                <a:gd name="connsiteY68" fmla="*/ 610980 h 1262109"/>
                <a:gd name="connsiteX69" fmla="*/ 224917 w 1681861"/>
                <a:gd name="connsiteY69" fmla="*/ 575420 h 1262109"/>
                <a:gd name="connsiteX70" fmla="*/ 224536 w 1681861"/>
                <a:gd name="connsiteY70" fmla="*/ 352408 h 1262109"/>
                <a:gd name="connsiteX71" fmla="*/ 161417 w 1681861"/>
                <a:gd name="connsiteY71" fmla="*/ 322309 h 1262109"/>
                <a:gd name="connsiteX72" fmla="*/ 1039622 w 1681861"/>
                <a:gd name="connsiteY72" fmla="*/ 318626 h 1262109"/>
                <a:gd name="connsiteX73" fmla="*/ 1037717 w 1681861"/>
                <a:gd name="connsiteY73" fmla="*/ 612250 h 1262109"/>
                <a:gd name="connsiteX74" fmla="*/ 1039622 w 1681861"/>
                <a:gd name="connsiteY74" fmla="*/ 318626 h 1262109"/>
                <a:gd name="connsiteX75" fmla="*/ 1648333 w 1681861"/>
                <a:gd name="connsiteY75" fmla="*/ 705468 h 1262109"/>
                <a:gd name="connsiteX76" fmla="*/ 1654810 w 1681861"/>
                <a:gd name="connsiteY76" fmla="*/ 553449 h 1262109"/>
                <a:gd name="connsiteX77" fmla="*/ 1655191 w 1681861"/>
                <a:gd name="connsiteY77" fmla="*/ 414765 h 1262109"/>
                <a:gd name="connsiteX78" fmla="*/ 1654683 w 1681861"/>
                <a:gd name="connsiteY78" fmla="*/ 326754 h 1262109"/>
                <a:gd name="connsiteX79" fmla="*/ 1371092 w 1681861"/>
                <a:gd name="connsiteY79" fmla="*/ 667114 h 1262109"/>
                <a:gd name="connsiteX80" fmla="*/ 1249807 w 1681861"/>
                <a:gd name="connsiteY80" fmla="*/ 778874 h 1262109"/>
                <a:gd name="connsiteX81" fmla="*/ 1261618 w 1681861"/>
                <a:gd name="connsiteY81" fmla="*/ 708516 h 1262109"/>
                <a:gd name="connsiteX82" fmla="*/ 1208151 w 1681861"/>
                <a:gd name="connsiteY82" fmla="*/ 720962 h 1262109"/>
                <a:gd name="connsiteX83" fmla="*/ 1338961 w 1681861"/>
                <a:gd name="connsiteY83" fmla="*/ 933433 h 1262109"/>
                <a:gd name="connsiteX84" fmla="*/ 1462913 w 1681861"/>
                <a:gd name="connsiteY84" fmla="*/ 687180 h 1262109"/>
                <a:gd name="connsiteX85" fmla="*/ 1387475 w 1681861"/>
                <a:gd name="connsiteY85" fmla="*/ 780144 h 1262109"/>
                <a:gd name="connsiteX86" fmla="*/ 1427988 w 1681861"/>
                <a:gd name="connsiteY86" fmla="*/ 674099 h 1262109"/>
                <a:gd name="connsiteX87" fmla="*/ 1371092 w 1681861"/>
                <a:gd name="connsiteY87" fmla="*/ 667114 h 1262109"/>
                <a:gd name="connsiteX88" fmla="*/ 1081532 w 1681861"/>
                <a:gd name="connsiteY88" fmla="*/ 949181 h 1262109"/>
                <a:gd name="connsiteX89" fmla="*/ 1025652 w 1681861"/>
                <a:gd name="connsiteY89" fmla="*/ 969882 h 1262109"/>
                <a:gd name="connsiteX90" fmla="*/ 1042035 w 1681861"/>
                <a:gd name="connsiteY90" fmla="*/ 945244 h 1262109"/>
                <a:gd name="connsiteX91" fmla="*/ 913638 w 1681861"/>
                <a:gd name="connsiteY91" fmla="*/ 867012 h 1262109"/>
                <a:gd name="connsiteX92" fmla="*/ 964057 w 1681861"/>
                <a:gd name="connsiteY92" fmla="*/ 1115932 h 1262109"/>
                <a:gd name="connsiteX93" fmla="*/ 1097915 w 1681861"/>
                <a:gd name="connsiteY93" fmla="*/ 1143491 h 1262109"/>
                <a:gd name="connsiteX94" fmla="*/ 1340866 w 1681861"/>
                <a:gd name="connsiteY94" fmla="*/ 962770 h 1262109"/>
                <a:gd name="connsiteX95" fmla="*/ 1181608 w 1681861"/>
                <a:gd name="connsiteY95" fmla="*/ 848216 h 1262109"/>
                <a:gd name="connsiteX96" fmla="*/ 1081532 w 1681861"/>
                <a:gd name="connsiteY96" fmla="*/ 949181 h 1262109"/>
                <a:gd name="connsiteX0" fmla="*/ 1592580 w 1681861"/>
                <a:gd name="connsiteY0" fmla="*/ 52180 h 1262109"/>
                <a:gd name="connsiteX1" fmla="*/ 1622933 w 1681861"/>
                <a:gd name="connsiteY1" fmla="*/ 158352 h 1262109"/>
                <a:gd name="connsiteX2" fmla="*/ 1559179 w 1681861"/>
                <a:gd name="connsiteY2" fmla="*/ 185657 h 1262109"/>
                <a:gd name="connsiteX3" fmla="*/ 1681861 w 1681861"/>
                <a:gd name="connsiteY3" fmla="*/ 330310 h 1262109"/>
                <a:gd name="connsiteX4" fmla="*/ 1681353 w 1681861"/>
                <a:gd name="connsiteY4" fmla="*/ 674353 h 1262109"/>
                <a:gd name="connsiteX5" fmla="*/ 1657731 w 1681861"/>
                <a:gd name="connsiteY5" fmla="*/ 744584 h 1262109"/>
                <a:gd name="connsiteX6" fmla="*/ 1517142 w 1681861"/>
                <a:gd name="connsiteY6" fmla="*/ 751569 h 1262109"/>
                <a:gd name="connsiteX7" fmla="*/ 1383030 w 1681861"/>
                <a:gd name="connsiteY7" fmla="*/ 957436 h 1262109"/>
                <a:gd name="connsiteX8" fmla="*/ 1096137 w 1681861"/>
                <a:gd name="connsiteY8" fmla="*/ 1169780 h 1262109"/>
                <a:gd name="connsiteX9" fmla="*/ 969010 w 1681861"/>
                <a:gd name="connsiteY9" fmla="*/ 1147936 h 1262109"/>
                <a:gd name="connsiteX10" fmla="*/ 968375 w 1681861"/>
                <a:gd name="connsiteY10" fmla="*/ 1244710 h 1262109"/>
                <a:gd name="connsiteX11" fmla="*/ 957580 w 1681861"/>
                <a:gd name="connsiteY11" fmla="*/ 1257410 h 1262109"/>
                <a:gd name="connsiteX12" fmla="*/ 942721 w 1681861"/>
                <a:gd name="connsiteY12" fmla="*/ 1254616 h 1262109"/>
                <a:gd name="connsiteX13" fmla="*/ 940562 w 1681861"/>
                <a:gd name="connsiteY13" fmla="*/ 1151111 h 1262109"/>
                <a:gd name="connsiteX14" fmla="*/ 914908 w 1681861"/>
                <a:gd name="connsiteY14" fmla="*/ 951340 h 1262109"/>
                <a:gd name="connsiteX15" fmla="*/ 854202 w 1681861"/>
                <a:gd name="connsiteY15" fmla="*/ 838310 h 1262109"/>
                <a:gd name="connsiteX16" fmla="*/ 678561 w 1681861"/>
                <a:gd name="connsiteY16" fmla="*/ 832214 h 1262109"/>
                <a:gd name="connsiteX17" fmla="*/ 448437 w 1681861"/>
                <a:gd name="connsiteY17" fmla="*/ 814180 h 1262109"/>
                <a:gd name="connsiteX18" fmla="*/ 402209 w 1681861"/>
                <a:gd name="connsiteY18" fmla="*/ 837040 h 1262109"/>
                <a:gd name="connsiteX19" fmla="*/ 338963 w 1681861"/>
                <a:gd name="connsiteY19" fmla="*/ 857106 h 1262109"/>
                <a:gd name="connsiteX20" fmla="*/ 376047 w 1681861"/>
                <a:gd name="connsiteY20" fmla="*/ 952483 h 1262109"/>
                <a:gd name="connsiteX21" fmla="*/ 342900 w 1681861"/>
                <a:gd name="connsiteY21" fmla="*/ 1084182 h 1262109"/>
                <a:gd name="connsiteX22" fmla="*/ 265811 w 1681861"/>
                <a:gd name="connsiteY22" fmla="*/ 1252838 h 1262109"/>
                <a:gd name="connsiteX23" fmla="*/ 240157 w 1681861"/>
                <a:gd name="connsiteY23" fmla="*/ 1256140 h 1262109"/>
                <a:gd name="connsiteX24" fmla="*/ 349377 w 1681861"/>
                <a:gd name="connsiteY24" fmla="*/ 970263 h 1262109"/>
                <a:gd name="connsiteX25" fmla="*/ 311531 w 1681861"/>
                <a:gd name="connsiteY25" fmla="*/ 868536 h 1262109"/>
                <a:gd name="connsiteX26" fmla="*/ 20955 w 1681861"/>
                <a:gd name="connsiteY26" fmla="*/ 1251568 h 1262109"/>
                <a:gd name="connsiteX27" fmla="*/ 0 w 1681861"/>
                <a:gd name="connsiteY27" fmla="*/ 1262109 h 1262109"/>
                <a:gd name="connsiteX28" fmla="*/ 133223 w 1681861"/>
                <a:gd name="connsiteY28" fmla="*/ 995790 h 1262109"/>
                <a:gd name="connsiteX29" fmla="*/ 412369 w 1681861"/>
                <a:gd name="connsiteY29" fmla="*/ 806814 h 1262109"/>
                <a:gd name="connsiteX30" fmla="*/ 198247 w 1681861"/>
                <a:gd name="connsiteY30" fmla="*/ 670924 h 1262109"/>
                <a:gd name="connsiteX31" fmla="*/ 101981 w 1681861"/>
                <a:gd name="connsiteY31" fmla="*/ 581008 h 1262109"/>
                <a:gd name="connsiteX32" fmla="*/ 175895 w 1681861"/>
                <a:gd name="connsiteY32" fmla="*/ 285606 h 1262109"/>
                <a:gd name="connsiteX33" fmla="*/ 379792 w 1681861"/>
                <a:gd name="connsiteY33" fmla="*/ 50048 h 1262109"/>
                <a:gd name="connsiteX34" fmla="*/ 672816 w 1681861"/>
                <a:gd name="connsiteY34" fmla="*/ 5278 h 1262109"/>
                <a:gd name="connsiteX35" fmla="*/ 972991 w 1681861"/>
                <a:gd name="connsiteY35" fmla="*/ 167838 h 1262109"/>
                <a:gd name="connsiteX36" fmla="*/ 1049655 w 1681861"/>
                <a:gd name="connsiteY36" fmla="*/ 304021 h 1262109"/>
                <a:gd name="connsiteX37" fmla="*/ 1114679 w 1681861"/>
                <a:gd name="connsiteY37" fmla="*/ 399271 h 1262109"/>
                <a:gd name="connsiteX38" fmla="*/ 1042924 w 1681861"/>
                <a:gd name="connsiteY38" fmla="*/ 629268 h 1262109"/>
                <a:gd name="connsiteX39" fmla="*/ 1025906 w 1681861"/>
                <a:gd name="connsiteY39" fmla="*/ 639174 h 1262109"/>
                <a:gd name="connsiteX40" fmla="*/ 832358 w 1681861"/>
                <a:gd name="connsiteY40" fmla="*/ 801734 h 1262109"/>
                <a:gd name="connsiteX41" fmla="*/ 1063879 w 1681861"/>
                <a:gd name="connsiteY41" fmla="*/ 931909 h 1262109"/>
                <a:gd name="connsiteX42" fmla="*/ 1164717 w 1681861"/>
                <a:gd name="connsiteY42" fmla="*/ 818879 h 1262109"/>
                <a:gd name="connsiteX43" fmla="*/ 1175385 w 1681861"/>
                <a:gd name="connsiteY43" fmla="*/ 730106 h 1262109"/>
                <a:gd name="connsiteX44" fmla="*/ 1226693 w 1681861"/>
                <a:gd name="connsiteY44" fmla="*/ 676766 h 1262109"/>
                <a:gd name="connsiteX45" fmla="*/ 1282700 w 1681861"/>
                <a:gd name="connsiteY45" fmla="*/ 694165 h 1262109"/>
                <a:gd name="connsiteX46" fmla="*/ 1388745 w 1681861"/>
                <a:gd name="connsiteY46" fmla="*/ 635237 h 1262109"/>
                <a:gd name="connsiteX47" fmla="*/ 1489583 w 1681861"/>
                <a:gd name="connsiteY47" fmla="*/ 679433 h 1262109"/>
                <a:gd name="connsiteX48" fmla="*/ 1083183 w 1681861"/>
                <a:gd name="connsiteY48" fmla="*/ 173592 h 1262109"/>
                <a:gd name="connsiteX49" fmla="*/ 1522730 w 1681861"/>
                <a:gd name="connsiteY49" fmla="*/ 120506 h 1262109"/>
                <a:gd name="connsiteX50" fmla="*/ 1567561 w 1681861"/>
                <a:gd name="connsiteY50" fmla="*/ 66023 h 1262109"/>
                <a:gd name="connsiteX51" fmla="*/ 378191 w 1681861"/>
                <a:gd name="connsiteY51" fmla="*/ 86782 h 1262109"/>
                <a:gd name="connsiteX52" fmla="*/ 198247 w 1681861"/>
                <a:gd name="connsiteY52" fmla="*/ 293353 h 1262109"/>
                <a:gd name="connsiteX53" fmla="*/ 221869 w 1681861"/>
                <a:gd name="connsiteY53" fmla="*/ 303767 h 1262109"/>
                <a:gd name="connsiteX54" fmla="*/ 262001 w 1681861"/>
                <a:gd name="connsiteY54" fmla="*/ 386952 h 1262109"/>
                <a:gd name="connsiteX55" fmla="*/ 231648 w 1681861"/>
                <a:gd name="connsiteY55" fmla="*/ 613266 h 1262109"/>
                <a:gd name="connsiteX56" fmla="*/ 196850 w 1681861"/>
                <a:gd name="connsiteY56" fmla="*/ 634094 h 1262109"/>
                <a:gd name="connsiteX57" fmla="*/ 310642 w 1681861"/>
                <a:gd name="connsiteY57" fmla="*/ 734805 h 1262109"/>
                <a:gd name="connsiteX58" fmla="*/ 735076 w 1681861"/>
                <a:gd name="connsiteY58" fmla="*/ 802115 h 1262109"/>
                <a:gd name="connsiteX59" fmla="*/ 985774 w 1681861"/>
                <a:gd name="connsiteY59" fmla="*/ 645143 h 1262109"/>
                <a:gd name="connsiteX60" fmla="*/ 991489 w 1681861"/>
                <a:gd name="connsiteY60" fmla="*/ 642857 h 1262109"/>
                <a:gd name="connsiteX61" fmla="*/ 941956 w 1681861"/>
                <a:gd name="connsiteY61" fmla="*/ 178366 h 1262109"/>
                <a:gd name="connsiteX62" fmla="*/ 655811 w 1681861"/>
                <a:gd name="connsiteY62" fmla="*/ 27037 h 1262109"/>
                <a:gd name="connsiteX63" fmla="*/ 372956 w 1681861"/>
                <a:gd name="connsiteY63" fmla="*/ 85525 h 1262109"/>
                <a:gd name="connsiteX64" fmla="*/ 161417 w 1681861"/>
                <a:gd name="connsiteY64" fmla="*/ 322309 h 1262109"/>
                <a:gd name="connsiteX65" fmla="*/ 114554 w 1681861"/>
                <a:gd name="connsiteY65" fmla="*/ 539479 h 1262109"/>
                <a:gd name="connsiteX66" fmla="*/ 182499 w 1681861"/>
                <a:gd name="connsiteY66" fmla="*/ 610980 h 1262109"/>
                <a:gd name="connsiteX67" fmla="*/ 224917 w 1681861"/>
                <a:gd name="connsiteY67" fmla="*/ 575420 h 1262109"/>
                <a:gd name="connsiteX68" fmla="*/ 224536 w 1681861"/>
                <a:gd name="connsiteY68" fmla="*/ 352408 h 1262109"/>
                <a:gd name="connsiteX69" fmla="*/ 161417 w 1681861"/>
                <a:gd name="connsiteY69" fmla="*/ 322309 h 1262109"/>
                <a:gd name="connsiteX70" fmla="*/ 1039622 w 1681861"/>
                <a:gd name="connsiteY70" fmla="*/ 318626 h 1262109"/>
                <a:gd name="connsiteX71" fmla="*/ 1037717 w 1681861"/>
                <a:gd name="connsiteY71" fmla="*/ 612250 h 1262109"/>
                <a:gd name="connsiteX72" fmla="*/ 1039622 w 1681861"/>
                <a:gd name="connsiteY72" fmla="*/ 318626 h 1262109"/>
                <a:gd name="connsiteX73" fmla="*/ 1648333 w 1681861"/>
                <a:gd name="connsiteY73" fmla="*/ 705468 h 1262109"/>
                <a:gd name="connsiteX74" fmla="*/ 1654810 w 1681861"/>
                <a:gd name="connsiteY74" fmla="*/ 553449 h 1262109"/>
                <a:gd name="connsiteX75" fmla="*/ 1655191 w 1681861"/>
                <a:gd name="connsiteY75" fmla="*/ 414765 h 1262109"/>
                <a:gd name="connsiteX76" fmla="*/ 1654683 w 1681861"/>
                <a:gd name="connsiteY76" fmla="*/ 326754 h 1262109"/>
                <a:gd name="connsiteX77" fmla="*/ 1371092 w 1681861"/>
                <a:gd name="connsiteY77" fmla="*/ 667114 h 1262109"/>
                <a:gd name="connsiteX78" fmla="*/ 1249807 w 1681861"/>
                <a:gd name="connsiteY78" fmla="*/ 778874 h 1262109"/>
                <a:gd name="connsiteX79" fmla="*/ 1261618 w 1681861"/>
                <a:gd name="connsiteY79" fmla="*/ 708516 h 1262109"/>
                <a:gd name="connsiteX80" fmla="*/ 1208151 w 1681861"/>
                <a:gd name="connsiteY80" fmla="*/ 720962 h 1262109"/>
                <a:gd name="connsiteX81" fmla="*/ 1338961 w 1681861"/>
                <a:gd name="connsiteY81" fmla="*/ 933433 h 1262109"/>
                <a:gd name="connsiteX82" fmla="*/ 1462913 w 1681861"/>
                <a:gd name="connsiteY82" fmla="*/ 687180 h 1262109"/>
                <a:gd name="connsiteX83" fmla="*/ 1387475 w 1681861"/>
                <a:gd name="connsiteY83" fmla="*/ 780144 h 1262109"/>
                <a:gd name="connsiteX84" fmla="*/ 1427988 w 1681861"/>
                <a:gd name="connsiteY84" fmla="*/ 674099 h 1262109"/>
                <a:gd name="connsiteX85" fmla="*/ 1371092 w 1681861"/>
                <a:gd name="connsiteY85" fmla="*/ 667114 h 1262109"/>
                <a:gd name="connsiteX86" fmla="*/ 1081532 w 1681861"/>
                <a:gd name="connsiteY86" fmla="*/ 949181 h 1262109"/>
                <a:gd name="connsiteX87" fmla="*/ 1025652 w 1681861"/>
                <a:gd name="connsiteY87" fmla="*/ 969882 h 1262109"/>
                <a:gd name="connsiteX88" fmla="*/ 1042035 w 1681861"/>
                <a:gd name="connsiteY88" fmla="*/ 945244 h 1262109"/>
                <a:gd name="connsiteX89" fmla="*/ 913638 w 1681861"/>
                <a:gd name="connsiteY89" fmla="*/ 867012 h 1262109"/>
                <a:gd name="connsiteX90" fmla="*/ 964057 w 1681861"/>
                <a:gd name="connsiteY90" fmla="*/ 1115932 h 1262109"/>
                <a:gd name="connsiteX91" fmla="*/ 1097915 w 1681861"/>
                <a:gd name="connsiteY91" fmla="*/ 1143491 h 1262109"/>
                <a:gd name="connsiteX92" fmla="*/ 1340866 w 1681861"/>
                <a:gd name="connsiteY92" fmla="*/ 962770 h 1262109"/>
                <a:gd name="connsiteX93" fmla="*/ 1181608 w 1681861"/>
                <a:gd name="connsiteY93" fmla="*/ 848216 h 1262109"/>
                <a:gd name="connsiteX94" fmla="*/ 1081532 w 1681861"/>
                <a:gd name="connsiteY94" fmla="*/ 949181 h 1262109"/>
                <a:gd name="connsiteX0" fmla="*/ 1592580 w 1681861"/>
                <a:gd name="connsiteY0" fmla="*/ 52180 h 1262109"/>
                <a:gd name="connsiteX1" fmla="*/ 1622933 w 1681861"/>
                <a:gd name="connsiteY1" fmla="*/ 158352 h 1262109"/>
                <a:gd name="connsiteX2" fmla="*/ 1559179 w 1681861"/>
                <a:gd name="connsiteY2" fmla="*/ 185657 h 1262109"/>
                <a:gd name="connsiteX3" fmla="*/ 1681861 w 1681861"/>
                <a:gd name="connsiteY3" fmla="*/ 330310 h 1262109"/>
                <a:gd name="connsiteX4" fmla="*/ 1681353 w 1681861"/>
                <a:gd name="connsiteY4" fmla="*/ 674353 h 1262109"/>
                <a:gd name="connsiteX5" fmla="*/ 1657731 w 1681861"/>
                <a:gd name="connsiteY5" fmla="*/ 744584 h 1262109"/>
                <a:gd name="connsiteX6" fmla="*/ 1517142 w 1681861"/>
                <a:gd name="connsiteY6" fmla="*/ 751569 h 1262109"/>
                <a:gd name="connsiteX7" fmla="*/ 1383030 w 1681861"/>
                <a:gd name="connsiteY7" fmla="*/ 957436 h 1262109"/>
                <a:gd name="connsiteX8" fmla="*/ 1096137 w 1681861"/>
                <a:gd name="connsiteY8" fmla="*/ 1169780 h 1262109"/>
                <a:gd name="connsiteX9" fmla="*/ 969010 w 1681861"/>
                <a:gd name="connsiteY9" fmla="*/ 1147936 h 1262109"/>
                <a:gd name="connsiteX10" fmla="*/ 968375 w 1681861"/>
                <a:gd name="connsiteY10" fmla="*/ 1244710 h 1262109"/>
                <a:gd name="connsiteX11" fmla="*/ 957580 w 1681861"/>
                <a:gd name="connsiteY11" fmla="*/ 1257410 h 1262109"/>
                <a:gd name="connsiteX12" fmla="*/ 942721 w 1681861"/>
                <a:gd name="connsiteY12" fmla="*/ 1254616 h 1262109"/>
                <a:gd name="connsiteX13" fmla="*/ 940562 w 1681861"/>
                <a:gd name="connsiteY13" fmla="*/ 1151111 h 1262109"/>
                <a:gd name="connsiteX14" fmla="*/ 914908 w 1681861"/>
                <a:gd name="connsiteY14" fmla="*/ 951340 h 1262109"/>
                <a:gd name="connsiteX15" fmla="*/ 854202 w 1681861"/>
                <a:gd name="connsiteY15" fmla="*/ 838310 h 1262109"/>
                <a:gd name="connsiteX16" fmla="*/ 678561 w 1681861"/>
                <a:gd name="connsiteY16" fmla="*/ 832214 h 1262109"/>
                <a:gd name="connsiteX17" fmla="*/ 448437 w 1681861"/>
                <a:gd name="connsiteY17" fmla="*/ 814180 h 1262109"/>
                <a:gd name="connsiteX18" fmla="*/ 402209 w 1681861"/>
                <a:gd name="connsiteY18" fmla="*/ 837040 h 1262109"/>
                <a:gd name="connsiteX19" fmla="*/ 338963 w 1681861"/>
                <a:gd name="connsiteY19" fmla="*/ 857106 h 1262109"/>
                <a:gd name="connsiteX20" fmla="*/ 376047 w 1681861"/>
                <a:gd name="connsiteY20" fmla="*/ 952483 h 1262109"/>
                <a:gd name="connsiteX21" fmla="*/ 342900 w 1681861"/>
                <a:gd name="connsiteY21" fmla="*/ 1084182 h 1262109"/>
                <a:gd name="connsiteX22" fmla="*/ 265811 w 1681861"/>
                <a:gd name="connsiteY22" fmla="*/ 1252838 h 1262109"/>
                <a:gd name="connsiteX23" fmla="*/ 240157 w 1681861"/>
                <a:gd name="connsiteY23" fmla="*/ 1256140 h 1262109"/>
                <a:gd name="connsiteX24" fmla="*/ 349377 w 1681861"/>
                <a:gd name="connsiteY24" fmla="*/ 970263 h 1262109"/>
                <a:gd name="connsiteX25" fmla="*/ 311531 w 1681861"/>
                <a:gd name="connsiteY25" fmla="*/ 868536 h 1262109"/>
                <a:gd name="connsiteX26" fmla="*/ 20955 w 1681861"/>
                <a:gd name="connsiteY26" fmla="*/ 1251568 h 1262109"/>
                <a:gd name="connsiteX27" fmla="*/ 0 w 1681861"/>
                <a:gd name="connsiteY27" fmla="*/ 1262109 h 1262109"/>
                <a:gd name="connsiteX28" fmla="*/ 133223 w 1681861"/>
                <a:gd name="connsiteY28" fmla="*/ 995790 h 1262109"/>
                <a:gd name="connsiteX29" fmla="*/ 412369 w 1681861"/>
                <a:gd name="connsiteY29" fmla="*/ 806814 h 1262109"/>
                <a:gd name="connsiteX30" fmla="*/ 198247 w 1681861"/>
                <a:gd name="connsiteY30" fmla="*/ 670924 h 1262109"/>
                <a:gd name="connsiteX31" fmla="*/ 101981 w 1681861"/>
                <a:gd name="connsiteY31" fmla="*/ 581008 h 1262109"/>
                <a:gd name="connsiteX32" fmla="*/ 175895 w 1681861"/>
                <a:gd name="connsiteY32" fmla="*/ 285606 h 1262109"/>
                <a:gd name="connsiteX33" fmla="*/ 379792 w 1681861"/>
                <a:gd name="connsiteY33" fmla="*/ 50048 h 1262109"/>
                <a:gd name="connsiteX34" fmla="*/ 672816 w 1681861"/>
                <a:gd name="connsiteY34" fmla="*/ 5278 h 1262109"/>
                <a:gd name="connsiteX35" fmla="*/ 972991 w 1681861"/>
                <a:gd name="connsiteY35" fmla="*/ 167838 h 1262109"/>
                <a:gd name="connsiteX36" fmla="*/ 1049655 w 1681861"/>
                <a:gd name="connsiteY36" fmla="*/ 304021 h 1262109"/>
                <a:gd name="connsiteX37" fmla="*/ 1114679 w 1681861"/>
                <a:gd name="connsiteY37" fmla="*/ 399271 h 1262109"/>
                <a:gd name="connsiteX38" fmla="*/ 1042924 w 1681861"/>
                <a:gd name="connsiteY38" fmla="*/ 629268 h 1262109"/>
                <a:gd name="connsiteX39" fmla="*/ 1025906 w 1681861"/>
                <a:gd name="connsiteY39" fmla="*/ 639174 h 1262109"/>
                <a:gd name="connsiteX40" fmla="*/ 832358 w 1681861"/>
                <a:gd name="connsiteY40" fmla="*/ 801734 h 1262109"/>
                <a:gd name="connsiteX41" fmla="*/ 1063879 w 1681861"/>
                <a:gd name="connsiteY41" fmla="*/ 931909 h 1262109"/>
                <a:gd name="connsiteX42" fmla="*/ 1164717 w 1681861"/>
                <a:gd name="connsiteY42" fmla="*/ 818879 h 1262109"/>
                <a:gd name="connsiteX43" fmla="*/ 1175385 w 1681861"/>
                <a:gd name="connsiteY43" fmla="*/ 730106 h 1262109"/>
                <a:gd name="connsiteX44" fmla="*/ 1226693 w 1681861"/>
                <a:gd name="connsiteY44" fmla="*/ 676766 h 1262109"/>
                <a:gd name="connsiteX45" fmla="*/ 1282700 w 1681861"/>
                <a:gd name="connsiteY45" fmla="*/ 694165 h 1262109"/>
                <a:gd name="connsiteX46" fmla="*/ 1388745 w 1681861"/>
                <a:gd name="connsiteY46" fmla="*/ 635237 h 1262109"/>
                <a:gd name="connsiteX47" fmla="*/ 1489583 w 1681861"/>
                <a:gd name="connsiteY47" fmla="*/ 679433 h 1262109"/>
                <a:gd name="connsiteX48" fmla="*/ 1522730 w 1681861"/>
                <a:gd name="connsiteY48" fmla="*/ 120506 h 1262109"/>
                <a:gd name="connsiteX49" fmla="*/ 1567561 w 1681861"/>
                <a:gd name="connsiteY49" fmla="*/ 66023 h 1262109"/>
                <a:gd name="connsiteX50" fmla="*/ 378191 w 1681861"/>
                <a:gd name="connsiteY50" fmla="*/ 86782 h 1262109"/>
                <a:gd name="connsiteX51" fmla="*/ 198247 w 1681861"/>
                <a:gd name="connsiteY51" fmla="*/ 293353 h 1262109"/>
                <a:gd name="connsiteX52" fmla="*/ 221869 w 1681861"/>
                <a:gd name="connsiteY52" fmla="*/ 303767 h 1262109"/>
                <a:gd name="connsiteX53" fmla="*/ 262001 w 1681861"/>
                <a:gd name="connsiteY53" fmla="*/ 386952 h 1262109"/>
                <a:gd name="connsiteX54" fmla="*/ 231648 w 1681861"/>
                <a:gd name="connsiteY54" fmla="*/ 613266 h 1262109"/>
                <a:gd name="connsiteX55" fmla="*/ 196850 w 1681861"/>
                <a:gd name="connsiteY55" fmla="*/ 634094 h 1262109"/>
                <a:gd name="connsiteX56" fmla="*/ 310642 w 1681861"/>
                <a:gd name="connsiteY56" fmla="*/ 734805 h 1262109"/>
                <a:gd name="connsiteX57" fmla="*/ 735076 w 1681861"/>
                <a:gd name="connsiteY57" fmla="*/ 802115 h 1262109"/>
                <a:gd name="connsiteX58" fmla="*/ 985774 w 1681861"/>
                <a:gd name="connsiteY58" fmla="*/ 645143 h 1262109"/>
                <a:gd name="connsiteX59" fmla="*/ 991489 w 1681861"/>
                <a:gd name="connsiteY59" fmla="*/ 642857 h 1262109"/>
                <a:gd name="connsiteX60" fmla="*/ 941956 w 1681861"/>
                <a:gd name="connsiteY60" fmla="*/ 178366 h 1262109"/>
                <a:gd name="connsiteX61" fmla="*/ 655811 w 1681861"/>
                <a:gd name="connsiteY61" fmla="*/ 27037 h 1262109"/>
                <a:gd name="connsiteX62" fmla="*/ 372956 w 1681861"/>
                <a:gd name="connsiteY62" fmla="*/ 85525 h 1262109"/>
                <a:gd name="connsiteX63" fmla="*/ 161417 w 1681861"/>
                <a:gd name="connsiteY63" fmla="*/ 322309 h 1262109"/>
                <a:gd name="connsiteX64" fmla="*/ 114554 w 1681861"/>
                <a:gd name="connsiteY64" fmla="*/ 539479 h 1262109"/>
                <a:gd name="connsiteX65" fmla="*/ 182499 w 1681861"/>
                <a:gd name="connsiteY65" fmla="*/ 610980 h 1262109"/>
                <a:gd name="connsiteX66" fmla="*/ 224917 w 1681861"/>
                <a:gd name="connsiteY66" fmla="*/ 575420 h 1262109"/>
                <a:gd name="connsiteX67" fmla="*/ 224536 w 1681861"/>
                <a:gd name="connsiteY67" fmla="*/ 352408 h 1262109"/>
                <a:gd name="connsiteX68" fmla="*/ 161417 w 1681861"/>
                <a:gd name="connsiteY68" fmla="*/ 322309 h 1262109"/>
                <a:gd name="connsiteX69" fmla="*/ 1039622 w 1681861"/>
                <a:gd name="connsiteY69" fmla="*/ 318626 h 1262109"/>
                <a:gd name="connsiteX70" fmla="*/ 1037717 w 1681861"/>
                <a:gd name="connsiteY70" fmla="*/ 612250 h 1262109"/>
                <a:gd name="connsiteX71" fmla="*/ 1039622 w 1681861"/>
                <a:gd name="connsiteY71" fmla="*/ 318626 h 1262109"/>
                <a:gd name="connsiteX72" fmla="*/ 1648333 w 1681861"/>
                <a:gd name="connsiteY72" fmla="*/ 705468 h 1262109"/>
                <a:gd name="connsiteX73" fmla="*/ 1654810 w 1681861"/>
                <a:gd name="connsiteY73" fmla="*/ 553449 h 1262109"/>
                <a:gd name="connsiteX74" fmla="*/ 1655191 w 1681861"/>
                <a:gd name="connsiteY74" fmla="*/ 414765 h 1262109"/>
                <a:gd name="connsiteX75" fmla="*/ 1654683 w 1681861"/>
                <a:gd name="connsiteY75" fmla="*/ 326754 h 1262109"/>
                <a:gd name="connsiteX76" fmla="*/ 1371092 w 1681861"/>
                <a:gd name="connsiteY76" fmla="*/ 667114 h 1262109"/>
                <a:gd name="connsiteX77" fmla="*/ 1249807 w 1681861"/>
                <a:gd name="connsiteY77" fmla="*/ 778874 h 1262109"/>
                <a:gd name="connsiteX78" fmla="*/ 1261618 w 1681861"/>
                <a:gd name="connsiteY78" fmla="*/ 708516 h 1262109"/>
                <a:gd name="connsiteX79" fmla="*/ 1208151 w 1681861"/>
                <a:gd name="connsiteY79" fmla="*/ 720962 h 1262109"/>
                <a:gd name="connsiteX80" fmla="*/ 1338961 w 1681861"/>
                <a:gd name="connsiteY80" fmla="*/ 933433 h 1262109"/>
                <a:gd name="connsiteX81" fmla="*/ 1462913 w 1681861"/>
                <a:gd name="connsiteY81" fmla="*/ 687180 h 1262109"/>
                <a:gd name="connsiteX82" fmla="*/ 1387475 w 1681861"/>
                <a:gd name="connsiteY82" fmla="*/ 780144 h 1262109"/>
                <a:gd name="connsiteX83" fmla="*/ 1427988 w 1681861"/>
                <a:gd name="connsiteY83" fmla="*/ 674099 h 1262109"/>
                <a:gd name="connsiteX84" fmla="*/ 1371092 w 1681861"/>
                <a:gd name="connsiteY84" fmla="*/ 667114 h 1262109"/>
                <a:gd name="connsiteX85" fmla="*/ 1081532 w 1681861"/>
                <a:gd name="connsiteY85" fmla="*/ 949181 h 1262109"/>
                <a:gd name="connsiteX86" fmla="*/ 1025652 w 1681861"/>
                <a:gd name="connsiteY86" fmla="*/ 969882 h 1262109"/>
                <a:gd name="connsiteX87" fmla="*/ 1042035 w 1681861"/>
                <a:gd name="connsiteY87" fmla="*/ 945244 h 1262109"/>
                <a:gd name="connsiteX88" fmla="*/ 913638 w 1681861"/>
                <a:gd name="connsiteY88" fmla="*/ 867012 h 1262109"/>
                <a:gd name="connsiteX89" fmla="*/ 964057 w 1681861"/>
                <a:gd name="connsiteY89" fmla="*/ 1115932 h 1262109"/>
                <a:gd name="connsiteX90" fmla="*/ 1097915 w 1681861"/>
                <a:gd name="connsiteY90" fmla="*/ 1143491 h 1262109"/>
                <a:gd name="connsiteX91" fmla="*/ 1340866 w 1681861"/>
                <a:gd name="connsiteY91" fmla="*/ 962770 h 1262109"/>
                <a:gd name="connsiteX92" fmla="*/ 1181608 w 1681861"/>
                <a:gd name="connsiteY92" fmla="*/ 848216 h 1262109"/>
                <a:gd name="connsiteX93" fmla="*/ 1081532 w 1681861"/>
                <a:gd name="connsiteY93" fmla="*/ 949181 h 1262109"/>
                <a:gd name="connsiteX0" fmla="*/ 1622933 w 1681861"/>
                <a:gd name="connsiteY0" fmla="*/ 158352 h 1262109"/>
                <a:gd name="connsiteX1" fmla="*/ 1559179 w 1681861"/>
                <a:gd name="connsiteY1" fmla="*/ 185657 h 1262109"/>
                <a:gd name="connsiteX2" fmla="*/ 1681861 w 1681861"/>
                <a:gd name="connsiteY2" fmla="*/ 330310 h 1262109"/>
                <a:gd name="connsiteX3" fmla="*/ 1681353 w 1681861"/>
                <a:gd name="connsiteY3" fmla="*/ 674353 h 1262109"/>
                <a:gd name="connsiteX4" fmla="*/ 1657731 w 1681861"/>
                <a:gd name="connsiteY4" fmla="*/ 744584 h 1262109"/>
                <a:gd name="connsiteX5" fmla="*/ 1517142 w 1681861"/>
                <a:gd name="connsiteY5" fmla="*/ 751569 h 1262109"/>
                <a:gd name="connsiteX6" fmla="*/ 1383030 w 1681861"/>
                <a:gd name="connsiteY6" fmla="*/ 957436 h 1262109"/>
                <a:gd name="connsiteX7" fmla="*/ 1096137 w 1681861"/>
                <a:gd name="connsiteY7" fmla="*/ 1169780 h 1262109"/>
                <a:gd name="connsiteX8" fmla="*/ 969010 w 1681861"/>
                <a:gd name="connsiteY8" fmla="*/ 1147936 h 1262109"/>
                <a:gd name="connsiteX9" fmla="*/ 968375 w 1681861"/>
                <a:gd name="connsiteY9" fmla="*/ 1244710 h 1262109"/>
                <a:gd name="connsiteX10" fmla="*/ 957580 w 1681861"/>
                <a:gd name="connsiteY10" fmla="*/ 1257410 h 1262109"/>
                <a:gd name="connsiteX11" fmla="*/ 942721 w 1681861"/>
                <a:gd name="connsiteY11" fmla="*/ 1254616 h 1262109"/>
                <a:gd name="connsiteX12" fmla="*/ 940562 w 1681861"/>
                <a:gd name="connsiteY12" fmla="*/ 1151111 h 1262109"/>
                <a:gd name="connsiteX13" fmla="*/ 914908 w 1681861"/>
                <a:gd name="connsiteY13" fmla="*/ 951340 h 1262109"/>
                <a:gd name="connsiteX14" fmla="*/ 854202 w 1681861"/>
                <a:gd name="connsiteY14" fmla="*/ 838310 h 1262109"/>
                <a:gd name="connsiteX15" fmla="*/ 678561 w 1681861"/>
                <a:gd name="connsiteY15" fmla="*/ 832214 h 1262109"/>
                <a:gd name="connsiteX16" fmla="*/ 448437 w 1681861"/>
                <a:gd name="connsiteY16" fmla="*/ 814180 h 1262109"/>
                <a:gd name="connsiteX17" fmla="*/ 402209 w 1681861"/>
                <a:gd name="connsiteY17" fmla="*/ 837040 h 1262109"/>
                <a:gd name="connsiteX18" fmla="*/ 338963 w 1681861"/>
                <a:gd name="connsiteY18" fmla="*/ 857106 h 1262109"/>
                <a:gd name="connsiteX19" fmla="*/ 376047 w 1681861"/>
                <a:gd name="connsiteY19" fmla="*/ 952483 h 1262109"/>
                <a:gd name="connsiteX20" fmla="*/ 342900 w 1681861"/>
                <a:gd name="connsiteY20" fmla="*/ 1084182 h 1262109"/>
                <a:gd name="connsiteX21" fmla="*/ 265811 w 1681861"/>
                <a:gd name="connsiteY21" fmla="*/ 1252838 h 1262109"/>
                <a:gd name="connsiteX22" fmla="*/ 240157 w 1681861"/>
                <a:gd name="connsiteY22" fmla="*/ 1256140 h 1262109"/>
                <a:gd name="connsiteX23" fmla="*/ 349377 w 1681861"/>
                <a:gd name="connsiteY23" fmla="*/ 970263 h 1262109"/>
                <a:gd name="connsiteX24" fmla="*/ 311531 w 1681861"/>
                <a:gd name="connsiteY24" fmla="*/ 868536 h 1262109"/>
                <a:gd name="connsiteX25" fmla="*/ 20955 w 1681861"/>
                <a:gd name="connsiteY25" fmla="*/ 1251568 h 1262109"/>
                <a:gd name="connsiteX26" fmla="*/ 0 w 1681861"/>
                <a:gd name="connsiteY26" fmla="*/ 1262109 h 1262109"/>
                <a:gd name="connsiteX27" fmla="*/ 133223 w 1681861"/>
                <a:gd name="connsiteY27" fmla="*/ 995790 h 1262109"/>
                <a:gd name="connsiteX28" fmla="*/ 412369 w 1681861"/>
                <a:gd name="connsiteY28" fmla="*/ 806814 h 1262109"/>
                <a:gd name="connsiteX29" fmla="*/ 198247 w 1681861"/>
                <a:gd name="connsiteY29" fmla="*/ 670924 h 1262109"/>
                <a:gd name="connsiteX30" fmla="*/ 101981 w 1681861"/>
                <a:gd name="connsiteY30" fmla="*/ 581008 h 1262109"/>
                <a:gd name="connsiteX31" fmla="*/ 175895 w 1681861"/>
                <a:gd name="connsiteY31" fmla="*/ 285606 h 1262109"/>
                <a:gd name="connsiteX32" fmla="*/ 379792 w 1681861"/>
                <a:gd name="connsiteY32" fmla="*/ 50048 h 1262109"/>
                <a:gd name="connsiteX33" fmla="*/ 672816 w 1681861"/>
                <a:gd name="connsiteY33" fmla="*/ 5278 h 1262109"/>
                <a:gd name="connsiteX34" fmla="*/ 972991 w 1681861"/>
                <a:gd name="connsiteY34" fmla="*/ 167838 h 1262109"/>
                <a:gd name="connsiteX35" fmla="*/ 1049655 w 1681861"/>
                <a:gd name="connsiteY35" fmla="*/ 304021 h 1262109"/>
                <a:gd name="connsiteX36" fmla="*/ 1114679 w 1681861"/>
                <a:gd name="connsiteY36" fmla="*/ 399271 h 1262109"/>
                <a:gd name="connsiteX37" fmla="*/ 1042924 w 1681861"/>
                <a:gd name="connsiteY37" fmla="*/ 629268 h 1262109"/>
                <a:gd name="connsiteX38" fmla="*/ 1025906 w 1681861"/>
                <a:gd name="connsiteY38" fmla="*/ 639174 h 1262109"/>
                <a:gd name="connsiteX39" fmla="*/ 832358 w 1681861"/>
                <a:gd name="connsiteY39" fmla="*/ 801734 h 1262109"/>
                <a:gd name="connsiteX40" fmla="*/ 1063879 w 1681861"/>
                <a:gd name="connsiteY40" fmla="*/ 931909 h 1262109"/>
                <a:gd name="connsiteX41" fmla="*/ 1164717 w 1681861"/>
                <a:gd name="connsiteY41" fmla="*/ 818879 h 1262109"/>
                <a:gd name="connsiteX42" fmla="*/ 1175385 w 1681861"/>
                <a:gd name="connsiteY42" fmla="*/ 730106 h 1262109"/>
                <a:gd name="connsiteX43" fmla="*/ 1226693 w 1681861"/>
                <a:gd name="connsiteY43" fmla="*/ 676766 h 1262109"/>
                <a:gd name="connsiteX44" fmla="*/ 1282700 w 1681861"/>
                <a:gd name="connsiteY44" fmla="*/ 694165 h 1262109"/>
                <a:gd name="connsiteX45" fmla="*/ 1388745 w 1681861"/>
                <a:gd name="connsiteY45" fmla="*/ 635237 h 1262109"/>
                <a:gd name="connsiteX46" fmla="*/ 1489583 w 1681861"/>
                <a:gd name="connsiteY46" fmla="*/ 679433 h 1262109"/>
                <a:gd name="connsiteX47" fmla="*/ 1522730 w 1681861"/>
                <a:gd name="connsiteY47" fmla="*/ 120506 h 1262109"/>
                <a:gd name="connsiteX48" fmla="*/ 1567561 w 1681861"/>
                <a:gd name="connsiteY48" fmla="*/ 66023 h 1262109"/>
                <a:gd name="connsiteX49" fmla="*/ 378191 w 1681861"/>
                <a:gd name="connsiteY49" fmla="*/ 86782 h 1262109"/>
                <a:gd name="connsiteX50" fmla="*/ 198247 w 1681861"/>
                <a:gd name="connsiteY50" fmla="*/ 293353 h 1262109"/>
                <a:gd name="connsiteX51" fmla="*/ 221869 w 1681861"/>
                <a:gd name="connsiteY51" fmla="*/ 303767 h 1262109"/>
                <a:gd name="connsiteX52" fmla="*/ 262001 w 1681861"/>
                <a:gd name="connsiteY52" fmla="*/ 386952 h 1262109"/>
                <a:gd name="connsiteX53" fmla="*/ 231648 w 1681861"/>
                <a:gd name="connsiteY53" fmla="*/ 613266 h 1262109"/>
                <a:gd name="connsiteX54" fmla="*/ 196850 w 1681861"/>
                <a:gd name="connsiteY54" fmla="*/ 634094 h 1262109"/>
                <a:gd name="connsiteX55" fmla="*/ 310642 w 1681861"/>
                <a:gd name="connsiteY55" fmla="*/ 734805 h 1262109"/>
                <a:gd name="connsiteX56" fmla="*/ 735076 w 1681861"/>
                <a:gd name="connsiteY56" fmla="*/ 802115 h 1262109"/>
                <a:gd name="connsiteX57" fmla="*/ 985774 w 1681861"/>
                <a:gd name="connsiteY57" fmla="*/ 645143 h 1262109"/>
                <a:gd name="connsiteX58" fmla="*/ 991489 w 1681861"/>
                <a:gd name="connsiteY58" fmla="*/ 642857 h 1262109"/>
                <a:gd name="connsiteX59" fmla="*/ 941956 w 1681861"/>
                <a:gd name="connsiteY59" fmla="*/ 178366 h 1262109"/>
                <a:gd name="connsiteX60" fmla="*/ 655811 w 1681861"/>
                <a:gd name="connsiteY60" fmla="*/ 27037 h 1262109"/>
                <a:gd name="connsiteX61" fmla="*/ 372956 w 1681861"/>
                <a:gd name="connsiteY61" fmla="*/ 85525 h 1262109"/>
                <a:gd name="connsiteX62" fmla="*/ 161417 w 1681861"/>
                <a:gd name="connsiteY62" fmla="*/ 322309 h 1262109"/>
                <a:gd name="connsiteX63" fmla="*/ 114554 w 1681861"/>
                <a:gd name="connsiteY63" fmla="*/ 539479 h 1262109"/>
                <a:gd name="connsiteX64" fmla="*/ 182499 w 1681861"/>
                <a:gd name="connsiteY64" fmla="*/ 610980 h 1262109"/>
                <a:gd name="connsiteX65" fmla="*/ 224917 w 1681861"/>
                <a:gd name="connsiteY65" fmla="*/ 575420 h 1262109"/>
                <a:gd name="connsiteX66" fmla="*/ 224536 w 1681861"/>
                <a:gd name="connsiteY66" fmla="*/ 352408 h 1262109"/>
                <a:gd name="connsiteX67" fmla="*/ 161417 w 1681861"/>
                <a:gd name="connsiteY67" fmla="*/ 322309 h 1262109"/>
                <a:gd name="connsiteX68" fmla="*/ 1039622 w 1681861"/>
                <a:gd name="connsiteY68" fmla="*/ 318626 h 1262109"/>
                <a:gd name="connsiteX69" fmla="*/ 1037717 w 1681861"/>
                <a:gd name="connsiteY69" fmla="*/ 612250 h 1262109"/>
                <a:gd name="connsiteX70" fmla="*/ 1039622 w 1681861"/>
                <a:gd name="connsiteY70" fmla="*/ 318626 h 1262109"/>
                <a:gd name="connsiteX71" fmla="*/ 1648333 w 1681861"/>
                <a:gd name="connsiteY71" fmla="*/ 705468 h 1262109"/>
                <a:gd name="connsiteX72" fmla="*/ 1654810 w 1681861"/>
                <a:gd name="connsiteY72" fmla="*/ 553449 h 1262109"/>
                <a:gd name="connsiteX73" fmla="*/ 1655191 w 1681861"/>
                <a:gd name="connsiteY73" fmla="*/ 414765 h 1262109"/>
                <a:gd name="connsiteX74" fmla="*/ 1654683 w 1681861"/>
                <a:gd name="connsiteY74" fmla="*/ 326754 h 1262109"/>
                <a:gd name="connsiteX75" fmla="*/ 1371092 w 1681861"/>
                <a:gd name="connsiteY75" fmla="*/ 667114 h 1262109"/>
                <a:gd name="connsiteX76" fmla="*/ 1249807 w 1681861"/>
                <a:gd name="connsiteY76" fmla="*/ 778874 h 1262109"/>
                <a:gd name="connsiteX77" fmla="*/ 1261618 w 1681861"/>
                <a:gd name="connsiteY77" fmla="*/ 708516 h 1262109"/>
                <a:gd name="connsiteX78" fmla="*/ 1208151 w 1681861"/>
                <a:gd name="connsiteY78" fmla="*/ 720962 h 1262109"/>
                <a:gd name="connsiteX79" fmla="*/ 1338961 w 1681861"/>
                <a:gd name="connsiteY79" fmla="*/ 933433 h 1262109"/>
                <a:gd name="connsiteX80" fmla="*/ 1462913 w 1681861"/>
                <a:gd name="connsiteY80" fmla="*/ 687180 h 1262109"/>
                <a:gd name="connsiteX81" fmla="*/ 1387475 w 1681861"/>
                <a:gd name="connsiteY81" fmla="*/ 780144 h 1262109"/>
                <a:gd name="connsiteX82" fmla="*/ 1427988 w 1681861"/>
                <a:gd name="connsiteY82" fmla="*/ 674099 h 1262109"/>
                <a:gd name="connsiteX83" fmla="*/ 1371092 w 1681861"/>
                <a:gd name="connsiteY83" fmla="*/ 667114 h 1262109"/>
                <a:gd name="connsiteX84" fmla="*/ 1081532 w 1681861"/>
                <a:gd name="connsiteY84" fmla="*/ 949181 h 1262109"/>
                <a:gd name="connsiteX85" fmla="*/ 1025652 w 1681861"/>
                <a:gd name="connsiteY85" fmla="*/ 969882 h 1262109"/>
                <a:gd name="connsiteX86" fmla="*/ 1042035 w 1681861"/>
                <a:gd name="connsiteY86" fmla="*/ 945244 h 1262109"/>
                <a:gd name="connsiteX87" fmla="*/ 913638 w 1681861"/>
                <a:gd name="connsiteY87" fmla="*/ 867012 h 1262109"/>
                <a:gd name="connsiteX88" fmla="*/ 964057 w 1681861"/>
                <a:gd name="connsiteY88" fmla="*/ 1115932 h 1262109"/>
                <a:gd name="connsiteX89" fmla="*/ 1097915 w 1681861"/>
                <a:gd name="connsiteY89" fmla="*/ 1143491 h 1262109"/>
                <a:gd name="connsiteX90" fmla="*/ 1340866 w 1681861"/>
                <a:gd name="connsiteY90" fmla="*/ 962770 h 1262109"/>
                <a:gd name="connsiteX91" fmla="*/ 1181608 w 1681861"/>
                <a:gd name="connsiteY91" fmla="*/ 848216 h 1262109"/>
                <a:gd name="connsiteX92" fmla="*/ 1081532 w 1681861"/>
                <a:gd name="connsiteY92" fmla="*/ 949181 h 1262109"/>
                <a:gd name="connsiteX0" fmla="*/ 1622933 w 1681861"/>
                <a:gd name="connsiteY0" fmla="*/ 158352 h 1262109"/>
                <a:gd name="connsiteX1" fmla="*/ 1559179 w 1681861"/>
                <a:gd name="connsiteY1" fmla="*/ 185657 h 1262109"/>
                <a:gd name="connsiteX2" fmla="*/ 1681861 w 1681861"/>
                <a:gd name="connsiteY2" fmla="*/ 330310 h 1262109"/>
                <a:gd name="connsiteX3" fmla="*/ 1681353 w 1681861"/>
                <a:gd name="connsiteY3" fmla="*/ 674353 h 1262109"/>
                <a:gd name="connsiteX4" fmla="*/ 1657731 w 1681861"/>
                <a:gd name="connsiteY4" fmla="*/ 744584 h 1262109"/>
                <a:gd name="connsiteX5" fmla="*/ 1517142 w 1681861"/>
                <a:gd name="connsiteY5" fmla="*/ 751569 h 1262109"/>
                <a:gd name="connsiteX6" fmla="*/ 1383030 w 1681861"/>
                <a:gd name="connsiteY6" fmla="*/ 957436 h 1262109"/>
                <a:gd name="connsiteX7" fmla="*/ 1096137 w 1681861"/>
                <a:gd name="connsiteY7" fmla="*/ 1169780 h 1262109"/>
                <a:gd name="connsiteX8" fmla="*/ 969010 w 1681861"/>
                <a:gd name="connsiteY8" fmla="*/ 1147936 h 1262109"/>
                <a:gd name="connsiteX9" fmla="*/ 968375 w 1681861"/>
                <a:gd name="connsiteY9" fmla="*/ 1244710 h 1262109"/>
                <a:gd name="connsiteX10" fmla="*/ 957580 w 1681861"/>
                <a:gd name="connsiteY10" fmla="*/ 1257410 h 1262109"/>
                <a:gd name="connsiteX11" fmla="*/ 942721 w 1681861"/>
                <a:gd name="connsiteY11" fmla="*/ 1254616 h 1262109"/>
                <a:gd name="connsiteX12" fmla="*/ 940562 w 1681861"/>
                <a:gd name="connsiteY12" fmla="*/ 1151111 h 1262109"/>
                <a:gd name="connsiteX13" fmla="*/ 914908 w 1681861"/>
                <a:gd name="connsiteY13" fmla="*/ 951340 h 1262109"/>
                <a:gd name="connsiteX14" fmla="*/ 854202 w 1681861"/>
                <a:gd name="connsiteY14" fmla="*/ 838310 h 1262109"/>
                <a:gd name="connsiteX15" fmla="*/ 678561 w 1681861"/>
                <a:gd name="connsiteY15" fmla="*/ 832214 h 1262109"/>
                <a:gd name="connsiteX16" fmla="*/ 448437 w 1681861"/>
                <a:gd name="connsiteY16" fmla="*/ 814180 h 1262109"/>
                <a:gd name="connsiteX17" fmla="*/ 402209 w 1681861"/>
                <a:gd name="connsiteY17" fmla="*/ 837040 h 1262109"/>
                <a:gd name="connsiteX18" fmla="*/ 338963 w 1681861"/>
                <a:gd name="connsiteY18" fmla="*/ 857106 h 1262109"/>
                <a:gd name="connsiteX19" fmla="*/ 376047 w 1681861"/>
                <a:gd name="connsiteY19" fmla="*/ 952483 h 1262109"/>
                <a:gd name="connsiteX20" fmla="*/ 342900 w 1681861"/>
                <a:gd name="connsiteY20" fmla="*/ 1084182 h 1262109"/>
                <a:gd name="connsiteX21" fmla="*/ 265811 w 1681861"/>
                <a:gd name="connsiteY21" fmla="*/ 1252838 h 1262109"/>
                <a:gd name="connsiteX22" fmla="*/ 240157 w 1681861"/>
                <a:gd name="connsiteY22" fmla="*/ 1256140 h 1262109"/>
                <a:gd name="connsiteX23" fmla="*/ 349377 w 1681861"/>
                <a:gd name="connsiteY23" fmla="*/ 970263 h 1262109"/>
                <a:gd name="connsiteX24" fmla="*/ 311531 w 1681861"/>
                <a:gd name="connsiteY24" fmla="*/ 868536 h 1262109"/>
                <a:gd name="connsiteX25" fmla="*/ 20955 w 1681861"/>
                <a:gd name="connsiteY25" fmla="*/ 1251568 h 1262109"/>
                <a:gd name="connsiteX26" fmla="*/ 0 w 1681861"/>
                <a:gd name="connsiteY26" fmla="*/ 1262109 h 1262109"/>
                <a:gd name="connsiteX27" fmla="*/ 133223 w 1681861"/>
                <a:gd name="connsiteY27" fmla="*/ 995790 h 1262109"/>
                <a:gd name="connsiteX28" fmla="*/ 412369 w 1681861"/>
                <a:gd name="connsiteY28" fmla="*/ 806814 h 1262109"/>
                <a:gd name="connsiteX29" fmla="*/ 198247 w 1681861"/>
                <a:gd name="connsiteY29" fmla="*/ 670924 h 1262109"/>
                <a:gd name="connsiteX30" fmla="*/ 101981 w 1681861"/>
                <a:gd name="connsiteY30" fmla="*/ 581008 h 1262109"/>
                <a:gd name="connsiteX31" fmla="*/ 175895 w 1681861"/>
                <a:gd name="connsiteY31" fmla="*/ 285606 h 1262109"/>
                <a:gd name="connsiteX32" fmla="*/ 379792 w 1681861"/>
                <a:gd name="connsiteY32" fmla="*/ 50048 h 1262109"/>
                <a:gd name="connsiteX33" fmla="*/ 672816 w 1681861"/>
                <a:gd name="connsiteY33" fmla="*/ 5278 h 1262109"/>
                <a:gd name="connsiteX34" fmla="*/ 972991 w 1681861"/>
                <a:gd name="connsiteY34" fmla="*/ 167838 h 1262109"/>
                <a:gd name="connsiteX35" fmla="*/ 1049655 w 1681861"/>
                <a:gd name="connsiteY35" fmla="*/ 304021 h 1262109"/>
                <a:gd name="connsiteX36" fmla="*/ 1114679 w 1681861"/>
                <a:gd name="connsiteY36" fmla="*/ 399271 h 1262109"/>
                <a:gd name="connsiteX37" fmla="*/ 1042924 w 1681861"/>
                <a:gd name="connsiteY37" fmla="*/ 629268 h 1262109"/>
                <a:gd name="connsiteX38" fmla="*/ 1025906 w 1681861"/>
                <a:gd name="connsiteY38" fmla="*/ 639174 h 1262109"/>
                <a:gd name="connsiteX39" fmla="*/ 832358 w 1681861"/>
                <a:gd name="connsiteY39" fmla="*/ 801734 h 1262109"/>
                <a:gd name="connsiteX40" fmla="*/ 1063879 w 1681861"/>
                <a:gd name="connsiteY40" fmla="*/ 931909 h 1262109"/>
                <a:gd name="connsiteX41" fmla="*/ 1164717 w 1681861"/>
                <a:gd name="connsiteY41" fmla="*/ 818879 h 1262109"/>
                <a:gd name="connsiteX42" fmla="*/ 1175385 w 1681861"/>
                <a:gd name="connsiteY42" fmla="*/ 730106 h 1262109"/>
                <a:gd name="connsiteX43" fmla="*/ 1226693 w 1681861"/>
                <a:gd name="connsiteY43" fmla="*/ 676766 h 1262109"/>
                <a:gd name="connsiteX44" fmla="*/ 1282700 w 1681861"/>
                <a:gd name="connsiteY44" fmla="*/ 694165 h 1262109"/>
                <a:gd name="connsiteX45" fmla="*/ 1388745 w 1681861"/>
                <a:gd name="connsiteY45" fmla="*/ 635237 h 1262109"/>
                <a:gd name="connsiteX46" fmla="*/ 1489583 w 1681861"/>
                <a:gd name="connsiteY46" fmla="*/ 679433 h 1262109"/>
                <a:gd name="connsiteX47" fmla="*/ 378191 w 1681861"/>
                <a:gd name="connsiteY47" fmla="*/ 86782 h 1262109"/>
                <a:gd name="connsiteX48" fmla="*/ 198247 w 1681861"/>
                <a:gd name="connsiteY48" fmla="*/ 293353 h 1262109"/>
                <a:gd name="connsiteX49" fmla="*/ 221869 w 1681861"/>
                <a:gd name="connsiteY49" fmla="*/ 303767 h 1262109"/>
                <a:gd name="connsiteX50" fmla="*/ 262001 w 1681861"/>
                <a:gd name="connsiteY50" fmla="*/ 386952 h 1262109"/>
                <a:gd name="connsiteX51" fmla="*/ 231648 w 1681861"/>
                <a:gd name="connsiteY51" fmla="*/ 613266 h 1262109"/>
                <a:gd name="connsiteX52" fmla="*/ 196850 w 1681861"/>
                <a:gd name="connsiteY52" fmla="*/ 634094 h 1262109"/>
                <a:gd name="connsiteX53" fmla="*/ 310642 w 1681861"/>
                <a:gd name="connsiteY53" fmla="*/ 734805 h 1262109"/>
                <a:gd name="connsiteX54" fmla="*/ 735076 w 1681861"/>
                <a:gd name="connsiteY54" fmla="*/ 802115 h 1262109"/>
                <a:gd name="connsiteX55" fmla="*/ 985774 w 1681861"/>
                <a:gd name="connsiteY55" fmla="*/ 645143 h 1262109"/>
                <a:gd name="connsiteX56" fmla="*/ 991489 w 1681861"/>
                <a:gd name="connsiteY56" fmla="*/ 642857 h 1262109"/>
                <a:gd name="connsiteX57" fmla="*/ 941956 w 1681861"/>
                <a:gd name="connsiteY57" fmla="*/ 178366 h 1262109"/>
                <a:gd name="connsiteX58" fmla="*/ 655811 w 1681861"/>
                <a:gd name="connsiteY58" fmla="*/ 27037 h 1262109"/>
                <a:gd name="connsiteX59" fmla="*/ 372956 w 1681861"/>
                <a:gd name="connsiteY59" fmla="*/ 85525 h 1262109"/>
                <a:gd name="connsiteX60" fmla="*/ 161417 w 1681861"/>
                <a:gd name="connsiteY60" fmla="*/ 322309 h 1262109"/>
                <a:gd name="connsiteX61" fmla="*/ 114554 w 1681861"/>
                <a:gd name="connsiteY61" fmla="*/ 539479 h 1262109"/>
                <a:gd name="connsiteX62" fmla="*/ 182499 w 1681861"/>
                <a:gd name="connsiteY62" fmla="*/ 610980 h 1262109"/>
                <a:gd name="connsiteX63" fmla="*/ 224917 w 1681861"/>
                <a:gd name="connsiteY63" fmla="*/ 575420 h 1262109"/>
                <a:gd name="connsiteX64" fmla="*/ 224536 w 1681861"/>
                <a:gd name="connsiteY64" fmla="*/ 352408 h 1262109"/>
                <a:gd name="connsiteX65" fmla="*/ 161417 w 1681861"/>
                <a:gd name="connsiteY65" fmla="*/ 322309 h 1262109"/>
                <a:gd name="connsiteX66" fmla="*/ 1039622 w 1681861"/>
                <a:gd name="connsiteY66" fmla="*/ 318626 h 1262109"/>
                <a:gd name="connsiteX67" fmla="*/ 1037717 w 1681861"/>
                <a:gd name="connsiteY67" fmla="*/ 612250 h 1262109"/>
                <a:gd name="connsiteX68" fmla="*/ 1039622 w 1681861"/>
                <a:gd name="connsiteY68" fmla="*/ 318626 h 1262109"/>
                <a:gd name="connsiteX69" fmla="*/ 1648333 w 1681861"/>
                <a:gd name="connsiteY69" fmla="*/ 705468 h 1262109"/>
                <a:gd name="connsiteX70" fmla="*/ 1654810 w 1681861"/>
                <a:gd name="connsiteY70" fmla="*/ 553449 h 1262109"/>
                <a:gd name="connsiteX71" fmla="*/ 1655191 w 1681861"/>
                <a:gd name="connsiteY71" fmla="*/ 414765 h 1262109"/>
                <a:gd name="connsiteX72" fmla="*/ 1654683 w 1681861"/>
                <a:gd name="connsiteY72" fmla="*/ 326754 h 1262109"/>
                <a:gd name="connsiteX73" fmla="*/ 1371092 w 1681861"/>
                <a:gd name="connsiteY73" fmla="*/ 667114 h 1262109"/>
                <a:gd name="connsiteX74" fmla="*/ 1249807 w 1681861"/>
                <a:gd name="connsiteY74" fmla="*/ 778874 h 1262109"/>
                <a:gd name="connsiteX75" fmla="*/ 1261618 w 1681861"/>
                <a:gd name="connsiteY75" fmla="*/ 708516 h 1262109"/>
                <a:gd name="connsiteX76" fmla="*/ 1208151 w 1681861"/>
                <a:gd name="connsiteY76" fmla="*/ 720962 h 1262109"/>
                <a:gd name="connsiteX77" fmla="*/ 1338961 w 1681861"/>
                <a:gd name="connsiteY77" fmla="*/ 933433 h 1262109"/>
                <a:gd name="connsiteX78" fmla="*/ 1462913 w 1681861"/>
                <a:gd name="connsiteY78" fmla="*/ 687180 h 1262109"/>
                <a:gd name="connsiteX79" fmla="*/ 1387475 w 1681861"/>
                <a:gd name="connsiteY79" fmla="*/ 780144 h 1262109"/>
                <a:gd name="connsiteX80" fmla="*/ 1427988 w 1681861"/>
                <a:gd name="connsiteY80" fmla="*/ 674099 h 1262109"/>
                <a:gd name="connsiteX81" fmla="*/ 1371092 w 1681861"/>
                <a:gd name="connsiteY81" fmla="*/ 667114 h 1262109"/>
                <a:gd name="connsiteX82" fmla="*/ 1081532 w 1681861"/>
                <a:gd name="connsiteY82" fmla="*/ 949181 h 1262109"/>
                <a:gd name="connsiteX83" fmla="*/ 1025652 w 1681861"/>
                <a:gd name="connsiteY83" fmla="*/ 969882 h 1262109"/>
                <a:gd name="connsiteX84" fmla="*/ 1042035 w 1681861"/>
                <a:gd name="connsiteY84" fmla="*/ 945244 h 1262109"/>
                <a:gd name="connsiteX85" fmla="*/ 913638 w 1681861"/>
                <a:gd name="connsiteY85" fmla="*/ 867012 h 1262109"/>
                <a:gd name="connsiteX86" fmla="*/ 964057 w 1681861"/>
                <a:gd name="connsiteY86" fmla="*/ 1115932 h 1262109"/>
                <a:gd name="connsiteX87" fmla="*/ 1097915 w 1681861"/>
                <a:gd name="connsiteY87" fmla="*/ 1143491 h 1262109"/>
                <a:gd name="connsiteX88" fmla="*/ 1340866 w 1681861"/>
                <a:gd name="connsiteY88" fmla="*/ 962770 h 1262109"/>
                <a:gd name="connsiteX89" fmla="*/ 1181608 w 1681861"/>
                <a:gd name="connsiteY89" fmla="*/ 848216 h 1262109"/>
                <a:gd name="connsiteX90" fmla="*/ 1081532 w 1681861"/>
                <a:gd name="connsiteY90" fmla="*/ 949181 h 1262109"/>
                <a:gd name="connsiteX0" fmla="*/ 1622933 w 1681861"/>
                <a:gd name="connsiteY0" fmla="*/ 158352 h 1262109"/>
                <a:gd name="connsiteX1" fmla="*/ 1681861 w 1681861"/>
                <a:gd name="connsiteY1" fmla="*/ 330310 h 1262109"/>
                <a:gd name="connsiteX2" fmla="*/ 1681353 w 1681861"/>
                <a:gd name="connsiteY2" fmla="*/ 674353 h 1262109"/>
                <a:gd name="connsiteX3" fmla="*/ 1657731 w 1681861"/>
                <a:gd name="connsiteY3" fmla="*/ 744584 h 1262109"/>
                <a:gd name="connsiteX4" fmla="*/ 1517142 w 1681861"/>
                <a:gd name="connsiteY4" fmla="*/ 751569 h 1262109"/>
                <a:gd name="connsiteX5" fmla="*/ 1383030 w 1681861"/>
                <a:gd name="connsiteY5" fmla="*/ 957436 h 1262109"/>
                <a:gd name="connsiteX6" fmla="*/ 1096137 w 1681861"/>
                <a:gd name="connsiteY6" fmla="*/ 1169780 h 1262109"/>
                <a:gd name="connsiteX7" fmla="*/ 969010 w 1681861"/>
                <a:gd name="connsiteY7" fmla="*/ 1147936 h 1262109"/>
                <a:gd name="connsiteX8" fmla="*/ 968375 w 1681861"/>
                <a:gd name="connsiteY8" fmla="*/ 1244710 h 1262109"/>
                <a:gd name="connsiteX9" fmla="*/ 957580 w 1681861"/>
                <a:gd name="connsiteY9" fmla="*/ 1257410 h 1262109"/>
                <a:gd name="connsiteX10" fmla="*/ 942721 w 1681861"/>
                <a:gd name="connsiteY10" fmla="*/ 1254616 h 1262109"/>
                <a:gd name="connsiteX11" fmla="*/ 940562 w 1681861"/>
                <a:gd name="connsiteY11" fmla="*/ 1151111 h 1262109"/>
                <a:gd name="connsiteX12" fmla="*/ 914908 w 1681861"/>
                <a:gd name="connsiteY12" fmla="*/ 951340 h 1262109"/>
                <a:gd name="connsiteX13" fmla="*/ 854202 w 1681861"/>
                <a:gd name="connsiteY13" fmla="*/ 838310 h 1262109"/>
                <a:gd name="connsiteX14" fmla="*/ 678561 w 1681861"/>
                <a:gd name="connsiteY14" fmla="*/ 832214 h 1262109"/>
                <a:gd name="connsiteX15" fmla="*/ 448437 w 1681861"/>
                <a:gd name="connsiteY15" fmla="*/ 814180 h 1262109"/>
                <a:gd name="connsiteX16" fmla="*/ 402209 w 1681861"/>
                <a:gd name="connsiteY16" fmla="*/ 837040 h 1262109"/>
                <a:gd name="connsiteX17" fmla="*/ 338963 w 1681861"/>
                <a:gd name="connsiteY17" fmla="*/ 857106 h 1262109"/>
                <a:gd name="connsiteX18" fmla="*/ 376047 w 1681861"/>
                <a:gd name="connsiteY18" fmla="*/ 952483 h 1262109"/>
                <a:gd name="connsiteX19" fmla="*/ 342900 w 1681861"/>
                <a:gd name="connsiteY19" fmla="*/ 1084182 h 1262109"/>
                <a:gd name="connsiteX20" fmla="*/ 265811 w 1681861"/>
                <a:gd name="connsiteY20" fmla="*/ 1252838 h 1262109"/>
                <a:gd name="connsiteX21" fmla="*/ 240157 w 1681861"/>
                <a:gd name="connsiteY21" fmla="*/ 1256140 h 1262109"/>
                <a:gd name="connsiteX22" fmla="*/ 349377 w 1681861"/>
                <a:gd name="connsiteY22" fmla="*/ 970263 h 1262109"/>
                <a:gd name="connsiteX23" fmla="*/ 311531 w 1681861"/>
                <a:gd name="connsiteY23" fmla="*/ 868536 h 1262109"/>
                <a:gd name="connsiteX24" fmla="*/ 20955 w 1681861"/>
                <a:gd name="connsiteY24" fmla="*/ 1251568 h 1262109"/>
                <a:gd name="connsiteX25" fmla="*/ 0 w 1681861"/>
                <a:gd name="connsiteY25" fmla="*/ 1262109 h 1262109"/>
                <a:gd name="connsiteX26" fmla="*/ 133223 w 1681861"/>
                <a:gd name="connsiteY26" fmla="*/ 995790 h 1262109"/>
                <a:gd name="connsiteX27" fmla="*/ 412369 w 1681861"/>
                <a:gd name="connsiteY27" fmla="*/ 806814 h 1262109"/>
                <a:gd name="connsiteX28" fmla="*/ 198247 w 1681861"/>
                <a:gd name="connsiteY28" fmla="*/ 670924 h 1262109"/>
                <a:gd name="connsiteX29" fmla="*/ 101981 w 1681861"/>
                <a:gd name="connsiteY29" fmla="*/ 581008 h 1262109"/>
                <a:gd name="connsiteX30" fmla="*/ 175895 w 1681861"/>
                <a:gd name="connsiteY30" fmla="*/ 285606 h 1262109"/>
                <a:gd name="connsiteX31" fmla="*/ 379792 w 1681861"/>
                <a:gd name="connsiteY31" fmla="*/ 50048 h 1262109"/>
                <a:gd name="connsiteX32" fmla="*/ 672816 w 1681861"/>
                <a:gd name="connsiteY32" fmla="*/ 5278 h 1262109"/>
                <a:gd name="connsiteX33" fmla="*/ 972991 w 1681861"/>
                <a:gd name="connsiteY33" fmla="*/ 167838 h 1262109"/>
                <a:gd name="connsiteX34" fmla="*/ 1049655 w 1681861"/>
                <a:gd name="connsiteY34" fmla="*/ 304021 h 1262109"/>
                <a:gd name="connsiteX35" fmla="*/ 1114679 w 1681861"/>
                <a:gd name="connsiteY35" fmla="*/ 399271 h 1262109"/>
                <a:gd name="connsiteX36" fmla="*/ 1042924 w 1681861"/>
                <a:gd name="connsiteY36" fmla="*/ 629268 h 1262109"/>
                <a:gd name="connsiteX37" fmla="*/ 1025906 w 1681861"/>
                <a:gd name="connsiteY37" fmla="*/ 639174 h 1262109"/>
                <a:gd name="connsiteX38" fmla="*/ 832358 w 1681861"/>
                <a:gd name="connsiteY38" fmla="*/ 801734 h 1262109"/>
                <a:gd name="connsiteX39" fmla="*/ 1063879 w 1681861"/>
                <a:gd name="connsiteY39" fmla="*/ 931909 h 1262109"/>
                <a:gd name="connsiteX40" fmla="*/ 1164717 w 1681861"/>
                <a:gd name="connsiteY40" fmla="*/ 818879 h 1262109"/>
                <a:gd name="connsiteX41" fmla="*/ 1175385 w 1681861"/>
                <a:gd name="connsiteY41" fmla="*/ 730106 h 1262109"/>
                <a:gd name="connsiteX42" fmla="*/ 1226693 w 1681861"/>
                <a:gd name="connsiteY42" fmla="*/ 676766 h 1262109"/>
                <a:gd name="connsiteX43" fmla="*/ 1282700 w 1681861"/>
                <a:gd name="connsiteY43" fmla="*/ 694165 h 1262109"/>
                <a:gd name="connsiteX44" fmla="*/ 1388745 w 1681861"/>
                <a:gd name="connsiteY44" fmla="*/ 635237 h 1262109"/>
                <a:gd name="connsiteX45" fmla="*/ 1489583 w 1681861"/>
                <a:gd name="connsiteY45" fmla="*/ 679433 h 1262109"/>
                <a:gd name="connsiteX46" fmla="*/ 378191 w 1681861"/>
                <a:gd name="connsiteY46" fmla="*/ 86782 h 1262109"/>
                <a:gd name="connsiteX47" fmla="*/ 198247 w 1681861"/>
                <a:gd name="connsiteY47" fmla="*/ 293353 h 1262109"/>
                <a:gd name="connsiteX48" fmla="*/ 221869 w 1681861"/>
                <a:gd name="connsiteY48" fmla="*/ 303767 h 1262109"/>
                <a:gd name="connsiteX49" fmla="*/ 262001 w 1681861"/>
                <a:gd name="connsiteY49" fmla="*/ 386952 h 1262109"/>
                <a:gd name="connsiteX50" fmla="*/ 231648 w 1681861"/>
                <a:gd name="connsiteY50" fmla="*/ 613266 h 1262109"/>
                <a:gd name="connsiteX51" fmla="*/ 196850 w 1681861"/>
                <a:gd name="connsiteY51" fmla="*/ 634094 h 1262109"/>
                <a:gd name="connsiteX52" fmla="*/ 310642 w 1681861"/>
                <a:gd name="connsiteY52" fmla="*/ 734805 h 1262109"/>
                <a:gd name="connsiteX53" fmla="*/ 735076 w 1681861"/>
                <a:gd name="connsiteY53" fmla="*/ 802115 h 1262109"/>
                <a:gd name="connsiteX54" fmla="*/ 985774 w 1681861"/>
                <a:gd name="connsiteY54" fmla="*/ 645143 h 1262109"/>
                <a:gd name="connsiteX55" fmla="*/ 991489 w 1681861"/>
                <a:gd name="connsiteY55" fmla="*/ 642857 h 1262109"/>
                <a:gd name="connsiteX56" fmla="*/ 941956 w 1681861"/>
                <a:gd name="connsiteY56" fmla="*/ 178366 h 1262109"/>
                <a:gd name="connsiteX57" fmla="*/ 655811 w 1681861"/>
                <a:gd name="connsiteY57" fmla="*/ 27037 h 1262109"/>
                <a:gd name="connsiteX58" fmla="*/ 372956 w 1681861"/>
                <a:gd name="connsiteY58" fmla="*/ 85525 h 1262109"/>
                <a:gd name="connsiteX59" fmla="*/ 161417 w 1681861"/>
                <a:gd name="connsiteY59" fmla="*/ 322309 h 1262109"/>
                <a:gd name="connsiteX60" fmla="*/ 114554 w 1681861"/>
                <a:gd name="connsiteY60" fmla="*/ 539479 h 1262109"/>
                <a:gd name="connsiteX61" fmla="*/ 182499 w 1681861"/>
                <a:gd name="connsiteY61" fmla="*/ 610980 h 1262109"/>
                <a:gd name="connsiteX62" fmla="*/ 224917 w 1681861"/>
                <a:gd name="connsiteY62" fmla="*/ 575420 h 1262109"/>
                <a:gd name="connsiteX63" fmla="*/ 224536 w 1681861"/>
                <a:gd name="connsiteY63" fmla="*/ 352408 h 1262109"/>
                <a:gd name="connsiteX64" fmla="*/ 161417 w 1681861"/>
                <a:gd name="connsiteY64" fmla="*/ 322309 h 1262109"/>
                <a:gd name="connsiteX65" fmla="*/ 1039622 w 1681861"/>
                <a:gd name="connsiteY65" fmla="*/ 318626 h 1262109"/>
                <a:gd name="connsiteX66" fmla="*/ 1037717 w 1681861"/>
                <a:gd name="connsiteY66" fmla="*/ 612250 h 1262109"/>
                <a:gd name="connsiteX67" fmla="*/ 1039622 w 1681861"/>
                <a:gd name="connsiteY67" fmla="*/ 318626 h 1262109"/>
                <a:gd name="connsiteX68" fmla="*/ 1648333 w 1681861"/>
                <a:gd name="connsiteY68" fmla="*/ 705468 h 1262109"/>
                <a:gd name="connsiteX69" fmla="*/ 1654810 w 1681861"/>
                <a:gd name="connsiteY69" fmla="*/ 553449 h 1262109"/>
                <a:gd name="connsiteX70" fmla="*/ 1655191 w 1681861"/>
                <a:gd name="connsiteY70" fmla="*/ 414765 h 1262109"/>
                <a:gd name="connsiteX71" fmla="*/ 1654683 w 1681861"/>
                <a:gd name="connsiteY71" fmla="*/ 326754 h 1262109"/>
                <a:gd name="connsiteX72" fmla="*/ 1371092 w 1681861"/>
                <a:gd name="connsiteY72" fmla="*/ 667114 h 1262109"/>
                <a:gd name="connsiteX73" fmla="*/ 1249807 w 1681861"/>
                <a:gd name="connsiteY73" fmla="*/ 778874 h 1262109"/>
                <a:gd name="connsiteX74" fmla="*/ 1261618 w 1681861"/>
                <a:gd name="connsiteY74" fmla="*/ 708516 h 1262109"/>
                <a:gd name="connsiteX75" fmla="*/ 1208151 w 1681861"/>
                <a:gd name="connsiteY75" fmla="*/ 720962 h 1262109"/>
                <a:gd name="connsiteX76" fmla="*/ 1338961 w 1681861"/>
                <a:gd name="connsiteY76" fmla="*/ 933433 h 1262109"/>
                <a:gd name="connsiteX77" fmla="*/ 1462913 w 1681861"/>
                <a:gd name="connsiteY77" fmla="*/ 687180 h 1262109"/>
                <a:gd name="connsiteX78" fmla="*/ 1387475 w 1681861"/>
                <a:gd name="connsiteY78" fmla="*/ 780144 h 1262109"/>
                <a:gd name="connsiteX79" fmla="*/ 1427988 w 1681861"/>
                <a:gd name="connsiteY79" fmla="*/ 674099 h 1262109"/>
                <a:gd name="connsiteX80" fmla="*/ 1371092 w 1681861"/>
                <a:gd name="connsiteY80" fmla="*/ 667114 h 1262109"/>
                <a:gd name="connsiteX81" fmla="*/ 1081532 w 1681861"/>
                <a:gd name="connsiteY81" fmla="*/ 949181 h 1262109"/>
                <a:gd name="connsiteX82" fmla="*/ 1025652 w 1681861"/>
                <a:gd name="connsiteY82" fmla="*/ 969882 h 1262109"/>
                <a:gd name="connsiteX83" fmla="*/ 1042035 w 1681861"/>
                <a:gd name="connsiteY83" fmla="*/ 945244 h 1262109"/>
                <a:gd name="connsiteX84" fmla="*/ 913638 w 1681861"/>
                <a:gd name="connsiteY84" fmla="*/ 867012 h 1262109"/>
                <a:gd name="connsiteX85" fmla="*/ 964057 w 1681861"/>
                <a:gd name="connsiteY85" fmla="*/ 1115932 h 1262109"/>
                <a:gd name="connsiteX86" fmla="*/ 1097915 w 1681861"/>
                <a:gd name="connsiteY86" fmla="*/ 1143491 h 1262109"/>
                <a:gd name="connsiteX87" fmla="*/ 1340866 w 1681861"/>
                <a:gd name="connsiteY87" fmla="*/ 962770 h 1262109"/>
                <a:gd name="connsiteX88" fmla="*/ 1181608 w 1681861"/>
                <a:gd name="connsiteY88" fmla="*/ 848216 h 1262109"/>
                <a:gd name="connsiteX89" fmla="*/ 1081532 w 1681861"/>
                <a:gd name="connsiteY89" fmla="*/ 949181 h 1262109"/>
                <a:gd name="connsiteX0" fmla="*/ 1622933 w 1681861"/>
                <a:gd name="connsiteY0" fmla="*/ 158352 h 1262109"/>
                <a:gd name="connsiteX1" fmla="*/ 1681861 w 1681861"/>
                <a:gd name="connsiteY1" fmla="*/ 330310 h 1262109"/>
                <a:gd name="connsiteX2" fmla="*/ 1681353 w 1681861"/>
                <a:gd name="connsiteY2" fmla="*/ 674353 h 1262109"/>
                <a:gd name="connsiteX3" fmla="*/ 1657731 w 1681861"/>
                <a:gd name="connsiteY3" fmla="*/ 744584 h 1262109"/>
                <a:gd name="connsiteX4" fmla="*/ 1517142 w 1681861"/>
                <a:gd name="connsiteY4" fmla="*/ 751569 h 1262109"/>
                <a:gd name="connsiteX5" fmla="*/ 1383030 w 1681861"/>
                <a:gd name="connsiteY5" fmla="*/ 957436 h 1262109"/>
                <a:gd name="connsiteX6" fmla="*/ 1096137 w 1681861"/>
                <a:gd name="connsiteY6" fmla="*/ 1169780 h 1262109"/>
                <a:gd name="connsiteX7" fmla="*/ 969010 w 1681861"/>
                <a:gd name="connsiteY7" fmla="*/ 1147936 h 1262109"/>
                <a:gd name="connsiteX8" fmla="*/ 968375 w 1681861"/>
                <a:gd name="connsiteY8" fmla="*/ 1244710 h 1262109"/>
                <a:gd name="connsiteX9" fmla="*/ 957580 w 1681861"/>
                <a:gd name="connsiteY9" fmla="*/ 1257410 h 1262109"/>
                <a:gd name="connsiteX10" fmla="*/ 942721 w 1681861"/>
                <a:gd name="connsiteY10" fmla="*/ 1254616 h 1262109"/>
                <a:gd name="connsiteX11" fmla="*/ 940562 w 1681861"/>
                <a:gd name="connsiteY11" fmla="*/ 1151111 h 1262109"/>
                <a:gd name="connsiteX12" fmla="*/ 914908 w 1681861"/>
                <a:gd name="connsiteY12" fmla="*/ 951340 h 1262109"/>
                <a:gd name="connsiteX13" fmla="*/ 854202 w 1681861"/>
                <a:gd name="connsiteY13" fmla="*/ 838310 h 1262109"/>
                <a:gd name="connsiteX14" fmla="*/ 678561 w 1681861"/>
                <a:gd name="connsiteY14" fmla="*/ 832214 h 1262109"/>
                <a:gd name="connsiteX15" fmla="*/ 448437 w 1681861"/>
                <a:gd name="connsiteY15" fmla="*/ 814180 h 1262109"/>
                <a:gd name="connsiteX16" fmla="*/ 402209 w 1681861"/>
                <a:gd name="connsiteY16" fmla="*/ 837040 h 1262109"/>
                <a:gd name="connsiteX17" fmla="*/ 338963 w 1681861"/>
                <a:gd name="connsiteY17" fmla="*/ 857106 h 1262109"/>
                <a:gd name="connsiteX18" fmla="*/ 376047 w 1681861"/>
                <a:gd name="connsiteY18" fmla="*/ 952483 h 1262109"/>
                <a:gd name="connsiteX19" fmla="*/ 342900 w 1681861"/>
                <a:gd name="connsiteY19" fmla="*/ 1084182 h 1262109"/>
                <a:gd name="connsiteX20" fmla="*/ 265811 w 1681861"/>
                <a:gd name="connsiteY20" fmla="*/ 1252838 h 1262109"/>
                <a:gd name="connsiteX21" fmla="*/ 240157 w 1681861"/>
                <a:gd name="connsiteY21" fmla="*/ 1256140 h 1262109"/>
                <a:gd name="connsiteX22" fmla="*/ 349377 w 1681861"/>
                <a:gd name="connsiteY22" fmla="*/ 970263 h 1262109"/>
                <a:gd name="connsiteX23" fmla="*/ 311531 w 1681861"/>
                <a:gd name="connsiteY23" fmla="*/ 868536 h 1262109"/>
                <a:gd name="connsiteX24" fmla="*/ 20955 w 1681861"/>
                <a:gd name="connsiteY24" fmla="*/ 1251568 h 1262109"/>
                <a:gd name="connsiteX25" fmla="*/ 0 w 1681861"/>
                <a:gd name="connsiteY25" fmla="*/ 1262109 h 1262109"/>
                <a:gd name="connsiteX26" fmla="*/ 133223 w 1681861"/>
                <a:gd name="connsiteY26" fmla="*/ 995790 h 1262109"/>
                <a:gd name="connsiteX27" fmla="*/ 412369 w 1681861"/>
                <a:gd name="connsiteY27" fmla="*/ 806814 h 1262109"/>
                <a:gd name="connsiteX28" fmla="*/ 198247 w 1681861"/>
                <a:gd name="connsiteY28" fmla="*/ 670924 h 1262109"/>
                <a:gd name="connsiteX29" fmla="*/ 101981 w 1681861"/>
                <a:gd name="connsiteY29" fmla="*/ 581008 h 1262109"/>
                <a:gd name="connsiteX30" fmla="*/ 175895 w 1681861"/>
                <a:gd name="connsiteY30" fmla="*/ 285606 h 1262109"/>
                <a:gd name="connsiteX31" fmla="*/ 379792 w 1681861"/>
                <a:gd name="connsiteY31" fmla="*/ 50048 h 1262109"/>
                <a:gd name="connsiteX32" fmla="*/ 672816 w 1681861"/>
                <a:gd name="connsiteY32" fmla="*/ 5278 h 1262109"/>
                <a:gd name="connsiteX33" fmla="*/ 972991 w 1681861"/>
                <a:gd name="connsiteY33" fmla="*/ 167838 h 1262109"/>
                <a:gd name="connsiteX34" fmla="*/ 1049655 w 1681861"/>
                <a:gd name="connsiteY34" fmla="*/ 304021 h 1262109"/>
                <a:gd name="connsiteX35" fmla="*/ 1114679 w 1681861"/>
                <a:gd name="connsiteY35" fmla="*/ 399271 h 1262109"/>
                <a:gd name="connsiteX36" fmla="*/ 1042924 w 1681861"/>
                <a:gd name="connsiteY36" fmla="*/ 629268 h 1262109"/>
                <a:gd name="connsiteX37" fmla="*/ 1025906 w 1681861"/>
                <a:gd name="connsiteY37" fmla="*/ 639174 h 1262109"/>
                <a:gd name="connsiteX38" fmla="*/ 832358 w 1681861"/>
                <a:gd name="connsiteY38" fmla="*/ 801734 h 1262109"/>
                <a:gd name="connsiteX39" fmla="*/ 1063879 w 1681861"/>
                <a:gd name="connsiteY39" fmla="*/ 931909 h 1262109"/>
                <a:gd name="connsiteX40" fmla="*/ 1164717 w 1681861"/>
                <a:gd name="connsiteY40" fmla="*/ 818879 h 1262109"/>
                <a:gd name="connsiteX41" fmla="*/ 1175385 w 1681861"/>
                <a:gd name="connsiteY41" fmla="*/ 730106 h 1262109"/>
                <a:gd name="connsiteX42" fmla="*/ 1226693 w 1681861"/>
                <a:gd name="connsiteY42" fmla="*/ 676766 h 1262109"/>
                <a:gd name="connsiteX43" fmla="*/ 1282700 w 1681861"/>
                <a:gd name="connsiteY43" fmla="*/ 694165 h 1262109"/>
                <a:gd name="connsiteX44" fmla="*/ 1388745 w 1681861"/>
                <a:gd name="connsiteY44" fmla="*/ 635237 h 1262109"/>
                <a:gd name="connsiteX45" fmla="*/ 1489583 w 1681861"/>
                <a:gd name="connsiteY45" fmla="*/ 679433 h 1262109"/>
                <a:gd name="connsiteX46" fmla="*/ 378191 w 1681861"/>
                <a:gd name="connsiteY46" fmla="*/ 86782 h 1262109"/>
                <a:gd name="connsiteX47" fmla="*/ 198247 w 1681861"/>
                <a:gd name="connsiteY47" fmla="*/ 293353 h 1262109"/>
                <a:gd name="connsiteX48" fmla="*/ 221869 w 1681861"/>
                <a:gd name="connsiteY48" fmla="*/ 303767 h 1262109"/>
                <a:gd name="connsiteX49" fmla="*/ 262001 w 1681861"/>
                <a:gd name="connsiteY49" fmla="*/ 386952 h 1262109"/>
                <a:gd name="connsiteX50" fmla="*/ 231648 w 1681861"/>
                <a:gd name="connsiteY50" fmla="*/ 613266 h 1262109"/>
                <a:gd name="connsiteX51" fmla="*/ 196850 w 1681861"/>
                <a:gd name="connsiteY51" fmla="*/ 634094 h 1262109"/>
                <a:gd name="connsiteX52" fmla="*/ 310642 w 1681861"/>
                <a:gd name="connsiteY52" fmla="*/ 734805 h 1262109"/>
                <a:gd name="connsiteX53" fmla="*/ 735076 w 1681861"/>
                <a:gd name="connsiteY53" fmla="*/ 802115 h 1262109"/>
                <a:gd name="connsiteX54" fmla="*/ 985774 w 1681861"/>
                <a:gd name="connsiteY54" fmla="*/ 645143 h 1262109"/>
                <a:gd name="connsiteX55" fmla="*/ 991489 w 1681861"/>
                <a:gd name="connsiteY55" fmla="*/ 642857 h 1262109"/>
                <a:gd name="connsiteX56" fmla="*/ 941956 w 1681861"/>
                <a:gd name="connsiteY56" fmla="*/ 178366 h 1262109"/>
                <a:gd name="connsiteX57" fmla="*/ 655811 w 1681861"/>
                <a:gd name="connsiteY57" fmla="*/ 27037 h 1262109"/>
                <a:gd name="connsiteX58" fmla="*/ 372956 w 1681861"/>
                <a:gd name="connsiteY58" fmla="*/ 85525 h 1262109"/>
                <a:gd name="connsiteX59" fmla="*/ 161417 w 1681861"/>
                <a:gd name="connsiteY59" fmla="*/ 322309 h 1262109"/>
                <a:gd name="connsiteX60" fmla="*/ 114554 w 1681861"/>
                <a:gd name="connsiteY60" fmla="*/ 539479 h 1262109"/>
                <a:gd name="connsiteX61" fmla="*/ 182499 w 1681861"/>
                <a:gd name="connsiteY61" fmla="*/ 610980 h 1262109"/>
                <a:gd name="connsiteX62" fmla="*/ 224917 w 1681861"/>
                <a:gd name="connsiteY62" fmla="*/ 575420 h 1262109"/>
                <a:gd name="connsiteX63" fmla="*/ 224536 w 1681861"/>
                <a:gd name="connsiteY63" fmla="*/ 352408 h 1262109"/>
                <a:gd name="connsiteX64" fmla="*/ 161417 w 1681861"/>
                <a:gd name="connsiteY64" fmla="*/ 322309 h 1262109"/>
                <a:gd name="connsiteX65" fmla="*/ 1039622 w 1681861"/>
                <a:gd name="connsiteY65" fmla="*/ 318626 h 1262109"/>
                <a:gd name="connsiteX66" fmla="*/ 1037717 w 1681861"/>
                <a:gd name="connsiteY66" fmla="*/ 612250 h 1262109"/>
                <a:gd name="connsiteX67" fmla="*/ 1039622 w 1681861"/>
                <a:gd name="connsiteY67" fmla="*/ 318626 h 1262109"/>
                <a:gd name="connsiteX68" fmla="*/ 1648333 w 1681861"/>
                <a:gd name="connsiteY68" fmla="*/ 705468 h 1262109"/>
                <a:gd name="connsiteX69" fmla="*/ 1654810 w 1681861"/>
                <a:gd name="connsiteY69" fmla="*/ 553449 h 1262109"/>
                <a:gd name="connsiteX70" fmla="*/ 1655191 w 1681861"/>
                <a:gd name="connsiteY70" fmla="*/ 414765 h 1262109"/>
                <a:gd name="connsiteX71" fmla="*/ 1371092 w 1681861"/>
                <a:gd name="connsiteY71" fmla="*/ 667114 h 1262109"/>
                <a:gd name="connsiteX72" fmla="*/ 1249807 w 1681861"/>
                <a:gd name="connsiteY72" fmla="*/ 778874 h 1262109"/>
                <a:gd name="connsiteX73" fmla="*/ 1261618 w 1681861"/>
                <a:gd name="connsiteY73" fmla="*/ 708516 h 1262109"/>
                <a:gd name="connsiteX74" fmla="*/ 1208151 w 1681861"/>
                <a:gd name="connsiteY74" fmla="*/ 720962 h 1262109"/>
                <a:gd name="connsiteX75" fmla="*/ 1338961 w 1681861"/>
                <a:gd name="connsiteY75" fmla="*/ 933433 h 1262109"/>
                <a:gd name="connsiteX76" fmla="*/ 1462913 w 1681861"/>
                <a:gd name="connsiteY76" fmla="*/ 687180 h 1262109"/>
                <a:gd name="connsiteX77" fmla="*/ 1387475 w 1681861"/>
                <a:gd name="connsiteY77" fmla="*/ 780144 h 1262109"/>
                <a:gd name="connsiteX78" fmla="*/ 1427988 w 1681861"/>
                <a:gd name="connsiteY78" fmla="*/ 674099 h 1262109"/>
                <a:gd name="connsiteX79" fmla="*/ 1371092 w 1681861"/>
                <a:gd name="connsiteY79" fmla="*/ 667114 h 1262109"/>
                <a:gd name="connsiteX80" fmla="*/ 1081532 w 1681861"/>
                <a:gd name="connsiteY80" fmla="*/ 949181 h 1262109"/>
                <a:gd name="connsiteX81" fmla="*/ 1025652 w 1681861"/>
                <a:gd name="connsiteY81" fmla="*/ 969882 h 1262109"/>
                <a:gd name="connsiteX82" fmla="*/ 1042035 w 1681861"/>
                <a:gd name="connsiteY82" fmla="*/ 945244 h 1262109"/>
                <a:gd name="connsiteX83" fmla="*/ 913638 w 1681861"/>
                <a:gd name="connsiteY83" fmla="*/ 867012 h 1262109"/>
                <a:gd name="connsiteX84" fmla="*/ 964057 w 1681861"/>
                <a:gd name="connsiteY84" fmla="*/ 1115932 h 1262109"/>
                <a:gd name="connsiteX85" fmla="*/ 1097915 w 1681861"/>
                <a:gd name="connsiteY85" fmla="*/ 1143491 h 1262109"/>
                <a:gd name="connsiteX86" fmla="*/ 1340866 w 1681861"/>
                <a:gd name="connsiteY86" fmla="*/ 962770 h 1262109"/>
                <a:gd name="connsiteX87" fmla="*/ 1181608 w 1681861"/>
                <a:gd name="connsiteY87" fmla="*/ 848216 h 1262109"/>
                <a:gd name="connsiteX88" fmla="*/ 1081532 w 1681861"/>
                <a:gd name="connsiteY88" fmla="*/ 949181 h 1262109"/>
                <a:gd name="connsiteX0" fmla="*/ 1622933 w 1681354"/>
                <a:gd name="connsiteY0" fmla="*/ 158352 h 1262109"/>
                <a:gd name="connsiteX1" fmla="*/ 1681353 w 1681354"/>
                <a:gd name="connsiteY1" fmla="*/ 674353 h 1262109"/>
                <a:gd name="connsiteX2" fmla="*/ 1657731 w 1681354"/>
                <a:gd name="connsiteY2" fmla="*/ 744584 h 1262109"/>
                <a:gd name="connsiteX3" fmla="*/ 1517142 w 1681354"/>
                <a:gd name="connsiteY3" fmla="*/ 751569 h 1262109"/>
                <a:gd name="connsiteX4" fmla="*/ 1383030 w 1681354"/>
                <a:gd name="connsiteY4" fmla="*/ 957436 h 1262109"/>
                <a:gd name="connsiteX5" fmla="*/ 1096137 w 1681354"/>
                <a:gd name="connsiteY5" fmla="*/ 1169780 h 1262109"/>
                <a:gd name="connsiteX6" fmla="*/ 969010 w 1681354"/>
                <a:gd name="connsiteY6" fmla="*/ 1147936 h 1262109"/>
                <a:gd name="connsiteX7" fmla="*/ 968375 w 1681354"/>
                <a:gd name="connsiteY7" fmla="*/ 1244710 h 1262109"/>
                <a:gd name="connsiteX8" fmla="*/ 957580 w 1681354"/>
                <a:gd name="connsiteY8" fmla="*/ 1257410 h 1262109"/>
                <a:gd name="connsiteX9" fmla="*/ 942721 w 1681354"/>
                <a:gd name="connsiteY9" fmla="*/ 1254616 h 1262109"/>
                <a:gd name="connsiteX10" fmla="*/ 940562 w 1681354"/>
                <a:gd name="connsiteY10" fmla="*/ 1151111 h 1262109"/>
                <a:gd name="connsiteX11" fmla="*/ 914908 w 1681354"/>
                <a:gd name="connsiteY11" fmla="*/ 951340 h 1262109"/>
                <a:gd name="connsiteX12" fmla="*/ 854202 w 1681354"/>
                <a:gd name="connsiteY12" fmla="*/ 838310 h 1262109"/>
                <a:gd name="connsiteX13" fmla="*/ 678561 w 1681354"/>
                <a:gd name="connsiteY13" fmla="*/ 832214 h 1262109"/>
                <a:gd name="connsiteX14" fmla="*/ 448437 w 1681354"/>
                <a:gd name="connsiteY14" fmla="*/ 814180 h 1262109"/>
                <a:gd name="connsiteX15" fmla="*/ 402209 w 1681354"/>
                <a:gd name="connsiteY15" fmla="*/ 837040 h 1262109"/>
                <a:gd name="connsiteX16" fmla="*/ 338963 w 1681354"/>
                <a:gd name="connsiteY16" fmla="*/ 857106 h 1262109"/>
                <a:gd name="connsiteX17" fmla="*/ 376047 w 1681354"/>
                <a:gd name="connsiteY17" fmla="*/ 952483 h 1262109"/>
                <a:gd name="connsiteX18" fmla="*/ 342900 w 1681354"/>
                <a:gd name="connsiteY18" fmla="*/ 1084182 h 1262109"/>
                <a:gd name="connsiteX19" fmla="*/ 265811 w 1681354"/>
                <a:gd name="connsiteY19" fmla="*/ 1252838 h 1262109"/>
                <a:gd name="connsiteX20" fmla="*/ 240157 w 1681354"/>
                <a:gd name="connsiteY20" fmla="*/ 1256140 h 1262109"/>
                <a:gd name="connsiteX21" fmla="*/ 349377 w 1681354"/>
                <a:gd name="connsiteY21" fmla="*/ 970263 h 1262109"/>
                <a:gd name="connsiteX22" fmla="*/ 311531 w 1681354"/>
                <a:gd name="connsiteY22" fmla="*/ 868536 h 1262109"/>
                <a:gd name="connsiteX23" fmla="*/ 20955 w 1681354"/>
                <a:gd name="connsiteY23" fmla="*/ 1251568 h 1262109"/>
                <a:gd name="connsiteX24" fmla="*/ 0 w 1681354"/>
                <a:gd name="connsiteY24" fmla="*/ 1262109 h 1262109"/>
                <a:gd name="connsiteX25" fmla="*/ 133223 w 1681354"/>
                <a:gd name="connsiteY25" fmla="*/ 995790 h 1262109"/>
                <a:gd name="connsiteX26" fmla="*/ 412369 w 1681354"/>
                <a:gd name="connsiteY26" fmla="*/ 806814 h 1262109"/>
                <a:gd name="connsiteX27" fmla="*/ 198247 w 1681354"/>
                <a:gd name="connsiteY27" fmla="*/ 670924 h 1262109"/>
                <a:gd name="connsiteX28" fmla="*/ 101981 w 1681354"/>
                <a:gd name="connsiteY28" fmla="*/ 581008 h 1262109"/>
                <a:gd name="connsiteX29" fmla="*/ 175895 w 1681354"/>
                <a:gd name="connsiteY29" fmla="*/ 285606 h 1262109"/>
                <a:gd name="connsiteX30" fmla="*/ 379792 w 1681354"/>
                <a:gd name="connsiteY30" fmla="*/ 50048 h 1262109"/>
                <a:gd name="connsiteX31" fmla="*/ 672816 w 1681354"/>
                <a:gd name="connsiteY31" fmla="*/ 5278 h 1262109"/>
                <a:gd name="connsiteX32" fmla="*/ 972991 w 1681354"/>
                <a:gd name="connsiteY32" fmla="*/ 167838 h 1262109"/>
                <a:gd name="connsiteX33" fmla="*/ 1049655 w 1681354"/>
                <a:gd name="connsiteY33" fmla="*/ 304021 h 1262109"/>
                <a:gd name="connsiteX34" fmla="*/ 1114679 w 1681354"/>
                <a:gd name="connsiteY34" fmla="*/ 399271 h 1262109"/>
                <a:gd name="connsiteX35" fmla="*/ 1042924 w 1681354"/>
                <a:gd name="connsiteY35" fmla="*/ 629268 h 1262109"/>
                <a:gd name="connsiteX36" fmla="*/ 1025906 w 1681354"/>
                <a:gd name="connsiteY36" fmla="*/ 639174 h 1262109"/>
                <a:gd name="connsiteX37" fmla="*/ 832358 w 1681354"/>
                <a:gd name="connsiteY37" fmla="*/ 801734 h 1262109"/>
                <a:gd name="connsiteX38" fmla="*/ 1063879 w 1681354"/>
                <a:gd name="connsiteY38" fmla="*/ 931909 h 1262109"/>
                <a:gd name="connsiteX39" fmla="*/ 1164717 w 1681354"/>
                <a:gd name="connsiteY39" fmla="*/ 818879 h 1262109"/>
                <a:gd name="connsiteX40" fmla="*/ 1175385 w 1681354"/>
                <a:gd name="connsiteY40" fmla="*/ 730106 h 1262109"/>
                <a:gd name="connsiteX41" fmla="*/ 1226693 w 1681354"/>
                <a:gd name="connsiteY41" fmla="*/ 676766 h 1262109"/>
                <a:gd name="connsiteX42" fmla="*/ 1282700 w 1681354"/>
                <a:gd name="connsiteY42" fmla="*/ 694165 h 1262109"/>
                <a:gd name="connsiteX43" fmla="*/ 1388745 w 1681354"/>
                <a:gd name="connsiteY43" fmla="*/ 635237 h 1262109"/>
                <a:gd name="connsiteX44" fmla="*/ 1489583 w 1681354"/>
                <a:gd name="connsiteY44" fmla="*/ 679433 h 1262109"/>
                <a:gd name="connsiteX45" fmla="*/ 378191 w 1681354"/>
                <a:gd name="connsiteY45" fmla="*/ 86782 h 1262109"/>
                <a:gd name="connsiteX46" fmla="*/ 198247 w 1681354"/>
                <a:gd name="connsiteY46" fmla="*/ 293353 h 1262109"/>
                <a:gd name="connsiteX47" fmla="*/ 221869 w 1681354"/>
                <a:gd name="connsiteY47" fmla="*/ 303767 h 1262109"/>
                <a:gd name="connsiteX48" fmla="*/ 262001 w 1681354"/>
                <a:gd name="connsiteY48" fmla="*/ 386952 h 1262109"/>
                <a:gd name="connsiteX49" fmla="*/ 231648 w 1681354"/>
                <a:gd name="connsiteY49" fmla="*/ 613266 h 1262109"/>
                <a:gd name="connsiteX50" fmla="*/ 196850 w 1681354"/>
                <a:gd name="connsiteY50" fmla="*/ 634094 h 1262109"/>
                <a:gd name="connsiteX51" fmla="*/ 310642 w 1681354"/>
                <a:gd name="connsiteY51" fmla="*/ 734805 h 1262109"/>
                <a:gd name="connsiteX52" fmla="*/ 735076 w 1681354"/>
                <a:gd name="connsiteY52" fmla="*/ 802115 h 1262109"/>
                <a:gd name="connsiteX53" fmla="*/ 985774 w 1681354"/>
                <a:gd name="connsiteY53" fmla="*/ 645143 h 1262109"/>
                <a:gd name="connsiteX54" fmla="*/ 991489 w 1681354"/>
                <a:gd name="connsiteY54" fmla="*/ 642857 h 1262109"/>
                <a:gd name="connsiteX55" fmla="*/ 941956 w 1681354"/>
                <a:gd name="connsiteY55" fmla="*/ 178366 h 1262109"/>
                <a:gd name="connsiteX56" fmla="*/ 655811 w 1681354"/>
                <a:gd name="connsiteY56" fmla="*/ 27037 h 1262109"/>
                <a:gd name="connsiteX57" fmla="*/ 372956 w 1681354"/>
                <a:gd name="connsiteY57" fmla="*/ 85525 h 1262109"/>
                <a:gd name="connsiteX58" fmla="*/ 161417 w 1681354"/>
                <a:gd name="connsiteY58" fmla="*/ 322309 h 1262109"/>
                <a:gd name="connsiteX59" fmla="*/ 114554 w 1681354"/>
                <a:gd name="connsiteY59" fmla="*/ 539479 h 1262109"/>
                <a:gd name="connsiteX60" fmla="*/ 182499 w 1681354"/>
                <a:gd name="connsiteY60" fmla="*/ 610980 h 1262109"/>
                <a:gd name="connsiteX61" fmla="*/ 224917 w 1681354"/>
                <a:gd name="connsiteY61" fmla="*/ 575420 h 1262109"/>
                <a:gd name="connsiteX62" fmla="*/ 224536 w 1681354"/>
                <a:gd name="connsiteY62" fmla="*/ 352408 h 1262109"/>
                <a:gd name="connsiteX63" fmla="*/ 161417 w 1681354"/>
                <a:gd name="connsiteY63" fmla="*/ 322309 h 1262109"/>
                <a:gd name="connsiteX64" fmla="*/ 1039622 w 1681354"/>
                <a:gd name="connsiteY64" fmla="*/ 318626 h 1262109"/>
                <a:gd name="connsiteX65" fmla="*/ 1037717 w 1681354"/>
                <a:gd name="connsiteY65" fmla="*/ 612250 h 1262109"/>
                <a:gd name="connsiteX66" fmla="*/ 1039622 w 1681354"/>
                <a:gd name="connsiteY66" fmla="*/ 318626 h 1262109"/>
                <a:gd name="connsiteX67" fmla="*/ 1648333 w 1681354"/>
                <a:gd name="connsiteY67" fmla="*/ 705468 h 1262109"/>
                <a:gd name="connsiteX68" fmla="*/ 1654810 w 1681354"/>
                <a:gd name="connsiteY68" fmla="*/ 553449 h 1262109"/>
                <a:gd name="connsiteX69" fmla="*/ 1655191 w 1681354"/>
                <a:gd name="connsiteY69" fmla="*/ 414765 h 1262109"/>
                <a:gd name="connsiteX70" fmla="*/ 1371092 w 1681354"/>
                <a:gd name="connsiteY70" fmla="*/ 667114 h 1262109"/>
                <a:gd name="connsiteX71" fmla="*/ 1249807 w 1681354"/>
                <a:gd name="connsiteY71" fmla="*/ 778874 h 1262109"/>
                <a:gd name="connsiteX72" fmla="*/ 1261618 w 1681354"/>
                <a:gd name="connsiteY72" fmla="*/ 708516 h 1262109"/>
                <a:gd name="connsiteX73" fmla="*/ 1208151 w 1681354"/>
                <a:gd name="connsiteY73" fmla="*/ 720962 h 1262109"/>
                <a:gd name="connsiteX74" fmla="*/ 1338961 w 1681354"/>
                <a:gd name="connsiteY74" fmla="*/ 933433 h 1262109"/>
                <a:gd name="connsiteX75" fmla="*/ 1462913 w 1681354"/>
                <a:gd name="connsiteY75" fmla="*/ 687180 h 1262109"/>
                <a:gd name="connsiteX76" fmla="*/ 1387475 w 1681354"/>
                <a:gd name="connsiteY76" fmla="*/ 780144 h 1262109"/>
                <a:gd name="connsiteX77" fmla="*/ 1427988 w 1681354"/>
                <a:gd name="connsiteY77" fmla="*/ 674099 h 1262109"/>
                <a:gd name="connsiteX78" fmla="*/ 1371092 w 1681354"/>
                <a:gd name="connsiteY78" fmla="*/ 667114 h 1262109"/>
                <a:gd name="connsiteX79" fmla="*/ 1081532 w 1681354"/>
                <a:gd name="connsiteY79" fmla="*/ 949181 h 1262109"/>
                <a:gd name="connsiteX80" fmla="*/ 1025652 w 1681354"/>
                <a:gd name="connsiteY80" fmla="*/ 969882 h 1262109"/>
                <a:gd name="connsiteX81" fmla="*/ 1042035 w 1681354"/>
                <a:gd name="connsiteY81" fmla="*/ 945244 h 1262109"/>
                <a:gd name="connsiteX82" fmla="*/ 913638 w 1681354"/>
                <a:gd name="connsiteY82" fmla="*/ 867012 h 1262109"/>
                <a:gd name="connsiteX83" fmla="*/ 964057 w 1681354"/>
                <a:gd name="connsiteY83" fmla="*/ 1115932 h 1262109"/>
                <a:gd name="connsiteX84" fmla="*/ 1097915 w 1681354"/>
                <a:gd name="connsiteY84" fmla="*/ 1143491 h 1262109"/>
                <a:gd name="connsiteX85" fmla="*/ 1340866 w 1681354"/>
                <a:gd name="connsiteY85" fmla="*/ 962770 h 1262109"/>
                <a:gd name="connsiteX86" fmla="*/ 1181608 w 1681354"/>
                <a:gd name="connsiteY86" fmla="*/ 848216 h 1262109"/>
                <a:gd name="connsiteX87" fmla="*/ 1081532 w 1681354"/>
                <a:gd name="connsiteY87" fmla="*/ 949181 h 1262109"/>
                <a:gd name="connsiteX0" fmla="*/ 1681353 w 1681353"/>
                <a:gd name="connsiteY0" fmla="*/ 674353 h 1262109"/>
                <a:gd name="connsiteX1" fmla="*/ 1657731 w 1681353"/>
                <a:gd name="connsiteY1" fmla="*/ 744584 h 1262109"/>
                <a:gd name="connsiteX2" fmla="*/ 1517142 w 1681353"/>
                <a:gd name="connsiteY2" fmla="*/ 751569 h 1262109"/>
                <a:gd name="connsiteX3" fmla="*/ 1383030 w 1681353"/>
                <a:gd name="connsiteY3" fmla="*/ 957436 h 1262109"/>
                <a:gd name="connsiteX4" fmla="*/ 1096137 w 1681353"/>
                <a:gd name="connsiteY4" fmla="*/ 1169780 h 1262109"/>
                <a:gd name="connsiteX5" fmla="*/ 969010 w 1681353"/>
                <a:gd name="connsiteY5" fmla="*/ 1147936 h 1262109"/>
                <a:gd name="connsiteX6" fmla="*/ 968375 w 1681353"/>
                <a:gd name="connsiteY6" fmla="*/ 1244710 h 1262109"/>
                <a:gd name="connsiteX7" fmla="*/ 957580 w 1681353"/>
                <a:gd name="connsiteY7" fmla="*/ 1257410 h 1262109"/>
                <a:gd name="connsiteX8" fmla="*/ 942721 w 1681353"/>
                <a:gd name="connsiteY8" fmla="*/ 1254616 h 1262109"/>
                <a:gd name="connsiteX9" fmla="*/ 940562 w 1681353"/>
                <a:gd name="connsiteY9" fmla="*/ 1151111 h 1262109"/>
                <a:gd name="connsiteX10" fmla="*/ 914908 w 1681353"/>
                <a:gd name="connsiteY10" fmla="*/ 951340 h 1262109"/>
                <a:gd name="connsiteX11" fmla="*/ 854202 w 1681353"/>
                <a:gd name="connsiteY11" fmla="*/ 838310 h 1262109"/>
                <a:gd name="connsiteX12" fmla="*/ 678561 w 1681353"/>
                <a:gd name="connsiteY12" fmla="*/ 832214 h 1262109"/>
                <a:gd name="connsiteX13" fmla="*/ 448437 w 1681353"/>
                <a:gd name="connsiteY13" fmla="*/ 814180 h 1262109"/>
                <a:gd name="connsiteX14" fmla="*/ 402209 w 1681353"/>
                <a:gd name="connsiteY14" fmla="*/ 837040 h 1262109"/>
                <a:gd name="connsiteX15" fmla="*/ 338963 w 1681353"/>
                <a:gd name="connsiteY15" fmla="*/ 857106 h 1262109"/>
                <a:gd name="connsiteX16" fmla="*/ 376047 w 1681353"/>
                <a:gd name="connsiteY16" fmla="*/ 952483 h 1262109"/>
                <a:gd name="connsiteX17" fmla="*/ 342900 w 1681353"/>
                <a:gd name="connsiteY17" fmla="*/ 1084182 h 1262109"/>
                <a:gd name="connsiteX18" fmla="*/ 265811 w 1681353"/>
                <a:gd name="connsiteY18" fmla="*/ 1252838 h 1262109"/>
                <a:gd name="connsiteX19" fmla="*/ 240157 w 1681353"/>
                <a:gd name="connsiteY19" fmla="*/ 1256140 h 1262109"/>
                <a:gd name="connsiteX20" fmla="*/ 349377 w 1681353"/>
                <a:gd name="connsiteY20" fmla="*/ 970263 h 1262109"/>
                <a:gd name="connsiteX21" fmla="*/ 311531 w 1681353"/>
                <a:gd name="connsiteY21" fmla="*/ 868536 h 1262109"/>
                <a:gd name="connsiteX22" fmla="*/ 20955 w 1681353"/>
                <a:gd name="connsiteY22" fmla="*/ 1251568 h 1262109"/>
                <a:gd name="connsiteX23" fmla="*/ 0 w 1681353"/>
                <a:gd name="connsiteY23" fmla="*/ 1262109 h 1262109"/>
                <a:gd name="connsiteX24" fmla="*/ 133223 w 1681353"/>
                <a:gd name="connsiteY24" fmla="*/ 995790 h 1262109"/>
                <a:gd name="connsiteX25" fmla="*/ 412369 w 1681353"/>
                <a:gd name="connsiteY25" fmla="*/ 806814 h 1262109"/>
                <a:gd name="connsiteX26" fmla="*/ 198247 w 1681353"/>
                <a:gd name="connsiteY26" fmla="*/ 670924 h 1262109"/>
                <a:gd name="connsiteX27" fmla="*/ 101981 w 1681353"/>
                <a:gd name="connsiteY27" fmla="*/ 581008 h 1262109"/>
                <a:gd name="connsiteX28" fmla="*/ 175895 w 1681353"/>
                <a:gd name="connsiteY28" fmla="*/ 285606 h 1262109"/>
                <a:gd name="connsiteX29" fmla="*/ 379792 w 1681353"/>
                <a:gd name="connsiteY29" fmla="*/ 50048 h 1262109"/>
                <a:gd name="connsiteX30" fmla="*/ 672816 w 1681353"/>
                <a:gd name="connsiteY30" fmla="*/ 5278 h 1262109"/>
                <a:gd name="connsiteX31" fmla="*/ 972991 w 1681353"/>
                <a:gd name="connsiteY31" fmla="*/ 167838 h 1262109"/>
                <a:gd name="connsiteX32" fmla="*/ 1049655 w 1681353"/>
                <a:gd name="connsiteY32" fmla="*/ 304021 h 1262109"/>
                <a:gd name="connsiteX33" fmla="*/ 1114679 w 1681353"/>
                <a:gd name="connsiteY33" fmla="*/ 399271 h 1262109"/>
                <a:gd name="connsiteX34" fmla="*/ 1042924 w 1681353"/>
                <a:gd name="connsiteY34" fmla="*/ 629268 h 1262109"/>
                <a:gd name="connsiteX35" fmla="*/ 1025906 w 1681353"/>
                <a:gd name="connsiteY35" fmla="*/ 639174 h 1262109"/>
                <a:gd name="connsiteX36" fmla="*/ 832358 w 1681353"/>
                <a:gd name="connsiteY36" fmla="*/ 801734 h 1262109"/>
                <a:gd name="connsiteX37" fmla="*/ 1063879 w 1681353"/>
                <a:gd name="connsiteY37" fmla="*/ 931909 h 1262109"/>
                <a:gd name="connsiteX38" fmla="*/ 1164717 w 1681353"/>
                <a:gd name="connsiteY38" fmla="*/ 818879 h 1262109"/>
                <a:gd name="connsiteX39" fmla="*/ 1175385 w 1681353"/>
                <a:gd name="connsiteY39" fmla="*/ 730106 h 1262109"/>
                <a:gd name="connsiteX40" fmla="*/ 1226693 w 1681353"/>
                <a:gd name="connsiteY40" fmla="*/ 676766 h 1262109"/>
                <a:gd name="connsiteX41" fmla="*/ 1282700 w 1681353"/>
                <a:gd name="connsiteY41" fmla="*/ 694165 h 1262109"/>
                <a:gd name="connsiteX42" fmla="*/ 1388745 w 1681353"/>
                <a:gd name="connsiteY42" fmla="*/ 635237 h 1262109"/>
                <a:gd name="connsiteX43" fmla="*/ 1489583 w 1681353"/>
                <a:gd name="connsiteY43" fmla="*/ 679433 h 1262109"/>
                <a:gd name="connsiteX44" fmla="*/ 378191 w 1681353"/>
                <a:gd name="connsiteY44" fmla="*/ 86782 h 1262109"/>
                <a:gd name="connsiteX45" fmla="*/ 198247 w 1681353"/>
                <a:gd name="connsiteY45" fmla="*/ 293353 h 1262109"/>
                <a:gd name="connsiteX46" fmla="*/ 221869 w 1681353"/>
                <a:gd name="connsiteY46" fmla="*/ 303767 h 1262109"/>
                <a:gd name="connsiteX47" fmla="*/ 262001 w 1681353"/>
                <a:gd name="connsiteY47" fmla="*/ 386952 h 1262109"/>
                <a:gd name="connsiteX48" fmla="*/ 231648 w 1681353"/>
                <a:gd name="connsiteY48" fmla="*/ 613266 h 1262109"/>
                <a:gd name="connsiteX49" fmla="*/ 196850 w 1681353"/>
                <a:gd name="connsiteY49" fmla="*/ 634094 h 1262109"/>
                <a:gd name="connsiteX50" fmla="*/ 310642 w 1681353"/>
                <a:gd name="connsiteY50" fmla="*/ 734805 h 1262109"/>
                <a:gd name="connsiteX51" fmla="*/ 735076 w 1681353"/>
                <a:gd name="connsiteY51" fmla="*/ 802115 h 1262109"/>
                <a:gd name="connsiteX52" fmla="*/ 985774 w 1681353"/>
                <a:gd name="connsiteY52" fmla="*/ 645143 h 1262109"/>
                <a:gd name="connsiteX53" fmla="*/ 991489 w 1681353"/>
                <a:gd name="connsiteY53" fmla="*/ 642857 h 1262109"/>
                <a:gd name="connsiteX54" fmla="*/ 941956 w 1681353"/>
                <a:gd name="connsiteY54" fmla="*/ 178366 h 1262109"/>
                <a:gd name="connsiteX55" fmla="*/ 655811 w 1681353"/>
                <a:gd name="connsiteY55" fmla="*/ 27037 h 1262109"/>
                <a:gd name="connsiteX56" fmla="*/ 372956 w 1681353"/>
                <a:gd name="connsiteY56" fmla="*/ 85525 h 1262109"/>
                <a:gd name="connsiteX57" fmla="*/ 161417 w 1681353"/>
                <a:gd name="connsiteY57" fmla="*/ 322309 h 1262109"/>
                <a:gd name="connsiteX58" fmla="*/ 114554 w 1681353"/>
                <a:gd name="connsiteY58" fmla="*/ 539479 h 1262109"/>
                <a:gd name="connsiteX59" fmla="*/ 182499 w 1681353"/>
                <a:gd name="connsiteY59" fmla="*/ 610980 h 1262109"/>
                <a:gd name="connsiteX60" fmla="*/ 224917 w 1681353"/>
                <a:gd name="connsiteY60" fmla="*/ 575420 h 1262109"/>
                <a:gd name="connsiteX61" fmla="*/ 224536 w 1681353"/>
                <a:gd name="connsiteY61" fmla="*/ 352408 h 1262109"/>
                <a:gd name="connsiteX62" fmla="*/ 161417 w 1681353"/>
                <a:gd name="connsiteY62" fmla="*/ 322309 h 1262109"/>
                <a:gd name="connsiteX63" fmla="*/ 1039622 w 1681353"/>
                <a:gd name="connsiteY63" fmla="*/ 318626 h 1262109"/>
                <a:gd name="connsiteX64" fmla="*/ 1037717 w 1681353"/>
                <a:gd name="connsiteY64" fmla="*/ 612250 h 1262109"/>
                <a:gd name="connsiteX65" fmla="*/ 1039622 w 1681353"/>
                <a:gd name="connsiteY65" fmla="*/ 318626 h 1262109"/>
                <a:gd name="connsiteX66" fmla="*/ 1648333 w 1681353"/>
                <a:gd name="connsiteY66" fmla="*/ 705468 h 1262109"/>
                <a:gd name="connsiteX67" fmla="*/ 1654810 w 1681353"/>
                <a:gd name="connsiteY67" fmla="*/ 553449 h 1262109"/>
                <a:gd name="connsiteX68" fmla="*/ 1655191 w 1681353"/>
                <a:gd name="connsiteY68" fmla="*/ 414765 h 1262109"/>
                <a:gd name="connsiteX69" fmla="*/ 1371092 w 1681353"/>
                <a:gd name="connsiteY69" fmla="*/ 667114 h 1262109"/>
                <a:gd name="connsiteX70" fmla="*/ 1249807 w 1681353"/>
                <a:gd name="connsiteY70" fmla="*/ 778874 h 1262109"/>
                <a:gd name="connsiteX71" fmla="*/ 1261618 w 1681353"/>
                <a:gd name="connsiteY71" fmla="*/ 708516 h 1262109"/>
                <a:gd name="connsiteX72" fmla="*/ 1208151 w 1681353"/>
                <a:gd name="connsiteY72" fmla="*/ 720962 h 1262109"/>
                <a:gd name="connsiteX73" fmla="*/ 1338961 w 1681353"/>
                <a:gd name="connsiteY73" fmla="*/ 933433 h 1262109"/>
                <a:gd name="connsiteX74" fmla="*/ 1462913 w 1681353"/>
                <a:gd name="connsiteY74" fmla="*/ 687180 h 1262109"/>
                <a:gd name="connsiteX75" fmla="*/ 1387475 w 1681353"/>
                <a:gd name="connsiteY75" fmla="*/ 780144 h 1262109"/>
                <a:gd name="connsiteX76" fmla="*/ 1427988 w 1681353"/>
                <a:gd name="connsiteY76" fmla="*/ 674099 h 1262109"/>
                <a:gd name="connsiteX77" fmla="*/ 1371092 w 1681353"/>
                <a:gd name="connsiteY77" fmla="*/ 667114 h 1262109"/>
                <a:gd name="connsiteX78" fmla="*/ 1081532 w 1681353"/>
                <a:gd name="connsiteY78" fmla="*/ 949181 h 1262109"/>
                <a:gd name="connsiteX79" fmla="*/ 1025652 w 1681353"/>
                <a:gd name="connsiteY79" fmla="*/ 969882 h 1262109"/>
                <a:gd name="connsiteX80" fmla="*/ 1042035 w 1681353"/>
                <a:gd name="connsiteY80" fmla="*/ 945244 h 1262109"/>
                <a:gd name="connsiteX81" fmla="*/ 913638 w 1681353"/>
                <a:gd name="connsiteY81" fmla="*/ 867012 h 1262109"/>
                <a:gd name="connsiteX82" fmla="*/ 964057 w 1681353"/>
                <a:gd name="connsiteY82" fmla="*/ 1115932 h 1262109"/>
                <a:gd name="connsiteX83" fmla="*/ 1097915 w 1681353"/>
                <a:gd name="connsiteY83" fmla="*/ 1143491 h 1262109"/>
                <a:gd name="connsiteX84" fmla="*/ 1340866 w 1681353"/>
                <a:gd name="connsiteY84" fmla="*/ 962770 h 1262109"/>
                <a:gd name="connsiteX85" fmla="*/ 1181608 w 1681353"/>
                <a:gd name="connsiteY85" fmla="*/ 848216 h 1262109"/>
                <a:gd name="connsiteX86" fmla="*/ 1081532 w 1681353"/>
                <a:gd name="connsiteY86" fmla="*/ 949181 h 1262109"/>
                <a:gd name="connsiteX0" fmla="*/ 1681353 w 1681353"/>
                <a:gd name="connsiteY0" fmla="*/ 674353 h 1262109"/>
                <a:gd name="connsiteX1" fmla="*/ 1657731 w 1681353"/>
                <a:gd name="connsiteY1" fmla="*/ 744584 h 1262109"/>
                <a:gd name="connsiteX2" fmla="*/ 1517142 w 1681353"/>
                <a:gd name="connsiteY2" fmla="*/ 751569 h 1262109"/>
                <a:gd name="connsiteX3" fmla="*/ 1383030 w 1681353"/>
                <a:gd name="connsiteY3" fmla="*/ 957436 h 1262109"/>
                <a:gd name="connsiteX4" fmla="*/ 1096137 w 1681353"/>
                <a:gd name="connsiteY4" fmla="*/ 1169780 h 1262109"/>
                <a:gd name="connsiteX5" fmla="*/ 969010 w 1681353"/>
                <a:gd name="connsiteY5" fmla="*/ 1147936 h 1262109"/>
                <a:gd name="connsiteX6" fmla="*/ 968375 w 1681353"/>
                <a:gd name="connsiteY6" fmla="*/ 1244710 h 1262109"/>
                <a:gd name="connsiteX7" fmla="*/ 957580 w 1681353"/>
                <a:gd name="connsiteY7" fmla="*/ 1257410 h 1262109"/>
                <a:gd name="connsiteX8" fmla="*/ 942721 w 1681353"/>
                <a:gd name="connsiteY8" fmla="*/ 1254616 h 1262109"/>
                <a:gd name="connsiteX9" fmla="*/ 940562 w 1681353"/>
                <a:gd name="connsiteY9" fmla="*/ 1151111 h 1262109"/>
                <a:gd name="connsiteX10" fmla="*/ 914908 w 1681353"/>
                <a:gd name="connsiteY10" fmla="*/ 951340 h 1262109"/>
                <a:gd name="connsiteX11" fmla="*/ 854202 w 1681353"/>
                <a:gd name="connsiteY11" fmla="*/ 838310 h 1262109"/>
                <a:gd name="connsiteX12" fmla="*/ 678561 w 1681353"/>
                <a:gd name="connsiteY12" fmla="*/ 832214 h 1262109"/>
                <a:gd name="connsiteX13" fmla="*/ 448437 w 1681353"/>
                <a:gd name="connsiteY13" fmla="*/ 814180 h 1262109"/>
                <a:gd name="connsiteX14" fmla="*/ 402209 w 1681353"/>
                <a:gd name="connsiteY14" fmla="*/ 837040 h 1262109"/>
                <a:gd name="connsiteX15" fmla="*/ 338963 w 1681353"/>
                <a:gd name="connsiteY15" fmla="*/ 857106 h 1262109"/>
                <a:gd name="connsiteX16" fmla="*/ 376047 w 1681353"/>
                <a:gd name="connsiteY16" fmla="*/ 952483 h 1262109"/>
                <a:gd name="connsiteX17" fmla="*/ 342900 w 1681353"/>
                <a:gd name="connsiteY17" fmla="*/ 1084182 h 1262109"/>
                <a:gd name="connsiteX18" fmla="*/ 265811 w 1681353"/>
                <a:gd name="connsiteY18" fmla="*/ 1252838 h 1262109"/>
                <a:gd name="connsiteX19" fmla="*/ 240157 w 1681353"/>
                <a:gd name="connsiteY19" fmla="*/ 1256140 h 1262109"/>
                <a:gd name="connsiteX20" fmla="*/ 349377 w 1681353"/>
                <a:gd name="connsiteY20" fmla="*/ 970263 h 1262109"/>
                <a:gd name="connsiteX21" fmla="*/ 311531 w 1681353"/>
                <a:gd name="connsiteY21" fmla="*/ 868536 h 1262109"/>
                <a:gd name="connsiteX22" fmla="*/ 20955 w 1681353"/>
                <a:gd name="connsiteY22" fmla="*/ 1251568 h 1262109"/>
                <a:gd name="connsiteX23" fmla="*/ 0 w 1681353"/>
                <a:gd name="connsiteY23" fmla="*/ 1262109 h 1262109"/>
                <a:gd name="connsiteX24" fmla="*/ 133223 w 1681353"/>
                <a:gd name="connsiteY24" fmla="*/ 995790 h 1262109"/>
                <a:gd name="connsiteX25" fmla="*/ 412369 w 1681353"/>
                <a:gd name="connsiteY25" fmla="*/ 806814 h 1262109"/>
                <a:gd name="connsiteX26" fmla="*/ 198247 w 1681353"/>
                <a:gd name="connsiteY26" fmla="*/ 670924 h 1262109"/>
                <a:gd name="connsiteX27" fmla="*/ 101981 w 1681353"/>
                <a:gd name="connsiteY27" fmla="*/ 581008 h 1262109"/>
                <a:gd name="connsiteX28" fmla="*/ 175895 w 1681353"/>
                <a:gd name="connsiteY28" fmla="*/ 285606 h 1262109"/>
                <a:gd name="connsiteX29" fmla="*/ 379792 w 1681353"/>
                <a:gd name="connsiteY29" fmla="*/ 50048 h 1262109"/>
                <a:gd name="connsiteX30" fmla="*/ 672816 w 1681353"/>
                <a:gd name="connsiteY30" fmla="*/ 5278 h 1262109"/>
                <a:gd name="connsiteX31" fmla="*/ 972991 w 1681353"/>
                <a:gd name="connsiteY31" fmla="*/ 167838 h 1262109"/>
                <a:gd name="connsiteX32" fmla="*/ 1049655 w 1681353"/>
                <a:gd name="connsiteY32" fmla="*/ 304021 h 1262109"/>
                <a:gd name="connsiteX33" fmla="*/ 1114679 w 1681353"/>
                <a:gd name="connsiteY33" fmla="*/ 399271 h 1262109"/>
                <a:gd name="connsiteX34" fmla="*/ 1042924 w 1681353"/>
                <a:gd name="connsiteY34" fmla="*/ 629268 h 1262109"/>
                <a:gd name="connsiteX35" fmla="*/ 1025906 w 1681353"/>
                <a:gd name="connsiteY35" fmla="*/ 639174 h 1262109"/>
                <a:gd name="connsiteX36" fmla="*/ 832358 w 1681353"/>
                <a:gd name="connsiteY36" fmla="*/ 801734 h 1262109"/>
                <a:gd name="connsiteX37" fmla="*/ 1063879 w 1681353"/>
                <a:gd name="connsiteY37" fmla="*/ 931909 h 1262109"/>
                <a:gd name="connsiteX38" fmla="*/ 1164717 w 1681353"/>
                <a:gd name="connsiteY38" fmla="*/ 818879 h 1262109"/>
                <a:gd name="connsiteX39" fmla="*/ 1175385 w 1681353"/>
                <a:gd name="connsiteY39" fmla="*/ 730106 h 1262109"/>
                <a:gd name="connsiteX40" fmla="*/ 1226693 w 1681353"/>
                <a:gd name="connsiteY40" fmla="*/ 676766 h 1262109"/>
                <a:gd name="connsiteX41" fmla="*/ 1282700 w 1681353"/>
                <a:gd name="connsiteY41" fmla="*/ 694165 h 1262109"/>
                <a:gd name="connsiteX42" fmla="*/ 1388745 w 1681353"/>
                <a:gd name="connsiteY42" fmla="*/ 635237 h 1262109"/>
                <a:gd name="connsiteX43" fmla="*/ 1489583 w 1681353"/>
                <a:gd name="connsiteY43" fmla="*/ 679433 h 1262109"/>
                <a:gd name="connsiteX44" fmla="*/ 378191 w 1681353"/>
                <a:gd name="connsiteY44" fmla="*/ 86782 h 1262109"/>
                <a:gd name="connsiteX45" fmla="*/ 198247 w 1681353"/>
                <a:gd name="connsiteY45" fmla="*/ 293353 h 1262109"/>
                <a:gd name="connsiteX46" fmla="*/ 221869 w 1681353"/>
                <a:gd name="connsiteY46" fmla="*/ 303767 h 1262109"/>
                <a:gd name="connsiteX47" fmla="*/ 262001 w 1681353"/>
                <a:gd name="connsiteY47" fmla="*/ 386952 h 1262109"/>
                <a:gd name="connsiteX48" fmla="*/ 231648 w 1681353"/>
                <a:gd name="connsiteY48" fmla="*/ 613266 h 1262109"/>
                <a:gd name="connsiteX49" fmla="*/ 196850 w 1681353"/>
                <a:gd name="connsiteY49" fmla="*/ 634094 h 1262109"/>
                <a:gd name="connsiteX50" fmla="*/ 310642 w 1681353"/>
                <a:gd name="connsiteY50" fmla="*/ 734805 h 1262109"/>
                <a:gd name="connsiteX51" fmla="*/ 735076 w 1681353"/>
                <a:gd name="connsiteY51" fmla="*/ 802115 h 1262109"/>
                <a:gd name="connsiteX52" fmla="*/ 985774 w 1681353"/>
                <a:gd name="connsiteY52" fmla="*/ 645143 h 1262109"/>
                <a:gd name="connsiteX53" fmla="*/ 991489 w 1681353"/>
                <a:gd name="connsiteY53" fmla="*/ 642857 h 1262109"/>
                <a:gd name="connsiteX54" fmla="*/ 941956 w 1681353"/>
                <a:gd name="connsiteY54" fmla="*/ 178366 h 1262109"/>
                <a:gd name="connsiteX55" fmla="*/ 655811 w 1681353"/>
                <a:gd name="connsiteY55" fmla="*/ 27037 h 1262109"/>
                <a:gd name="connsiteX56" fmla="*/ 372956 w 1681353"/>
                <a:gd name="connsiteY56" fmla="*/ 85525 h 1262109"/>
                <a:gd name="connsiteX57" fmla="*/ 161417 w 1681353"/>
                <a:gd name="connsiteY57" fmla="*/ 322309 h 1262109"/>
                <a:gd name="connsiteX58" fmla="*/ 114554 w 1681353"/>
                <a:gd name="connsiteY58" fmla="*/ 539479 h 1262109"/>
                <a:gd name="connsiteX59" fmla="*/ 182499 w 1681353"/>
                <a:gd name="connsiteY59" fmla="*/ 610980 h 1262109"/>
                <a:gd name="connsiteX60" fmla="*/ 224917 w 1681353"/>
                <a:gd name="connsiteY60" fmla="*/ 575420 h 1262109"/>
                <a:gd name="connsiteX61" fmla="*/ 224536 w 1681353"/>
                <a:gd name="connsiteY61" fmla="*/ 352408 h 1262109"/>
                <a:gd name="connsiteX62" fmla="*/ 161417 w 1681353"/>
                <a:gd name="connsiteY62" fmla="*/ 322309 h 1262109"/>
                <a:gd name="connsiteX63" fmla="*/ 1039622 w 1681353"/>
                <a:gd name="connsiteY63" fmla="*/ 318626 h 1262109"/>
                <a:gd name="connsiteX64" fmla="*/ 1037717 w 1681353"/>
                <a:gd name="connsiteY64" fmla="*/ 612250 h 1262109"/>
                <a:gd name="connsiteX65" fmla="*/ 1039622 w 1681353"/>
                <a:gd name="connsiteY65" fmla="*/ 318626 h 1262109"/>
                <a:gd name="connsiteX66" fmla="*/ 1654810 w 1681353"/>
                <a:gd name="connsiteY66" fmla="*/ 553449 h 1262109"/>
                <a:gd name="connsiteX67" fmla="*/ 1655191 w 1681353"/>
                <a:gd name="connsiteY67" fmla="*/ 414765 h 1262109"/>
                <a:gd name="connsiteX68" fmla="*/ 1371092 w 1681353"/>
                <a:gd name="connsiteY68" fmla="*/ 667114 h 1262109"/>
                <a:gd name="connsiteX69" fmla="*/ 1249807 w 1681353"/>
                <a:gd name="connsiteY69" fmla="*/ 778874 h 1262109"/>
                <a:gd name="connsiteX70" fmla="*/ 1261618 w 1681353"/>
                <a:gd name="connsiteY70" fmla="*/ 708516 h 1262109"/>
                <a:gd name="connsiteX71" fmla="*/ 1208151 w 1681353"/>
                <a:gd name="connsiteY71" fmla="*/ 720962 h 1262109"/>
                <a:gd name="connsiteX72" fmla="*/ 1338961 w 1681353"/>
                <a:gd name="connsiteY72" fmla="*/ 933433 h 1262109"/>
                <a:gd name="connsiteX73" fmla="*/ 1462913 w 1681353"/>
                <a:gd name="connsiteY73" fmla="*/ 687180 h 1262109"/>
                <a:gd name="connsiteX74" fmla="*/ 1387475 w 1681353"/>
                <a:gd name="connsiteY74" fmla="*/ 780144 h 1262109"/>
                <a:gd name="connsiteX75" fmla="*/ 1427988 w 1681353"/>
                <a:gd name="connsiteY75" fmla="*/ 674099 h 1262109"/>
                <a:gd name="connsiteX76" fmla="*/ 1371092 w 1681353"/>
                <a:gd name="connsiteY76" fmla="*/ 667114 h 1262109"/>
                <a:gd name="connsiteX77" fmla="*/ 1081532 w 1681353"/>
                <a:gd name="connsiteY77" fmla="*/ 949181 h 1262109"/>
                <a:gd name="connsiteX78" fmla="*/ 1025652 w 1681353"/>
                <a:gd name="connsiteY78" fmla="*/ 969882 h 1262109"/>
                <a:gd name="connsiteX79" fmla="*/ 1042035 w 1681353"/>
                <a:gd name="connsiteY79" fmla="*/ 945244 h 1262109"/>
                <a:gd name="connsiteX80" fmla="*/ 913638 w 1681353"/>
                <a:gd name="connsiteY80" fmla="*/ 867012 h 1262109"/>
                <a:gd name="connsiteX81" fmla="*/ 964057 w 1681353"/>
                <a:gd name="connsiteY81" fmla="*/ 1115932 h 1262109"/>
                <a:gd name="connsiteX82" fmla="*/ 1097915 w 1681353"/>
                <a:gd name="connsiteY82" fmla="*/ 1143491 h 1262109"/>
                <a:gd name="connsiteX83" fmla="*/ 1340866 w 1681353"/>
                <a:gd name="connsiteY83" fmla="*/ 962770 h 1262109"/>
                <a:gd name="connsiteX84" fmla="*/ 1181608 w 1681353"/>
                <a:gd name="connsiteY84" fmla="*/ 848216 h 1262109"/>
                <a:gd name="connsiteX85" fmla="*/ 1081532 w 1681353"/>
                <a:gd name="connsiteY85" fmla="*/ 949181 h 1262109"/>
                <a:gd name="connsiteX0" fmla="*/ 1681353 w 1681353"/>
                <a:gd name="connsiteY0" fmla="*/ 674353 h 1262109"/>
                <a:gd name="connsiteX1" fmla="*/ 1657731 w 1681353"/>
                <a:gd name="connsiteY1" fmla="*/ 744584 h 1262109"/>
                <a:gd name="connsiteX2" fmla="*/ 1517142 w 1681353"/>
                <a:gd name="connsiteY2" fmla="*/ 751569 h 1262109"/>
                <a:gd name="connsiteX3" fmla="*/ 1383030 w 1681353"/>
                <a:gd name="connsiteY3" fmla="*/ 957436 h 1262109"/>
                <a:gd name="connsiteX4" fmla="*/ 1096137 w 1681353"/>
                <a:gd name="connsiteY4" fmla="*/ 1169780 h 1262109"/>
                <a:gd name="connsiteX5" fmla="*/ 969010 w 1681353"/>
                <a:gd name="connsiteY5" fmla="*/ 1147936 h 1262109"/>
                <a:gd name="connsiteX6" fmla="*/ 968375 w 1681353"/>
                <a:gd name="connsiteY6" fmla="*/ 1244710 h 1262109"/>
                <a:gd name="connsiteX7" fmla="*/ 957580 w 1681353"/>
                <a:gd name="connsiteY7" fmla="*/ 1257410 h 1262109"/>
                <a:gd name="connsiteX8" fmla="*/ 942721 w 1681353"/>
                <a:gd name="connsiteY8" fmla="*/ 1254616 h 1262109"/>
                <a:gd name="connsiteX9" fmla="*/ 940562 w 1681353"/>
                <a:gd name="connsiteY9" fmla="*/ 1151111 h 1262109"/>
                <a:gd name="connsiteX10" fmla="*/ 914908 w 1681353"/>
                <a:gd name="connsiteY10" fmla="*/ 951340 h 1262109"/>
                <a:gd name="connsiteX11" fmla="*/ 854202 w 1681353"/>
                <a:gd name="connsiteY11" fmla="*/ 838310 h 1262109"/>
                <a:gd name="connsiteX12" fmla="*/ 678561 w 1681353"/>
                <a:gd name="connsiteY12" fmla="*/ 832214 h 1262109"/>
                <a:gd name="connsiteX13" fmla="*/ 448437 w 1681353"/>
                <a:gd name="connsiteY13" fmla="*/ 814180 h 1262109"/>
                <a:gd name="connsiteX14" fmla="*/ 402209 w 1681353"/>
                <a:gd name="connsiteY14" fmla="*/ 837040 h 1262109"/>
                <a:gd name="connsiteX15" fmla="*/ 338963 w 1681353"/>
                <a:gd name="connsiteY15" fmla="*/ 857106 h 1262109"/>
                <a:gd name="connsiteX16" fmla="*/ 376047 w 1681353"/>
                <a:gd name="connsiteY16" fmla="*/ 952483 h 1262109"/>
                <a:gd name="connsiteX17" fmla="*/ 342900 w 1681353"/>
                <a:gd name="connsiteY17" fmla="*/ 1084182 h 1262109"/>
                <a:gd name="connsiteX18" fmla="*/ 265811 w 1681353"/>
                <a:gd name="connsiteY18" fmla="*/ 1252838 h 1262109"/>
                <a:gd name="connsiteX19" fmla="*/ 240157 w 1681353"/>
                <a:gd name="connsiteY19" fmla="*/ 1256140 h 1262109"/>
                <a:gd name="connsiteX20" fmla="*/ 349377 w 1681353"/>
                <a:gd name="connsiteY20" fmla="*/ 970263 h 1262109"/>
                <a:gd name="connsiteX21" fmla="*/ 311531 w 1681353"/>
                <a:gd name="connsiteY21" fmla="*/ 868536 h 1262109"/>
                <a:gd name="connsiteX22" fmla="*/ 20955 w 1681353"/>
                <a:gd name="connsiteY22" fmla="*/ 1251568 h 1262109"/>
                <a:gd name="connsiteX23" fmla="*/ 0 w 1681353"/>
                <a:gd name="connsiteY23" fmla="*/ 1262109 h 1262109"/>
                <a:gd name="connsiteX24" fmla="*/ 133223 w 1681353"/>
                <a:gd name="connsiteY24" fmla="*/ 995790 h 1262109"/>
                <a:gd name="connsiteX25" fmla="*/ 412369 w 1681353"/>
                <a:gd name="connsiteY25" fmla="*/ 806814 h 1262109"/>
                <a:gd name="connsiteX26" fmla="*/ 198247 w 1681353"/>
                <a:gd name="connsiteY26" fmla="*/ 670924 h 1262109"/>
                <a:gd name="connsiteX27" fmla="*/ 101981 w 1681353"/>
                <a:gd name="connsiteY27" fmla="*/ 581008 h 1262109"/>
                <a:gd name="connsiteX28" fmla="*/ 175895 w 1681353"/>
                <a:gd name="connsiteY28" fmla="*/ 285606 h 1262109"/>
                <a:gd name="connsiteX29" fmla="*/ 379792 w 1681353"/>
                <a:gd name="connsiteY29" fmla="*/ 50048 h 1262109"/>
                <a:gd name="connsiteX30" fmla="*/ 672816 w 1681353"/>
                <a:gd name="connsiteY30" fmla="*/ 5278 h 1262109"/>
                <a:gd name="connsiteX31" fmla="*/ 972991 w 1681353"/>
                <a:gd name="connsiteY31" fmla="*/ 167838 h 1262109"/>
                <a:gd name="connsiteX32" fmla="*/ 1049655 w 1681353"/>
                <a:gd name="connsiteY32" fmla="*/ 304021 h 1262109"/>
                <a:gd name="connsiteX33" fmla="*/ 1114679 w 1681353"/>
                <a:gd name="connsiteY33" fmla="*/ 399271 h 1262109"/>
                <a:gd name="connsiteX34" fmla="*/ 1042924 w 1681353"/>
                <a:gd name="connsiteY34" fmla="*/ 629268 h 1262109"/>
                <a:gd name="connsiteX35" fmla="*/ 1025906 w 1681353"/>
                <a:gd name="connsiteY35" fmla="*/ 639174 h 1262109"/>
                <a:gd name="connsiteX36" fmla="*/ 832358 w 1681353"/>
                <a:gd name="connsiteY36" fmla="*/ 801734 h 1262109"/>
                <a:gd name="connsiteX37" fmla="*/ 1063879 w 1681353"/>
                <a:gd name="connsiteY37" fmla="*/ 931909 h 1262109"/>
                <a:gd name="connsiteX38" fmla="*/ 1164717 w 1681353"/>
                <a:gd name="connsiteY38" fmla="*/ 818879 h 1262109"/>
                <a:gd name="connsiteX39" fmla="*/ 1175385 w 1681353"/>
                <a:gd name="connsiteY39" fmla="*/ 730106 h 1262109"/>
                <a:gd name="connsiteX40" fmla="*/ 1226693 w 1681353"/>
                <a:gd name="connsiteY40" fmla="*/ 676766 h 1262109"/>
                <a:gd name="connsiteX41" fmla="*/ 1282700 w 1681353"/>
                <a:gd name="connsiteY41" fmla="*/ 694165 h 1262109"/>
                <a:gd name="connsiteX42" fmla="*/ 1388745 w 1681353"/>
                <a:gd name="connsiteY42" fmla="*/ 635237 h 1262109"/>
                <a:gd name="connsiteX43" fmla="*/ 1489583 w 1681353"/>
                <a:gd name="connsiteY43" fmla="*/ 679433 h 1262109"/>
                <a:gd name="connsiteX44" fmla="*/ 378191 w 1681353"/>
                <a:gd name="connsiteY44" fmla="*/ 86782 h 1262109"/>
                <a:gd name="connsiteX45" fmla="*/ 198247 w 1681353"/>
                <a:gd name="connsiteY45" fmla="*/ 293353 h 1262109"/>
                <a:gd name="connsiteX46" fmla="*/ 221869 w 1681353"/>
                <a:gd name="connsiteY46" fmla="*/ 303767 h 1262109"/>
                <a:gd name="connsiteX47" fmla="*/ 262001 w 1681353"/>
                <a:gd name="connsiteY47" fmla="*/ 386952 h 1262109"/>
                <a:gd name="connsiteX48" fmla="*/ 231648 w 1681353"/>
                <a:gd name="connsiteY48" fmla="*/ 613266 h 1262109"/>
                <a:gd name="connsiteX49" fmla="*/ 196850 w 1681353"/>
                <a:gd name="connsiteY49" fmla="*/ 634094 h 1262109"/>
                <a:gd name="connsiteX50" fmla="*/ 310642 w 1681353"/>
                <a:gd name="connsiteY50" fmla="*/ 734805 h 1262109"/>
                <a:gd name="connsiteX51" fmla="*/ 735076 w 1681353"/>
                <a:gd name="connsiteY51" fmla="*/ 802115 h 1262109"/>
                <a:gd name="connsiteX52" fmla="*/ 985774 w 1681353"/>
                <a:gd name="connsiteY52" fmla="*/ 645143 h 1262109"/>
                <a:gd name="connsiteX53" fmla="*/ 991489 w 1681353"/>
                <a:gd name="connsiteY53" fmla="*/ 642857 h 1262109"/>
                <a:gd name="connsiteX54" fmla="*/ 941956 w 1681353"/>
                <a:gd name="connsiteY54" fmla="*/ 178366 h 1262109"/>
                <a:gd name="connsiteX55" fmla="*/ 655811 w 1681353"/>
                <a:gd name="connsiteY55" fmla="*/ 27037 h 1262109"/>
                <a:gd name="connsiteX56" fmla="*/ 372956 w 1681353"/>
                <a:gd name="connsiteY56" fmla="*/ 85525 h 1262109"/>
                <a:gd name="connsiteX57" fmla="*/ 161417 w 1681353"/>
                <a:gd name="connsiteY57" fmla="*/ 322309 h 1262109"/>
                <a:gd name="connsiteX58" fmla="*/ 114554 w 1681353"/>
                <a:gd name="connsiteY58" fmla="*/ 539479 h 1262109"/>
                <a:gd name="connsiteX59" fmla="*/ 182499 w 1681353"/>
                <a:gd name="connsiteY59" fmla="*/ 610980 h 1262109"/>
                <a:gd name="connsiteX60" fmla="*/ 224917 w 1681353"/>
                <a:gd name="connsiteY60" fmla="*/ 575420 h 1262109"/>
                <a:gd name="connsiteX61" fmla="*/ 224536 w 1681353"/>
                <a:gd name="connsiteY61" fmla="*/ 352408 h 1262109"/>
                <a:gd name="connsiteX62" fmla="*/ 161417 w 1681353"/>
                <a:gd name="connsiteY62" fmla="*/ 322309 h 1262109"/>
                <a:gd name="connsiteX63" fmla="*/ 1039622 w 1681353"/>
                <a:gd name="connsiteY63" fmla="*/ 318626 h 1262109"/>
                <a:gd name="connsiteX64" fmla="*/ 1037717 w 1681353"/>
                <a:gd name="connsiteY64" fmla="*/ 612250 h 1262109"/>
                <a:gd name="connsiteX65" fmla="*/ 1039622 w 1681353"/>
                <a:gd name="connsiteY65" fmla="*/ 318626 h 1262109"/>
                <a:gd name="connsiteX66" fmla="*/ 1371092 w 1681353"/>
                <a:gd name="connsiteY66" fmla="*/ 667114 h 1262109"/>
                <a:gd name="connsiteX67" fmla="*/ 1249807 w 1681353"/>
                <a:gd name="connsiteY67" fmla="*/ 778874 h 1262109"/>
                <a:gd name="connsiteX68" fmla="*/ 1261618 w 1681353"/>
                <a:gd name="connsiteY68" fmla="*/ 708516 h 1262109"/>
                <a:gd name="connsiteX69" fmla="*/ 1208151 w 1681353"/>
                <a:gd name="connsiteY69" fmla="*/ 720962 h 1262109"/>
                <a:gd name="connsiteX70" fmla="*/ 1338961 w 1681353"/>
                <a:gd name="connsiteY70" fmla="*/ 933433 h 1262109"/>
                <a:gd name="connsiteX71" fmla="*/ 1462913 w 1681353"/>
                <a:gd name="connsiteY71" fmla="*/ 687180 h 1262109"/>
                <a:gd name="connsiteX72" fmla="*/ 1387475 w 1681353"/>
                <a:gd name="connsiteY72" fmla="*/ 780144 h 1262109"/>
                <a:gd name="connsiteX73" fmla="*/ 1427988 w 1681353"/>
                <a:gd name="connsiteY73" fmla="*/ 674099 h 1262109"/>
                <a:gd name="connsiteX74" fmla="*/ 1371092 w 1681353"/>
                <a:gd name="connsiteY74" fmla="*/ 667114 h 1262109"/>
                <a:gd name="connsiteX75" fmla="*/ 1081532 w 1681353"/>
                <a:gd name="connsiteY75" fmla="*/ 949181 h 1262109"/>
                <a:gd name="connsiteX76" fmla="*/ 1025652 w 1681353"/>
                <a:gd name="connsiteY76" fmla="*/ 969882 h 1262109"/>
                <a:gd name="connsiteX77" fmla="*/ 1042035 w 1681353"/>
                <a:gd name="connsiteY77" fmla="*/ 945244 h 1262109"/>
                <a:gd name="connsiteX78" fmla="*/ 913638 w 1681353"/>
                <a:gd name="connsiteY78" fmla="*/ 867012 h 1262109"/>
                <a:gd name="connsiteX79" fmla="*/ 964057 w 1681353"/>
                <a:gd name="connsiteY79" fmla="*/ 1115932 h 1262109"/>
                <a:gd name="connsiteX80" fmla="*/ 1097915 w 1681353"/>
                <a:gd name="connsiteY80" fmla="*/ 1143491 h 1262109"/>
                <a:gd name="connsiteX81" fmla="*/ 1340866 w 1681353"/>
                <a:gd name="connsiteY81" fmla="*/ 962770 h 1262109"/>
                <a:gd name="connsiteX82" fmla="*/ 1181608 w 1681353"/>
                <a:gd name="connsiteY82" fmla="*/ 848216 h 1262109"/>
                <a:gd name="connsiteX83" fmla="*/ 1081532 w 1681353"/>
                <a:gd name="connsiteY83" fmla="*/ 949181 h 1262109"/>
                <a:gd name="connsiteX0" fmla="*/ 1657731 w 1657731"/>
                <a:gd name="connsiteY0" fmla="*/ 744584 h 1262109"/>
                <a:gd name="connsiteX1" fmla="*/ 1517142 w 1657731"/>
                <a:gd name="connsiteY1" fmla="*/ 751569 h 1262109"/>
                <a:gd name="connsiteX2" fmla="*/ 1383030 w 1657731"/>
                <a:gd name="connsiteY2" fmla="*/ 957436 h 1262109"/>
                <a:gd name="connsiteX3" fmla="*/ 1096137 w 1657731"/>
                <a:gd name="connsiteY3" fmla="*/ 1169780 h 1262109"/>
                <a:gd name="connsiteX4" fmla="*/ 969010 w 1657731"/>
                <a:gd name="connsiteY4" fmla="*/ 1147936 h 1262109"/>
                <a:gd name="connsiteX5" fmla="*/ 968375 w 1657731"/>
                <a:gd name="connsiteY5" fmla="*/ 1244710 h 1262109"/>
                <a:gd name="connsiteX6" fmla="*/ 957580 w 1657731"/>
                <a:gd name="connsiteY6" fmla="*/ 1257410 h 1262109"/>
                <a:gd name="connsiteX7" fmla="*/ 942721 w 1657731"/>
                <a:gd name="connsiteY7" fmla="*/ 1254616 h 1262109"/>
                <a:gd name="connsiteX8" fmla="*/ 940562 w 1657731"/>
                <a:gd name="connsiteY8" fmla="*/ 1151111 h 1262109"/>
                <a:gd name="connsiteX9" fmla="*/ 914908 w 1657731"/>
                <a:gd name="connsiteY9" fmla="*/ 951340 h 1262109"/>
                <a:gd name="connsiteX10" fmla="*/ 854202 w 1657731"/>
                <a:gd name="connsiteY10" fmla="*/ 838310 h 1262109"/>
                <a:gd name="connsiteX11" fmla="*/ 678561 w 1657731"/>
                <a:gd name="connsiteY11" fmla="*/ 832214 h 1262109"/>
                <a:gd name="connsiteX12" fmla="*/ 448437 w 1657731"/>
                <a:gd name="connsiteY12" fmla="*/ 814180 h 1262109"/>
                <a:gd name="connsiteX13" fmla="*/ 402209 w 1657731"/>
                <a:gd name="connsiteY13" fmla="*/ 837040 h 1262109"/>
                <a:gd name="connsiteX14" fmla="*/ 338963 w 1657731"/>
                <a:gd name="connsiteY14" fmla="*/ 857106 h 1262109"/>
                <a:gd name="connsiteX15" fmla="*/ 376047 w 1657731"/>
                <a:gd name="connsiteY15" fmla="*/ 952483 h 1262109"/>
                <a:gd name="connsiteX16" fmla="*/ 342900 w 1657731"/>
                <a:gd name="connsiteY16" fmla="*/ 1084182 h 1262109"/>
                <a:gd name="connsiteX17" fmla="*/ 265811 w 1657731"/>
                <a:gd name="connsiteY17" fmla="*/ 1252838 h 1262109"/>
                <a:gd name="connsiteX18" fmla="*/ 240157 w 1657731"/>
                <a:gd name="connsiteY18" fmla="*/ 1256140 h 1262109"/>
                <a:gd name="connsiteX19" fmla="*/ 349377 w 1657731"/>
                <a:gd name="connsiteY19" fmla="*/ 970263 h 1262109"/>
                <a:gd name="connsiteX20" fmla="*/ 311531 w 1657731"/>
                <a:gd name="connsiteY20" fmla="*/ 868536 h 1262109"/>
                <a:gd name="connsiteX21" fmla="*/ 20955 w 1657731"/>
                <a:gd name="connsiteY21" fmla="*/ 1251568 h 1262109"/>
                <a:gd name="connsiteX22" fmla="*/ 0 w 1657731"/>
                <a:gd name="connsiteY22" fmla="*/ 1262109 h 1262109"/>
                <a:gd name="connsiteX23" fmla="*/ 133223 w 1657731"/>
                <a:gd name="connsiteY23" fmla="*/ 995790 h 1262109"/>
                <a:gd name="connsiteX24" fmla="*/ 412369 w 1657731"/>
                <a:gd name="connsiteY24" fmla="*/ 806814 h 1262109"/>
                <a:gd name="connsiteX25" fmla="*/ 198247 w 1657731"/>
                <a:gd name="connsiteY25" fmla="*/ 670924 h 1262109"/>
                <a:gd name="connsiteX26" fmla="*/ 101981 w 1657731"/>
                <a:gd name="connsiteY26" fmla="*/ 581008 h 1262109"/>
                <a:gd name="connsiteX27" fmla="*/ 175895 w 1657731"/>
                <a:gd name="connsiteY27" fmla="*/ 285606 h 1262109"/>
                <a:gd name="connsiteX28" fmla="*/ 379792 w 1657731"/>
                <a:gd name="connsiteY28" fmla="*/ 50048 h 1262109"/>
                <a:gd name="connsiteX29" fmla="*/ 672816 w 1657731"/>
                <a:gd name="connsiteY29" fmla="*/ 5278 h 1262109"/>
                <a:gd name="connsiteX30" fmla="*/ 972991 w 1657731"/>
                <a:gd name="connsiteY30" fmla="*/ 167838 h 1262109"/>
                <a:gd name="connsiteX31" fmla="*/ 1049655 w 1657731"/>
                <a:gd name="connsiteY31" fmla="*/ 304021 h 1262109"/>
                <a:gd name="connsiteX32" fmla="*/ 1114679 w 1657731"/>
                <a:gd name="connsiteY32" fmla="*/ 399271 h 1262109"/>
                <a:gd name="connsiteX33" fmla="*/ 1042924 w 1657731"/>
                <a:gd name="connsiteY33" fmla="*/ 629268 h 1262109"/>
                <a:gd name="connsiteX34" fmla="*/ 1025906 w 1657731"/>
                <a:gd name="connsiteY34" fmla="*/ 639174 h 1262109"/>
                <a:gd name="connsiteX35" fmla="*/ 832358 w 1657731"/>
                <a:gd name="connsiteY35" fmla="*/ 801734 h 1262109"/>
                <a:gd name="connsiteX36" fmla="*/ 1063879 w 1657731"/>
                <a:gd name="connsiteY36" fmla="*/ 931909 h 1262109"/>
                <a:gd name="connsiteX37" fmla="*/ 1164717 w 1657731"/>
                <a:gd name="connsiteY37" fmla="*/ 818879 h 1262109"/>
                <a:gd name="connsiteX38" fmla="*/ 1175385 w 1657731"/>
                <a:gd name="connsiteY38" fmla="*/ 730106 h 1262109"/>
                <a:gd name="connsiteX39" fmla="*/ 1226693 w 1657731"/>
                <a:gd name="connsiteY39" fmla="*/ 676766 h 1262109"/>
                <a:gd name="connsiteX40" fmla="*/ 1282700 w 1657731"/>
                <a:gd name="connsiteY40" fmla="*/ 694165 h 1262109"/>
                <a:gd name="connsiteX41" fmla="*/ 1388745 w 1657731"/>
                <a:gd name="connsiteY41" fmla="*/ 635237 h 1262109"/>
                <a:gd name="connsiteX42" fmla="*/ 1489583 w 1657731"/>
                <a:gd name="connsiteY42" fmla="*/ 679433 h 1262109"/>
                <a:gd name="connsiteX43" fmla="*/ 378191 w 1657731"/>
                <a:gd name="connsiteY43" fmla="*/ 86782 h 1262109"/>
                <a:gd name="connsiteX44" fmla="*/ 198247 w 1657731"/>
                <a:gd name="connsiteY44" fmla="*/ 293353 h 1262109"/>
                <a:gd name="connsiteX45" fmla="*/ 221869 w 1657731"/>
                <a:gd name="connsiteY45" fmla="*/ 303767 h 1262109"/>
                <a:gd name="connsiteX46" fmla="*/ 262001 w 1657731"/>
                <a:gd name="connsiteY46" fmla="*/ 386952 h 1262109"/>
                <a:gd name="connsiteX47" fmla="*/ 231648 w 1657731"/>
                <a:gd name="connsiteY47" fmla="*/ 613266 h 1262109"/>
                <a:gd name="connsiteX48" fmla="*/ 196850 w 1657731"/>
                <a:gd name="connsiteY48" fmla="*/ 634094 h 1262109"/>
                <a:gd name="connsiteX49" fmla="*/ 310642 w 1657731"/>
                <a:gd name="connsiteY49" fmla="*/ 734805 h 1262109"/>
                <a:gd name="connsiteX50" fmla="*/ 735076 w 1657731"/>
                <a:gd name="connsiteY50" fmla="*/ 802115 h 1262109"/>
                <a:gd name="connsiteX51" fmla="*/ 985774 w 1657731"/>
                <a:gd name="connsiteY51" fmla="*/ 645143 h 1262109"/>
                <a:gd name="connsiteX52" fmla="*/ 991489 w 1657731"/>
                <a:gd name="connsiteY52" fmla="*/ 642857 h 1262109"/>
                <a:gd name="connsiteX53" fmla="*/ 941956 w 1657731"/>
                <a:gd name="connsiteY53" fmla="*/ 178366 h 1262109"/>
                <a:gd name="connsiteX54" fmla="*/ 655811 w 1657731"/>
                <a:gd name="connsiteY54" fmla="*/ 27037 h 1262109"/>
                <a:gd name="connsiteX55" fmla="*/ 372956 w 1657731"/>
                <a:gd name="connsiteY55" fmla="*/ 85525 h 1262109"/>
                <a:gd name="connsiteX56" fmla="*/ 161417 w 1657731"/>
                <a:gd name="connsiteY56" fmla="*/ 322309 h 1262109"/>
                <a:gd name="connsiteX57" fmla="*/ 114554 w 1657731"/>
                <a:gd name="connsiteY57" fmla="*/ 539479 h 1262109"/>
                <a:gd name="connsiteX58" fmla="*/ 182499 w 1657731"/>
                <a:gd name="connsiteY58" fmla="*/ 610980 h 1262109"/>
                <a:gd name="connsiteX59" fmla="*/ 224917 w 1657731"/>
                <a:gd name="connsiteY59" fmla="*/ 575420 h 1262109"/>
                <a:gd name="connsiteX60" fmla="*/ 224536 w 1657731"/>
                <a:gd name="connsiteY60" fmla="*/ 352408 h 1262109"/>
                <a:gd name="connsiteX61" fmla="*/ 161417 w 1657731"/>
                <a:gd name="connsiteY61" fmla="*/ 322309 h 1262109"/>
                <a:gd name="connsiteX62" fmla="*/ 1039622 w 1657731"/>
                <a:gd name="connsiteY62" fmla="*/ 318626 h 1262109"/>
                <a:gd name="connsiteX63" fmla="*/ 1037717 w 1657731"/>
                <a:gd name="connsiteY63" fmla="*/ 612250 h 1262109"/>
                <a:gd name="connsiteX64" fmla="*/ 1039622 w 1657731"/>
                <a:gd name="connsiteY64" fmla="*/ 318626 h 1262109"/>
                <a:gd name="connsiteX65" fmla="*/ 1371092 w 1657731"/>
                <a:gd name="connsiteY65" fmla="*/ 667114 h 1262109"/>
                <a:gd name="connsiteX66" fmla="*/ 1249807 w 1657731"/>
                <a:gd name="connsiteY66" fmla="*/ 778874 h 1262109"/>
                <a:gd name="connsiteX67" fmla="*/ 1261618 w 1657731"/>
                <a:gd name="connsiteY67" fmla="*/ 708516 h 1262109"/>
                <a:gd name="connsiteX68" fmla="*/ 1208151 w 1657731"/>
                <a:gd name="connsiteY68" fmla="*/ 720962 h 1262109"/>
                <a:gd name="connsiteX69" fmla="*/ 1338961 w 1657731"/>
                <a:gd name="connsiteY69" fmla="*/ 933433 h 1262109"/>
                <a:gd name="connsiteX70" fmla="*/ 1462913 w 1657731"/>
                <a:gd name="connsiteY70" fmla="*/ 687180 h 1262109"/>
                <a:gd name="connsiteX71" fmla="*/ 1387475 w 1657731"/>
                <a:gd name="connsiteY71" fmla="*/ 780144 h 1262109"/>
                <a:gd name="connsiteX72" fmla="*/ 1427988 w 1657731"/>
                <a:gd name="connsiteY72" fmla="*/ 674099 h 1262109"/>
                <a:gd name="connsiteX73" fmla="*/ 1371092 w 1657731"/>
                <a:gd name="connsiteY73" fmla="*/ 667114 h 1262109"/>
                <a:gd name="connsiteX74" fmla="*/ 1081532 w 1657731"/>
                <a:gd name="connsiteY74" fmla="*/ 949181 h 1262109"/>
                <a:gd name="connsiteX75" fmla="*/ 1025652 w 1657731"/>
                <a:gd name="connsiteY75" fmla="*/ 969882 h 1262109"/>
                <a:gd name="connsiteX76" fmla="*/ 1042035 w 1657731"/>
                <a:gd name="connsiteY76" fmla="*/ 945244 h 1262109"/>
                <a:gd name="connsiteX77" fmla="*/ 913638 w 1657731"/>
                <a:gd name="connsiteY77" fmla="*/ 867012 h 1262109"/>
                <a:gd name="connsiteX78" fmla="*/ 964057 w 1657731"/>
                <a:gd name="connsiteY78" fmla="*/ 1115932 h 1262109"/>
                <a:gd name="connsiteX79" fmla="*/ 1097915 w 1657731"/>
                <a:gd name="connsiteY79" fmla="*/ 1143491 h 1262109"/>
                <a:gd name="connsiteX80" fmla="*/ 1340866 w 1657731"/>
                <a:gd name="connsiteY80" fmla="*/ 962770 h 1262109"/>
                <a:gd name="connsiteX81" fmla="*/ 1181608 w 1657731"/>
                <a:gd name="connsiteY81" fmla="*/ 848216 h 1262109"/>
                <a:gd name="connsiteX82" fmla="*/ 1081532 w 1657731"/>
                <a:gd name="connsiteY82" fmla="*/ 949181 h 1262109"/>
                <a:gd name="connsiteX0" fmla="*/ 1514513 w 1529271"/>
                <a:gd name="connsiteY0" fmla="*/ 716736 h 1262109"/>
                <a:gd name="connsiteX1" fmla="*/ 1517142 w 1529271"/>
                <a:gd name="connsiteY1" fmla="*/ 751569 h 1262109"/>
                <a:gd name="connsiteX2" fmla="*/ 1383030 w 1529271"/>
                <a:gd name="connsiteY2" fmla="*/ 957436 h 1262109"/>
                <a:gd name="connsiteX3" fmla="*/ 1096137 w 1529271"/>
                <a:gd name="connsiteY3" fmla="*/ 1169780 h 1262109"/>
                <a:gd name="connsiteX4" fmla="*/ 969010 w 1529271"/>
                <a:gd name="connsiteY4" fmla="*/ 1147936 h 1262109"/>
                <a:gd name="connsiteX5" fmla="*/ 968375 w 1529271"/>
                <a:gd name="connsiteY5" fmla="*/ 1244710 h 1262109"/>
                <a:gd name="connsiteX6" fmla="*/ 957580 w 1529271"/>
                <a:gd name="connsiteY6" fmla="*/ 1257410 h 1262109"/>
                <a:gd name="connsiteX7" fmla="*/ 942721 w 1529271"/>
                <a:gd name="connsiteY7" fmla="*/ 1254616 h 1262109"/>
                <a:gd name="connsiteX8" fmla="*/ 940562 w 1529271"/>
                <a:gd name="connsiteY8" fmla="*/ 1151111 h 1262109"/>
                <a:gd name="connsiteX9" fmla="*/ 914908 w 1529271"/>
                <a:gd name="connsiteY9" fmla="*/ 951340 h 1262109"/>
                <a:gd name="connsiteX10" fmla="*/ 854202 w 1529271"/>
                <a:gd name="connsiteY10" fmla="*/ 838310 h 1262109"/>
                <a:gd name="connsiteX11" fmla="*/ 678561 w 1529271"/>
                <a:gd name="connsiteY11" fmla="*/ 832214 h 1262109"/>
                <a:gd name="connsiteX12" fmla="*/ 448437 w 1529271"/>
                <a:gd name="connsiteY12" fmla="*/ 814180 h 1262109"/>
                <a:gd name="connsiteX13" fmla="*/ 402209 w 1529271"/>
                <a:gd name="connsiteY13" fmla="*/ 837040 h 1262109"/>
                <a:gd name="connsiteX14" fmla="*/ 338963 w 1529271"/>
                <a:gd name="connsiteY14" fmla="*/ 857106 h 1262109"/>
                <a:gd name="connsiteX15" fmla="*/ 376047 w 1529271"/>
                <a:gd name="connsiteY15" fmla="*/ 952483 h 1262109"/>
                <a:gd name="connsiteX16" fmla="*/ 342900 w 1529271"/>
                <a:gd name="connsiteY16" fmla="*/ 1084182 h 1262109"/>
                <a:gd name="connsiteX17" fmla="*/ 265811 w 1529271"/>
                <a:gd name="connsiteY17" fmla="*/ 1252838 h 1262109"/>
                <a:gd name="connsiteX18" fmla="*/ 240157 w 1529271"/>
                <a:gd name="connsiteY18" fmla="*/ 1256140 h 1262109"/>
                <a:gd name="connsiteX19" fmla="*/ 349377 w 1529271"/>
                <a:gd name="connsiteY19" fmla="*/ 970263 h 1262109"/>
                <a:gd name="connsiteX20" fmla="*/ 311531 w 1529271"/>
                <a:gd name="connsiteY20" fmla="*/ 868536 h 1262109"/>
                <a:gd name="connsiteX21" fmla="*/ 20955 w 1529271"/>
                <a:gd name="connsiteY21" fmla="*/ 1251568 h 1262109"/>
                <a:gd name="connsiteX22" fmla="*/ 0 w 1529271"/>
                <a:gd name="connsiteY22" fmla="*/ 1262109 h 1262109"/>
                <a:gd name="connsiteX23" fmla="*/ 133223 w 1529271"/>
                <a:gd name="connsiteY23" fmla="*/ 995790 h 1262109"/>
                <a:gd name="connsiteX24" fmla="*/ 412369 w 1529271"/>
                <a:gd name="connsiteY24" fmla="*/ 806814 h 1262109"/>
                <a:gd name="connsiteX25" fmla="*/ 198247 w 1529271"/>
                <a:gd name="connsiteY25" fmla="*/ 670924 h 1262109"/>
                <a:gd name="connsiteX26" fmla="*/ 101981 w 1529271"/>
                <a:gd name="connsiteY26" fmla="*/ 581008 h 1262109"/>
                <a:gd name="connsiteX27" fmla="*/ 175895 w 1529271"/>
                <a:gd name="connsiteY27" fmla="*/ 285606 h 1262109"/>
                <a:gd name="connsiteX28" fmla="*/ 379792 w 1529271"/>
                <a:gd name="connsiteY28" fmla="*/ 50048 h 1262109"/>
                <a:gd name="connsiteX29" fmla="*/ 672816 w 1529271"/>
                <a:gd name="connsiteY29" fmla="*/ 5278 h 1262109"/>
                <a:gd name="connsiteX30" fmla="*/ 972991 w 1529271"/>
                <a:gd name="connsiteY30" fmla="*/ 167838 h 1262109"/>
                <a:gd name="connsiteX31" fmla="*/ 1049655 w 1529271"/>
                <a:gd name="connsiteY31" fmla="*/ 304021 h 1262109"/>
                <a:gd name="connsiteX32" fmla="*/ 1114679 w 1529271"/>
                <a:gd name="connsiteY32" fmla="*/ 399271 h 1262109"/>
                <a:gd name="connsiteX33" fmla="*/ 1042924 w 1529271"/>
                <a:gd name="connsiteY33" fmla="*/ 629268 h 1262109"/>
                <a:gd name="connsiteX34" fmla="*/ 1025906 w 1529271"/>
                <a:gd name="connsiteY34" fmla="*/ 639174 h 1262109"/>
                <a:gd name="connsiteX35" fmla="*/ 832358 w 1529271"/>
                <a:gd name="connsiteY35" fmla="*/ 801734 h 1262109"/>
                <a:gd name="connsiteX36" fmla="*/ 1063879 w 1529271"/>
                <a:gd name="connsiteY36" fmla="*/ 931909 h 1262109"/>
                <a:gd name="connsiteX37" fmla="*/ 1164717 w 1529271"/>
                <a:gd name="connsiteY37" fmla="*/ 818879 h 1262109"/>
                <a:gd name="connsiteX38" fmla="*/ 1175385 w 1529271"/>
                <a:gd name="connsiteY38" fmla="*/ 730106 h 1262109"/>
                <a:gd name="connsiteX39" fmla="*/ 1226693 w 1529271"/>
                <a:gd name="connsiteY39" fmla="*/ 676766 h 1262109"/>
                <a:gd name="connsiteX40" fmla="*/ 1282700 w 1529271"/>
                <a:gd name="connsiteY40" fmla="*/ 694165 h 1262109"/>
                <a:gd name="connsiteX41" fmla="*/ 1388745 w 1529271"/>
                <a:gd name="connsiteY41" fmla="*/ 635237 h 1262109"/>
                <a:gd name="connsiteX42" fmla="*/ 1489583 w 1529271"/>
                <a:gd name="connsiteY42" fmla="*/ 679433 h 1262109"/>
                <a:gd name="connsiteX43" fmla="*/ 378191 w 1529271"/>
                <a:gd name="connsiteY43" fmla="*/ 86782 h 1262109"/>
                <a:gd name="connsiteX44" fmla="*/ 198247 w 1529271"/>
                <a:gd name="connsiteY44" fmla="*/ 293353 h 1262109"/>
                <a:gd name="connsiteX45" fmla="*/ 221869 w 1529271"/>
                <a:gd name="connsiteY45" fmla="*/ 303767 h 1262109"/>
                <a:gd name="connsiteX46" fmla="*/ 262001 w 1529271"/>
                <a:gd name="connsiteY46" fmla="*/ 386952 h 1262109"/>
                <a:gd name="connsiteX47" fmla="*/ 231648 w 1529271"/>
                <a:gd name="connsiteY47" fmla="*/ 613266 h 1262109"/>
                <a:gd name="connsiteX48" fmla="*/ 196850 w 1529271"/>
                <a:gd name="connsiteY48" fmla="*/ 634094 h 1262109"/>
                <a:gd name="connsiteX49" fmla="*/ 310642 w 1529271"/>
                <a:gd name="connsiteY49" fmla="*/ 734805 h 1262109"/>
                <a:gd name="connsiteX50" fmla="*/ 735076 w 1529271"/>
                <a:gd name="connsiteY50" fmla="*/ 802115 h 1262109"/>
                <a:gd name="connsiteX51" fmla="*/ 985774 w 1529271"/>
                <a:gd name="connsiteY51" fmla="*/ 645143 h 1262109"/>
                <a:gd name="connsiteX52" fmla="*/ 991489 w 1529271"/>
                <a:gd name="connsiteY52" fmla="*/ 642857 h 1262109"/>
                <a:gd name="connsiteX53" fmla="*/ 941956 w 1529271"/>
                <a:gd name="connsiteY53" fmla="*/ 178366 h 1262109"/>
                <a:gd name="connsiteX54" fmla="*/ 655811 w 1529271"/>
                <a:gd name="connsiteY54" fmla="*/ 27037 h 1262109"/>
                <a:gd name="connsiteX55" fmla="*/ 372956 w 1529271"/>
                <a:gd name="connsiteY55" fmla="*/ 85525 h 1262109"/>
                <a:gd name="connsiteX56" fmla="*/ 161417 w 1529271"/>
                <a:gd name="connsiteY56" fmla="*/ 322309 h 1262109"/>
                <a:gd name="connsiteX57" fmla="*/ 114554 w 1529271"/>
                <a:gd name="connsiteY57" fmla="*/ 539479 h 1262109"/>
                <a:gd name="connsiteX58" fmla="*/ 182499 w 1529271"/>
                <a:gd name="connsiteY58" fmla="*/ 610980 h 1262109"/>
                <a:gd name="connsiteX59" fmla="*/ 224917 w 1529271"/>
                <a:gd name="connsiteY59" fmla="*/ 575420 h 1262109"/>
                <a:gd name="connsiteX60" fmla="*/ 224536 w 1529271"/>
                <a:gd name="connsiteY60" fmla="*/ 352408 h 1262109"/>
                <a:gd name="connsiteX61" fmla="*/ 161417 w 1529271"/>
                <a:gd name="connsiteY61" fmla="*/ 322309 h 1262109"/>
                <a:gd name="connsiteX62" fmla="*/ 1039622 w 1529271"/>
                <a:gd name="connsiteY62" fmla="*/ 318626 h 1262109"/>
                <a:gd name="connsiteX63" fmla="*/ 1037717 w 1529271"/>
                <a:gd name="connsiteY63" fmla="*/ 612250 h 1262109"/>
                <a:gd name="connsiteX64" fmla="*/ 1039622 w 1529271"/>
                <a:gd name="connsiteY64" fmla="*/ 318626 h 1262109"/>
                <a:gd name="connsiteX65" fmla="*/ 1371092 w 1529271"/>
                <a:gd name="connsiteY65" fmla="*/ 667114 h 1262109"/>
                <a:gd name="connsiteX66" fmla="*/ 1249807 w 1529271"/>
                <a:gd name="connsiteY66" fmla="*/ 778874 h 1262109"/>
                <a:gd name="connsiteX67" fmla="*/ 1261618 w 1529271"/>
                <a:gd name="connsiteY67" fmla="*/ 708516 h 1262109"/>
                <a:gd name="connsiteX68" fmla="*/ 1208151 w 1529271"/>
                <a:gd name="connsiteY68" fmla="*/ 720962 h 1262109"/>
                <a:gd name="connsiteX69" fmla="*/ 1338961 w 1529271"/>
                <a:gd name="connsiteY69" fmla="*/ 933433 h 1262109"/>
                <a:gd name="connsiteX70" fmla="*/ 1462913 w 1529271"/>
                <a:gd name="connsiteY70" fmla="*/ 687180 h 1262109"/>
                <a:gd name="connsiteX71" fmla="*/ 1387475 w 1529271"/>
                <a:gd name="connsiteY71" fmla="*/ 780144 h 1262109"/>
                <a:gd name="connsiteX72" fmla="*/ 1427988 w 1529271"/>
                <a:gd name="connsiteY72" fmla="*/ 674099 h 1262109"/>
                <a:gd name="connsiteX73" fmla="*/ 1371092 w 1529271"/>
                <a:gd name="connsiteY73" fmla="*/ 667114 h 1262109"/>
                <a:gd name="connsiteX74" fmla="*/ 1081532 w 1529271"/>
                <a:gd name="connsiteY74" fmla="*/ 949181 h 1262109"/>
                <a:gd name="connsiteX75" fmla="*/ 1025652 w 1529271"/>
                <a:gd name="connsiteY75" fmla="*/ 969882 h 1262109"/>
                <a:gd name="connsiteX76" fmla="*/ 1042035 w 1529271"/>
                <a:gd name="connsiteY76" fmla="*/ 945244 h 1262109"/>
                <a:gd name="connsiteX77" fmla="*/ 913638 w 1529271"/>
                <a:gd name="connsiteY77" fmla="*/ 867012 h 1262109"/>
                <a:gd name="connsiteX78" fmla="*/ 964057 w 1529271"/>
                <a:gd name="connsiteY78" fmla="*/ 1115932 h 1262109"/>
                <a:gd name="connsiteX79" fmla="*/ 1097915 w 1529271"/>
                <a:gd name="connsiteY79" fmla="*/ 1143491 h 1262109"/>
                <a:gd name="connsiteX80" fmla="*/ 1340866 w 1529271"/>
                <a:gd name="connsiteY80" fmla="*/ 962770 h 1262109"/>
                <a:gd name="connsiteX81" fmla="*/ 1181608 w 1529271"/>
                <a:gd name="connsiteY81" fmla="*/ 848216 h 1262109"/>
                <a:gd name="connsiteX82" fmla="*/ 1081532 w 1529271"/>
                <a:gd name="connsiteY82" fmla="*/ 949181 h 1262109"/>
                <a:gd name="connsiteX0" fmla="*/ 1514513 w 1537324"/>
                <a:gd name="connsiteY0" fmla="*/ 716736 h 1262109"/>
                <a:gd name="connsiteX1" fmla="*/ 1517142 w 1537324"/>
                <a:gd name="connsiteY1" fmla="*/ 751569 h 1262109"/>
                <a:gd name="connsiteX2" fmla="*/ 1383030 w 1537324"/>
                <a:gd name="connsiteY2" fmla="*/ 957436 h 1262109"/>
                <a:gd name="connsiteX3" fmla="*/ 1096137 w 1537324"/>
                <a:gd name="connsiteY3" fmla="*/ 1169780 h 1262109"/>
                <a:gd name="connsiteX4" fmla="*/ 969010 w 1537324"/>
                <a:gd name="connsiteY4" fmla="*/ 1147936 h 1262109"/>
                <a:gd name="connsiteX5" fmla="*/ 968375 w 1537324"/>
                <a:gd name="connsiteY5" fmla="*/ 1244710 h 1262109"/>
                <a:gd name="connsiteX6" fmla="*/ 957580 w 1537324"/>
                <a:gd name="connsiteY6" fmla="*/ 1257410 h 1262109"/>
                <a:gd name="connsiteX7" fmla="*/ 942721 w 1537324"/>
                <a:gd name="connsiteY7" fmla="*/ 1254616 h 1262109"/>
                <a:gd name="connsiteX8" fmla="*/ 940562 w 1537324"/>
                <a:gd name="connsiteY8" fmla="*/ 1151111 h 1262109"/>
                <a:gd name="connsiteX9" fmla="*/ 914908 w 1537324"/>
                <a:gd name="connsiteY9" fmla="*/ 951340 h 1262109"/>
                <a:gd name="connsiteX10" fmla="*/ 854202 w 1537324"/>
                <a:gd name="connsiteY10" fmla="*/ 838310 h 1262109"/>
                <a:gd name="connsiteX11" fmla="*/ 678561 w 1537324"/>
                <a:gd name="connsiteY11" fmla="*/ 832214 h 1262109"/>
                <a:gd name="connsiteX12" fmla="*/ 448437 w 1537324"/>
                <a:gd name="connsiteY12" fmla="*/ 814180 h 1262109"/>
                <a:gd name="connsiteX13" fmla="*/ 402209 w 1537324"/>
                <a:gd name="connsiteY13" fmla="*/ 837040 h 1262109"/>
                <a:gd name="connsiteX14" fmla="*/ 338963 w 1537324"/>
                <a:gd name="connsiteY14" fmla="*/ 857106 h 1262109"/>
                <a:gd name="connsiteX15" fmla="*/ 376047 w 1537324"/>
                <a:gd name="connsiteY15" fmla="*/ 952483 h 1262109"/>
                <a:gd name="connsiteX16" fmla="*/ 342900 w 1537324"/>
                <a:gd name="connsiteY16" fmla="*/ 1084182 h 1262109"/>
                <a:gd name="connsiteX17" fmla="*/ 265811 w 1537324"/>
                <a:gd name="connsiteY17" fmla="*/ 1252838 h 1262109"/>
                <a:gd name="connsiteX18" fmla="*/ 240157 w 1537324"/>
                <a:gd name="connsiteY18" fmla="*/ 1256140 h 1262109"/>
                <a:gd name="connsiteX19" fmla="*/ 349377 w 1537324"/>
                <a:gd name="connsiteY19" fmla="*/ 970263 h 1262109"/>
                <a:gd name="connsiteX20" fmla="*/ 311531 w 1537324"/>
                <a:gd name="connsiteY20" fmla="*/ 868536 h 1262109"/>
                <a:gd name="connsiteX21" fmla="*/ 20955 w 1537324"/>
                <a:gd name="connsiteY21" fmla="*/ 1251568 h 1262109"/>
                <a:gd name="connsiteX22" fmla="*/ 0 w 1537324"/>
                <a:gd name="connsiteY22" fmla="*/ 1262109 h 1262109"/>
                <a:gd name="connsiteX23" fmla="*/ 133223 w 1537324"/>
                <a:gd name="connsiteY23" fmla="*/ 995790 h 1262109"/>
                <a:gd name="connsiteX24" fmla="*/ 412369 w 1537324"/>
                <a:gd name="connsiteY24" fmla="*/ 806814 h 1262109"/>
                <a:gd name="connsiteX25" fmla="*/ 198247 w 1537324"/>
                <a:gd name="connsiteY25" fmla="*/ 670924 h 1262109"/>
                <a:gd name="connsiteX26" fmla="*/ 101981 w 1537324"/>
                <a:gd name="connsiteY26" fmla="*/ 581008 h 1262109"/>
                <a:gd name="connsiteX27" fmla="*/ 175895 w 1537324"/>
                <a:gd name="connsiteY27" fmla="*/ 285606 h 1262109"/>
                <a:gd name="connsiteX28" fmla="*/ 379792 w 1537324"/>
                <a:gd name="connsiteY28" fmla="*/ 50048 h 1262109"/>
                <a:gd name="connsiteX29" fmla="*/ 672816 w 1537324"/>
                <a:gd name="connsiteY29" fmla="*/ 5278 h 1262109"/>
                <a:gd name="connsiteX30" fmla="*/ 972991 w 1537324"/>
                <a:gd name="connsiteY30" fmla="*/ 167838 h 1262109"/>
                <a:gd name="connsiteX31" fmla="*/ 1049655 w 1537324"/>
                <a:gd name="connsiteY31" fmla="*/ 304021 h 1262109"/>
                <a:gd name="connsiteX32" fmla="*/ 1114679 w 1537324"/>
                <a:gd name="connsiteY32" fmla="*/ 399271 h 1262109"/>
                <a:gd name="connsiteX33" fmla="*/ 1042924 w 1537324"/>
                <a:gd name="connsiteY33" fmla="*/ 629268 h 1262109"/>
                <a:gd name="connsiteX34" fmla="*/ 1025906 w 1537324"/>
                <a:gd name="connsiteY34" fmla="*/ 639174 h 1262109"/>
                <a:gd name="connsiteX35" fmla="*/ 832358 w 1537324"/>
                <a:gd name="connsiteY35" fmla="*/ 801734 h 1262109"/>
                <a:gd name="connsiteX36" fmla="*/ 1063879 w 1537324"/>
                <a:gd name="connsiteY36" fmla="*/ 931909 h 1262109"/>
                <a:gd name="connsiteX37" fmla="*/ 1164717 w 1537324"/>
                <a:gd name="connsiteY37" fmla="*/ 818879 h 1262109"/>
                <a:gd name="connsiteX38" fmla="*/ 1175385 w 1537324"/>
                <a:gd name="connsiteY38" fmla="*/ 730106 h 1262109"/>
                <a:gd name="connsiteX39" fmla="*/ 1226693 w 1537324"/>
                <a:gd name="connsiteY39" fmla="*/ 676766 h 1262109"/>
                <a:gd name="connsiteX40" fmla="*/ 1282700 w 1537324"/>
                <a:gd name="connsiteY40" fmla="*/ 694165 h 1262109"/>
                <a:gd name="connsiteX41" fmla="*/ 1388745 w 1537324"/>
                <a:gd name="connsiteY41" fmla="*/ 635237 h 1262109"/>
                <a:gd name="connsiteX42" fmla="*/ 1489583 w 1537324"/>
                <a:gd name="connsiteY42" fmla="*/ 679433 h 1262109"/>
                <a:gd name="connsiteX43" fmla="*/ 378191 w 1537324"/>
                <a:gd name="connsiteY43" fmla="*/ 86782 h 1262109"/>
                <a:gd name="connsiteX44" fmla="*/ 198247 w 1537324"/>
                <a:gd name="connsiteY44" fmla="*/ 293353 h 1262109"/>
                <a:gd name="connsiteX45" fmla="*/ 221869 w 1537324"/>
                <a:gd name="connsiteY45" fmla="*/ 303767 h 1262109"/>
                <a:gd name="connsiteX46" fmla="*/ 262001 w 1537324"/>
                <a:gd name="connsiteY46" fmla="*/ 386952 h 1262109"/>
                <a:gd name="connsiteX47" fmla="*/ 231648 w 1537324"/>
                <a:gd name="connsiteY47" fmla="*/ 613266 h 1262109"/>
                <a:gd name="connsiteX48" fmla="*/ 196850 w 1537324"/>
                <a:gd name="connsiteY48" fmla="*/ 634094 h 1262109"/>
                <a:gd name="connsiteX49" fmla="*/ 310642 w 1537324"/>
                <a:gd name="connsiteY49" fmla="*/ 734805 h 1262109"/>
                <a:gd name="connsiteX50" fmla="*/ 735076 w 1537324"/>
                <a:gd name="connsiteY50" fmla="*/ 802115 h 1262109"/>
                <a:gd name="connsiteX51" fmla="*/ 985774 w 1537324"/>
                <a:gd name="connsiteY51" fmla="*/ 645143 h 1262109"/>
                <a:gd name="connsiteX52" fmla="*/ 991489 w 1537324"/>
                <a:gd name="connsiteY52" fmla="*/ 642857 h 1262109"/>
                <a:gd name="connsiteX53" fmla="*/ 941956 w 1537324"/>
                <a:gd name="connsiteY53" fmla="*/ 178366 h 1262109"/>
                <a:gd name="connsiteX54" fmla="*/ 655811 w 1537324"/>
                <a:gd name="connsiteY54" fmla="*/ 27037 h 1262109"/>
                <a:gd name="connsiteX55" fmla="*/ 372956 w 1537324"/>
                <a:gd name="connsiteY55" fmla="*/ 85525 h 1262109"/>
                <a:gd name="connsiteX56" fmla="*/ 161417 w 1537324"/>
                <a:gd name="connsiteY56" fmla="*/ 322309 h 1262109"/>
                <a:gd name="connsiteX57" fmla="*/ 114554 w 1537324"/>
                <a:gd name="connsiteY57" fmla="*/ 539479 h 1262109"/>
                <a:gd name="connsiteX58" fmla="*/ 182499 w 1537324"/>
                <a:gd name="connsiteY58" fmla="*/ 610980 h 1262109"/>
                <a:gd name="connsiteX59" fmla="*/ 224917 w 1537324"/>
                <a:gd name="connsiteY59" fmla="*/ 575420 h 1262109"/>
                <a:gd name="connsiteX60" fmla="*/ 224536 w 1537324"/>
                <a:gd name="connsiteY60" fmla="*/ 352408 h 1262109"/>
                <a:gd name="connsiteX61" fmla="*/ 161417 w 1537324"/>
                <a:gd name="connsiteY61" fmla="*/ 322309 h 1262109"/>
                <a:gd name="connsiteX62" fmla="*/ 1039622 w 1537324"/>
                <a:gd name="connsiteY62" fmla="*/ 318626 h 1262109"/>
                <a:gd name="connsiteX63" fmla="*/ 1037717 w 1537324"/>
                <a:gd name="connsiteY63" fmla="*/ 612250 h 1262109"/>
                <a:gd name="connsiteX64" fmla="*/ 1039622 w 1537324"/>
                <a:gd name="connsiteY64" fmla="*/ 318626 h 1262109"/>
                <a:gd name="connsiteX65" fmla="*/ 1371092 w 1537324"/>
                <a:gd name="connsiteY65" fmla="*/ 667114 h 1262109"/>
                <a:gd name="connsiteX66" fmla="*/ 1249807 w 1537324"/>
                <a:gd name="connsiteY66" fmla="*/ 778874 h 1262109"/>
                <a:gd name="connsiteX67" fmla="*/ 1261618 w 1537324"/>
                <a:gd name="connsiteY67" fmla="*/ 708516 h 1262109"/>
                <a:gd name="connsiteX68" fmla="*/ 1208151 w 1537324"/>
                <a:gd name="connsiteY68" fmla="*/ 720962 h 1262109"/>
                <a:gd name="connsiteX69" fmla="*/ 1338961 w 1537324"/>
                <a:gd name="connsiteY69" fmla="*/ 933433 h 1262109"/>
                <a:gd name="connsiteX70" fmla="*/ 1462913 w 1537324"/>
                <a:gd name="connsiteY70" fmla="*/ 687180 h 1262109"/>
                <a:gd name="connsiteX71" fmla="*/ 1387475 w 1537324"/>
                <a:gd name="connsiteY71" fmla="*/ 780144 h 1262109"/>
                <a:gd name="connsiteX72" fmla="*/ 1427988 w 1537324"/>
                <a:gd name="connsiteY72" fmla="*/ 674099 h 1262109"/>
                <a:gd name="connsiteX73" fmla="*/ 1371092 w 1537324"/>
                <a:gd name="connsiteY73" fmla="*/ 667114 h 1262109"/>
                <a:gd name="connsiteX74" fmla="*/ 1081532 w 1537324"/>
                <a:gd name="connsiteY74" fmla="*/ 949181 h 1262109"/>
                <a:gd name="connsiteX75" fmla="*/ 1025652 w 1537324"/>
                <a:gd name="connsiteY75" fmla="*/ 969882 h 1262109"/>
                <a:gd name="connsiteX76" fmla="*/ 1042035 w 1537324"/>
                <a:gd name="connsiteY76" fmla="*/ 945244 h 1262109"/>
                <a:gd name="connsiteX77" fmla="*/ 913638 w 1537324"/>
                <a:gd name="connsiteY77" fmla="*/ 867012 h 1262109"/>
                <a:gd name="connsiteX78" fmla="*/ 964057 w 1537324"/>
                <a:gd name="connsiteY78" fmla="*/ 1115932 h 1262109"/>
                <a:gd name="connsiteX79" fmla="*/ 1097915 w 1537324"/>
                <a:gd name="connsiteY79" fmla="*/ 1143491 h 1262109"/>
                <a:gd name="connsiteX80" fmla="*/ 1340866 w 1537324"/>
                <a:gd name="connsiteY80" fmla="*/ 962770 h 1262109"/>
                <a:gd name="connsiteX81" fmla="*/ 1181608 w 1537324"/>
                <a:gd name="connsiteY81" fmla="*/ 848216 h 1262109"/>
                <a:gd name="connsiteX82" fmla="*/ 1081532 w 1537324"/>
                <a:gd name="connsiteY82" fmla="*/ 949181 h 126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537324" h="1262109">
                  <a:moveTo>
                    <a:pt x="1514513" y="716736"/>
                  </a:moveTo>
                  <a:cubicBezTo>
                    <a:pt x="1524914" y="755344"/>
                    <a:pt x="1558671" y="784716"/>
                    <a:pt x="1517142" y="751569"/>
                  </a:cubicBezTo>
                  <a:cubicBezTo>
                    <a:pt x="1515110" y="839707"/>
                    <a:pt x="1455420" y="913367"/>
                    <a:pt x="1383030" y="957436"/>
                  </a:cubicBezTo>
                  <a:cubicBezTo>
                    <a:pt x="1301750" y="1044177"/>
                    <a:pt x="1215771" y="1139173"/>
                    <a:pt x="1096137" y="1169780"/>
                  </a:cubicBezTo>
                  <a:cubicBezTo>
                    <a:pt x="1052449" y="1183369"/>
                    <a:pt x="1009015" y="1163811"/>
                    <a:pt x="969010" y="1147936"/>
                  </a:cubicBezTo>
                  <a:cubicBezTo>
                    <a:pt x="969010" y="1180194"/>
                    <a:pt x="969645" y="1212452"/>
                    <a:pt x="968375" y="1244710"/>
                  </a:cubicBezTo>
                  <a:cubicBezTo>
                    <a:pt x="965581" y="1247885"/>
                    <a:pt x="960247" y="1254235"/>
                    <a:pt x="957580" y="1257410"/>
                  </a:cubicBezTo>
                  <a:cubicBezTo>
                    <a:pt x="953897" y="1256648"/>
                    <a:pt x="946404" y="1255251"/>
                    <a:pt x="942721" y="1254616"/>
                  </a:cubicBezTo>
                  <a:cubicBezTo>
                    <a:pt x="941705" y="1220072"/>
                    <a:pt x="942340" y="1185528"/>
                    <a:pt x="940562" y="1151111"/>
                  </a:cubicBezTo>
                  <a:cubicBezTo>
                    <a:pt x="937387" y="1083928"/>
                    <a:pt x="925957" y="1017634"/>
                    <a:pt x="914908" y="951340"/>
                  </a:cubicBezTo>
                  <a:cubicBezTo>
                    <a:pt x="907415" y="908795"/>
                    <a:pt x="892302" y="862948"/>
                    <a:pt x="854202" y="838310"/>
                  </a:cubicBezTo>
                  <a:cubicBezTo>
                    <a:pt x="799211" y="805290"/>
                    <a:pt x="737362" y="830309"/>
                    <a:pt x="678561" y="832214"/>
                  </a:cubicBezTo>
                  <a:cubicBezTo>
                    <a:pt x="601472" y="835135"/>
                    <a:pt x="523621" y="831579"/>
                    <a:pt x="448437" y="814180"/>
                  </a:cubicBezTo>
                  <a:cubicBezTo>
                    <a:pt x="433070" y="821927"/>
                    <a:pt x="417830" y="829801"/>
                    <a:pt x="402209" y="837040"/>
                  </a:cubicBezTo>
                  <a:lnTo>
                    <a:pt x="338963" y="857106"/>
                  </a:lnTo>
                  <a:cubicBezTo>
                    <a:pt x="354965" y="886951"/>
                    <a:pt x="377698" y="916669"/>
                    <a:pt x="376047" y="952483"/>
                  </a:cubicBezTo>
                  <a:cubicBezTo>
                    <a:pt x="376809" y="998584"/>
                    <a:pt x="358648" y="1041764"/>
                    <a:pt x="342900" y="1084182"/>
                  </a:cubicBezTo>
                  <a:cubicBezTo>
                    <a:pt x="315976" y="1139808"/>
                    <a:pt x="292608" y="1197085"/>
                    <a:pt x="265811" y="1252838"/>
                  </a:cubicBezTo>
                  <a:cubicBezTo>
                    <a:pt x="259461" y="1253727"/>
                    <a:pt x="246634" y="1255378"/>
                    <a:pt x="240157" y="1256140"/>
                  </a:cubicBezTo>
                  <a:cubicBezTo>
                    <a:pt x="272161" y="1159112"/>
                    <a:pt x="332105" y="1071990"/>
                    <a:pt x="349377" y="970263"/>
                  </a:cubicBezTo>
                  <a:cubicBezTo>
                    <a:pt x="358013" y="931401"/>
                    <a:pt x="334391" y="897238"/>
                    <a:pt x="311531" y="868536"/>
                  </a:cubicBezTo>
                  <a:cubicBezTo>
                    <a:pt x="162814" y="946895"/>
                    <a:pt x="92710" y="1108947"/>
                    <a:pt x="20955" y="1251568"/>
                  </a:cubicBezTo>
                  <a:lnTo>
                    <a:pt x="0" y="1262109"/>
                  </a:lnTo>
                  <a:cubicBezTo>
                    <a:pt x="23622" y="1165081"/>
                    <a:pt x="78740" y="1078340"/>
                    <a:pt x="133223" y="995790"/>
                  </a:cubicBezTo>
                  <a:cubicBezTo>
                    <a:pt x="199263" y="900921"/>
                    <a:pt x="297053" y="827515"/>
                    <a:pt x="412369" y="806814"/>
                  </a:cubicBezTo>
                  <a:cubicBezTo>
                    <a:pt x="330962" y="780906"/>
                    <a:pt x="251714" y="739504"/>
                    <a:pt x="198247" y="670924"/>
                  </a:cubicBezTo>
                  <a:cubicBezTo>
                    <a:pt x="173736" y="631935"/>
                    <a:pt x="118872" y="625585"/>
                    <a:pt x="101981" y="581008"/>
                  </a:cubicBezTo>
                  <a:cubicBezTo>
                    <a:pt x="61468" y="483472"/>
                    <a:pt x="64897" y="334374"/>
                    <a:pt x="175895" y="285606"/>
                  </a:cubicBezTo>
                  <a:cubicBezTo>
                    <a:pt x="217043" y="191880"/>
                    <a:pt x="285050" y="86878"/>
                    <a:pt x="379792" y="50048"/>
                  </a:cubicBezTo>
                  <a:cubicBezTo>
                    <a:pt x="464755" y="10043"/>
                    <a:pt x="534168" y="-10376"/>
                    <a:pt x="672816" y="5278"/>
                  </a:cubicBezTo>
                  <a:cubicBezTo>
                    <a:pt x="772977" y="16587"/>
                    <a:pt x="900220" y="69921"/>
                    <a:pt x="972991" y="167838"/>
                  </a:cubicBezTo>
                  <a:cubicBezTo>
                    <a:pt x="1019974" y="241190"/>
                    <a:pt x="1026040" y="265449"/>
                    <a:pt x="1049655" y="304021"/>
                  </a:cubicBezTo>
                  <a:cubicBezTo>
                    <a:pt x="1073270" y="342593"/>
                    <a:pt x="1101217" y="362949"/>
                    <a:pt x="1114679" y="399271"/>
                  </a:cubicBezTo>
                  <a:cubicBezTo>
                    <a:pt x="1138301" y="479154"/>
                    <a:pt x="1125093" y="588501"/>
                    <a:pt x="1042924" y="629268"/>
                  </a:cubicBezTo>
                  <a:lnTo>
                    <a:pt x="1025906" y="639174"/>
                  </a:lnTo>
                  <a:cubicBezTo>
                    <a:pt x="978154" y="710548"/>
                    <a:pt x="913257" y="770238"/>
                    <a:pt x="832358" y="801734"/>
                  </a:cubicBezTo>
                  <a:cubicBezTo>
                    <a:pt x="917067" y="830944"/>
                    <a:pt x="988822" y="884792"/>
                    <a:pt x="1063879" y="931909"/>
                  </a:cubicBezTo>
                  <a:cubicBezTo>
                    <a:pt x="1101598" y="898508"/>
                    <a:pt x="1141984" y="864726"/>
                    <a:pt x="1164717" y="818879"/>
                  </a:cubicBezTo>
                  <a:cubicBezTo>
                    <a:pt x="1169924" y="789415"/>
                    <a:pt x="1169924" y="759443"/>
                    <a:pt x="1175385" y="730106"/>
                  </a:cubicBezTo>
                  <a:cubicBezTo>
                    <a:pt x="1186942" y="708643"/>
                    <a:pt x="1198626" y="679306"/>
                    <a:pt x="1226693" y="676766"/>
                  </a:cubicBezTo>
                  <a:cubicBezTo>
                    <a:pt x="1246759" y="675750"/>
                    <a:pt x="1264539" y="687307"/>
                    <a:pt x="1282700" y="694165"/>
                  </a:cubicBezTo>
                  <a:cubicBezTo>
                    <a:pt x="1315339" y="670416"/>
                    <a:pt x="1348105" y="643238"/>
                    <a:pt x="1388745" y="635237"/>
                  </a:cubicBezTo>
                  <a:cubicBezTo>
                    <a:pt x="1427226" y="633967"/>
                    <a:pt x="1459357" y="659113"/>
                    <a:pt x="1489583" y="679433"/>
                  </a:cubicBezTo>
                  <a:moveTo>
                    <a:pt x="378191" y="86782"/>
                  </a:moveTo>
                  <a:cubicBezTo>
                    <a:pt x="293517" y="132074"/>
                    <a:pt x="251079" y="190864"/>
                    <a:pt x="198247" y="293353"/>
                  </a:cubicBezTo>
                  <a:cubicBezTo>
                    <a:pt x="204216" y="295893"/>
                    <a:pt x="216027" y="301100"/>
                    <a:pt x="221869" y="303767"/>
                  </a:cubicBezTo>
                  <a:cubicBezTo>
                    <a:pt x="240792" y="328405"/>
                    <a:pt x="257683" y="355583"/>
                    <a:pt x="262001" y="386952"/>
                  </a:cubicBezTo>
                  <a:cubicBezTo>
                    <a:pt x="275336" y="462390"/>
                    <a:pt x="276987" y="547607"/>
                    <a:pt x="231648" y="613266"/>
                  </a:cubicBezTo>
                  <a:lnTo>
                    <a:pt x="196850" y="634094"/>
                  </a:lnTo>
                  <a:cubicBezTo>
                    <a:pt x="229743" y="672829"/>
                    <a:pt x="265811" y="709913"/>
                    <a:pt x="310642" y="734805"/>
                  </a:cubicBezTo>
                  <a:cubicBezTo>
                    <a:pt x="438023" y="808592"/>
                    <a:pt x="591947" y="815831"/>
                    <a:pt x="735076" y="802115"/>
                  </a:cubicBezTo>
                  <a:cubicBezTo>
                    <a:pt x="833882" y="785859"/>
                    <a:pt x="933831" y="733408"/>
                    <a:pt x="985774" y="645143"/>
                  </a:cubicBezTo>
                  <a:lnTo>
                    <a:pt x="991489" y="642857"/>
                  </a:lnTo>
                  <a:cubicBezTo>
                    <a:pt x="1074166" y="501252"/>
                    <a:pt x="1053843" y="294952"/>
                    <a:pt x="941956" y="178366"/>
                  </a:cubicBezTo>
                  <a:cubicBezTo>
                    <a:pt x="892873" y="84762"/>
                    <a:pt x="746108" y="36943"/>
                    <a:pt x="655811" y="27037"/>
                  </a:cubicBezTo>
                  <a:cubicBezTo>
                    <a:pt x="580119" y="24243"/>
                    <a:pt x="456090" y="30706"/>
                    <a:pt x="372956" y="85525"/>
                  </a:cubicBezTo>
                  <a:moveTo>
                    <a:pt x="161417" y="322309"/>
                  </a:moveTo>
                  <a:cubicBezTo>
                    <a:pt x="95758" y="371712"/>
                    <a:pt x="98425" y="466835"/>
                    <a:pt x="114554" y="539479"/>
                  </a:cubicBezTo>
                  <a:cubicBezTo>
                    <a:pt x="123952" y="570721"/>
                    <a:pt x="142240" y="616314"/>
                    <a:pt x="182499" y="610980"/>
                  </a:cubicBezTo>
                  <a:cubicBezTo>
                    <a:pt x="202692" y="611107"/>
                    <a:pt x="215773" y="590914"/>
                    <a:pt x="224917" y="575420"/>
                  </a:cubicBezTo>
                  <a:cubicBezTo>
                    <a:pt x="252857" y="504427"/>
                    <a:pt x="249047" y="423782"/>
                    <a:pt x="224536" y="352408"/>
                  </a:cubicBezTo>
                  <a:cubicBezTo>
                    <a:pt x="217043" y="325738"/>
                    <a:pt x="187071" y="309482"/>
                    <a:pt x="161417" y="322309"/>
                  </a:cubicBezTo>
                  <a:moveTo>
                    <a:pt x="1039622" y="318626"/>
                  </a:moveTo>
                  <a:cubicBezTo>
                    <a:pt x="1071626" y="413495"/>
                    <a:pt x="1073277" y="518016"/>
                    <a:pt x="1037717" y="612250"/>
                  </a:cubicBezTo>
                  <a:cubicBezTo>
                    <a:pt x="1119886" y="537193"/>
                    <a:pt x="1112266" y="397366"/>
                    <a:pt x="1039622" y="318626"/>
                  </a:cubicBezTo>
                  <a:moveTo>
                    <a:pt x="1371092" y="667114"/>
                  </a:moveTo>
                  <a:cubicBezTo>
                    <a:pt x="1317117" y="687942"/>
                    <a:pt x="1288796" y="740012"/>
                    <a:pt x="1249807" y="778874"/>
                  </a:cubicBezTo>
                  <a:cubicBezTo>
                    <a:pt x="1250569" y="754871"/>
                    <a:pt x="1255268" y="731503"/>
                    <a:pt x="1261618" y="708516"/>
                  </a:cubicBezTo>
                  <a:cubicBezTo>
                    <a:pt x="1242441" y="703055"/>
                    <a:pt x="1217803" y="696832"/>
                    <a:pt x="1208151" y="720962"/>
                  </a:cubicBezTo>
                  <a:cubicBezTo>
                    <a:pt x="1158113" y="810624"/>
                    <a:pt x="1244092" y="926067"/>
                    <a:pt x="1338961" y="933433"/>
                  </a:cubicBezTo>
                  <a:cubicBezTo>
                    <a:pt x="1447673" y="924924"/>
                    <a:pt x="1528953" y="780144"/>
                    <a:pt x="1462913" y="687180"/>
                  </a:cubicBezTo>
                  <a:cubicBezTo>
                    <a:pt x="1431417" y="713596"/>
                    <a:pt x="1428623" y="765412"/>
                    <a:pt x="1387475" y="780144"/>
                  </a:cubicBezTo>
                  <a:cubicBezTo>
                    <a:pt x="1393444" y="742171"/>
                    <a:pt x="1411224" y="708135"/>
                    <a:pt x="1427988" y="674099"/>
                  </a:cubicBezTo>
                  <a:cubicBezTo>
                    <a:pt x="1409446" y="668511"/>
                    <a:pt x="1389634" y="652890"/>
                    <a:pt x="1371092" y="667114"/>
                  </a:cubicBezTo>
                  <a:moveTo>
                    <a:pt x="1081532" y="949181"/>
                  </a:moveTo>
                  <a:cubicBezTo>
                    <a:pt x="1065276" y="960484"/>
                    <a:pt x="1048131" y="979153"/>
                    <a:pt x="1025652" y="969882"/>
                  </a:cubicBezTo>
                  <a:cubicBezTo>
                    <a:pt x="1029843" y="963659"/>
                    <a:pt x="1037971" y="951467"/>
                    <a:pt x="1042035" y="945244"/>
                  </a:cubicBezTo>
                  <a:cubicBezTo>
                    <a:pt x="999363" y="918828"/>
                    <a:pt x="956945" y="892158"/>
                    <a:pt x="913638" y="867012"/>
                  </a:cubicBezTo>
                  <a:cubicBezTo>
                    <a:pt x="951230" y="944482"/>
                    <a:pt x="951357" y="1032366"/>
                    <a:pt x="964057" y="1115932"/>
                  </a:cubicBezTo>
                  <a:cubicBezTo>
                    <a:pt x="1005840" y="1134093"/>
                    <a:pt x="1051179" y="1159239"/>
                    <a:pt x="1097915" y="1143491"/>
                  </a:cubicBezTo>
                  <a:cubicBezTo>
                    <a:pt x="1197229" y="1114154"/>
                    <a:pt x="1275207" y="1039859"/>
                    <a:pt x="1340866" y="962770"/>
                  </a:cubicBezTo>
                  <a:cubicBezTo>
                    <a:pt x="1271143" y="956420"/>
                    <a:pt x="1215136" y="906763"/>
                    <a:pt x="1181608" y="848216"/>
                  </a:cubicBezTo>
                  <a:cubicBezTo>
                    <a:pt x="1149604" y="883141"/>
                    <a:pt x="1119759" y="920479"/>
                    <a:pt x="1081532" y="949181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sp>
          <p:nvSpPr>
            <p:cNvPr id="1053" name="任意形状 1052">
              <a:extLst>
                <a:ext uri="{FF2B5EF4-FFF2-40B4-BE49-F238E27FC236}">
                  <a16:creationId xmlns:a16="http://schemas.microsoft.com/office/drawing/2014/main" id="{CE2D7451-9DC9-9EC9-14F7-382D37EDA9FC}"/>
                </a:ext>
              </a:extLst>
            </p:cNvPr>
            <p:cNvSpPr/>
            <p:nvPr/>
          </p:nvSpPr>
          <p:spPr>
            <a:xfrm rot="21335936">
              <a:off x="6945492" y="4744608"/>
              <a:ext cx="275064" cy="216415"/>
            </a:xfrm>
            <a:custGeom>
              <a:avLst/>
              <a:gdLst>
                <a:gd name="connsiteX0" fmla="*/ 1373 w 344019"/>
                <a:gd name="connsiteY0" fmla="*/ 83653 h 270666"/>
                <a:gd name="connsiteX1" fmla="*/ 63349 w 344019"/>
                <a:gd name="connsiteY1" fmla="*/ 87 h 270666"/>
                <a:gd name="connsiteX2" fmla="*/ 105513 w 344019"/>
                <a:gd name="connsiteY2" fmla="*/ 45807 h 270666"/>
                <a:gd name="connsiteX3" fmla="*/ 175363 w 344019"/>
                <a:gd name="connsiteY3" fmla="*/ 216241 h 270666"/>
                <a:gd name="connsiteX4" fmla="*/ 235561 w 344019"/>
                <a:gd name="connsiteY4" fmla="*/ 85558 h 270666"/>
                <a:gd name="connsiteX5" fmla="*/ 282551 w 344019"/>
                <a:gd name="connsiteY5" fmla="*/ 7326 h 270666"/>
                <a:gd name="connsiteX6" fmla="*/ 344019 w 344019"/>
                <a:gd name="connsiteY6" fmla="*/ 58888 h 270666"/>
                <a:gd name="connsiteX7" fmla="*/ 204065 w 344019"/>
                <a:gd name="connsiteY7" fmla="*/ 260818 h 270666"/>
                <a:gd name="connsiteX8" fmla="*/ 91289 w 344019"/>
                <a:gd name="connsiteY8" fmla="*/ 236307 h 270666"/>
                <a:gd name="connsiteX9" fmla="*/ 1373 w 344019"/>
                <a:gd name="connsiteY9" fmla="*/ 83653 h 270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019" h="270666">
                  <a:moveTo>
                    <a:pt x="1373" y="83653"/>
                  </a:moveTo>
                  <a:cubicBezTo>
                    <a:pt x="5691" y="49363"/>
                    <a:pt x="22582" y="2246"/>
                    <a:pt x="63349" y="87"/>
                  </a:cubicBezTo>
                  <a:cubicBezTo>
                    <a:pt x="88368" y="-1818"/>
                    <a:pt x="96115" y="28154"/>
                    <a:pt x="105513" y="45807"/>
                  </a:cubicBezTo>
                  <a:cubicBezTo>
                    <a:pt x="122023" y="104608"/>
                    <a:pt x="127103" y="172553"/>
                    <a:pt x="175363" y="216241"/>
                  </a:cubicBezTo>
                  <a:cubicBezTo>
                    <a:pt x="200255" y="175093"/>
                    <a:pt x="221972" y="131786"/>
                    <a:pt x="235561" y="85558"/>
                  </a:cubicBezTo>
                  <a:cubicBezTo>
                    <a:pt x="245213" y="56729"/>
                    <a:pt x="257532" y="26249"/>
                    <a:pt x="282551" y="7326"/>
                  </a:cubicBezTo>
                  <a:cubicBezTo>
                    <a:pt x="313031" y="-6771"/>
                    <a:pt x="343130" y="30948"/>
                    <a:pt x="344019" y="58888"/>
                  </a:cubicBezTo>
                  <a:cubicBezTo>
                    <a:pt x="330938" y="142454"/>
                    <a:pt x="275693" y="217257"/>
                    <a:pt x="204065" y="260818"/>
                  </a:cubicBezTo>
                  <a:cubicBezTo>
                    <a:pt x="165965" y="284948"/>
                    <a:pt x="122404" y="260056"/>
                    <a:pt x="91289" y="236307"/>
                  </a:cubicBezTo>
                  <a:cubicBezTo>
                    <a:pt x="42902" y="200874"/>
                    <a:pt x="-9168" y="149566"/>
                    <a:pt x="1373" y="83653"/>
                  </a:cubicBezTo>
                  <a:close/>
                </a:path>
              </a:pathLst>
            </a:custGeom>
            <a:solidFill>
              <a:srgbClr val="4FBFE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</p:grpSp>
      <p:sp>
        <p:nvSpPr>
          <p:cNvPr id="1055" name="文本框 1054">
            <a:extLst>
              <a:ext uri="{FF2B5EF4-FFF2-40B4-BE49-F238E27FC236}">
                <a16:creationId xmlns:a16="http://schemas.microsoft.com/office/drawing/2014/main" id="{5076D38C-9B6B-8BC4-613D-E8AF7B0CF7BA}"/>
              </a:ext>
            </a:extLst>
          </p:cNvPr>
          <p:cNvSpPr txBox="1"/>
          <p:nvPr/>
        </p:nvSpPr>
        <p:spPr>
          <a:xfrm>
            <a:off x="6697988" y="2222166"/>
            <a:ext cx="1395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b="1" dirty="0">
                <a:latin typeface="STIX Two Text SemiBold" pitchFamily="2" charset="0"/>
              </a:rPr>
              <a:t>Automatic Promotion</a:t>
            </a:r>
            <a:endParaRPr kumimoji="1" lang="zh-CN" altLang="en-US" sz="1400" b="1" dirty="0">
              <a:latin typeface="STIX Two Text SemiBold" pitchFamily="2" charset="0"/>
            </a:endParaRPr>
          </a:p>
        </p:txBody>
      </p:sp>
      <p:pic>
        <p:nvPicPr>
          <p:cNvPr id="1056" name="图片 1055">
            <a:extLst>
              <a:ext uri="{FF2B5EF4-FFF2-40B4-BE49-F238E27FC236}">
                <a16:creationId xmlns:a16="http://schemas.microsoft.com/office/drawing/2014/main" id="{7D7D48A7-E4C2-6121-7092-ABC9C8A19BD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81490" y="2766685"/>
            <a:ext cx="466361" cy="466361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7C81C1C6-5559-5C0D-09C8-DC2D0D242A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800000">
            <a:off x="7196240" y="4451299"/>
            <a:ext cx="514572" cy="514572"/>
          </a:xfrm>
          <a:prstGeom prst="rect">
            <a:avLst/>
          </a:prstGeom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8A9DE4CC-591B-5123-B580-AABA8D665F6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24845" y="4544635"/>
            <a:ext cx="507377" cy="507377"/>
          </a:xfrm>
          <a:prstGeom prst="rect">
            <a:avLst/>
          </a:prstGeom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E4755DAE-1C95-5E5E-5C89-78298E03FA7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96757" y="4423563"/>
            <a:ext cx="414375" cy="414375"/>
          </a:xfrm>
          <a:prstGeom prst="rect">
            <a:avLst/>
          </a:prstGeom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9745D486-D5BF-7F23-AEF2-C48924A027A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flipH="1">
            <a:off x="7701909" y="4914406"/>
            <a:ext cx="391795" cy="391795"/>
          </a:xfrm>
          <a:prstGeom prst="rect">
            <a:avLst/>
          </a:prstGeom>
        </p:spPr>
      </p:pic>
      <p:pic>
        <p:nvPicPr>
          <p:cNvPr id="1061" name="图片 1060">
            <a:extLst>
              <a:ext uri="{FF2B5EF4-FFF2-40B4-BE49-F238E27FC236}">
                <a16:creationId xmlns:a16="http://schemas.microsoft.com/office/drawing/2014/main" id="{4B033C23-A18A-D950-DE63-03982D6E8AC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95034" y="5018004"/>
            <a:ext cx="319947" cy="319947"/>
          </a:xfrm>
          <a:prstGeom prst="rect">
            <a:avLst/>
          </a:prstGeom>
        </p:spPr>
      </p:pic>
      <p:cxnSp>
        <p:nvCxnSpPr>
          <p:cNvPr id="1062" name="直线箭头连接符 1061">
            <a:extLst>
              <a:ext uri="{FF2B5EF4-FFF2-40B4-BE49-F238E27FC236}">
                <a16:creationId xmlns:a16="http://schemas.microsoft.com/office/drawing/2014/main" id="{53CE996B-0E7B-A2C6-FAFC-30A9459913BC}"/>
              </a:ext>
            </a:extLst>
          </p:cNvPr>
          <p:cNvCxnSpPr/>
          <p:nvPr/>
        </p:nvCxnSpPr>
        <p:spPr>
          <a:xfrm flipV="1">
            <a:off x="5858120" y="4697440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直线箭头连接符 1062">
            <a:extLst>
              <a:ext uri="{FF2B5EF4-FFF2-40B4-BE49-F238E27FC236}">
                <a16:creationId xmlns:a16="http://schemas.microsoft.com/office/drawing/2014/main" id="{4714F26A-03D4-6DE8-803A-DF5CBE7B3798}"/>
              </a:ext>
            </a:extLst>
          </p:cNvPr>
          <p:cNvCxnSpPr/>
          <p:nvPr/>
        </p:nvCxnSpPr>
        <p:spPr>
          <a:xfrm flipV="1">
            <a:off x="8160873" y="4699631"/>
            <a:ext cx="156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E9BA90BB-76A8-9F83-4883-EE92FC7A6BF9}"/>
              </a:ext>
            </a:extLst>
          </p:cNvPr>
          <p:cNvSpPr/>
          <p:nvPr/>
        </p:nvSpPr>
        <p:spPr>
          <a:xfrm>
            <a:off x="2770276" y="3480449"/>
            <a:ext cx="1222709" cy="4978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02943B-7B8A-4A6C-9CF3-FC98013537C6}"/>
              </a:ext>
            </a:extLst>
          </p:cNvPr>
          <p:cNvSpPr/>
          <p:nvPr/>
        </p:nvSpPr>
        <p:spPr>
          <a:xfrm>
            <a:off x="2840258" y="3557948"/>
            <a:ext cx="144000" cy="144000"/>
          </a:xfrm>
          <a:prstGeom prst="rect">
            <a:avLst/>
          </a:prstGeom>
          <a:solidFill>
            <a:srgbClr val="5757A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B33BCC-F02A-8928-D8FE-793CDBFEB878}"/>
              </a:ext>
            </a:extLst>
          </p:cNvPr>
          <p:cNvSpPr/>
          <p:nvPr/>
        </p:nvSpPr>
        <p:spPr>
          <a:xfrm>
            <a:off x="2840258" y="3755045"/>
            <a:ext cx="144000" cy="144000"/>
          </a:xfrm>
          <a:prstGeom prst="rect">
            <a:avLst/>
          </a:prstGeom>
          <a:solidFill>
            <a:srgbClr val="4EF0A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23E168-30C9-AF0F-436F-0460E319EA95}"/>
              </a:ext>
            </a:extLst>
          </p:cNvPr>
          <p:cNvSpPr txBox="1"/>
          <p:nvPr/>
        </p:nvSpPr>
        <p:spPr>
          <a:xfrm>
            <a:off x="2951746" y="3687637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Paper w/o PR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2C2F94-7ED0-5CB1-0E89-A743AA3A56FD}"/>
              </a:ext>
            </a:extLst>
          </p:cNvPr>
          <p:cNvSpPr txBox="1"/>
          <p:nvPr/>
        </p:nvSpPr>
        <p:spPr>
          <a:xfrm>
            <a:off x="2984258" y="3487428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STIX Two Text" pitchFamily="2" charset="0"/>
              </a:rPr>
              <a:t>Paper w/ PR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C680ED-9AD3-E3C7-99D8-FD322773476E}"/>
              </a:ext>
            </a:extLst>
          </p:cNvPr>
          <p:cNvSpPr txBox="1"/>
          <p:nvPr/>
        </p:nvSpPr>
        <p:spPr>
          <a:xfrm>
            <a:off x="9897317" y="2796449"/>
            <a:ext cx="32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800" dirty="0">
                <a:solidFill>
                  <a:schemeClr val="accent1"/>
                </a:solidFill>
                <a:latin typeface="STIX Two Text" pitchFamily="2" charset="0"/>
              </a:rPr>
              <a:t>?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B07647-F9E7-4104-17A2-8B69C4A90448}"/>
              </a:ext>
            </a:extLst>
          </p:cNvPr>
          <p:cNvSpPr txBox="1"/>
          <p:nvPr/>
        </p:nvSpPr>
        <p:spPr>
          <a:xfrm>
            <a:off x="9897317" y="3025686"/>
            <a:ext cx="32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800" dirty="0">
                <a:solidFill>
                  <a:schemeClr val="accent1"/>
                </a:solidFill>
                <a:latin typeface="STIX Two Text" pitchFamily="2" charset="0"/>
              </a:rPr>
              <a:t>?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456C65-736D-1290-2E61-3305069298C6}"/>
              </a:ext>
            </a:extLst>
          </p:cNvPr>
          <p:cNvSpPr txBox="1"/>
          <p:nvPr/>
        </p:nvSpPr>
        <p:spPr>
          <a:xfrm>
            <a:off x="9897317" y="3246181"/>
            <a:ext cx="32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800" dirty="0">
                <a:solidFill>
                  <a:schemeClr val="accent1"/>
                </a:solidFill>
                <a:latin typeface="STIX Two Text" pitchFamily="2" charset="0"/>
              </a:rPr>
              <a:t>?</a:t>
            </a:r>
            <a:endParaRPr lang="zh-CN" altLang="en-US" dirty="0"/>
          </a:p>
        </p:txBody>
      </p:sp>
      <p:sp>
        <p:nvSpPr>
          <p:cNvPr id="1112" name="圆角矩形 1111">
            <a:extLst>
              <a:ext uri="{FF2B5EF4-FFF2-40B4-BE49-F238E27FC236}">
                <a16:creationId xmlns:a16="http://schemas.microsoft.com/office/drawing/2014/main" id="{95CD91BA-7E2D-FCAF-32D1-5454D5D4F4B5}"/>
              </a:ext>
            </a:extLst>
          </p:cNvPr>
          <p:cNvSpPr/>
          <p:nvPr/>
        </p:nvSpPr>
        <p:spPr>
          <a:xfrm>
            <a:off x="5889291" y="532070"/>
            <a:ext cx="744609" cy="1248458"/>
          </a:xfrm>
          <a:prstGeom prst="roundRect">
            <a:avLst>
              <a:gd name="adj" fmla="val 555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pic>
        <p:nvPicPr>
          <p:cNvPr id="1113" name="图片 1112">
            <a:extLst>
              <a:ext uri="{FF2B5EF4-FFF2-40B4-BE49-F238E27FC236}">
                <a16:creationId xmlns:a16="http://schemas.microsoft.com/office/drawing/2014/main" id="{2447339C-19AC-72B8-F081-4D9A96DA8EF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39913" y="734979"/>
            <a:ext cx="693187" cy="693187"/>
          </a:xfrm>
          <a:prstGeom prst="rect">
            <a:avLst/>
          </a:prstGeom>
        </p:spPr>
      </p:pic>
      <p:sp>
        <p:nvSpPr>
          <p:cNvPr id="1115" name="文本框 1114">
            <a:extLst>
              <a:ext uri="{FF2B5EF4-FFF2-40B4-BE49-F238E27FC236}">
                <a16:creationId xmlns:a16="http://schemas.microsoft.com/office/drawing/2014/main" id="{EAB47AB7-D210-44BC-C37E-F2444759F5F0}"/>
              </a:ext>
            </a:extLst>
          </p:cNvPr>
          <p:cNvSpPr txBox="1"/>
          <p:nvPr/>
        </p:nvSpPr>
        <p:spPr>
          <a:xfrm>
            <a:off x="5914812" y="1470907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STIX Two Text" pitchFamily="2" charset="0"/>
              </a:rPr>
              <a:t>Paper</a:t>
            </a:r>
            <a:endParaRPr kumimoji="1" lang="zh-CN" altLang="en-US" sz="1400" dirty="0">
              <a:latin typeface="STIX Two Text" pitchFamily="2" charset="0"/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BE9B02BE-80A0-1332-6BA8-5035B3416AA6}"/>
              </a:ext>
            </a:extLst>
          </p:cNvPr>
          <p:cNvSpPr/>
          <p:nvPr/>
        </p:nvSpPr>
        <p:spPr>
          <a:xfrm>
            <a:off x="8824680" y="538466"/>
            <a:ext cx="1384554" cy="577205"/>
          </a:xfrm>
          <a:prstGeom prst="roundRect">
            <a:avLst>
              <a:gd name="adj" fmla="val 0"/>
            </a:avLst>
          </a:prstGeom>
          <a:solidFill>
            <a:schemeClr val="bg1">
              <a:alpha val="606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9501F2E2-47B0-6ADF-2B68-D6F9E8871E4E}"/>
              </a:ext>
            </a:extLst>
          </p:cNvPr>
          <p:cNvSpPr/>
          <p:nvPr/>
        </p:nvSpPr>
        <p:spPr>
          <a:xfrm>
            <a:off x="8816349" y="1198646"/>
            <a:ext cx="1384554" cy="587505"/>
          </a:xfrm>
          <a:prstGeom prst="roundRect">
            <a:avLst>
              <a:gd name="adj" fmla="val 0"/>
            </a:avLst>
          </a:prstGeom>
          <a:solidFill>
            <a:schemeClr val="bg1">
              <a:alpha val="606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STIX Two Text Medium" pitchFamily="2" charset="0"/>
              <a:ea typeface="Microsoft YaHei" panose="020B0503020204020204" pitchFamily="34" charset="-122"/>
              <a:cs typeface="Sitka Display" panose="020F050202020403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4F0FE2F-9EDF-9FC1-E0E9-A1AE783F4165}"/>
              </a:ext>
            </a:extLst>
          </p:cNvPr>
          <p:cNvSpPr txBox="1"/>
          <p:nvPr/>
        </p:nvSpPr>
        <p:spPr>
          <a:xfrm>
            <a:off x="8812971" y="1175388"/>
            <a:ext cx="1594991" cy="614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1400" dirty="0">
                <a:solidFill>
                  <a:srgbClr val="C00000"/>
                </a:solidFill>
                <a:latin typeface="STIX Two Text Medium" pitchFamily="2" charset="0"/>
              </a:rPr>
              <a:t>Time</a:t>
            </a:r>
          </a:p>
          <a:p>
            <a:pPr>
              <a:lnSpc>
                <a:spcPct val="125000"/>
              </a:lnSpc>
            </a:pPr>
            <a:r>
              <a:rPr kumimoji="1" lang="en-US" altLang="zh-CN" sz="1400" dirty="0">
                <a:solidFill>
                  <a:srgbClr val="C00000"/>
                </a:solidFill>
                <a:latin typeface="STIX Two Text Medium" pitchFamily="2" charset="0"/>
              </a:rPr>
              <a:t>Money</a:t>
            </a:r>
            <a:endParaRPr kumimoji="1" lang="zh-CN" altLang="en-US" sz="1400" dirty="0">
              <a:solidFill>
                <a:srgbClr val="C00000"/>
              </a:solidFill>
              <a:latin typeface="STIX Two Text Medium" pitchFamily="2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647516D-FBA3-E4B1-321D-BAEAA64C31C1}"/>
              </a:ext>
            </a:extLst>
          </p:cNvPr>
          <p:cNvSpPr txBox="1"/>
          <p:nvPr/>
        </p:nvSpPr>
        <p:spPr>
          <a:xfrm>
            <a:off x="8812971" y="513213"/>
            <a:ext cx="965329" cy="6148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1400" b="1" dirty="0">
                <a:solidFill>
                  <a:srgbClr val="C00000"/>
                </a:solidFill>
                <a:latin typeface="STIX Two Text SemiBold" pitchFamily="2" charset="0"/>
              </a:rPr>
              <a:t>Influence</a:t>
            </a:r>
          </a:p>
          <a:p>
            <a:pPr>
              <a:lnSpc>
                <a:spcPct val="125000"/>
              </a:lnSpc>
            </a:pPr>
            <a:r>
              <a:rPr kumimoji="1" lang="en-US" altLang="zh-CN" sz="1400" b="1" dirty="0">
                <a:solidFill>
                  <a:srgbClr val="C00000"/>
                </a:solidFill>
                <a:latin typeface="STIX Two Text SemiBold" pitchFamily="2" charset="0"/>
              </a:rPr>
              <a:t>Citation</a:t>
            </a:r>
            <a:endParaRPr kumimoji="1" lang="zh-CN" altLang="en-US" sz="1400" b="1" dirty="0">
              <a:solidFill>
                <a:srgbClr val="C00000"/>
              </a:solidFill>
              <a:latin typeface="STIX Two Text SemiBold" pitchFamily="2" charset="0"/>
            </a:endParaRPr>
          </a:p>
        </p:txBody>
      </p:sp>
      <p:sp>
        <p:nvSpPr>
          <p:cNvPr id="27" name="下箭头 26">
            <a:extLst>
              <a:ext uri="{FF2B5EF4-FFF2-40B4-BE49-F238E27FC236}">
                <a16:creationId xmlns:a16="http://schemas.microsoft.com/office/drawing/2014/main" id="{F8E7FD9D-4337-4907-1EF7-1A32A3507BB2}"/>
              </a:ext>
            </a:extLst>
          </p:cNvPr>
          <p:cNvSpPr/>
          <p:nvPr/>
        </p:nvSpPr>
        <p:spPr>
          <a:xfrm>
            <a:off x="9994760" y="576944"/>
            <a:ext cx="134302" cy="220191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8" name="下箭头 27">
            <a:extLst>
              <a:ext uri="{FF2B5EF4-FFF2-40B4-BE49-F238E27FC236}">
                <a16:creationId xmlns:a16="http://schemas.microsoft.com/office/drawing/2014/main" id="{AE81521C-2841-664C-9F0E-B3BC93E9C3B2}"/>
              </a:ext>
            </a:extLst>
          </p:cNvPr>
          <p:cNvSpPr/>
          <p:nvPr/>
        </p:nvSpPr>
        <p:spPr>
          <a:xfrm>
            <a:off x="9993669" y="867871"/>
            <a:ext cx="134302" cy="220191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9" name="下箭头 28">
            <a:extLst>
              <a:ext uri="{FF2B5EF4-FFF2-40B4-BE49-F238E27FC236}">
                <a16:creationId xmlns:a16="http://schemas.microsoft.com/office/drawing/2014/main" id="{D77AEEFB-5570-94D2-C7D9-4F2E2DA0F7DF}"/>
              </a:ext>
            </a:extLst>
          </p:cNvPr>
          <p:cNvSpPr/>
          <p:nvPr/>
        </p:nvSpPr>
        <p:spPr>
          <a:xfrm rot="10800000">
            <a:off x="9989993" y="1233414"/>
            <a:ext cx="134302" cy="220191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30" name="下箭头 29">
            <a:extLst>
              <a:ext uri="{FF2B5EF4-FFF2-40B4-BE49-F238E27FC236}">
                <a16:creationId xmlns:a16="http://schemas.microsoft.com/office/drawing/2014/main" id="{82BF0612-E0D6-4DE7-AE32-6FD560C8E6E2}"/>
              </a:ext>
            </a:extLst>
          </p:cNvPr>
          <p:cNvSpPr/>
          <p:nvPr/>
        </p:nvSpPr>
        <p:spPr>
          <a:xfrm rot="10800000">
            <a:off x="9988902" y="1524341"/>
            <a:ext cx="134302" cy="220191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627428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351</Words>
  <Application>Microsoft Macintosh PowerPoint</Application>
  <PresentationFormat>宽屏</PresentationFormat>
  <Paragraphs>94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等线</vt:lpstr>
      <vt:lpstr>等线 Light</vt:lpstr>
      <vt:lpstr>Arial</vt:lpstr>
      <vt:lpstr>Cambria Math</vt:lpstr>
      <vt:lpstr>STIX Two Text</vt:lpstr>
      <vt:lpstr>STIX Two Text Medium</vt:lpstr>
      <vt:lpstr>STIX Two Text SemiBold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Qiguang Chen</dc:creator>
  <cp:lastModifiedBy>Qiguang Chen</cp:lastModifiedBy>
  <cp:revision>123</cp:revision>
  <dcterms:created xsi:type="dcterms:W3CDTF">2025-06-14T07:56:15Z</dcterms:created>
  <dcterms:modified xsi:type="dcterms:W3CDTF">2025-09-19T08:35:54Z</dcterms:modified>
</cp:coreProperties>
</file>